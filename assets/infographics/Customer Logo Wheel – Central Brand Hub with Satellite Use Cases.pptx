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lsx" ContentType="application/vnd.openxmlformats-officedocument.spreadsheetml.sheet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olors1.xml" ContentType="application/vnd.ms-office.chartcolorstyle+xml"/>
  <Override PartName="/ppt/charts/colors2.xml" ContentType="application/vnd.ms-office.chartcolorstyle+xml"/>
  <Override PartName="/ppt/charts/colors3.xml" ContentType="application/vnd.ms-office.chartcolorstyle+xml"/>
  <Override PartName="/ppt/charts/colors4.xml" ContentType="application/vnd.ms-office.chartcolorstyle+xml"/>
  <Override PartName="/ppt/charts/colors5.xml" ContentType="application/vnd.ms-office.chartcolorstyle+xml"/>
  <Override PartName="/ppt/charts/colors6.xml" ContentType="application/vnd.ms-office.chartcolorstyle+xml"/>
  <Override PartName="/ppt/charts/colors7.xml" ContentType="application/vnd.ms-office.chartcolorstyle+xml"/>
  <Override PartName="/ppt/charts/style1.xml" ContentType="application/vnd.ms-office.chartstyle+xml"/>
  <Override PartName="/ppt/charts/style2.xml" ContentType="application/vnd.ms-office.chartstyle+xml"/>
  <Override PartName="/ppt/charts/style3.xml" ContentType="application/vnd.ms-office.chartstyle+xml"/>
  <Override PartName="/ppt/charts/style4.xml" ContentType="application/vnd.ms-office.chartstyle+xml"/>
  <Override PartName="/ppt/charts/style5.xml" ContentType="application/vnd.ms-office.chartstyle+xml"/>
  <Override PartName="/ppt/charts/style6.xml" ContentType="application/vnd.ms-office.chartstyle+xml"/>
  <Override PartName="/ppt/charts/style7.xml" ContentType="application/vnd.ms-office.chartstyle+xml"/>
  <Override PartName="/ppt/diagrams/colors1.xml" ContentType="application/vnd.openxmlformats-officedocument.drawingml.diagramColors+xml"/>
  <Override PartName="/ppt/diagrams/colors2.xml" ContentType="application/vnd.openxmlformats-officedocument.drawingml.diagramColors+xml"/>
  <Override PartName="/ppt/diagrams/data1.xml" ContentType="application/vnd.openxmlformats-officedocument.drawingml.diagramData+xml"/>
  <Override PartName="/ppt/diagrams/data2.xml" ContentType="application/vnd.openxmlformats-officedocument.drawingml.diagramData+xml"/>
  <Override PartName="/ppt/diagrams/drawing1.xml" ContentType="application/vnd.ms-office.drawingml.diagramDrawing+xml"/>
  <Override PartName="/ppt/diagrams/drawing2.xml" ContentType="application/vnd.ms-office.drawingml.diagramDrawing+xml"/>
  <Override PartName="/ppt/diagrams/layout1.xml" ContentType="application/vnd.openxmlformats-officedocument.drawingml.diagramLayout+xml"/>
  <Override PartName="/ppt/diagrams/layout2.xml" ContentType="application/vnd.openxmlformats-officedocument.drawingml.diagramLayout+xml"/>
  <Override PartName="/ppt/diagrams/quickStyle1.xml" ContentType="application/vnd.openxmlformats-officedocument.drawingml.diagramStyle+xml"/>
  <Override PartName="/ppt/diagrams/quickStyle2.xml" ContentType="application/vnd.openxmlformats-officedocument.drawingml.diagramStyle+xml"/>
  <Override PartName="/ppt/media/image205.svg" ContentType="image/svg+xml"/>
  <Override PartName="/ppt/media/image206.svg" ContentType="image/svg+xml"/>
  <Override PartName="/ppt/media/image207.svg" ContentType="image/svg+xml"/>
  <Override PartName="/ppt/media/image208.svg" ContentType="image/svg+xml"/>
  <Override PartName="/ppt/media/image209.svg" ContentType="image/svg+xml"/>
  <Override PartName="/ppt/media/image22.svg" ContentType="image/svg+xml"/>
  <Override PartName="/ppt/media/image244.svg" ContentType="image/svg+xml"/>
  <Override PartName="/ppt/notesMasters/notesMaster1.xml" ContentType="application/vnd.openxmlformats-officedocument.presentationml.notesMaster+xml"/>
  <Override PartName="/ppt/notesSlides/notesSlide10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15"/>
  </p:notesMasterIdLst>
  <p:sldIdLst>
    <p:sldId id="2146847126" r:id="rId3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3D5A9689-8065-F91C-2976-30D5806ACE65}" name="Preeti Aniket Ohal" initials="PO" userId="S::preeti.o@imocha.io::6103fd12-4b47-4b53-88a6-2410657674b0" providerId="AD"/>
  <p188:author id="{509BA59B-0858-389D-67F0-03C4EB43A969}" name="Nilesh Nighojkar" initials="NN" userId="S::nilesh.n@imocha.io::bb46d46e-ac01-40db-be76-b5be3b3a3643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D3202"/>
    <a:srgbClr val="FF4A00"/>
    <a:srgbClr val="00DF58"/>
    <a:srgbClr val="BE435B"/>
    <a:srgbClr val="FD5B0E"/>
    <a:srgbClr val="FFE8E3"/>
    <a:srgbClr val="AEAEAE"/>
    <a:srgbClr val="210032"/>
    <a:srgbClr val="903494"/>
    <a:srgbClr val="505D6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–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Medium Style 2 –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0A15C55-8517-42AA-B614-E9B94910E393}" styleName="Medium Style 2 –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E3FDE45-AF77-4B5C-9715-49D594BDF05E}" styleName="Light Style 1 –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9DCAF9ED-07DC-4A11-8D7F-57B35C25682E}" styleName="Medium Style 1 –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713"/>
  </p:normalViewPr>
  <p:slideViewPr>
    <p:cSldViewPr snapToGrid="0">
      <p:cViewPr varScale="1">
        <p:scale>
          <a:sx n="91" d="100"/>
          <a:sy n="91" d="100"/>
        </p:scale>
        <p:origin x="341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6" Type="http://schemas.openxmlformats.org/officeDocument/2006/relationships/slide" Target="slides/slide1.xml"/><Relationship Id="rId17" Type="http://schemas.openxmlformats.org/officeDocument/2006/relationships/slide" Target="slides/slide2.xml"/><Relationship Id="rId18" Type="http://schemas.openxmlformats.org/officeDocument/2006/relationships/slide" Target="slides/slide3.xml"/><Relationship Id="rId19" Type="http://schemas.openxmlformats.org/officeDocument/2006/relationships/slide" Target="slides/slide4.xml"/><Relationship Id="rId20" Type="http://schemas.openxmlformats.org/officeDocument/2006/relationships/slide" Target="slides/slide5.xml"/><Relationship Id="rId21" Type="http://schemas.openxmlformats.org/officeDocument/2006/relationships/slide" Target="slides/slide6.xml"/><Relationship Id="rId22" Type="http://schemas.openxmlformats.org/officeDocument/2006/relationships/slide" Target="slides/slide7.xml"/><Relationship Id="rId23" Type="http://schemas.openxmlformats.org/officeDocument/2006/relationships/slide" Target="slides/slide8.xml"/><Relationship Id="rId24" Type="http://schemas.openxmlformats.org/officeDocument/2006/relationships/slide" Target="slides/slide9.xml"/><Relationship Id="rId25" Type="http://schemas.openxmlformats.org/officeDocument/2006/relationships/slide" Target="slides/slide10.xml"/><Relationship Id="rId26" Type="http://schemas.openxmlformats.org/officeDocument/2006/relationships/slide" Target="slides/slide11.xml"/><Relationship Id="rId27" Type="http://schemas.openxmlformats.org/officeDocument/2006/relationships/slide" Target="slides/slide12.xml"/><Relationship Id="rId28" Type="http://schemas.openxmlformats.org/officeDocument/2006/relationships/slide" Target="slides/slide13.xml"/><Relationship Id="rId29" Type="http://schemas.openxmlformats.org/officeDocument/2006/relationships/slide" Target="slides/slide14.xml"/><Relationship Id="rId30" Type="http://schemas.openxmlformats.org/officeDocument/2006/relationships/slide" Target="slides/slide15.xml"/><Relationship Id="rId31" Type="http://schemas.openxmlformats.org/officeDocument/2006/relationships/slide" Target="slides/slide16.xml"/><Relationship Id="rId32" Type="http://schemas.openxmlformats.org/officeDocument/2006/relationships/slide" Target="slides/slide17.xml"/><Relationship Id="rId33" Type="http://schemas.openxmlformats.org/officeDocument/2006/relationships/slide" Target="slides/slide18.xml"/><Relationship Id="rId34" Type="http://schemas.openxmlformats.org/officeDocument/2006/relationships/slide" Target="slides/slide19.xml"/><Relationship Id="rId35" Type="http://schemas.openxmlformats.org/officeDocument/2006/relationships/slide" Target="slides/slide20.xml"/><Relationship Id="rId36" Type="http://schemas.openxmlformats.org/officeDocument/2006/relationships/slide" Target="slides/slide21.xml"/><Relationship Id="rId37" Type="http://schemas.openxmlformats.org/officeDocument/2006/relationships/slide" Target="slides/slide22.xml"/><Relationship Id="rId38" Type="http://schemas.openxmlformats.org/officeDocument/2006/relationships/slide" Target="slides/slide23.xml"/><Relationship Id="rId39" Type="http://schemas.openxmlformats.org/officeDocument/2006/relationships/slide" Target="slides/slide24.xml"/><Relationship Id="rId40" Type="http://schemas.openxmlformats.org/officeDocument/2006/relationships/slide" Target="slides/slide25.xml"/><Relationship Id="rId41" Type="http://schemas.openxmlformats.org/officeDocument/2006/relationships/slide" Target="slides/slide26.xml"/><Relationship Id="rId42" Type="http://schemas.openxmlformats.org/officeDocument/2006/relationships/slide" Target="slides/slide27.xml"/><Relationship Id="rId43" Type="http://schemas.openxmlformats.org/officeDocument/2006/relationships/slide" Target="slides/slide28.xml"/><Relationship Id="rId44" Type="http://schemas.openxmlformats.org/officeDocument/2006/relationships/slide" Target="slides/slide29.xml"/><Relationship Id="rId45" Type="http://schemas.openxmlformats.org/officeDocument/2006/relationships/slide" Target="slides/slide30.xml"/><Relationship Id="rId46" Type="http://schemas.openxmlformats.org/officeDocument/2006/relationships/slide" Target="slides/slide31.xml"/><Relationship Id="rId47" Type="http://schemas.openxmlformats.org/officeDocument/2006/relationships/slide" Target="slides/slide32.xml"/><Relationship Id="rId48" Type="http://schemas.openxmlformats.org/officeDocument/2006/relationships/slide" Target="slides/slide33.xml"/><Relationship Id="rId49" Type="http://schemas.openxmlformats.org/officeDocument/2006/relationships/slide" Target="slides/slide34.xml"/><Relationship Id="rId50" Type="http://schemas.openxmlformats.org/officeDocument/2006/relationships/slide" Target="slides/slide35.xml"/><Relationship Id="rId51" Type="http://schemas.openxmlformats.org/officeDocument/2006/relationships/slide" Target="slides/slide36.xml"/><Relationship Id="rId52" Type="http://schemas.openxmlformats.org/officeDocument/2006/relationships/slide" Target="slides/slide37.xml"/><Relationship Id="rId53" Type="http://schemas.openxmlformats.org/officeDocument/2006/relationships/slide" Target="slides/slide38.xml"/><Relationship Id="rId115" Type="http://schemas.openxmlformats.org/officeDocument/2006/relationships/notesMaster" Target="notesMasters/notesMaster1.xml"/><Relationship Id="rId116" Type="http://schemas.openxmlformats.org/officeDocument/2006/relationships/presProps" Target="presProps.xml"/><Relationship Id="rId117" Type="http://schemas.openxmlformats.org/officeDocument/2006/relationships/viewProps" Target="viewProps.xml"/><Relationship Id="rId118" Type="http://schemas.openxmlformats.org/officeDocument/2006/relationships/theme" Target="theme/theme1.xml"/><Relationship Id="rId119" Type="http://schemas.openxmlformats.org/officeDocument/2006/relationships/tableStyles" Target="tableStyles.xml"/><Relationship Id="rId120" Type="http://schemas.microsoft.com/office/2018/10/relationships/authors" Target="authors.xml"/></Relationships>
</file>

<file path=ppt/charts/_rels/chart1.xml.rels><?xml version='1.0' encoding='UTF-8' standalone='yes'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Relationship Id="rId3" Type="http://schemas.openxmlformats.org/officeDocument/2006/relationships/package" Target="../embeddings/Microsoft_Excel_Worksheet.xlsx"/></Relationships>
</file>

<file path=ppt/charts/_rels/chart2.xml.rels><?xml version='1.0' encoding='UTF-8' standalone='yes'?>
<Relationships xmlns="http://schemas.openxmlformats.org/package/2006/relationships"><Relationship Id="rId1" Type="http://schemas.microsoft.com/office/2011/relationships/chartStyle" Target="style2.xml"/><Relationship Id="rId2" Type="http://schemas.microsoft.com/office/2011/relationships/chartColorStyle" Target="colors2.xml"/><Relationship Id="rId3" Type="http://schemas.openxmlformats.org/officeDocument/2006/relationships/package" Target="../embeddings/Microsoft_Excel_Worksheet1.xlsx"/></Relationships>
</file>

<file path=ppt/charts/_rels/chart3.xml.rels><?xml version='1.0' encoding='UTF-8' standalone='yes'?>
<Relationships xmlns="http://schemas.openxmlformats.org/package/2006/relationships"><Relationship Id="rId1" Type="http://schemas.microsoft.com/office/2011/relationships/chartStyle" Target="style3.xml"/><Relationship Id="rId2" Type="http://schemas.microsoft.com/office/2011/relationships/chartColorStyle" Target="colors3.xml"/><Relationship Id="rId3" Type="http://schemas.openxmlformats.org/officeDocument/2006/relationships/package" Target="../embeddings/Microsoft_Excel_Worksheet2.xlsx"/></Relationships>
</file>

<file path=ppt/charts/_rels/chart4.xml.rels><?xml version='1.0' encoding='UTF-8' standalone='yes'?>
<Relationships xmlns="http://schemas.openxmlformats.org/package/2006/relationships"><Relationship Id="rId1" Type="http://schemas.microsoft.com/office/2011/relationships/chartStyle" Target="style4.xml"/><Relationship Id="rId2" Type="http://schemas.microsoft.com/office/2011/relationships/chartColorStyle" Target="colors4.xml"/><Relationship Id="rId3" Type="http://schemas.openxmlformats.org/officeDocument/2006/relationships/package" Target="../embeddings/Microsoft_Excel_Worksheet3.xlsx"/></Relationships>
</file>

<file path=ppt/charts/_rels/chart5.xml.rels><?xml version='1.0' encoding='UTF-8' standalone='yes'?>
<Relationships xmlns="http://schemas.openxmlformats.org/package/2006/relationships"><Relationship Id="rId1" Type="http://schemas.microsoft.com/office/2011/relationships/chartStyle" Target="style5.xml"/><Relationship Id="rId2" Type="http://schemas.microsoft.com/office/2011/relationships/chartColorStyle" Target="colors5.xml"/><Relationship Id="rId3" Type="http://schemas.openxmlformats.org/officeDocument/2006/relationships/package" Target="../embeddings/Microsoft_Excel_Worksheet4.xlsx"/></Relationships>
</file>

<file path=ppt/charts/_rels/chart6.xml.rels><?xml version='1.0' encoding='UTF-8' standalone='yes'?>
<Relationships xmlns="http://schemas.openxmlformats.org/package/2006/relationships"><Relationship Id="rId1" Type="http://schemas.microsoft.com/office/2011/relationships/chartStyle" Target="style6.xml"/><Relationship Id="rId2" Type="http://schemas.microsoft.com/office/2011/relationships/chartColorStyle" Target="colors6.xml"/><Relationship Id="rId3" Type="http://schemas.openxmlformats.org/officeDocument/2006/relationships/package" Target="../embeddings/Microsoft_Excel_Worksheet5.xlsx"/></Relationships>
</file>

<file path=ppt/charts/_rels/chart7.xml.rels><?xml version='1.0' encoding='UTF-8' standalone='yes'?>
<Relationships xmlns="http://schemas.openxmlformats.org/package/2006/relationships"><Relationship Id="rId1" Type="http://schemas.microsoft.com/office/2011/relationships/chartStyle" Target="style7.xml"/><Relationship Id="rId2" Type="http://schemas.microsoft.com/office/2011/relationships/chartColorStyle" Target="colors7.xml"/><Relationship Id="rId3" Type="http://schemas.openxmlformats.org/officeDocument/2006/relationships/themeOverride" Target="../theme/themeOverride1.xml"/><Relationship Id="rId4" Type="http://schemas.openxmlformats.org/officeDocument/2006/relationships/package" Target="../embeddings/Microsoft_Excel_Worksheet6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ea typeface="+mn-ea"/>
                <a:cs typeface="Poppins" pitchFamily="2" charset="77"/>
              </a:defRPr>
            </a:pPr>
            <a:r>
              <a:rPr lang="en-US" sz="1600"/>
              <a:t>Sales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ea typeface="+mn-ea"/>
              <a:cs typeface="Poppins" pitchFamily="2" charset="77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4">
                  <a:shade val="58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354D-514C-BA15-F671AAD70F46}"/>
              </c:ext>
            </c:extLst>
          </c:dPt>
          <c:dPt>
            <c:idx val="1"/>
            <c:bubble3D val="0"/>
            <c:spPr>
              <a:solidFill>
                <a:schemeClr val="accent4">
                  <a:shade val="86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354D-514C-BA15-F671AAD70F46}"/>
              </c:ext>
            </c:extLst>
          </c:dPt>
          <c:dPt>
            <c:idx val="2"/>
            <c:bubble3D val="0"/>
            <c:spPr>
              <a:solidFill>
                <a:schemeClr val="accent4">
                  <a:tint val="86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354D-514C-BA15-F671AAD70F46}"/>
              </c:ext>
            </c:extLst>
          </c:dPt>
          <c:dPt>
            <c:idx val="3"/>
            <c:bubble3D val="0"/>
            <c:spPr>
              <a:solidFill>
                <a:schemeClr val="accent4">
                  <a:tint val="58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354D-514C-BA15-F671AAD70F46}"/>
              </c:ext>
            </c:extLst>
          </c:dPt>
          <c:cat>
            <c:strRef>
              <c:f>Sheet1!$A$2:$A$5</c:f>
              <c:strCache>
                <c:ptCount val="4"/>
                <c:pt idx="0">
                  <c:v>1st Qtr</c:v>
                </c:pt>
                <c:pt idx="1">
                  <c:v>2nd Qtr</c:v>
                </c:pt>
                <c:pt idx="2">
                  <c:v>3rd Qtr</c:v>
                </c:pt>
                <c:pt idx="3">
                  <c:v>4th Qtr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354D-514C-BA15-F671AAD70F4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129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ea typeface="+mn-ea"/>
              <a:cs typeface="Poppins" pitchFamily="2" charset="77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Poppins" pitchFamily="2" charset="77"/>
          <a:cs typeface="Poppins" pitchFamily="2" charset="77"/>
        </a:defRPr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8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ea typeface="+mn-ea"/>
                <a:cs typeface="Poppins" pitchFamily="2" charset="77"/>
              </a:defRPr>
            </a:pPr>
            <a:r>
              <a:rPr lang="en-US" sz="1600"/>
              <a:t>Chart Title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8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ea typeface="+mn-ea"/>
              <a:cs typeface="Poppins" pitchFamily="2" charset="77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4">
                <a:shade val="65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1AA-F847-87F9-3D37AE53302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1AA-F847-87F9-3D37AE53302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4">
                <a:tint val="65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1AA-F847-87F9-3D37AE53302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898393008"/>
        <c:axId val="1898676080"/>
      </c:barChart>
      <c:catAx>
        <c:axId val="189839300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ea typeface="+mn-ea"/>
                <a:cs typeface="Poppins" pitchFamily="2" charset="77"/>
              </a:defRPr>
            </a:pPr>
            <a:endParaRPr lang="en-US"/>
          </a:p>
        </c:txPr>
        <c:crossAx val="1898676080"/>
        <c:crosses val="autoZero"/>
        <c:auto val="1"/>
        <c:lblAlgn val="ctr"/>
        <c:lblOffset val="100"/>
        <c:noMultiLvlLbl val="0"/>
      </c:catAx>
      <c:valAx>
        <c:axId val="189867608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ea typeface="+mn-ea"/>
                <a:cs typeface="Poppins" pitchFamily="2" charset="77"/>
              </a:defRPr>
            </a:pPr>
            <a:endParaRPr lang="en-US"/>
          </a:p>
        </c:txPr>
        <c:crossAx val="189839300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ea typeface="+mn-ea"/>
              <a:cs typeface="Poppins" pitchFamily="2" charset="77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400">
          <a:latin typeface="Poppins" pitchFamily="2" charset="77"/>
          <a:cs typeface="Poppins" pitchFamily="2" charset="77"/>
        </a:defRPr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ea typeface="+mn-ea"/>
                <a:cs typeface="Poppins" pitchFamily="2" charset="77"/>
              </a:defRPr>
            </a:pPr>
            <a:r>
              <a:rPr lang="en-US" sz="1600"/>
              <a:t>Sales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ea typeface="+mn-ea"/>
              <a:cs typeface="Poppins" pitchFamily="2" charset="77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2">
                  <a:shade val="58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354D-514C-BA15-F671AAD70F46}"/>
              </c:ext>
            </c:extLst>
          </c:dPt>
          <c:dPt>
            <c:idx val="1"/>
            <c:bubble3D val="0"/>
            <c:spPr>
              <a:solidFill>
                <a:schemeClr val="accent2">
                  <a:shade val="86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354D-514C-BA15-F671AAD70F46}"/>
              </c:ext>
            </c:extLst>
          </c:dPt>
          <c:dPt>
            <c:idx val="2"/>
            <c:bubble3D val="0"/>
            <c:spPr>
              <a:solidFill>
                <a:schemeClr val="accent2">
                  <a:tint val="86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354D-514C-BA15-F671AAD70F46}"/>
              </c:ext>
            </c:extLst>
          </c:dPt>
          <c:dPt>
            <c:idx val="3"/>
            <c:bubble3D val="0"/>
            <c:spPr>
              <a:solidFill>
                <a:schemeClr val="accent2">
                  <a:tint val="58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354D-514C-BA15-F671AAD70F46}"/>
              </c:ext>
            </c:extLst>
          </c:dPt>
          <c:cat>
            <c:strRef>
              <c:f>Sheet1!$A$2:$A$5</c:f>
              <c:strCache>
                <c:ptCount val="4"/>
                <c:pt idx="0">
                  <c:v>1st Qtr</c:v>
                </c:pt>
                <c:pt idx="1">
                  <c:v>2nd Qtr</c:v>
                </c:pt>
                <c:pt idx="2">
                  <c:v>3rd Qtr</c:v>
                </c:pt>
                <c:pt idx="3">
                  <c:v>4th Qtr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354D-514C-BA15-F671AAD70F4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ea typeface="+mn-ea"/>
              <a:cs typeface="Poppins" pitchFamily="2" charset="77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Poppins" pitchFamily="2" charset="77"/>
          <a:cs typeface="Poppins" pitchFamily="2" charset="77"/>
        </a:defRPr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ea typeface="+mn-ea"/>
                <a:cs typeface="Poppins" pitchFamily="2" charset="77"/>
              </a:defRPr>
            </a:pPr>
            <a:r>
              <a:rPr lang="en-US" sz="1600">
                <a:latin typeface="Poppins" pitchFamily="2" charset="77"/>
                <a:cs typeface="Poppins" pitchFamily="2" charset="77"/>
              </a:rPr>
              <a:t>Chart Title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ea typeface="+mn-ea"/>
              <a:cs typeface="Poppins" pitchFamily="2" charset="77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2">
                <a:shade val="65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1AA-F847-87F9-3D37AE53302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1AA-F847-87F9-3D37AE53302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2">
                <a:tint val="65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1AA-F847-87F9-3D37AE53302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898393008"/>
        <c:axId val="1898676080"/>
      </c:barChart>
      <c:catAx>
        <c:axId val="189839300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98676080"/>
        <c:crosses val="autoZero"/>
        <c:auto val="1"/>
        <c:lblAlgn val="ctr"/>
        <c:lblOffset val="100"/>
        <c:noMultiLvlLbl val="0"/>
      </c:catAx>
      <c:valAx>
        <c:axId val="189867608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9839300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5"/>
    </mc:Choice>
    <mc:Fallback>
      <c:style val="5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ea typeface="+mn-ea"/>
                <a:cs typeface="Poppins" pitchFamily="2" charset="77"/>
              </a:defRPr>
            </a:pPr>
            <a:r>
              <a:rPr lang="en-US" sz="1600"/>
              <a:t>Sales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ea typeface="+mn-ea"/>
              <a:cs typeface="Poppins" pitchFamily="2" charset="77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3">
                  <a:tint val="58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354D-514C-BA15-F671AAD70F46}"/>
              </c:ext>
            </c:extLst>
          </c:dPt>
          <c:dPt>
            <c:idx val="1"/>
            <c:bubble3D val="0"/>
            <c:spPr>
              <a:solidFill>
                <a:schemeClr val="accent3">
                  <a:tint val="86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354D-514C-BA15-F671AAD70F46}"/>
              </c:ext>
            </c:extLst>
          </c:dPt>
          <c:dPt>
            <c:idx val="2"/>
            <c:bubble3D val="0"/>
            <c:spPr>
              <a:solidFill>
                <a:schemeClr val="accent3">
                  <a:shade val="86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354D-514C-BA15-F671AAD70F46}"/>
              </c:ext>
            </c:extLst>
          </c:dPt>
          <c:dPt>
            <c:idx val="3"/>
            <c:bubble3D val="0"/>
            <c:spPr>
              <a:solidFill>
                <a:schemeClr val="accent3">
                  <a:shade val="58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354D-514C-BA15-F671AAD70F46}"/>
              </c:ext>
            </c:extLst>
          </c:dPt>
          <c:cat>
            <c:strRef>
              <c:f>Sheet1!$A$2:$A$5</c:f>
              <c:strCache>
                <c:ptCount val="4"/>
                <c:pt idx="0">
                  <c:v>1st Qtr</c:v>
                </c:pt>
                <c:pt idx="1">
                  <c:v>2nd Qtr</c:v>
                </c:pt>
                <c:pt idx="2">
                  <c:v>3rd Qtr</c:v>
                </c:pt>
                <c:pt idx="3">
                  <c:v>4th Qtr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354D-514C-BA15-F671AAD70F4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ea typeface="+mn-ea"/>
              <a:cs typeface="Poppins" pitchFamily="2" charset="77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Poppins" pitchFamily="2" charset="77"/>
          <a:cs typeface="Poppins" pitchFamily="2" charset="77"/>
        </a:defRPr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5"/>
    </mc:Choice>
    <mc:Fallback>
      <c:style val="5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ea typeface="+mn-ea"/>
                <a:cs typeface="Poppins" pitchFamily="2" charset="77"/>
              </a:defRPr>
            </a:pPr>
            <a:r>
              <a:rPr lang="en-US" sz="1600">
                <a:latin typeface="Poppins" pitchFamily="2" charset="77"/>
                <a:cs typeface="Poppins" pitchFamily="2" charset="77"/>
              </a:rPr>
              <a:t>Chart Title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ea typeface="+mn-ea"/>
              <a:cs typeface="Poppins" pitchFamily="2" charset="77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3">
                <a:shade val="65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1AA-F847-87F9-3D37AE53302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1AA-F847-87F9-3D37AE53302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>
                <a:tint val="65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1AA-F847-87F9-3D37AE53302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898393008"/>
        <c:axId val="1898676080"/>
      </c:barChart>
      <c:catAx>
        <c:axId val="189839300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98676080"/>
        <c:crosses val="autoZero"/>
        <c:auto val="1"/>
        <c:lblAlgn val="ctr"/>
        <c:lblOffset val="100"/>
        <c:noMultiLvlLbl val="0"/>
      </c:catAx>
      <c:valAx>
        <c:axId val="189867608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9839300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1" i="0" u="none" strike="noStrike" kern="1200" cap="all" spc="50" baseline="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ea typeface="+mn-ea"/>
                <a:cs typeface="Poppins" pitchFamily="2" charset="77"/>
              </a:defRPr>
            </a:pPr>
            <a:r>
              <a:rPr lang="en-US" sz="1400" b="0"/>
              <a:t>Sales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1" i="0" u="none" strike="noStrike" kern="1200" cap="all" spc="50" baseline="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ea typeface="+mn-ea"/>
              <a:cs typeface="Poppins" pitchFamily="2" charset="77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20497335479391487"/>
          <c:y val="0.25920440749495466"/>
          <c:w val="0.59005329041217025"/>
          <c:h val="0.64395408404320265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1-685C-5449-AA4D-4B5FCFE6A1C3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3-685C-5449-AA4D-4B5FCFE6A1C3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100" b="1" i="0" u="none" strike="noStrike" kern="1200" baseline="0">
                    <a:solidFill>
                      <a:schemeClr val="lt1"/>
                    </a:solidFill>
                    <a:latin typeface="Poppins" pitchFamily="2" charset="77"/>
                    <a:ea typeface="+mn-ea"/>
                    <a:cs typeface="Poppins" pitchFamily="2" charset="77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1st Qtr</c:v>
                </c:pt>
                <c:pt idx="1">
                  <c:v>2nd Qtr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8.1999999999999993</c:v>
                </c:pt>
                <c:pt idx="1">
                  <c:v>3.2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685C-5449-AA4D-4B5FCFE6A1C3}"/>
            </c:ext>
          </c:extLst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ea typeface="+mn-ea"/>
              <a:cs typeface="Poppins" pitchFamily="2" charset="77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Poppins" pitchFamily="2" charset="77"/>
          <a:cs typeface="Poppins" pitchFamily="2" charset="77"/>
        </a:defRPr>
      </a:pPr>
      <a:endParaRPr lang="en-US"/>
    </a:p>
  </c:txPr>
  <c:externalData r:id="rId4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3.76786E-2"/>
          <c:y val="9.9553600000000006E-2"/>
          <c:w val="0.95732099999999998"/>
          <c:h val="0.8522570000000000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</c:strRef>
          </c:tx>
          <c:spPr>
            <a:solidFill>
              <a:srgbClr val="441CE2"/>
            </a:solidFill>
            <a:ln w="12700" cap="flat">
              <a:noFill/>
              <a:miter lim="400000"/>
            </a:ln>
            <a:effectLst/>
          </c:spPr>
          <c:invertIfNegative val="0"/>
          <c:dLbls>
            <c:numFmt formatCode="0.#&quot;M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000000"/>
                    </a:solidFill>
                    <a:latin typeface="Poppins Medium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  <c:pt idx="5">
                  <c:v>2025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41</c:v>
                </c:pt>
                <c:pt idx="1">
                  <c:v>51</c:v>
                </c:pt>
                <c:pt idx="2">
                  <c:v>66</c:v>
                </c:pt>
                <c:pt idx="3">
                  <c:v>90</c:v>
                </c:pt>
                <c:pt idx="4">
                  <c:v>127</c:v>
                </c:pt>
                <c:pt idx="5">
                  <c:v>190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DE8-7041-AED9-A5FB054A5A2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Untitled 1</c:v>
                </c:pt>
              </c:strCache>
            </c:strRef>
          </c:tx>
          <c:spPr>
            <a:gradFill flip="none" rotWithShape="1">
              <a:gsLst>
                <a:gs pos="0">
                  <a:srgbClr val="E0BDF7"/>
                </a:gs>
                <a:gs pos="83000">
                  <a:srgbClr val="CB91F2"/>
                </a:gs>
              </a:gsLst>
              <a:path path="circle">
                <a:fillToRect l="-19636" t="62278" r="119636" b="37721"/>
              </a:path>
            </a:gradFill>
            <a:ln w="12700" cap="flat">
              <a:noFill/>
              <a:miter lim="400000"/>
            </a:ln>
            <a:effectLst/>
          </c:spPr>
          <c:invertIfNegative val="0"/>
          <c:dLbls>
            <c:numFmt formatCode="0.#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FFFFFF"/>
                    </a:solidFill>
                    <a:latin typeface="Poppins Regular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  <c:pt idx="5">
                  <c:v>2025</c:v>
                </c:pt>
              </c:strCache>
            </c:strRef>
          </c:cat>
          <c:val>
            <c:numRef>
              <c:f>Sheet1!$C$2:$C$7</c:f>
            </c:numRef>
          </c:val>
          <c:extLst>
            <c:ext xmlns:c16="http://schemas.microsoft.com/office/drawing/2014/chart" uri="{C3380CC4-5D6E-409C-BE32-E72D297353CC}">
              <c16:uniqueId val="{00000001-8DE8-7041-AED9-A5FB054A5A2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0"/>
        <c:axId val="2094734552"/>
        <c:axId val="2094734553"/>
      </c:barChart>
      <c:catAx>
        <c:axId val="2094734552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one"/>
        <c:spPr>
          <a:ln w="12700" cap="flat">
            <a:noFill/>
            <a:miter lim="400000"/>
          </a:ln>
        </c:spPr>
        <c:txPr>
          <a:bodyPr rot="0"/>
          <a:lstStyle/>
          <a:p>
            <a:pPr>
              <a:defRPr sz="1100" b="0" i="0" u="none" strike="noStrike">
                <a:solidFill>
                  <a:srgbClr val="595959"/>
                </a:solidFill>
                <a:latin typeface="Poppins Regular"/>
              </a:defRPr>
            </a:pPr>
            <a:endParaRPr lang="en-US"/>
          </a:p>
        </c:txPr>
        <c:crossAx val="2094734553"/>
        <c:crosses val="autoZero"/>
        <c:auto val="1"/>
        <c:lblAlgn val="ctr"/>
        <c:lblOffset val="100"/>
        <c:noMultiLvlLbl val="1"/>
      </c:catAx>
      <c:valAx>
        <c:axId val="2094734553"/>
        <c:scaling>
          <c:orientation val="minMax"/>
        </c:scaling>
        <c:delete val="0"/>
        <c:axPos val="l"/>
        <c:numFmt formatCode="&quot;0&quot;0.#" sourceLinked="0"/>
        <c:majorTickMark val="none"/>
        <c:minorTickMark val="none"/>
        <c:tickLblPos val="none"/>
        <c:spPr>
          <a:ln w="12700" cap="flat">
            <a:noFill/>
            <a:miter lim="400000"/>
          </a:ln>
        </c:spPr>
        <c:txPr>
          <a:bodyPr rot="0"/>
          <a:lstStyle/>
          <a:p>
            <a:pPr>
              <a:defRPr sz="1100" b="0" i="0" u="none" strike="noStrike">
                <a:solidFill>
                  <a:srgbClr val="595959"/>
                </a:solidFill>
                <a:latin typeface="Poppins Regular"/>
              </a:defRPr>
            </a:pPr>
            <a:endParaRPr lang="en-US"/>
          </a:p>
        </c:txPr>
        <c:crossAx val="2094734552"/>
        <c:crosses val="autoZero"/>
        <c:crossBetween val="between"/>
        <c:majorUnit val="40"/>
        <c:minorUnit val="20"/>
      </c:valAx>
      <c:spPr>
        <a:noFill/>
        <a:ln w="12700" cap="flat">
          <a:noFill/>
          <a:miter lim="400000"/>
        </a:ln>
        <a:effectLst/>
      </c:spPr>
    </c:plotArea>
    <c:plotVisOnly val="1"/>
    <c:dispBlanksAs val="gap"/>
    <c:showDLblsOverMax val="1"/>
  </c:chart>
  <c:spPr>
    <a:noFill/>
    <a:ln>
      <a:noFill/>
    </a:ln>
    <a:effectLst/>
  </c:sp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" id="17">
  <a:schemeClr val="accent4"/>
</cs:colorStyle>
</file>

<file path=ppt/charts/colors2.xml><?xml version="1.0" encoding="utf-8"?>
<cs:colorStyle xmlns:cs="http://schemas.microsoft.com/office/drawing/2012/chartStyle" xmlns:a="http://schemas.openxmlformats.org/drawingml/2006/main" meth="withinLinear" id="17">
  <a:schemeClr val="accent4"/>
</cs:colorStyle>
</file>

<file path=ppt/charts/colors3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colors4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colors5.xml><?xml version="1.0" encoding="utf-8"?>
<cs:colorStyle xmlns:cs="http://schemas.microsoft.com/office/drawing/2012/chartStyle" xmlns:a="http://schemas.openxmlformats.org/drawingml/2006/main" meth="withinLinearReversed" id="23">
  <a:schemeClr val="accent3"/>
</cs:colorStyle>
</file>

<file path=ppt/charts/colors6.xml><?xml version="1.0" encoding="utf-8"?>
<cs:colorStyle xmlns:cs="http://schemas.microsoft.com/office/drawing/2012/chartStyle" xmlns:a="http://schemas.openxmlformats.org/drawingml/2006/main" meth="withinLinear" id="16">
  <a:schemeClr val="accent3"/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5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/>
    </cs:fontRef>
    <cs:defRPr sz="1197" b="1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scene3d>
        <a:camera prst="orthographicFront"/>
        <a:lightRig rig="brightRoom" dir="t"/>
      </a:scene3d>
      <a:sp3d prstMaterial="flat">
        <a:bevelT w="50800" h="101600" prst="angle"/>
        <a:contourClr>
          <a:srgbClr val="000000"/>
        </a:contourClr>
      </a:sp3d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1" i="0" kern="1200" cap="all" spc="5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3">
  <dgm:title val=""/>
  <dgm:desc val=""/>
  <dgm:catLst>
    <dgm:cat type="accent1" pri="11300"/>
  </dgm:catLst>
  <dgm:styleLbl name="node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shade val="80000"/>
      </a:schemeClr>
      <a:schemeClr val="accent1">
        <a:tint val="7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/>
    <dgm:txEffectClrLst/>
  </dgm:styleLbl>
  <dgm:styleLbl name="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9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8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3">
  <dgm:title val=""/>
  <dgm:desc val=""/>
  <dgm:catLst>
    <dgm:cat type="accent2" pri="11300"/>
  </dgm:catLst>
  <dgm:styleLbl name="node0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>
        <a:shade val="80000"/>
      </a:schemeClr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>
        <a:shade val="80000"/>
      </a:schemeClr>
      <a:schemeClr val="accent2">
        <a:tint val="7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/>
    <dgm:txEffectClrLst/>
  </dgm:styleLbl>
  <dgm:styleLbl name="lnNode1">
    <dgm:fillClrLst>
      <a:schemeClr val="accent2">
        <a:shade val="80000"/>
      </a:schemeClr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shade val="80000"/>
        <a:alpha val="50000"/>
      </a:schemeClr>
      <a:schemeClr val="accent2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2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/>
    <dgm:txEffectClrLst/>
  </dgm:styleLbl>
  <dgm:styleLbl name="fg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2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>
        <a:shade val="8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9000"/>
      </a:schemeClr>
    </dgm:fillClrLst>
    <dgm:linClrLst meth="repeat">
      <a:schemeClr val="accent2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80000"/>
      </a:schemeClr>
    </dgm:fillClrLst>
    <dgm:linClrLst meth="repeat">
      <a:schemeClr val="accent2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2EB3619-C8F8-C34D-8705-7FD0700D152E}" type="doc">
      <dgm:prSet loTypeId="urn:microsoft.com/office/officeart/2005/8/layout/pyramid1" loCatId="" qsTypeId="urn:microsoft.com/office/officeart/2005/8/quickstyle/simple1" qsCatId="simple" csTypeId="urn:microsoft.com/office/officeart/2005/8/colors/accent1_3" csCatId="accent1" phldr="1"/>
      <dgm:spPr/>
    </dgm:pt>
    <dgm:pt modelId="{5CD76CAC-7CC7-C845-813B-3CBD77E79473}">
      <dgm:prSet phldrT="[Text]" custT="1"/>
      <dgm:spPr/>
      <dgm:t>
        <a:bodyPr anchor="b"/>
        <a:lstStyle/>
        <a:p>
          <a:pPr>
            <a:lnSpc>
              <a:spcPct val="100000"/>
            </a:lnSpc>
          </a:pPr>
          <a:r>
            <a:rPr lang="en-GB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CEO</a:t>
          </a:r>
        </a:p>
      </dgm:t>
    </dgm:pt>
    <dgm:pt modelId="{09016FB9-F44E-2F46-A387-AE37CD50E2AD}" type="parTrans" cxnId="{848106ED-9C50-9641-B106-B54850949C53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8F2B55F7-25DB-2B42-9B58-84012D5AAA3E}" type="sibTrans" cxnId="{848106ED-9C50-9641-B106-B54850949C53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9C3FB7B9-0003-CF40-BD46-7C89BDBE7B83}">
      <dgm:prSet phldrT="[Text]" custT="1"/>
      <dgm:spPr/>
      <dgm:t>
        <a:bodyPr/>
        <a:lstStyle/>
        <a:p>
          <a:r>
            <a:rPr lang="en-GB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C Suite Level</a:t>
          </a:r>
        </a:p>
      </dgm:t>
    </dgm:pt>
    <dgm:pt modelId="{B36BBF77-DBF5-5F4E-86A3-B99C5C99FD98}" type="parTrans" cxnId="{0A30E3B6-8E53-6749-8CB6-FEBC117AB4DB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13C6CF0F-19B5-C743-95B1-570576C1BDDF}" type="sibTrans" cxnId="{0A30E3B6-8E53-6749-8CB6-FEBC117AB4DB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B8A341F7-441A-CA42-95A0-F4BC38234FDC}">
      <dgm:prSet phldrT="[Text]" custT="1"/>
      <dgm:spPr/>
      <dgm:t>
        <a:bodyPr/>
        <a:lstStyle/>
        <a:p>
          <a:pPr>
            <a:buClr>
              <a:srgbClr val="000000"/>
            </a:buClr>
            <a:buSzPts val="1200"/>
            <a:buFont typeface="Arial"/>
            <a:buNone/>
          </a:pPr>
          <a:r>
            <a:rPr lang="en-US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  <a:sym typeface="Arial"/>
            </a:rPr>
            <a:t>Coordinators and Support Staff</a:t>
          </a:r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B88FC88B-346F-FD4F-8E42-8C8DBD87BF6D}" type="parTrans" cxnId="{40745D3A-147D-DB44-B4D6-18E2E17BE326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1D4A9DD0-39D9-E540-BC1A-59C9E4FFA76D}" type="sibTrans" cxnId="{40745D3A-147D-DB44-B4D6-18E2E17BE326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CD1EA1A9-6BB2-324E-9B84-D0131BF47DE6}">
      <dgm:prSet custT="1"/>
      <dgm:spPr/>
      <dgm:t>
        <a:bodyPr/>
        <a:lstStyle/>
        <a:p>
          <a:r>
            <a:rPr lang="en-GB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Directors</a:t>
          </a:r>
        </a:p>
      </dgm:t>
    </dgm:pt>
    <dgm:pt modelId="{5E842504-2966-6845-A0BA-306BCF2F8936}" type="parTrans" cxnId="{852AA8D7-A081-E140-870B-D9321E547408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D447D9F9-D5CC-124C-B066-4FB7B6A94187}" type="sibTrans" cxnId="{852AA8D7-A081-E140-870B-D9321E547408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04D73276-DB01-454D-9350-685E98C93203}">
      <dgm:prSet custT="1"/>
      <dgm:spPr/>
      <dgm:t>
        <a:bodyPr/>
        <a:lstStyle/>
        <a:p>
          <a:r>
            <a:rPr lang="en-GB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Managers</a:t>
          </a:r>
        </a:p>
      </dgm:t>
    </dgm:pt>
    <dgm:pt modelId="{619232E0-A557-3046-AD98-2559DAE93693}" type="parTrans" cxnId="{AD27A411-17F9-F747-AFD4-D65A1FBEE572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848DD0C2-F6CC-564C-B553-D7403DE1BC38}" type="sibTrans" cxnId="{AD27A411-17F9-F747-AFD4-D65A1FBEE572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0FE4F13C-9468-3E45-88EA-21D7846F942B}">
      <dgm:prSet custT="1"/>
      <dgm:spPr/>
      <dgm:t>
        <a:bodyPr/>
        <a:lstStyle/>
        <a:p>
          <a:pPr>
            <a:buClr>
              <a:srgbClr val="000000"/>
            </a:buClr>
            <a:buSzPts val="1200"/>
            <a:buFont typeface="Arial"/>
            <a:buNone/>
          </a:pPr>
          <a:r>
            <a:rPr lang="en-US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  <a:sym typeface="Arial"/>
            </a:rPr>
            <a:t>Team Leaders/ Supervisors</a:t>
          </a:r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B775C3FC-0196-D743-BB4C-028150D2CB40}" type="parTrans" cxnId="{45D18BCF-CE4B-B34D-8A87-334E96B5F88C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BF47D341-7A34-E340-B6B1-EFE89FA945A2}" type="sibTrans" cxnId="{45D18BCF-CE4B-B34D-8A87-334E96B5F88C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D9491EC5-FB3D-D248-8700-803DAD8C29FC}">
      <dgm:prSet custT="1"/>
      <dgm:spPr/>
      <dgm:t>
        <a:bodyPr/>
        <a:lstStyle/>
        <a:p>
          <a:pPr>
            <a:buClr>
              <a:srgbClr val="000000"/>
            </a:buClr>
            <a:buSzPts val="1200"/>
            <a:buFont typeface="Arial"/>
            <a:buNone/>
          </a:pPr>
          <a:r>
            <a:rPr lang="en-US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  <a:sym typeface="Arial"/>
            </a:rPr>
            <a:t>Operational/ Technical Analyst</a:t>
          </a:r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673C9AD4-66EF-7140-94FD-B24F3A34E1FC}" type="parTrans" cxnId="{EDE99D01-3097-9145-8940-DB0D46263B3E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1F6CF8A4-94C8-BF48-9018-2DF0082A8088}" type="sibTrans" cxnId="{EDE99D01-3097-9145-8940-DB0D46263B3E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955A36CC-38BF-1F45-83BA-DB6B3F657848}" type="pres">
      <dgm:prSet presAssocID="{22EB3619-C8F8-C34D-8705-7FD0700D152E}" presName="Name0" presStyleCnt="0">
        <dgm:presLayoutVars>
          <dgm:dir/>
          <dgm:animLvl val="lvl"/>
          <dgm:resizeHandles val="exact"/>
        </dgm:presLayoutVars>
      </dgm:prSet>
      <dgm:spPr/>
    </dgm:pt>
    <dgm:pt modelId="{A96634A0-8039-0042-A9C6-BD2E708AD857}" type="pres">
      <dgm:prSet presAssocID="{5CD76CAC-7CC7-C845-813B-3CBD77E79473}" presName="Name8" presStyleCnt="0"/>
      <dgm:spPr/>
    </dgm:pt>
    <dgm:pt modelId="{019AAFBD-5527-FE4A-96E0-62F3D9BC90AF}" type="pres">
      <dgm:prSet presAssocID="{5CD76CAC-7CC7-C845-813B-3CBD77E79473}" presName="level" presStyleLbl="node1" presStyleIdx="0" presStyleCnt="7">
        <dgm:presLayoutVars>
          <dgm:chMax val="1"/>
          <dgm:bulletEnabled val="1"/>
        </dgm:presLayoutVars>
      </dgm:prSet>
      <dgm:spPr/>
    </dgm:pt>
    <dgm:pt modelId="{1C6E9CB9-0A83-4942-AD97-4D2F16459458}" type="pres">
      <dgm:prSet presAssocID="{5CD76CAC-7CC7-C845-813B-3CBD77E79473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37D23D6C-4EE9-5A4E-9851-5BA3848D71F0}" type="pres">
      <dgm:prSet presAssocID="{9C3FB7B9-0003-CF40-BD46-7C89BDBE7B83}" presName="Name8" presStyleCnt="0"/>
      <dgm:spPr/>
    </dgm:pt>
    <dgm:pt modelId="{4A94E1A2-A2EC-9C4B-AE44-BEFD02553C18}" type="pres">
      <dgm:prSet presAssocID="{9C3FB7B9-0003-CF40-BD46-7C89BDBE7B83}" presName="level" presStyleLbl="node1" presStyleIdx="1" presStyleCnt="7">
        <dgm:presLayoutVars>
          <dgm:chMax val="1"/>
          <dgm:bulletEnabled val="1"/>
        </dgm:presLayoutVars>
      </dgm:prSet>
      <dgm:spPr/>
    </dgm:pt>
    <dgm:pt modelId="{211DB40D-2614-1142-ACC3-760ECD56929A}" type="pres">
      <dgm:prSet presAssocID="{9C3FB7B9-0003-CF40-BD46-7C89BDBE7B83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6DE64EAF-7792-2242-8B8F-295B4428A0AC}" type="pres">
      <dgm:prSet presAssocID="{CD1EA1A9-6BB2-324E-9B84-D0131BF47DE6}" presName="Name8" presStyleCnt="0"/>
      <dgm:spPr/>
    </dgm:pt>
    <dgm:pt modelId="{12C81C07-2996-AA4E-9D08-2D7FF87BF6DF}" type="pres">
      <dgm:prSet presAssocID="{CD1EA1A9-6BB2-324E-9B84-D0131BF47DE6}" presName="level" presStyleLbl="node1" presStyleIdx="2" presStyleCnt="7">
        <dgm:presLayoutVars>
          <dgm:chMax val="1"/>
          <dgm:bulletEnabled val="1"/>
        </dgm:presLayoutVars>
      </dgm:prSet>
      <dgm:spPr/>
    </dgm:pt>
    <dgm:pt modelId="{D4BCB672-8862-204C-9F95-AAA718875E58}" type="pres">
      <dgm:prSet presAssocID="{CD1EA1A9-6BB2-324E-9B84-D0131BF47DE6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24B960AC-28F6-0848-9B27-F95AD17DE4EC}" type="pres">
      <dgm:prSet presAssocID="{04D73276-DB01-454D-9350-685E98C93203}" presName="Name8" presStyleCnt="0"/>
      <dgm:spPr/>
    </dgm:pt>
    <dgm:pt modelId="{DC11A925-D50B-2845-9515-CBDA87C05361}" type="pres">
      <dgm:prSet presAssocID="{04D73276-DB01-454D-9350-685E98C93203}" presName="level" presStyleLbl="node1" presStyleIdx="3" presStyleCnt="7">
        <dgm:presLayoutVars>
          <dgm:chMax val="1"/>
          <dgm:bulletEnabled val="1"/>
        </dgm:presLayoutVars>
      </dgm:prSet>
      <dgm:spPr/>
    </dgm:pt>
    <dgm:pt modelId="{3FF0B007-9307-3149-9648-7592A3A922A1}" type="pres">
      <dgm:prSet presAssocID="{04D73276-DB01-454D-9350-685E98C93203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F83FBC17-B503-5246-B097-53DAF967D59B}" type="pres">
      <dgm:prSet presAssocID="{0FE4F13C-9468-3E45-88EA-21D7846F942B}" presName="Name8" presStyleCnt="0"/>
      <dgm:spPr/>
    </dgm:pt>
    <dgm:pt modelId="{2E94211A-04F0-944E-8E9D-9CC0BC587B09}" type="pres">
      <dgm:prSet presAssocID="{0FE4F13C-9468-3E45-88EA-21D7846F942B}" presName="level" presStyleLbl="node1" presStyleIdx="4" presStyleCnt="7">
        <dgm:presLayoutVars>
          <dgm:chMax val="1"/>
          <dgm:bulletEnabled val="1"/>
        </dgm:presLayoutVars>
      </dgm:prSet>
      <dgm:spPr/>
    </dgm:pt>
    <dgm:pt modelId="{85234446-8B62-AF4A-9AAE-6963FD277891}" type="pres">
      <dgm:prSet presAssocID="{0FE4F13C-9468-3E45-88EA-21D7846F942B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81D01B7D-5D38-1648-91D0-113D18158FD9}" type="pres">
      <dgm:prSet presAssocID="{D9491EC5-FB3D-D248-8700-803DAD8C29FC}" presName="Name8" presStyleCnt="0"/>
      <dgm:spPr/>
    </dgm:pt>
    <dgm:pt modelId="{0804BB60-E037-D546-829D-AA689D00F607}" type="pres">
      <dgm:prSet presAssocID="{D9491EC5-FB3D-D248-8700-803DAD8C29FC}" presName="level" presStyleLbl="node1" presStyleIdx="5" presStyleCnt="7">
        <dgm:presLayoutVars>
          <dgm:chMax val="1"/>
          <dgm:bulletEnabled val="1"/>
        </dgm:presLayoutVars>
      </dgm:prSet>
      <dgm:spPr/>
    </dgm:pt>
    <dgm:pt modelId="{491EA5E8-50A7-1349-8248-C47240294E2B}" type="pres">
      <dgm:prSet presAssocID="{D9491EC5-FB3D-D248-8700-803DAD8C29FC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A8F7D9B3-4E53-F745-9D11-E74968F134D6}" type="pres">
      <dgm:prSet presAssocID="{B8A341F7-441A-CA42-95A0-F4BC38234FDC}" presName="Name8" presStyleCnt="0"/>
      <dgm:spPr/>
    </dgm:pt>
    <dgm:pt modelId="{C5B0DE6E-F61C-AE4E-9081-FED3A8B896B8}" type="pres">
      <dgm:prSet presAssocID="{B8A341F7-441A-CA42-95A0-F4BC38234FDC}" presName="level" presStyleLbl="node1" presStyleIdx="6" presStyleCnt="7">
        <dgm:presLayoutVars>
          <dgm:chMax val="1"/>
          <dgm:bulletEnabled val="1"/>
        </dgm:presLayoutVars>
      </dgm:prSet>
      <dgm:spPr/>
    </dgm:pt>
    <dgm:pt modelId="{E253297A-DCDD-C947-85ED-624363D7BDF1}" type="pres">
      <dgm:prSet presAssocID="{B8A341F7-441A-CA42-95A0-F4BC38234FDC}" presName="levelTx" presStyleLbl="revTx" presStyleIdx="0" presStyleCnt="0">
        <dgm:presLayoutVars>
          <dgm:chMax val="1"/>
          <dgm:bulletEnabled val="1"/>
        </dgm:presLayoutVars>
      </dgm:prSet>
      <dgm:spPr/>
    </dgm:pt>
  </dgm:ptLst>
  <dgm:cxnLst>
    <dgm:cxn modelId="{EDE99D01-3097-9145-8940-DB0D46263B3E}" srcId="{22EB3619-C8F8-C34D-8705-7FD0700D152E}" destId="{D9491EC5-FB3D-D248-8700-803DAD8C29FC}" srcOrd="5" destOrd="0" parTransId="{673C9AD4-66EF-7140-94FD-B24F3A34E1FC}" sibTransId="{1F6CF8A4-94C8-BF48-9018-2DF0082A8088}"/>
    <dgm:cxn modelId="{492A5809-30A5-CA49-9897-481AD85A024A}" type="presOf" srcId="{5CD76CAC-7CC7-C845-813B-3CBD77E79473}" destId="{019AAFBD-5527-FE4A-96E0-62F3D9BC90AF}" srcOrd="0" destOrd="0" presId="urn:microsoft.com/office/officeart/2005/8/layout/pyramid1"/>
    <dgm:cxn modelId="{AD27A411-17F9-F747-AFD4-D65A1FBEE572}" srcId="{22EB3619-C8F8-C34D-8705-7FD0700D152E}" destId="{04D73276-DB01-454D-9350-685E98C93203}" srcOrd="3" destOrd="0" parTransId="{619232E0-A557-3046-AD98-2559DAE93693}" sibTransId="{848DD0C2-F6CC-564C-B553-D7403DE1BC38}"/>
    <dgm:cxn modelId="{2D749C32-293F-4F48-B8B9-5537F488ED37}" type="presOf" srcId="{CD1EA1A9-6BB2-324E-9B84-D0131BF47DE6}" destId="{12C81C07-2996-AA4E-9D08-2D7FF87BF6DF}" srcOrd="0" destOrd="0" presId="urn:microsoft.com/office/officeart/2005/8/layout/pyramid1"/>
    <dgm:cxn modelId="{3483E739-B50B-8E46-AAC5-23DC57478F1D}" type="presOf" srcId="{9C3FB7B9-0003-CF40-BD46-7C89BDBE7B83}" destId="{4A94E1A2-A2EC-9C4B-AE44-BEFD02553C18}" srcOrd="0" destOrd="0" presId="urn:microsoft.com/office/officeart/2005/8/layout/pyramid1"/>
    <dgm:cxn modelId="{40745D3A-147D-DB44-B4D6-18E2E17BE326}" srcId="{22EB3619-C8F8-C34D-8705-7FD0700D152E}" destId="{B8A341F7-441A-CA42-95A0-F4BC38234FDC}" srcOrd="6" destOrd="0" parTransId="{B88FC88B-346F-FD4F-8E42-8C8DBD87BF6D}" sibTransId="{1D4A9DD0-39D9-E540-BC1A-59C9E4FFA76D}"/>
    <dgm:cxn modelId="{E0FB0B3D-9D7D-A840-9ABE-71BD6A53FBC2}" type="presOf" srcId="{CD1EA1A9-6BB2-324E-9B84-D0131BF47DE6}" destId="{D4BCB672-8862-204C-9F95-AAA718875E58}" srcOrd="1" destOrd="0" presId="urn:microsoft.com/office/officeart/2005/8/layout/pyramid1"/>
    <dgm:cxn modelId="{7CC1A968-2E09-1E4F-905E-69D044309C0B}" type="presOf" srcId="{B8A341F7-441A-CA42-95A0-F4BC38234FDC}" destId="{E253297A-DCDD-C947-85ED-624363D7BDF1}" srcOrd="1" destOrd="0" presId="urn:microsoft.com/office/officeart/2005/8/layout/pyramid1"/>
    <dgm:cxn modelId="{5FCC3949-B628-4A40-8CF4-5E3CB47C9D56}" type="presOf" srcId="{D9491EC5-FB3D-D248-8700-803DAD8C29FC}" destId="{0804BB60-E037-D546-829D-AA689D00F607}" srcOrd="0" destOrd="0" presId="urn:microsoft.com/office/officeart/2005/8/layout/pyramid1"/>
    <dgm:cxn modelId="{97EED972-AD2F-C742-8DF9-160E0EF9378C}" type="presOf" srcId="{22EB3619-C8F8-C34D-8705-7FD0700D152E}" destId="{955A36CC-38BF-1F45-83BA-DB6B3F657848}" srcOrd="0" destOrd="0" presId="urn:microsoft.com/office/officeart/2005/8/layout/pyramid1"/>
    <dgm:cxn modelId="{7A89308D-5626-1C48-B382-510D0A762203}" type="presOf" srcId="{0FE4F13C-9468-3E45-88EA-21D7846F942B}" destId="{2E94211A-04F0-944E-8E9D-9CC0BC587B09}" srcOrd="0" destOrd="0" presId="urn:microsoft.com/office/officeart/2005/8/layout/pyramid1"/>
    <dgm:cxn modelId="{F3B6E98F-9433-5B44-A998-F8AA9FAF220E}" type="presOf" srcId="{5CD76CAC-7CC7-C845-813B-3CBD77E79473}" destId="{1C6E9CB9-0A83-4942-AD97-4D2F16459458}" srcOrd="1" destOrd="0" presId="urn:microsoft.com/office/officeart/2005/8/layout/pyramid1"/>
    <dgm:cxn modelId="{63CF1491-1E09-204B-B650-B71DB514D5F3}" type="presOf" srcId="{9C3FB7B9-0003-CF40-BD46-7C89BDBE7B83}" destId="{211DB40D-2614-1142-ACC3-760ECD56929A}" srcOrd="1" destOrd="0" presId="urn:microsoft.com/office/officeart/2005/8/layout/pyramid1"/>
    <dgm:cxn modelId="{29137392-7E7A-D341-B80A-8F6D84B86A1D}" type="presOf" srcId="{0FE4F13C-9468-3E45-88EA-21D7846F942B}" destId="{85234446-8B62-AF4A-9AAE-6963FD277891}" srcOrd="1" destOrd="0" presId="urn:microsoft.com/office/officeart/2005/8/layout/pyramid1"/>
    <dgm:cxn modelId="{95646D97-E51A-B348-B341-6B611568F393}" type="presOf" srcId="{D9491EC5-FB3D-D248-8700-803DAD8C29FC}" destId="{491EA5E8-50A7-1349-8248-C47240294E2B}" srcOrd="1" destOrd="0" presId="urn:microsoft.com/office/officeart/2005/8/layout/pyramid1"/>
    <dgm:cxn modelId="{0A30E3B6-8E53-6749-8CB6-FEBC117AB4DB}" srcId="{22EB3619-C8F8-C34D-8705-7FD0700D152E}" destId="{9C3FB7B9-0003-CF40-BD46-7C89BDBE7B83}" srcOrd="1" destOrd="0" parTransId="{B36BBF77-DBF5-5F4E-86A3-B99C5C99FD98}" sibTransId="{13C6CF0F-19B5-C743-95B1-570576C1BDDF}"/>
    <dgm:cxn modelId="{4402A3BD-995D-7C45-AC78-AF9F07401198}" type="presOf" srcId="{04D73276-DB01-454D-9350-685E98C93203}" destId="{DC11A925-D50B-2845-9515-CBDA87C05361}" srcOrd="0" destOrd="0" presId="urn:microsoft.com/office/officeart/2005/8/layout/pyramid1"/>
    <dgm:cxn modelId="{45D18BCF-CE4B-B34D-8A87-334E96B5F88C}" srcId="{22EB3619-C8F8-C34D-8705-7FD0700D152E}" destId="{0FE4F13C-9468-3E45-88EA-21D7846F942B}" srcOrd="4" destOrd="0" parTransId="{B775C3FC-0196-D743-BB4C-028150D2CB40}" sibTransId="{BF47D341-7A34-E340-B6B1-EFE89FA945A2}"/>
    <dgm:cxn modelId="{5BA4C4D5-CEAE-4F4E-A73C-F550FCCB4E6E}" type="presOf" srcId="{04D73276-DB01-454D-9350-685E98C93203}" destId="{3FF0B007-9307-3149-9648-7592A3A922A1}" srcOrd="1" destOrd="0" presId="urn:microsoft.com/office/officeart/2005/8/layout/pyramid1"/>
    <dgm:cxn modelId="{852AA8D7-A081-E140-870B-D9321E547408}" srcId="{22EB3619-C8F8-C34D-8705-7FD0700D152E}" destId="{CD1EA1A9-6BB2-324E-9B84-D0131BF47DE6}" srcOrd="2" destOrd="0" parTransId="{5E842504-2966-6845-A0BA-306BCF2F8936}" sibTransId="{D447D9F9-D5CC-124C-B066-4FB7B6A94187}"/>
    <dgm:cxn modelId="{33D9F5EA-23BC-0D45-8279-9AA27E5D353B}" type="presOf" srcId="{B8A341F7-441A-CA42-95A0-F4BC38234FDC}" destId="{C5B0DE6E-F61C-AE4E-9081-FED3A8B896B8}" srcOrd="0" destOrd="0" presId="urn:microsoft.com/office/officeart/2005/8/layout/pyramid1"/>
    <dgm:cxn modelId="{848106ED-9C50-9641-B106-B54850949C53}" srcId="{22EB3619-C8F8-C34D-8705-7FD0700D152E}" destId="{5CD76CAC-7CC7-C845-813B-3CBD77E79473}" srcOrd="0" destOrd="0" parTransId="{09016FB9-F44E-2F46-A387-AE37CD50E2AD}" sibTransId="{8F2B55F7-25DB-2B42-9B58-84012D5AAA3E}"/>
    <dgm:cxn modelId="{B4C7B6D0-6C99-224E-BCCC-CF09D403F2B0}" type="presParOf" srcId="{955A36CC-38BF-1F45-83BA-DB6B3F657848}" destId="{A96634A0-8039-0042-A9C6-BD2E708AD857}" srcOrd="0" destOrd="0" presId="urn:microsoft.com/office/officeart/2005/8/layout/pyramid1"/>
    <dgm:cxn modelId="{A2F87A9A-D681-B240-8C68-E098BDA11550}" type="presParOf" srcId="{A96634A0-8039-0042-A9C6-BD2E708AD857}" destId="{019AAFBD-5527-FE4A-96E0-62F3D9BC90AF}" srcOrd="0" destOrd="0" presId="urn:microsoft.com/office/officeart/2005/8/layout/pyramid1"/>
    <dgm:cxn modelId="{686E6A8C-57D8-384C-8BAB-EFB48579EBA6}" type="presParOf" srcId="{A96634A0-8039-0042-A9C6-BD2E708AD857}" destId="{1C6E9CB9-0A83-4942-AD97-4D2F16459458}" srcOrd="1" destOrd="0" presId="urn:microsoft.com/office/officeart/2005/8/layout/pyramid1"/>
    <dgm:cxn modelId="{89FD66FE-7B83-9B43-A066-D0C1EFF6B594}" type="presParOf" srcId="{955A36CC-38BF-1F45-83BA-DB6B3F657848}" destId="{37D23D6C-4EE9-5A4E-9851-5BA3848D71F0}" srcOrd="1" destOrd="0" presId="urn:microsoft.com/office/officeart/2005/8/layout/pyramid1"/>
    <dgm:cxn modelId="{DAC197B4-4884-1247-9141-0C881BA1A2DD}" type="presParOf" srcId="{37D23D6C-4EE9-5A4E-9851-5BA3848D71F0}" destId="{4A94E1A2-A2EC-9C4B-AE44-BEFD02553C18}" srcOrd="0" destOrd="0" presId="urn:microsoft.com/office/officeart/2005/8/layout/pyramid1"/>
    <dgm:cxn modelId="{114AFE10-2C7B-6148-9736-F08826C89005}" type="presParOf" srcId="{37D23D6C-4EE9-5A4E-9851-5BA3848D71F0}" destId="{211DB40D-2614-1142-ACC3-760ECD56929A}" srcOrd="1" destOrd="0" presId="urn:microsoft.com/office/officeart/2005/8/layout/pyramid1"/>
    <dgm:cxn modelId="{254F851F-E901-8847-9489-B7B2643536CD}" type="presParOf" srcId="{955A36CC-38BF-1F45-83BA-DB6B3F657848}" destId="{6DE64EAF-7792-2242-8B8F-295B4428A0AC}" srcOrd="2" destOrd="0" presId="urn:microsoft.com/office/officeart/2005/8/layout/pyramid1"/>
    <dgm:cxn modelId="{F7C6A22E-D738-9143-9F4D-60F6ED67E5CD}" type="presParOf" srcId="{6DE64EAF-7792-2242-8B8F-295B4428A0AC}" destId="{12C81C07-2996-AA4E-9D08-2D7FF87BF6DF}" srcOrd="0" destOrd="0" presId="urn:microsoft.com/office/officeart/2005/8/layout/pyramid1"/>
    <dgm:cxn modelId="{A640D165-AFEA-7245-B6B2-5438C6E30955}" type="presParOf" srcId="{6DE64EAF-7792-2242-8B8F-295B4428A0AC}" destId="{D4BCB672-8862-204C-9F95-AAA718875E58}" srcOrd="1" destOrd="0" presId="urn:microsoft.com/office/officeart/2005/8/layout/pyramid1"/>
    <dgm:cxn modelId="{C76AD0EB-CCBB-5E49-9EA8-DFE9ACC4FBBB}" type="presParOf" srcId="{955A36CC-38BF-1F45-83BA-DB6B3F657848}" destId="{24B960AC-28F6-0848-9B27-F95AD17DE4EC}" srcOrd="3" destOrd="0" presId="urn:microsoft.com/office/officeart/2005/8/layout/pyramid1"/>
    <dgm:cxn modelId="{DE608AAB-C0E0-1E46-B1FB-7F58A0DEC65D}" type="presParOf" srcId="{24B960AC-28F6-0848-9B27-F95AD17DE4EC}" destId="{DC11A925-D50B-2845-9515-CBDA87C05361}" srcOrd="0" destOrd="0" presId="urn:microsoft.com/office/officeart/2005/8/layout/pyramid1"/>
    <dgm:cxn modelId="{0CE54A86-9E15-5D46-A132-CA5E625FBC61}" type="presParOf" srcId="{24B960AC-28F6-0848-9B27-F95AD17DE4EC}" destId="{3FF0B007-9307-3149-9648-7592A3A922A1}" srcOrd="1" destOrd="0" presId="urn:microsoft.com/office/officeart/2005/8/layout/pyramid1"/>
    <dgm:cxn modelId="{1BD9302A-5F88-4E4B-BC39-E369EC4E05C7}" type="presParOf" srcId="{955A36CC-38BF-1F45-83BA-DB6B3F657848}" destId="{F83FBC17-B503-5246-B097-53DAF967D59B}" srcOrd="4" destOrd="0" presId="urn:microsoft.com/office/officeart/2005/8/layout/pyramid1"/>
    <dgm:cxn modelId="{DCF1E5AC-85D5-0C46-9512-EE90874790B1}" type="presParOf" srcId="{F83FBC17-B503-5246-B097-53DAF967D59B}" destId="{2E94211A-04F0-944E-8E9D-9CC0BC587B09}" srcOrd="0" destOrd="0" presId="urn:microsoft.com/office/officeart/2005/8/layout/pyramid1"/>
    <dgm:cxn modelId="{DA31D0CF-30E4-8948-98EA-FE20DFD86066}" type="presParOf" srcId="{F83FBC17-B503-5246-B097-53DAF967D59B}" destId="{85234446-8B62-AF4A-9AAE-6963FD277891}" srcOrd="1" destOrd="0" presId="urn:microsoft.com/office/officeart/2005/8/layout/pyramid1"/>
    <dgm:cxn modelId="{1AF69939-683A-7F40-B55D-FF9D461F5596}" type="presParOf" srcId="{955A36CC-38BF-1F45-83BA-DB6B3F657848}" destId="{81D01B7D-5D38-1648-91D0-113D18158FD9}" srcOrd="5" destOrd="0" presId="urn:microsoft.com/office/officeart/2005/8/layout/pyramid1"/>
    <dgm:cxn modelId="{889C6790-9044-AF42-8498-6E867C6D5103}" type="presParOf" srcId="{81D01B7D-5D38-1648-91D0-113D18158FD9}" destId="{0804BB60-E037-D546-829D-AA689D00F607}" srcOrd="0" destOrd="0" presId="urn:microsoft.com/office/officeart/2005/8/layout/pyramid1"/>
    <dgm:cxn modelId="{7D0C0616-C355-C043-AA11-1AE327C78C5C}" type="presParOf" srcId="{81D01B7D-5D38-1648-91D0-113D18158FD9}" destId="{491EA5E8-50A7-1349-8248-C47240294E2B}" srcOrd="1" destOrd="0" presId="urn:microsoft.com/office/officeart/2005/8/layout/pyramid1"/>
    <dgm:cxn modelId="{D8C28AA3-3A7C-B54C-88B2-102C42EA12E1}" type="presParOf" srcId="{955A36CC-38BF-1F45-83BA-DB6B3F657848}" destId="{A8F7D9B3-4E53-F745-9D11-E74968F134D6}" srcOrd="6" destOrd="0" presId="urn:microsoft.com/office/officeart/2005/8/layout/pyramid1"/>
    <dgm:cxn modelId="{C2D65E0D-6337-1F4F-921A-DFDCBA50F788}" type="presParOf" srcId="{A8F7D9B3-4E53-F745-9D11-E74968F134D6}" destId="{C5B0DE6E-F61C-AE4E-9081-FED3A8B896B8}" srcOrd="0" destOrd="0" presId="urn:microsoft.com/office/officeart/2005/8/layout/pyramid1"/>
    <dgm:cxn modelId="{FFCFB7F4-1B97-EA46-B86C-AD30CCB846DC}" type="presParOf" srcId="{A8F7D9B3-4E53-F745-9D11-E74968F134D6}" destId="{E253297A-DCDD-C947-85ED-624363D7BDF1}" srcOrd="1" destOrd="0" presId="urn:microsoft.com/office/officeart/2005/8/layout/pyramid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2EB3619-C8F8-C34D-8705-7FD0700D152E}" type="doc">
      <dgm:prSet loTypeId="urn:microsoft.com/office/officeart/2005/8/layout/pyramid1" loCatId="" qsTypeId="urn:microsoft.com/office/officeart/2005/8/quickstyle/simple1" qsCatId="simple" csTypeId="urn:microsoft.com/office/officeart/2005/8/colors/accent2_3" csCatId="accent2" phldr="1"/>
      <dgm:spPr/>
    </dgm:pt>
    <dgm:pt modelId="{5CD76CAC-7CC7-C845-813B-3CBD77E79473}">
      <dgm:prSet phldrT="[Text]" custT="1"/>
      <dgm:spPr/>
      <dgm:t>
        <a:bodyPr anchor="b"/>
        <a:lstStyle/>
        <a:p>
          <a:pPr>
            <a:lnSpc>
              <a:spcPct val="100000"/>
            </a:lnSpc>
          </a:pPr>
          <a:r>
            <a:rPr lang="en-GB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CEO</a:t>
          </a:r>
        </a:p>
      </dgm:t>
    </dgm:pt>
    <dgm:pt modelId="{09016FB9-F44E-2F46-A387-AE37CD50E2AD}" type="parTrans" cxnId="{848106ED-9C50-9641-B106-B54850949C53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8F2B55F7-25DB-2B42-9B58-84012D5AAA3E}" type="sibTrans" cxnId="{848106ED-9C50-9641-B106-B54850949C53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9C3FB7B9-0003-CF40-BD46-7C89BDBE7B83}">
      <dgm:prSet phldrT="[Text]" custT="1"/>
      <dgm:spPr/>
      <dgm:t>
        <a:bodyPr/>
        <a:lstStyle/>
        <a:p>
          <a:r>
            <a:rPr lang="en-GB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C Suite Level</a:t>
          </a:r>
        </a:p>
      </dgm:t>
    </dgm:pt>
    <dgm:pt modelId="{B36BBF77-DBF5-5F4E-86A3-B99C5C99FD98}" type="parTrans" cxnId="{0A30E3B6-8E53-6749-8CB6-FEBC117AB4DB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13C6CF0F-19B5-C743-95B1-570576C1BDDF}" type="sibTrans" cxnId="{0A30E3B6-8E53-6749-8CB6-FEBC117AB4DB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B8A341F7-441A-CA42-95A0-F4BC38234FDC}">
      <dgm:prSet phldrT="[Text]" custT="1"/>
      <dgm:spPr/>
      <dgm:t>
        <a:bodyPr/>
        <a:lstStyle/>
        <a:p>
          <a:pPr>
            <a:buClr>
              <a:srgbClr val="000000"/>
            </a:buClr>
            <a:buSzPts val="1200"/>
            <a:buFont typeface="Arial"/>
            <a:buNone/>
          </a:pPr>
          <a:r>
            <a:rPr lang="en-US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  <a:sym typeface="Arial"/>
            </a:rPr>
            <a:t>Coordinators and Support Staff</a:t>
          </a:r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B88FC88B-346F-FD4F-8E42-8C8DBD87BF6D}" type="parTrans" cxnId="{40745D3A-147D-DB44-B4D6-18E2E17BE326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1D4A9DD0-39D9-E540-BC1A-59C9E4FFA76D}" type="sibTrans" cxnId="{40745D3A-147D-DB44-B4D6-18E2E17BE326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CD1EA1A9-6BB2-324E-9B84-D0131BF47DE6}">
      <dgm:prSet custT="1"/>
      <dgm:spPr/>
      <dgm:t>
        <a:bodyPr/>
        <a:lstStyle/>
        <a:p>
          <a:r>
            <a:rPr lang="en-GB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Directors</a:t>
          </a:r>
        </a:p>
      </dgm:t>
    </dgm:pt>
    <dgm:pt modelId="{5E842504-2966-6845-A0BA-306BCF2F8936}" type="parTrans" cxnId="{852AA8D7-A081-E140-870B-D9321E547408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D447D9F9-D5CC-124C-B066-4FB7B6A94187}" type="sibTrans" cxnId="{852AA8D7-A081-E140-870B-D9321E547408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04D73276-DB01-454D-9350-685E98C93203}">
      <dgm:prSet custT="1"/>
      <dgm:spPr/>
      <dgm:t>
        <a:bodyPr/>
        <a:lstStyle/>
        <a:p>
          <a:r>
            <a:rPr lang="en-GB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Managers</a:t>
          </a:r>
        </a:p>
      </dgm:t>
    </dgm:pt>
    <dgm:pt modelId="{619232E0-A557-3046-AD98-2559DAE93693}" type="parTrans" cxnId="{AD27A411-17F9-F747-AFD4-D65A1FBEE572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848DD0C2-F6CC-564C-B553-D7403DE1BC38}" type="sibTrans" cxnId="{AD27A411-17F9-F747-AFD4-D65A1FBEE572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0FE4F13C-9468-3E45-88EA-21D7846F942B}">
      <dgm:prSet custT="1"/>
      <dgm:spPr/>
      <dgm:t>
        <a:bodyPr/>
        <a:lstStyle/>
        <a:p>
          <a:pPr>
            <a:buClr>
              <a:srgbClr val="000000"/>
            </a:buClr>
            <a:buSzPts val="1200"/>
            <a:buFont typeface="Arial"/>
            <a:buNone/>
          </a:pPr>
          <a:r>
            <a:rPr lang="en-US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  <a:sym typeface="Arial"/>
            </a:rPr>
            <a:t>Team Leaders/ Supervisors</a:t>
          </a:r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B775C3FC-0196-D743-BB4C-028150D2CB40}" type="parTrans" cxnId="{45D18BCF-CE4B-B34D-8A87-334E96B5F88C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BF47D341-7A34-E340-B6B1-EFE89FA945A2}" type="sibTrans" cxnId="{45D18BCF-CE4B-B34D-8A87-334E96B5F88C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D9491EC5-FB3D-D248-8700-803DAD8C29FC}">
      <dgm:prSet custT="1"/>
      <dgm:spPr/>
      <dgm:t>
        <a:bodyPr/>
        <a:lstStyle/>
        <a:p>
          <a:pPr>
            <a:buClr>
              <a:srgbClr val="000000"/>
            </a:buClr>
            <a:buSzPts val="1200"/>
            <a:buFont typeface="Arial"/>
            <a:buNone/>
          </a:pPr>
          <a:r>
            <a:rPr lang="en-US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  <a:sym typeface="Arial"/>
            </a:rPr>
            <a:t>Operational/ Technical Analyst</a:t>
          </a:r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673C9AD4-66EF-7140-94FD-B24F3A34E1FC}" type="parTrans" cxnId="{EDE99D01-3097-9145-8940-DB0D46263B3E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1F6CF8A4-94C8-BF48-9018-2DF0082A8088}" type="sibTrans" cxnId="{EDE99D01-3097-9145-8940-DB0D46263B3E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955A36CC-38BF-1F45-83BA-DB6B3F657848}" type="pres">
      <dgm:prSet presAssocID="{22EB3619-C8F8-C34D-8705-7FD0700D152E}" presName="Name0" presStyleCnt="0">
        <dgm:presLayoutVars>
          <dgm:dir/>
          <dgm:animLvl val="lvl"/>
          <dgm:resizeHandles val="exact"/>
        </dgm:presLayoutVars>
      </dgm:prSet>
      <dgm:spPr/>
    </dgm:pt>
    <dgm:pt modelId="{A96634A0-8039-0042-A9C6-BD2E708AD857}" type="pres">
      <dgm:prSet presAssocID="{5CD76CAC-7CC7-C845-813B-3CBD77E79473}" presName="Name8" presStyleCnt="0"/>
      <dgm:spPr/>
    </dgm:pt>
    <dgm:pt modelId="{019AAFBD-5527-FE4A-96E0-62F3D9BC90AF}" type="pres">
      <dgm:prSet presAssocID="{5CD76CAC-7CC7-C845-813B-3CBD77E79473}" presName="level" presStyleLbl="node1" presStyleIdx="0" presStyleCnt="7">
        <dgm:presLayoutVars>
          <dgm:chMax val="1"/>
          <dgm:bulletEnabled val="1"/>
        </dgm:presLayoutVars>
      </dgm:prSet>
      <dgm:spPr/>
    </dgm:pt>
    <dgm:pt modelId="{1C6E9CB9-0A83-4942-AD97-4D2F16459458}" type="pres">
      <dgm:prSet presAssocID="{5CD76CAC-7CC7-C845-813B-3CBD77E79473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37D23D6C-4EE9-5A4E-9851-5BA3848D71F0}" type="pres">
      <dgm:prSet presAssocID="{9C3FB7B9-0003-CF40-BD46-7C89BDBE7B83}" presName="Name8" presStyleCnt="0"/>
      <dgm:spPr/>
    </dgm:pt>
    <dgm:pt modelId="{4A94E1A2-A2EC-9C4B-AE44-BEFD02553C18}" type="pres">
      <dgm:prSet presAssocID="{9C3FB7B9-0003-CF40-BD46-7C89BDBE7B83}" presName="level" presStyleLbl="node1" presStyleIdx="1" presStyleCnt="7">
        <dgm:presLayoutVars>
          <dgm:chMax val="1"/>
          <dgm:bulletEnabled val="1"/>
        </dgm:presLayoutVars>
      </dgm:prSet>
      <dgm:spPr/>
    </dgm:pt>
    <dgm:pt modelId="{211DB40D-2614-1142-ACC3-760ECD56929A}" type="pres">
      <dgm:prSet presAssocID="{9C3FB7B9-0003-CF40-BD46-7C89BDBE7B83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6DE64EAF-7792-2242-8B8F-295B4428A0AC}" type="pres">
      <dgm:prSet presAssocID="{CD1EA1A9-6BB2-324E-9B84-D0131BF47DE6}" presName="Name8" presStyleCnt="0"/>
      <dgm:spPr/>
    </dgm:pt>
    <dgm:pt modelId="{12C81C07-2996-AA4E-9D08-2D7FF87BF6DF}" type="pres">
      <dgm:prSet presAssocID="{CD1EA1A9-6BB2-324E-9B84-D0131BF47DE6}" presName="level" presStyleLbl="node1" presStyleIdx="2" presStyleCnt="7">
        <dgm:presLayoutVars>
          <dgm:chMax val="1"/>
          <dgm:bulletEnabled val="1"/>
        </dgm:presLayoutVars>
      </dgm:prSet>
      <dgm:spPr/>
    </dgm:pt>
    <dgm:pt modelId="{D4BCB672-8862-204C-9F95-AAA718875E58}" type="pres">
      <dgm:prSet presAssocID="{CD1EA1A9-6BB2-324E-9B84-D0131BF47DE6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24B960AC-28F6-0848-9B27-F95AD17DE4EC}" type="pres">
      <dgm:prSet presAssocID="{04D73276-DB01-454D-9350-685E98C93203}" presName="Name8" presStyleCnt="0"/>
      <dgm:spPr/>
    </dgm:pt>
    <dgm:pt modelId="{DC11A925-D50B-2845-9515-CBDA87C05361}" type="pres">
      <dgm:prSet presAssocID="{04D73276-DB01-454D-9350-685E98C93203}" presName="level" presStyleLbl="node1" presStyleIdx="3" presStyleCnt="7">
        <dgm:presLayoutVars>
          <dgm:chMax val="1"/>
          <dgm:bulletEnabled val="1"/>
        </dgm:presLayoutVars>
      </dgm:prSet>
      <dgm:spPr/>
    </dgm:pt>
    <dgm:pt modelId="{3FF0B007-9307-3149-9648-7592A3A922A1}" type="pres">
      <dgm:prSet presAssocID="{04D73276-DB01-454D-9350-685E98C93203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F83FBC17-B503-5246-B097-53DAF967D59B}" type="pres">
      <dgm:prSet presAssocID="{0FE4F13C-9468-3E45-88EA-21D7846F942B}" presName="Name8" presStyleCnt="0"/>
      <dgm:spPr/>
    </dgm:pt>
    <dgm:pt modelId="{2E94211A-04F0-944E-8E9D-9CC0BC587B09}" type="pres">
      <dgm:prSet presAssocID="{0FE4F13C-9468-3E45-88EA-21D7846F942B}" presName="level" presStyleLbl="node1" presStyleIdx="4" presStyleCnt="7">
        <dgm:presLayoutVars>
          <dgm:chMax val="1"/>
          <dgm:bulletEnabled val="1"/>
        </dgm:presLayoutVars>
      </dgm:prSet>
      <dgm:spPr/>
    </dgm:pt>
    <dgm:pt modelId="{85234446-8B62-AF4A-9AAE-6963FD277891}" type="pres">
      <dgm:prSet presAssocID="{0FE4F13C-9468-3E45-88EA-21D7846F942B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81D01B7D-5D38-1648-91D0-113D18158FD9}" type="pres">
      <dgm:prSet presAssocID="{D9491EC5-FB3D-D248-8700-803DAD8C29FC}" presName="Name8" presStyleCnt="0"/>
      <dgm:spPr/>
    </dgm:pt>
    <dgm:pt modelId="{0804BB60-E037-D546-829D-AA689D00F607}" type="pres">
      <dgm:prSet presAssocID="{D9491EC5-FB3D-D248-8700-803DAD8C29FC}" presName="level" presStyleLbl="node1" presStyleIdx="5" presStyleCnt="7">
        <dgm:presLayoutVars>
          <dgm:chMax val="1"/>
          <dgm:bulletEnabled val="1"/>
        </dgm:presLayoutVars>
      </dgm:prSet>
      <dgm:spPr/>
    </dgm:pt>
    <dgm:pt modelId="{491EA5E8-50A7-1349-8248-C47240294E2B}" type="pres">
      <dgm:prSet presAssocID="{D9491EC5-FB3D-D248-8700-803DAD8C29FC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A8F7D9B3-4E53-F745-9D11-E74968F134D6}" type="pres">
      <dgm:prSet presAssocID="{B8A341F7-441A-CA42-95A0-F4BC38234FDC}" presName="Name8" presStyleCnt="0"/>
      <dgm:spPr/>
    </dgm:pt>
    <dgm:pt modelId="{C5B0DE6E-F61C-AE4E-9081-FED3A8B896B8}" type="pres">
      <dgm:prSet presAssocID="{B8A341F7-441A-CA42-95A0-F4BC38234FDC}" presName="level" presStyleLbl="node1" presStyleIdx="6" presStyleCnt="7">
        <dgm:presLayoutVars>
          <dgm:chMax val="1"/>
          <dgm:bulletEnabled val="1"/>
        </dgm:presLayoutVars>
      </dgm:prSet>
      <dgm:spPr/>
    </dgm:pt>
    <dgm:pt modelId="{E253297A-DCDD-C947-85ED-624363D7BDF1}" type="pres">
      <dgm:prSet presAssocID="{B8A341F7-441A-CA42-95A0-F4BC38234FDC}" presName="levelTx" presStyleLbl="revTx" presStyleIdx="0" presStyleCnt="0">
        <dgm:presLayoutVars>
          <dgm:chMax val="1"/>
          <dgm:bulletEnabled val="1"/>
        </dgm:presLayoutVars>
      </dgm:prSet>
      <dgm:spPr/>
    </dgm:pt>
  </dgm:ptLst>
  <dgm:cxnLst>
    <dgm:cxn modelId="{EDE99D01-3097-9145-8940-DB0D46263B3E}" srcId="{22EB3619-C8F8-C34D-8705-7FD0700D152E}" destId="{D9491EC5-FB3D-D248-8700-803DAD8C29FC}" srcOrd="5" destOrd="0" parTransId="{673C9AD4-66EF-7140-94FD-B24F3A34E1FC}" sibTransId="{1F6CF8A4-94C8-BF48-9018-2DF0082A8088}"/>
    <dgm:cxn modelId="{492A5809-30A5-CA49-9897-481AD85A024A}" type="presOf" srcId="{5CD76CAC-7CC7-C845-813B-3CBD77E79473}" destId="{019AAFBD-5527-FE4A-96E0-62F3D9BC90AF}" srcOrd="0" destOrd="0" presId="urn:microsoft.com/office/officeart/2005/8/layout/pyramid1"/>
    <dgm:cxn modelId="{AD27A411-17F9-F747-AFD4-D65A1FBEE572}" srcId="{22EB3619-C8F8-C34D-8705-7FD0700D152E}" destId="{04D73276-DB01-454D-9350-685E98C93203}" srcOrd="3" destOrd="0" parTransId="{619232E0-A557-3046-AD98-2559DAE93693}" sibTransId="{848DD0C2-F6CC-564C-B553-D7403DE1BC38}"/>
    <dgm:cxn modelId="{2D749C32-293F-4F48-B8B9-5537F488ED37}" type="presOf" srcId="{CD1EA1A9-6BB2-324E-9B84-D0131BF47DE6}" destId="{12C81C07-2996-AA4E-9D08-2D7FF87BF6DF}" srcOrd="0" destOrd="0" presId="urn:microsoft.com/office/officeart/2005/8/layout/pyramid1"/>
    <dgm:cxn modelId="{3483E739-B50B-8E46-AAC5-23DC57478F1D}" type="presOf" srcId="{9C3FB7B9-0003-CF40-BD46-7C89BDBE7B83}" destId="{4A94E1A2-A2EC-9C4B-AE44-BEFD02553C18}" srcOrd="0" destOrd="0" presId="urn:microsoft.com/office/officeart/2005/8/layout/pyramid1"/>
    <dgm:cxn modelId="{40745D3A-147D-DB44-B4D6-18E2E17BE326}" srcId="{22EB3619-C8F8-C34D-8705-7FD0700D152E}" destId="{B8A341F7-441A-CA42-95A0-F4BC38234FDC}" srcOrd="6" destOrd="0" parTransId="{B88FC88B-346F-FD4F-8E42-8C8DBD87BF6D}" sibTransId="{1D4A9DD0-39D9-E540-BC1A-59C9E4FFA76D}"/>
    <dgm:cxn modelId="{E0FB0B3D-9D7D-A840-9ABE-71BD6A53FBC2}" type="presOf" srcId="{CD1EA1A9-6BB2-324E-9B84-D0131BF47DE6}" destId="{D4BCB672-8862-204C-9F95-AAA718875E58}" srcOrd="1" destOrd="0" presId="urn:microsoft.com/office/officeart/2005/8/layout/pyramid1"/>
    <dgm:cxn modelId="{7CC1A968-2E09-1E4F-905E-69D044309C0B}" type="presOf" srcId="{B8A341F7-441A-CA42-95A0-F4BC38234FDC}" destId="{E253297A-DCDD-C947-85ED-624363D7BDF1}" srcOrd="1" destOrd="0" presId="urn:microsoft.com/office/officeart/2005/8/layout/pyramid1"/>
    <dgm:cxn modelId="{5FCC3949-B628-4A40-8CF4-5E3CB47C9D56}" type="presOf" srcId="{D9491EC5-FB3D-D248-8700-803DAD8C29FC}" destId="{0804BB60-E037-D546-829D-AA689D00F607}" srcOrd="0" destOrd="0" presId="urn:microsoft.com/office/officeart/2005/8/layout/pyramid1"/>
    <dgm:cxn modelId="{97EED972-AD2F-C742-8DF9-160E0EF9378C}" type="presOf" srcId="{22EB3619-C8F8-C34D-8705-7FD0700D152E}" destId="{955A36CC-38BF-1F45-83BA-DB6B3F657848}" srcOrd="0" destOrd="0" presId="urn:microsoft.com/office/officeart/2005/8/layout/pyramid1"/>
    <dgm:cxn modelId="{7A89308D-5626-1C48-B382-510D0A762203}" type="presOf" srcId="{0FE4F13C-9468-3E45-88EA-21D7846F942B}" destId="{2E94211A-04F0-944E-8E9D-9CC0BC587B09}" srcOrd="0" destOrd="0" presId="urn:microsoft.com/office/officeart/2005/8/layout/pyramid1"/>
    <dgm:cxn modelId="{F3B6E98F-9433-5B44-A998-F8AA9FAF220E}" type="presOf" srcId="{5CD76CAC-7CC7-C845-813B-3CBD77E79473}" destId="{1C6E9CB9-0A83-4942-AD97-4D2F16459458}" srcOrd="1" destOrd="0" presId="urn:microsoft.com/office/officeart/2005/8/layout/pyramid1"/>
    <dgm:cxn modelId="{63CF1491-1E09-204B-B650-B71DB514D5F3}" type="presOf" srcId="{9C3FB7B9-0003-CF40-BD46-7C89BDBE7B83}" destId="{211DB40D-2614-1142-ACC3-760ECD56929A}" srcOrd="1" destOrd="0" presId="urn:microsoft.com/office/officeart/2005/8/layout/pyramid1"/>
    <dgm:cxn modelId="{29137392-7E7A-D341-B80A-8F6D84B86A1D}" type="presOf" srcId="{0FE4F13C-9468-3E45-88EA-21D7846F942B}" destId="{85234446-8B62-AF4A-9AAE-6963FD277891}" srcOrd="1" destOrd="0" presId="urn:microsoft.com/office/officeart/2005/8/layout/pyramid1"/>
    <dgm:cxn modelId="{95646D97-E51A-B348-B341-6B611568F393}" type="presOf" srcId="{D9491EC5-FB3D-D248-8700-803DAD8C29FC}" destId="{491EA5E8-50A7-1349-8248-C47240294E2B}" srcOrd="1" destOrd="0" presId="urn:microsoft.com/office/officeart/2005/8/layout/pyramid1"/>
    <dgm:cxn modelId="{0A30E3B6-8E53-6749-8CB6-FEBC117AB4DB}" srcId="{22EB3619-C8F8-C34D-8705-7FD0700D152E}" destId="{9C3FB7B9-0003-CF40-BD46-7C89BDBE7B83}" srcOrd="1" destOrd="0" parTransId="{B36BBF77-DBF5-5F4E-86A3-B99C5C99FD98}" sibTransId="{13C6CF0F-19B5-C743-95B1-570576C1BDDF}"/>
    <dgm:cxn modelId="{4402A3BD-995D-7C45-AC78-AF9F07401198}" type="presOf" srcId="{04D73276-DB01-454D-9350-685E98C93203}" destId="{DC11A925-D50B-2845-9515-CBDA87C05361}" srcOrd="0" destOrd="0" presId="urn:microsoft.com/office/officeart/2005/8/layout/pyramid1"/>
    <dgm:cxn modelId="{45D18BCF-CE4B-B34D-8A87-334E96B5F88C}" srcId="{22EB3619-C8F8-C34D-8705-7FD0700D152E}" destId="{0FE4F13C-9468-3E45-88EA-21D7846F942B}" srcOrd="4" destOrd="0" parTransId="{B775C3FC-0196-D743-BB4C-028150D2CB40}" sibTransId="{BF47D341-7A34-E340-B6B1-EFE89FA945A2}"/>
    <dgm:cxn modelId="{5BA4C4D5-CEAE-4F4E-A73C-F550FCCB4E6E}" type="presOf" srcId="{04D73276-DB01-454D-9350-685E98C93203}" destId="{3FF0B007-9307-3149-9648-7592A3A922A1}" srcOrd="1" destOrd="0" presId="urn:microsoft.com/office/officeart/2005/8/layout/pyramid1"/>
    <dgm:cxn modelId="{852AA8D7-A081-E140-870B-D9321E547408}" srcId="{22EB3619-C8F8-C34D-8705-7FD0700D152E}" destId="{CD1EA1A9-6BB2-324E-9B84-D0131BF47DE6}" srcOrd="2" destOrd="0" parTransId="{5E842504-2966-6845-A0BA-306BCF2F8936}" sibTransId="{D447D9F9-D5CC-124C-B066-4FB7B6A94187}"/>
    <dgm:cxn modelId="{33D9F5EA-23BC-0D45-8279-9AA27E5D353B}" type="presOf" srcId="{B8A341F7-441A-CA42-95A0-F4BC38234FDC}" destId="{C5B0DE6E-F61C-AE4E-9081-FED3A8B896B8}" srcOrd="0" destOrd="0" presId="urn:microsoft.com/office/officeart/2005/8/layout/pyramid1"/>
    <dgm:cxn modelId="{848106ED-9C50-9641-B106-B54850949C53}" srcId="{22EB3619-C8F8-C34D-8705-7FD0700D152E}" destId="{5CD76CAC-7CC7-C845-813B-3CBD77E79473}" srcOrd="0" destOrd="0" parTransId="{09016FB9-F44E-2F46-A387-AE37CD50E2AD}" sibTransId="{8F2B55F7-25DB-2B42-9B58-84012D5AAA3E}"/>
    <dgm:cxn modelId="{B4C7B6D0-6C99-224E-BCCC-CF09D403F2B0}" type="presParOf" srcId="{955A36CC-38BF-1F45-83BA-DB6B3F657848}" destId="{A96634A0-8039-0042-A9C6-BD2E708AD857}" srcOrd="0" destOrd="0" presId="urn:microsoft.com/office/officeart/2005/8/layout/pyramid1"/>
    <dgm:cxn modelId="{A2F87A9A-D681-B240-8C68-E098BDA11550}" type="presParOf" srcId="{A96634A0-8039-0042-A9C6-BD2E708AD857}" destId="{019AAFBD-5527-FE4A-96E0-62F3D9BC90AF}" srcOrd="0" destOrd="0" presId="urn:microsoft.com/office/officeart/2005/8/layout/pyramid1"/>
    <dgm:cxn modelId="{686E6A8C-57D8-384C-8BAB-EFB48579EBA6}" type="presParOf" srcId="{A96634A0-8039-0042-A9C6-BD2E708AD857}" destId="{1C6E9CB9-0A83-4942-AD97-4D2F16459458}" srcOrd="1" destOrd="0" presId="urn:microsoft.com/office/officeart/2005/8/layout/pyramid1"/>
    <dgm:cxn modelId="{89FD66FE-7B83-9B43-A066-D0C1EFF6B594}" type="presParOf" srcId="{955A36CC-38BF-1F45-83BA-DB6B3F657848}" destId="{37D23D6C-4EE9-5A4E-9851-5BA3848D71F0}" srcOrd="1" destOrd="0" presId="urn:microsoft.com/office/officeart/2005/8/layout/pyramid1"/>
    <dgm:cxn modelId="{DAC197B4-4884-1247-9141-0C881BA1A2DD}" type="presParOf" srcId="{37D23D6C-4EE9-5A4E-9851-5BA3848D71F0}" destId="{4A94E1A2-A2EC-9C4B-AE44-BEFD02553C18}" srcOrd="0" destOrd="0" presId="urn:microsoft.com/office/officeart/2005/8/layout/pyramid1"/>
    <dgm:cxn modelId="{114AFE10-2C7B-6148-9736-F08826C89005}" type="presParOf" srcId="{37D23D6C-4EE9-5A4E-9851-5BA3848D71F0}" destId="{211DB40D-2614-1142-ACC3-760ECD56929A}" srcOrd="1" destOrd="0" presId="urn:microsoft.com/office/officeart/2005/8/layout/pyramid1"/>
    <dgm:cxn modelId="{254F851F-E901-8847-9489-B7B2643536CD}" type="presParOf" srcId="{955A36CC-38BF-1F45-83BA-DB6B3F657848}" destId="{6DE64EAF-7792-2242-8B8F-295B4428A0AC}" srcOrd="2" destOrd="0" presId="urn:microsoft.com/office/officeart/2005/8/layout/pyramid1"/>
    <dgm:cxn modelId="{F7C6A22E-D738-9143-9F4D-60F6ED67E5CD}" type="presParOf" srcId="{6DE64EAF-7792-2242-8B8F-295B4428A0AC}" destId="{12C81C07-2996-AA4E-9D08-2D7FF87BF6DF}" srcOrd="0" destOrd="0" presId="urn:microsoft.com/office/officeart/2005/8/layout/pyramid1"/>
    <dgm:cxn modelId="{A640D165-AFEA-7245-B6B2-5438C6E30955}" type="presParOf" srcId="{6DE64EAF-7792-2242-8B8F-295B4428A0AC}" destId="{D4BCB672-8862-204C-9F95-AAA718875E58}" srcOrd="1" destOrd="0" presId="urn:microsoft.com/office/officeart/2005/8/layout/pyramid1"/>
    <dgm:cxn modelId="{C76AD0EB-CCBB-5E49-9EA8-DFE9ACC4FBBB}" type="presParOf" srcId="{955A36CC-38BF-1F45-83BA-DB6B3F657848}" destId="{24B960AC-28F6-0848-9B27-F95AD17DE4EC}" srcOrd="3" destOrd="0" presId="urn:microsoft.com/office/officeart/2005/8/layout/pyramid1"/>
    <dgm:cxn modelId="{DE608AAB-C0E0-1E46-B1FB-7F58A0DEC65D}" type="presParOf" srcId="{24B960AC-28F6-0848-9B27-F95AD17DE4EC}" destId="{DC11A925-D50B-2845-9515-CBDA87C05361}" srcOrd="0" destOrd="0" presId="urn:microsoft.com/office/officeart/2005/8/layout/pyramid1"/>
    <dgm:cxn modelId="{0CE54A86-9E15-5D46-A132-CA5E625FBC61}" type="presParOf" srcId="{24B960AC-28F6-0848-9B27-F95AD17DE4EC}" destId="{3FF0B007-9307-3149-9648-7592A3A922A1}" srcOrd="1" destOrd="0" presId="urn:microsoft.com/office/officeart/2005/8/layout/pyramid1"/>
    <dgm:cxn modelId="{1BD9302A-5F88-4E4B-BC39-E369EC4E05C7}" type="presParOf" srcId="{955A36CC-38BF-1F45-83BA-DB6B3F657848}" destId="{F83FBC17-B503-5246-B097-53DAF967D59B}" srcOrd="4" destOrd="0" presId="urn:microsoft.com/office/officeart/2005/8/layout/pyramid1"/>
    <dgm:cxn modelId="{DCF1E5AC-85D5-0C46-9512-EE90874790B1}" type="presParOf" srcId="{F83FBC17-B503-5246-B097-53DAF967D59B}" destId="{2E94211A-04F0-944E-8E9D-9CC0BC587B09}" srcOrd="0" destOrd="0" presId="urn:microsoft.com/office/officeart/2005/8/layout/pyramid1"/>
    <dgm:cxn modelId="{DA31D0CF-30E4-8948-98EA-FE20DFD86066}" type="presParOf" srcId="{F83FBC17-B503-5246-B097-53DAF967D59B}" destId="{85234446-8B62-AF4A-9AAE-6963FD277891}" srcOrd="1" destOrd="0" presId="urn:microsoft.com/office/officeart/2005/8/layout/pyramid1"/>
    <dgm:cxn modelId="{1AF69939-683A-7F40-B55D-FF9D461F5596}" type="presParOf" srcId="{955A36CC-38BF-1F45-83BA-DB6B3F657848}" destId="{81D01B7D-5D38-1648-91D0-113D18158FD9}" srcOrd="5" destOrd="0" presId="urn:microsoft.com/office/officeart/2005/8/layout/pyramid1"/>
    <dgm:cxn modelId="{889C6790-9044-AF42-8498-6E867C6D5103}" type="presParOf" srcId="{81D01B7D-5D38-1648-91D0-113D18158FD9}" destId="{0804BB60-E037-D546-829D-AA689D00F607}" srcOrd="0" destOrd="0" presId="urn:microsoft.com/office/officeart/2005/8/layout/pyramid1"/>
    <dgm:cxn modelId="{7D0C0616-C355-C043-AA11-1AE327C78C5C}" type="presParOf" srcId="{81D01B7D-5D38-1648-91D0-113D18158FD9}" destId="{491EA5E8-50A7-1349-8248-C47240294E2B}" srcOrd="1" destOrd="0" presId="urn:microsoft.com/office/officeart/2005/8/layout/pyramid1"/>
    <dgm:cxn modelId="{D8C28AA3-3A7C-B54C-88B2-102C42EA12E1}" type="presParOf" srcId="{955A36CC-38BF-1F45-83BA-DB6B3F657848}" destId="{A8F7D9B3-4E53-F745-9D11-E74968F134D6}" srcOrd="6" destOrd="0" presId="urn:microsoft.com/office/officeart/2005/8/layout/pyramid1"/>
    <dgm:cxn modelId="{C2D65E0D-6337-1F4F-921A-DFDCBA50F788}" type="presParOf" srcId="{A8F7D9B3-4E53-F745-9D11-E74968F134D6}" destId="{C5B0DE6E-F61C-AE4E-9081-FED3A8B896B8}" srcOrd="0" destOrd="0" presId="urn:microsoft.com/office/officeart/2005/8/layout/pyramid1"/>
    <dgm:cxn modelId="{FFCFB7F4-1B97-EA46-B86C-AD30CCB846DC}" type="presParOf" srcId="{A8F7D9B3-4E53-F745-9D11-E74968F134D6}" destId="{E253297A-DCDD-C947-85ED-624363D7BDF1}" srcOrd="1" destOrd="0" presId="urn:microsoft.com/office/officeart/2005/8/layout/pyramid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19AAFBD-5527-FE4A-96E0-62F3D9BC90AF}">
      <dsp:nvSpPr>
        <dsp:cNvPr id="0" name=""/>
        <dsp:cNvSpPr/>
      </dsp:nvSpPr>
      <dsp:spPr>
        <a:xfrm>
          <a:off x="2119890" y="0"/>
          <a:ext cx="706630" cy="472810"/>
        </a:xfrm>
        <a:prstGeom prst="trapezoid">
          <a:avLst>
            <a:gd name="adj" fmla="val 74727"/>
          </a:avLst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b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CEO</a:t>
          </a:r>
        </a:p>
      </dsp:txBody>
      <dsp:txXfrm>
        <a:off x="2119890" y="0"/>
        <a:ext cx="706630" cy="472810"/>
      </dsp:txXfrm>
    </dsp:sp>
    <dsp:sp modelId="{4A94E1A2-A2EC-9C4B-AE44-BEFD02553C18}">
      <dsp:nvSpPr>
        <dsp:cNvPr id="0" name=""/>
        <dsp:cNvSpPr/>
      </dsp:nvSpPr>
      <dsp:spPr>
        <a:xfrm>
          <a:off x="1766575" y="472810"/>
          <a:ext cx="1413260" cy="472810"/>
        </a:xfrm>
        <a:prstGeom prst="trapezoid">
          <a:avLst>
            <a:gd name="adj" fmla="val 74727"/>
          </a:avLst>
        </a:prstGeom>
        <a:solidFill>
          <a:schemeClr val="accent1">
            <a:shade val="80000"/>
            <a:hueOff val="-111383"/>
            <a:satOff val="-4225"/>
            <a:lumOff val="5773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C Suite Level</a:t>
          </a:r>
        </a:p>
      </dsp:txBody>
      <dsp:txXfrm>
        <a:off x="2013896" y="472810"/>
        <a:ext cx="918619" cy="472810"/>
      </dsp:txXfrm>
    </dsp:sp>
    <dsp:sp modelId="{12C81C07-2996-AA4E-9D08-2D7FF87BF6DF}">
      <dsp:nvSpPr>
        <dsp:cNvPr id="0" name=""/>
        <dsp:cNvSpPr/>
      </dsp:nvSpPr>
      <dsp:spPr>
        <a:xfrm>
          <a:off x="1413260" y="945620"/>
          <a:ext cx="2119890" cy="472810"/>
        </a:xfrm>
        <a:prstGeom prst="trapezoid">
          <a:avLst>
            <a:gd name="adj" fmla="val 74727"/>
          </a:avLst>
        </a:prstGeom>
        <a:solidFill>
          <a:schemeClr val="accent1">
            <a:shade val="80000"/>
            <a:hueOff val="-222765"/>
            <a:satOff val="-8450"/>
            <a:lumOff val="11546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Directors</a:t>
          </a:r>
        </a:p>
      </dsp:txBody>
      <dsp:txXfrm>
        <a:off x="1784241" y="945620"/>
        <a:ext cx="1377929" cy="472810"/>
      </dsp:txXfrm>
    </dsp:sp>
    <dsp:sp modelId="{DC11A925-D50B-2845-9515-CBDA87C05361}">
      <dsp:nvSpPr>
        <dsp:cNvPr id="0" name=""/>
        <dsp:cNvSpPr/>
      </dsp:nvSpPr>
      <dsp:spPr>
        <a:xfrm>
          <a:off x="1059945" y="1418431"/>
          <a:ext cx="2826521" cy="472810"/>
        </a:xfrm>
        <a:prstGeom prst="trapezoid">
          <a:avLst>
            <a:gd name="adj" fmla="val 74727"/>
          </a:avLst>
        </a:prstGeom>
        <a:solidFill>
          <a:schemeClr val="accent1">
            <a:shade val="80000"/>
            <a:hueOff val="-334148"/>
            <a:satOff val="-12675"/>
            <a:lumOff val="1731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Managers</a:t>
          </a:r>
        </a:p>
      </dsp:txBody>
      <dsp:txXfrm>
        <a:off x="1554586" y="1418431"/>
        <a:ext cx="1837238" cy="472810"/>
      </dsp:txXfrm>
    </dsp:sp>
    <dsp:sp modelId="{2E94211A-04F0-944E-8E9D-9CC0BC587B09}">
      <dsp:nvSpPr>
        <dsp:cNvPr id="0" name=""/>
        <dsp:cNvSpPr/>
      </dsp:nvSpPr>
      <dsp:spPr>
        <a:xfrm>
          <a:off x="706630" y="1891241"/>
          <a:ext cx="3533151" cy="472810"/>
        </a:xfrm>
        <a:prstGeom prst="trapezoid">
          <a:avLst>
            <a:gd name="adj" fmla="val 74727"/>
          </a:avLst>
        </a:prstGeom>
        <a:solidFill>
          <a:schemeClr val="accent1">
            <a:shade val="80000"/>
            <a:hueOff val="-445531"/>
            <a:satOff val="-16900"/>
            <a:lumOff val="23092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rgbClr val="000000"/>
            </a:buClr>
            <a:buSzPts val="1200"/>
            <a:buFont typeface="Arial"/>
            <a:buNone/>
          </a:pPr>
          <a:r>
            <a:rPr lang="en-US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  <a:sym typeface="Arial"/>
            </a:rPr>
            <a:t>Team Leaders/ Supervisors</a:t>
          </a:r>
          <a:endParaRPr lang="en-GB" sz="1200" b="0" i="0" kern="120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sp:txBody>
      <dsp:txXfrm>
        <a:off x="1324931" y="1891241"/>
        <a:ext cx="2296548" cy="472810"/>
      </dsp:txXfrm>
    </dsp:sp>
    <dsp:sp modelId="{0804BB60-E037-D546-829D-AA689D00F607}">
      <dsp:nvSpPr>
        <dsp:cNvPr id="0" name=""/>
        <dsp:cNvSpPr/>
      </dsp:nvSpPr>
      <dsp:spPr>
        <a:xfrm>
          <a:off x="353315" y="2364052"/>
          <a:ext cx="4239781" cy="472810"/>
        </a:xfrm>
        <a:prstGeom prst="trapezoid">
          <a:avLst>
            <a:gd name="adj" fmla="val 74727"/>
          </a:avLst>
        </a:prstGeom>
        <a:solidFill>
          <a:schemeClr val="accent1">
            <a:shade val="80000"/>
            <a:hueOff val="-556913"/>
            <a:satOff val="-21125"/>
            <a:lumOff val="2886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rgbClr val="000000"/>
            </a:buClr>
            <a:buSzPts val="1200"/>
            <a:buFont typeface="Arial"/>
            <a:buNone/>
          </a:pPr>
          <a:r>
            <a:rPr lang="en-US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  <a:sym typeface="Arial"/>
            </a:rPr>
            <a:t>Operational/ Technical Analyst</a:t>
          </a:r>
          <a:endParaRPr lang="en-GB" sz="1200" b="0" i="0" kern="120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sp:txBody>
      <dsp:txXfrm>
        <a:off x="1095276" y="2364052"/>
        <a:ext cx="2755858" cy="472810"/>
      </dsp:txXfrm>
    </dsp:sp>
    <dsp:sp modelId="{C5B0DE6E-F61C-AE4E-9081-FED3A8B896B8}">
      <dsp:nvSpPr>
        <dsp:cNvPr id="0" name=""/>
        <dsp:cNvSpPr/>
      </dsp:nvSpPr>
      <dsp:spPr>
        <a:xfrm>
          <a:off x="0" y="2836862"/>
          <a:ext cx="4946411" cy="472810"/>
        </a:xfrm>
        <a:prstGeom prst="trapezoid">
          <a:avLst>
            <a:gd name="adj" fmla="val 74727"/>
          </a:avLst>
        </a:prstGeom>
        <a:solidFill>
          <a:schemeClr val="accent1">
            <a:shade val="80000"/>
            <a:hueOff val="-668296"/>
            <a:satOff val="-25350"/>
            <a:lumOff val="34638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rgbClr val="000000"/>
            </a:buClr>
            <a:buSzPts val="1200"/>
            <a:buFont typeface="Arial"/>
            <a:buNone/>
          </a:pPr>
          <a:r>
            <a:rPr lang="en-US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  <a:sym typeface="Arial"/>
            </a:rPr>
            <a:t>Coordinators and Support Staff</a:t>
          </a:r>
          <a:endParaRPr lang="en-GB" sz="1200" b="0" i="0" kern="120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sp:txBody>
      <dsp:txXfrm>
        <a:off x="865622" y="2836862"/>
        <a:ext cx="3215167" cy="47281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19AAFBD-5527-FE4A-96E0-62F3D9BC90AF}">
      <dsp:nvSpPr>
        <dsp:cNvPr id="0" name=""/>
        <dsp:cNvSpPr/>
      </dsp:nvSpPr>
      <dsp:spPr>
        <a:xfrm>
          <a:off x="2119890" y="0"/>
          <a:ext cx="706630" cy="472810"/>
        </a:xfrm>
        <a:prstGeom prst="trapezoid">
          <a:avLst>
            <a:gd name="adj" fmla="val 74727"/>
          </a:avLst>
        </a:prstGeom>
        <a:solidFill>
          <a:schemeClr val="accent2">
            <a:shade val="8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b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CEO</a:t>
          </a:r>
        </a:p>
      </dsp:txBody>
      <dsp:txXfrm>
        <a:off x="2119890" y="0"/>
        <a:ext cx="706630" cy="472810"/>
      </dsp:txXfrm>
    </dsp:sp>
    <dsp:sp modelId="{4A94E1A2-A2EC-9C4B-AE44-BEFD02553C18}">
      <dsp:nvSpPr>
        <dsp:cNvPr id="0" name=""/>
        <dsp:cNvSpPr/>
      </dsp:nvSpPr>
      <dsp:spPr>
        <a:xfrm>
          <a:off x="1766575" y="472810"/>
          <a:ext cx="1413260" cy="472810"/>
        </a:xfrm>
        <a:prstGeom prst="trapezoid">
          <a:avLst>
            <a:gd name="adj" fmla="val 74727"/>
          </a:avLst>
        </a:prstGeom>
        <a:solidFill>
          <a:schemeClr val="accent2">
            <a:shade val="80000"/>
            <a:hueOff val="-92812"/>
            <a:satOff val="-6446"/>
            <a:lumOff val="568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C Suite Level</a:t>
          </a:r>
        </a:p>
      </dsp:txBody>
      <dsp:txXfrm>
        <a:off x="2013896" y="472810"/>
        <a:ext cx="918619" cy="472810"/>
      </dsp:txXfrm>
    </dsp:sp>
    <dsp:sp modelId="{12C81C07-2996-AA4E-9D08-2D7FF87BF6DF}">
      <dsp:nvSpPr>
        <dsp:cNvPr id="0" name=""/>
        <dsp:cNvSpPr/>
      </dsp:nvSpPr>
      <dsp:spPr>
        <a:xfrm>
          <a:off x="1413260" y="945620"/>
          <a:ext cx="2119890" cy="472810"/>
        </a:xfrm>
        <a:prstGeom prst="trapezoid">
          <a:avLst>
            <a:gd name="adj" fmla="val 74727"/>
          </a:avLst>
        </a:prstGeom>
        <a:solidFill>
          <a:schemeClr val="accent2">
            <a:shade val="80000"/>
            <a:hueOff val="-185624"/>
            <a:satOff val="-12892"/>
            <a:lumOff val="1136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Directors</a:t>
          </a:r>
        </a:p>
      </dsp:txBody>
      <dsp:txXfrm>
        <a:off x="1784241" y="945620"/>
        <a:ext cx="1377929" cy="472810"/>
      </dsp:txXfrm>
    </dsp:sp>
    <dsp:sp modelId="{DC11A925-D50B-2845-9515-CBDA87C05361}">
      <dsp:nvSpPr>
        <dsp:cNvPr id="0" name=""/>
        <dsp:cNvSpPr/>
      </dsp:nvSpPr>
      <dsp:spPr>
        <a:xfrm>
          <a:off x="1059945" y="1418431"/>
          <a:ext cx="2826521" cy="472810"/>
        </a:xfrm>
        <a:prstGeom prst="trapezoid">
          <a:avLst>
            <a:gd name="adj" fmla="val 74727"/>
          </a:avLst>
        </a:prstGeom>
        <a:solidFill>
          <a:schemeClr val="accent2">
            <a:shade val="80000"/>
            <a:hueOff val="-278436"/>
            <a:satOff val="-19338"/>
            <a:lumOff val="1704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Managers</a:t>
          </a:r>
        </a:p>
      </dsp:txBody>
      <dsp:txXfrm>
        <a:off x="1554586" y="1418431"/>
        <a:ext cx="1837238" cy="472810"/>
      </dsp:txXfrm>
    </dsp:sp>
    <dsp:sp modelId="{2E94211A-04F0-944E-8E9D-9CC0BC587B09}">
      <dsp:nvSpPr>
        <dsp:cNvPr id="0" name=""/>
        <dsp:cNvSpPr/>
      </dsp:nvSpPr>
      <dsp:spPr>
        <a:xfrm>
          <a:off x="706630" y="1891241"/>
          <a:ext cx="3533151" cy="472810"/>
        </a:xfrm>
        <a:prstGeom prst="trapezoid">
          <a:avLst>
            <a:gd name="adj" fmla="val 74727"/>
          </a:avLst>
        </a:prstGeom>
        <a:solidFill>
          <a:schemeClr val="accent2">
            <a:shade val="80000"/>
            <a:hueOff val="-371248"/>
            <a:satOff val="-25784"/>
            <a:lumOff val="2272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rgbClr val="000000"/>
            </a:buClr>
            <a:buSzPts val="1200"/>
            <a:buFont typeface="Arial"/>
            <a:buNone/>
          </a:pPr>
          <a:r>
            <a:rPr lang="en-US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  <a:sym typeface="Arial"/>
            </a:rPr>
            <a:t>Team Leaders/ Supervisors</a:t>
          </a:r>
          <a:endParaRPr lang="en-GB" sz="1200" b="0" i="0" kern="120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sp:txBody>
      <dsp:txXfrm>
        <a:off x="1324931" y="1891241"/>
        <a:ext cx="2296548" cy="472810"/>
      </dsp:txXfrm>
    </dsp:sp>
    <dsp:sp modelId="{0804BB60-E037-D546-829D-AA689D00F607}">
      <dsp:nvSpPr>
        <dsp:cNvPr id="0" name=""/>
        <dsp:cNvSpPr/>
      </dsp:nvSpPr>
      <dsp:spPr>
        <a:xfrm>
          <a:off x="353315" y="2364052"/>
          <a:ext cx="4239781" cy="472810"/>
        </a:xfrm>
        <a:prstGeom prst="trapezoid">
          <a:avLst>
            <a:gd name="adj" fmla="val 74727"/>
          </a:avLst>
        </a:prstGeom>
        <a:solidFill>
          <a:schemeClr val="accent2">
            <a:shade val="80000"/>
            <a:hueOff val="-464060"/>
            <a:satOff val="-32230"/>
            <a:lumOff val="28402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rgbClr val="000000"/>
            </a:buClr>
            <a:buSzPts val="1200"/>
            <a:buFont typeface="Arial"/>
            <a:buNone/>
          </a:pPr>
          <a:r>
            <a:rPr lang="en-US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  <a:sym typeface="Arial"/>
            </a:rPr>
            <a:t>Operational/ Technical Analyst</a:t>
          </a:r>
          <a:endParaRPr lang="en-GB" sz="1200" b="0" i="0" kern="120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sp:txBody>
      <dsp:txXfrm>
        <a:off x="1095276" y="2364052"/>
        <a:ext cx="2755858" cy="472810"/>
      </dsp:txXfrm>
    </dsp:sp>
    <dsp:sp modelId="{C5B0DE6E-F61C-AE4E-9081-FED3A8B896B8}">
      <dsp:nvSpPr>
        <dsp:cNvPr id="0" name=""/>
        <dsp:cNvSpPr/>
      </dsp:nvSpPr>
      <dsp:spPr>
        <a:xfrm>
          <a:off x="0" y="2836862"/>
          <a:ext cx="4946411" cy="472810"/>
        </a:xfrm>
        <a:prstGeom prst="trapezoid">
          <a:avLst>
            <a:gd name="adj" fmla="val 74727"/>
          </a:avLst>
        </a:prstGeom>
        <a:solidFill>
          <a:schemeClr val="accent2">
            <a:shade val="80000"/>
            <a:hueOff val="-556872"/>
            <a:satOff val="-38676"/>
            <a:lumOff val="34082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rgbClr val="000000"/>
            </a:buClr>
            <a:buSzPts val="1200"/>
            <a:buFont typeface="Arial"/>
            <a:buNone/>
          </a:pPr>
          <a:r>
            <a:rPr lang="en-US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  <a:sym typeface="Arial"/>
            </a:rPr>
            <a:t>Coordinators and Support Staff</a:t>
          </a:r>
          <a:endParaRPr lang="en-GB" sz="1200" b="0" i="0" kern="120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sp:txBody>
      <dsp:txXfrm>
        <a:off x="865622" y="2836862"/>
        <a:ext cx="3215167" cy="47281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yramid1">
  <dgm:title val=""/>
  <dgm:desc val=""/>
  <dgm:catLst>
    <dgm:cat type="pyramid" pri="1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pyra">
          <dgm:param type="linDir" val="fromB"/>
          <dgm:param type="txDir" val="fromT"/>
          <dgm:param type="pyraAcctPos" val="aft"/>
          <dgm:param type="pyraAcctTxMar" val="step"/>
          <dgm:param type="pyraAcctBkgdNode" val="acctBkgd"/>
          <dgm:param type="pyraAcctTxNode" val="acctTx"/>
          <dgm:param type="pyraLvlNode" val="level"/>
        </dgm:alg>
      </dgm:if>
      <dgm:else name="Name3">
        <dgm:alg type="pyra">
          <dgm:param type="linDir" val="fromB"/>
          <dgm:param type="txDir" val="fromT"/>
          <dgm:param type="pyraAcctPos" val="bef"/>
          <dgm:param type="pyraAcctTxMar" val="step"/>
          <dgm:param type="pyraAcctBkgdNode" val="acctBkgd"/>
          <dgm:param type="pyraAcctTxNode" val="acctTx"/>
          <dgm:param type="pyraLvlNode" val="level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ptType="all node" func="maxDepth" op="gte" val="2">
        <dgm:constrLst>
          <dgm:constr type="primFontSz" for="des" forName="levelTx" op="equ"/>
          <dgm:constr type="secFontSz" for="des" forName="acctTx" op="equ"/>
          <dgm:constr type="pyraAcctRatio" val="0.32"/>
        </dgm:constrLst>
      </dgm:if>
      <dgm:else name="Name6">
        <dgm:constrLst>
          <dgm:constr type="primFontSz" for="des" forName="levelTx" op="equ"/>
          <dgm:constr type="secFontSz" for="des" forName="acctTx" op="equ"/>
          <dgm:constr type="pyraAcctRatio"/>
        </dgm:constrLst>
      </dgm:else>
    </dgm:choose>
    <dgm:ruleLst/>
    <dgm:forEach name="Name7" axis="ch" ptType="node">
      <dgm:layoutNode name="Name8">
        <dgm:alg type="composite">
          <dgm:param type="horzAlign" val="none"/>
        </dgm:alg>
        <dgm:shape xmlns:r="http://schemas.openxmlformats.org/officeDocument/2006/relationships" r:blip="">
          <dgm:adjLst/>
        </dgm:shape>
        <dgm:presOf/>
        <dgm:choose name="Name9">
          <dgm:if name="Name10" axis="self" ptType="node" func="pos" op="equ" val="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/>
              <dgm:constr type="h" for="ch" forName="levelTx" refType="h" refFor="ch" refForName="level"/>
            </dgm:constrLst>
          </dgm:if>
          <dgm:else name="Name1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 fact="0.65"/>
              <dgm:constr type="h" for="ch" forName="levelTx" refType="h" refFor="ch" refForName="level"/>
            </dgm:constrLst>
          </dgm:else>
        </dgm:choose>
        <dgm:ruleLst/>
        <dgm:choose name="Name12">
          <dgm:if name="Name13" axis="ch" ptType="node" func="cnt" op="gte" val="1">
            <dgm:layoutNode name="acctBkgd" styleLbl="alignAcc1">
              <dgm:alg type="sp"/>
              <dgm:shape xmlns:r="http://schemas.openxmlformats.org/officeDocument/2006/relationships" type="nonIsoscelesTrapezoid" r:blip="">
                <dgm:adjLst/>
              </dgm:shape>
              <dgm:presOf axis="des" ptType="node"/>
              <dgm:constrLst/>
              <dgm:ruleLst/>
            </dgm:layoutNode>
            <dgm:layoutNode name="acctTx" styleLbl="alignAcc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type="nonIsoscelesTrapezoid" r:blip="" hideGeom="1">
                <dgm:adjLst/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3"/>
                <dgm:constr type="bMarg" refType="secFontSz" fact="0.3"/>
                <dgm:constr type="lMarg" refType="secFontSz" fact="0.3"/>
                <dgm:constr type="rMarg" refType="secFontSz" fact="0.3"/>
              </dgm:constrLst>
              <dgm:ruleLst>
                <dgm:rule type="secFontSz" val="5" fact="NaN" max="NaN"/>
              </dgm:ruleLst>
            </dgm:layoutNode>
          </dgm:if>
          <dgm:else name="Name14"/>
        </dgm:choose>
        <dgm:layoutNode name="level">
          <dgm:varLst>
            <dgm:chMax val="1"/>
            <dgm:bulletEnabled val="1"/>
          </dgm:varLst>
          <dgm:alg type="sp"/>
          <dgm:shape xmlns:r="http://schemas.openxmlformats.org/officeDocument/2006/relationships" type="trapezoid" r:blip="">
            <dgm:adjLst/>
          </dgm:shape>
          <dgm:presOf axis="self"/>
          <dgm:constrLst>
            <dgm:constr type="h" val="500"/>
            <dgm:constr type="w" val="1"/>
          </dgm:constrLst>
          <dgm:ruleLst/>
        </dgm:layoutNode>
        <dgm:layoutNode name="levelTx" styleLbl="revTx">
          <dgm:varLst>
            <dgm:chMax val="1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yramid1">
  <dgm:title val=""/>
  <dgm:desc val=""/>
  <dgm:catLst>
    <dgm:cat type="pyramid" pri="1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pyra">
          <dgm:param type="linDir" val="fromB"/>
          <dgm:param type="txDir" val="fromT"/>
          <dgm:param type="pyraAcctPos" val="aft"/>
          <dgm:param type="pyraAcctTxMar" val="step"/>
          <dgm:param type="pyraAcctBkgdNode" val="acctBkgd"/>
          <dgm:param type="pyraAcctTxNode" val="acctTx"/>
          <dgm:param type="pyraLvlNode" val="level"/>
        </dgm:alg>
      </dgm:if>
      <dgm:else name="Name3">
        <dgm:alg type="pyra">
          <dgm:param type="linDir" val="fromB"/>
          <dgm:param type="txDir" val="fromT"/>
          <dgm:param type="pyraAcctPos" val="bef"/>
          <dgm:param type="pyraAcctTxMar" val="step"/>
          <dgm:param type="pyraAcctBkgdNode" val="acctBkgd"/>
          <dgm:param type="pyraAcctTxNode" val="acctTx"/>
          <dgm:param type="pyraLvlNode" val="level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ptType="all node" func="maxDepth" op="gte" val="2">
        <dgm:constrLst>
          <dgm:constr type="primFontSz" for="des" forName="levelTx" op="equ"/>
          <dgm:constr type="secFontSz" for="des" forName="acctTx" op="equ"/>
          <dgm:constr type="pyraAcctRatio" val="0.32"/>
        </dgm:constrLst>
      </dgm:if>
      <dgm:else name="Name6">
        <dgm:constrLst>
          <dgm:constr type="primFontSz" for="des" forName="levelTx" op="equ"/>
          <dgm:constr type="secFontSz" for="des" forName="acctTx" op="equ"/>
          <dgm:constr type="pyraAcctRatio"/>
        </dgm:constrLst>
      </dgm:else>
    </dgm:choose>
    <dgm:ruleLst/>
    <dgm:forEach name="Name7" axis="ch" ptType="node">
      <dgm:layoutNode name="Name8">
        <dgm:alg type="composite">
          <dgm:param type="horzAlign" val="none"/>
        </dgm:alg>
        <dgm:shape xmlns:r="http://schemas.openxmlformats.org/officeDocument/2006/relationships" r:blip="">
          <dgm:adjLst/>
        </dgm:shape>
        <dgm:presOf/>
        <dgm:choose name="Name9">
          <dgm:if name="Name10" axis="self" ptType="node" func="pos" op="equ" val="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/>
              <dgm:constr type="h" for="ch" forName="levelTx" refType="h" refFor="ch" refForName="level"/>
            </dgm:constrLst>
          </dgm:if>
          <dgm:else name="Name1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 fact="0.65"/>
              <dgm:constr type="h" for="ch" forName="levelTx" refType="h" refFor="ch" refForName="level"/>
            </dgm:constrLst>
          </dgm:else>
        </dgm:choose>
        <dgm:ruleLst/>
        <dgm:choose name="Name12">
          <dgm:if name="Name13" axis="ch" ptType="node" func="cnt" op="gte" val="1">
            <dgm:layoutNode name="acctBkgd" styleLbl="alignAcc1">
              <dgm:alg type="sp"/>
              <dgm:shape xmlns:r="http://schemas.openxmlformats.org/officeDocument/2006/relationships" type="nonIsoscelesTrapezoid" r:blip="">
                <dgm:adjLst/>
              </dgm:shape>
              <dgm:presOf axis="des" ptType="node"/>
              <dgm:constrLst/>
              <dgm:ruleLst/>
            </dgm:layoutNode>
            <dgm:layoutNode name="acctTx" styleLbl="alignAcc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type="nonIsoscelesTrapezoid" r:blip="" hideGeom="1">
                <dgm:adjLst/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3"/>
                <dgm:constr type="bMarg" refType="secFontSz" fact="0.3"/>
                <dgm:constr type="lMarg" refType="secFontSz" fact="0.3"/>
                <dgm:constr type="rMarg" refType="secFontSz" fact="0.3"/>
              </dgm:constrLst>
              <dgm:ruleLst>
                <dgm:rule type="secFontSz" val="5" fact="NaN" max="NaN"/>
              </dgm:ruleLst>
            </dgm:layoutNode>
          </dgm:if>
          <dgm:else name="Name14"/>
        </dgm:choose>
        <dgm:layoutNode name="level">
          <dgm:varLst>
            <dgm:chMax val="1"/>
            <dgm:bulletEnabled val="1"/>
          </dgm:varLst>
          <dgm:alg type="sp"/>
          <dgm:shape xmlns:r="http://schemas.openxmlformats.org/officeDocument/2006/relationships" type="trapezoid" r:blip="">
            <dgm:adjLst/>
          </dgm:shape>
          <dgm:presOf axis="self"/>
          <dgm:constrLst>
            <dgm:constr type="h" val="500"/>
            <dgm:constr type="w" val="1"/>
          </dgm:constrLst>
          <dgm:ruleLst/>
        </dgm:layoutNode>
        <dgm:layoutNode name="levelTx" styleLbl="revTx">
          <dgm:varLst>
            <dgm:chMax val="1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A7EAB5-DE15-9B44-8D60-5EB2371D3D7F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4C8D78-5C52-4640-927A-AEF72964BD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7814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Source: https://</a:t>
            </a:r>
            <a:r>
              <a:rPr lang="en-US" err="1"/>
              <a:t>visme.co</a:t>
            </a:r>
            <a:r>
              <a:rPr lang="en-US"/>
              <a:t>/blog/presentation-statistics/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4C8D78-5C52-4640-927A-AEF72964BDD7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613407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9C2B87-CE67-BD06-2FE2-36EE7ED069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FE8DFC-1E98-F308-4F58-1BB918FF35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2A97E1-B9A7-DDC4-3BF3-311A6BB772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Source: https://</a:t>
            </a:r>
            <a:r>
              <a:rPr lang="en-US" err="1"/>
              <a:t>visme.co</a:t>
            </a:r>
            <a:r>
              <a:rPr lang="en-US"/>
              <a:t>/blog/presentation-statistics/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02DA6D-FA7B-350A-3190-7CD16A5F9F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4C8D78-5C52-4640-927A-AEF72964BDD7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429609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42CC66-F045-5B8E-1485-0F67ADC048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AA15DC-E6D9-9B52-F666-EF5F95C92B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40D0C9B-CBDF-36ED-5BFE-F2D61DE247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Source: https://</a:t>
            </a:r>
            <a:r>
              <a:rPr lang="en-US" err="1"/>
              <a:t>visme.co</a:t>
            </a:r>
            <a:r>
              <a:rPr lang="en-US"/>
              <a:t>/blog/presentation-statistics/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552FA5-160F-FD77-95C5-366A197FB1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4C8D78-5C52-4640-927A-AEF72964BDD7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150956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3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microsoft.com/office/2007/relationships/hdphoto" Target="../media/hdphoto1.wdp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microsoft.com/office/2007/relationships/hdphoto" Target="../media/hdphoto1.wdp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3347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597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21A1D3E-C9CF-D172-11C7-67343C41E2B8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7689648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9B91586-77C0-81CF-FCE6-B4322219D23C}"/>
              </a:ext>
            </a:extLst>
          </p:cNvPr>
          <p:cNvSpPr/>
          <p:nvPr userDrawn="1"/>
        </p:nvSpPr>
        <p:spPr>
          <a:xfrm>
            <a:off x="0" y="0"/>
            <a:ext cx="12192000" cy="232886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23ACED5-74C2-7C3D-7F5A-7F59EBF332F7}"/>
              </a:ext>
            </a:extLst>
          </p:cNvPr>
          <p:cNvSpPr txBox="1"/>
          <p:nvPr userDrawn="1"/>
        </p:nvSpPr>
        <p:spPr>
          <a:xfrm>
            <a:off x="5390445" y="6405023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4262053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44713EC6-DA23-D367-F02A-628C06DFC2D0}"/>
              </a:ext>
            </a:extLst>
          </p:cNvPr>
          <p:cNvSpPr/>
          <p:nvPr userDrawn="1"/>
        </p:nvSpPr>
        <p:spPr>
          <a:xfrm>
            <a:off x="423862" y="1447800"/>
            <a:ext cx="11344276" cy="3187700"/>
          </a:xfrm>
          <a:prstGeom prst="roundRect">
            <a:avLst>
              <a:gd name="adj" fmla="val 5214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8EA51287-32D5-806A-E111-85E666684B48}"/>
              </a:ext>
            </a:extLst>
          </p:cNvPr>
          <p:cNvSpPr/>
          <p:nvPr userDrawn="1"/>
        </p:nvSpPr>
        <p:spPr>
          <a:xfrm>
            <a:off x="423862" y="4787900"/>
            <a:ext cx="11344276" cy="1327149"/>
          </a:xfrm>
          <a:prstGeom prst="roundRect">
            <a:avLst>
              <a:gd name="adj" fmla="val 8447"/>
            </a:avLst>
          </a:prstGeom>
          <a:solidFill>
            <a:schemeClr val="accent1">
              <a:lumMod val="20000"/>
              <a:lumOff val="80000"/>
              <a:alpha val="2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B065D26-0F73-541A-F0C7-97689AE3226C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5823972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44713EC6-DA23-D367-F02A-628C06DFC2D0}"/>
              </a:ext>
            </a:extLst>
          </p:cNvPr>
          <p:cNvSpPr/>
          <p:nvPr userDrawn="1"/>
        </p:nvSpPr>
        <p:spPr>
          <a:xfrm>
            <a:off x="423862" y="982133"/>
            <a:ext cx="11344276" cy="3653367"/>
          </a:xfrm>
          <a:prstGeom prst="roundRect">
            <a:avLst>
              <a:gd name="adj" fmla="val 5214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8EA51287-32D5-806A-E111-85E666684B48}"/>
              </a:ext>
            </a:extLst>
          </p:cNvPr>
          <p:cNvSpPr/>
          <p:nvPr userDrawn="1"/>
        </p:nvSpPr>
        <p:spPr>
          <a:xfrm>
            <a:off x="423862" y="4787900"/>
            <a:ext cx="11344276" cy="1327149"/>
          </a:xfrm>
          <a:prstGeom prst="roundRect">
            <a:avLst>
              <a:gd name="adj" fmla="val 8447"/>
            </a:avLst>
          </a:prstGeom>
          <a:solidFill>
            <a:schemeClr val="accent1">
              <a:lumMod val="20000"/>
              <a:lumOff val="80000"/>
              <a:alpha val="2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45BD8BA-A43F-7FBC-5D90-0EBA5EF70880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3972872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44713EC6-DA23-D367-F02A-628C06DFC2D0}"/>
              </a:ext>
            </a:extLst>
          </p:cNvPr>
          <p:cNvSpPr/>
          <p:nvPr userDrawn="1"/>
        </p:nvSpPr>
        <p:spPr>
          <a:xfrm>
            <a:off x="423862" y="2962022"/>
            <a:ext cx="11344276" cy="3187700"/>
          </a:xfrm>
          <a:prstGeom prst="roundRect">
            <a:avLst>
              <a:gd name="adj" fmla="val 5214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8EA51287-32D5-806A-E111-85E666684B48}"/>
              </a:ext>
            </a:extLst>
          </p:cNvPr>
          <p:cNvSpPr/>
          <p:nvPr userDrawn="1"/>
        </p:nvSpPr>
        <p:spPr>
          <a:xfrm>
            <a:off x="423862" y="1447800"/>
            <a:ext cx="11344276" cy="1327149"/>
          </a:xfrm>
          <a:prstGeom prst="roundRect">
            <a:avLst>
              <a:gd name="adj" fmla="val 8447"/>
            </a:avLst>
          </a:prstGeom>
          <a:solidFill>
            <a:schemeClr val="accent1">
              <a:lumMod val="20000"/>
              <a:lumOff val="80000"/>
              <a:alpha val="2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C342390-1CE9-1F74-D752-E97548204696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2742089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44713EC6-DA23-D367-F02A-628C06DFC2D0}"/>
              </a:ext>
            </a:extLst>
          </p:cNvPr>
          <p:cNvSpPr/>
          <p:nvPr userDrawn="1"/>
        </p:nvSpPr>
        <p:spPr>
          <a:xfrm>
            <a:off x="423862" y="2527300"/>
            <a:ext cx="11344276" cy="3622422"/>
          </a:xfrm>
          <a:prstGeom prst="roundRect">
            <a:avLst>
              <a:gd name="adj" fmla="val 5214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8EA51287-32D5-806A-E111-85E666684B48}"/>
              </a:ext>
            </a:extLst>
          </p:cNvPr>
          <p:cNvSpPr/>
          <p:nvPr userDrawn="1"/>
        </p:nvSpPr>
        <p:spPr>
          <a:xfrm>
            <a:off x="423862" y="1001098"/>
            <a:ext cx="11344276" cy="1327149"/>
          </a:xfrm>
          <a:prstGeom prst="roundRect">
            <a:avLst>
              <a:gd name="adj" fmla="val 8447"/>
            </a:avLst>
          </a:prstGeom>
          <a:solidFill>
            <a:schemeClr val="accent1">
              <a:lumMod val="20000"/>
              <a:lumOff val="80000"/>
              <a:alpha val="2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6EBF5C3-113A-3AEA-8CFD-AB20193BCFB0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1767539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44713EC6-DA23-D367-F02A-628C06DFC2D0}"/>
              </a:ext>
            </a:extLst>
          </p:cNvPr>
          <p:cNvSpPr/>
          <p:nvPr userDrawn="1"/>
        </p:nvSpPr>
        <p:spPr>
          <a:xfrm>
            <a:off x="423862" y="2962022"/>
            <a:ext cx="11344276" cy="3187700"/>
          </a:xfrm>
          <a:prstGeom prst="roundRect">
            <a:avLst>
              <a:gd name="adj" fmla="val 5214"/>
            </a:avLst>
          </a:prstGeom>
          <a:solidFill>
            <a:schemeClr val="accent2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8EA51287-32D5-806A-E111-85E666684B48}"/>
              </a:ext>
            </a:extLst>
          </p:cNvPr>
          <p:cNvSpPr/>
          <p:nvPr userDrawn="1"/>
        </p:nvSpPr>
        <p:spPr>
          <a:xfrm>
            <a:off x="423862" y="1447800"/>
            <a:ext cx="11344276" cy="1327149"/>
          </a:xfrm>
          <a:prstGeom prst="roundRect">
            <a:avLst>
              <a:gd name="adj" fmla="val 8447"/>
            </a:avLst>
          </a:prstGeom>
          <a:solidFill>
            <a:schemeClr val="bg1">
              <a:lumMod val="95000"/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D3C7CD4-39DC-D099-9460-8DCEF788E3FE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5567952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EA43204A-92D6-F878-66C5-C2B5B75A356B}"/>
              </a:ext>
            </a:extLst>
          </p:cNvPr>
          <p:cNvSpPr/>
          <p:nvPr userDrawn="1"/>
        </p:nvSpPr>
        <p:spPr>
          <a:xfrm>
            <a:off x="423862" y="982133"/>
            <a:ext cx="11344276" cy="3653367"/>
          </a:xfrm>
          <a:prstGeom prst="roundRect">
            <a:avLst>
              <a:gd name="adj" fmla="val 5214"/>
            </a:avLst>
          </a:prstGeom>
          <a:solidFill>
            <a:schemeClr val="accent2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F5392D06-2E3D-5F02-58D5-01848C8EFB45}"/>
              </a:ext>
            </a:extLst>
          </p:cNvPr>
          <p:cNvSpPr/>
          <p:nvPr userDrawn="1"/>
        </p:nvSpPr>
        <p:spPr>
          <a:xfrm>
            <a:off x="423862" y="4787900"/>
            <a:ext cx="11344276" cy="1327149"/>
          </a:xfrm>
          <a:prstGeom prst="roundRect">
            <a:avLst>
              <a:gd name="adj" fmla="val 8447"/>
            </a:avLst>
          </a:prstGeom>
          <a:solidFill>
            <a:schemeClr val="bg1">
              <a:lumMod val="95000"/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EE21AE9-0135-9BB5-3A44-E96EBAEB9300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1033949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44713EC6-DA23-D367-F02A-628C06DFC2D0}"/>
              </a:ext>
            </a:extLst>
          </p:cNvPr>
          <p:cNvSpPr/>
          <p:nvPr userDrawn="1"/>
        </p:nvSpPr>
        <p:spPr>
          <a:xfrm>
            <a:off x="423862" y="1447800"/>
            <a:ext cx="11344276" cy="3187700"/>
          </a:xfrm>
          <a:prstGeom prst="roundRect">
            <a:avLst>
              <a:gd name="adj" fmla="val 5214"/>
            </a:avLst>
          </a:prstGeom>
          <a:solidFill>
            <a:schemeClr val="accent2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8EA51287-32D5-806A-E111-85E666684B48}"/>
              </a:ext>
            </a:extLst>
          </p:cNvPr>
          <p:cNvSpPr/>
          <p:nvPr userDrawn="1"/>
        </p:nvSpPr>
        <p:spPr>
          <a:xfrm>
            <a:off x="423862" y="4787900"/>
            <a:ext cx="11344276" cy="1327149"/>
          </a:xfrm>
          <a:prstGeom prst="roundRect">
            <a:avLst>
              <a:gd name="adj" fmla="val 8447"/>
            </a:avLst>
          </a:prstGeom>
          <a:solidFill>
            <a:schemeClr val="bg1">
              <a:lumMod val="95000"/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5C29FC6-A806-064C-5252-1E05A248F336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9900575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9B91586-77C0-81CF-FCE6-B4322219D23C}"/>
              </a:ext>
            </a:extLst>
          </p:cNvPr>
          <p:cNvSpPr/>
          <p:nvPr userDrawn="1"/>
        </p:nvSpPr>
        <p:spPr>
          <a:xfrm>
            <a:off x="0" y="0"/>
            <a:ext cx="4829175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D275C5A-8D36-28C6-A1E8-EC5E2C8BAFFB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1461979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9B91586-77C0-81CF-FCE6-B4322219D23C}"/>
              </a:ext>
            </a:extLst>
          </p:cNvPr>
          <p:cNvSpPr/>
          <p:nvPr userDrawn="1"/>
        </p:nvSpPr>
        <p:spPr>
          <a:xfrm>
            <a:off x="1" y="0"/>
            <a:ext cx="3228974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5BD5E6C-54ED-F158-C96C-D280B0EB4626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4138642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B3ECA41-E5C6-B31A-97A7-A319815CD16F}"/>
              </a:ext>
            </a:extLst>
          </p:cNvPr>
          <p:cNvSpPr/>
          <p:nvPr userDrawn="1"/>
        </p:nvSpPr>
        <p:spPr>
          <a:xfrm>
            <a:off x="1" y="0"/>
            <a:ext cx="5386387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C80B086-9DFC-565A-63BF-AFA7E122041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672138" y="296127"/>
            <a:ext cx="6243638" cy="626574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pic>
        <p:nvPicPr>
          <p:cNvPr id="7" name="Picture 6" descr="A picture containing icon  Description automatically generated">
            <a:extLst>
              <a:ext uri="{FF2B5EF4-FFF2-40B4-BE49-F238E27FC236}">
                <a16:creationId xmlns:a16="http://schemas.microsoft.com/office/drawing/2014/main" id="{47E3E37B-5199-196A-6A7D-EAE05348286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0656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D9B91586-77C0-81CF-FCE6-B4322219D23C}"/>
              </a:ext>
            </a:extLst>
          </p:cNvPr>
          <p:cNvSpPr/>
          <p:nvPr userDrawn="1"/>
        </p:nvSpPr>
        <p:spPr>
          <a:xfrm>
            <a:off x="407306" y="1377696"/>
            <a:ext cx="11375996" cy="4730496"/>
          </a:xfrm>
          <a:prstGeom prst="roundRect">
            <a:avLst>
              <a:gd name="adj" fmla="val 4723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7B6159C-0B3E-A7CE-141D-47E2D7E33121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8899475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D9B91586-77C0-81CF-FCE6-B4322219D23C}"/>
              </a:ext>
            </a:extLst>
          </p:cNvPr>
          <p:cNvSpPr/>
          <p:nvPr userDrawn="1"/>
        </p:nvSpPr>
        <p:spPr>
          <a:xfrm>
            <a:off x="407306" y="976393"/>
            <a:ext cx="11375996" cy="5131799"/>
          </a:xfrm>
          <a:prstGeom prst="roundRect">
            <a:avLst>
              <a:gd name="adj" fmla="val 4723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49A7191-5C57-6119-5926-3BF39563C872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40304940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D9B91586-77C0-81CF-FCE6-B4322219D23C}"/>
              </a:ext>
            </a:extLst>
          </p:cNvPr>
          <p:cNvSpPr/>
          <p:nvPr userDrawn="1"/>
        </p:nvSpPr>
        <p:spPr>
          <a:xfrm>
            <a:off x="407306" y="1377696"/>
            <a:ext cx="6216233" cy="4730496"/>
          </a:xfrm>
          <a:prstGeom prst="roundRect">
            <a:avLst>
              <a:gd name="adj" fmla="val 4723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FA0C9C-00F6-3AEE-1615-94B547CB790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819900" y="1377696"/>
            <a:ext cx="4963402" cy="473049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DD0F9B-8108-9063-E8F9-5941E0D34615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1863911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FA0C9C-00F6-3AEE-1615-94B547CB790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819900" y="1377696"/>
            <a:ext cx="4963402" cy="473049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68586A2E-7B79-734C-F1EC-B25F118A52E2}"/>
              </a:ext>
            </a:extLst>
          </p:cNvPr>
          <p:cNvSpPr/>
          <p:nvPr userDrawn="1"/>
        </p:nvSpPr>
        <p:spPr>
          <a:xfrm>
            <a:off x="407306" y="2974848"/>
            <a:ext cx="6216233" cy="1524136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52F73E5A-B1DE-38CB-0D6F-617744D8178B}"/>
              </a:ext>
            </a:extLst>
          </p:cNvPr>
          <p:cNvSpPr/>
          <p:nvPr userDrawn="1"/>
        </p:nvSpPr>
        <p:spPr>
          <a:xfrm>
            <a:off x="407306" y="4584056"/>
            <a:ext cx="6216233" cy="1524136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FD268DA0-ACCE-419F-B4D3-2655FAD2BCB3}"/>
              </a:ext>
            </a:extLst>
          </p:cNvPr>
          <p:cNvSpPr/>
          <p:nvPr userDrawn="1"/>
        </p:nvSpPr>
        <p:spPr>
          <a:xfrm>
            <a:off x="407305" y="1377696"/>
            <a:ext cx="6216233" cy="1524136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D06600F-8505-767E-255C-107E635B9EF0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630741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FA0C9C-00F6-3AEE-1615-94B547CB790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819900" y="1377696"/>
            <a:ext cx="4963402" cy="473049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B14CDEB0-5E93-CD79-B394-29588489EEAB}"/>
              </a:ext>
            </a:extLst>
          </p:cNvPr>
          <p:cNvSpPr/>
          <p:nvPr userDrawn="1"/>
        </p:nvSpPr>
        <p:spPr>
          <a:xfrm>
            <a:off x="407305" y="4991100"/>
            <a:ext cx="6216233" cy="1117092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09033C2F-B537-5E0E-0426-95AE88AA2210}"/>
              </a:ext>
            </a:extLst>
          </p:cNvPr>
          <p:cNvSpPr/>
          <p:nvPr userDrawn="1"/>
        </p:nvSpPr>
        <p:spPr>
          <a:xfrm>
            <a:off x="407304" y="1377696"/>
            <a:ext cx="6216233" cy="1117092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3A627CD2-0668-6768-D701-66BDDD472E2D}"/>
              </a:ext>
            </a:extLst>
          </p:cNvPr>
          <p:cNvSpPr/>
          <p:nvPr userDrawn="1"/>
        </p:nvSpPr>
        <p:spPr>
          <a:xfrm>
            <a:off x="407303" y="2580894"/>
            <a:ext cx="6216233" cy="1117092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C44444CC-7BD6-F36A-977D-5EB0C1F8F98E}"/>
              </a:ext>
            </a:extLst>
          </p:cNvPr>
          <p:cNvSpPr/>
          <p:nvPr userDrawn="1"/>
        </p:nvSpPr>
        <p:spPr>
          <a:xfrm>
            <a:off x="407302" y="3779647"/>
            <a:ext cx="6216233" cy="1117092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070AB9B-5E75-7F68-B1A3-B5086CE7F017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5304738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D9B91586-77C0-81CF-FCE6-B4322219D23C}"/>
              </a:ext>
            </a:extLst>
          </p:cNvPr>
          <p:cNvSpPr/>
          <p:nvPr userDrawn="1"/>
        </p:nvSpPr>
        <p:spPr>
          <a:xfrm>
            <a:off x="5567069" y="1377696"/>
            <a:ext cx="6216233" cy="4730496"/>
          </a:xfrm>
          <a:prstGeom prst="roundRect">
            <a:avLst>
              <a:gd name="adj" fmla="val 4723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FA0C9C-00F6-3AEE-1615-94B547CB790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07306" y="1377696"/>
            <a:ext cx="4963402" cy="473049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E9EC71E-D582-30EE-FB6B-3C64744DCEAC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4688818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68586A2E-7B79-734C-F1EC-B25F118A52E2}"/>
              </a:ext>
            </a:extLst>
          </p:cNvPr>
          <p:cNvSpPr/>
          <p:nvPr userDrawn="1"/>
        </p:nvSpPr>
        <p:spPr>
          <a:xfrm>
            <a:off x="5567069" y="2974848"/>
            <a:ext cx="6216233" cy="1524136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52F73E5A-B1DE-38CB-0D6F-617744D8178B}"/>
              </a:ext>
            </a:extLst>
          </p:cNvPr>
          <p:cNvSpPr/>
          <p:nvPr userDrawn="1"/>
        </p:nvSpPr>
        <p:spPr>
          <a:xfrm>
            <a:off x="5567069" y="4584056"/>
            <a:ext cx="6216233" cy="1524136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FD268DA0-ACCE-419F-B4D3-2655FAD2BCB3}"/>
              </a:ext>
            </a:extLst>
          </p:cNvPr>
          <p:cNvSpPr/>
          <p:nvPr userDrawn="1"/>
        </p:nvSpPr>
        <p:spPr>
          <a:xfrm>
            <a:off x="5567068" y="1377696"/>
            <a:ext cx="6216233" cy="1524136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FA0C9C-00F6-3AEE-1615-94B547CB790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07306" y="1377696"/>
            <a:ext cx="4963402" cy="473049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9189129-6380-4BFD-D74A-7786E1ED0C8D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8906358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68586A2E-7B79-734C-F1EC-B25F118A52E2}"/>
              </a:ext>
            </a:extLst>
          </p:cNvPr>
          <p:cNvSpPr/>
          <p:nvPr userDrawn="1"/>
        </p:nvSpPr>
        <p:spPr>
          <a:xfrm>
            <a:off x="5567069" y="2974848"/>
            <a:ext cx="6216233" cy="1524136"/>
          </a:xfrm>
          <a:prstGeom prst="roundRect">
            <a:avLst>
              <a:gd name="adj" fmla="val 12526"/>
            </a:avLst>
          </a:prstGeom>
          <a:solidFill>
            <a:schemeClr val="accent4">
              <a:lumMod val="20000"/>
              <a:lumOff val="8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52F73E5A-B1DE-38CB-0D6F-617744D8178B}"/>
              </a:ext>
            </a:extLst>
          </p:cNvPr>
          <p:cNvSpPr/>
          <p:nvPr userDrawn="1"/>
        </p:nvSpPr>
        <p:spPr>
          <a:xfrm>
            <a:off x="5567069" y="4584056"/>
            <a:ext cx="6216233" cy="1524136"/>
          </a:xfrm>
          <a:prstGeom prst="roundRect">
            <a:avLst>
              <a:gd name="adj" fmla="val 12526"/>
            </a:avLst>
          </a:prstGeom>
          <a:solidFill>
            <a:schemeClr val="accent4">
              <a:lumMod val="20000"/>
              <a:lumOff val="8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FD268DA0-ACCE-419F-B4D3-2655FAD2BCB3}"/>
              </a:ext>
            </a:extLst>
          </p:cNvPr>
          <p:cNvSpPr/>
          <p:nvPr userDrawn="1"/>
        </p:nvSpPr>
        <p:spPr>
          <a:xfrm>
            <a:off x="5567068" y="1377696"/>
            <a:ext cx="6216233" cy="1524136"/>
          </a:xfrm>
          <a:prstGeom prst="roundRect">
            <a:avLst>
              <a:gd name="adj" fmla="val 12526"/>
            </a:avLst>
          </a:prstGeom>
          <a:solidFill>
            <a:schemeClr val="accent4">
              <a:lumMod val="20000"/>
              <a:lumOff val="8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FA0C9C-00F6-3AEE-1615-94B547CB790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07306" y="1377696"/>
            <a:ext cx="4963402" cy="473049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D86BD39-1476-4BFE-2D27-6B03E0A587F5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454443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B14CDEB0-5E93-CD79-B394-29588489EEAB}"/>
              </a:ext>
            </a:extLst>
          </p:cNvPr>
          <p:cNvSpPr/>
          <p:nvPr userDrawn="1"/>
        </p:nvSpPr>
        <p:spPr>
          <a:xfrm>
            <a:off x="5568465" y="4991100"/>
            <a:ext cx="6216233" cy="1117092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09033C2F-B537-5E0E-0426-95AE88AA2210}"/>
              </a:ext>
            </a:extLst>
          </p:cNvPr>
          <p:cNvSpPr/>
          <p:nvPr userDrawn="1"/>
        </p:nvSpPr>
        <p:spPr>
          <a:xfrm>
            <a:off x="5568464" y="1377696"/>
            <a:ext cx="6216233" cy="1117092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3A627CD2-0668-6768-D701-66BDDD472E2D}"/>
              </a:ext>
            </a:extLst>
          </p:cNvPr>
          <p:cNvSpPr/>
          <p:nvPr userDrawn="1"/>
        </p:nvSpPr>
        <p:spPr>
          <a:xfrm>
            <a:off x="5568463" y="2580894"/>
            <a:ext cx="6216233" cy="1117092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C44444CC-7BD6-F36A-977D-5EB0C1F8F98E}"/>
              </a:ext>
            </a:extLst>
          </p:cNvPr>
          <p:cNvSpPr/>
          <p:nvPr userDrawn="1"/>
        </p:nvSpPr>
        <p:spPr>
          <a:xfrm>
            <a:off x="5568462" y="3779647"/>
            <a:ext cx="6216233" cy="1117092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FA0C9C-00F6-3AEE-1615-94B547CB790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07302" y="1396492"/>
            <a:ext cx="4963402" cy="473049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FA7D6BE-E8F8-9196-4E16-D2561A751B70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5480107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D9B91586-77C0-81CF-FCE6-B4322219D23C}"/>
              </a:ext>
            </a:extLst>
          </p:cNvPr>
          <p:cNvSpPr/>
          <p:nvPr userDrawn="1"/>
        </p:nvSpPr>
        <p:spPr>
          <a:xfrm>
            <a:off x="407306" y="976393"/>
            <a:ext cx="6216233" cy="5131799"/>
          </a:xfrm>
          <a:prstGeom prst="roundRect">
            <a:avLst>
              <a:gd name="adj" fmla="val 4723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9263E1BC-BA86-EE78-5A17-45E164F806B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858000" y="976393"/>
            <a:ext cx="4925302" cy="5131799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184A707-6001-F396-74B1-D60393AA987F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41241157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D9B91586-77C0-81CF-FCE6-B4322219D23C}"/>
              </a:ext>
            </a:extLst>
          </p:cNvPr>
          <p:cNvSpPr/>
          <p:nvPr userDrawn="1"/>
        </p:nvSpPr>
        <p:spPr>
          <a:xfrm>
            <a:off x="5567069" y="976393"/>
            <a:ext cx="6216233" cy="5131799"/>
          </a:xfrm>
          <a:prstGeom prst="roundRect">
            <a:avLst>
              <a:gd name="adj" fmla="val 4723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9263E1BC-BA86-EE78-5A17-45E164F806B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07306" y="976393"/>
            <a:ext cx="4925302" cy="5131799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BBE8DC5-0080-768E-2D8E-212E9F1C973D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8490952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B3ECA41-E5C6-B31A-97A7-A319815CD16F}"/>
              </a:ext>
            </a:extLst>
          </p:cNvPr>
          <p:cNvSpPr/>
          <p:nvPr userDrawn="1"/>
        </p:nvSpPr>
        <p:spPr>
          <a:xfrm>
            <a:off x="1" y="0"/>
            <a:ext cx="5386387" cy="6858000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C80B086-9DFC-565A-63BF-AFA7E122041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672138" y="296127"/>
            <a:ext cx="6243638" cy="626574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pic>
        <p:nvPicPr>
          <p:cNvPr id="6" name="Picture 5" descr="A white letter on a black background  Description automatically generated">
            <a:extLst>
              <a:ext uri="{FF2B5EF4-FFF2-40B4-BE49-F238E27FC236}">
                <a16:creationId xmlns:a16="http://schemas.microsoft.com/office/drawing/2014/main" id="{A7ABA095-2651-BB47-9A52-EFF28933380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13654" y="6291263"/>
            <a:ext cx="1274620" cy="366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13228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B3ECA41-E5C6-B31A-97A7-A319815CD16F}"/>
              </a:ext>
            </a:extLst>
          </p:cNvPr>
          <p:cNvSpPr/>
          <p:nvPr userDrawn="1"/>
        </p:nvSpPr>
        <p:spPr>
          <a:xfrm>
            <a:off x="1" y="0"/>
            <a:ext cx="5386387" cy="6858000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114102" r="-114102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C80B086-9DFC-565A-63BF-AFA7E122041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672138" y="296127"/>
            <a:ext cx="6243638" cy="626574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pic>
        <p:nvPicPr>
          <p:cNvPr id="6" name="Picture 5" descr="A white letter on a black background  Description automatically generated">
            <a:extLst>
              <a:ext uri="{FF2B5EF4-FFF2-40B4-BE49-F238E27FC236}">
                <a16:creationId xmlns:a16="http://schemas.microsoft.com/office/drawing/2014/main" id="{A7ABA095-2651-BB47-9A52-EFF28933380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13654" y="6291263"/>
            <a:ext cx="1274620" cy="366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38517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B3ECA41-E5C6-B31A-97A7-A319815CD16F}"/>
              </a:ext>
            </a:extLst>
          </p:cNvPr>
          <p:cNvSpPr/>
          <p:nvPr userDrawn="1"/>
        </p:nvSpPr>
        <p:spPr>
          <a:xfrm>
            <a:off x="6805613" y="0"/>
            <a:ext cx="5386387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26858" y="6292733"/>
            <a:ext cx="1274618" cy="365125"/>
          </a:xfrm>
          <a:prstGeom prst="rect">
            <a:avLst/>
          </a:prstGeom>
        </p:spPr>
      </p:pic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C80B086-9DFC-565A-63BF-AFA7E122041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76224" y="296127"/>
            <a:ext cx="6243638" cy="626574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4651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6932C3A-9AC2-21CB-E7D3-ED3554FD52A2}"/>
              </a:ext>
            </a:extLst>
          </p:cNvPr>
          <p:cNvSpPr/>
          <p:nvPr userDrawn="1"/>
        </p:nvSpPr>
        <p:spPr>
          <a:xfrm>
            <a:off x="6805613" y="0"/>
            <a:ext cx="5386387" cy="6858000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114102" r="-114102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Picture Placeholder 4">
            <a:extLst>
              <a:ext uri="{FF2B5EF4-FFF2-40B4-BE49-F238E27FC236}">
                <a16:creationId xmlns:a16="http://schemas.microsoft.com/office/drawing/2014/main" id="{3E25CA53-DBC1-674D-C420-40C8FD4AB56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76224" y="296127"/>
            <a:ext cx="6243638" cy="626574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pic>
        <p:nvPicPr>
          <p:cNvPr id="4" name="Picture 3" descr="A picture containing icon  Description automatically generated">
            <a:extLst>
              <a:ext uri="{FF2B5EF4-FFF2-40B4-BE49-F238E27FC236}">
                <a16:creationId xmlns:a16="http://schemas.microsoft.com/office/drawing/2014/main" id="{1F4E58B4-EA51-93B3-B053-B0E058674E3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46000"/>
                    </a14:imgEffect>
                    <a14:imgEffect>
                      <a14:saturation sat="400000"/>
                    </a14:imgEffect>
                    <a14:imgEffect>
                      <a14:brightnessContrast bright="100000" contras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526858" y="6229233"/>
            <a:ext cx="1274618" cy="36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56420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D85A44C-CC95-2306-F70C-D77577992CC7}"/>
              </a:ext>
            </a:extLst>
          </p:cNvPr>
          <p:cNvSpPr/>
          <p:nvPr userDrawn="1"/>
        </p:nvSpPr>
        <p:spPr>
          <a:xfrm>
            <a:off x="6805613" y="0"/>
            <a:ext cx="5386387" cy="6858000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Picture Placeholder 4">
            <a:extLst>
              <a:ext uri="{FF2B5EF4-FFF2-40B4-BE49-F238E27FC236}">
                <a16:creationId xmlns:a16="http://schemas.microsoft.com/office/drawing/2014/main" id="{3E25CA53-DBC1-674D-C420-40C8FD4AB56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76224" y="296127"/>
            <a:ext cx="6243638" cy="626574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pic>
        <p:nvPicPr>
          <p:cNvPr id="4" name="Picture 3" descr="A picture containing icon  Description automatically generated">
            <a:extLst>
              <a:ext uri="{FF2B5EF4-FFF2-40B4-BE49-F238E27FC236}">
                <a16:creationId xmlns:a16="http://schemas.microsoft.com/office/drawing/2014/main" id="{1F4E58B4-EA51-93B3-B053-B0E058674E3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46000"/>
                    </a14:imgEffect>
                    <a14:imgEffect>
                      <a14:saturation sat="400000"/>
                    </a14:imgEffect>
                    <a14:imgEffect>
                      <a14:brightnessContrast bright="100000" contras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526858" y="6229233"/>
            <a:ext cx="1274618" cy="36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13629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B3ECA41-E5C6-B31A-97A7-A319815CD16F}"/>
              </a:ext>
            </a:extLst>
          </p:cNvPr>
          <p:cNvSpPr/>
          <p:nvPr userDrawn="1"/>
        </p:nvSpPr>
        <p:spPr>
          <a:xfrm>
            <a:off x="1" y="0"/>
            <a:ext cx="5386387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C80B086-9DFC-565A-63BF-AFA7E122041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672138" y="296127"/>
            <a:ext cx="6243638" cy="626574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pic>
        <p:nvPicPr>
          <p:cNvPr id="7" name="Picture 6" descr="A picture containing icon  Description automatically generated">
            <a:extLst>
              <a:ext uri="{FF2B5EF4-FFF2-40B4-BE49-F238E27FC236}">
                <a16:creationId xmlns:a16="http://schemas.microsoft.com/office/drawing/2014/main" id="{47E3E37B-5199-196A-6A7D-EAE05348286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28861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B3ECA41-E5C6-B31A-97A7-A319815CD16F}"/>
              </a:ext>
            </a:extLst>
          </p:cNvPr>
          <p:cNvSpPr/>
          <p:nvPr userDrawn="1"/>
        </p:nvSpPr>
        <p:spPr>
          <a:xfrm>
            <a:off x="1" y="0"/>
            <a:ext cx="2984499" cy="6858000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A white letter on a black background  Description automatically generated">
            <a:extLst>
              <a:ext uri="{FF2B5EF4-FFF2-40B4-BE49-F238E27FC236}">
                <a16:creationId xmlns:a16="http://schemas.microsoft.com/office/drawing/2014/main" id="{A7ABA095-2651-BB47-9A52-EFF28933380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13654" y="6291263"/>
            <a:ext cx="1274620" cy="366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48953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845517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71" r:id="rId4"/>
    <p:sldLayoutId id="2147483675" r:id="rId5"/>
    <p:sldLayoutId id="2147483673" r:id="rId6"/>
    <p:sldLayoutId id="2147483676" r:id="rId7"/>
    <p:sldLayoutId id="2147483674" r:id="rId8"/>
    <p:sldLayoutId id="2147483677" r:id="rId9"/>
    <p:sldLayoutId id="2147483672" r:id="rId10"/>
    <p:sldLayoutId id="2147483652" r:id="rId11"/>
    <p:sldLayoutId id="2147483653" r:id="rId12"/>
    <p:sldLayoutId id="2147483655" r:id="rId13"/>
    <p:sldLayoutId id="2147483662" r:id="rId14"/>
    <p:sldLayoutId id="2147483666" r:id="rId15"/>
    <p:sldLayoutId id="2147483668" r:id="rId16"/>
    <p:sldLayoutId id="2147483678" r:id="rId17"/>
    <p:sldLayoutId id="2147483680" r:id="rId18"/>
    <p:sldLayoutId id="2147483669" r:id="rId19"/>
    <p:sldLayoutId id="2147483679" r:id="rId20"/>
    <p:sldLayoutId id="2147483682" r:id="rId21"/>
    <p:sldLayoutId id="2147483681" r:id="rId22"/>
    <p:sldLayoutId id="2147483667" r:id="rId23"/>
    <p:sldLayoutId id="2147483670" r:id="rId24"/>
    <p:sldLayoutId id="2147483657" r:id="rId25"/>
    <p:sldLayoutId id="2147483664" r:id="rId26"/>
    <p:sldLayoutId id="2147483654" r:id="rId27"/>
    <p:sldLayoutId id="2147483656" r:id="rId28"/>
    <p:sldLayoutId id="2147483665" r:id="rId29"/>
    <p:sldLayoutId id="2147483658" r:id="rId30"/>
    <p:sldLayoutId id="2147483659" r:id="rId3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205.svg"/><Relationship Id="rId3" Type="http://schemas.openxmlformats.org/officeDocument/2006/relationships/image" Target="../media/image206.svg"/><Relationship Id="rId4" Type="http://schemas.openxmlformats.org/officeDocument/2006/relationships/image" Target="../media/image207.svg"/><Relationship Id="rId5" Type="http://schemas.openxmlformats.org/officeDocument/2006/relationships/image" Target="../media/image208.svg"/><Relationship Id="rId6" Type="http://schemas.openxmlformats.org/officeDocument/2006/relationships/image" Target="../media/image22.svg"/><Relationship Id="rId7" Type="http://schemas.openxmlformats.org/officeDocument/2006/relationships/image" Target="../media/image209.sv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205.svg"/><Relationship Id="rId3" Type="http://schemas.openxmlformats.org/officeDocument/2006/relationships/image" Target="../media/image206.svg"/><Relationship Id="rId4" Type="http://schemas.openxmlformats.org/officeDocument/2006/relationships/image" Target="../media/image207.svg"/><Relationship Id="rId5" Type="http://schemas.openxmlformats.org/officeDocument/2006/relationships/image" Target="../media/image208.svg"/><Relationship Id="rId6" Type="http://schemas.openxmlformats.org/officeDocument/2006/relationships/image" Target="../media/image22.svg"/><Relationship Id="rId7" Type="http://schemas.openxmlformats.org/officeDocument/2006/relationships/image" Target="../media/image209.sv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0.png"/><Relationship Id="rId3" Type="http://schemas.openxmlformats.org/officeDocument/2006/relationships/image" Target="../media/image211.png"/><Relationship Id="rId4" Type="http://schemas.openxmlformats.org/officeDocument/2006/relationships/image" Target="../media/image21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0.png"/><Relationship Id="rId3" Type="http://schemas.openxmlformats.org/officeDocument/2006/relationships/image" Target="../media/image211.png"/><Relationship Id="rId4" Type="http://schemas.openxmlformats.org/officeDocument/2006/relationships/image" Target="../media/image21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1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1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1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diagramData" Target="../diagrams/data1.xml"/><Relationship Id="rId3" Type="http://schemas.openxmlformats.org/officeDocument/2006/relationships/diagramLayout" Target="../diagrams/layout1.xml"/><Relationship Id="rId4" Type="http://schemas.openxmlformats.org/officeDocument/2006/relationships/diagramQuickStyle" Target="../diagrams/quickStyle1.xml"/><Relationship Id="rId5" Type="http://schemas.openxmlformats.org/officeDocument/2006/relationships/diagramColors" Target="../diagrams/colors1.xml"/><Relationship Id="rId6" Type="http://schemas.microsoft.com/office/2007/relationships/diagramDrawing" Target="../diagrams/drawing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diagramData" Target="../diagrams/data2.xml"/><Relationship Id="rId3" Type="http://schemas.openxmlformats.org/officeDocument/2006/relationships/diagramLayout" Target="../diagrams/layout2.xml"/><Relationship Id="rId4" Type="http://schemas.openxmlformats.org/officeDocument/2006/relationships/diagramQuickStyle" Target="../diagrams/quickStyle2.xml"/><Relationship Id="rId5" Type="http://schemas.openxmlformats.org/officeDocument/2006/relationships/diagramColors" Target="../diagrams/colors2.xml"/><Relationship Id="rId6" Type="http://schemas.microsoft.com/office/2007/relationships/diagramDrawing" Target="../diagrams/drawing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14.png"/><Relationship Id="rId3" Type="http://schemas.openxmlformats.org/officeDocument/2006/relationships/image" Target="../media/image215.png"/><Relationship Id="rId4" Type="http://schemas.openxmlformats.org/officeDocument/2006/relationships/image" Target="../media/image216.png"/><Relationship Id="rId5" Type="http://schemas.openxmlformats.org/officeDocument/2006/relationships/image" Target="../media/image217.png"/><Relationship Id="rId6" Type="http://schemas.openxmlformats.org/officeDocument/2006/relationships/image" Target="../media/image218.png"/><Relationship Id="rId7" Type="http://schemas.openxmlformats.org/officeDocument/2006/relationships/image" Target="../media/image219.png"/><Relationship Id="rId8" Type="http://schemas.openxmlformats.org/officeDocument/2006/relationships/image" Target="../media/image220.png"/><Relationship Id="rId9" Type="http://schemas.openxmlformats.org/officeDocument/2006/relationships/image" Target="../media/image221.png"/><Relationship Id="rId10" Type="http://schemas.openxmlformats.org/officeDocument/2006/relationships/image" Target="../media/image222.png"/><Relationship Id="rId11" Type="http://schemas.openxmlformats.org/officeDocument/2006/relationships/image" Target="../media/image22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24.png"/><Relationship Id="rId3" Type="http://schemas.openxmlformats.org/officeDocument/2006/relationships/image" Target="../media/image225.png"/><Relationship Id="rId4" Type="http://schemas.openxmlformats.org/officeDocument/2006/relationships/image" Target="../media/image226.png"/><Relationship Id="rId5" Type="http://schemas.openxmlformats.org/officeDocument/2006/relationships/image" Target="../media/image227.png"/><Relationship Id="rId6" Type="http://schemas.openxmlformats.org/officeDocument/2006/relationships/image" Target="../media/image228.png"/><Relationship Id="rId7" Type="http://schemas.openxmlformats.org/officeDocument/2006/relationships/image" Target="../media/image229.png"/><Relationship Id="rId8" Type="http://schemas.openxmlformats.org/officeDocument/2006/relationships/image" Target="../media/image230.png"/><Relationship Id="rId9" Type="http://schemas.openxmlformats.org/officeDocument/2006/relationships/image" Target="../media/image231.png"/><Relationship Id="rId10" Type="http://schemas.openxmlformats.org/officeDocument/2006/relationships/image" Target="../media/image232.png"/><Relationship Id="rId11" Type="http://schemas.openxmlformats.org/officeDocument/2006/relationships/image" Target="../media/image23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8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4.png"/><Relationship Id="rId3" Type="http://schemas.openxmlformats.org/officeDocument/2006/relationships/image" Target="../media/image235.png"/><Relationship Id="rId4" Type="http://schemas.openxmlformats.org/officeDocument/2006/relationships/image" Target="../media/image236.png"/><Relationship Id="rId5" Type="http://schemas.openxmlformats.org/officeDocument/2006/relationships/image" Target="../media/image237.png"/><Relationship Id="rId6" Type="http://schemas.openxmlformats.org/officeDocument/2006/relationships/image" Target="../media/image238.png"/><Relationship Id="rId7" Type="http://schemas.openxmlformats.org/officeDocument/2006/relationships/image" Target="../media/image239.png"/><Relationship Id="rId8" Type="http://schemas.openxmlformats.org/officeDocument/2006/relationships/image" Target="../media/image240.png"/><Relationship Id="rId9" Type="http://schemas.openxmlformats.org/officeDocument/2006/relationships/image" Target="../media/image241.png"/><Relationship Id="rId10" Type="http://schemas.openxmlformats.org/officeDocument/2006/relationships/image" Target="../media/image242.png"/><Relationship Id="rId11" Type="http://schemas.openxmlformats.org/officeDocument/2006/relationships/image" Target="../media/image24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chart" Target="../charts/chart3.xml"/><Relationship Id="rId3" Type="http://schemas.openxmlformats.org/officeDocument/2006/relationships/chart" Target="../charts/chart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chart" Target="../charts/chart5.xml"/><Relationship Id="rId3" Type="http://schemas.openxmlformats.org/officeDocument/2006/relationships/chart" Target="../charts/chart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chart" Target="../charts/chart7.xml"/><Relationship Id="rId3" Type="http://schemas.openxmlformats.org/officeDocument/2006/relationships/image" Target="../media/image244.sv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45.png"/><Relationship Id="rId3" Type="http://schemas.openxmlformats.org/officeDocument/2006/relationships/image" Target="../media/image244.sv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46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47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chart" Target="../charts/chart8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48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49.png"/><Relationship Id="rId3" Type="http://schemas.openxmlformats.org/officeDocument/2006/relationships/image" Target="../media/image25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5EC145-B174-0FC9-5845-CFAD288298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4C84E22-E69B-E2A2-AEED-93AE03E8B412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Infographic Name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1B5B5E1-C02A-1A42-9BC4-21E4E1BD587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93737" y="1224368"/>
            <a:ext cx="10821988" cy="4648550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Google Shape;4415;p272">
            <a:extLst>
              <a:ext uri="{FF2B5EF4-FFF2-40B4-BE49-F238E27FC236}">
                <a16:creationId xmlns:a16="http://schemas.microsoft.com/office/drawing/2014/main" id="{520247D8-DE82-BEE8-04BB-3CE21F6E358C}"/>
              </a:ext>
            </a:extLst>
          </p:cNvPr>
          <p:cNvSpPr/>
          <p:nvPr/>
        </p:nvSpPr>
        <p:spPr>
          <a:xfrm>
            <a:off x="1073150" y="1800509"/>
            <a:ext cx="9986962" cy="3480393"/>
          </a:xfrm>
          <a:custGeom>
            <a:avLst/>
            <a:gdLst/>
            <a:ahLst/>
            <a:cxnLst/>
            <a:rect l="l" t="t" r="r" b="b"/>
            <a:pathLst>
              <a:path w="13838" h="6349" extrusionOk="0">
                <a:moveTo>
                  <a:pt x="0" y="2730"/>
                </a:moveTo>
                <a:lnTo>
                  <a:pt x="1380" y="2730"/>
                </a:lnTo>
                <a:lnTo>
                  <a:pt x="1380" y="2730"/>
                </a:lnTo>
                <a:lnTo>
                  <a:pt x="1416" y="2730"/>
                </a:lnTo>
                <a:lnTo>
                  <a:pt x="1452" y="2734"/>
                </a:lnTo>
                <a:lnTo>
                  <a:pt x="1488" y="2738"/>
                </a:lnTo>
                <a:lnTo>
                  <a:pt x="1522" y="2744"/>
                </a:lnTo>
                <a:lnTo>
                  <a:pt x="1556" y="2752"/>
                </a:lnTo>
                <a:lnTo>
                  <a:pt x="1590" y="2762"/>
                </a:lnTo>
                <a:lnTo>
                  <a:pt x="1622" y="2772"/>
                </a:lnTo>
                <a:lnTo>
                  <a:pt x="1654" y="2786"/>
                </a:lnTo>
                <a:lnTo>
                  <a:pt x="1686" y="2800"/>
                </a:lnTo>
                <a:lnTo>
                  <a:pt x="1716" y="2816"/>
                </a:lnTo>
                <a:lnTo>
                  <a:pt x="1746" y="2832"/>
                </a:lnTo>
                <a:lnTo>
                  <a:pt x="1774" y="2850"/>
                </a:lnTo>
                <a:lnTo>
                  <a:pt x="1802" y="2870"/>
                </a:lnTo>
                <a:lnTo>
                  <a:pt x="1830" y="2892"/>
                </a:lnTo>
                <a:lnTo>
                  <a:pt x="1854" y="2914"/>
                </a:lnTo>
                <a:lnTo>
                  <a:pt x="1880" y="2938"/>
                </a:lnTo>
                <a:lnTo>
                  <a:pt x="1902" y="2962"/>
                </a:lnTo>
                <a:lnTo>
                  <a:pt x="1924" y="2988"/>
                </a:lnTo>
                <a:lnTo>
                  <a:pt x="1946" y="3014"/>
                </a:lnTo>
                <a:lnTo>
                  <a:pt x="1966" y="3042"/>
                </a:lnTo>
                <a:lnTo>
                  <a:pt x="1984" y="3070"/>
                </a:lnTo>
                <a:lnTo>
                  <a:pt x="2002" y="3100"/>
                </a:lnTo>
                <a:lnTo>
                  <a:pt x="2016" y="3130"/>
                </a:lnTo>
                <a:lnTo>
                  <a:pt x="2032" y="3162"/>
                </a:lnTo>
                <a:lnTo>
                  <a:pt x="2044" y="3193"/>
                </a:lnTo>
                <a:lnTo>
                  <a:pt x="2054" y="3225"/>
                </a:lnTo>
                <a:lnTo>
                  <a:pt x="2064" y="3259"/>
                </a:lnTo>
                <a:lnTo>
                  <a:pt x="2072" y="3293"/>
                </a:lnTo>
                <a:lnTo>
                  <a:pt x="2078" y="3329"/>
                </a:lnTo>
                <a:lnTo>
                  <a:pt x="2084" y="3363"/>
                </a:lnTo>
                <a:lnTo>
                  <a:pt x="2086" y="3399"/>
                </a:lnTo>
                <a:lnTo>
                  <a:pt x="2086" y="3435"/>
                </a:lnTo>
                <a:lnTo>
                  <a:pt x="2086" y="5643"/>
                </a:lnTo>
                <a:lnTo>
                  <a:pt x="2086" y="5643"/>
                </a:lnTo>
                <a:lnTo>
                  <a:pt x="2088" y="5679"/>
                </a:lnTo>
                <a:lnTo>
                  <a:pt x="2090" y="5715"/>
                </a:lnTo>
                <a:lnTo>
                  <a:pt x="2096" y="5751"/>
                </a:lnTo>
                <a:lnTo>
                  <a:pt x="2102" y="5785"/>
                </a:lnTo>
                <a:lnTo>
                  <a:pt x="2110" y="5819"/>
                </a:lnTo>
                <a:lnTo>
                  <a:pt x="2118" y="5853"/>
                </a:lnTo>
                <a:lnTo>
                  <a:pt x="2130" y="5885"/>
                </a:lnTo>
                <a:lnTo>
                  <a:pt x="2142" y="5917"/>
                </a:lnTo>
                <a:lnTo>
                  <a:pt x="2156" y="5949"/>
                </a:lnTo>
                <a:lnTo>
                  <a:pt x="2172" y="5979"/>
                </a:lnTo>
                <a:lnTo>
                  <a:pt x="2190" y="6009"/>
                </a:lnTo>
                <a:lnTo>
                  <a:pt x="2208" y="6037"/>
                </a:lnTo>
                <a:lnTo>
                  <a:pt x="2228" y="6065"/>
                </a:lnTo>
                <a:lnTo>
                  <a:pt x="2248" y="6093"/>
                </a:lnTo>
                <a:lnTo>
                  <a:pt x="2272" y="6117"/>
                </a:lnTo>
                <a:lnTo>
                  <a:pt x="2294" y="6143"/>
                </a:lnTo>
                <a:lnTo>
                  <a:pt x="2320" y="6165"/>
                </a:lnTo>
                <a:lnTo>
                  <a:pt x="2344" y="6187"/>
                </a:lnTo>
                <a:lnTo>
                  <a:pt x="2372" y="6209"/>
                </a:lnTo>
                <a:lnTo>
                  <a:pt x="2400" y="6229"/>
                </a:lnTo>
                <a:lnTo>
                  <a:pt x="2428" y="6247"/>
                </a:lnTo>
                <a:lnTo>
                  <a:pt x="2458" y="6265"/>
                </a:lnTo>
                <a:lnTo>
                  <a:pt x="2488" y="6279"/>
                </a:lnTo>
                <a:lnTo>
                  <a:pt x="2520" y="6295"/>
                </a:lnTo>
                <a:lnTo>
                  <a:pt x="2552" y="6307"/>
                </a:lnTo>
                <a:lnTo>
                  <a:pt x="2584" y="6317"/>
                </a:lnTo>
                <a:lnTo>
                  <a:pt x="2618" y="6327"/>
                </a:lnTo>
                <a:lnTo>
                  <a:pt x="2652" y="6335"/>
                </a:lnTo>
                <a:lnTo>
                  <a:pt x="2686" y="6341"/>
                </a:lnTo>
                <a:lnTo>
                  <a:pt x="2722" y="6347"/>
                </a:lnTo>
                <a:lnTo>
                  <a:pt x="2758" y="6349"/>
                </a:lnTo>
                <a:lnTo>
                  <a:pt x="2794" y="6349"/>
                </a:lnTo>
                <a:lnTo>
                  <a:pt x="3840" y="6349"/>
                </a:lnTo>
                <a:lnTo>
                  <a:pt x="3840" y="6349"/>
                </a:lnTo>
                <a:lnTo>
                  <a:pt x="3876" y="6349"/>
                </a:lnTo>
                <a:lnTo>
                  <a:pt x="3912" y="6347"/>
                </a:lnTo>
                <a:lnTo>
                  <a:pt x="3948" y="6341"/>
                </a:lnTo>
                <a:lnTo>
                  <a:pt x="3982" y="6335"/>
                </a:lnTo>
                <a:lnTo>
                  <a:pt x="4016" y="6327"/>
                </a:lnTo>
                <a:lnTo>
                  <a:pt x="4050" y="6317"/>
                </a:lnTo>
                <a:lnTo>
                  <a:pt x="4082" y="6307"/>
                </a:lnTo>
                <a:lnTo>
                  <a:pt x="4114" y="6295"/>
                </a:lnTo>
                <a:lnTo>
                  <a:pt x="4146" y="6279"/>
                </a:lnTo>
                <a:lnTo>
                  <a:pt x="4176" y="6265"/>
                </a:lnTo>
                <a:lnTo>
                  <a:pt x="4206" y="6247"/>
                </a:lnTo>
                <a:lnTo>
                  <a:pt x="4234" y="6229"/>
                </a:lnTo>
                <a:lnTo>
                  <a:pt x="4262" y="6209"/>
                </a:lnTo>
                <a:lnTo>
                  <a:pt x="4290" y="6187"/>
                </a:lnTo>
                <a:lnTo>
                  <a:pt x="4314" y="6165"/>
                </a:lnTo>
                <a:lnTo>
                  <a:pt x="4340" y="6143"/>
                </a:lnTo>
                <a:lnTo>
                  <a:pt x="4362" y="6117"/>
                </a:lnTo>
                <a:lnTo>
                  <a:pt x="4386" y="6093"/>
                </a:lnTo>
                <a:lnTo>
                  <a:pt x="4406" y="6065"/>
                </a:lnTo>
                <a:lnTo>
                  <a:pt x="4426" y="6037"/>
                </a:lnTo>
                <a:lnTo>
                  <a:pt x="4444" y="6009"/>
                </a:lnTo>
                <a:lnTo>
                  <a:pt x="4462" y="5979"/>
                </a:lnTo>
                <a:lnTo>
                  <a:pt x="4478" y="5949"/>
                </a:lnTo>
                <a:lnTo>
                  <a:pt x="4492" y="5917"/>
                </a:lnTo>
                <a:lnTo>
                  <a:pt x="4504" y="5885"/>
                </a:lnTo>
                <a:lnTo>
                  <a:pt x="4516" y="5853"/>
                </a:lnTo>
                <a:lnTo>
                  <a:pt x="4524" y="5819"/>
                </a:lnTo>
                <a:lnTo>
                  <a:pt x="4532" y="5785"/>
                </a:lnTo>
                <a:lnTo>
                  <a:pt x="4538" y="5751"/>
                </a:lnTo>
                <a:lnTo>
                  <a:pt x="4544" y="5715"/>
                </a:lnTo>
                <a:lnTo>
                  <a:pt x="4546" y="5679"/>
                </a:lnTo>
                <a:lnTo>
                  <a:pt x="4548" y="5643"/>
                </a:lnTo>
                <a:lnTo>
                  <a:pt x="4548" y="1900"/>
                </a:lnTo>
                <a:lnTo>
                  <a:pt x="4548" y="1900"/>
                </a:lnTo>
                <a:lnTo>
                  <a:pt x="4548" y="1864"/>
                </a:lnTo>
                <a:lnTo>
                  <a:pt x="4550" y="1828"/>
                </a:lnTo>
                <a:lnTo>
                  <a:pt x="4556" y="1794"/>
                </a:lnTo>
                <a:lnTo>
                  <a:pt x="4562" y="1758"/>
                </a:lnTo>
                <a:lnTo>
                  <a:pt x="4570" y="1724"/>
                </a:lnTo>
                <a:lnTo>
                  <a:pt x="4578" y="1692"/>
                </a:lnTo>
                <a:lnTo>
                  <a:pt x="4590" y="1658"/>
                </a:lnTo>
                <a:lnTo>
                  <a:pt x="4602" y="1626"/>
                </a:lnTo>
                <a:lnTo>
                  <a:pt x="4618" y="1594"/>
                </a:lnTo>
                <a:lnTo>
                  <a:pt x="4632" y="1564"/>
                </a:lnTo>
                <a:lnTo>
                  <a:pt x="4650" y="1534"/>
                </a:lnTo>
                <a:lnTo>
                  <a:pt x="4668" y="1506"/>
                </a:lnTo>
                <a:lnTo>
                  <a:pt x="4688" y="1478"/>
                </a:lnTo>
                <a:lnTo>
                  <a:pt x="4708" y="1452"/>
                </a:lnTo>
                <a:lnTo>
                  <a:pt x="4732" y="1426"/>
                </a:lnTo>
                <a:lnTo>
                  <a:pt x="4754" y="1402"/>
                </a:lnTo>
                <a:lnTo>
                  <a:pt x="4780" y="1378"/>
                </a:lnTo>
                <a:lnTo>
                  <a:pt x="4804" y="1356"/>
                </a:lnTo>
                <a:lnTo>
                  <a:pt x="4832" y="1334"/>
                </a:lnTo>
                <a:lnTo>
                  <a:pt x="4860" y="1316"/>
                </a:lnTo>
                <a:lnTo>
                  <a:pt x="4888" y="1296"/>
                </a:lnTo>
                <a:lnTo>
                  <a:pt x="4918" y="1280"/>
                </a:lnTo>
                <a:lnTo>
                  <a:pt x="4948" y="1264"/>
                </a:lnTo>
                <a:lnTo>
                  <a:pt x="4980" y="1250"/>
                </a:lnTo>
                <a:lnTo>
                  <a:pt x="5012" y="1238"/>
                </a:lnTo>
                <a:lnTo>
                  <a:pt x="5044" y="1226"/>
                </a:lnTo>
                <a:lnTo>
                  <a:pt x="5078" y="1216"/>
                </a:lnTo>
                <a:lnTo>
                  <a:pt x="5112" y="1208"/>
                </a:lnTo>
                <a:lnTo>
                  <a:pt x="5146" y="1202"/>
                </a:lnTo>
                <a:lnTo>
                  <a:pt x="5182" y="1198"/>
                </a:lnTo>
                <a:lnTo>
                  <a:pt x="5218" y="1194"/>
                </a:lnTo>
                <a:lnTo>
                  <a:pt x="5254" y="1194"/>
                </a:lnTo>
                <a:lnTo>
                  <a:pt x="6258" y="1194"/>
                </a:lnTo>
                <a:lnTo>
                  <a:pt x="6258" y="1194"/>
                </a:lnTo>
                <a:lnTo>
                  <a:pt x="6294" y="1194"/>
                </a:lnTo>
                <a:lnTo>
                  <a:pt x="6330" y="1198"/>
                </a:lnTo>
                <a:lnTo>
                  <a:pt x="6364" y="1202"/>
                </a:lnTo>
                <a:lnTo>
                  <a:pt x="6400" y="1208"/>
                </a:lnTo>
                <a:lnTo>
                  <a:pt x="6434" y="1216"/>
                </a:lnTo>
                <a:lnTo>
                  <a:pt x="6468" y="1226"/>
                </a:lnTo>
                <a:lnTo>
                  <a:pt x="6500" y="1238"/>
                </a:lnTo>
                <a:lnTo>
                  <a:pt x="6532" y="1250"/>
                </a:lnTo>
                <a:lnTo>
                  <a:pt x="6564" y="1264"/>
                </a:lnTo>
                <a:lnTo>
                  <a:pt x="6594" y="1280"/>
                </a:lnTo>
                <a:lnTo>
                  <a:pt x="6624" y="1296"/>
                </a:lnTo>
                <a:lnTo>
                  <a:pt x="6652" y="1316"/>
                </a:lnTo>
                <a:lnTo>
                  <a:pt x="6680" y="1334"/>
                </a:lnTo>
                <a:lnTo>
                  <a:pt x="6706" y="1356"/>
                </a:lnTo>
                <a:lnTo>
                  <a:pt x="6732" y="1378"/>
                </a:lnTo>
                <a:lnTo>
                  <a:pt x="6756" y="1402"/>
                </a:lnTo>
                <a:lnTo>
                  <a:pt x="6780" y="1426"/>
                </a:lnTo>
                <a:lnTo>
                  <a:pt x="6802" y="1452"/>
                </a:lnTo>
                <a:lnTo>
                  <a:pt x="6824" y="1478"/>
                </a:lnTo>
                <a:lnTo>
                  <a:pt x="6844" y="1506"/>
                </a:lnTo>
                <a:lnTo>
                  <a:pt x="6862" y="1534"/>
                </a:lnTo>
                <a:lnTo>
                  <a:pt x="6878" y="1564"/>
                </a:lnTo>
                <a:lnTo>
                  <a:pt x="6894" y="1594"/>
                </a:lnTo>
                <a:lnTo>
                  <a:pt x="6908" y="1626"/>
                </a:lnTo>
                <a:lnTo>
                  <a:pt x="6922" y="1658"/>
                </a:lnTo>
                <a:lnTo>
                  <a:pt x="6932" y="1692"/>
                </a:lnTo>
                <a:lnTo>
                  <a:pt x="6942" y="1724"/>
                </a:lnTo>
                <a:lnTo>
                  <a:pt x="6950" y="1758"/>
                </a:lnTo>
                <a:lnTo>
                  <a:pt x="6956" y="1794"/>
                </a:lnTo>
                <a:lnTo>
                  <a:pt x="6960" y="1828"/>
                </a:lnTo>
                <a:lnTo>
                  <a:pt x="6964" y="1864"/>
                </a:lnTo>
                <a:lnTo>
                  <a:pt x="6964" y="1900"/>
                </a:lnTo>
                <a:lnTo>
                  <a:pt x="6964" y="4459"/>
                </a:lnTo>
                <a:lnTo>
                  <a:pt x="6964" y="4459"/>
                </a:lnTo>
                <a:lnTo>
                  <a:pt x="6966" y="4495"/>
                </a:lnTo>
                <a:lnTo>
                  <a:pt x="6968" y="4531"/>
                </a:lnTo>
                <a:lnTo>
                  <a:pt x="6972" y="4567"/>
                </a:lnTo>
                <a:lnTo>
                  <a:pt x="6978" y="4601"/>
                </a:lnTo>
                <a:lnTo>
                  <a:pt x="6986" y="4635"/>
                </a:lnTo>
                <a:lnTo>
                  <a:pt x="6996" y="4669"/>
                </a:lnTo>
                <a:lnTo>
                  <a:pt x="7008" y="4701"/>
                </a:lnTo>
                <a:lnTo>
                  <a:pt x="7020" y="4733"/>
                </a:lnTo>
                <a:lnTo>
                  <a:pt x="7034" y="4765"/>
                </a:lnTo>
                <a:lnTo>
                  <a:pt x="7050" y="4795"/>
                </a:lnTo>
                <a:lnTo>
                  <a:pt x="7068" y="4825"/>
                </a:lnTo>
                <a:lnTo>
                  <a:pt x="7086" y="4853"/>
                </a:lnTo>
                <a:lnTo>
                  <a:pt x="7106" y="4881"/>
                </a:lnTo>
                <a:lnTo>
                  <a:pt x="7126" y="4907"/>
                </a:lnTo>
                <a:lnTo>
                  <a:pt x="7148" y="4933"/>
                </a:lnTo>
                <a:lnTo>
                  <a:pt x="7172" y="4957"/>
                </a:lnTo>
                <a:lnTo>
                  <a:pt x="7196" y="4981"/>
                </a:lnTo>
                <a:lnTo>
                  <a:pt x="7222" y="5003"/>
                </a:lnTo>
                <a:lnTo>
                  <a:pt x="7248" y="5025"/>
                </a:lnTo>
                <a:lnTo>
                  <a:pt x="7276" y="5045"/>
                </a:lnTo>
                <a:lnTo>
                  <a:pt x="7306" y="5063"/>
                </a:lnTo>
                <a:lnTo>
                  <a:pt x="7334" y="5079"/>
                </a:lnTo>
                <a:lnTo>
                  <a:pt x="7366" y="5095"/>
                </a:lnTo>
                <a:lnTo>
                  <a:pt x="7396" y="5109"/>
                </a:lnTo>
                <a:lnTo>
                  <a:pt x="7428" y="5123"/>
                </a:lnTo>
                <a:lnTo>
                  <a:pt x="7462" y="5133"/>
                </a:lnTo>
                <a:lnTo>
                  <a:pt x="7496" y="5143"/>
                </a:lnTo>
                <a:lnTo>
                  <a:pt x="7530" y="5151"/>
                </a:lnTo>
                <a:lnTo>
                  <a:pt x="7564" y="5157"/>
                </a:lnTo>
                <a:lnTo>
                  <a:pt x="7600" y="5161"/>
                </a:lnTo>
                <a:lnTo>
                  <a:pt x="7634" y="5165"/>
                </a:lnTo>
                <a:lnTo>
                  <a:pt x="7672" y="5165"/>
                </a:lnTo>
                <a:lnTo>
                  <a:pt x="8704" y="5165"/>
                </a:lnTo>
                <a:lnTo>
                  <a:pt x="8704" y="5165"/>
                </a:lnTo>
                <a:lnTo>
                  <a:pt x="8740" y="5165"/>
                </a:lnTo>
                <a:lnTo>
                  <a:pt x="8776" y="5161"/>
                </a:lnTo>
                <a:lnTo>
                  <a:pt x="8812" y="5157"/>
                </a:lnTo>
                <a:lnTo>
                  <a:pt x="8846" y="5151"/>
                </a:lnTo>
                <a:lnTo>
                  <a:pt x="8880" y="5143"/>
                </a:lnTo>
                <a:lnTo>
                  <a:pt x="8914" y="5133"/>
                </a:lnTo>
                <a:lnTo>
                  <a:pt x="8946" y="5123"/>
                </a:lnTo>
                <a:lnTo>
                  <a:pt x="8978" y="5109"/>
                </a:lnTo>
                <a:lnTo>
                  <a:pt x="9010" y="5095"/>
                </a:lnTo>
                <a:lnTo>
                  <a:pt x="9040" y="5079"/>
                </a:lnTo>
                <a:lnTo>
                  <a:pt x="9070" y="5063"/>
                </a:lnTo>
                <a:lnTo>
                  <a:pt x="9098" y="5045"/>
                </a:lnTo>
                <a:lnTo>
                  <a:pt x="9126" y="5025"/>
                </a:lnTo>
                <a:lnTo>
                  <a:pt x="9154" y="5003"/>
                </a:lnTo>
                <a:lnTo>
                  <a:pt x="9178" y="4981"/>
                </a:lnTo>
                <a:lnTo>
                  <a:pt x="9204" y="4957"/>
                </a:lnTo>
                <a:lnTo>
                  <a:pt x="9226" y="4933"/>
                </a:lnTo>
                <a:lnTo>
                  <a:pt x="9250" y="4907"/>
                </a:lnTo>
                <a:lnTo>
                  <a:pt x="9270" y="4881"/>
                </a:lnTo>
                <a:lnTo>
                  <a:pt x="9290" y="4853"/>
                </a:lnTo>
                <a:lnTo>
                  <a:pt x="9308" y="4825"/>
                </a:lnTo>
                <a:lnTo>
                  <a:pt x="9326" y="4795"/>
                </a:lnTo>
                <a:lnTo>
                  <a:pt x="9340" y="4765"/>
                </a:lnTo>
                <a:lnTo>
                  <a:pt x="9356" y="4733"/>
                </a:lnTo>
                <a:lnTo>
                  <a:pt x="9368" y="4701"/>
                </a:lnTo>
                <a:lnTo>
                  <a:pt x="9378" y="4669"/>
                </a:lnTo>
                <a:lnTo>
                  <a:pt x="9388" y="4635"/>
                </a:lnTo>
                <a:lnTo>
                  <a:pt x="9396" y="4601"/>
                </a:lnTo>
                <a:lnTo>
                  <a:pt x="9402" y="4567"/>
                </a:lnTo>
                <a:lnTo>
                  <a:pt x="9408" y="4531"/>
                </a:lnTo>
                <a:lnTo>
                  <a:pt x="9410" y="4495"/>
                </a:lnTo>
                <a:lnTo>
                  <a:pt x="9410" y="4459"/>
                </a:lnTo>
                <a:lnTo>
                  <a:pt x="9410" y="706"/>
                </a:lnTo>
                <a:lnTo>
                  <a:pt x="9410" y="706"/>
                </a:lnTo>
                <a:lnTo>
                  <a:pt x="9412" y="670"/>
                </a:lnTo>
                <a:lnTo>
                  <a:pt x="9414" y="634"/>
                </a:lnTo>
                <a:lnTo>
                  <a:pt x="9420" y="598"/>
                </a:lnTo>
                <a:lnTo>
                  <a:pt x="9426" y="564"/>
                </a:lnTo>
                <a:lnTo>
                  <a:pt x="9434" y="530"/>
                </a:lnTo>
                <a:lnTo>
                  <a:pt x="9442" y="496"/>
                </a:lnTo>
                <a:lnTo>
                  <a:pt x="9454" y="464"/>
                </a:lnTo>
                <a:lnTo>
                  <a:pt x="9466" y="432"/>
                </a:lnTo>
                <a:lnTo>
                  <a:pt x="9480" y="400"/>
                </a:lnTo>
                <a:lnTo>
                  <a:pt x="9496" y="370"/>
                </a:lnTo>
                <a:lnTo>
                  <a:pt x="9514" y="340"/>
                </a:lnTo>
                <a:lnTo>
                  <a:pt x="9532" y="312"/>
                </a:lnTo>
                <a:lnTo>
                  <a:pt x="9552" y="284"/>
                </a:lnTo>
                <a:lnTo>
                  <a:pt x="9572" y="256"/>
                </a:lnTo>
                <a:lnTo>
                  <a:pt x="9596" y="232"/>
                </a:lnTo>
                <a:lnTo>
                  <a:pt x="9618" y="206"/>
                </a:lnTo>
                <a:lnTo>
                  <a:pt x="9644" y="184"/>
                </a:lnTo>
                <a:lnTo>
                  <a:pt x="9668" y="160"/>
                </a:lnTo>
                <a:lnTo>
                  <a:pt x="9696" y="140"/>
                </a:lnTo>
                <a:lnTo>
                  <a:pt x="9724" y="120"/>
                </a:lnTo>
                <a:lnTo>
                  <a:pt x="9752" y="102"/>
                </a:lnTo>
                <a:lnTo>
                  <a:pt x="9782" y="84"/>
                </a:lnTo>
                <a:lnTo>
                  <a:pt x="9812" y="68"/>
                </a:lnTo>
                <a:lnTo>
                  <a:pt x="9844" y="54"/>
                </a:lnTo>
                <a:lnTo>
                  <a:pt x="9876" y="42"/>
                </a:lnTo>
                <a:lnTo>
                  <a:pt x="9908" y="30"/>
                </a:lnTo>
                <a:lnTo>
                  <a:pt x="9942" y="22"/>
                </a:lnTo>
                <a:lnTo>
                  <a:pt x="9976" y="14"/>
                </a:lnTo>
                <a:lnTo>
                  <a:pt x="10010" y="8"/>
                </a:lnTo>
                <a:lnTo>
                  <a:pt x="10046" y="2"/>
                </a:lnTo>
                <a:lnTo>
                  <a:pt x="10082" y="0"/>
                </a:lnTo>
                <a:lnTo>
                  <a:pt x="10118" y="0"/>
                </a:lnTo>
                <a:lnTo>
                  <a:pt x="11108" y="0"/>
                </a:lnTo>
                <a:lnTo>
                  <a:pt x="11108" y="0"/>
                </a:lnTo>
                <a:lnTo>
                  <a:pt x="11144" y="0"/>
                </a:lnTo>
                <a:lnTo>
                  <a:pt x="11180" y="2"/>
                </a:lnTo>
                <a:lnTo>
                  <a:pt x="11216" y="8"/>
                </a:lnTo>
                <a:lnTo>
                  <a:pt x="11250" y="14"/>
                </a:lnTo>
                <a:lnTo>
                  <a:pt x="11284" y="22"/>
                </a:lnTo>
                <a:lnTo>
                  <a:pt x="11318" y="30"/>
                </a:lnTo>
                <a:lnTo>
                  <a:pt x="11350" y="42"/>
                </a:lnTo>
                <a:lnTo>
                  <a:pt x="11382" y="54"/>
                </a:lnTo>
                <a:lnTo>
                  <a:pt x="11414" y="68"/>
                </a:lnTo>
                <a:lnTo>
                  <a:pt x="11444" y="84"/>
                </a:lnTo>
                <a:lnTo>
                  <a:pt x="11474" y="102"/>
                </a:lnTo>
                <a:lnTo>
                  <a:pt x="11502" y="120"/>
                </a:lnTo>
                <a:lnTo>
                  <a:pt x="11530" y="140"/>
                </a:lnTo>
                <a:lnTo>
                  <a:pt x="11556" y="160"/>
                </a:lnTo>
                <a:lnTo>
                  <a:pt x="11582" y="184"/>
                </a:lnTo>
                <a:lnTo>
                  <a:pt x="11606" y="206"/>
                </a:lnTo>
                <a:lnTo>
                  <a:pt x="11630" y="232"/>
                </a:lnTo>
                <a:lnTo>
                  <a:pt x="11652" y="256"/>
                </a:lnTo>
                <a:lnTo>
                  <a:pt x="11674" y="284"/>
                </a:lnTo>
                <a:lnTo>
                  <a:pt x="11694" y="312"/>
                </a:lnTo>
                <a:lnTo>
                  <a:pt x="11712" y="340"/>
                </a:lnTo>
                <a:lnTo>
                  <a:pt x="11728" y="370"/>
                </a:lnTo>
                <a:lnTo>
                  <a:pt x="11744" y="400"/>
                </a:lnTo>
                <a:lnTo>
                  <a:pt x="11758" y="432"/>
                </a:lnTo>
                <a:lnTo>
                  <a:pt x="11772" y="464"/>
                </a:lnTo>
                <a:lnTo>
                  <a:pt x="11782" y="496"/>
                </a:lnTo>
                <a:lnTo>
                  <a:pt x="11792" y="530"/>
                </a:lnTo>
                <a:lnTo>
                  <a:pt x="11800" y="564"/>
                </a:lnTo>
                <a:lnTo>
                  <a:pt x="11806" y="598"/>
                </a:lnTo>
                <a:lnTo>
                  <a:pt x="11810" y="634"/>
                </a:lnTo>
                <a:lnTo>
                  <a:pt x="11814" y="670"/>
                </a:lnTo>
                <a:lnTo>
                  <a:pt x="11814" y="706"/>
                </a:lnTo>
                <a:lnTo>
                  <a:pt x="11814" y="2350"/>
                </a:lnTo>
                <a:lnTo>
                  <a:pt x="11814" y="2350"/>
                </a:lnTo>
                <a:lnTo>
                  <a:pt x="11816" y="2386"/>
                </a:lnTo>
                <a:lnTo>
                  <a:pt x="11818" y="2422"/>
                </a:lnTo>
                <a:lnTo>
                  <a:pt x="11822" y="2456"/>
                </a:lnTo>
                <a:lnTo>
                  <a:pt x="11828" y="2492"/>
                </a:lnTo>
                <a:lnTo>
                  <a:pt x="11836" y="2526"/>
                </a:lnTo>
                <a:lnTo>
                  <a:pt x="11846" y="2560"/>
                </a:lnTo>
                <a:lnTo>
                  <a:pt x="11858" y="2592"/>
                </a:lnTo>
                <a:lnTo>
                  <a:pt x="11870" y="2624"/>
                </a:lnTo>
                <a:lnTo>
                  <a:pt x="11884" y="2656"/>
                </a:lnTo>
                <a:lnTo>
                  <a:pt x="11900" y="2686"/>
                </a:lnTo>
                <a:lnTo>
                  <a:pt x="11918" y="2716"/>
                </a:lnTo>
                <a:lnTo>
                  <a:pt x="11936" y="2744"/>
                </a:lnTo>
                <a:lnTo>
                  <a:pt x="11956" y="2772"/>
                </a:lnTo>
                <a:lnTo>
                  <a:pt x="11976" y="2798"/>
                </a:lnTo>
                <a:lnTo>
                  <a:pt x="11998" y="2824"/>
                </a:lnTo>
                <a:lnTo>
                  <a:pt x="12022" y="2848"/>
                </a:lnTo>
                <a:lnTo>
                  <a:pt x="12046" y="2872"/>
                </a:lnTo>
                <a:lnTo>
                  <a:pt x="12072" y="2894"/>
                </a:lnTo>
                <a:lnTo>
                  <a:pt x="12100" y="2916"/>
                </a:lnTo>
                <a:lnTo>
                  <a:pt x="12126" y="2936"/>
                </a:lnTo>
                <a:lnTo>
                  <a:pt x="12156" y="2954"/>
                </a:lnTo>
                <a:lnTo>
                  <a:pt x="12186" y="2970"/>
                </a:lnTo>
                <a:lnTo>
                  <a:pt x="12216" y="2986"/>
                </a:lnTo>
                <a:lnTo>
                  <a:pt x="12246" y="3000"/>
                </a:lnTo>
                <a:lnTo>
                  <a:pt x="12278" y="3014"/>
                </a:lnTo>
                <a:lnTo>
                  <a:pt x="12312" y="3024"/>
                </a:lnTo>
                <a:lnTo>
                  <a:pt x="12346" y="3034"/>
                </a:lnTo>
                <a:lnTo>
                  <a:pt x="12380" y="3042"/>
                </a:lnTo>
                <a:lnTo>
                  <a:pt x="12414" y="3048"/>
                </a:lnTo>
                <a:lnTo>
                  <a:pt x="12450" y="3052"/>
                </a:lnTo>
                <a:lnTo>
                  <a:pt x="12486" y="3056"/>
                </a:lnTo>
                <a:lnTo>
                  <a:pt x="12522" y="3056"/>
                </a:lnTo>
                <a:lnTo>
                  <a:pt x="13838" y="3056"/>
                </a:lnTo>
              </a:path>
            </a:pathLst>
          </a:custGeom>
          <a:noFill/>
          <a:ln w="571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8167" tIns="39067" rIns="78167" bIns="39067" anchor="t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tabLst/>
              <a:defRPr/>
            </a:pPr>
            <a:endParaRPr kumimoji="0" sz="933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B78C16E9-A473-25B0-006E-F4FAAB7F771E}"/>
              </a:ext>
            </a:extLst>
          </p:cNvPr>
          <p:cNvGrpSpPr/>
          <p:nvPr/>
        </p:nvGrpSpPr>
        <p:grpSpPr>
          <a:xfrm>
            <a:off x="1015998" y="3145790"/>
            <a:ext cx="285750" cy="285750"/>
            <a:chOff x="1054098" y="3143250"/>
            <a:chExt cx="285750" cy="285750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117EAC65-E984-B1C8-EA4C-F3869D991E34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383C7402-7DF3-2962-1D68-1D60F5C24DD4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9A978A43-6C9F-6EA4-315A-D4F3719E6C0E}"/>
              </a:ext>
            </a:extLst>
          </p:cNvPr>
          <p:cNvGrpSpPr/>
          <p:nvPr/>
        </p:nvGrpSpPr>
        <p:grpSpPr>
          <a:xfrm>
            <a:off x="3304086" y="5128502"/>
            <a:ext cx="285750" cy="285750"/>
            <a:chOff x="1054098" y="3143250"/>
            <a:chExt cx="285750" cy="285750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78B9F87E-1AC8-6B04-C347-CBFDF74B75C1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596A8CEB-A1B0-128F-D24C-FB21585DB7C1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22F90A2-6FDC-FA2D-E944-1193E4B1DF00}"/>
              </a:ext>
            </a:extLst>
          </p:cNvPr>
          <p:cNvGrpSpPr/>
          <p:nvPr/>
        </p:nvGrpSpPr>
        <p:grpSpPr>
          <a:xfrm>
            <a:off x="5066081" y="2339373"/>
            <a:ext cx="285750" cy="285750"/>
            <a:chOff x="1054098" y="3143250"/>
            <a:chExt cx="285750" cy="285750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2E803F54-6ADE-A029-851E-46EE05DB7667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AD109531-0FE4-DE2A-7B6C-AB3D7FA3349F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0F24165-2F7C-835A-809C-5D99B0E63F5F}"/>
              </a:ext>
            </a:extLst>
          </p:cNvPr>
          <p:cNvGrpSpPr/>
          <p:nvPr/>
        </p:nvGrpSpPr>
        <p:grpSpPr>
          <a:xfrm>
            <a:off x="6830789" y="4495728"/>
            <a:ext cx="285750" cy="285750"/>
            <a:chOff x="1054098" y="3143250"/>
            <a:chExt cx="285750" cy="285750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948FC0D8-5D2A-CE56-A52C-E1BB22AB174B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55E76F66-CE52-FC16-A4C3-83E80124E0F3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6AD4FED6-8FC0-A3C4-BF4F-B2E2F8399517}"/>
              </a:ext>
            </a:extLst>
          </p:cNvPr>
          <p:cNvGrpSpPr/>
          <p:nvPr/>
        </p:nvGrpSpPr>
        <p:grpSpPr>
          <a:xfrm>
            <a:off x="8571280" y="1653508"/>
            <a:ext cx="285750" cy="285750"/>
            <a:chOff x="1054098" y="3143250"/>
            <a:chExt cx="285750" cy="285750"/>
          </a:xfrm>
        </p:grpSpPr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C1163523-7C26-F7B6-ABA8-050330174C95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80A1BD47-BD71-CF57-F5FF-C608EE02B31E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F458759A-B89D-5B78-A233-C55E0A017146}"/>
              </a:ext>
            </a:extLst>
          </p:cNvPr>
          <p:cNvGrpSpPr/>
          <p:nvPr/>
        </p:nvGrpSpPr>
        <p:grpSpPr>
          <a:xfrm>
            <a:off x="10920687" y="3330185"/>
            <a:ext cx="285750" cy="285750"/>
            <a:chOff x="1054098" y="3143250"/>
            <a:chExt cx="285750" cy="285750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2403FD59-7B0E-C68B-FAC7-36D6989B1437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61D605CC-B33A-24B4-0276-09CE2B61DE82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22FFF857-8884-FE35-9942-48493E1ECF3C}"/>
              </a:ext>
            </a:extLst>
          </p:cNvPr>
          <p:cNvSpPr txBox="1"/>
          <p:nvPr/>
        </p:nvSpPr>
        <p:spPr>
          <a:xfrm>
            <a:off x="949008" y="1924018"/>
            <a:ext cx="8803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74C3E16-0472-478B-1444-DE75DAC4BAC2}"/>
              </a:ext>
            </a:extLst>
          </p:cNvPr>
          <p:cNvSpPr txBox="1"/>
          <p:nvPr/>
        </p:nvSpPr>
        <p:spPr>
          <a:xfrm>
            <a:off x="949009" y="2150939"/>
            <a:ext cx="14202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BC54148-5B08-6FB3-0A22-E112C0A012BE}"/>
              </a:ext>
            </a:extLst>
          </p:cNvPr>
          <p:cNvSpPr txBox="1"/>
          <p:nvPr/>
        </p:nvSpPr>
        <p:spPr>
          <a:xfrm>
            <a:off x="3020010" y="3863281"/>
            <a:ext cx="8803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017DA03-22A3-D324-AA24-7E7B32331FEF}"/>
              </a:ext>
            </a:extLst>
          </p:cNvPr>
          <p:cNvSpPr txBox="1"/>
          <p:nvPr/>
        </p:nvSpPr>
        <p:spPr>
          <a:xfrm>
            <a:off x="2750056" y="4090202"/>
            <a:ext cx="14202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C70A9AB-94DC-1FB6-ED07-DBA1EE3DFF2A}"/>
              </a:ext>
            </a:extLst>
          </p:cNvPr>
          <p:cNvSpPr txBox="1"/>
          <p:nvPr/>
        </p:nvSpPr>
        <p:spPr>
          <a:xfrm>
            <a:off x="4776869" y="2735147"/>
            <a:ext cx="8803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EA57233-5632-FD75-210F-D8C9879AB75D}"/>
              </a:ext>
            </a:extLst>
          </p:cNvPr>
          <p:cNvSpPr txBox="1"/>
          <p:nvPr/>
        </p:nvSpPr>
        <p:spPr>
          <a:xfrm>
            <a:off x="4506915" y="2962068"/>
            <a:ext cx="14202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539F82F-2220-79B8-03AD-A35923508326}"/>
              </a:ext>
            </a:extLst>
          </p:cNvPr>
          <p:cNvSpPr txBox="1"/>
          <p:nvPr/>
        </p:nvSpPr>
        <p:spPr>
          <a:xfrm>
            <a:off x="6527846" y="3265119"/>
            <a:ext cx="8803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C5260EB-FCA8-8395-C23A-24A1332AE74F}"/>
              </a:ext>
            </a:extLst>
          </p:cNvPr>
          <p:cNvSpPr txBox="1"/>
          <p:nvPr/>
        </p:nvSpPr>
        <p:spPr>
          <a:xfrm>
            <a:off x="6257892" y="3492040"/>
            <a:ext cx="14202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5300EC2-DB04-65AB-A328-C6583CE96291}"/>
              </a:ext>
            </a:extLst>
          </p:cNvPr>
          <p:cNvSpPr txBox="1"/>
          <p:nvPr/>
        </p:nvSpPr>
        <p:spPr>
          <a:xfrm>
            <a:off x="8293073" y="2666559"/>
            <a:ext cx="8803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9C930AC-F102-1851-554D-4BB30B4E7353}"/>
              </a:ext>
            </a:extLst>
          </p:cNvPr>
          <p:cNvSpPr txBox="1"/>
          <p:nvPr/>
        </p:nvSpPr>
        <p:spPr>
          <a:xfrm>
            <a:off x="8023119" y="2893480"/>
            <a:ext cx="14202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3BFEB3A-779B-8303-B6FE-E6ED792043D7}"/>
              </a:ext>
            </a:extLst>
          </p:cNvPr>
          <p:cNvSpPr txBox="1"/>
          <p:nvPr/>
        </p:nvSpPr>
        <p:spPr>
          <a:xfrm>
            <a:off x="10371788" y="3771652"/>
            <a:ext cx="8803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A67BF3D-BB0C-246E-E4BE-7F36907BEA2D}"/>
              </a:ext>
            </a:extLst>
          </p:cNvPr>
          <p:cNvSpPr txBox="1"/>
          <p:nvPr/>
        </p:nvSpPr>
        <p:spPr>
          <a:xfrm>
            <a:off x="9831880" y="3998573"/>
            <a:ext cx="14202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pic>
        <p:nvPicPr>
          <p:cNvPr id="35" name="Graphic 34">
            <a:extLst>
              <a:ext uri="{FF2B5EF4-FFF2-40B4-BE49-F238E27FC236}">
                <a16:creationId xmlns:a16="http://schemas.microsoft.com/office/drawing/2014/main" id="{6D460B4F-5E5D-D970-15BD-0699A1557AC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6900" y="3644513"/>
            <a:ext cx="420346" cy="420346"/>
          </a:xfrm>
          <a:prstGeom prst="rect">
            <a:avLst/>
          </a:prstGeom>
        </p:spPr>
      </p:pic>
      <p:pic>
        <p:nvPicPr>
          <p:cNvPr id="37" name="Graphic 36">
            <a:extLst>
              <a:ext uri="{FF2B5EF4-FFF2-40B4-BE49-F238E27FC236}">
                <a16:creationId xmlns:a16="http://schemas.microsoft.com/office/drawing/2014/main" id="{FB5485ED-E495-B50E-6043-DE39A709B93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98294" y="3403875"/>
            <a:ext cx="495813" cy="408468"/>
          </a:xfrm>
          <a:prstGeom prst="rect">
            <a:avLst/>
          </a:prstGeom>
        </p:spPr>
      </p:pic>
      <p:pic>
        <p:nvPicPr>
          <p:cNvPr id="38" name="Graphic 37">
            <a:extLst>
              <a:ext uri="{FF2B5EF4-FFF2-40B4-BE49-F238E27FC236}">
                <a16:creationId xmlns:a16="http://schemas.microsoft.com/office/drawing/2014/main" id="{6BD84EAD-A248-632B-BCD9-7AB203B6AA9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59901" y="1664278"/>
            <a:ext cx="463737" cy="513601"/>
          </a:xfrm>
          <a:prstGeom prst="rect">
            <a:avLst/>
          </a:prstGeom>
        </p:spPr>
      </p:pic>
      <p:pic>
        <p:nvPicPr>
          <p:cNvPr id="39" name="Graphic 38">
            <a:extLst>
              <a:ext uri="{FF2B5EF4-FFF2-40B4-BE49-F238E27FC236}">
                <a16:creationId xmlns:a16="http://schemas.microsoft.com/office/drawing/2014/main" id="{6021C505-4DB3-7D35-E6C2-FBD630764F4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714866" y="4875811"/>
            <a:ext cx="536583" cy="526915"/>
          </a:xfrm>
          <a:prstGeom prst="rect">
            <a:avLst/>
          </a:prstGeom>
        </p:spPr>
      </p:pic>
      <p:pic>
        <p:nvPicPr>
          <p:cNvPr id="40" name="Graphic 39">
            <a:extLst>
              <a:ext uri="{FF2B5EF4-FFF2-40B4-BE49-F238E27FC236}">
                <a16:creationId xmlns:a16="http://schemas.microsoft.com/office/drawing/2014/main" id="{D774DE80-818E-DA96-3358-380C70147C7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428563" y="2083222"/>
            <a:ext cx="590321" cy="467221"/>
          </a:xfrm>
          <a:prstGeom prst="rect">
            <a:avLst/>
          </a:prstGeom>
        </p:spPr>
      </p:pic>
      <p:pic>
        <p:nvPicPr>
          <p:cNvPr id="41" name="Graphic 40">
            <a:extLst>
              <a:ext uri="{FF2B5EF4-FFF2-40B4-BE49-F238E27FC236}">
                <a16:creationId xmlns:a16="http://schemas.microsoft.com/office/drawing/2014/main" id="{E39E8CAB-3662-8150-6FFB-C250971FBEA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650069" y="2708704"/>
            <a:ext cx="510127" cy="432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49230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65954D-9DEE-EB03-431A-104ACCA579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0EB1AC9-6343-97B8-DFA6-C163A773256B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Infographic Name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5DCF8E9E-3A80-CEB6-49EE-7A4B93DE094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93737" y="1224368"/>
            <a:ext cx="10821988" cy="4648550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Google Shape;4415;p272">
            <a:extLst>
              <a:ext uri="{FF2B5EF4-FFF2-40B4-BE49-F238E27FC236}">
                <a16:creationId xmlns:a16="http://schemas.microsoft.com/office/drawing/2014/main" id="{8783DD2B-91D6-DA38-86D2-18D96C5A5D47}"/>
              </a:ext>
            </a:extLst>
          </p:cNvPr>
          <p:cNvSpPr/>
          <p:nvPr/>
        </p:nvSpPr>
        <p:spPr>
          <a:xfrm>
            <a:off x="1073150" y="1800509"/>
            <a:ext cx="9986962" cy="3480393"/>
          </a:xfrm>
          <a:custGeom>
            <a:avLst/>
            <a:gdLst/>
            <a:ahLst/>
            <a:cxnLst/>
            <a:rect l="l" t="t" r="r" b="b"/>
            <a:pathLst>
              <a:path w="13838" h="6349" extrusionOk="0">
                <a:moveTo>
                  <a:pt x="0" y="2730"/>
                </a:moveTo>
                <a:lnTo>
                  <a:pt x="1380" y="2730"/>
                </a:lnTo>
                <a:lnTo>
                  <a:pt x="1380" y="2730"/>
                </a:lnTo>
                <a:lnTo>
                  <a:pt x="1416" y="2730"/>
                </a:lnTo>
                <a:lnTo>
                  <a:pt x="1452" y="2734"/>
                </a:lnTo>
                <a:lnTo>
                  <a:pt x="1488" y="2738"/>
                </a:lnTo>
                <a:lnTo>
                  <a:pt x="1522" y="2744"/>
                </a:lnTo>
                <a:lnTo>
                  <a:pt x="1556" y="2752"/>
                </a:lnTo>
                <a:lnTo>
                  <a:pt x="1590" y="2762"/>
                </a:lnTo>
                <a:lnTo>
                  <a:pt x="1622" y="2772"/>
                </a:lnTo>
                <a:lnTo>
                  <a:pt x="1654" y="2786"/>
                </a:lnTo>
                <a:lnTo>
                  <a:pt x="1686" y="2800"/>
                </a:lnTo>
                <a:lnTo>
                  <a:pt x="1716" y="2816"/>
                </a:lnTo>
                <a:lnTo>
                  <a:pt x="1746" y="2832"/>
                </a:lnTo>
                <a:lnTo>
                  <a:pt x="1774" y="2850"/>
                </a:lnTo>
                <a:lnTo>
                  <a:pt x="1802" y="2870"/>
                </a:lnTo>
                <a:lnTo>
                  <a:pt x="1830" y="2892"/>
                </a:lnTo>
                <a:lnTo>
                  <a:pt x="1854" y="2914"/>
                </a:lnTo>
                <a:lnTo>
                  <a:pt x="1880" y="2938"/>
                </a:lnTo>
                <a:lnTo>
                  <a:pt x="1902" y="2962"/>
                </a:lnTo>
                <a:lnTo>
                  <a:pt x="1924" y="2988"/>
                </a:lnTo>
                <a:lnTo>
                  <a:pt x="1946" y="3014"/>
                </a:lnTo>
                <a:lnTo>
                  <a:pt x="1966" y="3042"/>
                </a:lnTo>
                <a:lnTo>
                  <a:pt x="1984" y="3070"/>
                </a:lnTo>
                <a:lnTo>
                  <a:pt x="2002" y="3100"/>
                </a:lnTo>
                <a:lnTo>
                  <a:pt x="2016" y="3130"/>
                </a:lnTo>
                <a:lnTo>
                  <a:pt x="2032" y="3162"/>
                </a:lnTo>
                <a:lnTo>
                  <a:pt x="2044" y="3193"/>
                </a:lnTo>
                <a:lnTo>
                  <a:pt x="2054" y="3225"/>
                </a:lnTo>
                <a:lnTo>
                  <a:pt x="2064" y="3259"/>
                </a:lnTo>
                <a:lnTo>
                  <a:pt x="2072" y="3293"/>
                </a:lnTo>
                <a:lnTo>
                  <a:pt x="2078" y="3329"/>
                </a:lnTo>
                <a:lnTo>
                  <a:pt x="2084" y="3363"/>
                </a:lnTo>
                <a:lnTo>
                  <a:pt x="2086" y="3399"/>
                </a:lnTo>
                <a:lnTo>
                  <a:pt x="2086" y="3435"/>
                </a:lnTo>
                <a:lnTo>
                  <a:pt x="2086" y="5643"/>
                </a:lnTo>
                <a:lnTo>
                  <a:pt x="2086" y="5643"/>
                </a:lnTo>
                <a:lnTo>
                  <a:pt x="2088" y="5679"/>
                </a:lnTo>
                <a:lnTo>
                  <a:pt x="2090" y="5715"/>
                </a:lnTo>
                <a:lnTo>
                  <a:pt x="2096" y="5751"/>
                </a:lnTo>
                <a:lnTo>
                  <a:pt x="2102" y="5785"/>
                </a:lnTo>
                <a:lnTo>
                  <a:pt x="2110" y="5819"/>
                </a:lnTo>
                <a:lnTo>
                  <a:pt x="2118" y="5853"/>
                </a:lnTo>
                <a:lnTo>
                  <a:pt x="2130" y="5885"/>
                </a:lnTo>
                <a:lnTo>
                  <a:pt x="2142" y="5917"/>
                </a:lnTo>
                <a:lnTo>
                  <a:pt x="2156" y="5949"/>
                </a:lnTo>
                <a:lnTo>
                  <a:pt x="2172" y="5979"/>
                </a:lnTo>
                <a:lnTo>
                  <a:pt x="2190" y="6009"/>
                </a:lnTo>
                <a:lnTo>
                  <a:pt x="2208" y="6037"/>
                </a:lnTo>
                <a:lnTo>
                  <a:pt x="2228" y="6065"/>
                </a:lnTo>
                <a:lnTo>
                  <a:pt x="2248" y="6093"/>
                </a:lnTo>
                <a:lnTo>
                  <a:pt x="2272" y="6117"/>
                </a:lnTo>
                <a:lnTo>
                  <a:pt x="2294" y="6143"/>
                </a:lnTo>
                <a:lnTo>
                  <a:pt x="2320" y="6165"/>
                </a:lnTo>
                <a:lnTo>
                  <a:pt x="2344" y="6187"/>
                </a:lnTo>
                <a:lnTo>
                  <a:pt x="2372" y="6209"/>
                </a:lnTo>
                <a:lnTo>
                  <a:pt x="2400" y="6229"/>
                </a:lnTo>
                <a:lnTo>
                  <a:pt x="2428" y="6247"/>
                </a:lnTo>
                <a:lnTo>
                  <a:pt x="2458" y="6265"/>
                </a:lnTo>
                <a:lnTo>
                  <a:pt x="2488" y="6279"/>
                </a:lnTo>
                <a:lnTo>
                  <a:pt x="2520" y="6295"/>
                </a:lnTo>
                <a:lnTo>
                  <a:pt x="2552" y="6307"/>
                </a:lnTo>
                <a:lnTo>
                  <a:pt x="2584" y="6317"/>
                </a:lnTo>
                <a:lnTo>
                  <a:pt x="2618" y="6327"/>
                </a:lnTo>
                <a:lnTo>
                  <a:pt x="2652" y="6335"/>
                </a:lnTo>
                <a:lnTo>
                  <a:pt x="2686" y="6341"/>
                </a:lnTo>
                <a:lnTo>
                  <a:pt x="2722" y="6347"/>
                </a:lnTo>
                <a:lnTo>
                  <a:pt x="2758" y="6349"/>
                </a:lnTo>
                <a:lnTo>
                  <a:pt x="2794" y="6349"/>
                </a:lnTo>
                <a:lnTo>
                  <a:pt x="3840" y="6349"/>
                </a:lnTo>
                <a:lnTo>
                  <a:pt x="3840" y="6349"/>
                </a:lnTo>
                <a:lnTo>
                  <a:pt x="3876" y="6349"/>
                </a:lnTo>
                <a:lnTo>
                  <a:pt x="3912" y="6347"/>
                </a:lnTo>
                <a:lnTo>
                  <a:pt x="3948" y="6341"/>
                </a:lnTo>
                <a:lnTo>
                  <a:pt x="3982" y="6335"/>
                </a:lnTo>
                <a:lnTo>
                  <a:pt x="4016" y="6327"/>
                </a:lnTo>
                <a:lnTo>
                  <a:pt x="4050" y="6317"/>
                </a:lnTo>
                <a:lnTo>
                  <a:pt x="4082" y="6307"/>
                </a:lnTo>
                <a:lnTo>
                  <a:pt x="4114" y="6295"/>
                </a:lnTo>
                <a:lnTo>
                  <a:pt x="4146" y="6279"/>
                </a:lnTo>
                <a:lnTo>
                  <a:pt x="4176" y="6265"/>
                </a:lnTo>
                <a:lnTo>
                  <a:pt x="4206" y="6247"/>
                </a:lnTo>
                <a:lnTo>
                  <a:pt x="4234" y="6229"/>
                </a:lnTo>
                <a:lnTo>
                  <a:pt x="4262" y="6209"/>
                </a:lnTo>
                <a:lnTo>
                  <a:pt x="4290" y="6187"/>
                </a:lnTo>
                <a:lnTo>
                  <a:pt x="4314" y="6165"/>
                </a:lnTo>
                <a:lnTo>
                  <a:pt x="4340" y="6143"/>
                </a:lnTo>
                <a:lnTo>
                  <a:pt x="4362" y="6117"/>
                </a:lnTo>
                <a:lnTo>
                  <a:pt x="4386" y="6093"/>
                </a:lnTo>
                <a:lnTo>
                  <a:pt x="4406" y="6065"/>
                </a:lnTo>
                <a:lnTo>
                  <a:pt x="4426" y="6037"/>
                </a:lnTo>
                <a:lnTo>
                  <a:pt x="4444" y="6009"/>
                </a:lnTo>
                <a:lnTo>
                  <a:pt x="4462" y="5979"/>
                </a:lnTo>
                <a:lnTo>
                  <a:pt x="4478" y="5949"/>
                </a:lnTo>
                <a:lnTo>
                  <a:pt x="4492" y="5917"/>
                </a:lnTo>
                <a:lnTo>
                  <a:pt x="4504" y="5885"/>
                </a:lnTo>
                <a:lnTo>
                  <a:pt x="4516" y="5853"/>
                </a:lnTo>
                <a:lnTo>
                  <a:pt x="4524" y="5819"/>
                </a:lnTo>
                <a:lnTo>
                  <a:pt x="4532" y="5785"/>
                </a:lnTo>
                <a:lnTo>
                  <a:pt x="4538" y="5751"/>
                </a:lnTo>
                <a:lnTo>
                  <a:pt x="4544" y="5715"/>
                </a:lnTo>
                <a:lnTo>
                  <a:pt x="4546" y="5679"/>
                </a:lnTo>
                <a:lnTo>
                  <a:pt x="4548" y="5643"/>
                </a:lnTo>
                <a:lnTo>
                  <a:pt x="4548" y="1900"/>
                </a:lnTo>
                <a:lnTo>
                  <a:pt x="4548" y="1900"/>
                </a:lnTo>
                <a:lnTo>
                  <a:pt x="4548" y="1864"/>
                </a:lnTo>
                <a:lnTo>
                  <a:pt x="4550" y="1828"/>
                </a:lnTo>
                <a:lnTo>
                  <a:pt x="4556" y="1794"/>
                </a:lnTo>
                <a:lnTo>
                  <a:pt x="4562" y="1758"/>
                </a:lnTo>
                <a:lnTo>
                  <a:pt x="4570" y="1724"/>
                </a:lnTo>
                <a:lnTo>
                  <a:pt x="4578" y="1692"/>
                </a:lnTo>
                <a:lnTo>
                  <a:pt x="4590" y="1658"/>
                </a:lnTo>
                <a:lnTo>
                  <a:pt x="4602" y="1626"/>
                </a:lnTo>
                <a:lnTo>
                  <a:pt x="4618" y="1594"/>
                </a:lnTo>
                <a:lnTo>
                  <a:pt x="4632" y="1564"/>
                </a:lnTo>
                <a:lnTo>
                  <a:pt x="4650" y="1534"/>
                </a:lnTo>
                <a:lnTo>
                  <a:pt x="4668" y="1506"/>
                </a:lnTo>
                <a:lnTo>
                  <a:pt x="4688" y="1478"/>
                </a:lnTo>
                <a:lnTo>
                  <a:pt x="4708" y="1452"/>
                </a:lnTo>
                <a:lnTo>
                  <a:pt x="4732" y="1426"/>
                </a:lnTo>
                <a:lnTo>
                  <a:pt x="4754" y="1402"/>
                </a:lnTo>
                <a:lnTo>
                  <a:pt x="4780" y="1378"/>
                </a:lnTo>
                <a:lnTo>
                  <a:pt x="4804" y="1356"/>
                </a:lnTo>
                <a:lnTo>
                  <a:pt x="4832" y="1334"/>
                </a:lnTo>
                <a:lnTo>
                  <a:pt x="4860" y="1316"/>
                </a:lnTo>
                <a:lnTo>
                  <a:pt x="4888" y="1296"/>
                </a:lnTo>
                <a:lnTo>
                  <a:pt x="4918" y="1280"/>
                </a:lnTo>
                <a:lnTo>
                  <a:pt x="4948" y="1264"/>
                </a:lnTo>
                <a:lnTo>
                  <a:pt x="4980" y="1250"/>
                </a:lnTo>
                <a:lnTo>
                  <a:pt x="5012" y="1238"/>
                </a:lnTo>
                <a:lnTo>
                  <a:pt x="5044" y="1226"/>
                </a:lnTo>
                <a:lnTo>
                  <a:pt x="5078" y="1216"/>
                </a:lnTo>
                <a:lnTo>
                  <a:pt x="5112" y="1208"/>
                </a:lnTo>
                <a:lnTo>
                  <a:pt x="5146" y="1202"/>
                </a:lnTo>
                <a:lnTo>
                  <a:pt x="5182" y="1198"/>
                </a:lnTo>
                <a:lnTo>
                  <a:pt x="5218" y="1194"/>
                </a:lnTo>
                <a:lnTo>
                  <a:pt x="5254" y="1194"/>
                </a:lnTo>
                <a:lnTo>
                  <a:pt x="6258" y="1194"/>
                </a:lnTo>
                <a:lnTo>
                  <a:pt x="6258" y="1194"/>
                </a:lnTo>
                <a:lnTo>
                  <a:pt x="6294" y="1194"/>
                </a:lnTo>
                <a:lnTo>
                  <a:pt x="6330" y="1198"/>
                </a:lnTo>
                <a:lnTo>
                  <a:pt x="6364" y="1202"/>
                </a:lnTo>
                <a:lnTo>
                  <a:pt x="6400" y="1208"/>
                </a:lnTo>
                <a:lnTo>
                  <a:pt x="6434" y="1216"/>
                </a:lnTo>
                <a:lnTo>
                  <a:pt x="6468" y="1226"/>
                </a:lnTo>
                <a:lnTo>
                  <a:pt x="6500" y="1238"/>
                </a:lnTo>
                <a:lnTo>
                  <a:pt x="6532" y="1250"/>
                </a:lnTo>
                <a:lnTo>
                  <a:pt x="6564" y="1264"/>
                </a:lnTo>
                <a:lnTo>
                  <a:pt x="6594" y="1280"/>
                </a:lnTo>
                <a:lnTo>
                  <a:pt x="6624" y="1296"/>
                </a:lnTo>
                <a:lnTo>
                  <a:pt x="6652" y="1316"/>
                </a:lnTo>
                <a:lnTo>
                  <a:pt x="6680" y="1334"/>
                </a:lnTo>
                <a:lnTo>
                  <a:pt x="6706" y="1356"/>
                </a:lnTo>
                <a:lnTo>
                  <a:pt x="6732" y="1378"/>
                </a:lnTo>
                <a:lnTo>
                  <a:pt x="6756" y="1402"/>
                </a:lnTo>
                <a:lnTo>
                  <a:pt x="6780" y="1426"/>
                </a:lnTo>
                <a:lnTo>
                  <a:pt x="6802" y="1452"/>
                </a:lnTo>
                <a:lnTo>
                  <a:pt x="6824" y="1478"/>
                </a:lnTo>
                <a:lnTo>
                  <a:pt x="6844" y="1506"/>
                </a:lnTo>
                <a:lnTo>
                  <a:pt x="6862" y="1534"/>
                </a:lnTo>
                <a:lnTo>
                  <a:pt x="6878" y="1564"/>
                </a:lnTo>
                <a:lnTo>
                  <a:pt x="6894" y="1594"/>
                </a:lnTo>
                <a:lnTo>
                  <a:pt x="6908" y="1626"/>
                </a:lnTo>
                <a:lnTo>
                  <a:pt x="6922" y="1658"/>
                </a:lnTo>
                <a:lnTo>
                  <a:pt x="6932" y="1692"/>
                </a:lnTo>
                <a:lnTo>
                  <a:pt x="6942" y="1724"/>
                </a:lnTo>
                <a:lnTo>
                  <a:pt x="6950" y="1758"/>
                </a:lnTo>
                <a:lnTo>
                  <a:pt x="6956" y="1794"/>
                </a:lnTo>
                <a:lnTo>
                  <a:pt x="6960" y="1828"/>
                </a:lnTo>
                <a:lnTo>
                  <a:pt x="6964" y="1864"/>
                </a:lnTo>
                <a:lnTo>
                  <a:pt x="6964" y="1900"/>
                </a:lnTo>
                <a:lnTo>
                  <a:pt x="6964" y="4459"/>
                </a:lnTo>
                <a:lnTo>
                  <a:pt x="6964" y="4459"/>
                </a:lnTo>
                <a:lnTo>
                  <a:pt x="6966" y="4495"/>
                </a:lnTo>
                <a:lnTo>
                  <a:pt x="6968" y="4531"/>
                </a:lnTo>
                <a:lnTo>
                  <a:pt x="6972" y="4567"/>
                </a:lnTo>
                <a:lnTo>
                  <a:pt x="6978" y="4601"/>
                </a:lnTo>
                <a:lnTo>
                  <a:pt x="6986" y="4635"/>
                </a:lnTo>
                <a:lnTo>
                  <a:pt x="6996" y="4669"/>
                </a:lnTo>
                <a:lnTo>
                  <a:pt x="7008" y="4701"/>
                </a:lnTo>
                <a:lnTo>
                  <a:pt x="7020" y="4733"/>
                </a:lnTo>
                <a:lnTo>
                  <a:pt x="7034" y="4765"/>
                </a:lnTo>
                <a:lnTo>
                  <a:pt x="7050" y="4795"/>
                </a:lnTo>
                <a:lnTo>
                  <a:pt x="7068" y="4825"/>
                </a:lnTo>
                <a:lnTo>
                  <a:pt x="7086" y="4853"/>
                </a:lnTo>
                <a:lnTo>
                  <a:pt x="7106" y="4881"/>
                </a:lnTo>
                <a:lnTo>
                  <a:pt x="7126" y="4907"/>
                </a:lnTo>
                <a:lnTo>
                  <a:pt x="7148" y="4933"/>
                </a:lnTo>
                <a:lnTo>
                  <a:pt x="7172" y="4957"/>
                </a:lnTo>
                <a:lnTo>
                  <a:pt x="7196" y="4981"/>
                </a:lnTo>
                <a:lnTo>
                  <a:pt x="7222" y="5003"/>
                </a:lnTo>
                <a:lnTo>
                  <a:pt x="7248" y="5025"/>
                </a:lnTo>
                <a:lnTo>
                  <a:pt x="7276" y="5045"/>
                </a:lnTo>
                <a:lnTo>
                  <a:pt x="7306" y="5063"/>
                </a:lnTo>
                <a:lnTo>
                  <a:pt x="7334" y="5079"/>
                </a:lnTo>
                <a:lnTo>
                  <a:pt x="7366" y="5095"/>
                </a:lnTo>
                <a:lnTo>
                  <a:pt x="7396" y="5109"/>
                </a:lnTo>
                <a:lnTo>
                  <a:pt x="7428" y="5123"/>
                </a:lnTo>
                <a:lnTo>
                  <a:pt x="7462" y="5133"/>
                </a:lnTo>
                <a:lnTo>
                  <a:pt x="7496" y="5143"/>
                </a:lnTo>
                <a:lnTo>
                  <a:pt x="7530" y="5151"/>
                </a:lnTo>
                <a:lnTo>
                  <a:pt x="7564" y="5157"/>
                </a:lnTo>
                <a:lnTo>
                  <a:pt x="7600" y="5161"/>
                </a:lnTo>
                <a:lnTo>
                  <a:pt x="7634" y="5165"/>
                </a:lnTo>
                <a:lnTo>
                  <a:pt x="7672" y="5165"/>
                </a:lnTo>
                <a:lnTo>
                  <a:pt x="8704" y="5165"/>
                </a:lnTo>
                <a:lnTo>
                  <a:pt x="8704" y="5165"/>
                </a:lnTo>
                <a:lnTo>
                  <a:pt x="8740" y="5165"/>
                </a:lnTo>
                <a:lnTo>
                  <a:pt x="8776" y="5161"/>
                </a:lnTo>
                <a:lnTo>
                  <a:pt x="8812" y="5157"/>
                </a:lnTo>
                <a:lnTo>
                  <a:pt x="8846" y="5151"/>
                </a:lnTo>
                <a:lnTo>
                  <a:pt x="8880" y="5143"/>
                </a:lnTo>
                <a:lnTo>
                  <a:pt x="8914" y="5133"/>
                </a:lnTo>
                <a:lnTo>
                  <a:pt x="8946" y="5123"/>
                </a:lnTo>
                <a:lnTo>
                  <a:pt x="8978" y="5109"/>
                </a:lnTo>
                <a:lnTo>
                  <a:pt x="9010" y="5095"/>
                </a:lnTo>
                <a:lnTo>
                  <a:pt x="9040" y="5079"/>
                </a:lnTo>
                <a:lnTo>
                  <a:pt x="9070" y="5063"/>
                </a:lnTo>
                <a:lnTo>
                  <a:pt x="9098" y="5045"/>
                </a:lnTo>
                <a:lnTo>
                  <a:pt x="9126" y="5025"/>
                </a:lnTo>
                <a:lnTo>
                  <a:pt x="9154" y="5003"/>
                </a:lnTo>
                <a:lnTo>
                  <a:pt x="9178" y="4981"/>
                </a:lnTo>
                <a:lnTo>
                  <a:pt x="9204" y="4957"/>
                </a:lnTo>
                <a:lnTo>
                  <a:pt x="9226" y="4933"/>
                </a:lnTo>
                <a:lnTo>
                  <a:pt x="9250" y="4907"/>
                </a:lnTo>
                <a:lnTo>
                  <a:pt x="9270" y="4881"/>
                </a:lnTo>
                <a:lnTo>
                  <a:pt x="9290" y="4853"/>
                </a:lnTo>
                <a:lnTo>
                  <a:pt x="9308" y="4825"/>
                </a:lnTo>
                <a:lnTo>
                  <a:pt x="9326" y="4795"/>
                </a:lnTo>
                <a:lnTo>
                  <a:pt x="9340" y="4765"/>
                </a:lnTo>
                <a:lnTo>
                  <a:pt x="9356" y="4733"/>
                </a:lnTo>
                <a:lnTo>
                  <a:pt x="9368" y="4701"/>
                </a:lnTo>
                <a:lnTo>
                  <a:pt x="9378" y="4669"/>
                </a:lnTo>
                <a:lnTo>
                  <a:pt x="9388" y="4635"/>
                </a:lnTo>
                <a:lnTo>
                  <a:pt x="9396" y="4601"/>
                </a:lnTo>
                <a:lnTo>
                  <a:pt x="9402" y="4567"/>
                </a:lnTo>
                <a:lnTo>
                  <a:pt x="9408" y="4531"/>
                </a:lnTo>
                <a:lnTo>
                  <a:pt x="9410" y="4495"/>
                </a:lnTo>
                <a:lnTo>
                  <a:pt x="9410" y="4459"/>
                </a:lnTo>
                <a:lnTo>
                  <a:pt x="9410" y="706"/>
                </a:lnTo>
                <a:lnTo>
                  <a:pt x="9410" y="706"/>
                </a:lnTo>
                <a:lnTo>
                  <a:pt x="9412" y="670"/>
                </a:lnTo>
                <a:lnTo>
                  <a:pt x="9414" y="634"/>
                </a:lnTo>
                <a:lnTo>
                  <a:pt x="9420" y="598"/>
                </a:lnTo>
                <a:lnTo>
                  <a:pt x="9426" y="564"/>
                </a:lnTo>
                <a:lnTo>
                  <a:pt x="9434" y="530"/>
                </a:lnTo>
                <a:lnTo>
                  <a:pt x="9442" y="496"/>
                </a:lnTo>
                <a:lnTo>
                  <a:pt x="9454" y="464"/>
                </a:lnTo>
                <a:lnTo>
                  <a:pt x="9466" y="432"/>
                </a:lnTo>
                <a:lnTo>
                  <a:pt x="9480" y="400"/>
                </a:lnTo>
                <a:lnTo>
                  <a:pt x="9496" y="370"/>
                </a:lnTo>
                <a:lnTo>
                  <a:pt x="9514" y="340"/>
                </a:lnTo>
                <a:lnTo>
                  <a:pt x="9532" y="312"/>
                </a:lnTo>
                <a:lnTo>
                  <a:pt x="9552" y="284"/>
                </a:lnTo>
                <a:lnTo>
                  <a:pt x="9572" y="256"/>
                </a:lnTo>
                <a:lnTo>
                  <a:pt x="9596" y="232"/>
                </a:lnTo>
                <a:lnTo>
                  <a:pt x="9618" y="206"/>
                </a:lnTo>
                <a:lnTo>
                  <a:pt x="9644" y="184"/>
                </a:lnTo>
                <a:lnTo>
                  <a:pt x="9668" y="160"/>
                </a:lnTo>
                <a:lnTo>
                  <a:pt x="9696" y="140"/>
                </a:lnTo>
                <a:lnTo>
                  <a:pt x="9724" y="120"/>
                </a:lnTo>
                <a:lnTo>
                  <a:pt x="9752" y="102"/>
                </a:lnTo>
                <a:lnTo>
                  <a:pt x="9782" y="84"/>
                </a:lnTo>
                <a:lnTo>
                  <a:pt x="9812" y="68"/>
                </a:lnTo>
                <a:lnTo>
                  <a:pt x="9844" y="54"/>
                </a:lnTo>
                <a:lnTo>
                  <a:pt x="9876" y="42"/>
                </a:lnTo>
                <a:lnTo>
                  <a:pt x="9908" y="30"/>
                </a:lnTo>
                <a:lnTo>
                  <a:pt x="9942" y="22"/>
                </a:lnTo>
                <a:lnTo>
                  <a:pt x="9976" y="14"/>
                </a:lnTo>
                <a:lnTo>
                  <a:pt x="10010" y="8"/>
                </a:lnTo>
                <a:lnTo>
                  <a:pt x="10046" y="2"/>
                </a:lnTo>
                <a:lnTo>
                  <a:pt x="10082" y="0"/>
                </a:lnTo>
                <a:lnTo>
                  <a:pt x="10118" y="0"/>
                </a:lnTo>
                <a:lnTo>
                  <a:pt x="11108" y="0"/>
                </a:lnTo>
                <a:lnTo>
                  <a:pt x="11108" y="0"/>
                </a:lnTo>
                <a:lnTo>
                  <a:pt x="11144" y="0"/>
                </a:lnTo>
                <a:lnTo>
                  <a:pt x="11180" y="2"/>
                </a:lnTo>
                <a:lnTo>
                  <a:pt x="11216" y="8"/>
                </a:lnTo>
                <a:lnTo>
                  <a:pt x="11250" y="14"/>
                </a:lnTo>
                <a:lnTo>
                  <a:pt x="11284" y="22"/>
                </a:lnTo>
                <a:lnTo>
                  <a:pt x="11318" y="30"/>
                </a:lnTo>
                <a:lnTo>
                  <a:pt x="11350" y="42"/>
                </a:lnTo>
                <a:lnTo>
                  <a:pt x="11382" y="54"/>
                </a:lnTo>
                <a:lnTo>
                  <a:pt x="11414" y="68"/>
                </a:lnTo>
                <a:lnTo>
                  <a:pt x="11444" y="84"/>
                </a:lnTo>
                <a:lnTo>
                  <a:pt x="11474" y="102"/>
                </a:lnTo>
                <a:lnTo>
                  <a:pt x="11502" y="120"/>
                </a:lnTo>
                <a:lnTo>
                  <a:pt x="11530" y="140"/>
                </a:lnTo>
                <a:lnTo>
                  <a:pt x="11556" y="160"/>
                </a:lnTo>
                <a:lnTo>
                  <a:pt x="11582" y="184"/>
                </a:lnTo>
                <a:lnTo>
                  <a:pt x="11606" y="206"/>
                </a:lnTo>
                <a:lnTo>
                  <a:pt x="11630" y="232"/>
                </a:lnTo>
                <a:lnTo>
                  <a:pt x="11652" y="256"/>
                </a:lnTo>
                <a:lnTo>
                  <a:pt x="11674" y="284"/>
                </a:lnTo>
                <a:lnTo>
                  <a:pt x="11694" y="312"/>
                </a:lnTo>
                <a:lnTo>
                  <a:pt x="11712" y="340"/>
                </a:lnTo>
                <a:lnTo>
                  <a:pt x="11728" y="370"/>
                </a:lnTo>
                <a:lnTo>
                  <a:pt x="11744" y="400"/>
                </a:lnTo>
                <a:lnTo>
                  <a:pt x="11758" y="432"/>
                </a:lnTo>
                <a:lnTo>
                  <a:pt x="11772" y="464"/>
                </a:lnTo>
                <a:lnTo>
                  <a:pt x="11782" y="496"/>
                </a:lnTo>
                <a:lnTo>
                  <a:pt x="11792" y="530"/>
                </a:lnTo>
                <a:lnTo>
                  <a:pt x="11800" y="564"/>
                </a:lnTo>
                <a:lnTo>
                  <a:pt x="11806" y="598"/>
                </a:lnTo>
                <a:lnTo>
                  <a:pt x="11810" y="634"/>
                </a:lnTo>
                <a:lnTo>
                  <a:pt x="11814" y="670"/>
                </a:lnTo>
                <a:lnTo>
                  <a:pt x="11814" y="706"/>
                </a:lnTo>
                <a:lnTo>
                  <a:pt x="11814" y="2350"/>
                </a:lnTo>
                <a:lnTo>
                  <a:pt x="11814" y="2350"/>
                </a:lnTo>
                <a:lnTo>
                  <a:pt x="11816" y="2386"/>
                </a:lnTo>
                <a:lnTo>
                  <a:pt x="11818" y="2422"/>
                </a:lnTo>
                <a:lnTo>
                  <a:pt x="11822" y="2456"/>
                </a:lnTo>
                <a:lnTo>
                  <a:pt x="11828" y="2492"/>
                </a:lnTo>
                <a:lnTo>
                  <a:pt x="11836" y="2526"/>
                </a:lnTo>
                <a:lnTo>
                  <a:pt x="11846" y="2560"/>
                </a:lnTo>
                <a:lnTo>
                  <a:pt x="11858" y="2592"/>
                </a:lnTo>
                <a:lnTo>
                  <a:pt x="11870" y="2624"/>
                </a:lnTo>
                <a:lnTo>
                  <a:pt x="11884" y="2656"/>
                </a:lnTo>
                <a:lnTo>
                  <a:pt x="11900" y="2686"/>
                </a:lnTo>
                <a:lnTo>
                  <a:pt x="11918" y="2716"/>
                </a:lnTo>
                <a:lnTo>
                  <a:pt x="11936" y="2744"/>
                </a:lnTo>
                <a:lnTo>
                  <a:pt x="11956" y="2772"/>
                </a:lnTo>
                <a:lnTo>
                  <a:pt x="11976" y="2798"/>
                </a:lnTo>
                <a:lnTo>
                  <a:pt x="11998" y="2824"/>
                </a:lnTo>
                <a:lnTo>
                  <a:pt x="12022" y="2848"/>
                </a:lnTo>
                <a:lnTo>
                  <a:pt x="12046" y="2872"/>
                </a:lnTo>
                <a:lnTo>
                  <a:pt x="12072" y="2894"/>
                </a:lnTo>
                <a:lnTo>
                  <a:pt x="12100" y="2916"/>
                </a:lnTo>
                <a:lnTo>
                  <a:pt x="12126" y="2936"/>
                </a:lnTo>
                <a:lnTo>
                  <a:pt x="12156" y="2954"/>
                </a:lnTo>
                <a:lnTo>
                  <a:pt x="12186" y="2970"/>
                </a:lnTo>
                <a:lnTo>
                  <a:pt x="12216" y="2986"/>
                </a:lnTo>
                <a:lnTo>
                  <a:pt x="12246" y="3000"/>
                </a:lnTo>
                <a:lnTo>
                  <a:pt x="12278" y="3014"/>
                </a:lnTo>
                <a:lnTo>
                  <a:pt x="12312" y="3024"/>
                </a:lnTo>
                <a:lnTo>
                  <a:pt x="12346" y="3034"/>
                </a:lnTo>
                <a:lnTo>
                  <a:pt x="12380" y="3042"/>
                </a:lnTo>
                <a:lnTo>
                  <a:pt x="12414" y="3048"/>
                </a:lnTo>
                <a:lnTo>
                  <a:pt x="12450" y="3052"/>
                </a:lnTo>
                <a:lnTo>
                  <a:pt x="12486" y="3056"/>
                </a:lnTo>
                <a:lnTo>
                  <a:pt x="12522" y="3056"/>
                </a:lnTo>
                <a:lnTo>
                  <a:pt x="13838" y="3056"/>
                </a:lnTo>
              </a:path>
            </a:pathLst>
          </a:custGeom>
          <a:noFill/>
          <a:ln w="571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8167" tIns="39067" rIns="78167" bIns="39067" anchor="t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tabLst/>
              <a:defRPr/>
            </a:pPr>
            <a:endParaRPr kumimoji="0" sz="933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E78E018-D2C1-DC0B-170A-813CBA22B248}"/>
              </a:ext>
            </a:extLst>
          </p:cNvPr>
          <p:cNvGrpSpPr/>
          <p:nvPr/>
        </p:nvGrpSpPr>
        <p:grpSpPr>
          <a:xfrm>
            <a:off x="1015998" y="3158490"/>
            <a:ext cx="285750" cy="285750"/>
            <a:chOff x="1054098" y="3143250"/>
            <a:chExt cx="285750" cy="285750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C87A4067-A05C-E9C1-6444-92C46C620F93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7C4F8FF8-9A0A-DDD5-79D8-A340C3102AED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7B369E2B-DEBB-FF46-8EFC-8554F0432A35}"/>
              </a:ext>
            </a:extLst>
          </p:cNvPr>
          <p:cNvGrpSpPr/>
          <p:nvPr/>
        </p:nvGrpSpPr>
        <p:grpSpPr>
          <a:xfrm>
            <a:off x="3304086" y="5128502"/>
            <a:ext cx="285750" cy="285750"/>
            <a:chOff x="1054098" y="3143250"/>
            <a:chExt cx="285750" cy="285750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7AEAD63B-0EF2-418C-F9BC-6DF443F55889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B210AAC3-64C6-E8B9-09D9-5E56C0241359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5181881-F4FE-510C-EF3F-25FCC486DB8A}"/>
              </a:ext>
            </a:extLst>
          </p:cNvPr>
          <p:cNvGrpSpPr/>
          <p:nvPr/>
        </p:nvGrpSpPr>
        <p:grpSpPr>
          <a:xfrm>
            <a:off x="5066081" y="2339373"/>
            <a:ext cx="285750" cy="285750"/>
            <a:chOff x="1054098" y="3143250"/>
            <a:chExt cx="285750" cy="285750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D512BEA3-1BB3-5C79-B851-1EA676A02603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44158ADF-C18A-D236-13F5-05F2E4782435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31045D1E-BBB9-0855-A254-E58D19F9D38F}"/>
              </a:ext>
            </a:extLst>
          </p:cNvPr>
          <p:cNvGrpSpPr/>
          <p:nvPr/>
        </p:nvGrpSpPr>
        <p:grpSpPr>
          <a:xfrm>
            <a:off x="6830789" y="4495728"/>
            <a:ext cx="285750" cy="285750"/>
            <a:chOff x="1054098" y="3143250"/>
            <a:chExt cx="285750" cy="285750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03E7236D-8216-9F18-308F-6296BD7C0457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06B9AE25-0BBE-83C3-6735-B92FA03F58ED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FC4CD759-D044-1AC8-BA99-C1A5B2D30FC5}"/>
              </a:ext>
            </a:extLst>
          </p:cNvPr>
          <p:cNvGrpSpPr/>
          <p:nvPr/>
        </p:nvGrpSpPr>
        <p:grpSpPr>
          <a:xfrm>
            <a:off x="8571280" y="1653508"/>
            <a:ext cx="285750" cy="285750"/>
            <a:chOff x="1054098" y="3143250"/>
            <a:chExt cx="285750" cy="285750"/>
          </a:xfrm>
        </p:grpSpPr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612CA7CD-9F48-5509-B3AC-25AF7D1AD8F6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A9D7EEBD-D9BF-3690-5DD0-0CDCD5319C3A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B4A160C2-AAA2-A620-AF84-C6CAF663F449}"/>
              </a:ext>
            </a:extLst>
          </p:cNvPr>
          <p:cNvGrpSpPr/>
          <p:nvPr/>
        </p:nvGrpSpPr>
        <p:grpSpPr>
          <a:xfrm>
            <a:off x="10920687" y="3342885"/>
            <a:ext cx="285750" cy="285750"/>
            <a:chOff x="1054098" y="3143250"/>
            <a:chExt cx="285750" cy="285750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65902002-1EB3-EED6-C08B-6A0706A5A650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1920D448-65E4-BBAD-64D6-F6BCE518050D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28E62200-9114-F512-2BE0-F5120B79A7F5}"/>
              </a:ext>
            </a:extLst>
          </p:cNvPr>
          <p:cNvSpPr txBox="1"/>
          <p:nvPr/>
        </p:nvSpPr>
        <p:spPr>
          <a:xfrm>
            <a:off x="949008" y="1924018"/>
            <a:ext cx="8803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41874A0-DFF6-7765-2A04-6826451F7FBB}"/>
              </a:ext>
            </a:extLst>
          </p:cNvPr>
          <p:cNvSpPr txBox="1"/>
          <p:nvPr/>
        </p:nvSpPr>
        <p:spPr>
          <a:xfrm>
            <a:off x="949009" y="2150939"/>
            <a:ext cx="14202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AE40621-4FA7-4DC0-B3B3-C13295AFAAD2}"/>
              </a:ext>
            </a:extLst>
          </p:cNvPr>
          <p:cNvSpPr txBox="1"/>
          <p:nvPr/>
        </p:nvSpPr>
        <p:spPr>
          <a:xfrm>
            <a:off x="3020010" y="3863281"/>
            <a:ext cx="8803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D7DE05D-1F22-DCA5-9842-855F348D2F09}"/>
              </a:ext>
            </a:extLst>
          </p:cNvPr>
          <p:cNvSpPr txBox="1"/>
          <p:nvPr/>
        </p:nvSpPr>
        <p:spPr>
          <a:xfrm>
            <a:off x="2750056" y="4090202"/>
            <a:ext cx="14202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C2D0F5B-ECC4-DB63-22DE-265029D3CF5E}"/>
              </a:ext>
            </a:extLst>
          </p:cNvPr>
          <p:cNvSpPr txBox="1"/>
          <p:nvPr/>
        </p:nvSpPr>
        <p:spPr>
          <a:xfrm>
            <a:off x="4776869" y="2735147"/>
            <a:ext cx="8803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0426DF8-A0FD-8DCE-C9CC-2E9BA0A2D707}"/>
              </a:ext>
            </a:extLst>
          </p:cNvPr>
          <p:cNvSpPr txBox="1"/>
          <p:nvPr/>
        </p:nvSpPr>
        <p:spPr>
          <a:xfrm>
            <a:off x="4506915" y="2962068"/>
            <a:ext cx="14202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EB9B5FC-848F-39FF-3492-6645B0A60030}"/>
              </a:ext>
            </a:extLst>
          </p:cNvPr>
          <p:cNvSpPr txBox="1"/>
          <p:nvPr/>
        </p:nvSpPr>
        <p:spPr>
          <a:xfrm>
            <a:off x="6527846" y="3265119"/>
            <a:ext cx="8803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013319C-3C04-E7B6-8D64-634BD73A87DB}"/>
              </a:ext>
            </a:extLst>
          </p:cNvPr>
          <p:cNvSpPr txBox="1"/>
          <p:nvPr/>
        </p:nvSpPr>
        <p:spPr>
          <a:xfrm>
            <a:off x="6257892" y="3492040"/>
            <a:ext cx="14202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2009C90-B95C-27EC-A416-2190DDAA9AD3}"/>
              </a:ext>
            </a:extLst>
          </p:cNvPr>
          <p:cNvSpPr txBox="1"/>
          <p:nvPr/>
        </p:nvSpPr>
        <p:spPr>
          <a:xfrm>
            <a:off x="8293073" y="2666559"/>
            <a:ext cx="8803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2E7A754-837E-54B2-D878-D64BF93B9942}"/>
              </a:ext>
            </a:extLst>
          </p:cNvPr>
          <p:cNvSpPr txBox="1"/>
          <p:nvPr/>
        </p:nvSpPr>
        <p:spPr>
          <a:xfrm>
            <a:off x="8023119" y="2893480"/>
            <a:ext cx="14202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04FEE0F-6DD1-C9B2-6F92-5C9ABF55DDCB}"/>
              </a:ext>
            </a:extLst>
          </p:cNvPr>
          <p:cNvSpPr txBox="1"/>
          <p:nvPr/>
        </p:nvSpPr>
        <p:spPr>
          <a:xfrm>
            <a:off x="10371788" y="3771652"/>
            <a:ext cx="8803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D79A089-594E-B6C3-E12E-85EF02228DF7}"/>
              </a:ext>
            </a:extLst>
          </p:cNvPr>
          <p:cNvSpPr txBox="1"/>
          <p:nvPr/>
        </p:nvSpPr>
        <p:spPr>
          <a:xfrm>
            <a:off x="9831880" y="3998573"/>
            <a:ext cx="14202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pic>
        <p:nvPicPr>
          <p:cNvPr id="35" name="Graphic 34">
            <a:extLst>
              <a:ext uri="{FF2B5EF4-FFF2-40B4-BE49-F238E27FC236}">
                <a16:creationId xmlns:a16="http://schemas.microsoft.com/office/drawing/2014/main" id="{1304A0D5-F60B-9247-435C-99F7FAB52A7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6900" y="3644513"/>
            <a:ext cx="420346" cy="420346"/>
          </a:xfrm>
          <a:prstGeom prst="rect">
            <a:avLst/>
          </a:prstGeom>
        </p:spPr>
      </p:pic>
      <p:pic>
        <p:nvPicPr>
          <p:cNvPr id="37" name="Graphic 36">
            <a:extLst>
              <a:ext uri="{FF2B5EF4-FFF2-40B4-BE49-F238E27FC236}">
                <a16:creationId xmlns:a16="http://schemas.microsoft.com/office/drawing/2014/main" id="{583EAD25-7403-7D7F-F919-BED5F1206DD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98294" y="3403875"/>
            <a:ext cx="495813" cy="408468"/>
          </a:xfrm>
          <a:prstGeom prst="rect">
            <a:avLst/>
          </a:prstGeom>
        </p:spPr>
      </p:pic>
      <p:pic>
        <p:nvPicPr>
          <p:cNvPr id="38" name="Graphic 37">
            <a:extLst>
              <a:ext uri="{FF2B5EF4-FFF2-40B4-BE49-F238E27FC236}">
                <a16:creationId xmlns:a16="http://schemas.microsoft.com/office/drawing/2014/main" id="{C5470E77-8A5D-F9F1-2380-79A4EB38948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59901" y="1664278"/>
            <a:ext cx="463737" cy="513601"/>
          </a:xfrm>
          <a:prstGeom prst="rect">
            <a:avLst/>
          </a:prstGeom>
        </p:spPr>
      </p:pic>
      <p:pic>
        <p:nvPicPr>
          <p:cNvPr id="39" name="Graphic 38">
            <a:extLst>
              <a:ext uri="{FF2B5EF4-FFF2-40B4-BE49-F238E27FC236}">
                <a16:creationId xmlns:a16="http://schemas.microsoft.com/office/drawing/2014/main" id="{160B084C-4E2C-F768-204B-F3EF5D5591D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714866" y="4875811"/>
            <a:ext cx="536583" cy="526915"/>
          </a:xfrm>
          <a:prstGeom prst="rect">
            <a:avLst/>
          </a:prstGeom>
        </p:spPr>
      </p:pic>
      <p:pic>
        <p:nvPicPr>
          <p:cNvPr id="40" name="Graphic 39">
            <a:extLst>
              <a:ext uri="{FF2B5EF4-FFF2-40B4-BE49-F238E27FC236}">
                <a16:creationId xmlns:a16="http://schemas.microsoft.com/office/drawing/2014/main" id="{DBE84CF7-1ABA-27AD-9310-BC91A8EEA87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428563" y="2083222"/>
            <a:ext cx="590321" cy="467221"/>
          </a:xfrm>
          <a:prstGeom prst="rect">
            <a:avLst/>
          </a:prstGeom>
        </p:spPr>
      </p:pic>
      <p:pic>
        <p:nvPicPr>
          <p:cNvPr id="41" name="Graphic 40">
            <a:extLst>
              <a:ext uri="{FF2B5EF4-FFF2-40B4-BE49-F238E27FC236}">
                <a16:creationId xmlns:a16="http://schemas.microsoft.com/office/drawing/2014/main" id="{70AF41E5-6488-E08D-0D78-7B2680649A4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650069" y="2708704"/>
            <a:ext cx="510127" cy="432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02712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9FDCD6D-3FE1-D48D-7359-9A58BC813E35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Infographic Name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905E186-5DFA-4A0A-8764-9AB5111ED1C7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70AB179E-6552-FBCD-5D2C-212C9CC35EAE}"/>
              </a:ext>
            </a:extLst>
          </p:cNvPr>
          <p:cNvGrpSpPr/>
          <p:nvPr/>
        </p:nvGrpSpPr>
        <p:grpSpPr>
          <a:xfrm>
            <a:off x="7878447" y="2185819"/>
            <a:ext cx="3451875" cy="3451875"/>
            <a:chOff x="7906157" y="1964142"/>
            <a:chExt cx="3451875" cy="3451875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58F675D2-5FAA-8E31-7946-DF7EE347D47B}"/>
                </a:ext>
              </a:extLst>
            </p:cNvPr>
            <p:cNvSpPr/>
            <p:nvPr/>
          </p:nvSpPr>
          <p:spPr>
            <a:xfrm>
              <a:off x="7906157" y="1964142"/>
              <a:ext cx="3451875" cy="3451875"/>
            </a:xfrm>
            <a:prstGeom prst="ellipse">
              <a:avLst/>
            </a:prstGeom>
            <a:solidFill>
              <a:schemeClr val="accent2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AF8D9246-CD10-F0C7-2DCC-889451A4C5B5}"/>
                </a:ext>
              </a:extLst>
            </p:cNvPr>
            <p:cNvSpPr txBox="1"/>
            <p:nvPr/>
          </p:nvSpPr>
          <p:spPr>
            <a:xfrm>
              <a:off x="8840851" y="3137064"/>
              <a:ext cx="1582486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400" b="1">
                  <a:solidFill>
                    <a:schemeClr val="accent2"/>
                  </a:solidFill>
                  <a:latin typeface="Poppins SemiBold" pitchFamily="2" charset="77"/>
                  <a:cs typeface="Poppins SemiBold" pitchFamily="2" charset="77"/>
                </a:rPr>
                <a:t>201M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B9218089-70AA-F028-B9D5-4B4BA25476D2}"/>
                </a:ext>
              </a:extLst>
            </p:cNvPr>
            <p:cNvSpPr txBox="1"/>
            <p:nvPr/>
          </p:nvSpPr>
          <p:spPr>
            <a:xfrm>
              <a:off x="8546729" y="3777800"/>
              <a:ext cx="2170730" cy="49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300">
                  <a:solidFill>
                    <a:schemeClr val="accent5"/>
                  </a:solidFill>
                  <a:latin typeface="Poppins" pitchFamily="2" charset="77"/>
                  <a:cs typeface="Poppins" pitchFamily="2" charset="77"/>
                </a:rPr>
                <a:t>Lorem ipsum dolor sit a </a:t>
              </a:r>
              <a:r>
                <a:rPr lang="en-US" sz="1300" err="1">
                  <a:solidFill>
                    <a:schemeClr val="accent5"/>
                  </a:solidFill>
                  <a:latin typeface="Poppins" pitchFamily="2" charset="77"/>
                  <a:cs typeface="Poppins" pitchFamily="2" charset="77"/>
                </a:rPr>
                <a:t>consectetur</a:t>
              </a:r>
              <a:r>
                <a:rPr lang="en-US" sz="1300">
                  <a:solidFill>
                    <a:schemeClr val="accent5"/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300" err="1">
                  <a:solidFill>
                    <a:schemeClr val="accent5"/>
                  </a:solidFill>
                  <a:latin typeface="Poppins" pitchFamily="2" charset="77"/>
                  <a:cs typeface="Poppins" pitchFamily="2" charset="77"/>
                </a:rPr>
                <a:t>adipis</a:t>
              </a:r>
              <a:endParaRPr lang="en-US" sz="1300">
                <a:solidFill>
                  <a:schemeClr val="accent5"/>
                </a:solidFill>
                <a:latin typeface="Poppins" pitchFamily="2" charset="77"/>
                <a:cs typeface="Poppins" pitchFamily="2" charset="77"/>
              </a:endParaRPr>
            </a:p>
          </p:txBody>
        </p:sp>
      </p:grpSp>
      <p:sp>
        <p:nvSpPr>
          <p:cNvPr id="8" name="Oval 7">
            <a:extLst>
              <a:ext uri="{FF2B5EF4-FFF2-40B4-BE49-F238E27FC236}">
                <a16:creationId xmlns:a16="http://schemas.microsoft.com/office/drawing/2014/main" id="{051B3436-A3B1-0772-E137-753D05E56621}"/>
              </a:ext>
            </a:extLst>
          </p:cNvPr>
          <p:cNvSpPr/>
          <p:nvPr/>
        </p:nvSpPr>
        <p:spPr>
          <a:xfrm>
            <a:off x="5846303" y="1539927"/>
            <a:ext cx="2760331" cy="2760331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016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97A5E1E-4E8D-5804-91ED-4F239BA17552}"/>
              </a:ext>
            </a:extLst>
          </p:cNvPr>
          <p:cNvSpPr txBox="1"/>
          <p:nvPr/>
        </p:nvSpPr>
        <p:spPr>
          <a:xfrm>
            <a:off x="6555451" y="2348363"/>
            <a:ext cx="1342034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800" b="1">
                <a:solidFill>
                  <a:srgbClr val="FD5B0E"/>
                </a:solidFill>
                <a:latin typeface="Poppins SemiBold" pitchFamily="2" charset="77"/>
                <a:cs typeface="Poppins SemiBold" pitchFamily="2" charset="77"/>
              </a:rPr>
              <a:t>2.5M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3111EB3-B89C-BB15-132A-1C02E36CEA67}"/>
              </a:ext>
            </a:extLst>
          </p:cNvPr>
          <p:cNvSpPr txBox="1"/>
          <p:nvPr/>
        </p:nvSpPr>
        <p:spPr>
          <a:xfrm>
            <a:off x="6206668" y="2938299"/>
            <a:ext cx="2039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Lorem ipsum dolor sit </a:t>
            </a:r>
            <a:r>
              <a:rPr lang="en-US" sz="12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2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2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adipis</a:t>
            </a:r>
            <a:endParaRPr lang="en-US" sz="1200">
              <a:solidFill>
                <a:schemeClr val="accent5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96C105F8-F120-7230-0F02-E30F67998812}"/>
              </a:ext>
            </a:extLst>
          </p:cNvPr>
          <p:cNvSpPr/>
          <p:nvPr/>
        </p:nvSpPr>
        <p:spPr>
          <a:xfrm>
            <a:off x="4029552" y="2945492"/>
            <a:ext cx="2525899" cy="2525899"/>
          </a:xfrm>
          <a:prstGeom prst="ellipse">
            <a:avLst/>
          </a:prstGeom>
          <a:solidFill>
            <a:schemeClr val="accent3"/>
          </a:solidFill>
          <a:ln w="1016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B1393AC-61DA-6DB9-16B9-7F5BF9B50FD1}"/>
              </a:ext>
            </a:extLst>
          </p:cNvPr>
          <p:cNvSpPr txBox="1"/>
          <p:nvPr/>
        </p:nvSpPr>
        <p:spPr>
          <a:xfrm>
            <a:off x="4743312" y="3687949"/>
            <a:ext cx="1098379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400" b="1">
                <a:solidFill>
                  <a:srgbClr val="00B050"/>
                </a:solidFill>
                <a:latin typeface="Poppins SemiBold" pitchFamily="2" charset="77"/>
                <a:cs typeface="Poppins SemiBold" pitchFamily="2" charset="77"/>
              </a:rPr>
              <a:t>98%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7CFA5EB-3662-7D7D-B3D7-180DD10301E0}"/>
              </a:ext>
            </a:extLst>
          </p:cNvPr>
          <p:cNvSpPr txBox="1"/>
          <p:nvPr/>
        </p:nvSpPr>
        <p:spPr>
          <a:xfrm>
            <a:off x="4546009" y="4188985"/>
            <a:ext cx="14929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Lorem ipsum dolor </a:t>
            </a:r>
            <a:r>
              <a:rPr lang="en-US" sz="10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ad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600CDF0-D4F9-E700-1667-3ACBF1B24F4C}"/>
              </a:ext>
            </a:extLst>
          </p:cNvPr>
          <p:cNvSpPr txBox="1"/>
          <p:nvPr/>
        </p:nvSpPr>
        <p:spPr>
          <a:xfrm>
            <a:off x="423861" y="1411472"/>
            <a:ext cx="330147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amet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fri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sed do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endParaRPr lang="en-US" sz="1600">
              <a:solidFill>
                <a:schemeClr val="bg2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B43F6299-7E2B-9AB7-B00F-9F75FE9F6124}"/>
              </a:ext>
            </a:extLst>
          </p:cNvPr>
          <p:cNvSpPr/>
          <p:nvPr/>
        </p:nvSpPr>
        <p:spPr>
          <a:xfrm>
            <a:off x="9441794" y="690195"/>
            <a:ext cx="1963181" cy="1963181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016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24F23DB-0794-64FB-4D3B-36B44F4AFC2C}"/>
              </a:ext>
            </a:extLst>
          </p:cNvPr>
          <p:cNvSpPr txBox="1"/>
          <p:nvPr/>
        </p:nvSpPr>
        <p:spPr>
          <a:xfrm>
            <a:off x="9947132" y="1200919"/>
            <a:ext cx="952504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tx2"/>
                </a:solidFill>
                <a:latin typeface="Poppins SemiBold" pitchFamily="2" charset="77"/>
                <a:cs typeface="Poppins SemiBold" pitchFamily="2" charset="77"/>
              </a:rPr>
              <a:t>150$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0B47A06-8DA5-F127-04AE-D45E47C48287}"/>
              </a:ext>
            </a:extLst>
          </p:cNvPr>
          <p:cNvSpPr txBox="1"/>
          <p:nvPr/>
        </p:nvSpPr>
        <p:spPr>
          <a:xfrm>
            <a:off x="9676892" y="1651156"/>
            <a:ext cx="14929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Lorem ipsum dolor </a:t>
            </a:r>
            <a:r>
              <a:rPr lang="en-US" sz="10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ad</a:t>
            </a:r>
          </a:p>
        </p:txBody>
      </p:sp>
      <p:sp>
        <p:nvSpPr>
          <p:cNvPr id="49" name="Rounded Rectangle 48">
            <a:extLst>
              <a:ext uri="{FF2B5EF4-FFF2-40B4-BE49-F238E27FC236}">
                <a16:creationId xmlns:a16="http://schemas.microsoft.com/office/drawing/2014/main" id="{9F561278-E7B1-0010-E2E1-8D0250829E9D}"/>
              </a:ext>
            </a:extLst>
          </p:cNvPr>
          <p:cNvSpPr/>
          <p:nvPr/>
        </p:nvSpPr>
        <p:spPr>
          <a:xfrm>
            <a:off x="516952" y="2445341"/>
            <a:ext cx="3152234" cy="914385"/>
          </a:xfrm>
          <a:prstGeom prst="round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0A04561-CD62-A62D-216D-329B7F18C756}"/>
              </a:ext>
            </a:extLst>
          </p:cNvPr>
          <p:cNvSpPr txBox="1"/>
          <p:nvPr/>
        </p:nvSpPr>
        <p:spPr>
          <a:xfrm>
            <a:off x="733274" y="2602451"/>
            <a:ext cx="2702653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</a:t>
            </a:r>
            <a:r>
              <a:rPr lang="en-US" sz="1100" err="1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amet</a:t>
            </a:r>
            <a:r>
              <a:rPr lang="en-US" sz="1100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100" err="1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fri</a:t>
            </a:r>
            <a:r>
              <a:rPr lang="en-US" sz="1100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100" err="1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100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100" err="1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100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100" err="1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1100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 sed do </a:t>
            </a:r>
            <a:r>
              <a:rPr lang="en-US" sz="1100" err="1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100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100" err="1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endParaRPr lang="en-US" sz="1100">
              <a:solidFill>
                <a:schemeClr val="accent4">
                  <a:lumMod val="20000"/>
                  <a:lumOff val="8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1164413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91ACED1-7DB2-C296-F66E-F46987F0835E}"/>
              </a:ext>
            </a:extLst>
          </p:cNvPr>
          <p:cNvSpPr txBox="1"/>
          <p:nvPr/>
        </p:nvSpPr>
        <p:spPr>
          <a:xfrm>
            <a:off x="423862" y="280634"/>
            <a:ext cx="3301471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Headline In Two Lines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BF3EFEF-D748-CF04-09D3-862044316D66}"/>
              </a:ext>
            </a:extLst>
          </p:cNvPr>
          <p:cNvSpPr txBox="1"/>
          <p:nvPr/>
        </p:nvSpPr>
        <p:spPr>
          <a:xfrm>
            <a:off x="423862" y="1403505"/>
            <a:ext cx="321680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Subtext/</a:t>
            </a:r>
            <a:r>
              <a:rPr lang="en-US" sz="20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Bodytext</a:t>
            </a:r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here in two or three lines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A7A63A6-FBB0-EA51-1533-32A7D18A15A5}"/>
              </a:ext>
            </a:extLst>
          </p:cNvPr>
          <p:cNvSpPr/>
          <p:nvPr/>
        </p:nvSpPr>
        <p:spPr>
          <a:xfrm>
            <a:off x="8075493" y="1358631"/>
            <a:ext cx="3451875" cy="3451875"/>
          </a:xfrm>
          <a:prstGeom prst="ellipse">
            <a:avLst/>
          </a:prstGeom>
          <a:solidFill>
            <a:schemeClr val="accent2">
              <a:lumMod val="20000"/>
              <a:lumOff val="80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D569283-383C-F152-ADA3-2E6243F72BE3}"/>
              </a:ext>
            </a:extLst>
          </p:cNvPr>
          <p:cNvSpPr txBox="1"/>
          <p:nvPr/>
        </p:nvSpPr>
        <p:spPr>
          <a:xfrm>
            <a:off x="9010187" y="2489988"/>
            <a:ext cx="158248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400" b="1">
                <a:solidFill>
                  <a:schemeClr val="accent2"/>
                </a:solidFill>
                <a:latin typeface="Poppins SemiBold" pitchFamily="2" charset="77"/>
                <a:cs typeface="Poppins SemiBold" pitchFamily="2" charset="77"/>
              </a:rPr>
              <a:t>201M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27B4EAB-4924-EAE7-B11B-DAAB08586408}"/>
              </a:ext>
            </a:extLst>
          </p:cNvPr>
          <p:cNvSpPr txBox="1"/>
          <p:nvPr/>
        </p:nvSpPr>
        <p:spPr>
          <a:xfrm>
            <a:off x="8781630" y="3130724"/>
            <a:ext cx="2039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Lorem ipsum dolor sit a </a:t>
            </a:r>
            <a:r>
              <a:rPr lang="en-US" sz="12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2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2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adipis</a:t>
            </a:r>
            <a:endParaRPr lang="en-US" sz="1200">
              <a:solidFill>
                <a:schemeClr val="accent5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7F88960-C86A-5AE8-EF91-D53C2D395643}"/>
              </a:ext>
            </a:extLst>
          </p:cNvPr>
          <p:cNvSpPr/>
          <p:nvPr/>
        </p:nvSpPr>
        <p:spPr>
          <a:xfrm>
            <a:off x="6043349" y="712739"/>
            <a:ext cx="2760331" cy="2760331"/>
          </a:xfrm>
          <a:prstGeom prst="ellipse">
            <a:avLst/>
          </a:prstGeom>
          <a:solidFill>
            <a:srgbClr val="FFE8E3"/>
          </a:solidFill>
          <a:ln w="1016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8ACE8E7-B73D-CD4F-E8C0-A13370218FBA}"/>
              </a:ext>
            </a:extLst>
          </p:cNvPr>
          <p:cNvSpPr txBox="1"/>
          <p:nvPr/>
        </p:nvSpPr>
        <p:spPr>
          <a:xfrm>
            <a:off x="6752497" y="1605840"/>
            <a:ext cx="1342034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800" b="1">
                <a:solidFill>
                  <a:srgbClr val="FD5B0E"/>
                </a:solidFill>
                <a:latin typeface="Poppins SemiBold" pitchFamily="2" charset="77"/>
                <a:cs typeface="Poppins SemiBold" pitchFamily="2" charset="77"/>
              </a:rPr>
              <a:t>2.5M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C7AA1AB-DDAC-2B05-18C4-BD08024997E0}"/>
              </a:ext>
            </a:extLst>
          </p:cNvPr>
          <p:cNvSpPr txBox="1"/>
          <p:nvPr/>
        </p:nvSpPr>
        <p:spPr>
          <a:xfrm>
            <a:off x="6403714" y="2195776"/>
            <a:ext cx="20396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Lorem ipsum dolor sit </a:t>
            </a:r>
            <a:r>
              <a:rPr lang="en-US" sz="11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1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1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adipis</a:t>
            </a:r>
            <a:endParaRPr lang="en-US" sz="1100">
              <a:solidFill>
                <a:schemeClr val="accent5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C0E9ECA-0C9F-AF24-BE52-9D05B83DECD6}"/>
              </a:ext>
            </a:extLst>
          </p:cNvPr>
          <p:cNvSpPr/>
          <p:nvPr/>
        </p:nvSpPr>
        <p:spPr>
          <a:xfrm>
            <a:off x="4175799" y="2118304"/>
            <a:ext cx="2375633" cy="2375633"/>
          </a:xfrm>
          <a:prstGeom prst="ellipse">
            <a:avLst/>
          </a:prstGeom>
          <a:solidFill>
            <a:schemeClr val="accent3"/>
          </a:solidFill>
          <a:ln w="1016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BCDC2BA-E06F-3A17-AA0C-9E9F0C442FFD}"/>
              </a:ext>
            </a:extLst>
          </p:cNvPr>
          <p:cNvSpPr txBox="1"/>
          <p:nvPr/>
        </p:nvSpPr>
        <p:spPr>
          <a:xfrm>
            <a:off x="4860913" y="2777631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>
                <a:solidFill>
                  <a:srgbClr val="00B050"/>
                </a:solidFill>
                <a:latin typeface="Poppins SemiBold" pitchFamily="2" charset="77"/>
                <a:cs typeface="Poppins SemiBold" pitchFamily="2" charset="77"/>
              </a:rPr>
              <a:t>79%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7135509-CB07-3D6F-AF07-B088CB74CAF0}"/>
              </a:ext>
            </a:extLst>
          </p:cNvPr>
          <p:cNvSpPr txBox="1"/>
          <p:nvPr/>
        </p:nvSpPr>
        <p:spPr>
          <a:xfrm>
            <a:off x="4617121" y="3278667"/>
            <a:ext cx="14929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Lorem ipsum dolor </a:t>
            </a:r>
            <a:r>
              <a:rPr lang="en-US" sz="10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ad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855C4BC6-ED28-FB5B-0CD3-D6B049BBA72E}"/>
              </a:ext>
            </a:extLst>
          </p:cNvPr>
          <p:cNvSpPr/>
          <p:nvPr/>
        </p:nvSpPr>
        <p:spPr>
          <a:xfrm>
            <a:off x="7601985" y="4109700"/>
            <a:ext cx="1963181" cy="1963181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016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560F811-F373-CF07-DC42-F0D933566E29}"/>
              </a:ext>
            </a:extLst>
          </p:cNvPr>
          <p:cNvSpPr txBox="1"/>
          <p:nvPr/>
        </p:nvSpPr>
        <p:spPr>
          <a:xfrm>
            <a:off x="8107323" y="4620424"/>
            <a:ext cx="952504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tx2"/>
                </a:solidFill>
                <a:latin typeface="Poppins SemiBold" pitchFamily="2" charset="77"/>
                <a:cs typeface="Poppins SemiBold" pitchFamily="2" charset="77"/>
              </a:rPr>
              <a:t>150$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928D3D8-3E5E-3A3F-F530-374E44EB9CAD}"/>
              </a:ext>
            </a:extLst>
          </p:cNvPr>
          <p:cNvSpPr txBox="1"/>
          <p:nvPr/>
        </p:nvSpPr>
        <p:spPr>
          <a:xfrm>
            <a:off x="7837083" y="5070661"/>
            <a:ext cx="14929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Lorem ipsum dolor </a:t>
            </a:r>
            <a:r>
              <a:rPr lang="en-US" sz="10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ad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C583D4B-57DC-0349-86E0-0F100B5A4655}"/>
              </a:ext>
            </a:extLst>
          </p:cNvPr>
          <p:cNvSpPr txBox="1"/>
          <p:nvPr/>
        </p:nvSpPr>
        <p:spPr>
          <a:xfrm>
            <a:off x="423861" y="4837747"/>
            <a:ext cx="330147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amet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fri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sed do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gst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what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labore et do</a:t>
            </a:r>
          </a:p>
        </p:txBody>
      </p:sp>
    </p:spTree>
    <p:extLst>
      <p:ext uri="{BB962C8B-B14F-4D97-AF65-F5344CB8AC3E}">
        <p14:creationId xmlns:p14="http://schemas.microsoft.com/office/powerpoint/2010/main" val="35231392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5E7979-4E67-9A31-1144-B8EA4CD75B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5BBC440A-0E62-AEC0-710E-C6B6E6CD74B5}"/>
              </a:ext>
            </a:extLst>
          </p:cNvPr>
          <p:cNvSpPr/>
          <p:nvPr/>
        </p:nvSpPr>
        <p:spPr>
          <a:xfrm>
            <a:off x="9841608" y="1026862"/>
            <a:ext cx="1600488" cy="1535854"/>
          </a:xfrm>
          <a:prstGeom prst="roundRect">
            <a:avLst>
              <a:gd name="adj" fmla="val 15623"/>
            </a:avLst>
          </a:prstGeom>
          <a:solidFill>
            <a:schemeClr val="accent2">
              <a:lumMod val="20000"/>
              <a:lumOff val="80000"/>
              <a:alpha val="3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1" name="Picture 20" descr="A person in a vest  Description automatically generated">
            <a:extLst>
              <a:ext uri="{FF2B5EF4-FFF2-40B4-BE49-F238E27FC236}">
                <a16:creationId xmlns:a16="http://schemas.microsoft.com/office/drawing/2014/main" id="{26F82552-E2E2-C05C-DB0D-9D11B05A36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5470" y="1625602"/>
            <a:ext cx="4402664" cy="440266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014B5C8-A1DF-3264-9587-A5EF14A89746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Infographic Name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37AC092-A339-2B54-19BA-84330F91F847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E89EE653-0143-CF84-1E7C-69C709AC7124}"/>
              </a:ext>
            </a:extLst>
          </p:cNvPr>
          <p:cNvGrpSpPr/>
          <p:nvPr/>
        </p:nvGrpSpPr>
        <p:grpSpPr>
          <a:xfrm>
            <a:off x="5002234" y="4732464"/>
            <a:ext cx="2143616" cy="1135331"/>
            <a:chOff x="4960669" y="4732464"/>
            <a:chExt cx="2143616" cy="1135331"/>
          </a:xfrm>
        </p:grpSpPr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D9914B2F-C715-54F5-28B2-441746209DC9}"/>
                </a:ext>
              </a:extLst>
            </p:cNvPr>
            <p:cNvSpPr/>
            <p:nvPr/>
          </p:nvSpPr>
          <p:spPr>
            <a:xfrm>
              <a:off x="4960669" y="4732464"/>
              <a:ext cx="1135331" cy="113533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1" name="Picture 30" descr="A person holding a book  Description automatically generated">
              <a:extLst>
                <a:ext uri="{FF2B5EF4-FFF2-40B4-BE49-F238E27FC236}">
                  <a16:creationId xmlns:a16="http://schemas.microsoft.com/office/drawing/2014/main" id="{18B0B3E9-5DC9-A112-FB20-EB47CE8D4A0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960669" y="4732464"/>
              <a:ext cx="1135331" cy="1135331"/>
            </a:xfrm>
            <a:prstGeom prst="rect">
              <a:avLst/>
            </a:prstGeom>
          </p:spPr>
        </p:pic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193CE903-D75C-19BF-7E2B-9F54C0A63A39}"/>
                </a:ext>
              </a:extLst>
            </p:cNvPr>
            <p:cNvSpPr/>
            <p:nvPr/>
          </p:nvSpPr>
          <p:spPr>
            <a:xfrm>
              <a:off x="5968953" y="4732464"/>
              <a:ext cx="1135331" cy="113533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0" name="Picture 29" descr="A person with glasses and a beard  Description automatically generated">
              <a:extLst>
                <a:ext uri="{FF2B5EF4-FFF2-40B4-BE49-F238E27FC236}">
                  <a16:creationId xmlns:a16="http://schemas.microsoft.com/office/drawing/2014/main" id="{2DBD15E7-B5D0-7810-5B2A-B42F7BE743D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968954" y="4732464"/>
              <a:ext cx="1135331" cy="1135331"/>
            </a:xfrm>
            <a:prstGeom prst="rect">
              <a:avLst/>
            </a:prstGeom>
          </p:spPr>
        </p:pic>
      </p:grpSp>
      <p:sp>
        <p:nvSpPr>
          <p:cNvPr id="38" name="TextBox 37">
            <a:extLst>
              <a:ext uri="{FF2B5EF4-FFF2-40B4-BE49-F238E27FC236}">
                <a16:creationId xmlns:a16="http://schemas.microsoft.com/office/drawing/2014/main" id="{32E8922A-4546-B9AB-1060-D677024624F5}"/>
              </a:ext>
            </a:extLst>
          </p:cNvPr>
          <p:cNvSpPr txBox="1"/>
          <p:nvPr/>
        </p:nvSpPr>
        <p:spPr>
          <a:xfrm>
            <a:off x="423861" y="1625602"/>
            <a:ext cx="5282672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amet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,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adipiscin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sed do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labore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etdo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magna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aliqua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. Ut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enim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ad minim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veniam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,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quis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nostrud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exercitation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ullamco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laboris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nisi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aliquip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ex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ea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comm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consequat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. Duis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aute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irure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dolor in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yzprs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reprehenerit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inustw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voluptate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velit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esse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cillum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wfh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dolore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eu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fugiat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nulla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pariat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9CD2E102-6582-D787-38C0-B4FB0B1154E3}"/>
              </a:ext>
            </a:extLst>
          </p:cNvPr>
          <p:cNvSpPr/>
          <p:nvPr/>
        </p:nvSpPr>
        <p:spPr>
          <a:xfrm>
            <a:off x="9673166" y="1147565"/>
            <a:ext cx="1600488" cy="1535854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A44D220-A9DE-8864-3E8D-3DADFA316E3F}"/>
              </a:ext>
            </a:extLst>
          </p:cNvPr>
          <p:cNvSpPr txBox="1"/>
          <p:nvPr/>
        </p:nvSpPr>
        <p:spPr>
          <a:xfrm>
            <a:off x="10100429" y="1387292"/>
            <a:ext cx="745964" cy="4425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>
                <a:solidFill>
                  <a:schemeClr val="bg1"/>
                </a:solidFill>
                <a:latin typeface="Poppins SemiBold" pitchFamily="2" charset="77"/>
                <a:cs typeface="Poppins SemiBold" pitchFamily="2" charset="77"/>
              </a:rPr>
              <a:t>50$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7654DEF-7D98-1195-A303-23CBA57A137D}"/>
              </a:ext>
            </a:extLst>
          </p:cNvPr>
          <p:cNvSpPr txBox="1"/>
          <p:nvPr/>
        </p:nvSpPr>
        <p:spPr>
          <a:xfrm>
            <a:off x="9900820" y="1801964"/>
            <a:ext cx="1145178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Lorem ipsum dolor </a:t>
            </a:r>
            <a:r>
              <a:rPr lang="en-US" sz="11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wthis</a:t>
            </a:r>
            <a:r>
              <a:rPr lang="en-US" sz="11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1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consecte</a:t>
            </a:r>
            <a:endParaRPr lang="en-US" sz="110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744C4341-C4DF-EA44-2A86-495D096307BB}"/>
              </a:ext>
            </a:extLst>
          </p:cNvPr>
          <p:cNvGrpSpPr/>
          <p:nvPr/>
        </p:nvGrpSpPr>
        <p:grpSpPr>
          <a:xfrm>
            <a:off x="4315351" y="5157254"/>
            <a:ext cx="285750" cy="285750"/>
            <a:chOff x="1054098" y="3143250"/>
            <a:chExt cx="285750" cy="285750"/>
          </a:xfrm>
        </p:grpSpPr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803503BD-2696-FEEA-DCB2-B19C42D9FCF1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rgbClr val="FD5B0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39A05FDF-2DCE-BC46-21E1-449A9333BE72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4FECADD0-BA9D-2E11-7E7A-412200D964FA}"/>
              </a:ext>
            </a:extLst>
          </p:cNvPr>
          <p:cNvGrpSpPr/>
          <p:nvPr/>
        </p:nvGrpSpPr>
        <p:grpSpPr>
          <a:xfrm>
            <a:off x="10616452" y="430425"/>
            <a:ext cx="285750" cy="285750"/>
            <a:chOff x="1054098" y="3143250"/>
            <a:chExt cx="285750" cy="285750"/>
          </a:xfrm>
        </p:grpSpPr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425ADE9C-F427-4D01-A9CC-C577729F90FE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86E58773-B67F-3CF5-8E15-5899A8C3925F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2475478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F67AF2-313C-5E11-C4EF-93068F3F2E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5">
            <a:extLst>
              <a:ext uri="{FF2B5EF4-FFF2-40B4-BE49-F238E27FC236}">
                <a16:creationId xmlns:a16="http://schemas.microsoft.com/office/drawing/2014/main" id="{AE2CE6B8-180D-1FB3-EF62-9B16A3DF7239}"/>
              </a:ext>
            </a:extLst>
          </p:cNvPr>
          <p:cNvSpPr/>
          <p:nvPr/>
        </p:nvSpPr>
        <p:spPr>
          <a:xfrm>
            <a:off x="6885708" y="280634"/>
            <a:ext cx="5306291" cy="3154596"/>
          </a:xfrm>
          <a:custGeom>
            <a:avLst/>
            <a:gdLst>
              <a:gd name="connsiteX0" fmla="*/ 1441747 w 5452272"/>
              <a:gd name="connsiteY0" fmla="*/ 0 h 3154596"/>
              <a:gd name="connsiteX1" fmla="*/ 1577298 w 5452272"/>
              <a:gd name="connsiteY1" fmla="*/ 0 h 3154596"/>
              <a:gd name="connsiteX2" fmla="*/ 5452272 w 5452272"/>
              <a:gd name="connsiteY2" fmla="*/ 0 h 3154596"/>
              <a:gd name="connsiteX3" fmla="*/ 5452272 w 5452272"/>
              <a:gd name="connsiteY3" fmla="*/ 3149020 h 3154596"/>
              <a:gd name="connsiteX4" fmla="*/ 1687723 w 5452272"/>
              <a:gd name="connsiteY4" fmla="*/ 3149020 h 3154596"/>
              <a:gd name="connsiteX5" fmla="*/ 1577298 w 5452272"/>
              <a:gd name="connsiteY5" fmla="*/ 3154596 h 3154596"/>
              <a:gd name="connsiteX6" fmla="*/ 1466873 w 5452272"/>
              <a:gd name="connsiteY6" fmla="*/ 3149020 h 3154596"/>
              <a:gd name="connsiteX7" fmla="*/ 1441747 w 5452272"/>
              <a:gd name="connsiteY7" fmla="*/ 3149020 h 3154596"/>
              <a:gd name="connsiteX8" fmla="*/ 1441747 w 5452272"/>
              <a:gd name="connsiteY8" fmla="*/ 3147751 h 3154596"/>
              <a:gd name="connsiteX9" fmla="*/ 1416028 w 5452272"/>
              <a:gd name="connsiteY9" fmla="*/ 3146453 h 3154596"/>
              <a:gd name="connsiteX10" fmla="*/ 0 w 5452272"/>
              <a:gd name="connsiteY10" fmla="*/ 1577298 h 3154596"/>
              <a:gd name="connsiteX11" fmla="*/ 1416028 w 5452272"/>
              <a:gd name="connsiteY11" fmla="*/ 8144 h 3154596"/>
              <a:gd name="connsiteX12" fmla="*/ 1441747 w 5452272"/>
              <a:gd name="connsiteY12" fmla="*/ 6845 h 31545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5452272" h="3154596">
                <a:moveTo>
                  <a:pt x="1441747" y="0"/>
                </a:moveTo>
                <a:lnTo>
                  <a:pt x="1577298" y="0"/>
                </a:lnTo>
                <a:lnTo>
                  <a:pt x="5452272" y="0"/>
                </a:lnTo>
                <a:lnTo>
                  <a:pt x="5452272" y="3149020"/>
                </a:lnTo>
                <a:lnTo>
                  <a:pt x="1687723" y="3149020"/>
                </a:lnTo>
                <a:lnTo>
                  <a:pt x="1577298" y="3154596"/>
                </a:lnTo>
                <a:lnTo>
                  <a:pt x="1466873" y="3149020"/>
                </a:lnTo>
                <a:lnTo>
                  <a:pt x="1441747" y="3149020"/>
                </a:lnTo>
                <a:lnTo>
                  <a:pt x="1441747" y="3147751"/>
                </a:lnTo>
                <a:lnTo>
                  <a:pt x="1416028" y="3146453"/>
                </a:lnTo>
                <a:cubicBezTo>
                  <a:pt x="620666" y="3065679"/>
                  <a:pt x="0" y="2393971"/>
                  <a:pt x="0" y="1577298"/>
                </a:cubicBezTo>
                <a:cubicBezTo>
                  <a:pt x="0" y="760625"/>
                  <a:pt x="620666" y="88917"/>
                  <a:pt x="1416028" y="8144"/>
                </a:cubicBezTo>
                <a:lnTo>
                  <a:pt x="1441747" y="6845"/>
                </a:lnTo>
                <a:close/>
              </a:path>
            </a:pathLst>
          </a:custGeom>
          <a:solidFill>
            <a:schemeClr val="bg1">
              <a:lumMod val="95000"/>
              <a:alpha val="77301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21" name="Picture 20" descr="A person in a vest  Description automatically generated">
            <a:extLst>
              <a:ext uri="{FF2B5EF4-FFF2-40B4-BE49-F238E27FC236}">
                <a16:creationId xmlns:a16="http://schemas.microsoft.com/office/drawing/2014/main" id="{900813F2-5836-EA2C-A4AA-2539020790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3298" y="571231"/>
            <a:ext cx="2573402" cy="257340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0E079EA-7450-5507-02FC-558700162053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Infographic Name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2E0192F-3C09-33D9-99E4-6A8ED5C74385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B01E5EB-8660-882E-0FEA-CA2516395EAB}"/>
              </a:ext>
            </a:extLst>
          </p:cNvPr>
          <p:cNvSpPr txBox="1"/>
          <p:nvPr/>
        </p:nvSpPr>
        <p:spPr>
          <a:xfrm>
            <a:off x="423861" y="1339823"/>
            <a:ext cx="5047781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amet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,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adipiin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sed do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labore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etdo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magna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aliqua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. Ut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enim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ad minim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veniam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,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quis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nostrud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exercitation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ullamco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laboris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nisi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aliquip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ex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ea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comm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consequat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. Duis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aute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irure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dolor in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yzprs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reprehenerit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inustw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voluptate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velit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esse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cillum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wfh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dolore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eu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fugiat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nulla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pariat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.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5245685A-9804-A569-98C9-D91F5F7E5323}"/>
              </a:ext>
            </a:extLst>
          </p:cNvPr>
          <p:cNvGrpSpPr/>
          <p:nvPr/>
        </p:nvGrpSpPr>
        <p:grpSpPr>
          <a:xfrm>
            <a:off x="522334" y="3699801"/>
            <a:ext cx="3205604" cy="2110153"/>
            <a:chOff x="522334" y="3953021"/>
            <a:chExt cx="3205604" cy="2110153"/>
          </a:xfrm>
        </p:grpSpPr>
        <p:sp>
          <p:nvSpPr>
            <p:cNvPr id="7" name="Rounded Rectangle 6">
              <a:extLst>
                <a:ext uri="{FF2B5EF4-FFF2-40B4-BE49-F238E27FC236}">
                  <a16:creationId xmlns:a16="http://schemas.microsoft.com/office/drawing/2014/main" id="{9CC9B28B-2ABE-4E49-387B-0FB4238E45B5}"/>
                </a:ext>
              </a:extLst>
            </p:cNvPr>
            <p:cNvSpPr/>
            <p:nvPr/>
          </p:nvSpPr>
          <p:spPr>
            <a:xfrm>
              <a:off x="522334" y="3953021"/>
              <a:ext cx="3205604" cy="2110153"/>
            </a:xfrm>
            <a:prstGeom prst="roundRect">
              <a:avLst>
                <a:gd name="adj" fmla="val 11943"/>
              </a:avLst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82EDFD64-97B2-A482-38AD-7A381E6832D1}"/>
                </a:ext>
              </a:extLst>
            </p:cNvPr>
            <p:cNvSpPr txBox="1"/>
            <p:nvPr/>
          </p:nvSpPr>
          <p:spPr>
            <a:xfrm>
              <a:off x="773184" y="4384188"/>
              <a:ext cx="144142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>
                  <a:solidFill>
                    <a:srgbClr val="FF4A00"/>
                  </a:solidFill>
                  <a:latin typeface="Poppins Medium" pitchFamily="2" charset="77"/>
                  <a:cs typeface="Poppins Medium" pitchFamily="2" charset="77"/>
                </a:rPr>
                <a:t>Headline Here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A1738DDB-6033-B0DD-7396-AD02C3CDC8C8}"/>
                </a:ext>
              </a:extLst>
            </p:cNvPr>
            <p:cNvSpPr txBox="1"/>
            <p:nvPr/>
          </p:nvSpPr>
          <p:spPr>
            <a:xfrm>
              <a:off x="773184" y="4672037"/>
              <a:ext cx="2519317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Lorem ipsum dolor sit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amet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consectetur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ing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 sed do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eiusmod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tempor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incididunt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ut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labore et dol magna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aliqua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ut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labore et.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E35DF16-9889-8C65-8D3C-D54A06447A14}"/>
              </a:ext>
            </a:extLst>
          </p:cNvPr>
          <p:cNvGrpSpPr/>
          <p:nvPr/>
        </p:nvGrpSpPr>
        <p:grpSpPr>
          <a:xfrm>
            <a:off x="4493198" y="3699802"/>
            <a:ext cx="3205604" cy="2110154"/>
            <a:chOff x="522334" y="3953022"/>
            <a:chExt cx="3205604" cy="2110154"/>
          </a:xfrm>
        </p:grpSpPr>
        <p:sp>
          <p:nvSpPr>
            <p:cNvPr id="12" name="Rounded Rectangle 11">
              <a:extLst>
                <a:ext uri="{FF2B5EF4-FFF2-40B4-BE49-F238E27FC236}">
                  <a16:creationId xmlns:a16="http://schemas.microsoft.com/office/drawing/2014/main" id="{4C61D53C-CAEE-20DC-D548-6623C84E8A27}"/>
                </a:ext>
              </a:extLst>
            </p:cNvPr>
            <p:cNvSpPr/>
            <p:nvPr/>
          </p:nvSpPr>
          <p:spPr>
            <a:xfrm>
              <a:off x="522334" y="3953022"/>
              <a:ext cx="3205604" cy="2110154"/>
            </a:xfrm>
            <a:prstGeom prst="roundRect">
              <a:avLst>
                <a:gd name="adj" fmla="val 11943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00F178E-9AA1-FD79-2B56-513CDDD392E4}"/>
                </a:ext>
              </a:extLst>
            </p:cNvPr>
            <p:cNvSpPr txBox="1"/>
            <p:nvPr/>
          </p:nvSpPr>
          <p:spPr>
            <a:xfrm>
              <a:off x="773184" y="4427052"/>
              <a:ext cx="144142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>
                  <a:solidFill>
                    <a:schemeClr val="accent5"/>
                  </a:solidFill>
                  <a:latin typeface="Poppins Medium" pitchFamily="2" charset="77"/>
                  <a:cs typeface="Poppins Medium" pitchFamily="2" charset="77"/>
                </a:rPr>
                <a:t>Headline Here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4DA523E4-3272-5F58-2C5C-569A116063BD}"/>
                </a:ext>
              </a:extLst>
            </p:cNvPr>
            <p:cNvSpPr txBox="1"/>
            <p:nvPr/>
          </p:nvSpPr>
          <p:spPr>
            <a:xfrm>
              <a:off x="773184" y="4714901"/>
              <a:ext cx="2529610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Lorem ipsum dolor sit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amet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consectetur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ing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 sed do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eiusmod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tempor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incididunt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ut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labore et dol magna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aliqua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ut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labore et.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0C9DC76B-21C9-FFB0-21B2-FD3CF176E9C5}"/>
              </a:ext>
            </a:extLst>
          </p:cNvPr>
          <p:cNvGrpSpPr/>
          <p:nvPr/>
        </p:nvGrpSpPr>
        <p:grpSpPr>
          <a:xfrm>
            <a:off x="8464062" y="3699801"/>
            <a:ext cx="3205604" cy="2110155"/>
            <a:chOff x="522334" y="3953021"/>
            <a:chExt cx="3205604" cy="2110155"/>
          </a:xfrm>
        </p:grpSpPr>
        <p:sp>
          <p:nvSpPr>
            <p:cNvPr id="16" name="Rounded Rectangle 15">
              <a:extLst>
                <a:ext uri="{FF2B5EF4-FFF2-40B4-BE49-F238E27FC236}">
                  <a16:creationId xmlns:a16="http://schemas.microsoft.com/office/drawing/2014/main" id="{B0C82584-F600-651F-F592-65DD9F1A58A4}"/>
                </a:ext>
              </a:extLst>
            </p:cNvPr>
            <p:cNvSpPr/>
            <p:nvPr/>
          </p:nvSpPr>
          <p:spPr>
            <a:xfrm>
              <a:off x="522334" y="3953021"/>
              <a:ext cx="3205604" cy="2110155"/>
            </a:xfrm>
            <a:prstGeom prst="roundRect">
              <a:avLst>
                <a:gd name="adj" fmla="val 11943"/>
              </a:avLst>
            </a:prstGeom>
            <a:solidFill>
              <a:schemeClr val="accent2">
                <a:lumMod val="20000"/>
                <a:lumOff val="80000"/>
                <a:alpha val="4212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A39B4655-6260-2A8F-13E0-0F504DA45D2C}"/>
                </a:ext>
              </a:extLst>
            </p:cNvPr>
            <p:cNvSpPr txBox="1"/>
            <p:nvPr/>
          </p:nvSpPr>
          <p:spPr>
            <a:xfrm>
              <a:off x="773184" y="4455628"/>
              <a:ext cx="144142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>
                  <a:solidFill>
                    <a:schemeClr val="accent2"/>
                  </a:solidFill>
                  <a:latin typeface="Poppins Medium" pitchFamily="2" charset="77"/>
                  <a:cs typeface="Poppins Medium" pitchFamily="2" charset="77"/>
                </a:rPr>
                <a:t>Headline Here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1F190F8F-EC8C-E57C-30DA-98E68F1C4EB2}"/>
                </a:ext>
              </a:extLst>
            </p:cNvPr>
            <p:cNvSpPr txBox="1"/>
            <p:nvPr/>
          </p:nvSpPr>
          <p:spPr>
            <a:xfrm>
              <a:off x="773184" y="4743477"/>
              <a:ext cx="2455497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Lorem ipsum dolor sit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amet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consectetur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ing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 sed do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eiusmod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tempor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incididunt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ut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labore et dol magna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aliqua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ut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labore et.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79D75C65-9012-5D86-9D8A-DA93FE3D2C0D}"/>
              </a:ext>
            </a:extLst>
          </p:cNvPr>
          <p:cNvGrpSpPr/>
          <p:nvPr/>
        </p:nvGrpSpPr>
        <p:grpSpPr>
          <a:xfrm>
            <a:off x="11194666" y="3967750"/>
            <a:ext cx="194546" cy="194546"/>
            <a:chOff x="1054098" y="3143250"/>
            <a:chExt cx="285750" cy="285750"/>
          </a:xfrm>
        </p:grpSpPr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E1AE4AE2-894B-7FED-A9DE-AFDDB029523F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4E536765-FE47-8EF1-8554-75A8379E32B2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10B21B2B-F410-8315-7BC7-9A2B0209089A}"/>
              </a:ext>
            </a:extLst>
          </p:cNvPr>
          <p:cNvGrpSpPr/>
          <p:nvPr/>
        </p:nvGrpSpPr>
        <p:grpSpPr>
          <a:xfrm>
            <a:off x="7220644" y="3967750"/>
            <a:ext cx="194546" cy="194546"/>
            <a:chOff x="1054098" y="3143250"/>
            <a:chExt cx="285750" cy="285750"/>
          </a:xfrm>
        </p:grpSpPr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78DF6EA5-2B2B-D633-999D-AF03C8EA26C8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FB477E95-B0F8-E6E3-7257-F3B28220B9DC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DE103710-45B3-28D4-73A7-A98521767E2D}"/>
              </a:ext>
            </a:extLst>
          </p:cNvPr>
          <p:cNvGrpSpPr/>
          <p:nvPr/>
        </p:nvGrpSpPr>
        <p:grpSpPr>
          <a:xfrm>
            <a:off x="3251297" y="3967750"/>
            <a:ext cx="194546" cy="194546"/>
            <a:chOff x="1054098" y="3143250"/>
            <a:chExt cx="285750" cy="285750"/>
          </a:xfrm>
        </p:grpSpPr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B76B9422-D4E6-6FAA-FDA9-7AF668735DAC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rgbClr val="FD5B0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04655B3E-60B5-5F3B-55AC-FD317B2EE52C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7D5588D5-932D-699F-6419-B1B69C58C2B7}"/>
              </a:ext>
            </a:extLst>
          </p:cNvPr>
          <p:cNvGrpSpPr/>
          <p:nvPr/>
        </p:nvGrpSpPr>
        <p:grpSpPr>
          <a:xfrm>
            <a:off x="7405968" y="1343020"/>
            <a:ext cx="1944409" cy="1029824"/>
            <a:chOff x="4960668" y="4732464"/>
            <a:chExt cx="2143617" cy="1135331"/>
          </a:xfrm>
        </p:grpSpPr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4E783E37-8832-0133-AA3A-6242FF3B1373}"/>
                </a:ext>
              </a:extLst>
            </p:cNvPr>
            <p:cNvSpPr/>
            <p:nvPr/>
          </p:nvSpPr>
          <p:spPr>
            <a:xfrm>
              <a:off x="4960669" y="4732464"/>
              <a:ext cx="1135331" cy="113533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7" name="Picture 46" descr="A person holding a book  Description automatically generated">
              <a:extLst>
                <a:ext uri="{FF2B5EF4-FFF2-40B4-BE49-F238E27FC236}">
                  <a16:creationId xmlns:a16="http://schemas.microsoft.com/office/drawing/2014/main" id="{709E225E-647A-A491-4A4C-4CDFAE651AF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960668" y="4732464"/>
              <a:ext cx="1135330" cy="1135331"/>
            </a:xfrm>
            <a:prstGeom prst="rect">
              <a:avLst/>
            </a:prstGeom>
          </p:spPr>
        </p:pic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3BA77DEF-E500-602A-55D5-89E0CF82B677}"/>
                </a:ext>
              </a:extLst>
            </p:cNvPr>
            <p:cNvSpPr/>
            <p:nvPr/>
          </p:nvSpPr>
          <p:spPr>
            <a:xfrm>
              <a:off x="5968953" y="4732464"/>
              <a:ext cx="1135331" cy="113533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9" name="Picture 48" descr="A person with glasses and a beard  Description automatically generated">
              <a:extLst>
                <a:ext uri="{FF2B5EF4-FFF2-40B4-BE49-F238E27FC236}">
                  <a16:creationId xmlns:a16="http://schemas.microsoft.com/office/drawing/2014/main" id="{E2D6635E-93CB-51D5-32B6-77F2FAC687C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968954" y="4732464"/>
              <a:ext cx="1135331" cy="1135331"/>
            </a:xfrm>
            <a:prstGeom prst="rect">
              <a:avLst/>
            </a:prstGeom>
          </p:spPr>
        </p:pic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ED8F78B4-10E0-BA5E-31A2-1B9FF2ED3044}"/>
              </a:ext>
            </a:extLst>
          </p:cNvPr>
          <p:cNvGrpSpPr/>
          <p:nvPr/>
        </p:nvGrpSpPr>
        <p:grpSpPr>
          <a:xfrm>
            <a:off x="6752174" y="1715057"/>
            <a:ext cx="285750" cy="285750"/>
            <a:chOff x="1054098" y="3143250"/>
            <a:chExt cx="285750" cy="285750"/>
          </a:xfrm>
        </p:grpSpPr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EBDE238E-453F-E487-68C5-1547AFD36043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E2B88662-7DA7-FE88-A793-15B462AE330B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1023768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6CE861-D7DC-D429-B197-EE49AAA9B8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77148EC-5DC9-8E74-E447-F4F6756083AA}"/>
              </a:ext>
            </a:extLst>
          </p:cNvPr>
          <p:cNvCxnSpPr>
            <a:cxnSpLocks/>
          </p:cNvCxnSpPr>
          <p:nvPr/>
        </p:nvCxnSpPr>
        <p:spPr>
          <a:xfrm flipH="1">
            <a:off x="3710765" y="1883123"/>
            <a:ext cx="419015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40CD94E-87C8-7635-5E49-7B66637EC66B}"/>
              </a:ext>
            </a:extLst>
          </p:cNvPr>
          <p:cNvCxnSpPr>
            <a:cxnSpLocks/>
          </p:cNvCxnSpPr>
          <p:nvPr/>
        </p:nvCxnSpPr>
        <p:spPr>
          <a:xfrm>
            <a:off x="4129780" y="1878516"/>
            <a:ext cx="0" cy="398285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D96C05D3-3C14-4C4F-B621-B02AC135E2C1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AE08337-3062-AAA3-25B2-10E7A3693C78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sp>
        <p:nvSpPr>
          <p:cNvPr id="5" name="Google Shape;6381;p703">
            <a:extLst>
              <a:ext uri="{FF2B5EF4-FFF2-40B4-BE49-F238E27FC236}">
                <a16:creationId xmlns:a16="http://schemas.microsoft.com/office/drawing/2014/main" id="{242EB4EC-1719-6E29-C558-4C9787265A8B}"/>
              </a:ext>
            </a:extLst>
          </p:cNvPr>
          <p:cNvSpPr/>
          <p:nvPr/>
        </p:nvSpPr>
        <p:spPr>
          <a:xfrm>
            <a:off x="751281" y="1588345"/>
            <a:ext cx="3108342" cy="589556"/>
          </a:xfrm>
          <a:prstGeom prst="homePlate">
            <a:avLst>
              <a:gd name="adj" fmla="val 50000"/>
            </a:avLst>
          </a:prstGeom>
          <a:solidFill>
            <a:srgbClr val="FF4A00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tabLst/>
              <a:defRPr/>
            </a:pP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   Step 1(Highlighted)</a:t>
            </a:r>
            <a:endParaRPr kumimoji="0" sz="140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 Medium" pitchFamily="2" charset="77"/>
              <a:cs typeface="Poppins Medium" pitchFamily="2" charset="77"/>
              <a:sym typeface="Arial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B9C3D8F-45EB-FFA2-460F-57FCE01C2F67}"/>
              </a:ext>
            </a:extLst>
          </p:cNvPr>
          <p:cNvGrpSpPr/>
          <p:nvPr/>
        </p:nvGrpSpPr>
        <p:grpSpPr>
          <a:xfrm>
            <a:off x="4034826" y="5723902"/>
            <a:ext cx="189907" cy="189907"/>
            <a:chOff x="1054098" y="3143250"/>
            <a:chExt cx="285750" cy="285750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23EB9B36-0FE2-799F-CE78-493E5E584087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B7E98540-5AC2-25A4-DAB6-89225642F604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88BCB075-6ECE-456F-9F1C-CF87E96261F8}"/>
              </a:ext>
            </a:extLst>
          </p:cNvPr>
          <p:cNvSpPr/>
          <p:nvPr/>
        </p:nvSpPr>
        <p:spPr>
          <a:xfrm>
            <a:off x="751281" y="2296641"/>
            <a:ext cx="3108340" cy="1669304"/>
          </a:xfrm>
          <a:prstGeom prst="roundRect">
            <a:avLst>
              <a:gd name="adj" fmla="val 727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5C14442-E921-091A-BBF4-1C57F0FB485B}"/>
              </a:ext>
            </a:extLst>
          </p:cNvPr>
          <p:cNvSpPr txBox="1"/>
          <p:nvPr/>
        </p:nvSpPr>
        <p:spPr>
          <a:xfrm>
            <a:off x="751281" y="4049298"/>
            <a:ext cx="19600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Headline In </a:t>
            </a:r>
            <a:r>
              <a:rPr lang="en-US" sz="1200">
                <a:solidFill>
                  <a:srgbClr val="FF4A00"/>
                </a:solidFill>
                <a:latin typeface="Poppins Medium" pitchFamily="2" charset="77"/>
                <a:cs typeface="Poppins Medium" pitchFamily="2" charset="77"/>
              </a:rPr>
              <a:t>Two</a:t>
            </a:r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 Lines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EA4ACFC-2278-72CF-B975-5140EA8CBECD}"/>
              </a:ext>
            </a:extLst>
          </p:cNvPr>
          <p:cNvSpPr txBox="1"/>
          <p:nvPr/>
        </p:nvSpPr>
        <p:spPr>
          <a:xfrm>
            <a:off x="751281" y="4283765"/>
            <a:ext cx="31083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magna. 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82408BC-9349-C29C-39B9-A12803940658}"/>
              </a:ext>
            </a:extLst>
          </p:cNvPr>
          <p:cNvSpPr txBox="1"/>
          <p:nvPr/>
        </p:nvSpPr>
        <p:spPr>
          <a:xfrm>
            <a:off x="751281" y="5012415"/>
            <a:ext cx="3108329" cy="906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F81AA04-CD4D-DC48-321C-378C6EC2869E}"/>
              </a:ext>
            </a:extLst>
          </p:cNvPr>
          <p:cNvCxnSpPr>
            <a:cxnSpLocks/>
          </p:cNvCxnSpPr>
          <p:nvPr/>
        </p:nvCxnSpPr>
        <p:spPr>
          <a:xfrm flipH="1">
            <a:off x="7359421" y="1878500"/>
            <a:ext cx="419015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66601580-B01F-6F88-3479-BE275C320795}"/>
              </a:ext>
            </a:extLst>
          </p:cNvPr>
          <p:cNvCxnSpPr>
            <a:cxnSpLocks/>
          </p:cNvCxnSpPr>
          <p:nvPr/>
        </p:nvCxnSpPr>
        <p:spPr>
          <a:xfrm>
            <a:off x="7778436" y="1873893"/>
            <a:ext cx="0" cy="398285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Google Shape;6381;p703">
            <a:extLst>
              <a:ext uri="{FF2B5EF4-FFF2-40B4-BE49-F238E27FC236}">
                <a16:creationId xmlns:a16="http://schemas.microsoft.com/office/drawing/2014/main" id="{F78B92BF-D0DA-4A20-9123-519BF356707F}"/>
              </a:ext>
            </a:extLst>
          </p:cNvPr>
          <p:cNvSpPr/>
          <p:nvPr/>
        </p:nvSpPr>
        <p:spPr>
          <a:xfrm>
            <a:off x="4399937" y="1583722"/>
            <a:ext cx="3108342" cy="589556"/>
          </a:xfrm>
          <a:prstGeom prst="homePlate">
            <a:avLst>
              <a:gd name="adj" fmla="val 50000"/>
            </a:avLst>
          </a:prstGeom>
          <a:solidFill>
            <a:schemeClr val="bg2">
              <a:lumMod val="75000"/>
            </a:schemeClr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tabLst/>
              <a:defRPr/>
            </a:pP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 Step 2 (Un-Highlighted)</a:t>
            </a:r>
            <a:endParaRPr kumimoji="0" lang="en-GB" sz="1400" u="none" strike="noStrike" kern="0" cap="none" spc="0" normalizeH="0" baseline="0" noProof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Poppins Medium" pitchFamily="2" charset="77"/>
              <a:cs typeface="Poppins Medium" pitchFamily="2" charset="77"/>
              <a:sym typeface="Arial"/>
            </a:endParaRP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5CE35A10-1235-B1E5-4FFA-FFCA7B7C9F9B}"/>
              </a:ext>
            </a:extLst>
          </p:cNvPr>
          <p:cNvSpPr/>
          <p:nvPr/>
        </p:nvSpPr>
        <p:spPr>
          <a:xfrm>
            <a:off x="4399937" y="2292018"/>
            <a:ext cx="3108340" cy="1669304"/>
          </a:xfrm>
          <a:prstGeom prst="roundRect">
            <a:avLst>
              <a:gd name="adj" fmla="val 727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BF622A1-66F9-86B7-7AF7-5F49F7DD4364}"/>
              </a:ext>
            </a:extLst>
          </p:cNvPr>
          <p:cNvSpPr txBox="1"/>
          <p:nvPr/>
        </p:nvSpPr>
        <p:spPr>
          <a:xfrm>
            <a:off x="4399937" y="4044675"/>
            <a:ext cx="19600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Headline In </a:t>
            </a:r>
            <a:r>
              <a:rPr lang="en-US" sz="1200">
                <a:solidFill>
                  <a:srgbClr val="FF4A00"/>
                </a:solidFill>
                <a:latin typeface="Poppins Medium" pitchFamily="2" charset="77"/>
                <a:cs typeface="Poppins Medium" pitchFamily="2" charset="77"/>
              </a:rPr>
              <a:t>Two</a:t>
            </a:r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 Lines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D3D8A15-6A56-82B8-D0B8-D41E14206954}"/>
              </a:ext>
            </a:extLst>
          </p:cNvPr>
          <p:cNvSpPr txBox="1"/>
          <p:nvPr/>
        </p:nvSpPr>
        <p:spPr>
          <a:xfrm>
            <a:off x="4399937" y="4279142"/>
            <a:ext cx="31083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magna. 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.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5372655-C28A-D258-18C6-84F53D905BEC}"/>
              </a:ext>
            </a:extLst>
          </p:cNvPr>
          <p:cNvSpPr txBox="1"/>
          <p:nvPr/>
        </p:nvSpPr>
        <p:spPr>
          <a:xfrm>
            <a:off x="4399937" y="5007792"/>
            <a:ext cx="3108329" cy="906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D1AEED58-0299-35B9-6932-88F7BD089582}"/>
              </a:ext>
            </a:extLst>
          </p:cNvPr>
          <p:cNvCxnSpPr>
            <a:cxnSpLocks/>
          </p:cNvCxnSpPr>
          <p:nvPr/>
        </p:nvCxnSpPr>
        <p:spPr>
          <a:xfrm flipH="1">
            <a:off x="11007575" y="1883123"/>
            <a:ext cx="419015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3A5E9A01-3F1F-F172-04AF-C014F6292D81}"/>
              </a:ext>
            </a:extLst>
          </p:cNvPr>
          <p:cNvCxnSpPr>
            <a:cxnSpLocks/>
          </p:cNvCxnSpPr>
          <p:nvPr/>
        </p:nvCxnSpPr>
        <p:spPr>
          <a:xfrm>
            <a:off x="11426590" y="1878516"/>
            <a:ext cx="0" cy="398285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Google Shape;6381;p703">
            <a:extLst>
              <a:ext uri="{FF2B5EF4-FFF2-40B4-BE49-F238E27FC236}">
                <a16:creationId xmlns:a16="http://schemas.microsoft.com/office/drawing/2014/main" id="{BC69B83D-3A4B-2874-A442-8A560A51B1CB}"/>
              </a:ext>
            </a:extLst>
          </p:cNvPr>
          <p:cNvSpPr/>
          <p:nvPr/>
        </p:nvSpPr>
        <p:spPr>
          <a:xfrm>
            <a:off x="8048091" y="1588345"/>
            <a:ext cx="3108342" cy="589556"/>
          </a:xfrm>
          <a:prstGeom prst="homePlate">
            <a:avLst>
              <a:gd name="adj" fmla="val 50000"/>
            </a:avLst>
          </a:prstGeom>
          <a:solidFill>
            <a:schemeClr val="bg2">
              <a:lumMod val="75000"/>
            </a:schemeClr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tabLst/>
              <a:defRPr/>
            </a:pP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 Step 3 (</a:t>
            </a:r>
            <a:r>
              <a:rPr lang="en-GB" sz="1400" kern="0">
                <a:solidFill>
                  <a:schemeClr val="tx1">
                    <a:lumMod val="50000"/>
                    <a:lumOff val="50000"/>
                  </a:schemeClr>
                </a:solidFill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Un-</a:t>
            </a: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Highlighted)</a:t>
            </a:r>
            <a:endParaRPr kumimoji="0" sz="1400" u="none" strike="noStrike" kern="0" cap="none" spc="0" normalizeH="0" baseline="0" noProof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Poppins Medium" pitchFamily="2" charset="77"/>
              <a:cs typeface="Poppins Medium" pitchFamily="2" charset="77"/>
              <a:sym typeface="Arial"/>
            </a:endParaRP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68ABB037-50C8-CA21-056F-F20FF4A69569}"/>
              </a:ext>
            </a:extLst>
          </p:cNvPr>
          <p:cNvSpPr/>
          <p:nvPr/>
        </p:nvSpPr>
        <p:spPr>
          <a:xfrm>
            <a:off x="8048091" y="2296641"/>
            <a:ext cx="3108340" cy="1669304"/>
          </a:xfrm>
          <a:prstGeom prst="roundRect">
            <a:avLst>
              <a:gd name="adj" fmla="val 727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28D94AE-CCAE-C9F3-E761-6ADE7DDF2BE9}"/>
              </a:ext>
            </a:extLst>
          </p:cNvPr>
          <p:cNvSpPr txBox="1"/>
          <p:nvPr/>
        </p:nvSpPr>
        <p:spPr>
          <a:xfrm>
            <a:off x="8048091" y="4049298"/>
            <a:ext cx="19600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Headline In </a:t>
            </a:r>
            <a:r>
              <a:rPr lang="en-US" sz="1200">
                <a:solidFill>
                  <a:srgbClr val="FF4A00"/>
                </a:solidFill>
                <a:latin typeface="Poppins Medium" pitchFamily="2" charset="77"/>
                <a:cs typeface="Poppins Medium" pitchFamily="2" charset="77"/>
              </a:rPr>
              <a:t>Two</a:t>
            </a:r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 Lines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A0D50D2-B865-F2C8-5D69-59E823785DD7}"/>
              </a:ext>
            </a:extLst>
          </p:cNvPr>
          <p:cNvSpPr txBox="1"/>
          <p:nvPr/>
        </p:nvSpPr>
        <p:spPr>
          <a:xfrm>
            <a:off x="8048091" y="4283765"/>
            <a:ext cx="31083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magna. 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.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C79E583-DD64-2537-F8FF-48B9AE74CEFD}"/>
              </a:ext>
            </a:extLst>
          </p:cNvPr>
          <p:cNvSpPr txBox="1"/>
          <p:nvPr/>
        </p:nvSpPr>
        <p:spPr>
          <a:xfrm>
            <a:off x="8048091" y="5012415"/>
            <a:ext cx="3108329" cy="906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4ED03B54-8BF6-360F-7F7E-8C4C2C067E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6749" y="2454583"/>
            <a:ext cx="2257404" cy="1353421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6FE24525-1C28-AA1F-EA72-E49CBFB00B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2198" y="2454583"/>
            <a:ext cx="2257404" cy="1353421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D292B9C0-7E2D-8E99-56CF-6C8BF55754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8993" y="2454583"/>
            <a:ext cx="2257404" cy="1353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7266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6DEEF1-C55A-C6D7-D9F2-B450E466F0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2522ED26-0CC3-C4FA-AED8-BBBDFC389F05}"/>
              </a:ext>
            </a:extLst>
          </p:cNvPr>
          <p:cNvSpPr/>
          <p:nvPr/>
        </p:nvSpPr>
        <p:spPr>
          <a:xfrm>
            <a:off x="4402129" y="2296641"/>
            <a:ext cx="3108340" cy="1669304"/>
          </a:xfrm>
          <a:prstGeom prst="roundRect">
            <a:avLst>
              <a:gd name="adj" fmla="val 727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0E02A1E-B472-AB6D-8DDE-1591096B1D9F}"/>
              </a:ext>
            </a:extLst>
          </p:cNvPr>
          <p:cNvCxnSpPr>
            <a:cxnSpLocks/>
          </p:cNvCxnSpPr>
          <p:nvPr/>
        </p:nvCxnSpPr>
        <p:spPr>
          <a:xfrm flipH="1">
            <a:off x="7361613" y="1883123"/>
            <a:ext cx="419015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E20DFD1-4959-82E7-5F75-87267EAA84B2}"/>
              </a:ext>
            </a:extLst>
          </p:cNvPr>
          <p:cNvCxnSpPr>
            <a:cxnSpLocks/>
          </p:cNvCxnSpPr>
          <p:nvPr/>
        </p:nvCxnSpPr>
        <p:spPr>
          <a:xfrm>
            <a:off x="7780628" y="1878516"/>
            <a:ext cx="0" cy="398285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5A932362-F6BA-C65E-4920-8813EAE20496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E192792-0B71-9F3A-36EA-55B8AEF2E209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sp>
        <p:nvSpPr>
          <p:cNvPr id="5" name="Google Shape;6381;p703">
            <a:extLst>
              <a:ext uri="{FF2B5EF4-FFF2-40B4-BE49-F238E27FC236}">
                <a16:creationId xmlns:a16="http://schemas.microsoft.com/office/drawing/2014/main" id="{042CAC8A-5031-A73E-0AB6-8A0432BA5777}"/>
              </a:ext>
            </a:extLst>
          </p:cNvPr>
          <p:cNvSpPr/>
          <p:nvPr/>
        </p:nvSpPr>
        <p:spPr>
          <a:xfrm>
            <a:off x="4402129" y="1588345"/>
            <a:ext cx="3108342" cy="589556"/>
          </a:xfrm>
          <a:prstGeom prst="homePlate">
            <a:avLst>
              <a:gd name="adj" fmla="val 50000"/>
            </a:avLst>
          </a:prstGeom>
          <a:solidFill>
            <a:srgbClr val="FF4A00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tabLst/>
              <a:defRPr/>
            </a:pP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   Step 2 (Highlighted)</a:t>
            </a:r>
            <a:endParaRPr kumimoji="0" sz="140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 Medium" pitchFamily="2" charset="77"/>
              <a:cs typeface="Poppins Medium" pitchFamily="2" charset="77"/>
              <a:sym typeface="Arial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5DA7525-00FD-4E44-C34D-F008219D05C9}"/>
              </a:ext>
            </a:extLst>
          </p:cNvPr>
          <p:cNvGrpSpPr/>
          <p:nvPr/>
        </p:nvGrpSpPr>
        <p:grpSpPr>
          <a:xfrm>
            <a:off x="7685674" y="5723902"/>
            <a:ext cx="189907" cy="189907"/>
            <a:chOff x="1054098" y="3143250"/>
            <a:chExt cx="285750" cy="285750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7EB9BE96-C7AE-C9D6-5B0C-B9569F5BB281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703474AF-5F15-FC47-1FC4-7AEC65C48B5C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435799C2-A7C5-EB21-DE36-407AFDEF52EC}"/>
              </a:ext>
            </a:extLst>
          </p:cNvPr>
          <p:cNvSpPr txBox="1"/>
          <p:nvPr/>
        </p:nvSpPr>
        <p:spPr>
          <a:xfrm>
            <a:off x="4402129" y="4049298"/>
            <a:ext cx="19600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Headline In </a:t>
            </a:r>
            <a:r>
              <a:rPr lang="en-US" sz="1200">
                <a:solidFill>
                  <a:srgbClr val="FF4A00"/>
                </a:solidFill>
                <a:latin typeface="Poppins Medium" pitchFamily="2" charset="77"/>
                <a:cs typeface="Poppins Medium" pitchFamily="2" charset="77"/>
              </a:rPr>
              <a:t>Two</a:t>
            </a:r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 Lines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635F0F1-0CE1-4C09-9563-61403C21EDE0}"/>
              </a:ext>
            </a:extLst>
          </p:cNvPr>
          <p:cNvSpPr txBox="1"/>
          <p:nvPr/>
        </p:nvSpPr>
        <p:spPr>
          <a:xfrm>
            <a:off x="4402129" y="4283765"/>
            <a:ext cx="31083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magna. 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E189368-2C18-2B08-3D88-F029B6CB5C16}"/>
              </a:ext>
            </a:extLst>
          </p:cNvPr>
          <p:cNvSpPr txBox="1"/>
          <p:nvPr/>
        </p:nvSpPr>
        <p:spPr>
          <a:xfrm>
            <a:off x="4402129" y="5012415"/>
            <a:ext cx="3108329" cy="906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F2C903CA-93DD-336C-587F-9A5AB891D9EA}"/>
              </a:ext>
            </a:extLst>
          </p:cNvPr>
          <p:cNvCxnSpPr>
            <a:cxnSpLocks/>
          </p:cNvCxnSpPr>
          <p:nvPr/>
        </p:nvCxnSpPr>
        <p:spPr>
          <a:xfrm flipH="1">
            <a:off x="11007575" y="1883123"/>
            <a:ext cx="419015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5D4E2E72-A154-B3A1-B09F-810EBBE1D167}"/>
              </a:ext>
            </a:extLst>
          </p:cNvPr>
          <p:cNvCxnSpPr>
            <a:cxnSpLocks/>
          </p:cNvCxnSpPr>
          <p:nvPr/>
        </p:nvCxnSpPr>
        <p:spPr>
          <a:xfrm>
            <a:off x="11426590" y="1878516"/>
            <a:ext cx="0" cy="398285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Google Shape;6381;p703">
            <a:extLst>
              <a:ext uri="{FF2B5EF4-FFF2-40B4-BE49-F238E27FC236}">
                <a16:creationId xmlns:a16="http://schemas.microsoft.com/office/drawing/2014/main" id="{83302EC2-7832-6FB4-B133-E34B508B6ECB}"/>
              </a:ext>
            </a:extLst>
          </p:cNvPr>
          <p:cNvSpPr/>
          <p:nvPr/>
        </p:nvSpPr>
        <p:spPr>
          <a:xfrm>
            <a:off x="8048091" y="1588345"/>
            <a:ext cx="3108342" cy="589556"/>
          </a:xfrm>
          <a:prstGeom prst="homePlate">
            <a:avLst>
              <a:gd name="adj" fmla="val 50000"/>
            </a:avLst>
          </a:prstGeom>
          <a:solidFill>
            <a:schemeClr val="bg2">
              <a:lumMod val="75000"/>
            </a:schemeClr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tabLst/>
              <a:defRPr/>
            </a:pP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 Step 3 (</a:t>
            </a:r>
            <a:r>
              <a:rPr lang="en-GB" sz="1400" kern="0">
                <a:solidFill>
                  <a:schemeClr val="tx1">
                    <a:lumMod val="50000"/>
                    <a:lumOff val="50000"/>
                  </a:schemeClr>
                </a:solidFill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Un-</a:t>
            </a: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Highlighted)</a:t>
            </a:r>
            <a:endParaRPr kumimoji="0" sz="1400" u="none" strike="noStrike" kern="0" cap="none" spc="0" normalizeH="0" baseline="0" noProof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Poppins Medium" pitchFamily="2" charset="77"/>
              <a:cs typeface="Poppins Medium" pitchFamily="2" charset="77"/>
              <a:sym typeface="Arial"/>
            </a:endParaRP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76F85471-C685-85EA-0097-769C73BA03D9}"/>
              </a:ext>
            </a:extLst>
          </p:cNvPr>
          <p:cNvSpPr/>
          <p:nvPr/>
        </p:nvSpPr>
        <p:spPr>
          <a:xfrm>
            <a:off x="8048091" y="2296641"/>
            <a:ext cx="3108340" cy="1669304"/>
          </a:xfrm>
          <a:prstGeom prst="roundRect">
            <a:avLst>
              <a:gd name="adj" fmla="val 727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2F9958B-B180-A969-A8CB-F9DA55CF4596}"/>
              </a:ext>
            </a:extLst>
          </p:cNvPr>
          <p:cNvSpPr txBox="1"/>
          <p:nvPr/>
        </p:nvSpPr>
        <p:spPr>
          <a:xfrm>
            <a:off x="8048091" y="4049298"/>
            <a:ext cx="19600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Headline In </a:t>
            </a:r>
            <a:r>
              <a:rPr lang="en-US" sz="1200">
                <a:solidFill>
                  <a:srgbClr val="FF4A00"/>
                </a:solidFill>
                <a:latin typeface="Poppins Medium" pitchFamily="2" charset="77"/>
                <a:cs typeface="Poppins Medium" pitchFamily="2" charset="77"/>
              </a:rPr>
              <a:t>Two</a:t>
            </a:r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 Lines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89296F5-AB94-7FE2-ACB7-AF1847A24316}"/>
              </a:ext>
            </a:extLst>
          </p:cNvPr>
          <p:cNvSpPr txBox="1"/>
          <p:nvPr/>
        </p:nvSpPr>
        <p:spPr>
          <a:xfrm>
            <a:off x="8048091" y="4283765"/>
            <a:ext cx="31083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magna. 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.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4BDA817-9F73-0566-0C94-7DAA26D42CE6}"/>
              </a:ext>
            </a:extLst>
          </p:cNvPr>
          <p:cNvSpPr txBox="1"/>
          <p:nvPr/>
        </p:nvSpPr>
        <p:spPr>
          <a:xfrm>
            <a:off x="8048091" y="5012415"/>
            <a:ext cx="3108329" cy="906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0C8E08FD-3CE5-2C64-0998-272BC5B74F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8993" y="2454583"/>
            <a:ext cx="2257404" cy="1353421"/>
          </a:xfrm>
          <a:prstGeom prst="rect">
            <a:avLst/>
          </a:prstGeom>
        </p:spPr>
      </p:pic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3B6EF815-D0E7-B219-B02A-377C617F63CC}"/>
              </a:ext>
            </a:extLst>
          </p:cNvPr>
          <p:cNvCxnSpPr>
            <a:cxnSpLocks/>
          </p:cNvCxnSpPr>
          <p:nvPr/>
        </p:nvCxnSpPr>
        <p:spPr>
          <a:xfrm flipH="1">
            <a:off x="3713375" y="1883123"/>
            <a:ext cx="419015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4315C8A-4E51-53F9-B224-E786BF3DAB07}"/>
              </a:ext>
            </a:extLst>
          </p:cNvPr>
          <p:cNvCxnSpPr>
            <a:cxnSpLocks/>
          </p:cNvCxnSpPr>
          <p:nvPr/>
        </p:nvCxnSpPr>
        <p:spPr>
          <a:xfrm>
            <a:off x="4157790" y="1878516"/>
            <a:ext cx="0" cy="398285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Google Shape;6381;p703">
            <a:extLst>
              <a:ext uri="{FF2B5EF4-FFF2-40B4-BE49-F238E27FC236}">
                <a16:creationId xmlns:a16="http://schemas.microsoft.com/office/drawing/2014/main" id="{A47B853B-BA9C-CCE8-ABC9-4C75B036DF20}"/>
              </a:ext>
            </a:extLst>
          </p:cNvPr>
          <p:cNvSpPr/>
          <p:nvPr/>
        </p:nvSpPr>
        <p:spPr>
          <a:xfrm>
            <a:off x="753891" y="1588345"/>
            <a:ext cx="3108342" cy="589556"/>
          </a:xfrm>
          <a:prstGeom prst="homePlate">
            <a:avLst>
              <a:gd name="adj" fmla="val 50000"/>
            </a:avLst>
          </a:prstGeom>
          <a:solidFill>
            <a:schemeClr val="bg2">
              <a:lumMod val="75000"/>
            </a:schemeClr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tabLst/>
              <a:defRPr/>
            </a:pP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 Step 3 (</a:t>
            </a:r>
            <a:r>
              <a:rPr lang="en-GB" sz="1400" kern="0">
                <a:solidFill>
                  <a:schemeClr val="tx1">
                    <a:lumMod val="50000"/>
                    <a:lumOff val="50000"/>
                  </a:schemeClr>
                </a:solidFill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Un-</a:t>
            </a: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Highlighted)</a:t>
            </a:r>
            <a:endParaRPr kumimoji="0" sz="1400" u="none" strike="noStrike" kern="0" cap="none" spc="0" normalizeH="0" baseline="0" noProof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Poppins Medium" pitchFamily="2" charset="77"/>
              <a:cs typeface="Poppins Medium" pitchFamily="2" charset="77"/>
              <a:sym typeface="Arial"/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76DE171D-BA25-07B7-C77A-0D4E6CDF2CCB}"/>
              </a:ext>
            </a:extLst>
          </p:cNvPr>
          <p:cNvSpPr/>
          <p:nvPr/>
        </p:nvSpPr>
        <p:spPr>
          <a:xfrm>
            <a:off x="753891" y="2296641"/>
            <a:ext cx="3108340" cy="1669304"/>
          </a:xfrm>
          <a:prstGeom prst="roundRect">
            <a:avLst>
              <a:gd name="adj" fmla="val 727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5743FB0-675E-A24D-0035-58BBE6D2A321}"/>
              </a:ext>
            </a:extLst>
          </p:cNvPr>
          <p:cNvSpPr txBox="1"/>
          <p:nvPr/>
        </p:nvSpPr>
        <p:spPr>
          <a:xfrm>
            <a:off x="753891" y="4049298"/>
            <a:ext cx="19600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Headline In </a:t>
            </a:r>
            <a:r>
              <a:rPr lang="en-US" sz="1200">
                <a:solidFill>
                  <a:srgbClr val="FF4A00"/>
                </a:solidFill>
                <a:latin typeface="Poppins Medium" pitchFamily="2" charset="77"/>
                <a:cs typeface="Poppins Medium" pitchFamily="2" charset="77"/>
              </a:rPr>
              <a:t>Two</a:t>
            </a:r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 Lines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B86599E-6FFD-8642-C01B-C8BBFBF046E1}"/>
              </a:ext>
            </a:extLst>
          </p:cNvPr>
          <p:cNvSpPr txBox="1"/>
          <p:nvPr/>
        </p:nvSpPr>
        <p:spPr>
          <a:xfrm>
            <a:off x="753891" y="4283765"/>
            <a:ext cx="31083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magna. 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.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01499C7-DFBA-510D-B5E1-E5E287E5EAD6}"/>
              </a:ext>
            </a:extLst>
          </p:cNvPr>
          <p:cNvSpPr txBox="1"/>
          <p:nvPr/>
        </p:nvSpPr>
        <p:spPr>
          <a:xfrm>
            <a:off x="753891" y="5012415"/>
            <a:ext cx="3108329" cy="906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4103860C-D4A5-CE36-7303-74015B399E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4793" y="2454583"/>
            <a:ext cx="2257404" cy="1353421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CB909C64-345C-410B-BA0C-7004719568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2198" y="2454583"/>
            <a:ext cx="2257404" cy="1353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55603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FBAB0B-85F1-4C60-13E1-226089B997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5FCE5B2A-AC86-06E1-8FC8-838663394575}"/>
              </a:ext>
            </a:extLst>
          </p:cNvPr>
          <p:cNvSpPr/>
          <p:nvPr/>
        </p:nvSpPr>
        <p:spPr>
          <a:xfrm>
            <a:off x="4402129" y="2296641"/>
            <a:ext cx="3108340" cy="1669304"/>
          </a:xfrm>
          <a:prstGeom prst="roundRect">
            <a:avLst>
              <a:gd name="adj" fmla="val 727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60581BD-FC88-493B-2224-73F62F8F2380}"/>
              </a:ext>
            </a:extLst>
          </p:cNvPr>
          <p:cNvCxnSpPr>
            <a:cxnSpLocks/>
          </p:cNvCxnSpPr>
          <p:nvPr/>
        </p:nvCxnSpPr>
        <p:spPr>
          <a:xfrm flipH="1">
            <a:off x="7361613" y="1883123"/>
            <a:ext cx="419015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62D7FC2-893E-A331-F016-2167E191571B}"/>
              </a:ext>
            </a:extLst>
          </p:cNvPr>
          <p:cNvCxnSpPr>
            <a:cxnSpLocks/>
          </p:cNvCxnSpPr>
          <p:nvPr/>
        </p:nvCxnSpPr>
        <p:spPr>
          <a:xfrm>
            <a:off x="7780628" y="1878516"/>
            <a:ext cx="0" cy="398285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080B4295-3CE4-01EE-C59D-3F0456B04CE3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72B306-EC61-B4AC-0168-92F6BE7F772C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sp>
        <p:nvSpPr>
          <p:cNvPr id="5" name="Google Shape;6381;p703">
            <a:extLst>
              <a:ext uri="{FF2B5EF4-FFF2-40B4-BE49-F238E27FC236}">
                <a16:creationId xmlns:a16="http://schemas.microsoft.com/office/drawing/2014/main" id="{3F3685D6-85A0-57C1-CC53-9D65B14E0F08}"/>
              </a:ext>
            </a:extLst>
          </p:cNvPr>
          <p:cNvSpPr/>
          <p:nvPr/>
        </p:nvSpPr>
        <p:spPr>
          <a:xfrm>
            <a:off x="4402129" y="1588345"/>
            <a:ext cx="3108342" cy="589556"/>
          </a:xfrm>
          <a:prstGeom prst="homePlate">
            <a:avLst>
              <a:gd name="adj" fmla="val 50000"/>
            </a:avLst>
          </a:prstGeom>
          <a:solidFill>
            <a:srgbClr val="AEAEAE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tabLst/>
              <a:defRPr/>
            </a:pP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   Step 2 (Highlighted)</a:t>
            </a:r>
            <a:endParaRPr kumimoji="0" sz="1400" u="none" strike="noStrike" kern="0" cap="none" spc="0" normalizeH="0" baseline="0" noProof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Poppins Medium" pitchFamily="2" charset="77"/>
              <a:cs typeface="Poppins Medium" pitchFamily="2" charset="77"/>
              <a:sym typeface="Arial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2AA0887-17FE-23C3-E470-2A5AD38463C4}"/>
              </a:ext>
            </a:extLst>
          </p:cNvPr>
          <p:cNvSpPr txBox="1"/>
          <p:nvPr/>
        </p:nvSpPr>
        <p:spPr>
          <a:xfrm>
            <a:off x="4402129" y="4049298"/>
            <a:ext cx="19600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Headline In </a:t>
            </a:r>
            <a:r>
              <a:rPr lang="en-US" sz="1200">
                <a:solidFill>
                  <a:srgbClr val="FF4A00"/>
                </a:solidFill>
                <a:latin typeface="Poppins Medium" pitchFamily="2" charset="77"/>
                <a:cs typeface="Poppins Medium" pitchFamily="2" charset="77"/>
              </a:rPr>
              <a:t>Two</a:t>
            </a:r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 Lines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D2D122D-E5D8-F37A-B3E0-9D97193C23F2}"/>
              </a:ext>
            </a:extLst>
          </p:cNvPr>
          <p:cNvSpPr txBox="1"/>
          <p:nvPr/>
        </p:nvSpPr>
        <p:spPr>
          <a:xfrm>
            <a:off x="4402129" y="4283765"/>
            <a:ext cx="31083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magna. 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A9AAE57-3464-D3C3-CA40-90B817E9BB74}"/>
              </a:ext>
            </a:extLst>
          </p:cNvPr>
          <p:cNvSpPr txBox="1"/>
          <p:nvPr/>
        </p:nvSpPr>
        <p:spPr>
          <a:xfrm>
            <a:off x="4402129" y="5012415"/>
            <a:ext cx="3108329" cy="906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46C4A3A7-0BB4-8E0C-520F-7D4BCCD371C7}"/>
              </a:ext>
            </a:extLst>
          </p:cNvPr>
          <p:cNvCxnSpPr>
            <a:cxnSpLocks/>
          </p:cNvCxnSpPr>
          <p:nvPr/>
        </p:nvCxnSpPr>
        <p:spPr>
          <a:xfrm flipH="1">
            <a:off x="11007575" y="1883123"/>
            <a:ext cx="419015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4FC50130-D8F9-590D-EF43-40207C3EC713}"/>
              </a:ext>
            </a:extLst>
          </p:cNvPr>
          <p:cNvCxnSpPr>
            <a:cxnSpLocks/>
          </p:cNvCxnSpPr>
          <p:nvPr/>
        </p:nvCxnSpPr>
        <p:spPr>
          <a:xfrm>
            <a:off x="11426590" y="1878516"/>
            <a:ext cx="0" cy="398285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Google Shape;6381;p703">
            <a:extLst>
              <a:ext uri="{FF2B5EF4-FFF2-40B4-BE49-F238E27FC236}">
                <a16:creationId xmlns:a16="http://schemas.microsoft.com/office/drawing/2014/main" id="{9EFB781F-2113-87E3-A7FC-B6816B845E0C}"/>
              </a:ext>
            </a:extLst>
          </p:cNvPr>
          <p:cNvSpPr/>
          <p:nvPr/>
        </p:nvSpPr>
        <p:spPr>
          <a:xfrm>
            <a:off x="8048091" y="1588345"/>
            <a:ext cx="3108342" cy="589556"/>
          </a:xfrm>
          <a:prstGeom prst="homePlate">
            <a:avLst>
              <a:gd name="adj" fmla="val 50000"/>
            </a:avLst>
          </a:prstGeom>
          <a:solidFill>
            <a:srgbClr val="FF4A00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tabLst/>
              <a:defRPr/>
            </a:pP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 Step 3 (</a:t>
            </a:r>
            <a:r>
              <a:rPr lang="en-GB" sz="1400" kern="0">
                <a:solidFill>
                  <a:schemeClr val="bg1"/>
                </a:solidFill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Un-</a:t>
            </a: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Highlighted)</a:t>
            </a:r>
            <a:endParaRPr kumimoji="0" sz="140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Poppins Medium" pitchFamily="2" charset="77"/>
              <a:cs typeface="Poppins Medium" pitchFamily="2" charset="77"/>
              <a:sym typeface="Arial"/>
            </a:endParaRP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ABA1ACFB-F6C5-BDB1-C361-4DE18E3E7FB9}"/>
              </a:ext>
            </a:extLst>
          </p:cNvPr>
          <p:cNvGrpSpPr/>
          <p:nvPr/>
        </p:nvGrpSpPr>
        <p:grpSpPr>
          <a:xfrm>
            <a:off x="11331636" y="5723902"/>
            <a:ext cx="189907" cy="189907"/>
            <a:chOff x="1054098" y="3143250"/>
            <a:chExt cx="285750" cy="285750"/>
          </a:xfrm>
        </p:grpSpPr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5DD8EC59-2EE9-B98A-9BCF-E979637932DE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AA58B46C-32AA-DE90-A46F-6FB24F1256E2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B8E70B85-13CE-09BA-DFE7-EB70654564F6}"/>
              </a:ext>
            </a:extLst>
          </p:cNvPr>
          <p:cNvSpPr/>
          <p:nvPr/>
        </p:nvSpPr>
        <p:spPr>
          <a:xfrm>
            <a:off x="8048091" y="2296641"/>
            <a:ext cx="3108340" cy="1669304"/>
          </a:xfrm>
          <a:prstGeom prst="roundRect">
            <a:avLst>
              <a:gd name="adj" fmla="val 727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CBD52F1-0F8D-04A5-F62D-7DCCC1CF0784}"/>
              </a:ext>
            </a:extLst>
          </p:cNvPr>
          <p:cNvSpPr txBox="1"/>
          <p:nvPr/>
        </p:nvSpPr>
        <p:spPr>
          <a:xfrm>
            <a:off x="8048091" y="4049298"/>
            <a:ext cx="19600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Headline In </a:t>
            </a:r>
            <a:r>
              <a:rPr lang="en-US" sz="1200">
                <a:solidFill>
                  <a:srgbClr val="FF4A00"/>
                </a:solidFill>
                <a:latin typeface="Poppins Medium" pitchFamily="2" charset="77"/>
                <a:cs typeface="Poppins Medium" pitchFamily="2" charset="77"/>
              </a:rPr>
              <a:t>Two</a:t>
            </a:r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 Lines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914173F-8D60-BC62-8240-250D840F0FA7}"/>
              </a:ext>
            </a:extLst>
          </p:cNvPr>
          <p:cNvSpPr txBox="1"/>
          <p:nvPr/>
        </p:nvSpPr>
        <p:spPr>
          <a:xfrm>
            <a:off x="8048091" y="4283765"/>
            <a:ext cx="31083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magna. 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.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1FD6CC0-7BEB-2163-4F71-9133C30DBDCF}"/>
              </a:ext>
            </a:extLst>
          </p:cNvPr>
          <p:cNvSpPr txBox="1"/>
          <p:nvPr/>
        </p:nvSpPr>
        <p:spPr>
          <a:xfrm>
            <a:off x="8048091" y="5012415"/>
            <a:ext cx="3108329" cy="906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EEECBB90-2107-BAE2-D254-CC2D3DF412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8993" y="2454583"/>
            <a:ext cx="2257404" cy="1353421"/>
          </a:xfrm>
          <a:prstGeom prst="rect">
            <a:avLst/>
          </a:prstGeom>
        </p:spPr>
      </p:pic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D452A428-DB88-3AA6-C95C-760E19E2C149}"/>
              </a:ext>
            </a:extLst>
          </p:cNvPr>
          <p:cNvCxnSpPr>
            <a:cxnSpLocks/>
          </p:cNvCxnSpPr>
          <p:nvPr/>
        </p:nvCxnSpPr>
        <p:spPr>
          <a:xfrm flipH="1">
            <a:off x="3713375" y="1883123"/>
            <a:ext cx="419015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1EE5949-5D31-4C02-D31B-EDA1E8AC44E0}"/>
              </a:ext>
            </a:extLst>
          </p:cNvPr>
          <p:cNvCxnSpPr>
            <a:cxnSpLocks/>
          </p:cNvCxnSpPr>
          <p:nvPr/>
        </p:nvCxnSpPr>
        <p:spPr>
          <a:xfrm>
            <a:off x="4157790" y="1878516"/>
            <a:ext cx="0" cy="398285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Google Shape;6381;p703">
            <a:extLst>
              <a:ext uri="{FF2B5EF4-FFF2-40B4-BE49-F238E27FC236}">
                <a16:creationId xmlns:a16="http://schemas.microsoft.com/office/drawing/2014/main" id="{E6EA9921-EB89-8995-87B8-4B5D11BC85F5}"/>
              </a:ext>
            </a:extLst>
          </p:cNvPr>
          <p:cNvSpPr/>
          <p:nvPr/>
        </p:nvSpPr>
        <p:spPr>
          <a:xfrm>
            <a:off x="753891" y="1588345"/>
            <a:ext cx="3108342" cy="589556"/>
          </a:xfrm>
          <a:prstGeom prst="homePlate">
            <a:avLst>
              <a:gd name="adj" fmla="val 50000"/>
            </a:avLst>
          </a:prstGeom>
          <a:solidFill>
            <a:schemeClr val="bg2">
              <a:lumMod val="75000"/>
            </a:schemeClr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tabLst/>
              <a:defRPr/>
            </a:pP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 Step 3 (</a:t>
            </a:r>
            <a:r>
              <a:rPr lang="en-GB" sz="1400" kern="0">
                <a:solidFill>
                  <a:schemeClr val="tx1">
                    <a:lumMod val="50000"/>
                    <a:lumOff val="50000"/>
                  </a:schemeClr>
                </a:solidFill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Un-</a:t>
            </a: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Highlighted)</a:t>
            </a:r>
            <a:endParaRPr kumimoji="0" sz="1400" u="none" strike="noStrike" kern="0" cap="none" spc="0" normalizeH="0" baseline="0" noProof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Poppins Medium" pitchFamily="2" charset="77"/>
              <a:cs typeface="Poppins Medium" pitchFamily="2" charset="77"/>
              <a:sym typeface="Arial"/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73FA2599-A53D-2781-6D67-9B727B70CBA3}"/>
              </a:ext>
            </a:extLst>
          </p:cNvPr>
          <p:cNvSpPr/>
          <p:nvPr/>
        </p:nvSpPr>
        <p:spPr>
          <a:xfrm>
            <a:off x="753891" y="2296641"/>
            <a:ext cx="3108340" cy="1669304"/>
          </a:xfrm>
          <a:prstGeom prst="roundRect">
            <a:avLst>
              <a:gd name="adj" fmla="val 727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E8453AE-A549-A43E-E727-56904BAE723E}"/>
              </a:ext>
            </a:extLst>
          </p:cNvPr>
          <p:cNvSpPr txBox="1"/>
          <p:nvPr/>
        </p:nvSpPr>
        <p:spPr>
          <a:xfrm>
            <a:off x="753891" y="4049298"/>
            <a:ext cx="19600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Headline In </a:t>
            </a:r>
            <a:r>
              <a:rPr lang="en-US" sz="1200">
                <a:solidFill>
                  <a:srgbClr val="FF4A00"/>
                </a:solidFill>
                <a:latin typeface="Poppins Medium" pitchFamily="2" charset="77"/>
                <a:cs typeface="Poppins Medium" pitchFamily="2" charset="77"/>
              </a:rPr>
              <a:t>Two</a:t>
            </a:r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 Lines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C0907E7-7B97-09FE-6AE2-6886EAFF1FA6}"/>
              </a:ext>
            </a:extLst>
          </p:cNvPr>
          <p:cNvSpPr txBox="1"/>
          <p:nvPr/>
        </p:nvSpPr>
        <p:spPr>
          <a:xfrm>
            <a:off x="753891" y="4283765"/>
            <a:ext cx="31083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magna. 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.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F7A9D3F-9489-B68D-0193-090F62AD3CA4}"/>
              </a:ext>
            </a:extLst>
          </p:cNvPr>
          <p:cNvSpPr txBox="1"/>
          <p:nvPr/>
        </p:nvSpPr>
        <p:spPr>
          <a:xfrm>
            <a:off x="753891" y="5012415"/>
            <a:ext cx="3108329" cy="906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16C713B0-BB8B-0990-02C9-2611BB1444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4793" y="2454583"/>
            <a:ext cx="2257404" cy="1353421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BAC1675D-FD69-9B45-9E19-0973278595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2198" y="2454583"/>
            <a:ext cx="2257404" cy="1353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92363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Rectangle 63">
            <a:extLst>
              <a:ext uri="{FF2B5EF4-FFF2-40B4-BE49-F238E27FC236}">
                <a16:creationId xmlns:a16="http://schemas.microsoft.com/office/drawing/2014/main" id="{0E4322D9-A454-84DA-F506-E37ECFED4C6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896187"/>
            <a:ext cx="12192000" cy="523029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48EECF0-EDA5-A421-BAE2-A0F639772E99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Roadmap/Project Plan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A716C86B-F237-9499-3BE8-4BF83D8BF05C}"/>
              </a:ext>
            </a:extLst>
          </p:cNvPr>
          <p:cNvSpPr/>
          <p:nvPr/>
        </p:nvSpPr>
        <p:spPr>
          <a:xfrm>
            <a:off x="431800" y="1136959"/>
            <a:ext cx="1711716" cy="592783"/>
          </a:xfrm>
          <a:prstGeom prst="roundRect">
            <a:avLst>
              <a:gd name="adj" fmla="val 8276"/>
            </a:avLst>
          </a:prstGeom>
          <a:solidFill>
            <a:srgbClr val="22003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13A23DB5-12E3-09EF-D697-1E2388207CBC}"/>
              </a:ext>
            </a:extLst>
          </p:cNvPr>
          <p:cNvSpPr/>
          <p:nvPr/>
        </p:nvSpPr>
        <p:spPr>
          <a:xfrm>
            <a:off x="431800" y="1856856"/>
            <a:ext cx="1711716" cy="1745387"/>
          </a:xfrm>
          <a:prstGeom prst="roundRect">
            <a:avLst>
              <a:gd name="adj" fmla="val 3482"/>
            </a:avLst>
          </a:prstGeom>
          <a:solidFill>
            <a:srgbClr val="FD5B0E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Major Features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DBFBA86-58CC-CA2D-2055-03E4FC3D70FD}"/>
              </a:ext>
            </a:extLst>
          </p:cNvPr>
          <p:cNvSpPr txBox="1"/>
          <p:nvPr/>
        </p:nvSpPr>
        <p:spPr>
          <a:xfrm>
            <a:off x="514850" y="1294851"/>
            <a:ext cx="1545616" cy="276999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US" sz="1200">
                <a:solidFill>
                  <a:srgbClr val="FFFFFF"/>
                </a:solidFill>
                <a:latin typeface="Poppins Medium" pitchFamily="2" charset="77"/>
                <a:cs typeface="Poppins Medium" pitchFamily="2" charset="77"/>
              </a:rPr>
              <a:t>Skills Assessment</a:t>
            </a:r>
            <a:endParaRPr lang="en-US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90DD9126-A1AE-E854-D4B0-2D24E2E73844}"/>
              </a:ext>
            </a:extLst>
          </p:cNvPr>
          <p:cNvSpPr/>
          <p:nvPr/>
        </p:nvSpPr>
        <p:spPr>
          <a:xfrm>
            <a:off x="431799" y="3682566"/>
            <a:ext cx="1711716" cy="795318"/>
          </a:xfrm>
          <a:prstGeom prst="roundRect">
            <a:avLst>
              <a:gd name="adj" fmla="val 13786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Integrations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9B07EEDF-B02D-BD4A-4360-66436D911B30}"/>
              </a:ext>
            </a:extLst>
          </p:cNvPr>
          <p:cNvSpPr/>
          <p:nvPr/>
        </p:nvSpPr>
        <p:spPr>
          <a:xfrm>
            <a:off x="429894" y="5529658"/>
            <a:ext cx="1711716" cy="341558"/>
          </a:xfrm>
          <a:prstGeom prst="roundRect">
            <a:avLst>
              <a:gd name="adj" fmla="val 25267"/>
            </a:avLst>
          </a:prstGeom>
          <a:solidFill>
            <a:srgbClr val="22003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Tech Debt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2F0AEC50-09AA-DFC2-EC60-6091E87DCC01}"/>
              </a:ext>
            </a:extLst>
          </p:cNvPr>
          <p:cNvSpPr/>
          <p:nvPr/>
        </p:nvSpPr>
        <p:spPr>
          <a:xfrm>
            <a:off x="429894" y="5095140"/>
            <a:ext cx="1711716" cy="341558"/>
          </a:xfrm>
          <a:prstGeom prst="roundRect">
            <a:avLst>
              <a:gd name="adj" fmla="val 21549"/>
            </a:avLst>
          </a:prstGeom>
          <a:solidFill>
            <a:srgbClr val="504D5B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Compilers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D16EFBDA-8323-361E-EE7B-0828A37BA3CB}"/>
              </a:ext>
            </a:extLst>
          </p:cNvPr>
          <p:cNvSpPr/>
          <p:nvPr/>
        </p:nvSpPr>
        <p:spPr>
          <a:xfrm>
            <a:off x="429894" y="4635776"/>
            <a:ext cx="1711716" cy="357242"/>
          </a:xfrm>
          <a:prstGeom prst="roundRect">
            <a:avLst>
              <a:gd name="adj" fmla="val 6676"/>
            </a:avLst>
          </a:prstGeom>
          <a:solidFill>
            <a:srgbClr val="44546A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Proctoring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C9755CC6-DBC3-63C4-5012-F7271CC9D205}"/>
              </a:ext>
            </a:extLst>
          </p:cNvPr>
          <p:cNvSpPr/>
          <p:nvPr/>
        </p:nvSpPr>
        <p:spPr>
          <a:xfrm>
            <a:off x="2303749" y="1136959"/>
            <a:ext cx="9456452" cy="592783"/>
          </a:xfrm>
          <a:prstGeom prst="roundRect">
            <a:avLst>
              <a:gd name="adj" fmla="val 0"/>
            </a:avLst>
          </a:prstGeom>
          <a:solidFill>
            <a:srgbClr val="22003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05F5B68C-D6A4-660A-233A-A483235C398F}"/>
              </a:ext>
            </a:extLst>
          </p:cNvPr>
          <p:cNvSpPr/>
          <p:nvPr/>
        </p:nvSpPr>
        <p:spPr>
          <a:xfrm>
            <a:off x="2303750" y="1815861"/>
            <a:ext cx="9456452" cy="443744"/>
          </a:xfrm>
          <a:prstGeom prst="roundRect">
            <a:avLst>
              <a:gd name="adj" fmla="val 0"/>
            </a:avLst>
          </a:prstGeom>
          <a:solidFill>
            <a:schemeClr val="bg1">
              <a:alpha val="69978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215CAA39-D9B8-4772-33EE-28CB87A899C4}"/>
              </a:ext>
            </a:extLst>
          </p:cNvPr>
          <p:cNvSpPr/>
          <p:nvPr/>
        </p:nvSpPr>
        <p:spPr>
          <a:xfrm>
            <a:off x="2303749" y="2340067"/>
            <a:ext cx="9456452" cy="357240"/>
          </a:xfrm>
          <a:prstGeom prst="roundRect">
            <a:avLst>
              <a:gd name="adj" fmla="val 0"/>
            </a:avLst>
          </a:prstGeom>
          <a:solidFill>
            <a:schemeClr val="bg1">
              <a:alpha val="69978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F428D67A-6248-8FE1-8B99-E38C57D003DE}"/>
              </a:ext>
            </a:extLst>
          </p:cNvPr>
          <p:cNvSpPr/>
          <p:nvPr/>
        </p:nvSpPr>
        <p:spPr>
          <a:xfrm>
            <a:off x="2313841" y="2777769"/>
            <a:ext cx="9456452" cy="469501"/>
          </a:xfrm>
          <a:prstGeom prst="roundRect">
            <a:avLst>
              <a:gd name="adj" fmla="val 0"/>
            </a:avLst>
          </a:prstGeom>
          <a:solidFill>
            <a:schemeClr val="bg1">
              <a:alpha val="69978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F9A16F3E-5829-C346-8456-112BC53BBF21}"/>
              </a:ext>
            </a:extLst>
          </p:cNvPr>
          <p:cNvSpPr/>
          <p:nvPr/>
        </p:nvSpPr>
        <p:spPr>
          <a:xfrm>
            <a:off x="2303750" y="3327732"/>
            <a:ext cx="9456452" cy="357240"/>
          </a:xfrm>
          <a:prstGeom prst="roundRect">
            <a:avLst>
              <a:gd name="adj" fmla="val 0"/>
            </a:avLst>
          </a:prstGeom>
          <a:solidFill>
            <a:schemeClr val="bg1">
              <a:alpha val="69978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376C5D82-00D2-A26C-B6E4-F1A732BE627F}"/>
              </a:ext>
            </a:extLst>
          </p:cNvPr>
          <p:cNvSpPr/>
          <p:nvPr/>
        </p:nvSpPr>
        <p:spPr>
          <a:xfrm>
            <a:off x="2303749" y="3765434"/>
            <a:ext cx="9456452" cy="357240"/>
          </a:xfrm>
          <a:prstGeom prst="roundRect">
            <a:avLst>
              <a:gd name="adj" fmla="val 0"/>
            </a:avLst>
          </a:prstGeom>
          <a:solidFill>
            <a:schemeClr val="bg1">
              <a:alpha val="69978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1A4F4C63-410A-A790-4A6F-9162702BA804}"/>
              </a:ext>
            </a:extLst>
          </p:cNvPr>
          <p:cNvSpPr/>
          <p:nvPr/>
        </p:nvSpPr>
        <p:spPr>
          <a:xfrm>
            <a:off x="2313841" y="4203136"/>
            <a:ext cx="9456452" cy="357240"/>
          </a:xfrm>
          <a:prstGeom prst="roundRect">
            <a:avLst>
              <a:gd name="adj" fmla="val 0"/>
            </a:avLst>
          </a:prstGeom>
          <a:solidFill>
            <a:schemeClr val="bg1">
              <a:alpha val="69978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55F90ACA-DC92-9247-827E-52CE19C2EAC8}"/>
              </a:ext>
            </a:extLst>
          </p:cNvPr>
          <p:cNvSpPr/>
          <p:nvPr/>
        </p:nvSpPr>
        <p:spPr>
          <a:xfrm>
            <a:off x="2303750" y="4640838"/>
            <a:ext cx="9456452" cy="357240"/>
          </a:xfrm>
          <a:prstGeom prst="roundRect">
            <a:avLst>
              <a:gd name="adj" fmla="val 0"/>
            </a:avLst>
          </a:prstGeom>
          <a:solidFill>
            <a:schemeClr val="bg1">
              <a:alpha val="69978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4631C730-6C56-8E62-3697-F27BDFF46DF2}"/>
              </a:ext>
            </a:extLst>
          </p:cNvPr>
          <p:cNvSpPr/>
          <p:nvPr/>
        </p:nvSpPr>
        <p:spPr>
          <a:xfrm>
            <a:off x="2303749" y="5078540"/>
            <a:ext cx="9456452" cy="357240"/>
          </a:xfrm>
          <a:prstGeom prst="roundRect">
            <a:avLst>
              <a:gd name="adj" fmla="val 0"/>
            </a:avLst>
          </a:prstGeom>
          <a:solidFill>
            <a:schemeClr val="bg1">
              <a:alpha val="69978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C0D36698-7EA4-A685-6A0F-DDE49F3F4C4B}"/>
              </a:ext>
            </a:extLst>
          </p:cNvPr>
          <p:cNvSpPr/>
          <p:nvPr/>
        </p:nvSpPr>
        <p:spPr>
          <a:xfrm>
            <a:off x="2313841" y="5516238"/>
            <a:ext cx="9456452" cy="357240"/>
          </a:xfrm>
          <a:prstGeom prst="roundRect">
            <a:avLst>
              <a:gd name="adj" fmla="val 0"/>
            </a:avLst>
          </a:prstGeom>
          <a:solidFill>
            <a:schemeClr val="bg1">
              <a:alpha val="69978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EAAEF941-985F-6B8C-DB82-EAB24CB27690}"/>
              </a:ext>
            </a:extLst>
          </p:cNvPr>
          <p:cNvCxnSpPr>
            <a:cxnSpLocks/>
          </p:cNvCxnSpPr>
          <p:nvPr/>
        </p:nvCxnSpPr>
        <p:spPr>
          <a:xfrm>
            <a:off x="2303749" y="1433351"/>
            <a:ext cx="20026" cy="4448177"/>
          </a:xfrm>
          <a:prstGeom prst="line">
            <a:avLst/>
          </a:prstGeom>
          <a:noFill/>
          <a:ln w="6350" cap="flat" cmpd="sng" algn="ctr">
            <a:solidFill>
              <a:srgbClr val="000000">
                <a:alpha val="40000"/>
              </a:srgbClr>
            </a:solidFill>
            <a:prstDash val="solid"/>
            <a:miter lim="800000"/>
          </a:ln>
          <a:effectLst/>
        </p:spPr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B582672-5922-DDC8-C867-1695F22DE50D}"/>
              </a:ext>
            </a:extLst>
          </p:cNvPr>
          <p:cNvCxnSpPr>
            <a:cxnSpLocks/>
          </p:cNvCxnSpPr>
          <p:nvPr/>
        </p:nvCxnSpPr>
        <p:spPr>
          <a:xfrm>
            <a:off x="11752093" y="1421285"/>
            <a:ext cx="20026" cy="4448177"/>
          </a:xfrm>
          <a:prstGeom prst="line">
            <a:avLst/>
          </a:prstGeom>
          <a:noFill/>
          <a:ln w="6350" cap="flat" cmpd="sng" algn="ctr">
            <a:solidFill>
              <a:srgbClr val="000000">
                <a:alpha val="40000"/>
              </a:srgbClr>
            </a:solidFill>
            <a:prstDash val="solid"/>
            <a:miter lim="800000"/>
          </a:ln>
          <a:effectLst/>
        </p:spPr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4954C000-2EE3-8447-5D4B-2081621C6066}"/>
              </a:ext>
            </a:extLst>
          </p:cNvPr>
          <p:cNvCxnSpPr>
            <a:cxnSpLocks/>
          </p:cNvCxnSpPr>
          <p:nvPr/>
        </p:nvCxnSpPr>
        <p:spPr>
          <a:xfrm>
            <a:off x="4665835" y="1433351"/>
            <a:ext cx="20026" cy="4448177"/>
          </a:xfrm>
          <a:prstGeom prst="line">
            <a:avLst/>
          </a:prstGeom>
          <a:noFill/>
          <a:ln w="6350" cap="flat" cmpd="sng" algn="ctr">
            <a:solidFill>
              <a:srgbClr val="000000">
                <a:alpha val="40000"/>
              </a:srgbClr>
            </a:solidFill>
            <a:prstDash val="solid"/>
            <a:miter lim="800000"/>
          </a:ln>
          <a:effectLst/>
        </p:spPr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78DDC795-3895-0338-BFE7-2AF0408DD0CD}"/>
              </a:ext>
            </a:extLst>
          </p:cNvPr>
          <p:cNvCxnSpPr>
            <a:cxnSpLocks/>
          </p:cNvCxnSpPr>
          <p:nvPr/>
        </p:nvCxnSpPr>
        <p:spPr>
          <a:xfrm>
            <a:off x="7027921" y="1433351"/>
            <a:ext cx="20026" cy="4448177"/>
          </a:xfrm>
          <a:prstGeom prst="line">
            <a:avLst/>
          </a:prstGeom>
          <a:noFill/>
          <a:ln w="6350" cap="flat" cmpd="sng" algn="ctr">
            <a:solidFill>
              <a:srgbClr val="000000">
                <a:alpha val="40000"/>
              </a:srgbClr>
            </a:solidFill>
            <a:prstDash val="solid"/>
            <a:miter lim="800000"/>
          </a:ln>
          <a:effectLst/>
        </p:spPr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8110DD7C-7A3E-F55F-4A88-8FDDADD060BC}"/>
              </a:ext>
            </a:extLst>
          </p:cNvPr>
          <p:cNvCxnSpPr>
            <a:cxnSpLocks/>
          </p:cNvCxnSpPr>
          <p:nvPr/>
        </p:nvCxnSpPr>
        <p:spPr>
          <a:xfrm>
            <a:off x="9390007" y="1421851"/>
            <a:ext cx="20026" cy="4448177"/>
          </a:xfrm>
          <a:prstGeom prst="line">
            <a:avLst/>
          </a:prstGeom>
          <a:noFill/>
          <a:ln w="6350" cap="flat" cmpd="sng" algn="ctr">
            <a:solidFill>
              <a:srgbClr val="000000">
                <a:alpha val="40000"/>
              </a:srgbClr>
            </a:solidFill>
            <a:prstDash val="solid"/>
            <a:miter lim="800000"/>
          </a:ln>
          <a:effectLst/>
        </p:spPr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DEC28C4F-FD8A-70C3-BC22-EEC0118A0C30}"/>
              </a:ext>
            </a:extLst>
          </p:cNvPr>
          <p:cNvCxnSpPr>
            <a:cxnSpLocks/>
          </p:cNvCxnSpPr>
          <p:nvPr/>
        </p:nvCxnSpPr>
        <p:spPr>
          <a:xfrm flipH="1">
            <a:off x="4672716" y="1130959"/>
            <a:ext cx="2088" cy="592783"/>
          </a:xfrm>
          <a:prstGeom prst="line">
            <a:avLst/>
          </a:prstGeom>
          <a:noFill/>
          <a:ln w="9525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48E28D64-F016-1C43-CC09-A6884800B72E}"/>
              </a:ext>
            </a:extLst>
          </p:cNvPr>
          <p:cNvCxnSpPr>
            <a:cxnSpLocks/>
          </p:cNvCxnSpPr>
          <p:nvPr/>
        </p:nvCxnSpPr>
        <p:spPr>
          <a:xfrm flipH="1">
            <a:off x="7034271" y="1145560"/>
            <a:ext cx="2088" cy="592783"/>
          </a:xfrm>
          <a:prstGeom prst="line">
            <a:avLst/>
          </a:prstGeom>
          <a:noFill/>
          <a:ln w="9525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6BAE63C3-6345-22A7-5EFA-A251613CB767}"/>
              </a:ext>
            </a:extLst>
          </p:cNvPr>
          <p:cNvCxnSpPr>
            <a:cxnSpLocks/>
          </p:cNvCxnSpPr>
          <p:nvPr/>
        </p:nvCxnSpPr>
        <p:spPr>
          <a:xfrm flipH="1">
            <a:off x="9397093" y="1131529"/>
            <a:ext cx="2088" cy="592783"/>
          </a:xfrm>
          <a:prstGeom prst="line">
            <a:avLst/>
          </a:prstGeom>
          <a:noFill/>
          <a:ln w="9525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333260AD-426E-275A-27A0-8B7A13CA96B3}"/>
              </a:ext>
            </a:extLst>
          </p:cNvPr>
          <p:cNvSpPr txBox="1"/>
          <p:nvPr/>
        </p:nvSpPr>
        <p:spPr>
          <a:xfrm>
            <a:off x="2956243" y="1279462"/>
            <a:ext cx="889988" cy="307777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algn="ctr"/>
            <a:r>
              <a:rPr lang="en-US" sz="1400">
                <a:solidFill>
                  <a:srgbClr val="FFFFFF"/>
                </a:solidFill>
                <a:latin typeface="Poppins Medium"/>
                <a:cs typeface="Poppins Medium"/>
              </a:rPr>
              <a:t>Sept '24</a:t>
            </a:r>
            <a:endParaRPr lang="en-US" sz="140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CF15AA6-4078-CCE1-EC17-CB583C574BBA}"/>
              </a:ext>
            </a:extLst>
          </p:cNvPr>
          <p:cNvSpPr txBox="1"/>
          <p:nvPr/>
        </p:nvSpPr>
        <p:spPr>
          <a:xfrm>
            <a:off x="5447326" y="1279462"/>
            <a:ext cx="797014" cy="307777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algn="ctr"/>
            <a:r>
              <a:rPr lang="en-US" sz="1400">
                <a:solidFill>
                  <a:srgbClr val="FFFFFF"/>
                </a:solidFill>
                <a:latin typeface="Poppins Medium"/>
                <a:cs typeface="Poppins Medium"/>
              </a:rPr>
              <a:t>Oct '24</a:t>
            </a:r>
            <a:endParaRPr lang="en-US" sz="140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DD7096E-A2C6-1E83-C634-97EFAE46EEA0}"/>
              </a:ext>
            </a:extLst>
          </p:cNvPr>
          <p:cNvSpPr txBox="1"/>
          <p:nvPr/>
        </p:nvSpPr>
        <p:spPr>
          <a:xfrm>
            <a:off x="7773357" y="1279462"/>
            <a:ext cx="829074" cy="307777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algn="ctr"/>
            <a:r>
              <a:rPr lang="en-US" sz="1400">
                <a:solidFill>
                  <a:srgbClr val="FFFFFF"/>
                </a:solidFill>
                <a:latin typeface="Poppins Medium"/>
                <a:cs typeface="Poppins Medium"/>
              </a:rPr>
              <a:t>Nov '24</a:t>
            </a:r>
            <a:endParaRPr lang="en-US" sz="140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37FFBF4-8CFA-B158-5647-1669F99DE82D}"/>
              </a:ext>
            </a:extLst>
          </p:cNvPr>
          <p:cNvSpPr txBox="1"/>
          <p:nvPr/>
        </p:nvSpPr>
        <p:spPr>
          <a:xfrm>
            <a:off x="10135694" y="1266483"/>
            <a:ext cx="825868" cy="307777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algn="ctr"/>
            <a:r>
              <a:rPr lang="en-US" sz="1400">
                <a:solidFill>
                  <a:srgbClr val="FFFFFF"/>
                </a:solidFill>
                <a:latin typeface="Poppins Medium"/>
                <a:cs typeface="Poppins Medium"/>
              </a:rPr>
              <a:t>Dec '24</a:t>
            </a:r>
            <a:endParaRPr lang="en-US" sz="140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33" name="Rounded Rectangle 80">
            <a:extLst>
              <a:ext uri="{FF2B5EF4-FFF2-40B4-BE49-F238E27FC236}">
                <a16:creationId xmlns:a16="http://schemas.microsoft.com/office/drawing/2014/main" id="{BD1E37BC-B016-2F4E-1D1D-F232DD82F4B9}"/>
              </a:ext>
            </a:extLst>
          </p:cNvPr>
          <p:cNvSpPr/>
          <p:nvPr/>
        </p:nvSpPr>
        <p:spPr>
          <a:xfrm>
            <a:off x="9601719" y="5516235"/>
            <a:ext cx="2145162" cy="342501"/>
          </a:xfrm>
          <a:prstGeom prst="roundRect">
            <a:avLst>
              <a:gd name="adj" fmla="val 0"/>
            </a:avLst>
          </a:prstGeom>
          <a:solidFill>
            <a:srgbClr val="22003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PDF </a:t>
            </a:r>
            <a:r>
              <a:rPr kumimoji="0" lang="en-US" sz="700" b="0" i="0" u="none" strike="noStrike" kern="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eng.</a:t>
            </a:r>
            <a:r>
              <a:rPr kumimoji="0" lang="en-US" sz="7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 Revamp</a:t>
            </a: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DM Sans" pitchFamily="2" charset="77"/>
            </a:endParaRP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499BC6CB-2705-CDEC-3545-652BF24E2D17}"/>
              </a:ext>
            </a:extLst>
          </p:cNvPr>
          <p:cNvCxnSpPr>
            <a:cxnSpLocks/>
          </p:cNvCxnSpPr>
          <p:nvPr/>
        </p:nvCxnSpPr>
        <p:spPr>
          <a:xfrm>
            <a:off x="3484792" y="1410559"/>
            <a:ext cx="20026" cy="4448177"/>
          </a:xfrm>
          <a:prstGeom prst="line">
            <a:avLst/>
          </a:prstGeom>
          <a:noFill/>
          <a:ln w="6350" cap="flat" cmpd="sng" algn="ctr">
            <a:solidFill>
              <a:srgbClr val="000000">
                <a:alpha val="40000"/>
              </a:srgbClr>
            </a:solidFill>
            <a:prstDash val="solid"/>
            <a:miter lim="800000"/>
          </a:ln>
          <a:effectLst/>
        </p:spPr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1254E98B-E3EC-152F-70BF-40AB801C55C7}"/>
              </a:ext>
            </a:extLst>
          </p:cNvPr>
          <p:cNvCxnSpPr>
            <a:cxnSpLocks/>
          </p:cNvCxnSpPr>
          <p:nvPr/>
        </p:nvCxnSpPr>
        <p:spPr>
          <a:xfrm>
            <a:off x="5849617" y="1410558"/>
            <a:ext cx="20026" cy="4448177"/>
          </a:xfrm>
          <a:prstGeom prst="line">
            <a:avLst/>
          </a:prstGeom>
          <a:noFill/>
          <a:ln w="6350" cap="flat" cmpd="sng" algn="ctr">
            <a:solidFill>
              <a:srgbClr val="000000">
                <a:alpha val="40000"/>
              </a:srgbClr>
            </a:solidFill>
            <a:prstDash val="solid"/>
            <a:miter lim="800000"/>
          </a:ln>
          <a:effectLst/>
        </p:spPr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19B06677-DC5B-D806-E5CD-F3E653CD8B71}"/>
              </a:ext>
            </a:extLst>
          </p:cNvPr>
          <p:cNvCxnSpPr>
            <a:cxnSpLocks/>
          </p:cNvCxnSpPr>
          <p:nvPr/>
        </p:nvCxnSpPr>
        <p:spPr>
          <a:xfrm>
            <a:off x="8216050" y="1410558"/>
            <a:ext cx="20026" cy="4448177"/>
          </a:xfrm>
          <a:prstGeom prst="line">
            <a:avLst/>
          </a:prstGeom>
          <a:noFill/>
          <a:ln w="6350" cap="flat" cmpd="sng" algn="ctr">
            <a:solidFill>
              <a:srgbClr val="000000">
                <a:alpha val="40000"/>
              </a:srgbClr>
            </a:solidFill>
            <a:prstDash val="solid"/>
            <a:miter lim="800000"/>
          </a:ln>
          <a:effectLst/>
        </p:spPr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4629EE90-7078-E34A-8763-9FC8D1B36684}"/>
              </a:ext>
            </a:extLst>
          </p:cNvPr>
          <p:cNvCxnSpPr>
            <a:cxnSpLocks/>
          </p:cNvCxnSpPr>
          <p:nvPr/>
        </p:nvCxnSpPr>
        <p:spPr>
          <a:xfrm>
            <a:off x="10573515" y="1410557"/>
            <a:ext cx="20026" cy="4448177"/>
          </a:xfrm>
          <a:prstGeom prst="line">
            <a:avLst/>
          </a:prstGeom>
          <a:noFill/>
          <a:ln w="6350" cap="flat" cmpd="sng" algn="ctr">
            <a:solidFill>
              <a:srgbClr val="000000">
                <a:alpha val="40000"/>
              </a:srgbClr>
            </a:solidFill>
            <a:prstDash val="solid"/>
            <a:miter lim="800000"/>
          </a:ln>
          <a:effectLst/>
        </p:spPr>
      </p:cxn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EA3A8EBC-11E6-945C-A7EC-C9B1B7DEFB3A}"/>
              </a:ext>
            </a:extLst>
          </p:cNvPr>
          <p:cNvSpPr/>
          <p:nvPr/>
        </p:nvSpPr>
        <p:spPr>
          <a:xfrm>
            <a:off x="6270990" y="5066554"/>
            <a:ext cx="734518" cy="366694"/>
          </a:xfrm>
          <a:prstGeom prst="roundRect">
            <a:avLst>
              <a:gd name="adj" fmla="val 0"/>
            </a:avLst>
          </a:prstGeom>
          <a:solidFill>
            <a:srgbClr val="504D5B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MySQL 9.0</a:t>
            </a:r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715B7962-E304-9FBC-AA2B-5A0BC3CBC8C9}"/>
              </a:ext>
            </a:extLst>
          </p:cNvPr>
          <p:cNvSpPr/>
          <p:nvPr/>
        </p:nvSpPr>
        <p:spPr>
          <a:xfrm>
            <a:off x="3302842" y="5070003"/>
            <a:ext cx="1373005" cy="366694"/>
          </a:xfrm>
          <a:prstGeom prst="roundRect">
            <a:avLst>
              <a:gd name="adj" fmla="val 0"/>
            </a:avLst>
          </a:prstGeom>
          <a:solidFill>
            <a:srgbClr val="504D5B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Compiler : C# Mono v6.12.0 Stable C# 12</a:t>
            </a:r>
          </a:p>
        </p:txBody>
      </p: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5B22308A-5339-9DA1-4CAA-5998E056E3AD}"/>
              </a:ext>
            </a:extLst>
          </p:cNvPr>
          <p:cNvSpPr/>
          <p:nvPr/>
        </p:nvSpPr>
        <p:spPr>
          <a:xfrm>
            <a:off x="4702255" y="5070003"/>
            <a:ext cx="1526856" cy="366694"/>
          </a:xfrm>
          <a:prstGeom prst="roundRect">
            <a:avLst>
              <a:gd name="adj" fmla="val 0"/>
            </a:avLst>
          </a:prstGeom>
          <a:solidFill>
            <a:srgbClr val="504D5B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Compiler : GCC v8 / v10, C++ 11, C++ 17, C++20</a:t>
            </a:r>
          </a:p>
        </p:txBody>
      </p: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DCAFE82C-1360-7C00-0500-508C28BCF3D7}"/>
              </a:ext>
            </a:extLst>
          </p:cNvPr>
          <p:cNvSpPr/>
          <p:nvPr/>
        </p:nvSpPr>
        <p:spPr>
          <a:xfrm>
            <a:off x="8290677" y="5076008"/>
            <a:ext cx="1076866" cy="366694"/>
          </a:xfrm>
          <a:prstGeom prst="roundRect">
            <a:avLst>
              <a:gd name="adj" fmla="val 0"/>
            </a:avLst>
          </a:prstGeom>
          <a:solidFill>
            <a:srgbClr val="504D5B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Python 3.11.4</a:t>
            </a:r>
          </a:p>
        </p:txBody>
      </p:sp>
      <p:sp>
        <p:nvSpPr>
          <p:cNvPr id="42" name="Rounded Rectangle 80">
            <a:extLst>
              <a:ext uri="{FF2B5EF4-FFF2-40B4-BE49-F238E27FC236}">
                <a16:creationId xmlns:a16="http://schemas.microsoft.com/office/drawing/2014/main" id="{0A4FECCB-8EEF-E7B8-E0BA-29ACDE49E4BC}"/>
              </a:ext>
            </a:extLst>
          </p:cNvPr>
          <p:cNvSpPr/>
          <p:nvPr/>
        </p:nvSpPr>
        <p:spPr>
          <a:xfrm>
            <a:off x="10708186" y="5070004"/>
            <a:ext cx="1038695" cy="366693"/>
          </a:xfrm>
          <a:prstGeom prst="roundRect">
            <a:avLst>
              <a:gd name="adj" fmla="val 0"/>
            </a:avLst>
          </a:prstGeom>
          <a:solidFill>
            <a:srgbClr val="504D5B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Groovy 4.0.22</a:t>
            </a: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DM Sans" pitchFamily="2" charset="77"/>
            </a:endParaRPr>
          </a:p>
        </p:txBody>
      </p: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7551F9CF-7319-9C39-0275-4442B3093778}"/>
              </a:ext>
            </a:extLst>
          </p:cNvPr>
          <p:cNvSpPr/>
          <p:nvPr/>
        </p:nvSpPr>
        <p:spPr>
          <a:xfrm>
            <a:off x="2855361" y="4645371"/>
            <a:ext cx="1755873" cy="345952"/>
          </a:xfrm>
          <a:prstGeom prst="roundRect">
            <a:avLst>
              <a:gd name="adj" fmla="val 0"/>
            </a:avLst>
          </a:prstGeom>
          <a:solidFill>
            <a:srgbClr val="44546A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Configurable tolerance limit in Image proctoring/SVP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DM Sans" pitchFamily="2" charset="77"/>
              <a:cs typeface="Calibri"/>
            </a:endParaRPr>
          </a:p>
        </p:txBody>
      </p:sp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F96C963A-D5F2-D749-05D0-9772F85A9530}"/>
              </a:ext>
            </a:extLst>
          </p:cNvPr>
          <p:cNvSpPr/>
          <p:nvPr/>
        </p:nvSpPr>
        <p:spPr>
          <a:xfrm>
            <a:off x="8048690" y="4645371"/>
            <a:ext cx="1318853" cy="345952"/>
          </a:xfrm>
          <a:prstGeom prst="roundRect">
            <a:avLst>
              <a:gd name="adj" fmla="val 0"/>
            </a:avLst>
          </a:prstGeom>
          <a:solidFill>
            <a:srgbClr val="44546A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Object Detection In Assessments POC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DM Sans" pitchFamily="2" charset="77"/>
              <a:cs typeface="Calibri"/>
            </a:endParaRPr>
          </a:p>
        </p:txBody>
      </p:sp>
      <p:sp>
        <p:nvSpPr>
          <p:cNvPr id="45" name="Rounded Rectangle 44">
            <a:extLst>
              <a:ext uri="{FF2B5EF4-FFF2-40B4-BE49-F238E27FC236}">
                <a16:creationId xmlns:a16="http://schemas.microsoft.com/office/drawing/2014/main" id="{99B5A816-ADB8-36BC-E99A-104B1BC2ECB0}"/>
              </a:ext>
            </a:extLst>
          </p:cNvPr>
          <p:cNvSpPr/>
          <p:nvPr/>
        </p:nvSpPr>
        <p:spPr>
          <a:xfrm>
            <a:off x="10283138" y="4645371"/>
            <a:ext cx="1463743" cy="345952"/>
          </a:xfrm>
          <a:prstGeom prst="roundRect">
            <a:avLst>
              <a:gd name="adj" fmla="val 0"/>
            </a:avLst>
          </a:prstGeom>
          <a:solidFill>
            <a:srgbClr val="44546A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Desc. Que - GPT plagiarism check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DM Sans" pitchFamily="2" charset="77"/>
              <a:cs typeface="Calibri"/>
            </a:endParaRPr>
          </a:p>
        </p:txBody>
      </p:sp>
      <p:sp>
        <p:nvSpPr>
          <p:cNvPr id="46" name="Rounded Rectangle 45">
            <a:extLst>
              <a:ext uri="{FF2B5EF4-FFF2-40B4-BE49-F238E27FC236}">
                <a16:creationId xmlns:a16="http://schemas.microsoft.com/office/drawing/2014/main" id="{CE0B616E-DFDC-BD0E-5E4D-11F2929BC08F}"/>
              </a:ext>
            </a:extLst>
          </p:cNvPr>
          <p:cNvSpPr/>
          <p:nvPr/>
        </p:nvSpPr>
        <p:spPr>
          <a:xfrm>
            <a:off x="5217447" y="4635417"/>
            <a:ext cx="1752523" cy="345952"/>
          </a:xfrm>
          <a:prstGeom prst="roundRect">
            <a:avLst>
              <a:gd name="adj" fmla="val 0"/>
            </a:avLst>
          </a:prstGeom>
          <a:solidFill>
            <a:srgbClr val="44546A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Multiple base image comparison Enhancements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DM Sans" pitchFamily="2" charset="77"/>
              <a:cs typeface="Calibri"/>
            </a:endParaRPr>
          </a:p>
        </p:txBody>
      </p:sp>
      <p:sp>
        <p:nvSpPr>
          <p:cNvPr id="47" name="Rounded Rectangle 46">
            <a:extLst>
              <a:ext uri="{FF2B5EF4-FFF2-40B4-BE49-F238E27FC236}">
                <a16:creationId xmlns:a16="http://schemas.microsoft.com/office/drawing/2014/main" id="{F702A3D1-3E30-213E-3C27-74450EB83E8C}"/>
              </a:ext>
            </a:extLst>
          </p:cNvPr>
          <p:cNvSpPr/>
          <p:nvPr/>
        </p:nvSpPr>
        <p:spPr>
          <a:xfrm>
            <a:off x="5911248" y="3682564"/>
            <a:ext cx="1071690" cy="795319"/>
          </a:xfrm>
          <a:prstGeom prst="roundRect">
            <a:avLst>
              <a:gd name="adj" fmla="val 0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Nuvepro</a:t>
            </a: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 Project based assessments</a:t>
            </a:r>
          </a:p>
        </p:txBody>
      </p:sp>
      <p:sp>
        <p:nvSpPr>
          <p:cNvPr id="48" name="Rounded Rectangle 47">
            <a:extLst>
              <a:ext uri="{FF2B5EF4-FFF2-40B4-BE49-F238E27FC236}">
                <a16:creationId xmlns:a16="http://schemas.microsoft.com/office/drawing/2014/main" id="{2AC0386A-9482-29A7-C3A0-A040D49B46F8}"/>
              </a:ext>
            </a:extLst>
          </p:cNvPr>
          <p:cNvSpPr/>
          <p:nvPr/>
        </p:nvSpPr>
        <p:spPr>
          <a:xfrm>
            <a:off x="7099376" y="3682565"/>
            <a:ext cx="1071691" cy="795318"/>
          </a:xfrm>
          <a:prstGeom prst="roundRect">
            <a:avLst>
              <a:gd name="adj" fmla="val 0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Recruitment SAP RCM</a:t>
            </a:r>
          </a:p>
        </p:txBody>
      </p:sp>
      <p:sp>
        <p:nvSpPr>
          <p:cNvPr id="49" name="Rounded Rectangle 48">
            <a:extLst>
              <a:ext uri="{FF2B5EF4-FFF2-40B4-BE49-F238E27FC236}">
                <a16:creationId xmlns:a16="http://schemas.microsoft.com/office/drawing/2014/main" id="{51B57DD2-FCA7-4AAF-E9E8-6E00DD7C37AF}"/>
              </a:ext>
            </a:extLst>
          </p:cNvPr>
          <p:cNvSpPr/>
          <p:nvPr/>
        </p:nvSpPr>
        <p:spPr>
          <a:xfrm>
            <a:off x="8290677" y="3682565"/>
            <a:ext cx="1076866" cy="795318"/>
          </a:xfrm>
          <a:prstGeom prst="roundRect">
            <a:avLst>
              <a:gd name="adj" fmla="val 0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Oracle HCM Integration</a:t>
            </a:r>
          </a:p>
        </p:txBody>
      </p:sp>
      <p:sp>
        <p:nvSpPr>
          <p:cNvPr id="50" name="Rounded Rectangle 49">
            <a:extLst>
              <a:ext uri="{FF2B5EF4-FFF2-40B4-BE49-F238E27FC236}">
                <a16:creationId xmlns:a16="http://schemas.microsoft.com/office/drawing/2014/main" id="{1D3EC413-87C7-A296-3693-233AF1783CE8}"/>
              </a:ext>
            </a:extLst>
          </p:cNvPr>
          <p:cNvSpPr/>
          <p:nvPr/>
        </p:nvSpPr>
        <p:spPr>
          <a:xfrm>
            <a:off x="9467984" y="3682565"/>
            <a:ext cx="1060549" cy="795318"/>
          </a:xfrm>
          <a:prstGeom prst="roundRect">
            <a:avLst>
              <a:gd name="adj" fmla="val 0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CSOD - Assessment integration</a:t>
            </a:r>
          </a:p>
        </p:txBody>
      </p:sp>
      <p:sp>
        <p:nvSpPr>
          <p:cNvPr id="51" name="Rounded Rectangle 50">
            <a:extLst>
              <a:ext uri="{FF2B5EF4-FFF2-40B4-BE49-F238E27FC236}">
                <a16:creationId xmlns:a16="http://schemas.microsoft.com/office/drawing/2014/main" id="{56973EB5-A8D4-52CC-4FFC-93254BFF1EBB}"/>
              </a:ext>
            </a:extLst>
          </p:cNvPr>
          <p:cNvSpPr/>
          <p:nvPr/>
        </p:nvSpPr>
        <p:spPr>
          <a:xfrm>
            <a:off x="10673052" y="3682565"/>
            <a:ext cx="1073829" cy="795318"/>
          </a:xfrm>
          <a:prstGeom prst="roundRect">
            <a:avLst>
              <a:gd name="adj" fmla="val 0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CSOD - Program and Modules integration</a:t>
            </a:r>
          </a:p>
        </p:txBody>
      </p:sp>
      <p:sp>
        <p:nvSpPr>
          <p:cNvPr id="52" name="Rounded Rectangle 51">
            <a:extLst>
              <a:ext uri="{FF2B5EF4-FFF2-40B4-BE49-F238E27FC236}">
                <a16:creationId xmlns:a16="http://schemas.microsoft.com/office/drawing/2014/main" id="{2718C9A0-2E5F-2D52-EF97-A9C04C60C595}"/>
              </a:ext>
            </a:extLst>
          </p:cNvPr>
          <p:cNvSpPr/>
          <p:nvPr/>
        </p:nvSpPr>
        <p:spPr>
          <a:xfrm>
            <a:off x="3549162" y="3682564"/>
            <a:ext cx="1071690" cy="795319"/>
          </a:xfrm>
          <a:prstGeom prst="roundRect">
            <a:avLst>
              <a:gd name="adj" fmla="val 0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defTabSz="914400" eaLnBrk="1" fontAlgn="b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M Sans" pitchFamily="2" charset="77"/>
              </a:rPr>
              <a:t>LMS Integration for L&amp;D</a:t>
            </a:r>
          </a:p>
        </p:txBody>
      </p:sp>
      <p:sp>
        <p:nvSpPr>
          <p:cNvPr id="53" name="Rounded Rectangle 52">
            <a:extLst>
              <a:ext uri="{FF2B5EF4-FFF2-40B4-BE49-F238E27FC236}">
                <a16:creationId xmlns:a16="http://schemas.microsoft.com/office/drawing/2014/main" id="{FAF1C371-5FE9-A3CC-F27B-7184D7F32524}"/>
              </a:ext>
            </a:extLst>
          </p:cNvPr>
          <p:cNvSpPr/>
          <p:nvPr/>
        </p:nvSpPr>
        <p:spPr>
          <a:xfrm>
            <a:off x="3508525" y="3250295"/>
            <a:ext cx="1066352" cy="380576"/>
          </a:xfrm>
          <a:prstGeom prst="roundRect">
            <a:avLst>
              <a:gd name="adj" fmla="val 0"/>
            </a:avLst>
          </a:prstGeom>
          <a:solidFill>
            <a:srgbClr val="FD5B0E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Scheduling interview from assessment</a:t>
            </a:r>
          </a:p>
        </p:txBody>
      </p:sp>
      <p:sp>
        <p:nvSpPr>
          <p:cNvPr id="54" name="Rounded Rectangle 53">
            <a:extLst>
              <a:ext uri="{FF2B5EF4-FFF2-40B4-BE49-F238E27FC236}">
                <a16:creationId xmlns:a16="http://schemas.microsoft.com/office/drawing/2014/main" id="{9966CFDB-6DBA-9360-3B63-1C20AF636F4E}"/>
              </a:ext>
            </a:extLst>
          </p:cNvPr>
          <p:cNvSpPr/>
          <p:nvPr/>
        </p:nvSpPr>
        <p:spPr>
          <a:xfrm>
            <a:off x="8287577" y="1869516"/>
            <a:ext cx="1018668" cy="848777"/>
          </a:xfrm>
          <a:prstGeom prst="roundRect">
            <a:avLst>
              <a:gd name="adj" fmla="val 0"/>
            </a:avLst>
          </a:prstGeom>
          <a:solidFill>
            <a:srgbClr val="FD5B0E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Test case validations in coding questions – Show hidden cases</a:t>
            </a:r>
          </a:p>
        </p:txBody>
      </p:sp>
      <p:sp>
        <p:nvSpPr>
          <p:cNvPr id="55" name="Rounded Rectangle 54">
            <a:extLst>
              <a:ext uri="{FF2B5EF4-FFF2-40B4-BE49-F238E27FC236}">
                <a16:creationId xmlns:a16="http://schemas.microsoft.com/office/drawing/2014/main" id="{117032B1-3A8E-35BD-774A-0F73B9E7FDE9}"/>
              </a:ext>
            </a:extLst>
          </p:cNvPr>
          <p:cNvSpPr/>
          <p:nvPr/>
        </p:nvSpPr>
        <p:spPr>
          <a:xfrm>
            <a:off x="10593541" y="2739288"/>
            <a:ext cx="1153340" cy="861877"/>
          </a:xfrm>
          <a:prstGeom prst="roundRect">
            <a:avLst>
              <a:gd name="adj" fmla="val 0"/>
            </a:avLst>
          </a:prstGeom>
          <a:solidFill>
            <a:srgbClr val="FD5B0E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Question Reusability Stats (Count for Question used, Count for Question Answered)</a:t>
            </a:r>
          </a:p>
        </p:txBody>
      </p:sp>
      <p:sp>
        <p:nvSpPr>
          <p:cNvPr id="56" name="Rounded Rectangle 55">
            <a:extLst>
              <a:ext uri="{FF2B5EF4-FFF2-40B4-BE49-F238E27FC236}">
                <a16:creationId xmlns:a16="http://schemas.microsoft.com/office/drawing/2014/main" id="{6F0387D8-EADC-05A5-11A9-B53585E1A618}"/>
              </a:ext>
            </a:extLst>
          </p:cNvPr>
          <p:cNvSpPr/>
          <p:nvPr/>
        </p:nvSpPr>
        <p:spPr>
          <a:xfrm>
            <a:off x="5878759" y="2303825"/>
            <a:ext cx="1163766" cy="869883"/>
          </a:xfrm>
          <a:prstGeom prst="roundRect">
            <a:avLst>
              <a:gd name="adj" fmla="val 0"/>
            </a:avLst>
          </a:prstGeom>
          <a:solidFill>
            <a:srgbClr val="FD5B0E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Make skill searching easier with the help of category search</a:t>
            </a:r>
          </a:p>
        </p:txBody>
      </p:sp>
      <p:sp>
        <p:nvSpPr>
          <p:cNvPr id="57" name="Rounded Rectangle 56">
            <a:extLst>
              <a:ext uri="{FF2B5EF4-FFF2-40B4-BE49-F238E27FC236}">
                <a16:creationId xmlns:a16="http://schemas.microsoft.com/office/drawing/2014/main" id="{0F40EE30-ECEF-7D65-D929-E82643EE9B43}"/>
              </a:ext>
            </a:extLst>
          </p:cNvPr>
          <p:cNvSpPr/>
          <p:nvPr/>
        </p:nvSpPr>
        <p:spPr>
          <a:xfrm>
            <a:off x="2304630" y="1850924"/>
            <a:ext cx="1166507" cy="351240"/>
          </a:xfrm>
          <a:prstGeom prst="roundRect">
            <a:avLst>
              <a:gd name="adj" fmla="val 0"/>
            </a:avLst>
          </a:prstGeom>
          <a:solidFill>
            <a:srgbClr val="FD5B0E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defTabSz="914400" eaLnBrk="1" fontAlgn="b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AI-</a:t>
            </a:r>
            <a:r>
              <a:rPr kumimoji="0" lang="en-US" sz="700" b="0" i="0" u="none" strike="noStrike" kern="0" cap="none" spc="0" normalizeH="0" baseline="0" noProof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EnglishPro</a:t>
            </a:r>
            <a:r>
              <a:rPr kumimoji="0" lang="en-US" sz="7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 Update – More parameters, more clarity</a:t>
            </a:r>
          </a:p>
        </p:txBody>
      </p:sp>
      <p:sp>
        <p:nvSpPr>
          <p:cNvPr id="58" name="Rounded Rectangle 57">
            <a:extLst>
              <a:ext uri="{FF2B5EF4-FFF2-40B4-BE49-F238E27FC236}">
                <a16:creationId xmlns:a16="http://schemas.microsoft.com/office/drawing/2014/main" id="{A38E2507-8E2D-91DC-FB35-EC2B37EAB9E9}"/>
              </a:ext>
            </a:extLst>
          </p:cNvPr>
          <p:cNvSpPr/>
          <p:nvPr/>
        </p:nvSpPr>
        <p:spPr>
          <a:xfrm>
            <a:off x="4718076" y="1821291"/>
            <a:ext cx="1058185" cy="431671"/>
          </a:xfrm>
          <a:prstGeom prst="roundRect">
            <a:avLst>
              <a:gd name="adj" fmla="val 0"/>
            </a:avLst>
          </a:prstGeom>
          <a:solidFill>
            <a:srgbClr val="FD5B0E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Question Proofreading, QC Feature</a:t>
            </a:r>
          </a:p>
        </p:txBody>
      </p:sp>
      <p:sp>
        <p:nvSpPr>
          <p:cNvPr id="59" name="Rounded Rectangle 58">
            <a:extLst>
              <a:ext uri="{FF2B5EF4-FFF2-40B4-BE49-F238E27FC236}">
                <a16:creationId xmlns:a16="http://schemas.microsoft.com/office/drawing/2014/main" id="{19D3FDF8-F0CF-88BC-D8C9-D9C22E3E850B}"/>
              </a:ext>
            </a:extLst>
          </p:cNvPr>
          <p:cNvSpPr/>
          <p:nvPr/>
        </p:nvSpPr>
        <p:spPr>
          <a:xfrm>
            <a:off x="10613564" y="1850509"/>
            <a:ext cx="1133317" cy="351240"/>
          </a:xfrm>
          <a:prstGeom prst="roundRect">
            <a:avLst>
              <a:gd name="adj" fmla="val 0"/>
            </a:avLst>
          </a:prstGeom>
          <a:solidFill>
            <a:srgbClr val="FD5B0E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Ability to switch between sections</a:t>
            </a:r>
          </a:p>
        </p:txBody>
      </p:sp>
      <p:sp>
        <p:nvSpPr>
          <p:cNvPr id="60" name="Rounded Rectangle 59">
            <a:extLst>
              <a:ext uri="{FF2B5EF4-FFF2-40B4-BE49-F238E27FC236}">
                <a16:creationId xmlns:a16="http://schemas.microsoft.com/office/drawing/2014/main" id="{704E89BC-032D-3BF7-1052-18FE5B50629E}"/>
              </a:ext>
            </a:extLst>
          </p:cNvPr>
          <p:cNvSpPr/>
          <p:nvPr/>
        </p:nvSpPr>
        <p:spPr>
          <a:xfrm>
            <a:off x="10613564" y="2295128"/>
            <a:ext cx="1133317" cy="351240"/>
          </a:xfrm>
          <a:prstGeom prst="roundRect">
            <a:avLst>
              <a:gd name="adj" fmla="val 0"/>
            </a:avLst>
          </a:prstGeom>
          <a:solidFill>
            <a:srgbClr val="FD5B0E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Enhancements in </a:t>
            </a:r>
            <a:r>
              <a:rPr kumimoji="0" lang="en-US" sz="700" b="0" i="0" u="none" strike="noStrike" kern="0" cap="none" spc="0" normalizeH="0" baseline="0" noProof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Talentflow</a:t>
            </a:r>
            <a:endParaRPr kumimoji="0" lang="en-US" sz="7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DM Sans" pitchFamily="2" charset="77"/>
              <a:cs typeface="Poppins"/>
            </a:endParaRPr>
          </a:p>
        </p:txBody>
      </p:sp>
      <p:sp>
        <p:nvSpPr>
          <p:cNvPr id="61" name="Rounded Rectangle 60">
            <a:extLst>
              <a:ext uri="{FF2B5EF4-FFF2-40B4-BE49-F238E27FC236}">
                <a16:creationId xmlns:a16="http://schemas.microsoft.com/office/drawing/2014/main" id="{80141083-521F-2D92-64B3-6B57A171A8D2}"/>
              </a:ext>
            </a:extLst>
          </p:cNvPr>
          <p:cNvSpPr/>
          <p:nvPr/>
        </p:nvSpPr>
        <p:spPr>
          <a:xfrm>
            <a:off x="2303750" y="2292601"/>
            <a:ext cx="1204776" cy="378949"/>
          </a:xfrm>
          <a:prstGeom prst="roundRect">
            <a:avLst>
              <a:gd name="adj" fmla="val 0"/>
            </a:avLst>
          </a:prstGeom>
          <a:solidFill>
            <a:srgbClr val="FD5B0E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defTabSz="914400" eaLnBrk="1" fontAlgn="b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M Sans" pitchFamily="2" charset="77"/>
              </a:rPr>
              <a:t>Unified iMocha platform - TA</a:t>
            </a:r>
          </a:p>
        </p:txBody>
      </p:sp>
      <p:sp>
        <p:nvSpPr>
          <p:cNvPr id="62" name="Rounded Rectangle 61">
            <a:extLst>
              <a:ext uri="{FF2B5EF4-FFF2-40B4-BE49-F238E27FC236}">
                <a16:creationId xmlns:a16="http://schemas.microsoft.com/office/drawing/2014/main" id="{E075BBF3-AC92-F9A4-6113-59638F289834}"/>
              </a:ext>
            </a:extLst>
          </p:cNvPr>
          <p:cNvSpPr/>
          <p:nvPr/>
        </p:nvSpPr>
        <p:spPr>
          <a:xfrm>
            <a:off x="3508525" y="2747472"/>
            <a:ext cx="1121027" cy="378949"/>
          </a:xfrm>
          <a:prstGeom prst="roundRect">
            <a:avLst>
              <a:gd name="adj" fmla="val 0"/>
            </a:avLst>
          </a:prstGeom>
          <a:solidFill>
            <a:srgbClr val="FD5B0E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M Sans" pitchFamily="2" charset="77"/>
              </a:rPr>
              <a:t>Unified iMocha platform - TD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DM Sans" pitchFamily="2" charset="77"/>
              <a:cs typeface="Poppins"/>
            </a:endParaRPr>
          </a:p>
        </p:txBody>
      </p:sp>
      <p:sp>
        <p:nvSpPr>
          <p:cNvPr id="63" name="Rounded Rectangle 62">
            <a:extLst>
              <a:ext uri="{FF2B5EF4-FFF2-40B4-BE49-F238E27FC236}">
                <a16:creationId xmlns:a16="http://schemas.microsoft.com/office/drawing/2014/main" id="{39905F99-D1E0-BC18-C6D6-E08C3077C796}"/>
              </a:ext>
            </a:extLst>
          </p:cNvPr>
          <p:cNvSpPr/>
          <p:nvPr/>
        </p:nvSpPr>
        <p:spPr>
          <a:xfrm>
            <a:off x="7112628" y="1862682"/>
            <a:ext cx="1051258" cy="351240"/>
          </a:xfrm>
          <a:prstGeom prst="roundRect">
            <a:avLst>
              <a:gd name="adj" fmla="val 0"/>
            </a:avLst>
          </a:prstGeom>
          <a:solidFill>
            <a:srgbClr val="FD5B0E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Weighted scores for MCQs</a:t>
            </a:r>
          </a:p>
        </p:txBody>
      </p:sp>
    </p:spTree>
    <p:extLst>
      <p:ext uri="{BB962C8B-B14F-4D97-AF65-F5344CB8AC3E}">
        <p14:creationId xmlns:p14="http://schemas.microsoft.com/office/powerpoint/2010/main" val="31249005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393D29-9EBA-73F0-9441-BF184CE4A0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Rectangle 63">
            <a:extLst>
              <a:ext uri="{FF2B5EF4-FFF2-40B4-BE49-F238E27FC236}">
                <a16:creationId xmlns:a16="http://schemas.microsoft.com/office/drawing/2014/main" id="{667F9A6C-CD9F-6CDA-4EC5-77C1AF3024A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896187"/>
            <a:ext cx="12192000" cy="523029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B5552FDA-0D74-6280-15EF-452B2AF6D6E5}"/>
              </a:ext>
            </a:extLst>
          </p:cNvPr>
          <p:cNvSpPr/>
          <p:nvPr/>
        </p:nvSpPr>
        <p:spPr>
          <a:xfrm>
            <a:off x="423862" y="1117600"/>
            <a:ext cx="11272838" cy="4786313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Right Arrow 82">
            <a:extLst>
              <a:ext uri="{FF2B5EF4-FFF2-40B4-BE49-F238E27FC236}">
                <a16:creationId xmlns:a16="http://schemas.microsoft.com/office/drawing/2014/main" id="{56E85E28-8CE2-478E-716F-9DBDB559C099}"/>
              </a:ext>
            </a:extLst>
          </p:cNvPr>
          <p:cNvSpPr/>
          <p:nvPr/>
        </p:nvSpPr>
        <p:spPr>
          <a:xfrm rot="5400000">
            <a:off x="1784209" y="3322863"/>
            <a:ext cx="2379386" cy="381931"/>
          </a:xfrm>
          <a:prstGeom prst="rightArrow">
            <a:avLst>
              <a:gd name="adj1" fmla="val 36699"/>
              <a:gd name="adj2" fmla="val 63301"/>
            </a:avLst>
          </a:prstGeom>
          <a:solidFill>
            <a:srgbClr val="2100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9BC740C-D6D7-9792-FA4A-E0CEE96F1A99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65" name="Google Shape;1283;g8fe4c71d16_9_375">
            <a:extLst>
              <a:ext uri="{FF2B5EF4-FFF2-40B4-BE49-F238E27FC236}">
                <a16:creationId xmlns:a16="http://schemas.microsoft.com/office/drawing/2014/main" id="{968882E9-50BB-0157-90B1-3B048E17BDCF}"/>
              </a:ext>
            </a:extLst>
          </p:cNvPr>
          <p:cNvSpPr txBox="1"/>
          <p:nvPr/>
        </p:nvSpPr>
        <p:spPr>
          <a:xfrm>
            <a:off x="833913" y="1260685"/>
            <a:ext cx="1236503" cy="425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33" rIns="0" bIns="60933" anchor="ctr" anchorCtr="0">
            <a:noAutofit/>
          </a:bodyPr>
          <a:lstStyle/>
          <a:p>
            <a:pPr>
              <a:buClr>
                <a:srgbClr val="000000"/>
              </a:buClr>
              <a:buSzPts val="1200"/>
              <a:buFont typeface="Arial"/>
              <a:buNone/>
              <a:defRPr/>
            </a:pPr>
            <a:r>
              <a:rPr lang="en-US" sz="1100" b="1" kern="0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  <a:sym typeface="Arial"/>
              </a:rPr>
              <a:t>Framework </a:t>
            </a:r>
          </a:p>
          <a:p>
            <a:pPr>
              <a:buClr>
                <a:srgbClr val="000000"/>
              </a:buClr>
              <a:buSzPts val="1200"/>
              <a:buFont typeface="Arial"/>
              <a:buNone/>
              <a:defRPr/>
            </a:pPr>
            <a:r>
              <a:rPr lang="en-US" sz="1100" b="1" kern="0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  <a:sym typeface="Arial"/>
              </a:rPr>
              <a:t>Components</a:t>
            </a:r>
            <a:endParaRPr lang="en-IN" sz="1100" b="1" kern="0">
              <a:solidFill>
                <a:schemeClr val="accent5"/>
              </a:solidFill>
              <a:latin typeface="Poppins SemiBold" pitchFamily="2" charset="77"/>
              <a:cs typeface="Poppins SemiBold" pitchFamily="2" charset="77"/>
              <a:sym typeface="Arial"/>
            </a:endParaRPr>
          </a:p>
        </p:txBody>
      </p:sp>
      <p:sp>
        <p:nvSpPr>
          <p:cNvPr id="66" name="Rounded Rectangle 65">
            <a:extLst>
              <a:ext uri="{FF2B5EF4-FFF2-40B4-BE49-F238E27FC236}">
                <a16:creationId xmlns:a16="http://schemas.microsoft.com/office/drawing/2014/main" id="{971B79C1-E457-377B-0EB8-DC3C23DDE334}"/>
              </a:ext>
            </a:extLst>
          </p:cNvPr>
          <p:cNvSpPr/>
          <p:nvPr/>
        </p:nvSpPr>
        <p:spPr>
          <a:xfrm>
            <a:off x="681513" y="1790769"/>
            <a:ext cx="1591787" cy="915297"/>
          </a:xfrm>
          <a:prstGeom prst="roundRect">
            <a:avLst>
              <a:gd name="adj" fmla="val 14582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Sector</a:t>
            </a:r>
          </a:p>
        </p:txBody>
      </p:sp>
      <p:sp>
        <p:nvSpPr>
          <p:cNvPr id="67" name="Rounded Rectangle 66">
            <a:extLst>
              <a:ext uri="{FF2B5EF4-FFF2-40B4-BE49-F238E27FC236}">
                <a16:creationId xmlns:a16="http://schemas.microsoft.com/office/drawing/2014/main" id="{2DD94095-A963-8A6D-A3EE-0D45E19FF5D2}"/>
              </a:ext>
            </a:extLst>
          </p:cNvPr>
          <p:cNvSpPr/>
          <p:nvPr/>
        </p:nvSpPr>
        <p:spPr>
          <a:xfrm>
            <a:off x="681513" y="2795320"/>
            <a:ext cx="1591787" cy="909473"/>
          </a:xfrm>
          <a:prstGeom prst="roundRect">
            <a:avLst>
              <a:gd name="adj" fmla="val 13257"/>
            </a:avLst>
          </a:prstGeom>
          <a:solidFill>
            <a:schemeClr val="accent4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FF4A00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Segment</a:t>
            </a:r>
          </a:p>
        </p:txBody>
      </p:sp>
      <p:sp>
        <p:nvSpPr>
          <p:cNvPr id="68" name="Rounded Rectangle 67">
            <a:extLst>
              <a:ext uri="{FF2B5EF4-FFF2-40B4-BE49-F238E27FC236}">
                <a16:creationId xmlns:a16="http://schemas.microsoft.com/office/drawing/2014/main" id="{084CCC13-397F-CD87-22FA-7A95C3F7AABB}"/>
              </a:ext>
            </a:extLst>
          </p:cNvPr>
          <p:cNvSpPr/>
          <p:nvPr/>
        </p:nvSpPr>
        <p:spPr>
          <a:xfrm>
            <a:off x="681513" y="3794047"/>
            <a:ext cx="1591787" cy="909473"/>
          </a:xfrm>
          <a:prstGeom prst="roundRect">
            <a:avLst>
              <a:gd name="adj" fmla="val 13257"/>
            </a:avLst>
          </a:prstGeom>
          <a:solidFill>
            <a:schemeClr val="accent3">
              <a:alpha val="43475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Job Family</a:t>
            </a:r>
          </a:p>
        </p:txBody>
      </p:sp>
      <p:sp>
        <p:nvSpPr>
          <p:cNvPr id="69" name="Rounded Rectangle 68">
            <a:extLst>
              <a:ext uri="{FF2B5EF4-FFF2-40B4-BE49-F238E27FC236}">
                <a16:creationId xmlns:a16="http://schemas.microsoft.com/office/drawing/2014/main" id="{25639095-573E-FBDE-256C-8D31287F8509}"/>
              </a:ext>
            </a:extLst>
          </p:cNvPr>
          <p:cNvSpPr/>
          <p:nvPr/>
        </p:nvSpPr>
        <p:spPr>
          <a:xfrm>
            <a:off x="681513" y="4792775"/>
            <a:ext cx="1591787" cy="909473"/>
          </a:xfrm>
          <a:prstGeom prst="roundRect">
            <a:avLst>
              <a:gd name="adj" fmla="val 10464"/>
            </a:avLst>
          </a:prstGeom>
          <a:solidFill>
            <a:schemeClr val="tx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Job Role</a:t>
            </a:r>
          </a:p>
        </p:txBody>
      </p:sp>
      <p:sp>
        <p:nvSpPr>
          <p:cNvPr id="70" name="Rounded Rectangle 69">
            <a:extLst>
              <a:ext uri="{FF2B5EF4-FFF2-40B4-BE49-F238E27FC236}">
                <a16:creationId xmlns:a16="http://schemas.microsoft.com/office/drawing/2014/main" id="{670A34A6-56F2-2A6F-5BB5-CDAD2DDF73E4}"/>
              </a:ext>
            </a:extLst>
          </p:cNvPr>
          <p:cNvSpPr/>
          <p:nvPr/>
        </p:nvSpPr>
        <p:spPr>
          <a:xfrm>
            <a:off x="2396013" y="1790804"/>
            <a:ext cx="1155781" cy="533331"/>
          </a:xfrm>
          <a:prstGeom prst="roundRect">
            <a:avLst>
              <a:gd name="adj" fmla="val 17770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Banking</a:t>
            </a:r>
          </a:p>
        </p:txBody>
      </p:sp>
      <p:sp>
        <p:nvSpPr>
          <p:cNvPr id="73" name="Rounded Rectangle 72">
            <a:extLst>
              <a:ext uri="{FF2B5EF4-FFF2-40B4-BE49-F238E27FC236}">
                <a16:creationId xmlns:a16="http://schemas.microsoft.com/office/drawing/2014/main" id="{5BF3DC53-74E6-D335-3F83-8D21271FC033}"/>
              </a:ext>
            </a:extLst>
          </p:cNvPr>
          <p:cNvSpPr/>
          <p:nvPr/>
        </p:nvSpPr>
        <p:spPr>
          <a:xfrm>
            <a:off x="4893787" y="1790804"/>
            <a:ext cx="1155781" cy="533331"/>
          </a:xfrm>
          <a:prstGeom prst="roundRect">
            <a:avLst>
              <a:gd name="adj" fmla="val 17770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Capital Markets</a:t>
            </a:r>
          </a:p>
        </p:txBody>
      </p:sp>
      <p:sp>
        <p:nvSpPr>
          <p:cNvPr id="74" name="Rounded Rectangle 73">
            <a:extLst>
              <a:ext uri="{FF2B5EF4-FFF2-40B4-BE49-F238E27FC236}">
                <a16:creationId xmlns:a16="http://schemas.microsoft.com/office/drawing/2014/main" id="{7E7999A8-047D-FF63-8684-D5DA01E6512F}"/>
              </a:ext>
            </a:extLst>
          </p:cNvPr>
          <p:cNvSpPr/>
          <p:nvPr/>
        </p:nvSpPr>
        <p:spPr>
          <a:xfrm>
            <a:off x="2396013" y="2795320"/>
            <a:ext cx="1155781" cy="533331"/>
          </a:xfrm>
          <a:prstGeom prst="roundRect">
            <a:avLst>
              <a:gd name="adj" fmla="val 17770"/>
            </a:avLst>
          </a:prstGeom>
          <a:solidFill>
            <a:schemeClr val="accent4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Corporate Banking</a:t>
            </a:r>
          </a:p>
        </p:txBody>
      </p:sp>
      <p:sp>
        <p:nvSpPr>
          <p:cNvPr id="77" name="Rounded Rectangle 76">
            <a:extLst>
              <a:ext uri="{FF2B5EF4-FFF2-40B4-BE49-F238E27FC236}">
                <a16:creationId xmlns:a16="http://schemas.microsoft.com/office/drawing/2014/main" id="{217A5AF4-F4F9-9417-85F1-70B13D195ED9}"/>
              </a:ext>
            </a:extLst>
          </p:cNvPr>
          <p:cNvSpPr/>
          <p:nvPr/>
        </p:nvSpPr>
        <p:spPr>
          <a:xfrm>
            <a:off x="2396013" y="3794047"/>
            <a:ext cx="1155781" cy="533331"/>
          </a:xfrm>
          <a:prstGeom prst="roundRect">
            <a:avLst>
              <a:gd name="adj" fmla="val 17770"/>
            </a:avLst>
          </a:prstGeom>
          <a:solidFill>
            <a:srgbClr val="E7FFE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Risk management</a:t>
            </a:r>
          </a:p>
        </p:txBody>
      </p:sp>
      <p:sp>
        <p:nvSpPr>
          <p:cNvPr id="80" name="Rounded Rectangle 79">
            <a:extLst>
              <a:ext uri="{FF2B5EF4-FFF2-40B4-BE49-F238E27FC236}">
                <a16:creationId xmlns:a16="http://schemas.microsoft.com/office/drawing/2014/main" id="{5B389D0C-6694-A604-114B-B7F564F3F74E}"/>
              </a:ext>
            </a:extLst>
          </p:cNvPr>
          <p:cNvSpPr/>
          <p:nvPr/>
        </p:nvSpPr>
        <p:spPr>
          <a:xfrm>
            <a:off x="2396013" y="4792774"/>
            <a:ext cx="1155781" cy="909472"/>
          </a:xfrm>
          <a:prstGeom prst="roundRect">
            <a:avLst>
              <a:gd name="adj" fmla="val 17770"/>
            </a:avLst>
          </a:prstGeom>
          <a:solidFill>
            <a:schemeClr val="bg2">
              <a:lumMod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Head of Risk Management</a:t>
            </a:r>
          </a:p>
        </p:txBody>
      </p:sp>
      <p:sp>
        <p:nvSpPr>
          <p:cNvPr id="81" name="Rounded Rectangle 80">
            <a:extLst>
              <a:ext uri="{FF2B5EF4-FFF2-40B4-BE49-F238E27FC236}">
                <a16:creationId xmlns:a16="http://schemas.microsoft.com/office/drawing/2014/main" id="{25F4EC81-A3C7-3240-CF70-E5EA144266D0}"/>
              </a:ext>
            </a:extLst>
          </p:cNvPr>
          <p:cNvSpPr/>
          <p:nvPr/>
        </p:nvSpPr>
        <p:spPr>
          <a:xfrm>
            <a:off x="3644900" y="4792774"/>
            <a:ext cx="1155781" cy="909472"/>
          </a:xfrm>
          <a:prstGeom prst="roundRect">
            <a:avLst>
              <a:gd name="adj" fmla="val 17770"/>
            </a:avLst>
          </a:prstGeom>
          <a:solidFill>
            <a:schemeClr val="bg2">
              <a:lumMod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Underwriting </a:t>
            </a:r>
            <a:r>
              <a:rPr kumimoji="0" lang="en-US" sz="1000" u="none" strike="noStrike" kern="0" cap="none" spc="0" normalizeH="0" baseline="0" noProof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Maanager</a:t>
            </a:r>
            <a:endParaRPr kumimoji="0" lang="en-US" sz="100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Poppins" pitchFamily="2" charset="77"/>
              <a:cs typeface="Poppins" pitchFamily="2" charset="77"/>
            </a:endParaRPr>
          </a:p>
        </p:txBody>
      </p:sp>
      <p:sp>
        <p:nvSpPr>
          <p:cNvPr id="82" name="Rounded Rectangle 81">
            <a:extLst>
              <a:ext uri="{FF2B5EF4-FFF2-40B4-BE49-F238E27FC236}">
                <a16:creationId xmlns:a16="http://schemas.microsoft.com/office/drawing/2014/main" id="{6C2C7DBC-333C-2498-F476-A70FEED8B5D3}"/>
              </a:ext>
            </a:extLst>
          </p:cNvPr>
          <p:cNvSpPr/>
          <p:nvPr/>
        </p:nvSpPr>
        <p:spPr>
          <a:xfrm>
            <a:off x="4893787" y="4792774"/>
            <a:ext cx="1155781" cy="909472"/>
          </a:xfrm>
          <a:prstGeom prst="roundRect">
            <a:avLst>
              <a:gd name="adj" fmla="val 17770"/>
            </a:avLst>
          </a:prstGeom>
          <a:solidFill>
            <a:schemeClr val="bg2">
              <a:lumMod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Financial Advisory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kern="0">
                <a:solidFill>
                  <a:sysClr val="windowText" lastClr="000000"/>
                </a:solidFill>
                <a:latin typeface="Poppins" pitchFamily="2" charset="77"/>
                <a:cs typeface="Poppins" pitchFamily="2" charset="77"/>
              </a:rPr>
              <a:t>Manager</a:t>
            </a:r>
            <a:endParaRPr kumimoji="0" lang="en-US" sz="100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Poppins" pitchFamily="2" charset="77"/>
              <a:cs typeface="Poppins" pitchFamily="2" charset="77"/>
            </a:endParaRPr>
          </a:p>
        </p:txBody>
      </p:sp>
      <p:sp>
        <p:nvSpPr>
          <p:cNvPr id="84" name="Right Arrow 83">
            <a:extLst>
              <a:ext uri="{FF2B5EF4-FFF2-40B4-BE49-F238E27FC236}">
                <a16:creationId xmlns:a16="http://schemas.microsoft.com/office/drawing/2014/main" id="{16EEF9BF-610F-6697-F9A9-7D270AB7A145}"/>
              </a:ext>
            </a:extLst>
          </p:cNvPr>
          <p:cNvSpPr/>
          <p:nvPr/>
        </p:nvSpPr>
        <p:spPr>
          <a:xfrm rot="5400000">
            <a:off x="3033096" y="3322863"/>
            <a:ext cx="2379386" cy="381931"/>
          </a:xfrm>
          <a:prstGeom prst="rightArrow">
            <a:avLst>
              <a:gd name="adj1" fmla="val 36699"/>
              <a:gd name="adj2" fmla="val 63301"/>
            </a:avLst>
          </a:prstGeom>
          <a:solidFill>
            <a:srgbClr val="2100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Rounded Rectangle 71">
            <a:extLst>
              <a:ext uri="{FF2B5EF4-FFF2-40B4-BE49-F238E27FC236}">
                <a16:creationId xmlns:a16="http://schemas.microsoft.com/office/drawing/2014/main" id="{EC3AEC8F-8D3C-431E-3CE3-98A4A77207B2}"/>
              </a:ext>
            </a:extLst>
          </p:cNvPr>
          <p:cNvSpPr/>
          <p:nvPr/>
        </p:nvSpPr>
        <p:spPr>
          <a:xfrm>
            <a:off x="3644900" y="1790804"/>
            <a:ext cx="1155781" cy="533331"/>
          </a:xfrm>
          <a:prstGeom prst="roundRect">
            <a:avLst>
              <a:gd name="adj" fmla="val 17770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Insurance</a:t>
            </a:r>
          </a:p>
        </p:txBody>
      </p:sp>
      <p:sp>
        <p:nvSpPr>
          <p:cNvPr id="75" name="Rounded Rectangle 74">
            <a:extLst>
              <a:ext uri="{FF2B5EF4-FFF2-40B4-BE49-F238E27FC236}">
                <a16:creationId xmlns:a16="http://schemas.microsoft.com/office/drawing/2014/main" id="{60D7AE89-C372-3FF8-43A3-E68A8B108FD0}"/>
              </a:ext>
            </a:extLst>
          </p:cNvPr>
          <p:cNvSpPr/>
          <p:nvPr/>
        </p:nvSpPr>
        <p:spPr>
          <a:xfrm>
            <a:off x="3644900" y="2795320"/>
            <a:ext cx="1155781" cy="533331"/>
          </a:xfrm>
          <a:prstGeom prst="roundRect">
            <a:avLst>
              <a:gd name="adj" fmla="val 17770"/>
            </a:avLst>
          </a:prstGeom>
          <a:solidFill>
            <a:schemeClr val="accent4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General Insurance</a:t>
            </a:r>
          </a:p>
        </p:txBody>
      </p:sp>
      <p:sp>
        <p:nvSpPr>
          <p:cNvPr id="78" name="Rounded Rectangle 77">
            <a:extLst>
              <a:ext uri="{FF2B5EF4-FFF2-40B4-BE49-F238E27FC236}">
                <a16:creationId xmlns:a16="http://schemas.microsoft.com/office/drawing/2014/main" id="{C9E751CC-F386-C4B0-2B14-BD3D7328DBEE}"/>
              </a:ext>
            </a:extLst>
          </p:cNvPr>
          <p:cNvSpPr/>
          <p:nvPr/>
        </p:nvSpPr>
        <p:spPr>
          <a:xfrm>
            <a:off x="3644900" y="3794047"/>
            <a:ext cx="1155781" cy="533331"/>
          </a:xfrm>
          <a:prstGeom prst="roundRect">
            <a:avLst>
              <a:gd name="adj" fmla="val 17770"/>
            </a:avLst>
          </a:prstGeom>
          <a:solidFill>
            <a:srgbClr val="E7FFE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Underwriting</a:t>
            </a:r>
          </a:p>
        </p:txBody>
      </p:sp>
      <p:sp>
        <p:nvSpPr>
          <p:cNvPr id="85" name="Right Arrow 84">
            <a:extLst>
              <a:ext uri="{FF2B5EF4-FFF2-40B4-BE49-F238E27FC236}">
                <a16:creationId xmlns:a16="http://schemas.microsoft.com/office/drawing/2014/main" id="{06BC2A7B-E064-18EB-B336-8E915735A167}"/>
              </a:ext>
            </a:extLst>
          </p:cNvPr>
          <p:cNvSpPr/>
          <p:nvPr/>
        </p:nvSpPr>
        <p:spPr>
          <a:xfrm rot="5400000">
            <a:off x="4276033" y="3316914"/>
            <a:ext cx="2391284" cy="381931"/>
          </a:xfrm>
          <a:prstGeom prst="rightArrow">
            <a:avLst>
              <a:gd name="adj1" fmla="val 36699"/>
              <a:gd name="adj2" fmla="val 63301"/>
            </a:avLst>
          </a:prstGeom>
          <a:solidFill>
            <a:srgbClr val="2100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Rounded Rectangle 75">
            <a:extLst>
              <a:ext uri="{FF2B5EF4-FFF2-40B4-BE49-F238E27FC236}">
                <a16:creationId xmlns:a16="http://schemas.microsoft.com/office/drawing/2014/main" id="{4A544149-825A-0C70-A1EC-1B123E5BA86E}"/>
              </a:ext>
            </a:extLst>
          </p:cNvPr>
          <p:cNvSpPr/>
          <p:nvPr/>
        </p:nvSpPr>
        <p:spPr>
          <a:xfrm>
            <a:off x="4893787" y="2795320"/>
            <a:ext cx="1155781" cy="533331"/>
          </a:xfrm>
          <a:prstGeom prst="roundRect">
            <a:avLst>
              <a:gd name="adj" fmla="val 17770"/>
            </a:avLst>
          </a:prstGeom>
          <a:solidFill>
            <a:schemeClr val="accent4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Asset Management</a:t>
            </a:r>
          </a:p>
        </p:txBody>
      </p:sp>
      <p:sp>
        <p:nvSpPr>
          <p:cNvPr id="79" name="Rounded Rectangle 78">
            <a:extLst>
              <a:ext uri="{FF2B5EF4-FFF2-40B4-BE49-F238E27FC236}">
                <a16:creationId xmlns:a16="http://schemas.microsoft.com/office/drawing/2014/main" id="{83538195-13B5-E8A0-F3C8-79EBEECCD7A9}"/>
              </a:ext>
            </a:extLst>
          </p:cNvPr>
          <p:cNvSpPr/>
          <p:nvPr/>
        </p:nvSpPr>
        <p:spPr>
          <a:xfrm>
            <a:off x="4893787" y="3794047"/>
            <a:ext cx="1155781" cy="533331"/>
          </a:xfrm>
          <a:prstGeom prst="roundRect">
            <a:avLst>
              <a:gd name="adj" fmla="val 17770"/>
            </a:avLst>
          </a:prstGeom>
          <a:solidFill>
            <a:srgbClr val="E7FFE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Financial Advisory</a:t>
            </a:r>
          </a:p>
        </p:txBody>
      </p:sp>
      <p:sp>
        <p:nvSpPr>
          <p:cNvPr id="86" name="Google Shape;1283;g8fe4c71d16_9_375">
            <a:extLst>
              <a:ext uri="{FF2B5EF4-FFF2-40B4-BE49-F238E27FC236}">
                <a16:creationId xmlns:a16="http://schemas.microsoft.com/office/drawing/2014/main" id="{22FB8D00-BA91-296D-5391-E3669825D3B6}"/>
              </a:ext>
            </a:extLst>
          </p:cNvPr>
          <p:cNvSpPr txBox="1"/>
          <p:nvPr/>
        </p:nvSpPr>
        <p:spPr>
          <a:xfrm>
            <a:off x="2470417" y="1260685"/>
            <a:ext cx="2203184" cy="425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33" rIns="0" bIns="60933" anchor="ctr" anchorCtr="0">
            <a:noAutofit/>
          </a:bodyPr>
          <a:lstStyle/>
          <a:p>
            <a:pPr>
              <a:buClr>
                <a:srgbClr val="000000"/>
              </a:buClr>
              <a:buSzPts val="1200"/>
              <a:buFont typeface="Arial"/>
              <a:buNone/>
              <a:defRPr/>
            </a:pPr>
            <a:r>
              <a:rPr lang="en-US" sz="1100" b="1" kern="0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  <a:sym typeface="Arial"/>
              </a:rPr>
              <a:t>Examples across the</a:t>
            </a:r>
          </a:p>
          <a:p>
            <a:pPr>
              <a:buClr>
                <a:srgbClr val="000000"/>
              </a:buClr>
              <a:buSzPts val="1200"/>
              <a:buFont typeface="Arial"/>
              <a:buNone/>
              <a:defRPr/>
            </a:pPr>
            <a:r>
              <a:rPr lang="en-US" sz="1100" b="1" kern="0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  <a:sym typeface="Arial"/>
              </a:rPr>
              <a:t>3 sectors</a:t>
            </a:r>
            <a:endParaRPr lang="en-IN" sz="1100" b="1" kern="0">
              <a:solidFill>
                <a:schemeClr val="accent5"/>
              </a:solidFill>
              <a:latin typeface="Poppins SemiBold" pitchFamily="2" charset="77"/>
              <a:cs typeface="Poppins SemiBold" pitchFamily="2" charset="77"/>
              <a:sym typeface="Arial"/>
            </a:endParaRPr>
          </a:p>
        </p:txBody>
      </p:sp>
      <p:cxnSp>
        <p:nvCxnSpPr>
          <p:cNvPr id="87" name="Google Shape;6498;p138">
            <a:extLst>
              <a:ext uri="{FF2B5EF4-FFF2-40B4-BE49-F238E27FC236}">
                <a16:creationId xmlns:a16="http://schemas.microsoft.com/office/drawing/2014/main" id="{9F514DAB-3BE9-2C23-8C30-2A92FEE6B089}"/>
              </a:ext>
            </a:extLst>
          </p:cNvPr>
          <p:cNvCxnSpPr>
            <a:cxnSpLocks/>
          </p:cNvCxnSpPr>
          <p:nvPr/>
        </p:nvCxnSpPr>
        <p:spPr>
          <a:xfrm>
            <a:off x="6227526" y="1790769"/>
            <a:ext cx="4128" cy="3945818"/>
          </a:xfrm>
          <a:prstGeom prst="straightConnector1">
            <a:avLst/>
          </a:prstGeom>
          <a:noFill/>
          <a:ln w="9525" cap="flat" cmpd="sng">
            <a:solidFill>
              <a:srgbClr val="DEDEDE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8" name="Google Shape;1283;g8fe4c71d16_9_375">
            <a:extLst>
              <a:ext uri="{FF2B5EF4-FFF2-40B4-BE49-F238E27FC236}">
                <a16:creationId xmlns:a16="http://schemas.microsoft.com/office/drawing/2014/main" id="{129BC3FA-74B7-685C-D018-DE6B3C002D93}"/>
              </a:ext>
            </a:extLst>
          </p:cNvPr>
          <p:cNvSpPr txBox="1"/>
          <p:nvPr/>
        </p:nvSpPr>
        <p:spPr>
          <a:xfrm>
            <a:off x="6505709" y="1260685"/>
            <a:ext cx="2203184" cy="425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33" rIns="0" bIns="60933" anchor="ctr" anchorCtr="0">
            <a:noAutofit/>
          </a:bodyPr>
          <a:lstStyle/>
          <a:p>
            <a:pPr>
              <a:buClr>
                <a:srgbClr val="000000"/>
              </a:buClr>
              <a:buSzPts val="1200"/>
              <a:buFont typeface="Arial"/>
              <a:buNone/>
              <a:defRPr/>
            </a:pPr>
            <a:r>
              <a:rPr lang="en-US" sz="1100" b="1" kern="0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  <a:sym typeface="Arial"/>
              </a:rPr>
              <a:t>Description</a:t>
            </a:r>
            <a:endParaRPr lang="en-IN" sz="1100" b="1" kern="0">
              <a:solidFill>
                <a:schemeClr val="accent5"/>
              </a:solidFill>
              <a:latin typeface="Poppins SemiBold" pitchFamily="2" charset="77"/>
              <a:cs typeface="Poppins SemiBold" pitchFamily="2" charset="77"/>
              <a:sym typeface="Arial"/>
            </a:endParaRPr>
          </a:p>
        </p:txBody>
      </p:sp>
      <p:sp>
        <p:nvSpPr>
          <p:cNvPr id="89" name="Rounded Rectangle 88">
            <a:extLst>
              <a:ext uri="{FF2B5EF4-FFF2-40B4-BE49-F238E27FC236}">
                <a16:creationId xmlns:a16="http://schemas.microsoft.com/office/drawing/2014/main" id="{7C3A8BAD-28E8-D345-4760-EF77121E531B}"/>
              </a:ext>
            </a:extLst>
          </p:cNvPr>
          <p:cNvSpPr/>
          <p:nvPr/>
        </p:nvSpPr>
        <p:spPr>
          <a:xfrm>
            <a:off x="6435330" y="1790769"/>
            <a:ext cx="5058645" cy="915297"/>
          </a:xfrm>
          <a:prstGeom prst="roundRect">
            <a:avLst>
              <a:gd name="adj" fmla="val 14582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Industry involved in providing financial services related to managing, investing, and safeguarding </a:t>
            </a:r>
            <a:r>
              <a:rPr kumimoji="0" lang="en-US" sz="900" b="0" i="0" u="none" strike="noStrike" kern="0" cap="none" spc="0" normalizeH="0" baseline="0" noProof="0" dirty="0" err="1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moxney</a:t>
            </a: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. It encompasses various types of institutions and services that facilitate financial transactions and support economic activities</a:t>
            </a:r>
          </a:p>
        </p:txBody>
      </p:sp>
      <p:sp>
        <p:nvSpPr>
          <p:cNvPr id="90" name="Rounded Rectangle 89">
            <a:extLst>
              <a:ext uri="{FF2B5EF4-FFF2-40B4-BE49-F238E27FC236}">
                <a16:creationId xmlns:a16="http://schemas.microsoft.com/office/drawing/2014/main" id="{3DD64DF6-89A9-03E4-70EE-20E8C7CDB215}"/>
              </a:ext>
            </a:extLst>
          </p:cNvPr>
          <p:cNvSpPr/>
          <p:nvPr/>
        </p:nvSpPr>
        <p:spPr>
          <a:xfrm>
            <a:off x="6435330" y="2795320"/>
            <a:ext cx="5058645" cy="909473"/>
          </a:xfrm>
          <a:prstGeom prst="roundRect">
            <a:avLst>
              <a:gd name="adj" fmla="val 13257"/>
            </a:avLst>
          </a:prstGeom>
          <a:solidFill>
            <a:schemeClr val="accent4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u="none" strike="noStrike" kern="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Industry involved in providing financial services related to managing, investing, and safeguarding money. It encompasses various types of institutions and services that facilitate financial transactions and support economic activities</a:t>
            </a:r>
          </a:p>
        </p:txBody>
      </p:sp>
      <p:sp>
        <p:nvSpPr>
          <p:cNvPr id="91" name="Rounded Rectangle 90">
            <a:extLst>
              <a:ext uri="{FF2B5EF4-FFF2-40B4-BE49-F238E27FC236}">
                <a16:creationId xmlns:a16="http://schemas.microsoft.com/office/drawing/2014/main" id="{11A823EE-F7A5-3122-B60B-6F2BC04D19B0}"/>
              </a:ext>
            </a:extLst>
          </p:cNvPr>
          <p:cNvSpPr/>
          <p:nvPr/>
        </p:nvSpPr>
        <p:spPr>
          <a:xfrm>
            <a:off x="6435330" y="3794047"/>
            <a:ext cx="5058645" cy="909473"/>
          </a:xfrm>
          <a:prstGeom prst="roundRect">
            <a:avLst>
              <a:gd name="adj" fmla="val 13257"/>
            </a:avLst>
          </a:prstGeom>
          <a:solidFill>
            <a:schemeClr val="accent3">
              <a:alpha val="43475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u="none" strike="noStrike" kern="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Industry involved in providing financial services related to managing, investing, and safeguarding money. It encompasses various types of institutions and services that facilitate financial transactions and support economic activities</a:t>
            </a:r>
          </a:p>
        </p:txBody>
      </p:sp>
      <p:sp>
        <p:nvSpPr>
          <p:cNvPr id="92" name="Rounded Rectangle 91">
            <a:extLst>
              <a:ext uri="{FF2B5EF4-FFF2-40B4-BE49-F238E27FC236}">
                <a16:creationId xmlns:a16="http://schemas.microsoft.com/office/drawing/2014/main" id="{E7522879-73F8-69E1-23DC-7F4716652D5C}"/>
              </a:ext>
            </a:extLst>
          </p:cNvPr>
          <p:cNvSpPr/>
          <p:nvPr/>
        </p:nvSpPr>
        <p:spPr>
          <a:xfrm>
            <a:off x="6435330" y="4792775"/>
            <a:ext cx="5058645" cy="909473"/>
          </a:xfrm>
          <a:prstGeom prst="roundRect">
            <a:avLst>
              <a:gd name="adj" fmla="val 10464"/>
            </a:avLst>
          </a:prstGeom>
          <a:solidFill>
            <a:schemeClr val="tx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u="none" strike="noStrike" kern="0" cap="none" spc="0" normalizeH="0" baseline="0" noProof="0" dirty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Industry involved in providing financial services related to managing, investing, and safeguarding money. It encompasses various types of institutions and services that facilitate financial transactions and support economic activities</a:t>
            </a:r>
          </a:p>
        </p:txBody>
      </p:sp>
    </p:spTree>
    <p:extLst>
      <p:ext uri="{BB962C8B-B14F-4D97-AF65-F5344CB8AC3E}">
        <p14:creationId xmlns:p14="http://schemas.microsoft.com/office/powerpoint/2010/main" val="16856645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DF2021-4691-9FD7-6AED-995BA3C390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Rectangle 63">
            <a:extLst>
              <a:ext uri="{FF2B5EF4-FFF2-40B4-BE49-F238E27FC236}">
                <a16:creationId xmlns:a16="http://schemas.microsoft.com/office/drawing/2014/main" id="{27618884-1473-83A8-D018-1DEA8CA94E0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896187"/>
            <a:ext cx="12192000" cy="523029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F12D663B-3DFF-24E5-3163-645A40D31F82}"/>
              </a:ext>
            </a:extLst>
          </p:cNvPr>
          <p:cNvSpPr/>
          <p:nvPr/>
        </p:nvSpPr>
        <p:spPr>
          <a:xfrm>
            <a:off x="423862" y="1117600"/>
            <a:ext cx="11272838" cy="4786313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8712CA9-4529-02C6-987D-9D021CAA928D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A71B5468-E924-9F2C-44DB-D31BEEED74B8}"/>
              </a:ext>
            </a:extLst>
          </p:cNvPr>
          <p:cNvSpPr/>
          <p:nvPr/>
        </p:nvSpPr>
        <p:spPr>
          <a:xfrm>
            <a:off x="692388" y="1351075"/>
            <a:ext cx="10735787" cy="757125"/>
          </a:xfrm>
          <a:prstGeom prst="roundRect">
            <a:avLst>
              <a:gd name="adj" fmla="val 10464"/>
            </a:avLst>
          </a:prstGeom>
          <a:solidFill>
            <a:schemeClr val="tx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We have used the following levels in each job family to make the organization structure more functional and clearer and limit confusion between roles:</a:t>
            </a: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E50C230C-8EED-230D-2BBE-951B2E23B66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51085237"/>
              </p:ext>
            </p:extLst>
          </p:nvPr>
        </p:nvGraphicFramePr>
        <p:xfrm>
          <a:off x="692388" y="2351220"/>
          <a:ext cx="4946412" cy="330967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cxnSp>
        <p:nvCxnSpPr>
          <p:cNvPr id="6" name="Google Shape;6498;p138">
            <a:extLst>
              <a:ext uri="{FF2B5EF4-FFF2-40B4-BE49-F238E27FC236}">
                <a16:creationId xmlns:a16="http://schemas.microsoft.com/office/drawing/2014/main" id="{61421C08-5276-80EB-3BB2-92B0BF16C2F0}"/>
              </a:ext>
            </a:extLst>
          </p:cNvPr>
          <p:cNvCxnSpPr>
            <a:cxnSpLocks/>
          </p:cNvCxnSpPr>
          <p:nvPr/>
        </p:nvCxnSpPr>
        <p:spPr>
          <a:xfrm>
            <a:off x="5837954" y="2351220"/>
            <a:ext cx="0" cy="3309673"/>
          </a:xfrm>
          <a:prstGeom prst="straightConnector1">
            <a:avLst/>
          </a:prstGeom>
          <a:noFill/>
          <a:ln w="9525" cap="flat" cmpd="sng">
            <a:solidFill>
              <a:srgbClr val="DEDEDE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9C783A2B-F1A2-1BD3-E5A8-EDB065C12CE8}"/>
              </a:ext>
            </a:extLst>
          </p:cNvPr>
          <p:cNvSpPr/>
          <p:nvPr/>
        </p:nvSpPr>
        <p:spPr>
          <a:xfrm>
            <a:off x="6113310" y="2351220"/>
            <a:ext cx="5314866" cy="3309673"/>
          </a:xfrm>
          <a:prstGeom prst="roundRect">
            <a:avLst>
              <a:gd name="adj" fmla="val 7394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CEO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 – responsible for managing the whole organization</a:t>
            </a:r>
          </a:p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6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: </a:t>
            </a: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Chief XX Officers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 – responsible for leading and managing a large to medium division</a:t>
            </a:r>
            <a:endParaRPr lang="en-US" sz="1000" i="1" kern="0" dirty="0">
              <a:solidFill>
                <a:srgbClr val="000000"/>
              </a:solidFill>
              <a:latin typeface="Poppins" pitchFamily="2" charset="77"/>
              <a:cs typeface="Poppins" pitchFamily="2" charset="77"/>
              <a:sym typeface="Arial"/>
            </a:endParaRPr>
          </a:p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5: Directors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 – leading the strategy and operations of the respective department within the division</a:t>
            </a:r>
          </a:p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4: Managers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 – responsible for managing the day-to-day operations of the departments and providing updates to the Director</a:t>
            </a:r>
          </a:p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3: Team Leaders/ Supervisors 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– responsible for managing smaller teams segregated by different operations within a department</a:t>
            </a:r>
          </a:p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2: Operational/ Technical Analyst 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– responsible for carrying out the operations and delivery of the department</a:t>
            </a:r>
          </a:p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1: Coordinators 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– responsible for providing administrative and support services to the respective department</a:t>
            </a:r>
          </a:p>
        </p:txBody>
      </p:sp>
    </p:spTree>
    <p:extLst>
      <p:ext uri="{BB962C8B-B14F-4D97-AF65-F5344CB8AC3E}">
        <p14:creationId xmlns:p14="http://schemas.microsoft.com/office/powerpoint/2010/main" val="29036072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973DD3-1D60-6FD3-F7AD-4F2AAD2BFF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Rectangle 63">
            <a:extLst>
              <a:ext uri="{FF2B5EF4-FFF2-40B4-BE49-F238E27FC236}">
                <a16:creationId xmlns:a16="http://schemas.microsoft.com/office/drawing/2014/main" id="{F4CC9263-4EB1-AF24-9C80-22D9DD97D8A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896187"/>
            <a:ext cx="12192000" cy="523029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66CDF788-BC5E-A548-C1D1-E7321E0F7C5D}"/>
              </a:ext>
            </a:extLst>
          </p:cNvPr>
          <p:cNvSpPr/>
          <p:nvPr/>
        </p:nvSpPr>
        <p:spPr>
          <a:xfrm>
            <a:off x="423862" y="1117600"/>
            <a:ext cx="11272838" cy="4786313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500287D-B81F-8B21-C447-23EDB70F0CE9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95FF7BD4-EF72-994C-7D35-C20E455D8A36}"/>
              </a:ext>
            </a:extLst>
          </p:cNvPr>
          <p:cNvSpPr/>
          <p:nvPr/>
        </p:nvSpPr>
        <p:spPr>
          <a:xfrm>
            <a:off x="692388" y="1351075"/>
            <a:ext cx="10735787" cy="757125"/>
          </a:xfrm>
          <a:prstGeom prst="roundRect">
            <a:avLst>
              <a:gd name="adj" fmla="val 10464"/>
            </a:avLst>
          </a:prstGeom>
          <a:solidFill>
            <a:schemeClr val="tx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We have used the following levels in each job family to make the organization structure more functional and clearer and limit confusion between roles:</a:t>
            </a: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82C7E21F-9DEA-084C-FD78-55B02B78E49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03750111"/>
              </p:ext>
            </p:extLst>
          </p:nvPr>
        </p:nvGraphicFramePr>
        <p:xfrm>
          <a:off x="692388" y="2351220"/>
          <a:ext cx="4946412" cy="330967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cxnSp>
        <p:nvCxnSpPr>
          <p:cNvPr id="6" name="Google Shape;6498;p138">
            <a:extLst>
              <a:ext uri="{FF2B5EF4-FFF2-40B4-BE49-F238E27FC236}">
                <a16:creationId xmlns:a16="http://schemas.microsoft.com/office/drawing/2014/main" id="{CEA78F0D-7C15-9CE1-96C1-11BFFC401FD6}"/>
              </a:ext>
            </a:extLst>
          </p:cNvPr>
          <p:cNvCxnSpPr>
            <a:cxnSpLocks/>
          </p:cNvCxnSpPr>
          <p:nvPr/>
        </p:nvCxnSpPr>
        <p:spPr>
          <a:xfrm>
            <a:off x="5837954" y="2351220"/>
            <a:ext cx="0" cy="3309673"/>
          </a:xfrm>
          <a:prstGeom prst="straightConnector1">
            <a:avLst/>
          </a:prstGeom>
          <a:noFill/>
          <a:ln w="9525" cap="flat" cmpd="sng">
            <a:solidFill>
              <a:srgbClr val="DEDEDE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00B23A03-743F-02F5-6BAE-727C2683ADA5}"/>
              </a:ext>
            </a:extLst>
          </p:cNvPr>
          <p:cNvSpPr/>
          <p:nvPr/>
        </p:nvSpPr>
        <p:spPr>
          <a:xfrm>
            <a:off x="6113310" y="2351220"/>
            <a:ext cx="5314866" cy="3309673"/>
          </a:xfrm>
          <a:prstGeom prst="roundRect">
            <a:avLst>
              <a:gd name="adj" fmla="val 7394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CEO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 – responsible for managing the whole organization</a:t>
            </a:r>
          </a:p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6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: </a:t>
            </a: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Chief XX Officers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 – responsible for leading and managing a large to medium division</a:t>
            </a:r>
            <a:endParaRPr lang="en-US" sz="1000" i="1" kern="0" dirty="0">
              <a:solidFill>
                <a:srgbClr val="000000"/>
              </a:solidFill>
              <a:latin typeface="Poppins" pitchFamily="2" charset="77"/>
              <a:cs typeface="Poppins" pitchFamily="2" charset="77"/>
              <a:sym typeface="Arial"/>
            </a:endParaRPr>
          </a:p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5: Directors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 – leading the strategy and operations of the respective department within the division</a:t>
            </a:r>
          </a:p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4: Managers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 – responsible for managing the day-to-day operations of the departments and providing updates to the Director</a:t>
            </a:r>
          </a:p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3: Team Leaders/ Supervisors 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– responsible for managing smaller teams segregated by different operations within a department</a:t>
            </a:r>
          </a:p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2: Operational/ Technical Analyst 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– responsible for carrying out the operations and delivery of the department</a:t>
            </a:r>
          </a:p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1: Coordinators 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– responsible for providing administrative and support services to the respective department</a:t>
            </a:r>
          </a:p>
        </p:txBody>
      </p:sp>
    </p:spTree>
    <p:extLst>
      <p:ext uri="{BB962C8B-B14F-4D97-AF65-F5344CB8AC3E}">
        <p14:creationId xmlns:p14="http://schemas.microsoft.com/office/powerpoint/2010/main" val="2230211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DA8F547-192C-F73A-9BA6-9F2C531A5015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F5CD3E-2843-EA2A-E2B3-C9673A21F1EC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Percentage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8A6EC4-C8CB-C46A-3986-5FBEA81F97A4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10-100% Pie Infographics</a:t>
            </a:r>
          </a:p>
        </p:txBody>
      </p:sp>
      <p:pic>
        <p:nvPicPr>
          <p:cNvPr id="7" name="Picture 6" descr="A white arch with black background  Description automatically generated">
            <a:extLst>
              <a:ext uri="{FF2B5EF4-FFF2-40B4-BE49-F238E27FC236}">
                <a16:creationId xmlns:a16="http://schemas.microsoft.com/office/drawing/2014/main" id="{0FDCC8B8-50C8-5BFC-C2A0-08C1AEDD20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400" y="2628900"/>
            <a:ext cx="1549400" cy="774700"/>
          </a:xfrm>
          <a:prstGeom prst="rect">
            <a:avLst/>
          </a:prstGeom>
        </p:spPr>
      </p:pic>
      <p:pic>
        <p:nvPicPr>
          <p:cNvPr id="14" name="Picture 13" descr="A white arch with black background  Description automatically generated">
            <a:extLst>
              <a:ext uri="{FF2B5EF4-FFF2-40B4-BE49-F238E27FC236}">
                <a16:creationId xmlns:a16="http://schemas.microsoft.com/office/drawing/2014/main" id="{1A8F2431-F5C6-95BE-F747-50EB5188AB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8350" y="2628900"/>
            <a:ext cx="1549400" cy="774700"/>
          </a:xfrm>
          <a:prstGeom prst="rect">
            <a:avLst/>
          </a:prstGeom>
        </p:spPr>
      </p:pic>
      <p:pic>
        <p:nvPicPr>
          <p:cNvPr id="16" name="Picture 15" descr="A white arch with black background  Description automatically generated">
            <a:extLst>
              <a:ext uri="{FF2B5EF4-FFF2-40B4-BE49-F238E27FC236}">
                <a16:creationId xmlns:a16="http://schemas.microsoft.com/office/drawing/2014/main" id="{645B68DC-00FB-441C-6BE4-2CF2E767EC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21300" y="2628900"/>
            <a:ext cx="1549400" cy="774700"/>
          </a:xfrm>
          <a:prstGeom prst="rect">
            <a:avLst/>
          </a:prstGeom>
        </p:spPr>
      </p:pic>
      <p:pic>
        <p:nvPicPr>
          <p:cNvPr id="18" name="Picture 17" descr="A blue and white circle with Gateway Arch in the background  Description automatically generated">
            <a:extLst>
              <a:ext uri="{FF2B5EF4-FFF2-40B4-BE49-F238E27FC236}">
                <a16:creationId xmlns:a16="http://schemas.microsoft.com/office/drawing/2014/main" id="{6B229DCF-F746-99E8-4362-A73B56AE022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34250" y="2628900"/>
            <a:ext cx="1549400" cy="774700"/>
          </a:xfrm>
          <a:prstGeom prst="rect">
            <a:avLst/>
          </a:prstGeom>
        </p:spPr>
      </p:pic>
      <p:pic>
        <p:nvPicPr>
          <p:cNvPr id="20" name="Picture 19" descr="A blue and white circle with Gateway Arch in the background  Description automatically generated">
            <a:extLst>
              <a:ext uri="{FF2B5EF4-FFF2-40B4-BE49-F238E27FC236}">
                <a16:creationId xmlns:a16="http://schemas.microsoft.com/office/drawing/2014/main" id="{D46CF0F5-2C6E-43C0-78C9-915B377A215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47200" y="2628900"/>
            <a:ext cx="1549400" cy="774700"/>
          </a:xfrm>
          <a:prstGeom prst="rect">
            <a:avLst/>
          </a:prstGeom>
        </p:spPr>
      </p:pic>
      <p:pic>
        <p:nvPicPr>
          <p:cNvPr id="22" name="Picture 21" descr="A blue and white circle with Gateway Arch in the background  Description automatically generated">
            <a:extLst>
              <a:ext uri="{FF2B5EF4-FFF2-40B4-BE49-F238E27FC236}">
                <a16:creationId xmlns:a16="http://schemas.microsoft.com/office/drawing/2014/main" id="{D7A65DD4-9502-2702-8B6F-DB7EE2BAA3A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95400" y="3962400"/>
            <a:ext cx="1549400" cy="774700"/>
          </a:xfrm>
          <a:prstGeom prst="rect">
            <a:avLst/>
          </a:prstGeom>
        </p:spPr>
      </p:pic>
      <p:pic>
        <p:nvPicPr>
          <p:cNvPr id="24" name="Picture 23" descr="A blue and black circle with Gateway Arch in the background  Description automatically generated">
            <a:extLst>
              <a:ext uri="{FF2B5EF4-FFF2-40B4-BE49-F238E27FC236}">
                <a16:creationId xmlns:a16="http://schemas.microsoft.com/office/drawing/2014/main" id="{7C1C2CF8-0B56-8F81-9D26-E1630BE2C06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08350" y="3962400"/>
            <a:ext cx="1549400" cy="774700"/>
          </a:xfrm>
          <a:prstGeom prst="rect">
            <a:avLst/>
          </a:prstGeom>
        </p:spPr>
      </p:pic>
      <p:pic>
        <p:nvPicPr>
          <p:cNvPr id="26" name="Picture 25" descr="A blue and black circle  Description automatically generated">
            <a:extLst>
              <a:ext uri="{FF2B5EF4-FFF2-40B4-BE49-F238E27FC236}">
                <a16:creationId xmlns:a16="http://schemas.microsoft.com/office/drawing/2014/main" id="{3C18A5B5-FAA2-2551-1AA3-E048D35586D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21300" y="3962400"/>
            <a:ext cx="1549400" cy="774700"/>
          </a:xfrm>
          <a:prstGeom prst="rect">
            <a:avLst/>
          </a:prstGeom>
        </p:spPr>
      </p:pic>
      <p:pic>
        <p:nvPicPr>
          <p:cNvPr id="28" name="Picture 27" descr="A blue and black circle  Description automatically generated">
            <a:extLst>
              <a:ext uri="{FF2B5EF4-FFF2-40B4-BE49-F238E27FC236}">
                <a16:creationId xmlns:a16="http://schemas.microsoft.com/office/drawing/2014/main" id="{BF3B7AAF-2432-A989-8AED-306AF09FE5B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34250" y="3962400"/>
            <a:ext cx="1549400" cy="774700"/>
          </a:xfrm>
          <a:prstGeom prst="rect">
            <a:avLst/>
          </a:prstGeom>
        </p:spPr>
      </p:pic>
      <p:pic>
        <p:nvPicPr>
          <p:cNvPr id="30" name="Picture 29" descr="A blue and black circle  Description automatically generated">
            <a:extLst>
              <a:ext uri="{FF2B5EF4-FFF2-40B4-BE49-F238E27FC236}">
                <a16:creationId xmlns:a16="http://schemas.microsoft.com/office/drawing/2014/main" id="{40A0ED13-A9D6-FDF9-95B9-FC0036ECD1E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347200" y="3962400"/>
            <a:ext cx="1549400" cy="774700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B70BBC66-7EBD-AD14-DC04-6F9DD7B25329}"/>
              </a:ext>
            </a:extLst>
          </p:cNvPr>
          <p:cNvSpPr txBox="1"/>
          <p:nvPr/>
        </p:nvSpPr>
        <p:spPr>
          <a:xfrm>
            <a:off x="1672395" y="3062069"/>
            <a:ext cx="795411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2"/>
                </a:solidFill>
                <a:latin typeface="Poppins SemiBold" pitchFamily="2" charset="77"/>
                <a:cs typeface="Poppins SemiBold" pitchFamily="2" charset="77"/>
              </a:rPr>
              <a:t>10%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6AF0A04-5BC5-4204-BAE1-999024428444}"/>
              </a:ext>
            </a:extLst>
          </p:cNvPr>
          <p:cNvSpPr txBox="1"/>
          <p:nvPr/>
        </p:nvSpPr>
        <p:spPr>
          <a:xfrm>
            <a:off x="1625908" y="4405312"/>
            <a:ext cx="888385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2"/>
                </a:solidFill>
                <a:latin typeface="Poppins SemiBold" pitchFamily="2" charset="77"/>
                <a:cs typeface="Poppins SemiBold" pitchFamily="2" charset="77"/>
              </a:rPr>
              <a:t>60%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5D20825-4C54-EDB6-AB9F-4D3C489EAC0C}"/>
              </a:ext>
            </a:extLst>
          </p:cNvPr>
          <p:cNvSpPr txBox="1"/>
          <p:nvPr/>
        </p:nvSpPr>
        <p:spPr>
          <a:xfrm>
            <a:off x="3605629" y="3062069"/>
            <a:ext cx="865943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2"/>
                </a:solidFill>
                <a:latin typeface="Poppins SemiBold" pitchFamily="2" charset="77"/>
                <a:cs typeface="Poppins SemiBold" pitchFamily="2" charset="77"/>
              </a:rPr>
              <a:t>20%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1549FDF-198D-9097-4ECC-50E0F4AA3C95}"/>
              </a:ext>
            </a:extLst>
          </p:cNvPr>
          <p:cNvSpPr txBox="1"/>
          <p:nvPr/>
        </p:nvSpPr>
        <p:spPr>
          <a:xfrm>
            <a:off x="3609637" y="4405312"/>
            <a:ext cx="857928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2"/>
                </a:solidFill>
                <a:latin typeface="Poppins SemiBold" pitchFamily="2" charset="77"/>
                <a:cs typeface="Poppins SemiBold" pitchFamily="2" charset="77"/>
              </a:rPr>
              <a:t>70%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B9F61D4-5EBA-914F-4571-188A4DAD02E2}"/>
              </a:ext>
            </a:extLst>
          </p:cNvPr>
          <p:cNvSpPr txBox="1"/>
          <p:nvPr/>
        </p:nvSpPr>
        <p:spPr>
          <a:xfrm>
            <a:off x="5666951" y="3062069"/>
            <a:ext cx="875561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2"/>
                </a:solidFill>
                <a:latin typeface="Poppins SemiBold" pitchFamily="2" charset="77"/>
                <a:cs typeface="Poppins SemiBold" pitchFamily="2" charset="77"/>
              </a:rPr>
              <a:t>30%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2FA7C03-8F83-0B47-D93D-6FA31F24BABC}"/>
              </a:ext>
            </a:extLst>
          </p:cNvPr>
          <p:cNvSpPr txBox="1"/>
          <p:nvPr/>
        </p:nvSpPr>
        <p:spPr>
          <a:xfrm>
            <a:off x="5659738" y="4405312"/>
            <a:ext cx="889988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2"/>
                </a:solidFill>
                <a:latin typeface="Poppins SemiBold" pitchFamily="2" charset="77"/>
                <a:cs typeface="Poppins SemiBold" pitchFamily="2" charset="77"/>
              </a:rPr>
              <a:t>80%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DEB38A1-C0F2-015C-2E53-8053B0D73FEF}"/>
              </a:ext>
            </a:extLst>
          </p:cNvPr>
          <p:cNvSpPr txBox="1"/>
          <p:nvPr/>
        </p:nvSpPr>
        <p:spPr>
          <a:xfrm>
            <a:off x="7670283" y="3062069"/>
            <a:ext cx="894797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2"/>
                </a:solidFill>
                <a:latin typeface="Poppins SemiBold" pitchFamily="2" charset="77"/>
                <a:cs typeface="Poppins SemiBold" pitchFamily="2" charset="77"/>
              </a:rPr>
              <a:t>40%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4B95CCF-B326-41B3-9493-BFEE9568C3DD}"/>
              </a:ext>
            </a:extLst>
          </p:cNvPr>
          <p:cNvSpPr txBox="1"/>
          <p:nvPr/>
        </p:nvSpPr>
        <p:spPr>
          <a:xfrm>
            <a:off x="7675894" y="4405312"/>
            <a:ext cx="883576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2"/>
                </a:solidFill>
                <a:latin typeface="Poppins SemiBold" pitchFamily="2" charset="77"/>
                <a:cs typeface="Poppins SemiBold" pitchFamily="2" charset="77"/>
              </a:rPr>
              <a:t>90%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B8CCB3A-DB42-648E-B0BC-D302CAA877EE}"/>
              </a:ext>
            </a:extLst>
          </p:cNvPr>
          <p:cNvSpPr txBox="1"/>
          <p:nvPr/>
        </p:nvSpPr>
        <p:spPr>
          <a:xfrm>
            <a:off x="9685638" y="3062069"/>
            <a:ext cx="889988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2"/>
                </a:solidFill>
                <a:latin typeface="Poppins SemiBold" pitchFamily="2" charset="77"/>
                <a:cs typeface="Poppins SemiBold" pitchFamily="2" charset="77"/>
              </a:rPr>
              <a:t>50%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E107582-D782-2D18-AEC9-9B392540198C}"/>
              </a:ext>
            </a:extLst>
          </p:cNvPr>
          <p:cNvSpPr txBox="1"/>
          <p:nvPr/>
        </p:nvSpPr>
        <p:spPr>
          <a:xfrm>
            <a:off x="9625525" y="4405312"/>
            <a:ext cx="1010213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2"/>
                </a:solidFill>
                <a:latin typeface="Poppins SemiBold" pitchFamily="2" charset="77"/>
                <a:cs typeface="Poppins SemiBold" pitchFamily="2" charset="77"/>
              </a:rPr>
              <a:t>100%</a:t>
            </a:r>
          </a:p>
        </p:txBody>
      </p:sp>
    </p:spTree>
    <p:extLst>
      <p:ext uri="{BB962C8B-B14F-4D97-AF65-F5344CB8AC3E}">
        <p14:creationId xmlns:p14="http://schemas.microsoft.com/office/powerpoint/2010/main" val="10931375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5A03B6-D896-AEEC-31F7-02D56D0F01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9B9C97A9-8D2F-C24F-991E-C9D98315DAFB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4" name="Picture 43" descr="An orange circle on a black background  Description automatically generated">
            <a:extLst>
              <a:ext uri="{FF2B5EF4-FFF2-40B4-BE49-F238E27FC236}">
                <a16:creationId xmlns:a16="http://schemas.microsoft.com/office/drawing/2014/main" id="{E83B3814-2FAC-399A-638E-141C05E89B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9745" y="3962400"/>
            <a:ext cx="1549400" cy="774700"/>
          </a:xfrm>
          <a:prstGeom prst="rect">
            <a:avLst/>
          </a:prstGeom>
        </p:spPr>
      </p:pic>
      <p:pic>
        <p:nvPicPr>
          <p:cNvPr id="6" name="Picture 5" descr="A white arch with black background  Description automatically generated">
            <a:extLst>
              <a:ext uri="{FF2B5EF4-FFF2-40B4-BE49-F238E27FC236}">
                <a16:creationId xmlns:a16="http://schemas.microsoft.com/office/drawing/2014/main" id="{29B29664-E627-A202-B224-34DC56367D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4279" y="2641362"/>
            <a:ext cx="1549400" cy="774700"/>
          </a:xfrm>
          <a:prstGeom prst="rect">
            <a:avLst/>
          </a:prstGeom>
        </p:spPr>
      </p:pic>
      <p:pic>
        <p:nvPicPr>
          <p:cNvPr id="9" name="Picture 8" descr="A white arch with black background  Description automatically generated">
            <a:extLst>
              <a:ext uri="{FF2B5EF4-FFF2-40B4-BE49-F238E27FC236}">
                <a16:creationId xmlns:a16="http://schemas.microsoft.com/office/drawing/2014/main" id="{9D9F82CC-0191-7018-3F23-9096B89E87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30730" y="2634078"/>
            <a:ext cx="1549400" cy="774700"/>
          </a:xfrm>
          <a:prstGeom prst="rect">
            <a:avLst/>
          </a:prstGeom>
        </p:spPr>
      </p:pic>
      <p:pic>
        <p:nvPicPr>
          <p:cNvPr id="11" name="Picture 10" descr="A white arch with black background  Description automatically generated">
            <a:extLst>
              <a:ext uri="{FF2B5EF4-FFF2-40B4-BE49-F238E27FC236}">
                <a16:creationId xmlns:a16="http://schemas.microsoft.com/office/drawing/2014/main" id="{F0B0BEC4-C809-DAC3-6131-37FB1D8D90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21300" y="2634078"/>
            <a:ext cx="1549400" cy="774700"/>
          </a:xfrm>
          <a:prstGeom prst="rect">
            <a:avLst/>
          </a:prstGeom>
        </p:spPr>
      </p:pic>
      <p:pic>
        <p:nvPicPr>
          <p:cNvPr id="13" name="Picture 12" descr="A white and orange circle  Description automatically generated">
            <a:extLst>
              <a:ext uri="{FF2B5EF4-FFF2-40B4-BE49-F238E27FC236}">
                <a16:creationId xmlns:a16="http://schemas.microsoft.com/office/drawing/2014/main" id="{82360A4E-4709-9ED3-9543-3367081A143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50926" y="2654181"/>
            <a:ext cx="1549400" cy="774700"/>
          </a:xfrm>
          <a:prstGeom prst="rect">
            <a:avLst/>
          </a:prstGeom>
        </p:spPr>
      </p:pic>
      <p:pic>
        <p:nvPicPr>
          <p:cNvPr id="17" name="Picture 16" descr="A white and orange circle  Description automatically generated">
            <a:extLst>
              <a:ext uri="{FF2B5EF4-FFF2-40B4-BE49-F238E27FC236}">
                <a16:creationId xmlns:a16="http://schemas.microsoft.com/office/drawing/2014/main" id="{4D3F4E63-2E7C-2D82-AED0-D707B348FA8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34192" y="2654300"/>
            <a:ext cx="1549400" cy="774700"/>
          </a:xfrm>
          <a:prstGeom prst="rect">
            <a:avLst/>
          </a:prstGeom>
        </p:spPr>
      </p:pic>
      <p:pic>
        <p:nvPicPr>
          <p:cNvPr id="21" name="Picture 20" descr="An orange and white arc  Description automatically generated">
            <a:extLst>
              <a:ext uri="{FF2B5EF4-FFF2-40B4-BE49-F238E27FC236}">
                <a16:creationId xmlns:a16="http://schemas.microsoft.com/office/drawing/2014/main" id="{DA26BAF3-3DD3-36AD-CDB4-BF36CFC0326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94741" y="3962400"/>
            <a:ext cx="1549400" cy="774700"/>
          </a:xfrm>
          <a:prstGeom prst="rect">
            <a:avLst/>
          </a:prstGeom>
        </p:spPr>
      </p:pic>
      <p:pic>
        <p:nvPicPr>
          <p:cNvPr id="25" name="Picture 24" descr="An orange circle on a black background  Description automatically generated">
            <a:extLst>
              <a:ext uri="{FF2B5EF4-FFF2-40B4-BE49-F238E27FC236}">
                <a16:creationId xmlns:a16="http://schemas.microsoft.com/office/drawing/2014/main" id="{6044A410-7ABD-6490-88BA-04C66B17727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263900" y="3962400"/>
            <a:ext cx="1549400" cy="774700"/>
          </a:xfrm>
          <a:prstGeom prst="rect">
            <a:avLst/>
          </a:prstGeom>
        </p:spPr>
      </p:pic>
      <p:pic>
        <p:nvPicPr>
          <p:cNvPr id="29" name="Picture 28" descr="An orange circle on a black background  Description automatically generated">
            <a:extLst>
              <a:ext uri="{FF2B5EF4-FFF2-40B4-BE49-F238E27FC236}">
                <a16:creationId xmlns:a16="http://schemas.microsoft.com/office/drawing/2014/main" id="{327C8B0B-186A-3C3D-0A3E-22974B6BBFA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321300" y="3962400"/>
            <a:ext cx="1549400" cy="774700"/>
          </a:xfrm>
          <a:prstGeom prst="rect">
            <a:avLst/>
          </a:prstGeom>
        </p:spPr>
      </p:pic>
      <p:pic>
        <p:nvPicPr>
          <p:cNvPr id="42" name="Picture 41" descr="An orange circle on a black background  Description automatically generated">
            <a:extLst>
              <a:ext uri="{FF2B5EF4-FFF2-40B4-BE49-F238E27FC236}">
                <a16:creationId xmlns:a16="http://schemas.microsoft.com/office/drawing/2014/main" id="{29D682BE-89B1-4A57-E7D5-641CC3B3A87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342981" y="3962400"/>
            <a:ext cx="1549400" cy="7747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44DD955-65E6-5E64-AAAF-5389B196EC65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Percentage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3218A5D-AA13-4588-CC0A-F0C724AAA901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10-100% Pie Infographics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714C45F-495A-276E-14B5-A707CE54ED48}"/>
              </a:ext>
            </a:extLst>
          </p:cNvPr>
          <p:cNvSpPr txBox="1"/>
          <p:nvPr/>
        </p:nvSpPr>
        <p:spPr>
          <a:xfrm>
            <a:off x="1672395" y="3062069"/>
            <a:ext cx="795411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</a:rPr>
              <a:t>10%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679E68A-E867-1DDD-21B0-EA9694E40665}"/>
              </a:ext>
            </a:extLst>
          </p:cNvPr>
          <p:cNvSpPr txBox="1"/>
          <p:nvPr/>
        </p:nvSpPr>
        <p:spPr>
          <a:xfrm>
            <a:off x="1625908" y="4405312"/>
            <a:ext cx="888385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</a:rPr>
              <a:t>60%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B186D1A-6D89-D8AD-2251-B413AA722780}"/>
              </a:ext>
            </a:extLst>
          </p:cNvPr>
          <p:cNvSpPr txBox="1"/>
          <p:nvPr/>
        </p:nvSpPr>
        <p:spPr>
          <a:xfrm>
            <a:off x="3605629" y="3062069"/>
            <a:ext cx="865943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</a:rPr>
              <a:t>20%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9682516-9B81-A148-EF3E-A4261F8EB3E0}"/>
              </a:ext>
            </a:extLst>
          </p:cNvPr>
          <p:cNvSpPr txBox="1"/>
          <p:nvPr/>
        </p:nvSpPr>
        <p:spPr>
          <a:xfrm>
            <a:off x="3609637" y="4405312"/>
            <a:ext cx="857928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</a:rPr>
              <a:t>70%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F69E67D-CFA8-A07A-C32D-230EB32470F9}"/>
              </a:ext>
            </a:extLst>
          </p:cNvPr>
          <p:cNvSpPr txBox="1"/>
          <p:nvPr/>
        </p:nvSpPr>
        <p:spPr>
          <a:xfrm>
            <a:off x="5666951" y="3062069"/>
            <a:ext cx="875561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</a:rPr>
              <a:t>30%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8AC1819-866C-E110-CE30-27005DEDF86E}"/>
              </a:ext>
            </a:extLst>
          </p:cNvPr>
          <p:cNvSpPr txBox="1"/>
          <p:nvPr/>
        </p:nvSpPr>
        <p:spPr>
          <a:xfrm>
            <a:off x="5659738" y="4405312"/>
            <a:ext cx="889988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</a:rPr>
              <a:t>80%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227B609-F474-2F02-647D-7D1F5E918C35}"/>
              </a:ext>
            </a:extLst>
          </p:cNvPr>
          <p:cNvSpPr txBox="1"/>
          <p:nvPr/>
        </p:nvSpPr>
        <p:spPr>
          <a:xfrm>
            <a:off x="7670283" y="3062069"/>
            <a:ext cx="894797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</a:rPr>
              <a:t>40%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11A8429-1F48-D766-8D91-2831AB0EE48E}"/>
              </a:ext>
            </a:extLst>
          </p:cNvPr>
          <p:cNvSpPr txBox="1"/>
          <p:nvPr/>
        </p:nvSpPr>
        <p:spPr>
          <a:xfrm>
            <a:off x="7675894" y="4405312"/>
            <a:ext cx="883576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</a:rPr>
              <a:t>90%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6853D95-2A18-2231-0399-86017D4D89BA}"/>
              </a:ext>
            </a:extLst>
          </p:cNvPr>
          <p:cNvSpPr txBox="1"/>
          <p:nvPr/>
        </p:nvSpPr>
        <p:spPr>
          <a:xfrm>
            <a:off x="9685638" y="3062069"/>
            <a:ext cx="889988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</a:rPr>
              <a:t>50%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3F53DAB-A36D-DBB7-337F-DF5154EF1F3C}"/>
              </a:ext>
            </a:extLst>
          </p:cNvPr>
          <p:cNvSpPr txBox="1"/>
          <p:nvPr/>
        </p:nvSpPr>
        <p:spPr>
          <a:xfrm>
            <a:off x="9625525" y="4405312"/>
            <a:ext cx="1010213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</a:rPr>
              <a:t>100%</a:t>
            </a:r>
          </a:p>
        </p:txBody>
      </p:sp>
    </p:spTree>
    <p:extLst>
      <p:ext uri="{BB962C8B-B14F-4D97-AF65-F5344CB8AC3E}">
        <p14:creationId xmlns:p14="http://schemas.microsoft.com/office/powerpoint/2010/main" val="10887097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63628A2-78C2-A46B-9813-E654EC67A45B}"/>
              </a:ext>
            </a:extLst>
          </p:cNvPr>
          <p:cNvSpPr>
            <a:spLocks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DE374AA-9F97-5470-087E-B124B6146644}"/>
              </a:ext>
            </a:extLst>
          </p:cNvPr>
          <p:cNvSpPr>
            <a:spLocks/>
          </p:cNvSpPr>
          <p:nvPr/>
        </p:nvSpPr>
        <p:spPr>
          <a:xfrm>
            <a:off x="0" y="2951747"/>
            <a:ext cx="10860505" cy="641685"/>
          </a:xfrm>
          <a:prstGeom prst="rect">
            <a:avLst/>
          </a:prstGeom>
          <a:solidFill>
            <a:schemeClr val="bg2">
              <a:alpha val="3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874C10E-9046-E86F-4167-22CAF920EBEA}"/>
              </a:ext>
            </a:extLst>
          </p:cNvPr>
          <p:cNvSpPr/>
          <p:nvPr/>
        </p:nvSpPr>
        <p:spPr>
          <a:xfrm>
            <a:off x="0" y="2951747"/>
            <a:ext cx="1933732" cy="64168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F2C76AD-B0E9-5478-9995-DFA361A3CA6F}"/>
              </a:ext>
            </a:extLst>
          </p:cNvPr>
          <p:cNvSpPr txBox="1"/>
          <p:nvPr/>
        </p:nvSpPr>
        <p:spPr>
          <a:xfrm>
            <a:off x="2151216" y="1235242"/>
            <a:ext cx="275924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>
                <a:solidFill>
                  <a:schemeClr val="bg1">
                    <a:lumMod val="95000"/>
                  </a:schemeClr>
                </a:solidFill>
                <a:latin typeface="Playfair Display" pitchFamily="2" charset="77"/>
              </a:rPr>
              <a:t>25%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1411FEE-1B54-593B-794A-C305E9A33FBF}"/>
              </a:ext>
            </a:extLst>
          </p:cNvPr>
          <p:cNvSpPr txBox="1"/>
          <p:nvPr/>
        </p:nvSpPr>
        <p:spPr>
          <a:xfrm>
            <a:off x="2151216" y="3724235"/>
            <a:ext cx="516555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>
                    <a:lumMod val="95000"/>
                  </a:schemeClr>
                </a:solidFill>
                <a:latin typeface="Playfair Display" pitchFamily="2" charset="77"/>
              </a:rPr>
              <a:t>of people agree that most presentations are boring!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CF109787-2367-7317-DBEC-86A889CDB5EC}"/>
              </a:ext>
            </a:extLst>
          </p:cNvPr>
          <p:cNvGrpSpPr/>
          <p:nvPr/>
        </p:nvGrpSpPr>
        <p:grpSpPr>
          <a:xfrm>
            <a:off x="1858800" y="2235869"/>
            <a:ext cx="160421" cy="1357563"/>
            <a:chOff x="8086691" y="2235869"/>
            <a:chExt cx="176463" cy="1357563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2F122195-DD32-DBEC-5DB0-AEA36076E053}"/>
                </a:ext>
              </a:extLst>
            </p:cNvPr>
            <p:cNvCxnSpPr/>
            <p:nvPr/>
          </p:nvCxnSpPr>
          <p:spPr>
            <a:xfrm>
              <a:off x="8170244" y="2374232"/>
              <a:ext cx="0" cy="1219200"/>
            </a:xfrm>
            <a:prstGeom prst="line">
              <a:avLst/>
            </a:prstGeom>
            <a:ln w="12700">
              <a:solidFill>
                <a:schemeClr val="accent2">
                  <a:lumMod val="20000"/>
                  <a:lumOff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06E57C5C-8CA3-7156-0950-7B7E97D02A14}"/>
                </a:ext>
              </a:extLst>
            </p:cNvPr>
            <p:cNvSpPr/>
            <p:nvPr/>
          </p:nvSpPr>
          <p:spPr>
            <a:xfrm>
              <a:off x="8086691" y="2235869"/>
              <a:ext cx="176463" cy="176463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0325897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225429-AA22-5F80-9046-E6C35964C9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blue and purple gradient  Description automatically generated">
            <a:extLst>
              <a:ext uri="{FF2B5EF4-FFF2-40B4-BE49-F238E27FC236}">
                <a16:creationId xmlns:a16="http://schemas.microsoft.com/office/drawing/2014/main" id="{2C2EDD20-AEDB-E714-7668-74453EF5B90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32" t="1615" r="9539" b="1437"/>
          <a:stretch/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2FD4068A-73AD-9E38-6198-83817B75AEF1}"/>
              </a:ext>
            </a:extLst>
          </p:cNvPr>
          <p:cNvSpPr>
            <a:spLocks/>
          </p:cNvSpPr>
          <p:nvPr/>
        </p:nvSpPr>
        <p:spPr>
          <a:xfrm>
            <a:off x="0" y="2951747"/>
            <a:ext cx="10860505" cy="64168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378FEDA-E456-6647-CBF5-893F4D7D59E5}"/>
              </a:ext>
            </a:extLst>
          </p:cNvPr>
          <p:cNvSpPr/>
          <p:nvPr/>
        </p:nvSpPr>
        <p:spPr>
          <a:xfrm>
            <a:off x="-1" y="2951747"/>
            <a:ext cx="8170243" cy="64168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265150C-2A9F-AD15-DDDA-3A6CE5BCB1F9}"/>
              </a:ext>
            </a:extLst>
          </p:cNvPr>
          <p:cNvSpPr txBox="1"/>
          <p:nvPr/>
        </p:nvSpPr>
        <p:spPr>
          <a:xfrm>
            <a:off x="8007577" y="1235242"/>
            <a:ext cx="275924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>
                <a:solidFill>
                  <a:schemeClr val="bg1"/>
                </a:solidFill>
                <a:latin typeface="Playfair Display" pitchFamily="2" charset="77"/>
              </a:rPr>
              <a:t>50%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73EFC2C-050F-0742-4E21-1A58C9F1ABA8}"/>
              </a:ext>
            </a:extLst>
          </p:cNvPr>
          <p:cNvSpPr txBox="1"/>
          <p:nvPr/>
        </p:nvSpPr>
        <p:spPr>
          <a:xfrm>
            <a:off x="5696952" y="3724235"/>
            <a:ext cx="516555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dirty="0">
                <a:solidFill>
                  <a:schemeClr val="bg1">
                    <a:lumMod val="95000"/>
                  </a:schemeClr>
                </a:solidFill>
                <a:latin typeface="Playfair Display" pitchFamily="2" charset="77"/>
              </a:rPr>
              <a:t>of people agree that most presentations are boring!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271343B2-F360-9625-088E-68DABD1BB6F0}"/>
              </a:ext>
            </a:extLst>
          </p:cNvPr>
          <p:cNvGrpSpPr/>
          <p:nvPr/>
        </p:nvGrpSpPr>
        <p:grpSpPr>
          <a:xfrm>
            <a:off x="8086691" y="2235869"/>
            <a:ext cx="176463" cy="1357563"/>
            <a:chOff x="8086691" y="2235869"/>
            <a:chExt cx="176463" cy="1357563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01721AF5-5B5A-1400-A2C8-EA026BDACEF7}"/>
                </a:ext>
              </a:extLst>
            </p:cNvPr>
            <p:cNvCxnSpPr/>
            <p:nvPr/>
          </p:nvCxnSpPr>
          <p:spPr>
            <a:xfrm>
              <a:off x="8170244" y="2374232"/>
              <a:ext cx="0" cy="1219200"/>
            </a:xfrm>
            <a:prstGeom prst="line">
              <a:avLst/>
            </a:prstGeom>
            <a:ln w="12700">
              <a:solidFill>
                <a:schemeClr val="accent2">
                  <a:lumMod val="20000"/>
                  <a:lumOff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59649AAB-BE7A-1E72-FC3E-0989DC63A1EB}"/>
                </a:ext>
              </a:extLst>
            </p:cNvPr>
            <p:cNvSpPr/>
            <p:nvPr/>
          </p:nvSpPr>
          <p:spPr>
            <a:xfrm>
              <a:off x="8086691" y="2235869"/>
              <a:ext cx="176463" cy="176463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0622725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0C07C7-9600-3D16-5822-57A953C33C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n orange square with a blurry background  Description automatically generated">
            <a:extLst>
              <a:ext uri="{FF2B5EF4-FFF2-40B4-BE49-F238E27FC236}">
                <a16:creationId xmlns:a16="http://schemas.microsoft.com/office/drawing/2014/main" id="{147290FB-4A4B-1DA5-A355-78CD7FE522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996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CD4C3491-1BC1-F15B-DB2F-F60F323ABBC4}"/>
              </a:ext>
            </a:extLst>
          </p:cNvPr>
          <p:cNvSpPr>
            <a:spLocks/>
          </p:cNvSpPr>
          <p:nvPr/>
        </p:nvSpPr>
        <p:spPr>
          <a:xfrm>
            <a:off x="0" y="2951747"/>
            <a:ext cx="10860505" cy="64168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2C7E1C4-22D6-7948-B63C-786C6DB13962}"/>
              </a:ext>
            </a:extLst>
          </p:cNvPr>
          <p:cNvSpPr/>
          <p:nvPr/>
        </p:nvSpPr>
        <p:spPr>
          <a:xfrm>
            <a:off x="-1" y="2951747"/>
            <a:ext cx="8170243" cy="64168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AA2021B-DB21-2823-65DD-2FEA1A70DFA2}"/>
              </a:ext>
            </a:extLst>
          </p:cNvPr>
          <p:cNvSpPr txBox="1"/>
          <p:nvPr/>
        </p:nvSpPr>
        <p:spPr>
          <a:xfrm>
            <a:off x="8007577" y="1235242"/>
            <a:ext cx="275924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>
                <a:solidFill>
                  <a:schemeClr val="bg1"/>
                </a:solidFill>
                <a:latin typeface="Playfair Display" pitchFamily="2" charset="77"/>
              </a:rPr>
              <a:t>79%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9388415-AAFB-2D47-FB75-08A398316F3E}"/>
              </a:ext>
            </a:extLst>
          </p:cNvPr>
          <p:cNvSpPr txBox="1"/>
          <p:nvPr/>
        </p:nvSpPr>
        <p:spPr>
          <a:xfrm>
            <a:off x="5694947" y="3724235"/>
            <a:ext cx="516555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dirty="0">
                <a:solidFill>
                  <a:schemeClr val="bg1">
                    <a:lumMod val="95000"/>
                  </a:schemeClr>
                </a:solidFill>
                <a:latin typeface="Playfair Display" pitchFamily="2" charset="77"/>
              </a:rPr>
              <a:t>of people agree that most presentations are boring!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55D5CC96-9419-075C-C508-9D6B0E937428}"/>
              </a:ext>
            </a:extLst>
          </p:cNvPr>
          <p:cNvGrpSpPr/>
          <p:nvPr/>
        </p:nvGrpSpPr>
        <p:grpSpPr>
          <a:xfrm>
            <a:off x="8086691" y="2235869"/>
            <a:ext cx="176463" cy="1357563"/>
            <a:chOff x="8086691" y="2235869"/>
            <a:chExt cx="176463" cy="1357563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73FC09D7-CF15-A03B-9982-25D1D6E02A74}"/>
                </a:ext>
              </a:extLst>
            </p:cNvPr>
            <p:cNvCxnSpPr/>
            <p:nvPr/>
          </p:nvCxnSpPr>
          <p:spPr>
            <a:xfrm>
              <a:off x="8170244" y="2374232"/>
              <a:ext cx="0" cy="1219200"/>
            </a:xfrm>
            <a:prstGeom prst="line">
              <a:avLst/>
            </a:prstGeom>
            <a:ln w="12700">
              <a:solidFill>
                <a:schemeClr val="accent2">
                  <a:lumMod val="20000"/>
                  <a:lumOff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EEE47141-5643-63D7-DD67-4F42E2F3E8AE}"/>
                </a:ext>
              </a:extLst>
            </p:cNvPr>
            <p:cNvSpPr/>
            <p:nvPr/>
          </p:nvSpPr>
          <p:spPr>
            <a:xfrm>
              <a:off x="8086691" y="2235869"/>
              <a:ext cx="176463" cy="176463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8008889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8" name="Elbow Connector 47">
            <a:extLst>
              <a:ext uri="{FF2B5EF4-FFF2-40B4-BE49-F238E27FC236}">
                <a16:creationId xmlns:a16="http://schemas.microsoft.com/office/drawing/2014/main" id="{04750751-FCE4-8180-C6A5-6D551032B6C5}"/>
              </a:ext>
            </a:extLst>
          </p:cNvPr>
          <p:cNvCxnSpPr>
            <a:cxnSpLocks/>
          </p:cNvCxnSpPr>
          <p:nvPr/>
        </p:nvCxnSpPr>
        <p:spPr>
          <a:xfrm rot="16200000" flipV="1">
            <a:off x="5625391" y="1601084"/>
            <a:ext cx="846880" cy="94338"/>
          </a:xfrm>
          <a:prstGeom prst="bentConnector3">
            <a:avLst>
              <a:gd name="adj1" fmla="val 50000"/>
            </a:avLst>
          </a:prstGeom>
          <a:ln w="9525"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Elbow Connector 46">
            <a:extLst>
              <a:ext uri="{FF2B5EF4-FFF2-40B4-BE49-F238E27FC236}">
                <a16:creationId xmlns:a16="http://schemas.microsoft.com/office/drawing/2014/main" id="{E8F711FC-B708-6346-FF47-9306A7481BA8}"/>
              </a:ext>
            </a:extLst>
          </p:cNvPr>
          <p:cNvCxnSpPr>
            <a:cxnSpLocks/>
          </p:cNvCxnSpPr>
          <p:nvPr/>
        </p:nvCxnSpPr>
        <p:spPr>
          <a:xfrm rot="16200000" flipV="1">
            <a:off x="5625391" y="5437089"/>
            <a:ext cx="846880" cy="94338"/>
          </a:xfrm>
          <a:prstGeom prst="bentConnector3">
            <a:avLst>
              <a:gd name="adj1" fmla="val 50000"/>
            </a:avLst>
          </a:prstGeom>
          <a:ln w="9525"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Elbow Connector 45">
            <a:extLst>
              <a:ext uri="{FF2B5EF4-FFF2-40B4-BE49-F238E27FC236}">
                <a16:creationId xmlns:a16="http://schemas.microsoft.com/office/drawing/2014/main" id="{B2676C14-CA17-2401-6B34-4BA9F034FA4F}"/>
              </a:ext>
            </a:extLst>
          </p:cNvPr>
          <p:cNvCxnSpPr>
            <a:cxnSpLocks/>
          </p:cNvCxnSpPr>
          <p:nvPr/>
        </p:nvCxnSpPr>
        <p:spPr>
          <a:xfrm rot="16200000" flipV="1">
            <a:off x="7758752" y="4129710"/>
            <a:ext cx="307014" cy="1974746"/>
          </a:xfrm>
          <a:prstGeom prst="bentConnector2">
            <a:avLst/>
          </a:prstGeom>
          <a:ln w="9525"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Elbow Connector 44">
            <a:extLst>
              <a:ext uri="{FF2B5EF4-FFF2-40B4-BE49-F238E27FC236}">
                <a16:creationId xmlns:a16="http://schemas.microsoft.com/office/drawing/2014/main" id="{C42AE6B0-7117-5FEF-26FA-C9372E85A4BC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3959867" y="4129710"/>
            <a:ext cx="307014" cy="1974746"/>
          </a:xfrm>
          <a:prstGeom prst="bentConnector2">
            <a:avLst/>
          </a:prstGeom>
          <a:ln w="9525"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Elbow Connector 43">
            <a:extLst>
              <a:ext uri="{FF2B5EF4-FFF2-40B4-BE49-F238E27FC236}">
                <a16:creationId xmlns:a16="http://schemas.microsoft.com/office/drawing/2014/main" id="{EEBDE82B-9DB1-74DA-4D2B-74C95BF0EA37}"/>
              </a:ext>
            </a:extLst>
          </p:cNvPr>
          <p:cNvCxnSpPr>
            <a:cxnSpLocks/>
          </p:cNvCxnSpPr>
          <p:nvPr/>
        </p:nvCxnSpPr>
        <p:spPr>
          <a:xfrm rot="16200000" flipV="1">
            <a:off x="8518013" y="2952412"/>
            <a:ext cx="208690" cy="2267164"/>
          </a:xfrm>
          <a:prstGeom prst="bentConnector2">
            <a:avLst/>
          </a:prstGeom>
          <a:ln w="9525"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Elbow Connector 42">
            <a:extLst>
              <a:ext uri="{FF2B5EF4-FFF2-40B4-BE49-F238E27FC236}">
                <a16:creationId xmlns:a16="http://schemas.microsoft.com/office/drawing/2014/main" id="{0E8A8B33-34C6-676A-974C-965964374451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3294175" y="2966819"/>
            <a:ext cx="208690" cy="2267164"/>
          </a:xfrm>
          <a:prstGeom prst="bentConnector2">
            <a:avLst/>
          </a:prstGeom>
          <a:ln w="9525"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Elbow Connector 41">
            <a:extLst>
              <a:ext uri="{FF2B5EF4-FFF2-40B4-BE49-F238E27FC236}">
                <a16:creationId xmlns:a16="http://schemas.microsoft.com/office/drawing/2014/main" id="{60BB84A8-0EF7-4CAE-7115-341B6EEFF580}"/>
              </a:ext>
            </a:extLst>
          </p:cNvPr>
          <p:cNvCxnSpPr>
            <a:cxnSpLocks/>
          </p:cNvCxnSpPr>
          <p:nvPr/>
        </p:nvCxnSpPr>
        <p:spPr>
          <a:xfrm rot="16200000" flipV="1">
            <a:off x="9039871" y="1907633"/>
            <a:ext cx="164780" cy="2313213"/>
          </a:xfrm>
          <a:prstGeom prst="bentConnector2">
            <a:avLst/>
          </a:prstGeom>
          <a:ln w="9525"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Elbow Connector 39">
            <a:extLst>
              <a:ext uri="{FF2B5EF4-FFF2-40B4-BE49-F238E27FC236}">
                <a16:creationId xmlns:a16="http://schemas.microsoft.com/office/drawing/2014/main" id="{226CCA73-6460-1093-8DF5-42368E82E83C}"/>
              </a:ext>
            </a:extLst>
          </p:cNvPr>
          <p:cNvCxnSpPr>
            <a:cxnSpLocks/>
          </p:cNvCxnSpPr>
          <p:nvPr/>
        </p:nvCxnSpPr>
        <p:spPr>
          <a:xfrm flipH="1" flipV="1">
            <a:off x="6951709" y="1838891"/>
            <a:ext cx="2813047" cy="170408"/>
          </a:xfrm>
          <a:prstGeom prst="bentConnector3">
            <a:avLst>
              <a:gd name="adj1" fmla="val 5054"/>
            </a:avLst>
          </a:prstGeom>
          <a:ln w="9525"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Elbow Connector 38">
            <a:extLst>
              <a:ext uri="{FF2B5EF4-FFF2-40B4-BE49-F238E27FC236}">
                <a16:creationId xmlns:a16="http://schemas.microsoft.com/office/drawing/2014/main" id="{A502AD26-9204-1EC5-D8EF-31367A6C3606}"/>
              </a:ext>
            </a:extLst>
          </p:cNvPr>
          <p:cNvCxnSpPr>
            <a:cxnSpLocks/>
          </p:cNvCxnSpPr>
          <p:nvPr/>
        </p:nvCxnSpPr>
        <p:spPr>
          <a:xfrm flipV="1">
            <a:off x="2200740" y="1878457"/>
            <a:ext cx="2813047" cy="170408"/>
          </a:xfrm>
          <a:prstGeom prst="bentConnector3">
            <a:avLst>
              <a:gd name="adj1" fmla="val 5054"/>
            </a:avLst>
          </a:prstGeom>
          <a:ln w="9525"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Oval 35">
            <a:extLst>
              <a:ext uri="{FF2B5EF4-FFF2-40B4-BE49-F238E27FC236}">
                <a16:creationId xmlns:a16="http://schemas.microsoft.com/office/drawing/2014/main" id="{14F0DFE8-4D6A-1860-8272-A23E43646A9F}"/>
              </a:ext>
            </a:extLst>
          </p:cNvPr>
          <p:cNvSpPr/>
          <p:nvPr/>
        </p:nvSpPr>
        <p:spPr>
          <a:xfrm>
            <a:off x="5134645" y="2681260"/>
            <a:ext cx="1707106" cy="1707106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Freeform 1">
            <a:extLst>
              <a:ext uri="{FF2B5EF4-FFF2-40B4-BE49-F238E27FC236}">
                <a16:creationId xmlns:a16="http://schemas.microsoft.com/office/drawing/2014/main" id="{807CE82D-572C-6ABA-3961-7F478ECE16FA}"/>
              </a:ext>
            </a:extLst>
          </p:cNvPr>
          <p:cNvSpPr/>
          <p:nvPr/>
        </p:nvSpPr>
        <p:spPr>
          <a:xfrm>
            <a:off x="6469669" y="4278309"/>
            <a:ext cx="1184207" cy="1181821"/>
          </a:xfrm>
          <a:custGeom>
            <a:avLst/>
            <a:gdLst>
              <a:gd name="connsiteX0" fmla="*/ 4807 w 987610"/>
              <a:gd name="connsiteY0" fmla="*/ 361566 h 985620"/>
              <a:gd name="connsiteX1" fmla="*/ 211337 w 987610"/>
              <a:gd name="connsiteY1" fmla="*/ 931932 h 985620"/>
              <a:gd name="connsiteX2" fmla="*/ 315545 w 987610"/>
              <a:gd name="connsiteY2" fmla="*/ 980713 h 985620"/>
              <a:gd name="connsiteX3" fmla="*/ 321671 w 987610"/>
              <a:gd name="connsiteY3" fmla="*/ 978200 h 985620"/>
              <a:gd name="connsiteX4" fmla="*/ 970895 w 987610"/>
              <a:gd name="connsiteY4" fmla="*/ 458606 h 985620"/>
              <a:gd name="connsiteX5" fmla="*/ 955655 w 987610"/>
              <a:gd name="connsiteY5" fmla="*/ 344433 h 985620"/>
              <a:gd name="connsiteX6" fmla="*/ 950328 w 987610"/>
              <a:gd name="connsiteY6" fmla="*/ 340685 h 985620"/>
              <a:gd name="connsiteX7" fmla="*/ 440647 w 987610"/>
              <a:gd name="connsiteY7" fmla="*/ 12810 h 985620"/>
              <a:gd name="connsiteX8" fmla="*/ 334311 w 987610"/>
              <a:gd name="connsiteY8" fmla="*/ 29258 h 985620"/>
              <a:gd name="connsiteX9" fmla="*/ 44299 w 987610"/>
              <a:gd name="connsiteY9" fmla="*/ 261452 h 985620"/>
              <a:gd name="connsiteX10" fmla="*/ 4807 w 987610"/>
              <a:gd name="connsiteY10" fmla="*/ 361566 h 9856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87610" h="985620">
                <a:moveTo>
                  <a:pt x="4807" y="361566"/>
                </a:moveTo>
                <a:lnTo>
                  <a:pt x="211337" y="931932"/>
                </a:lnTo>
                <a:cubicBezTo>
                  <a:pt x="226661" y="974218"/>
                  <a:pt x="273317" y="996058"/>
                  <a:pt x="315545" y="980713"/>
                </a:cubicBezTo>
                <a:cubicBezTo>
                  <a:pt x="317620" y="979959"/>
                  <a:pt x="319664" y="979120"/>
                  <a:pt x="321671" y="978200"/>
                </a:cubicBezTo>
                <a:cubicBezTo>
                  <a:pt x="577219" y="860710"/>
                  <a:pt x="800126" y="682311"/>
                  <a:pt x="970895" y="458606"/>
                </a:cubicBezTo>
                <a:cubicBezTo>
                  <a:pt x="998172" y="422864"/>
                  <a:pt x="991349" y="371747"/>
                  <a:pt x="955655" y="344433"/>
                </a:cubicBezTo>
                <a:cubicBezTo>
                  <a:pt x="953930" y="343113"/>
                  <a:pt x="952153" y="341863"/>
                  <a:pt x="950328" y="340685"/>
                </a:cubicBezTo>
                <a:lnTo>
                  <a:pt x="440647" y="12810"/>
                </a:lnTo>
                <a:cubicBezTo>
                  <a:pt x="406112" y="-9252"/>
                  <a:pt x="360589" y="-2211"/>
                  <a:pt x="334311" y="29258"/>
                </a:cubicBezTo>
                <a:cubicBezTo>
                  <a:pt x="253757" y="124925"/>
                  <a:pt x="155221" y="203816"/>
                  <a:pt x="44299" y="261452"/>
                </a:cubicBezTo>
                <a:cubicBezTo>
                  <a:pt x="7877" y="280140"/>
                  <a:pt x="-9030" y="322999"/>
                  <a:pt x="4807" y="361566"/>
                </a:cubicBezTo>
                <a:close/>
              </a:path>
            </a:pathLst>
          </a:custGeom>
          <a:solidFill>
            <a:srgbClr val="D8DBE8"/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623900D1-2095-964E-4859-56BABC0F1E1B}"/>
              </a:ext>
            </a:extLst>
          </p:cNvPr>
          <p:cNvSpPr/>
          <p:nvPr/>
        </p:nvSpPr>
        <p:spPr>
          <a:xfrm>
            <a:off x="5445612" y="4689133"/>
            <a:ext cx="1227636" cy="948080"/>
          </a:xfrm>
          <a:custGeom>
            <a:avLst/>
            <a:gdLst>
              <a:gd name="connsiteX0" fmla="*/ 512026 w 1023829"/>
              <a:gd name="connsiteY0" fmla="*/ 24595 h 790684"/>
              <a:gd name="connsiteX1" fmla="*/ 304926 w 1023829"/>
              <a:gd name="connsiteY1" fmla="*/ 1855 h 790684"/>
              <a:gd name="connsiteX2" fmla="*/ 211445 w 1023829"/>
              <a:gd name="connsiteY2" fmla="*/ 53628 h 790684"/>
              <a:gd name="connsiteX3" fmla="*/ 4915 w 1023829"/>
              <a:gd name="connsiteY3" fmla="*/ 624066 h 790684"/>
              <a:gd name="connsiteX4" fmla="*/ 53399 w 1023829"/>
              <a:gd name="connsiteY4" fmla="*/ 728188 h 790684"/>
              <a:gd name="connsiteX5" fmla="*/ 59404 w 1023829"/>
              <a:gd name="connsiteY5" fmla="*/ 730116 h 790684"/>
              <a:gd name="connsiteX6" fmla="*/ 964362 w 1023829"/>
              <a:gd name="connsiteY6" fmla="*/ 730116 h 790684"/>
              <a:gd name="connsiteX7" fmla="*/ 1020859 w 1023829"/>
              <a:gd name="connsiteY7" fmla="*/ 630126 h 790684"/>
              <a:gd name="connsiteX8" fmla="*/ 1018923 w 1023829"/>
              <a:gd name="connsiteY8" fmla="*/ 624066 h 790684"/>
              <a:gd name="connsiteX9" fmla="*/ 812393 w 1023829"/>
              <a:gd name="connsiteY9" fmla="*/ 53628 h 790684"/>
              <a:gd name="connsiteX10" fmla="*/ 718912 w 1023829"/>
              <a:gd name="connsiteY10" fmla="*/ 1855 h 790684"/>
              <a:gd name="connsiteX11" fmla="*/ 512026 w 1023829"/>
              <a:gd name="connsiteY11" fmla="*/ 24595 h 7906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23829" h="790684">
                <a:moveTo>
                  <a:pt x="512026" y="24595"/>
                </a:moveTo>
                <a:cubicBezTo>
                  <a:pt x="442369" y="24637"/>
                  <a:pt x="372918" y="17011"/>
                  <a:pt x="304926" y="1855"/>
                </a:cubicBezTo>
                <a:cubicBezTo>
                  <a:pt x="265214" y="-6765"/>
                  <a:pt x="225259" y="15363"/>
                  <a:pt x="211445" y="53628"/>
                </a:cubicBezTo>
                <a:lnTo>
                  <a:pt x="4915" y="624066"/>
                </a:lnTo>
                <a:cubicBezTo>
                  <a:pt x="-10410" y="666225"/>
                  <a:pt x="11297" y="712842"/>
                  <a:pt x="53399" y="728188"/>
                </a:cubicBezTo>
                <a:cubicBezTo>
                  <a:pt x="55375" y="728908"/>
                  <a:pt x="57378" y="729551"/>
                  <a:pt x="59404" y="730116"/>
                </a:cubicBezTo>
                <a:cubicBezTo>
                  <a:pt x="355666" y="810874"/>
                  <a:pt x="668100" y="810874"/>
                  <a:pt x="964362" y="730116"/>
                </a:cubicBezTo>
                <a:cubicBezTo>
                  <a:pt x="1007537" y="718127"/>
                  <a:pt x="1032832" y="673360"/>
                  <a:pt x="1020859" y="630126"/>
                </a:cubicBezTo>
                <a:cubicBezTo>
                  <a:pt x="1020293" y="628082"/>
                  <a:pt x="1019647" y="626060"/>
                  <a:pt x="1018923" y="624066"/>
                </a:cubicBezTo>
                <a:lnTo>
                  <a:pt x="812393" y="53628"/>
                </a:lnTo>
                <a:cubicBezTo>
                  <a:pt x="798579" y="15363"/>
                  <a:pt x="758624" y="-6765"/>
                  <a:pt x="718912" y="1855"/>
                </a:cubicBezTo>
                <a:cubicBezTo>
                  <a:pt x="650989" y="16995"/>
                  <a:pt x="581612" y="24621"/>
                  <a:pt x="512026" y="24595"/>
                </a:cubicBezTo>
                <a:close/>
              </a:path>
            </a:pathLst>
          </a:custGeom>
          <a:solidFill>
            <a:srgbClr val="D8DBE8"/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FD565B15-D578-6D61-879F-93CB20B14F1E}"/>
              </a:ext>
            </a:extLst>
          </p:cNvPr>
          <p:cNvSpPr/>
          <p:nvPr/>
        </p:nvSpPr>
        <p:spPr>
          <a:xfrm>
            <a:off x="4345965" y="4278226"/>
            <a:ext cx="1184225" cy="1181725"/>
          </a:xfrm>
          <a:custGeom>
            <a:avLst/>
            <a:gdLst>
              <a:gd name="connsiteX0" fmla="*/ 546978 w 987625"/>
              <a:gd name="connsiteY0" fmla="*/ 12736 h 985540"/>
              <a:gd name="connsiteX1" fmla="*/ 37368 w 987625"/>
              <a:gd name="connsiteY1" fmla="*/ 340611 h 985540"/>
              <a:gd name="connsiteX2" fmla="*/ 12894 w 987625"/>
              <a:gd name="connsiteY2" fmla="*/ 453058 h 985540"/>
              <a:gd name="connsiteX3" fmla="*/ 16730 w 987625"/>
              <a:gd name="connsiteY3" fmla="*/ 458531 h 985540"/>
              <a:gd name="connsiteX4" fmla="*/ 666025 w 987625"/>
              <a:gd name="connsiteY4" fmla="*/ 978125 h 985540"/>
              <a:gd name="connsiteX5" fmla="*/ 773761 w 987625"/>
              <a:gd name="connsiteY5" fmla="*/ 938041 h 985540"/>
              <a:gd name="connsiteX6" fmla="*/ 776289 w 987625"/>
              <a:gd name="connsiteY6" fmla="*/ 931858 h 985540"/>
              <a:gd name="connsiteX7" fmla="*/ 982818 w 987625"/>
              <a:gd name="connsiteY7" fmla="*/ 361635 h 985540"/>
              <a:gd name="connsiteX8" fmla="*/ 943326 w 987625"/>
              <a:gd name="connsiteY8" fmla="*/ 261520 h 985540"/>
              <a:gd name="connsiteX9" fmla="*/ 653314 w 987625"/>
              <a:gd name="connsiteY9" fmla="*/ 29398 h 985540"/>
              <a:gd name="connsiteX10" fmla="*/ 546979 w 987625"/>
              <a:gd name="connsiteY10" fmla="*/ 12736 h 9855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87625" h="985540">
                <a:moveTo>
                  <a:pt x="546978" y="12736"/>
                </a:moveTo>
                <a:lnTo>
                  <a:pt x="37368" y="340611"/>
                </a:lnTo>
                <a:cubicBezTo>
                  <a:pt x="-400" y="364895"/>
                  <a:pt x="-11357" y="415239"/>
                  <a:pt x="12894" y="453058"/>
                </a:cubicBezTo>
                <a:cubicBezTo>
                  <a:pt x="14097" y="454934"/>
                  <a:pt x="15377" y="456760"/>
                  <a:pt x="16730" y="458531"/>
                </a:cubicBezTo>
                <a:cubicBezTo>
                  <a:pt x="187506" y="682258"/>
                  <a:pt x="410442" y="860661"/>
                  <a:pt x="666025" y="978125"/>
                </a:cubicBezTo>
                <a:cubicBezTo>
                  <a:pt x="706830" y="996847"/>
                  <a:pt x="755065" y="978900"/>
                  <a:pt x="773761" y="938041"/>
                </a:cubicBezTo>
                <a:cubicBezTo>
                  <a:pt x="774688" y="936015"/>
                  <a:pt x="775531" y="933952"/>
                  <a:pt x="776289" y="931858"/>
                </a:cubicBezTo>
                <a:lnTo>
                  <a:pt x="982818" y="361635"/>
                </a:lnTo>
                <a:cubicBezTo>
                  <a:pt x="996655" y="323067"/>
                  <a:pt x="979749" y="280208"/>
                  <a:pt x="943326" y="261520"/>
                </a:cubicBezTo>
                <a:cubicBezTo>
                  <a:pt x="832411" y="203906"/>
                  <a:pt x="733875" y="125039"/>
                  <a:pt x="653314" y="29398"/>
                </a:cubicBezTo>
                <a:cubicBezTo>
                  <a:pt x="627096" y="-2142"/>
                  <a:pt x="581565" y="-9276"/>
                  <a:pt x="546979" y="12736"/>
                </a:cubicBezTo>
                <a:close/>
              </a:path>
            </a:pathLst>
          </a:custGeom>
          <a:solidFill>
            <a:srgbClr val="D8DBE8"/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9803F800-1209-A67E-64A1-769997010681}"/>
              </a:ext>
            </a:extLst>
          </p:cNvPr>
          <p:cNvSpPr/>
          <p:nvPr/>
        </p:nvSpPr>
        <p:spPr>
          <a:xfrm>
            <a:off x="4345965" y="4252503"/>
            <a:ext cx="1184225" cy="1181725"/>
          </a:xfrm>
          <a:custGeom>
            <a:avLst/>
            <a:gdLst>
              <a:gd name="connsiteX0" fmla="*/ 546978 w 987625"/>
              <a:gd name="connsiteY0" fmla="*/ 12736 h 985540"/>
              <a:gd name="connsiteX1" fmla="*/ 37368 w 987625"/>
              <a:gd name="connsiteY1" fmla="*/ 340611 h 985540"/>
              <a:gd name="connsiteX2" fmla="*/ 12894 w 987625"/>
              <a:gd name="connsiteY2" fmla="*/ 453058 h 985540"/>
              <a:gd name="connsiteX3" fmla="*/ 16730 w 987625"/>
              <a:gd name="connsiteY3" fmla="*/ 458531 h 985540"/>
              <a:gd name="connsiteX4" fmla="*/ 666025 w 987625"/>
              <a:gd name="connsiteY4" fmla="*/ 978125 h 985540"/>
              <a:gd name="connsiteX5" fmla="*/ 773761 w 987625"/>
              <a:gd name="connsiteY5" fmla="*/ 938041 h 985540"/>
              <a:gd name="connsiteX6" fmla="*/ 776289 w 987625"/>
              <a:gd name="connsiteY6" fmla="*/ 931858 h 985540"/>
              <a:gd name="connsiteX7" fmla="*/ 982818 w 987625"/>
              <a:gd name="connsiteY7" fmla="*/ 361635 h 985540"/>
              <a:gd name="connsiteX8" fmla="*/ 943326 w 987625"/>
              <a:gd name="connsiteY8" fmla="*/ 261520 h 985540"/>
              <a:gd name="connsiteX9" fmla="*/ 653314 w 987625"/>
              <a:gd name="connsiteY9" fmla="*/ 29398 h 985540"/>
              <a:gd name="connsiteX10" fmla="*/ 546979 w 987625"/>
              <a:gd name="connsiteY10" fmla="*/ 12736 h 9855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87625" h="985540">
                <a:moveTo>
                  <a:pt x="546978" y="12736"/>
                </a:moveTo>
                <a:lnTo>
                  <a:pt x="37368" y="340611"/>
                </a:lnTo>
                <a:cubicBezTo>
                  <a:pt x="-400" y="364895"/>
                  <a:pt x="-11357" y="415239"/>
                  <a:pt x="12894" y="453058"/>
                </a:cubicBezTo>
                <a:cubicBezTo>
                  <a:pt x="14097" y="454934"/>
                  <a:pt x="15377" y="456760"/>
                  <a:pt x="16730" y="458531"/>
                </a:cubicBezTo>
                <a:cubicBezTo>
                  <a:pt x="187506" y="682258"/>
                  <a:pt x="410442" y="860661"/>
                  <a:pt x="666025" y="978125"/>
                </a:cubicBezTo>
                <a:cubicBezTo>
                  <a:pt x="706830" y="996847"/>
                  <a:pt x="755065" y="978900"/>
                  <a:pt x="773761" y="938041"/>
                </a:cubicBezTo>
                <a:cubicBezTo>
                  <a:pt x="774688" y="936015"/>
                  <a:pt x="775531" y="933952"/>
                  <a:pt x="776289" y="931858"/>
                </a:cubicBezTo>
                <a:lnTo>
                  <a:pt x="982818" y="361635"/>
                </a:lnTo>
                <a:cubicBezTo>
                  <a:pt x="996655" y="323067"/>
                  <a:pt x="979749" y="280208"/>
                  <a:pt x="943326" y="261520"/>
                </a:cubicBezTo>
                <a:cubicBezTo>
                  <a:pt x="832411" y="203906"/>
                  <a:pt x="733875" y="125039"/>
                  <a:pt x="653314" y="29398"/>
                </a:cubicBezTo>
                <a:cubicBezTo>
                  <a:pt x="627096" y="-2142"/>
                  <a:pt x="581565" y="-9276"/>
                  <a:pt x="546979" y="12736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B4ADCA39-F1ED-D7B8-07C8-8D8AB32B49AF}"/>
              </a:ext>
            </a:extLst>
          </p:cNvPr>
          <p:cNvSpPr/>
          <p:nvPr/>
        </p:nvSpPr>
        <p:spPr>
          <a:xfrm>
            <a:off x="6469669" y="4252585"/>
            <a:ext cx="1184207" cy="1181821"/>
          </a:xfrm>
          <a:custGeom>
            <a:avLst/>
            <a:gdLst>
              <a:gd name="connsiteX0" fmla="*/ 4807 w 987610"/>
              <a:gd name="connsiteY0" fmla="*/ 361566 h 985620"/>
              <a:gd name="connsiteX1" fmla="*/ 211337 w 987610"/>
              <a:gd name="connsiteY1" fmla="*/ 931932 h 985620"/>
              <a:gd name="connsiteX2" fmla="*/ 315545 w 987610"/>
              <a:gd name="connsiteY2" fmla="*/ 980713 h 985620"/>
              <a:gd name="connsiteX3" fmla="*/ 321671 w 987610"/>
              <a:gd name="connsiteY3" fmla="*/ 978200 h 985620"/>
              <a:gd name="connsiteX4" fmla="*/ 970895 w 987610"/>
              <a:gd name="connsiteY4" fmla="*/ 458606 h 985620"/>
              <a:gd name="connsiteX5" fmla="*/ 955655 w 987610"/>
              <a:gd name="connsiteY5" fmla="*/ 344433 h 985620"/>
              <a:gd name="connsiteX6" fmla="*/ 950328 w 987610"/>
              <a:gd name="connsiteY6" fmla="*/ 340685 h 985620"/>
              <a:gd name="connsiteX7" fmla="*/ 440647 w 987610"/>
              <a:gd name="connsiteY7" fmla="*/ 12810 h 985620"/>
              <a:gd name="connsiteX8" fmla="*/ 334311 w 987610"/>
              <a:gd name="connsiteY8" fmla="*/ 29258 h 985620"/>
              <a:gd name="connsiteX9" fmla="*/ 44299 w 987610"/>
              <a:gd name="connsiteY9" fmla="*/ 261452 h 985620"/>
              <a:gd name="connsiteX10" fmla="*/ 4807 w 987610"/>
              <a:gd name="connsiteY10" fmla="*/ 361566 h 9856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87610" h="985620">
                <a:moveTo>
                  <a:pt x="4807" y="361566"/>
                </a:moveTo>
                <a:lnTo>
                  <a:pt x="211337" y="931932"/>
                </a:lnTo>
                <a:cubicBezTo>
                  <a:pt x="226661" y="974218"/>
                  <a:pt x="273317" y="996058"/>
                  <a:pt x="315545" y="980713"/>
                </a:cubicBezTo>
                <a:cubicBezTo>
                  <a:pt x="317620" y="979959"/>
                  <a:pt x="319664" y="979120"/>
                  <a:pt x="321671" y="978200"/>
                </a:cubicBezTo>
                <a:cubicBezTo>
                  <a:pt x="577219" y="860710"/>
                  <a:pt x="800126" y="682311"/>
                  <a:pt x="970895" y="458606"/>
                </a:cubicBezTo>
                <a:cubicBezTo>
                  <a:pt x="998172" y="422864"/>
                  <a:pt x="991349" y="371747"/>
                  <a:pt x="955655" y="344433"/>
                </a:cubicBezTo>
                <a:cubicBezTo>
                  <a:pt x="953930" y="343113"/>
                  <a:pt x="952153" y="341863"/>
                  <a:pt x="950328" y="340685"/>
                </a:cubicBezTo>
                <a:lnTo>
                  <a:pt x="440647" y="12810"/>
                </a:lnTo>
                <a:cubicBezTo>
                  <a:pt x="406112" y="-9252"/>
                  <a:pt x="360589" y="-2211"/>
                  <a:pt x="334311" y="29258"/>
                </a:cubicBezTo>
                <a:cubicBezTo>
                  <a:pt x="253757" y="124925"/>
                  <a:pt x="155221" y="203816"/>
                  <a:pt x="44299" y="261452"/>
                </a:cubicBezTo>
                <a:cubicBezTo>
                  <a:pt x="7877" y="280140"/>
                  <a:pt x="-9030" y="322999"/>
                  <a:pt x="4807" y="361566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51A4307E-93FA-3A75-59FF-5C05EE45E875}"/>
              </a:ext>
            </a:extLst>
          </p:cNvPr>
          <p:cNvSpPr/>
          <p:nvPr/>
        </p:nvSpPr>
        <p:spPr>
          <a:xfrm>
            <a:off x="7019898" y="3640031"/>
            <a:ext cx="1029643" cy="959465"/>
          </a:xfrm>
          <a:custGeom>
            <a:avLst/>
            <a:gdLst>
              <a:gd name="connsiteX0" fmla="*/ 91099 w 858706"/>
              <a:gd name="connsiteY0" fmla="*/ 71510 h 800178"/>
              <a:gd name="connsiteX1" fmla="*/ 8044 w 858706"/>
              <a:gd name="connsiteY1" fmla="*/ 355406 h 800178"/>
              <a:gd name="connsiteX2" fmla="*/ 37253 w 858706"/>
              <a:gd name="connsiteY2" fmla="*/ 459311 h 800178"/>
              <a:gd name="connsiteX3" fmla="*/ 546863 w 858706"/>
              <a:gd name="connsiteY3" fmla="*/ 787257 h 800178"/>
              <a:gd name="connsiteX4" fmla="*/ 659257 w 858706"/>
              <a:gd name="connsiteY4" fmla="*/ 762724 h 800178"/>
              <a:gd name="connsiteX5" fmla="*/ 662411 w 858706"/>
              <a:gd name="connsiteY5" fmla="*/ 757366 h 800178"/>
              <a:gd name="connsiteX6" fmla="*/ 858442 w 858706"/>
              <a:gd name="connsiteY6" fmla="*/ 87958 h 800178"/>
              <a:gd name="connsiteX7" fmla="*/ 783860 w 858706"/>
              <a:gd name="connsiteY7" fmla="*/ 260 h 800178"/>
              <a:gd name="connsiteX8" fmla="*/ 777387 w 858706"/>
              <a:gd name="connsiteY8" fmla="*/ 0 h 800178"/>
              <a:gd name="connsiteX9" fmla="*/ 171725 w 858706"/>
              <a:gd name="connsiteY9" fmla="*/ 0 h 800178"/>
              <a:gd name="connsiteX10" fmla="*/ 91099 w 858706"/>
              <a:gd name="connsiteY10" fmla="*/ 71510 h 8001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58706" h="800178">
                <a:moveTo>
                  <a:pt x="91099" y="71510"/>
                </a:moveTo>
                <a:cubicBezTo>
                  <a:pt x="78507" y="169929"/>
                  <a:pt x="50477" y="265741"/>
                  <a:pt x="8044" y="355406"/>
                </a:cubicBezTo>
                <a:cubicBezTo>
                  <a:pt x="-9725" y="392466"/>
                  <a:pt x="2787" y="436974"/>
                  <a:pt x="37253" y="459311"/>
                </a:cubicBezTo>
                <a:lnTo>
                  <a:pt x="546863" y="787257"/>
                </a:lnTo>
                <a:cubicBezTo>
                  <a:pt x="584665" y="811561"/>
                  <a:pt x="634985" y="800577"/>
                  <a:pt x="659257" y="762724"/>
                </a:cubicBezTo>
                <a:cubicBezTo>
                  <a:pt x="660376" y="760979"/>
                  <a:pt x="661428" y="759191"/>
                  <a:pt x="662411" y="757366"/>
                </a:cubicBezTo>
                <a:cubicBezTo>
                  <a:pt x="773074" y="550120"/>
                  <a:pt x="839811" y="322227"/>
                  <a:pt x="858442" y="87958"/>
                </a:cubicBezTo>
                <a:cubicBezTo>
                  <a:pt x="862032" y="43118"/>
                  <a:pt x="828640" y="3854"/>
                  <a:pt x="783860" y="260"/>
                </a:cubicBezTo>
                <a:cubicBezTo>
                  <a:pt x="781707" y="88"/>
                  <a:pt x="779548" y="1"/>
                  <a:pt x="777387" y="0"/>
                </a:cubicBezTo>
                <a:lnTo>
                  <a:pt x="171725" y="0"/>
                </a:lnTo>
                <a:cubicBezTo>
                  <a:pt x="130706" y="117"/>
                  <a:pt x="96168" y="30750"/>
                  <a:pt x="91099" y="71510"/>
                </a:cubicBezTo>
                <a:close/>
              </a:path>
            </a:pathLst>
          </a:custGeom>
          <a:solidFill>
            <a:srgbClr val="D8DBE8"/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747F3DF2-50B0-986C-81E2-8FBA087161C5}"/>
              </a:ext>
            </a:extLst>
          </p:cNvPr>
          <p:cNvSpPr/>
          <p:nvPr/>
        </p:nvSpPr>
        <p:spPr>
          <a:xfrm>
            <a:off x="5445612" y="4663409"/>
            <a:ext cx="1227636" cy="948080"/>
          </a:xfrm>
          <a:custGeom>
            <a:avLst/>
            <a:gdLst>
              <a:gd name="connsiteX0" fmla="*/ 512026 w 1023829"/>
              <a:gd name="connsiteY0" fmla="*/ 24595 h 790684"/>
              <a:gd name="connsiteX1" fmla="*/ 304926 w 1023829"/>
              <a:gd name="connsiteY1" fmla="*/ 1855 h 790684"/>
              <a:gd name="connsiteX2" fmla="*/ 211445 w 1023829"/>
              <a:gd name="connsiteY2" fmla="*/ 53628 h 790684"/>
              <a:gd name="connsiteX3" fmla="*/ 4915 w 1023829"/>
              <a:gd name="connsiteY3" fmla="*/ 624066 h 790684"/>
              <a:gd name="connsiteX4" fmla="*/ 53399 w 1023829"/>
              <a:gd name="connsiteY4" fmla="*/ 728188 h 790684"/>
              <a:gd name="connsiteX5" fmla="*/ 59404 w 1023829"/>
              <a:gd name="connsiteY5" fmla="*/ 730116 h 790684"/>
              <a:gd name="connsiteX6" fmla="*/ 964362 w 1023829"/>
              <a:gd name="connsiteY6" fmla="*/ 730116 h 790684"/>
              <a:gd name="connsiteX7" fmla="*/ 1020859 w 1023829"/>
              <a:gd name="connsiteY7" fmla="*/ 630126 h 790684"/>
              <a:gd name="connsiteX8" fmla="*/ 1018923 w 1023829"/>
              <a:gd name="connsiteY8" fmla="*/ 624066 h 790684"/>
              <a:gd name="connsiteX9" fmla="*/ 812393 w 1023829"/>
              <a:gd name="connsiteY9" fmla="*/ 53628 h 790684"/>
              <a:gd name="connsiteX10" fmla="*/ 718912 w 1023829"/>
              <a:gd name="connsiteY10" fmla="*/ 1855 h 790684"/>
              <a:gd name="connsiteX11" fmla="*/ 512026 w 1023829"/>
              <a:gd name="connsiteY11" fmla="*/ 24595 h 7906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23829" h="790684">
                <a:moveTo>
                  <a:pt x="512026" y="24595"/>
                </a:moveTo>
                <a:cubicBezTo>
                  <a:pt x="442369" y="24637"/>
                  <a:pt x="372918" y="17011"/>
                  <a:pt x="304926" y="1855"/>
                </a:cubicBezTo>
                <a:cubicBezTo>
                  <a:pt x="265214" y="-6765"/>
                  <a:pt x="225259" y="15363"/>
                  <a:pt x="211445" y="53628"/>
                </a:cubicBezTo>
                <a:lnTo>
                  <a:pt x="4915" y="624066"/>
                </a:lnTo>
                <a:cubicBezTo>
                  <a:pt x="-10410" y="666225"/>
                  <a:pt x="11297" y="712842"/>
                  <a:pt x="53399" y="728188"/>
                </a:cubicBezTo>
                <a:cubicBezTo>
                  <a:pt x="55375" y="728908"/>
                  <a:pt x="57378" y="729551"/>
                  <a:pt x="59404" y="730116"/>
                </a:cubicBezTo>
                <a:cubicBezTo>
                  <a:pt x="355666" y="810874"/>
                  <a:pt x="668100" y="810874"/>
                  <a:pt x="964362" y="730116"/>
                </a:cubicBezTo>
                <a:cubicBezTo>
                  <a:pt x="1007537" y="718127"/>
                  <a:pt x="1032832" y="673360"/>
                  <a:pt x="1020859" y="630126"/>
                </a:cubicBezTo>
                <a:cubicBezTo>
                  <a:pt x="1020293" y="628082"/>
                  <a:pt x="1019647" y="626060"/>
                  <a:pt x="1018923" y="624066"/>
                </a:cubicBezTo>
                <a:lnTo>
                  <a:pt x="812393" y="53628"/>
                </a:lnTo>
                <a:cubicBezTo>
                  <a:pt x="798579" y="15363"/>
                  <a:pt x="758624" y="-6765"/>
                  <a:pt x="718912" y="1855"/>
                </a:cubicBezTo>
                <a:cubicBezTo>
                  <a:pt x="650989" y="16995"/>
                  <a:pt x="581612" y="24621"/>
                  <a:pt x="512026" y="24595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28A7919C-7678-B02B-FAF5-549B5ED5111E}"/>
              </a:ext>
            </a:extLst>
          </p:cNvPr>
          <p:cNvSpPr/>
          <p:nvPr/>
        </p:nvSpPr>
        <p:spPr>
          <a:xfrm>
            <a:off x="7019898" y="3614308"/>
            <a:ext cx="1029643" cy="959465"/>
          </a:xfrm>
          <a:custGeom>
            <a:avLst/>
            <a:gdLst>
              <a:gd name="connsiteX0" fmla="*/ 91099 w 858706"/>
              <a:gd name="connsiteY0" fmla="*/ 71510 h 800178"/>
              <a:gd name="connsiteX1" fmla="*/ 8044 w 858706"/>
              <a:gd name="connsiteY1" fmla="*/ 355406 h 800178"/>
              <a:gd name="connsiteX2" fmla="*/ 37253 w 858706"/>
              <a:gd name="connsiteY2" fmla="*/ 459311 h 800178"/>
              <a:gd name="connsiteX3" fmla="*/ 546863 w 858706"/>
              <a:gd name="connsiteY3" fmla="*/ 787257 h 800178"/>
              <a:gd name="connsiteX4" fmla="*/ 659257 w 858706"/>
              <a:gd name="connsiteY4" fmla="*/ 762724 h 800178"/>
              <a:gd name="connsiteX5" fmla="*/ 662411 w 858706"/>
              <a:gd name="connsiteY5" fmla="*/ 757366 h 800178"/>
              <a:gd name="connsiteX6" fmla="*/ 858442 w 858706"/>
              <a:gd name="connsiteY6" fmla="*/ 87958 h 800178"/>
              <a:gd name="connsiteX7" fmla="*/ 783860 w 858706"/>
              <a:gd name="connsiteY7" fmla="*/ 260 h 800178"/>
              <a:gd name="connsiteX8" fmla="*/ 777387 w 858706"/>
              <a:gd name="connsiteY8" fmla="*/ 0 h 800178"/>
              <a:gd name="connsiteX9" fmla="*/ 171725 w 858706"/>
              <a:gd name="connsiteY9" fmla="*/ 0 h 800178"/>
              <a:gd name="connsiteX10" fmla="*/ 91099 w 858706"/>
              <a:gd name="connsiteY10" fmla="*/ 71510 h 8001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58706" h="800178">
                <a:moveTo>
                  <a:pt x="91099" y="71510"/>
                </a:moveTo>
                <a:cubicBezTo>
                  <a:pt x="78507" y="169929"/>
                  <a:pt x="50477" y="265741"/>
                  <a:pt x="8044" y="355406"/>
                </a:cubicBezTo>
                <a:cubicBezTo>
                  <a:pt x="-9725" y="392466"/>
                  <a:pt x="2787" y="436974"/>
                  <a:pt x="37253" y="459311"/>
                </a:cubicBezTo>
                <a:lnTo>
                  <a:pt x="546863" y="787257"/>
                </a:lnTo>
                <a:cubicBezTo>
                  <a:pt x="584665" y="811561"/>
                  <a:pt x="634985" y="800577"/>
                  <a:pt x="659257" y="762724"/>
                </a:cubicBezTo>
                <a:cubicBezTo>
                  <a:pt x="660376" y="760979"/>
                  <a:pt x="661428" y="759191"/>
                  <a:pt x="662411" y="757366"/>
                </a:cubicBezTo>
                <a:cubicBezTo>
                  <a:pt x="773074" y="550120"/>
                  <a:pt x="839811" y="322227"/>
                  <a:pt x="858442" y="87958"/>
                </a:cubicBezTo>
                <a:cubicBezTo>
                  <a:pt x="862032" y="43118"/>
                  <a:pt x="828640" y="3854"/>
                  <a:pt x="783860" y="260"/>
                </a:cubicBezTo>
                <a:cubicBezTo>
                  <a:pt x="781707" y="88"/>
                  <a:pt x="779548" y="1"/>
                  <a:pt x="777387" y="0"/>
                </a:cubicBezTo>
                <a:lnTo>
                  <a:pt x="171725" y="0"/>
                </a:lnTo>
                <a:cubicBezTo>
                  <a:pt x="130706" y="117"/>
                  <a:pt x="96168" y="30750"/>
                  <a:pt x="91099" y="7151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FC952894-2F6A-B07B-0C31-69940176DD01}"/>
              </a:ext>
            </a:extLst>
          </p:cNvPr>
          <p:cNvSpPr/>
          <p:nvPr/>
        </p:nvSpPr>
        <p:spPr>
          <a:xfrm>
            <a:off x="7032251" y="2555068"/>
            <a:ext cx="1034237" cy="964922"/>
          </a:xfrm>
          <a:custGeom>
            <a:avLst/>
            <a:gdLst>
              <a:gd name="connsiteX0" fmla="*/ 8384 w 862537"/>
              <a:gd name="connsiteY0" fmla="*/ 450895 h 804729"/>
              <a:gd name="connsiteX1" fmla="*/ 95009 w 862537"/>
              <a:gd name="connsiteY1" fmla="*/ 733646 h 804729"/>
              <a:gd name="connsiteX2" fmla="*/ 176492 w 862537"/>
              <a:gd name="connsiteY2" fmla="*/ 804728 h 804729"/>
              <a:gd name="connsiteX3" fmla="*/ 782226 w 862537"/>
              <a:gd name="connsiteY3" fmla="*/ 797577 h 804729"/>
              <a:gd name="connsiteX4" fmla="*/ 862533 w 862537"/>
              <a:gd name="connsiteY4" fmla="*/ 715529 h 804729"/>
              <a:gd name="connsiteX5" fmla="*/ 862209 w 862537"/>
              <a:gd name="connsiteY5" fmla="*/ 709047 h 804729"/>
              <a:gd name="connsiteX6" fmla="*/ 658108 w 862537"/>
              <a:gd name="connsiteY6" fmla="*/ 42070 h 804729"/>
              <a:gd name="connsiteX7" fmla="*/ 547687 w 862537"/>
              <a:gd name="connsiteY7" fmla="*/ 10147 h 804729"/>
              <a:gd name="connsiteX8" fmla="*/ 542203 w 862537"/>
              <a:gd name="connsiteY8" fmla="*/ 13466 h 804729"/>
              <a:gd name="connsiteX9" fmla="*/ 36164 w 862537"/>
              <a:gd name="connsiteY9" fmla="*/ 347062 h 804729"/>
              <a:gd name="connsiteX10" fmla="*/ 8384 w 862537"/>
              <a:gd name="connsiteY10" fmla="*/ 450895 h 804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62537" h="804729">
                <a:moveTo>
                  <a:pt x="8384" y="450895"/>
                </a:moveTo>
                <a:cubicBezTo>
                  <a:pt x="51928" y="539997"/>
                  <a:pt x="81162" y="635421"/>
                  <a:pt x="95009" y="733646"/>
                </a:cubicBezTo>
                <a:cubicBezTo>
                  <a:pt x="100346" y="774545"/>
                  <a:pt x="135302" y="805039"/>
                  <a:pt x="176492" y="804728"/>
                </a:cubicBezTo>
                <a:lnTo>
                  <a:pt x="782226" y="797577"/>
                </a:lnTo>
                <a:cubicBezTo>
                  <a:pt x="827028" y="797126"/>
                  <a:pt x="862983" y="760392"/>
                  <a:pt x="862533" y="715529"/>
                </a:cubicBezTo>
                <a:cubicBezTo>
                  <a:pt x="862511" y="713365"/>
                  <a:pt x="862404" y="711202"/>
                  <a:pt x="862209" y="709047"/>
                </a:cubicBezTo>
                <a:cubicBezTo>
                  <a:pt x="840802" y="475013"/>
                  <a:pt x="771314" y="247937"/>
                  <a:pt x="658108" y="42070"/>
                </a:cubicBezTo>
                <a:cubicBezTo>
                  <a:pt x="636420" y="2721"/>
                  <a:pt x="586982" y="-11571"/>
                  <a:pt x="547687" y="10147"/>
                </a:cubicBezTo>
                <a:cubicBezTo>
                  <a:pt x="545816" y="11181"/>
                  <a:pt x="543987" y="12288"/>
                  <a:pt x="542203" y="13466"/>
                </a:cubicBezTo>
                <a:lnTo>
                  <a:pt x="36164" y="347062"/>
                </a:lnTo>
                <a:cubicBezTo>
                  <a:pt x="2227" y="369811"/>
                  <a:pt x="-9650" y="414203"/>
                  <a:pt x="8384" y="450895"/>
                </a:cubicBezTo>
                <a:close/>
              </a:path>
            </a:pathLst>
          </a:custGeom>
          <a:solidFill>
            <a:srgbClr val="D8DBE8"/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C203B4E8-C718-B550-6D7E-F900D142A357}"/>
              </a:ext>
            </a:extLst>
          </p:cNvPr>
          <p:cNvSpPr/>
          <p:nvPr/>
        </p:nvSpPr>
        <p:spPr>
          <a:xfrm>
            <a:off x="7018108" y="2533253"/>
            <a:ext cx="1034064" cy="964874"/>
          </a:xfrm>
          <a:custGeom>
            <a:avLst/>
            <a:gdLst>
              <a:gd name="connsiteX0" fmla="*/ 8395 w 862393"/>
              <a:gd name="connsiteY0" fmla="*/ 451068 h 804689"/>
              <a:gd name="connsiteX1" fmla="*/ 95021 w 862393"/>
              <a:gd name="connsiteY1" fmla="*/ 733892 h 804689"/>
              <a:gd name="connsiteX2" fmla="*/ 176504 w 862393"/>
              <a:gd name="connsiteY2" fmla="*/ 804687 h 804689"/>
              <a:gd name="connsiteX3" fmla="*/ 782237 w 862393"/>
              <a:gd name="connsiteY3" fmla="*/ 797536 h 804689"/>
              <a:gd name="connsiteX4" fmla="*/ 862387 w 862393"/>
              <a:gd name="connsiteY4" fmla="*/ 715192 h 804689"/>
              <a:gd name="connsiteX5" fmla="*/ 862078 w 862393"/>
              <a:gd name="connsiteY5" fmla="*/ 709078 h 804689"/>
              <a:gd name="connsiteX6" fmla="*/ 657977 w 862393"/>
              <a:gd name="connsiteY6" fmla="*/ 42101 h 804689"/>
              <a:gd name="connsiteX7" fmla="*/ 547683 w 862393"/>
              <a:gd name="connsiteY7" fmla="*/ 10100 h 804689"/>
              <a:gd name="connsiteX8" fmla="*/ 542072 w 862393"/>
              <a:gd name="connsiteY8" fmla="*/ 13497 h 804689"/>
              <a:gd name="connsiteX9" fmla="*/ 36318 w 862393"/>
              <a:gd name="connsiteY9" fmla="*/ 347164 h 804689"/>
              <a:gd name="connsiteX10" fmla="*/ 8395 w 862393"/>
              <a:gd name="connsiteY10" fmla="*/ 451068 h 8046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62393" h="804689">
                <a:moveTo>
                  <a:pt x="8395" y="451068"/>
                </a:moveTo>
                <a:cubicBezTo>
                  <a:pt x="51908" y="540209"/>
                  <a:pt x="81140" y="635651"/>
                  <a:pt x="95021" y="733892"/>
                </a:cubicBezTo>
                <a:cubicBezTo>
                  <a:pt x="100489" y="774677"/>
                  <a:pt x="135409" y="805017"/>
                  <a:pt x="176504" y="804687"/>
                </a:cubicBezTo>
                <a:lnTo>
                  <a:pt x="782237" y="797536"/>
                </a:lnTo>
                <a:cubicBezTo>
                  <a:pt x="827078" y="796960"/>
                  <a:pt x="862962" y="760093"/>
                  <a:pt x="862387" y="715192"/>
                </a:cubicBezTo>
                <a:cubicBezTo>
                  <a:pt x="862361" y="713151"/>
                  <a:pt x="862258" y="711111"/>
                  <a:pt x="862078" y="709078"/>
                </a:cubicBezTo>
                <a:cubicBezTo>
                  <a:pt x="840670" y="475044"/>
                  <a:pt x="771183" y="247968"/>
                  <a:pt x="657977" y="42101"/>
                </a:cubicBezTo>
                <a:cubicBezTo>
                  <a:pt x="636345" y="2766"/>
                  <a:pt x="586964" y="-11561"/>
                  <a:pt x="547683" y="10100"/>
                </a:cubicBezTo>
                <a:cubicBezTo>
                  <a:pt x="545768" y="11156"/>
                  <a:pt x="543896" y="12290"/>
                  <a:pt x="542072" y="13497"/>
                </a:cubicBezTo>
                <a:lnTo>
                  <a:pt x="36318" y="347164"/>
                </a:lnTo>
                <a:cubicBezTo>
                  <a:pt x="2264" y="369856"/>
                  <a:pt x="-9687" y="414328"/>
                  <a:pt x="8395" y="451068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2C328831-4559-9050-B758-B06B4687A6CE}"/>
              </a:ext>
            </a:extLst>
          </p:cNvPr>
          <p:cNvSpPr/>
          <p:nvPr/>
        </p:nvSpPr>
        <p:spPr>
          <a:xfrm>
            <a:off x="6562978" y="1751717"/>
            <a:ext cx="1095267" cy="1109583"/>
          </a:xfrm>
          <a:custGeom>
            <a:avLst/>
            <a:gdLst>
              <a:gd name="connsiteX0" fmla="*/ 39537 w 913435"/>
              <a:gd name="connsiteY0" fmla="*/ 706832 h 925374"/>
              <a:gd name="connsiteX1" fmla="*/ 265848 w 913435"/>
              <a:gd name="connsiteY1" fmla="*/ 896907 h 925374"/>
              <a:gd name="connsiteX2" fmla="*/ 372612 w 913435"/>
              <a:gd name="connsiteY2" fmla="*/ 911852 h 925374"/>
              <a:gd name="connsiteX3" fmla="*/ 877080 w 913435"/>
              <a:gd name="connsiteY3" fmla="*/ 575754 h 925374"/>
              <a:gd name="connsiteX4" fmla="*/ 899916 w 913435"/>
              <a:gd name="connsiteY4" fmla="*/ 463065 h 925374"/>
              <a:gd name="connsiteX5" fmla="*/ 896148 w 913435"/>
              <a:gd name="connsiteY5" fmla="*/ 457833 h 925374"/>
              <a:gd name="connsiteX6" fmla="*/ 362542 w 913435"/>
              <a:gd name="connsiteY6" fmla="*/ 9678 h 925374"/>
              <a:gd name="connsiteX7" fmla="*/ 252424 w 913435"/>
              <a:gd name="connsiteY7" fmla="*/ 42987 h 925374"/>
              <a:gd name="connsiteX8" fmla="*/ 249637 w 913435"/>
              <a:gd name="connsiteY8" fmla="*/ 48723 h 925374"/>
              <a:gd name="connsiteX9" fmla="*/ 6829 w 913435"/>
              <a:gd name="connsiteY9" fmla="*/ 604215 h 925374"/>
              <a:gd name="connsiteX10" fmla="*/ 39537 w 913435"/>
              <a:gd name="connsiteY10" fmla="*/ 706832 h 9253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3435" h="925374">
                <a:moveTo>
                  <a:pt x="39537" y="706832"/>
                </a:moveTo>
                <a:cubicBezTo>
                  <a:pt x="124484" y="757883"/>
                  <a:pt x="200859" y="822029"/>
                  <a:pt x="265848" y="896907"/>
                </a:cubicBezTo>
                <a:cubicBezTo>
                  <a:pt x="292589" y="928118"/>
                  <a:pt x="338348" y="934524"/>
                  <a:pt x="372612" y="911852"/>
                </a:cubicBezTo>
                <a:lnTo>
                  <a:pt x="877080" y="575754"/>
                </a:lnTo>
                <a:cubicBezTo>
                  <a:pt x="914462" y="550950"/>
                  <a:pt x="924686" y="500497"/>
                  <a:pt x="899916" y="463065"/>
                </a:cubicBezTo>
                <a:cubicBezTo>
                  <a:pt x="898729" y="461272"/>
                  <a:pt x="897472" y="459526"/>
                  <a:pt x="896148" y="457833"/>
                </a:cubicBezTo>
                <a:cubicBezTo>
                  <a:pt x="750961" y="273282"/>
                  <a:pt x="569305" y="120715"/>
                  <a:pt x="362542" y="9678"/>
                </a:cubicBezTo>
                <a:cubicBezTo>
                  <a:pt x="322949" y="-11573"/>
                  <a:pt x="273647" y="3340"/>
                  <a:pt x="252424" y="42987"/>
                </a:cubicBezTo>
                <a:cubicBezTo>
                  <a:pt x="251421" y="44862"/>
                  <a:pt x="250491" y="46775"/>
                  <a:pt x="249637" y="48723"/>
                </a:cubicBezTo>
                <a:lnTo>
                  <a:pt x="6829" y="604215"/>
                </a:lnTo>
                <a:cubicBezTo>
                  <a:pt x="-9569" y="641791"/>
                  <a:pt x="4431" y="685717"/>
                  <a:pt x="39537" y="706832"/>
                </a:cubicBezTo>
                <a:close/>
              </a:path>
            </a:pathLst>
          </a:custGeom>
          <a:solidFill>
            <a:srgbClr val="D8DBE8"/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A8B0BF9A-1194-02A9-67DF-6F501E8B7FD2}"/>
              </a:ext>
            </a:extLst>
          </p:cNvPr>
          <p:cNvSpPr/>
          <p:nvPr/>
        </p:nvSpPr>
        <p:spPr>
          <a:xfrm>
            <a:off x="6539430" y="1741342"/>
            <a:ext cx="1095639" cy="1109795"/>
          </a:xfrm>
          <a:custGeom>
            <a:avLst/>
            <a:gdLst>
              <a:gd name="connsiteX0" fmla="*/ 39537 w 913745"/>
              <a:gd name="connsiteY0" fmla="*/ 706832 h 925551"/>
              <a:gd name="connsiteX1" fmla="*/ 265848 w 913745"/>
              <a:gd name="connsiteY1" fmla="*/ 896978 h 925551"/>
              <a:gd name="connsiteX2" fmla="*/ 372969 w 913745"/>
              <a:gd name="connsiteY2" fmla="*/ 911924 h 925551"/>
              <a:gd name="connsiteX3" fmla="*/ 877437 w 913745"/>
              <a:gd name="connsiteY3" fmla="*/ 575825 h 925551"/>
              <a:gd name="connsiteX4" fmla="*/ 900195 w 913745"/>
              <a:gd name="connsiteY4" fmla="*/ 463120 h 925551"/>
              <a:gd name="connsiteX5" fmla="*/ 896433 w 913745"/>
              <a:gd name="connsiteY5" fmla="*/ 457905 h 925551"/>
              <a:gd name="connsiteX6" fmla="*/ 362542 w 913745"/>
              <a:gd name="connsiteY6" fmla="*/ 9678 h 925551"/>
              <a:gd name="connsiteX7" fmla="*/ 252424 w 913745"/>
              <a:gd name="connsiteY7" fmla="*/ 42987 h 925551"/>
              <a:gd name="connsiteX8" fmla="*/ 249637 w 913745"/>
              <a:gd name="connsiteY8" fmla="*/ 48723 h 925551"/>
              <a:gd name="connsiteX9" fmla="*/ 6829 w 913745"/>
              <a:gd name="connsiteY9" fmla="*/ 604215 h 925551"/>
              <a:gd name="connsiteX10" fmla="*/ 39537 w 913745"/>
              <a:gd name="connsiteY10" fmla="*/ 706832 h 9255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3745" h="925551">
                <a:moveTo>
                  <a:pt x="39537" y="706832"/>
                </a:moveTo>
                <a:cubicBezTo>
                  <a:pt x="124485" y="757910"/>
                  <a:pt x="200860" y="822080"/>
                  <a:pt x="265848" y="896978"/>
                </a:cubicBezTo>
                <a:cubicBezTo>
                  <a:pt x="292663" y="928332"/>
                  <a:pt x="338616" y="934743"/>
                  <a:pt x="372969" y="911924"/>
                </a:cubicBezTo>
                <a:lnTo>
                  <a:pt x="877437" y="575825"/>
                </a:lnTo>
                <a:cubicBezTo>
                  <a:pt x="914802" y="550995"/>
                  <a:pt x="924991" y="500536"/>
                  <a:pt x="900195" y="463120"/>
                </a:cubicBezTo>
                <a:cubicBezTo>
                  <a:pt x="899010" y="461333"/>
                  <a:pt x="897755" y="459593"/>
                  <a:pt x="896433" y="457905"/>
                </a:cubicBezTo>
                <a:cubicBezTo>
                  <a:pt x="751203" y="273265"/>
                  <a:pt x="569439" y="120666"/>
                  <a:pt x="362542" y="9678"/>
                </a:cubicBezTo>
                <a:cubicBezTo>
                  <a:pt x="322948" y="-11573"/>
                  <a:pt x="273646" y="3340"/>
                  <a:pt x="252424" y="42987"/>
                </a:cubicBezTo>
                <a:cubicBezTo>
                  <a:pt x="251420" y="44862"/>
                  <a:pt x="250490" y="46775"/>
                  <a:pt x="249637" y="48723"/>
                </a:cubicBezTo>
                <a:lnTo>
                  <a:pt x="6829" y="604215"/>
                </a:lnTo>
                <a:cubicBezTo>
                  <a:pt x="-9569" y="641791"/>
                  <a:pt x="4431" y="685717"/>
                  <a:pt x="39537" y="706832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0DF0F7D1-E48E-0A6E-29B5-FA81E54FABF7}"/>
              </a:ext>
            </a:extLst>
          </p:cNvPr>
          <p:cNvSpPr/>
          <p:nvPr/>
        </p:nvSpPr>
        <p:spPr>
          <a:xfrm>
            <a:off x="3950429" y="3640031"/>
            <a:ext cx="1029532" cy="958842"/>
          </a:xfrm>
          <a:custGeom>
            <a:avLst/>
            <a:gdLst>
              <a:gd name="connsiteX0" fmla="*/ 686889 w 858613"/>
              <a:gd name="connsiteY0" fmla="*/ 0 h 799659"/>
              <a:gd name="connsiteX1" fmla="*/ 81227 w 858613"/>
              <a:gd name="connsiteY1" fmla="*/ 0 h 799659"/>
              <a:gd name="connsiteX2" fmla="*/ 0 w 858613"/>
              <a:gd name="connsiteY2" fmla="*/ 81421 h 799659"/>
              <a:gd name="connsiteX3" fmla="*/ 243 w 858613"/>
              <a:gd name="connsiteY3" fmla="*/ 87672 h 799659"/>
              <a:gd name="connsiteX4" fmla="*/ 196275 w 858613"/>
              <a:gd name="connsiteY4" fmla="*/ 757080 h 799659"/>
              <a:gd name="connsiteX5" fmla="*/ 306352 w 858613"/>
              <a:gd name="connsiteY5" fmla="*/ 789820 h 799659"/>
              <a:gd name="connsiteX6" fmla="*/ 311751 w 858613"/>
              <a:gd name="connsiteY6" fmla="*/ 786613 h 799659"/>
              <a:gd name="connsiteX7" fmla="*/ 821361 w 858613"/>
              <a:gd name="connsiteY7" fmla="*/ 458739 h 799659"/>
              <a:gd name="connsiteX8" fmla="*/ 850570 w 858613"/>
              <a:gd name="connsiteY8" fmla="*/ 354834 h 799659"/>
              <a:gd name="connsiteX9" fmla="*/ 767515 w 858613"/>
              <a:gd name="connsiteY9" fmla="*/ 71510 h 799659"/>
              <a:gd name="connsiteX10" fmla="*/ 686889 w 858613"/>
              <a:gd name="connsiteY10" fmla="*/ 0 h 7996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58613" h="799659">
                <a:moveTo>
                  <a:pt x="686889" y="0"/>
                </a:moveTo>
                <a:lnTo>
                  <a:pt x="81227" y="0"/>
                </a:lnTo>
                <a:cubicBezTo>
                  <a:pt x="36343" y="23"/>
                  <a:pt x="-23" y="36477"/>
                  <a:pt x="0" y="81421"/>
                </a:cubicBezTo>
                <a:cubicBezTo>
                  <a:pt x="1" y="83507"/>
                  <a:pt x="82" y="85592"/>
                  <a:pt x="243" y="87672"/>
                </a:cubicBezTo>
                <a:cubicBezTo>
                  <a:pt x="18840" y="321947"/>
                  <a:pt x="85579" y="549847"/>
                  <a:pt x="196275" y="757080"/>
                </a:cubicBezTo>
                <a:cubicBezTo>
                  <a:pt x="217643" y="796559"/>
                  <a:pt x="266927" y="811217"/>
                  <a:pt x="306352" y="789820"/>
                </a:cubicBezTo>
                <a:cubicBezTo>
                  <a:pt x="308193" y="788821"/>
                  <a:pt x="309994" y="787751"/>
                  <a:pt x="311751" y="786613"/>
                </a:cubicBezTo>
                <a:lnTo>
                  <a:pt x="821361" y="458739"/>
                </a:lnTo>
                <a:cubicBezTo>
                  <a:pt x="855827" y="436402"/>
                  <a:pt x="868338" y="391894"/>
                  <a:pt x="850570" y="354834"/>
                </a:cubicBezTo>
                <a:cubicBezTo>
                  <a:pt x="808194" y="265348"/>
                  <a:pt x="780166" y="169734"/>
                  <a:pt x="767515" y="71510"/>
                </a:cubicBezTo>
                <a:cubicBezTo>
                  <a:pt x="762446" y="30750"/>
                  <a:pt x="727908" y="117"/>
                  <a:pt x="686889" y="0"/>
                </a:cubicBezTo>
                <a:close/>
              </a:path>
            </a:pathLst>
          </a:custGeom>
          <a:solidFill>
            <a:srgbClr val="D8DBE8"/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DF3B9437-5B9D-4187-DB8A-0638C4C80A67}"/>
              </a:ext>
            </a:extLst>
          </p:cNvPr>
          <p:cNvSpPr/>
          <p:nvPr/>
        </p:nvSpPr>
        <p:spPr>
          <a:xfrm>
            <a:off x="3950429" y="3614308"/>
            <a:ext cx="1029532" cy="958842"/>
          </a:xfrm>
          <a:custGeom>
            <a:avLst/>
            <a:gdLst>
              <a:gd name="connsiteX0" fmla="*/ 686889 w 858613"/>
              <a:gd name="connsiteY0" fmla="*/ 0 h 799659"/>
              <a:gd name="connsiteX1" fmla="*/ 81227 w 858613"/>
              <a:gd name="connsiteY1" fmla="*/ 0 h 799659"/>
              <a:gd name="connsiteX2" fmla="*/ 0 w 858613"/>
              <a:gd name="connsiteY2" fmla="*/ 81421 h 799659"/>
              <a:gd name="connsiteX3" fmla="*/ 243 w 858613"/>
              <a:gd name="connsiteY3" fmla="*/ 87672 h 799659"/>
              <a:gd name="connsiteX4" fmla="*/ 196275 w 858613"/>
              <a:gd name="connsiteY4" fmla="*/ 757080 h 799659"/>
              <a:gd name="connsiteX5" fmla="*/ 306352 w 858613"/>
              <a:gd name="connsiteY5" fmla="*/ 789820 h 799659"/>
              <a:gd name="connsiteX6" fmla="*/ 311751 w 858613"/>
              <a:gd name="connsiteY6" fmla="*/ 786613 h 799659"/>
              <a:gd name="connsiteX7" fmla="*/ 821361 w 858613"/>
              <a:gd name="connsiteY7" fmla="*/ 458739 h 799659"/>
              <a:gd name="connsiteX8" fmla="*/ 850570 w 858613"/>
              <a:gd name="connsiteY8" fmla="*/ 354834 h 799659"/>
              <a:gd name="connsiteX9" fmla="*/ 767515 w 858613"/>
              <a:gd name="connsiteY9" fmla="*/ 71510 h 799659"/>
              <a:gd name="connsiteX10" fmla="*/ 686889 w 858613"/>
              <a:gd name="connsiteY10" fmla="*/ 0 h 7996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58613" h="799659">
                <a:moveTo>
                  <a:pt x="686889" y="0"/>
                </a:moveTo>
                <a:lnTo>
                  <a:pt x="81227" y="0"/>
                </a:lnTo>
                <a:cubicBezTo>
                  <a:pt x="36343" y="23"/>
                  <a:pt x="-23" y="36477"/>
                  <a:pt x="0" y="81421"/>
                </a:cubicBezTo>
                <a:cubicBezTo>
                  <a:pt x="1" y="83507"/>
                  <a:pt x="82" y="85592"/>
                  <a:pt x="243" y="87672"/>
                </a:cubicBezTo>
                <a:cubicBezTo>
                  <a:pt x="18840" y="321947"/>
                  <a:pt x="85579" y="549847"/>
                  <a:pt x="196275" y="757080"/>
                </a:cubicBezTo>
                <a:cubicBezTo>
                  <a:pt x="217643" y="796559"/>
                  <a:pt x="266927" y="811217"/>
                  <a:pt x="306352" y="789820"/>
                </a:cubicBezTo>
                <a:cubicBezTo>
                  <a:pt x="308193" y="788821"/>
                  <a:pt x="309994" y="787751"/>
                  <a:pt x="311751" y="786613"/>
                </a:cubicBezTo>
                <a:lnTo>
                  <a:pt x="821361" y="458739"/>
                </a:lnTo>
                <a:cubicBezTo>
                  <a:pt x="855827" y="436402"/>
                  <a:pt x="868338" y="391894"/>
                  <a:pt x="850570" y="354834"/>
                </a:cubicBezTo>
                <a:cubicBezTo>
                  <a:pt x="808194" y="265348"/>
                  <a:pt x="780166" y="169734"/>
                  <a:pt x="767515" y="71510"/>
                </a:cubicBezTo>
                <a:cubicBezTo>
                  <a:pt x="762446" y="30750"/>
                  <a:pt x="727908" y="117"/>
                  <a:pt x="686889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CA85A3AC-09F5-3ABA-4F05-017DC89A67E3}"/>
              </a:ext>
            </a:extLst>
          </p:cNvPr>
          <p:cNvSpPr/>
          <p:nvPr/>
        </p:nvSpPr>
        <p:spPr>
          <a:xfrm>
            <a:off x="3950059" y="2550411"/>
            <a:ext cx="1013726" cy="968127"/>
          </a:xfrm>
          <a:custGeom>
            <a:avLst/>
            <a:gdLst>
              <a:gd name="connsiteX0" fmla="*/ 805101 w 845431"/>
              <a:gd name="connsiteY0" fmla="*/ 316907 h 807402"/>
              <a:gd name="connsiteX1" fmla="*/ 281994 w 845431"/>
              <a:gd name="connsiteY1" fmla="*/ 11129 h 807402"/>
              <a:gd name="connsiteX2" fmla="*/ 170825 w 845431"/>
              <a:gd name="connsiteY2" fmla="*/ 40336 h 807402"/>
              <a:gd name="connsiteX3" fmla="*/ 167731 w 845431"/>
              <a:gd name="connsiteY3" fmla="*/ 46169 h 807402"/>
              <a:gd name="connsiteX4" fmla="*/ 51 w 845431"/>
              <a:gd name="connsiteY4" fmla="*/ 723228 h 807402"/>
              <a:gd name="connsiteX5" fmla="*/ 78336 w 845431"/>
              <a:gd name="connsiteY5" fmla="*/ 807352 h 807402"/>
              <a:gd name="connsiteX6" fmla="*/ 84748 w 845431"/>
              <a:gd name="connsiteY6" fmla="*/ 807324 h 807402"/>
              <a:gd name="connsiteX7" fmla="*/ 689982 w 845431"/>
              <a:gd name="connsiteY7" fmla="*/ 781366 h 807402"/>
              <a:gd name="connsiteX8" fmla="*/ 767466 w 845431"/>
              <a:gd name="connsiteY8" fmla="*/ 706352 h 807402"/>
              <a:gd name="connsiteX9" fmla="*/ 838880 w 845431"/>
              <a:gd name="connsiteY9" fmla="*/ 419238 h 807402"/>
              <a:gd name="connsiteX10" fmla="*/ 805101 w 845431"/>
              <a:gd name="connsiteY10" fmla="*/ 316907 h 8074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45431" h="807402">
                <a:moveTo>
                  <a:pt x="805101" y="316907"/>
                </a:moveTo>
                <a:lnTo>
                  <a:pt x="281994" y="11129"/>
                </a:lnTo>
                <a:cubicBezTo>
                  <a:pt x="243241" y="-11546"/>
                  <a:pt x="193469" y="1531"/>
                  <a:pt x="170825" y="40336"/>
                </a:cubicBezTo>
                <a:cubicBezTo>
                  <a:pt x="169715" y="42238"/>
                  <a:pt x="168683" y="44183"/>
                  <a:pt x="167731" y="46169"/>
                </a:cubicBezTo>
                <a:cubicBezTo>
                  <a:pt x="65826" y="257868"/>
                  <a:pt x="8738" y="488380"/>
                  <a:pt x="51" y="723228"/>
                </a:cubicBezTo>
                <a:cubicBezTo>
                  <a:pt x="-1530" y="768105"/>
                  <a:pt x="33520" y="805768"/>
                  <a:pt x="78336" y="807352"/>
                </a:cubicBezTo>
                <a:cubicBezTo>
                  <a:pt x="80473" y="807427"/>
                  <a:pt x="82612" y="807418"/>
                  <a:pt x="84748" y="807324"/>
                </a:cubicBezTo>
                <a:lnTo>
                  <a:pt x="689982" y="781366"/>
                </a:lnTo>
                <a:cubicBezTo>
                  <a:pt x="731008" y="779510"/>
                  <a:pt x="764230" y="747347"/>
                  <a:pt x="767466" y="706352"/>
                </a:cubicBezTo>
                <a:cubicBezTo>
                  <a:pt x="776079" y="607488"/>
                  <a:pt x="800179" y="510598"/>
                  <a:pt x="838880" y="419238"/>
                </a:cubicBezTo>
                <a:cubicBezTo>
                  <a:pt x="854989" y="381478"/>
                  <a:pt x="840510" y="337615"/>
                  <a:pt x="805101" y="316907"/>
                </a:cubicBezTo>
                <a:close/>
              </a:path>
            </a:pathLst>
          </a:custGeom>
          <a:solidFill>
            <a:srgbClr val="D8DBE8"/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17" name="Freeform 16">
            <a:extLst>
              <a:ext uri="{FF2B5EF4-FFF2-40B4-BE49-F238E27FC236}">
                <a16:creationId xmlns:a16="http://schemas.microsoft.com/office/drawing/2014/main" id="{FF2B406A-1244-04D9-E554-3A3F83F57004}"/>
              </a:ext>
            </a:extLst>
          </p:cNvPr>
          <p:cNvSpPr/>
          <p:nvPr/>
        </p:nvSpPr>
        <p:spPr>
          <a:xfrm>
            <a:off x="3963078" y="2528185"/>
            <a:ext cx="1013944" cy="968141"/>
          </a:xfrm>
          <a:custGeom>
            <a:avLst/>
            <a:gdLst>
              <a:gd name="connsiteX0" fmla="*/ 805027 w 845613"/>
              <a:gd name="connsiteY0" fmla="*/ 316851 h 807414"/>
              <a:gd name="connsiteX1" fmla="*/ 281991 w 845613"/>
              <a:gd name="connsiteY1" fmla="*/ 11144 h 807414"/>
              <a:gd name="connsiteX2" fmla="*/ 170811 w 845613"/>
              <a:gd name="connsiteY2" fmla="*/ 40309 h 807414"/>
              <a:gd name="connsiteX3" fmla="*/ 167729 w 845613"/>
              <a:gd name="connsiteY3" fmla="*/ 46113 h 807414"/>
              <a:gd name="connsiteX4" fmla="*/ 49 w 845613"/>
              <a:gd name="connsiteY4" fmla="*/ 723244 h 807414"/>
              <a:gd name="connsiteX5" fmla="*/ 78482 w 845613"/>
              <a:gd name="connsiteY5" fmla="*/ 807367 h 807414"/>
              <a:gd name="connsiteX6" fmla="*/ 84746 w 845613"/>
              <a:gd name="connsiteY6" fmla="*/ 807340 h 807414"/>
              <a:gd name="connsiteX7" fmla="*/ 689979 w 845613"/>
              <a:gd name="connsiteY7" fmla="*/ 781382 h 807414"/>
              <a:gd name="connsiteX8" fmla="*/ 767606 w 845613"/>
              <a:gd name="connsiteY8" fmla="*/ 706368 h 807414"/>
              <a:gd name="connsiteX9" fmla="*/ 839020 w 845613"/>
              <a:gd name="connsiteY9" fmla="*/ 419540 h 807414"/>
              <a:gd name="connsiteX10" fmla="*/ 805027 w 845613"/>
              <a:gd name="connsiteY10" fmla="*/ 316851 h 807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45613" h="807414">
                <a:moveTo>
                  <a:pt x="805027" y="316851"/>
                </a:moveTo>
                <a:lnTo>
                  <a:pt x="281991" y="11144"/>
                </a:lnTo>
                <a:cubicBezTo>
                  <a:pt x="243247" y="-11545"/>
                  <a:pt x="193470" y="1513"/>
                  <a:pt x="170811" y="40309"/>
                </a:cubicBezTo>
                <a:cubicBezTo>
                  <a:pt x="169706" y="42202"/>
                  <a:pt x="168678" y="44138"/>
                  <a:pt x="167729" y="46113"/>
                </a:cubicBezTo>
                <a:cubicBezTo>
                  <a:pt x="65862" y="257851"/>
                  <a:pt x="8776" y="488379"/>
                  <a:pt x="49" y="723244"/>
                </a:cubicBezTo>
                <a:cubicBezTo>
                  <a:pt x="-1491" y="768162"/>
                  <a:pt x="33625" y="805825"/>
                  <a:pt x="78482" y="807367"/>
                </a:cubicBezTo>
                <a:cubicBezTo>
                  <a:pt x="80569" y="807438"/>
                  <a:pt x="82659" y="807430"/>
                  <a:pt x="84746" y="807340"/>
                </a:cubicBezTo>
                <a:lnTo>
                  <a:pt x="689979" y="781382"/>
                </a:lnTo>
                <a:cubicBezTo>
                  <a:pt x="731020" y="779502"/>
                  <a:pt x="764270" y="747371"/>
                  <a:pt x="767606" y="706368"/>
                </a:cubicBezTo>
                <a:cubicBezTo>
                  <a:pt x="776239" y="607599"/>
                  <a:pt x="800338" y="510806"/>
                  <a:pt x="839020" y="419540"/>
                </a:cubicBezTo>
                <a:cubicBezTo>
                  <a:pt x="855236" y="381627"/>
                  <a:pt x="840648" y="337558"/>
                  <a:pt x="805027" y="316851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F7EFE6DD-6EA6-DD5C-D3B8-A3FA10DF8516}"/>
              </a:ext>
            </a:extLst>
          </p:cNvPr>
          <p:cNvSpPr/>
          <p:nvPr/>
        </p:nvSpPr>
        <p:spPr>
          <a:xfrm>
            <a:off x="4328902" y="1746705"/>
            <a:ext cx="1095190" cy="1109886"/>
          </a:xfrm>
          <a:custGeom>
            <a:avLst/>
            <a:gdLst>
              <a:gd name="connsiteX0" fmla="*/ 906566 w 913371"/>
              <a:gd name="connsiteY0" fmla="*/ 605320 h 925627"/>
              <a:gd name="connsiteX1" fmla="*/ 665330 w 913371"/>
              <a:gd name="connsiteY1" fmla="*/ 49042 h 925627"/>
              <a:gd name="connsiteX2" fmla="*/ 558447 w 913371"/>
              <a:gd name="connsiteY2" fmla="*/ 6730 h 925627"/>
              <a:gd name="connsiteX3" fmla="*/ 552567 w 913371"/>
              <a:gd name="connsiteY3" fmla="*/ 9568 h 925627"/>
              <a:gd name="connsiteX4" fmla="*/ 17462 w 913371"/>
              <a:gd name="connsiteY4" fmla="*/ 456293 h 925627"/>
              <a:gd name="connsiteX5" fmla="*/ 30851 w 913371"/>
              <a:gd name="connsiteY5" fmla="*/ 570393 h 925627"/>
              <a:gd name="connsiteX6" fmla="*/ 36101 w 913371"/>
              <a:gd name="connsiteY6" fmla="*/ 574213 h 925627"/>
              <a:gd name="connsiteX7" fmla="*/ 539427 w 913371"/>
              <a:gd name="connsiteY7" fmla="*/ 911742 h 925627"/>
              <a:gd name="connsiteX8" fmla="*/ 646548 w 913371"/>
              <a:gd name="connsiteY8" fmla="*/ 897440 h 925627"/>
              <a:gd name="connsiteX9" fmla="*/ 873502 w 913371"/>
              <a:gd name="connsiteY9" fmla="*/ 708081 h 925627"/>
              <a:gd name="connsiteX10" fmla="*/ 906566 w 913371"/>
              <a:gd name="connsiteY10" fmla="*/ 605320 h 9256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3371" h="925627">
                <a:moveTo>
                  <a:pt x="906566" y="605320"/>
                </a:moveTo>
                <a:lnTo>
                  <a:pt x="665330" y="49042"/>
                </a:lnTo>
                <a:cubicBezTo>
                  <a:pt x="647483" y="7803"/>
                  <a:pt x="599630" y="-11140"/>
                  <a:pt x="558447" y="6730"/>
                </a:cubicBezTo>
                <a:cubicBezTo>
                  <a:pt x="556450" y="7597"/>
                  <a:pt x="554489" y="8544"/>
                  <a:pt x="552567" y="9568"/>
                </a:cubicBezTo>
                <a:cubicBezTo>
                  <a:pt x="345377" y="119984"/>
                  <a:pt x="163202" y="272071"/>
                  <a:pt x="17462" y="456293"/>
                </a:cubicBezTo>
                <a:cubicBezTo>
                  <a:pt x="-10306" y="491503"/>
                  <a:pt x="-4312" y="542587"/>
                  <a:pt x="30851" y="570393"/>
                </a:cubicBezTo>
                <a:cubicBezTo>
                  <a:pt x="32549" y="571736"/>
                  <a:pt x="34301" y="573010"/>
                  <a:pt x="36101" y="574213"/>
                </a:cubicBezTo>
                <a:lnTo>
                  <a:pt x="539427" y="911742"/>
                </a:lnTo>
                <a:cubicBezTo>
                  <a:pt x="573617" y="934748"/>
                  <a:pt x="619572" y="928612"/>
                  <a:pt x="646548" y="897440"/>
                </a:cubicBezTo>
                <a:cubicBezTo>
                  <a:pt x="711791" y="822769"/>
                  <a:pt x="788382" y="758865"/>
                  <a:pt x="873502" y="708081"/>
                </a:cubicBezTo>
                <a:cubicBezTo>
                  <a:pt x="908814" y="687069"/>
                  <a:pt x="922986" y="643023"/>
                  <a:pt x="906566" y="605320"/>
                </a:cubicBezTo>
                <a:close/>
              </a:path>
            </a:pathLst>
          </a:custGeom>
          <a:solidFill>
            <a:srgbClr val="D8DBE8"/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19" name="Freeform 18">
            <a:extLst>
              <a:ext uri="{FF2B5EF4-FFF2-40B4-BE49-F238E27FC236}">
                <a16:creationId xmlns:a16="http://schemas.microsoft.com/office/drawing/2014/main" id="{4790A83E-555D-A7AB-905F-037BE1D8324C}"/>
              </a:ext>
            </a:extLst>
          </p:cNvPr>
          <p:cNvSpPr/>
          <p:nvPr/>
        </p:nvSpPr>
        <p:spPr>
          <a:xfrm>
            <a:off x="4352327" y="1736519"/>
            <a:ext cx="1095191" cy="1109841"/>
          </a:xfrm>
          <a:custGeom>
            <a:avLst/>
            <a:gdLst>
              <a:gd name="connsiteX0" fmla="*/ 906670 w 913372"/>
              <a:gd name="connsiteY0" fmla="*/ 605234 h 925589"/>
              <a:gd name="connsiteX1" fmla="*/ 665433 w 913372"/>
              <a:gd name="connsiteY1" fmla="*/ 48956 h 925589"/>
              <a:gd name="connsiteX2" fmla="*/ 558384 w 913372"/>
              <a:gd name="connsiteY2" fmla="*/ 6792 h 925589"/>
              <a:gd name="connsiteX3" fmla="*/ 552670 w 913372"/>
              <a:gd name="connsiteY3" fmla="*/ 9553 h 925589"/>
              <a:gd name="connsiteX4" fmla="*/ 17566 w 913372"/>
              <a:gd name="connsiteY4" fmla="*/ 456207 h 925589"/>
              <a:gd name="connsiteX5" fmla="*/ 30767 w 913372"/>
              <a:gd name="connsiteY5" fmla="*/ 570430 h 925589"/>
              <a:gd name="connsiteX6" fmla="*/ 35919 w 913372"/>
              <a:gd name="connsiteY6" fmla="*/ 574199 h 925589"/>
              <a:gd name="connsiteX7" fmla="*/ 539245 w 913372"/>
              <a:gd name="connsiteY7" fmla="*/ 911727 h 925589"/>
              <a:gd name="connsiteX8" fmla="*/ 646366 w 913372"/>
              <a:gd name="connsiteY8" fmla="*/ 897425 h 925589"/>
              <a:gd name="connsiteX9" fmla="*/ 873319 w 913372"/>
              <a:gd name="connsiteY9" fmla="*/ 707923 h 925589"/>
              <a:gd name="connsiteX10" fmla="*/ 906670 w 913372"/>
              <a:gd name="connsiteY10" fmla="*/ 605234 h 9255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3372" h="925589">
                <a:moveTo>
                  <a:pt x="906670" y="605234"/>
                </a:moveTo>
                <a:lnTo>
                  <a:pt x="665433" y="48956"/>
                </a:lnTo>
                <a:cubicBezTo>
                  <a:pt x="647500" y="7712"/>
                  <a:pt x="599572" y="-11165"/>
                  <a:pt x="558384" y="6792"/>
                </a:cubicBezTo>
                <a:cubicBezTo>
                  <a:pt x="556444" y="7638"/>
                  <a:pt x="554538" y="8559"/>
                  <a:pt x="552670" y="9553"/>
                </a:cubicBezTo>
                <a:cubicBezTo>
                  <a:pt x="345484" y="119943"/>
                  <a:pt x="163308" y="272006"/>
                  <a:pt x="17566" y="456207"/>
                </a:cubicBezTo>
                <a:cubicBezTo>
                  <a:pt x="-10288" y="491399"/>
                  <a:pt x="-4378" y="542539"/>
                  <a:pt x="30767" y="570430"/>
                </a:cubicBezTo>
                <a:cubicBezTo>
                  <a:pt x="32434" y="571753"/>
                  <a:pt x="34153" y="573011"/>
                  <a:pt x="35919" y="574199"/>
                </a:cubicBezTo>
                <a:lnTo>
                  <a:pt x="539245" y="911727"/>
                </a:lnTo>
                <a:cubicBezTo>
                  <a:pt x="573442" y="934700"/>
                  <a:pt x="619374" y="928568"/>
                  <a:pt x="646366" y="897425"/>
                </a:cubicBezTo>
                <a:cubicBezTo>
                  <a:pt x="711580" y="822685"/>
                  <a:pt x="788175" y="758730"/>
                  <a:pt x="873319" y="707923"/>
                </a:cubicBezTo>
                <a:cubicBezTo>
                  <a:pt x="908674" y="686987"/>
                  <a:pt x="922963" y="642990"/>
                  <a:pt x="906670" y="605234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pic>
        <p:nvPicPr>
          <p:cNvPr id="20" name="Picture 2" descr="THE NEW TELSTRA LOGO PNG 2023">
            <a:extLst>
              <a:ext uri="{FF2B5EF4-FFF2-40B4-BE49-F238E27FC236}">
                <a16:creationId xmlns:a16="http://schemas.microsoft.com/office/drawing/2014/main" id="{68F38228-3348-35A1-4177-6A26FE5347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08341" y="2968208"/>
            <a:ext cx="679177" cy="2650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4">
            <a:extLst>
              <a:ext uri="{FF2B5EF4-FFF2-40B4-BE49-F238E27FC236}">
                <a16:creationId xmlns:a16="http://schemas.microsoft.com/office/drawing/2014/main" id="{D83D7E7A-26AD-FC8D-A9BC-C0489638A0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2332" y="2030857"/>
            <a:ext cx="481305" cy="421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6" descr="Download Hexaware Technologies Logo in SVG Vector or PNG File Format - Logo .wine">
            <a:extLst>
              <a:ext uri="{FF2B5EF4-FFF2-40B4-BE49-F238E27FC236}">
                <a16:creationId xmlns:a16="http://schemas.microsoft.com/office/drawing/2014/main" id="{40E8EB9F-CB8D-EB09-18F3-6269445810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87359" y="3721017"/>
            <a:ext cx="774465" cy="5163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10" descr="Reliance Industries Limited Logo Logo and symbol, meaning, history, PNG">
            <a:extLst>
              <a:ext uri="{FF2B5EF4-FFF2-40B4-BE49-F238E27FC236}">
                <a16:creationId xmlns:a16="http://schemas.microsoft.com/office/drawing/2014/main" id="{FF86B2E7-1755-1593-1251-C7F830A2FC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63133" y="4600137"/>
            <a:ext cx="662012" cy="416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34" descr="E&amp;Y Ernst &amp; Young logo transparent PNG - StickPNG">
            <a:extLst>
              <a:ext uri="{FF2B5EF4-FFF2-40B4-BE49-F238E27FC236}">
                <a16:creationId xmlns:a16="http://schemas.microsoft.com/office/drawing/2014/main" id="{C67E71A9-C016-29B4-DB06-DC43143911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7066" y="3755408"/>
            <a:ext cx="468648" cy="4686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Picture 2">
            <a:extLst>
              <a:ext uri="{FF2B5EF4-FFF2-40B4-BE49-F238E27FC236}">
                <a16:creationId xmlns:a16="http://schemas.microsoft.com/office/drawing/2014/main" id="{BB38C393-C5B3-CEDF-CECF-8820EC1F54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4568" y="4640178"/>
            <a:ext cx="790145" cy="3308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Freeform 25">
            <a:extLst>
              <a:ext uri="{FF2B5EF4-FFF2-40B4-BE49-F238E27FC236}">
                <a16:creationId xmlns:a16="http://schemas.microsoft.com/office/drawing/2014/main" id="{750A24F8-134C-DB02-ECDE-E075DC3274AA}"/>
              </a:ext>
            </a:extLst>
          </p:cNvPr>
          <p:cNvSpPr/>
          <p:nvPr/>
        </p:nvSpPr>
        <p:spPr>
          <a:xfrm rot="10800000">
            <a:off x="5367882" y="1525028"/>
            <a:ext cx="1227636" cy="948080"/>
          </a:xfrm>
          <a:custGeom>
            <a:avLst/>
            <a:gdLst>
              <a:gd name="connsiteX0" fmla="*/ 512026 w 1023829"/>
              <a:gd name="connsiteY0" fmla="*/ 24595 h 790684"/>
              <a:gd name="connsiteX1" fmla="*/ 304926 w 1023829"/>
              <a:gd name="connsiteY1" fmla="*/ 1855 h 790684"/>
              <a:gd name="connsiteX2" fmla="*/ 211445 w 1023829"/>
              <a:gd name="connsiteY2" fmla="*/ 53628 h 790684"/>
              <a:gd name="connsiteX3" fmla="*/ 4915 w 1023829"/>
              <a:gd name="connsiteY3" fmla="*/ 624066 h 790684"/>
              <a:gd name="connsiteX4" fmla="*/ 53399 w 1023829"/>
              <a:gd name="connsiteY4" fmla="*/ 728188 h 790684"/>
              <a:gd name="connsiteX5" fmla="*/ 59404 w 1023829"/>
              <a:gd name="connsiteY5" fmla="*/ 730116 h 790684"/>
              <a:gd name="connsiteX6" fmla="*/ 964362 w 1023829"/>
              <a:gd name="connsiteY6" fmla="*/ 730116 h 790684"/>
              <a:gd name="connsiteX7" fmla="*/ 1020859 w 1023829"/>
              <a:gd name="connsiteY7" fmla="*/ 630126 h 790684"/>
              <a:gd name="connsiteX8" fmla="*/ 1018923 w 1023829"/>
              <a:gd name="connsiteY8" fmla="*/ 624066 h 790684"/>
              <a:gd name="connsiteX9" fmla="*/ 812393 w 1023829"/>
              <a:gd name="connsiteY9" fmla="*/ 53628 h 790684"/>
              <a:gd name="connsiteX10" fmla="*/ 718912 w 1023829"/>
              <a:gd name="connsiteY10" fmla="*/ 1855 h 790684"/>
              <a:gd name="connsiteX11" fmla="*/ 512026 w 1023829"/>
              <a:gd name="connsiteY11" fmla="*/ 24595 h 7906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23829" h="790684">
                <a:moveTo>
                  <a:pt x="512026" y="24595"/>
                </a:moveTo>
                <a:cubicBezTo>
                  <a:pt x="442369" y="24637"/>
                  <a:pt x="372918" y="17011"/>
                  <a:pt x="304926" y="1855"/>
                </a:cubicBezTo>
                <a:cubicBezTo>
                  <a:pt x="265214" y="-6765"/>
                  <a:pt x="225259" y="15363"/>
                  <a:pt x="211445" y="53628"/>
                </a:cubicBezTo>
                <a:lnTo>
                  <a:pt x="4915" y="624066"/>
                </a:lnTo>
                <a:cubicBezTo>
                  <a:pt x="-10410" y="666225"/>
                  <a:pt x="11297" y="712842"/>
                  <a:pt x="53399" y="728188"/>
                </a:cubicBezTo>
                <a:cubicBezTo>
                  <a:pt x="55375" y="728908"/>
                  <a:pt x="57378" y="729551"/>
                  <a:pt x="59404" y="730116"/>
                </a:cubicBezTo>
                <a:cubicBezTo>
                  <a:pt x="355666" y="810874"/>
                  <a:pt x="668100" y="810874"/>
                  <a:pt x="964362" y="730116"/>
                </a:cubicBezTo>
                <a:cubicBezTo>
                  <a:pt x="1007537" y="718127"/>
                  <a:pt x="1032832" y="673360"/>
                  <a:pt x="1020859" y="630126"/>
                </a:cubicBezTo>
                <a:cubicBezTo>
                  <a:pt x="1020293" y="628082"/>
                  <a:pt x="1019647" y="626060"/>
                  <a:pt x="1018923" y="624066"/>
                </a:cubicBezTo>
                <a:lnTo>
                  <a:pt x="812393" y="53628"/>
                </a:lnTo>
                <a:cubicBezTo>
                  <a:pt x="798579" y="15363"/>
                  <a:pt x="758624" y="-6765"/>
                  <a:pt x="718912" y="1855"/>
                </a:cubicBezTo>
                <a:cubicBezTo>
                  <a:pt x="650989" y="16995"/>
                  <a:pt x="581612" y="24621"/>
                  <a:pt x="512026" y="24595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pic>
        <p:nvPicPr>
          <p:cNvPr id="27" name="Picture 8" descr="Download Capgemini Logo in SVG Vector or PNG File Format - Logo.wine">
            <a:extLst>
              <a:ext uri="{FF2B5EF4-FFF2-40B4-BE49-F238E27FC236}">
                <a16:creationId xmlns:a16="http://schemas.microsoft.com/office/drawing/2014/main" id="{04C45291-0B8F-4409-795E-F12C2F5480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93660" y="4829938"/>
            <a:ext cx="1038630" cy="6924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2" descr="A picture containing text, tableware, cup, clipart  Description automatically generated">
            <a:extLst>
              <a:ext uri="{FF2B5EF4-FFF2-40B4-BE49-F238E27FC236}">
                <a16:creationId xmlns:a16="http://schemas.microsoft.com/office/drawing/2014/main" id="{102524F2-3194-731A-E093-2466E23867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18841" y="3045508"/>
            <a:ext cx="736700" cy="1616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7706A700-66A7-4763-2844-4D80EF0B5D2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7049" y="2143286"/>
            <a:ext cx="341881" cy="341881"/>
          </a:xfrm>
          <a:prstGeom prst="rect">
            <a:avLst/>
          </a:prstGeom>
        </p:spPr>
      </p:pic>
      <p:sp>
        <p:nvSpPr>
          <p:cNvPr id="30" name="Rectangle 29">
            <a:extLst>
              <a:ext uri="{FF2B5EF4-FFF2-40B4-BE49-F238E27FC236}">
                <a16:creationId xmlns:a16="http://schemas.microsoft.com/office/drawing/2014/main" id="{69976A39-BBF8-0883-EF40-75CDE77A2BBC}"/>
              </a:ext>
            </a:extLst>
          </p:cNvPr>
          <p:cNvSpPr/>
          <p:nvPr/>
        </p:nvSpPr>
        <p:spPr>
          <a:xfrm>
            <a:off x="4738721" y="3187195"/>
            <a:ext cx="2530488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u="none" strike="noStrike" kern="0" cap="none" spc="0" normalizeH="0" baseline="0" noProof="0" err="1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Playfair Display" pitchFamily="2" charset="77"/>
                <a:cs typeface="Poppins" pitchFamily="2" charset="77"/>
                <a:sym typeface="Calibri"/>
              </a:rPr>
              <a:t>iMocha</a:t>
            </a:r>
            <a:endParaRPr lang="en-IN" sz="2000" kern="0">
              <a:solidFill>
                <a:schemeClr val="accent2"/>
              </a:solidFill>
              <a:latin typeface="Playfair Display" pitchFamily="2" charset="77"/>
              <a:cs typeface="Poppins" pitchFamily="2" charset="77"/>
              <a:sym typeface="Calibri"/>
            </a:endParaRPr>
          </a:p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i="1" u="none" strike="noStrike" kern="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Playfair Display" pitchFamily="2" charset="77"/>
                <a:cs typeface="Poppins" pitchFamily="2" charset="77"/>
                <a:sym typeface="Calibri"/>
              </a:rPr>
              <a:t>Customers</a:t>
            </a:r>
            <a:r>
              <a:rPr kumimoji="0" lang="en-IN" sz="2000" i="1" u="none" strike="noStrike" kern="0" cap="none" spc="0" normalizeH="0" baseline="3000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Playfair Display" pitchFamily="2" charset="77"/>
                <a:cs typeface="Poppins" pitchFamily="2" charset="77"/>
                <a:sym typeface="Calibri"/>
              </a:rPr>
              <a:t>*</a:t>
            </a:r>
            <a:r>
              <a:rPr kumimoji="0" lang="en-IN" sz="2000" u="none" strike="noStrike" kern="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Playfair Display" pitchFamily="2" charset="77"/>
                <a:cs typeface="Poppins" pitchFamily="2" charset="77"/>
                <a:sym typeface="Calibri"/>
              </a:rPr>
              <a:t> </a:t>
            </a:r>
            <a:endParaRPr kumimoji="0" lang="en-US" sz="2000" u="none" strike="noStrike" kern="0" cap="none" spc="0" normalizeH="0" baseline="0" noProof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Playfair Display" pitchFamily="2" charset="77"/>
              <a:cs typeface="Poppins" pitchFamily="2" charset="77"/>
              <a:sym typeface="Calibri"/>
            </a:endParaRPr>
          </a:p>
        </p:txBody>
      </p:sp>
      <p:pic>
        <p:nvPicPr>
          <p:cNvPr id="31" name="Picture 34" descr="Logo  Description automatically generated">
            <a:extLst>
              <a:ext uri="{FF2B5EF4-FFF2-40B4-BE49-F238E27FC236}">
                <a16:creationId xmlns:a16="http://schemas.microsoft.com/office/drawing/2014/main" id="{D5E08B62-16BC-8408-4454-C21411BC3FD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432685" y="1733211"/>
            <a:ext cx="1098550" cy="454938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1C2D3685-370A-80C0-7639-FF505B1E8558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BD14F60-377D-068B-6DBD-724A58737341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cxnSp>
        <p:nvCxnSpPr>
          <p:cNvPr id="41" name="Elbow Connector 40">
            <a:extLst>
              <a:ext uri="{FF2B5EF4-FFF2-40B4-BE49-F238E27FC236}">
                <a16:creationId xmlns:a16="http://schemas.microsoft.com/office/drawing/2014/main" id="{545147AD-B6DD-8BD9-0EC1-ABA9BCF00B8D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2770070" y="1907632"/>
            <a:ext cx="164780" cy="2313213"/>
          </a:xfrm>
          <a:prstGeom prst="bentConnector2">
            <a:avLst/>
          </a:prstGeom>
          <a:ln w="9525"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Rectangle 49">
            <a:extLst>
              <a:ext uri="{FF2B5EF4-FFF2-40B4-BE49-F238E27FC236}">
                <a16:creationId xmlns:a16="http://schemas.microsoft.com/office/drawing/2014/main" id="{039D9C2E-EDA9-9C8E-950C-DD766DF03765}"/>
              </a:ext>
            </a:extLst>
          </p:cNvPr>
          <p:cNvSpPr/>
          <p:nvPr/>
        </p:nvSpPr>
        <p:spPr>
          <a:xfrm>
            <a:off x="388236" y="4202135"/>
            <a:ext cx="3380533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End to End Skills based Decision with Integrated </a:t>
            </a:r>
            <a:r>
              <a:rPr kumimoji="0" lang="en-IN" sz="11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Campus Hiring + FTP + TA +TD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49F61686-1D57-B22F-8278-32082A973A2F}"/>
              </a:ext>
            </a:extLst>
          </p:cNvPr>
          <p:cNvSpPr/>
          <p:nvPr/>
        </p:nvSpPr>
        <p:spPr>
          <a:xfrm>
            <a:off x="497162" y="1985271"/>
            <a:ext cx="3005067" cy="430887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Experiential learning creates project ready skilled talent </a:t>
            </a:r>
            <a:r>
              <a:rPr kumimoji="0" lang="en-IN" sz="1100" b="1" i="0" u="none" strike="noStrike" kern="0" cap="none" spc="0" normalizeH="0" baseline="0" noProof="0">
                <a:ln>
                  <a:noFill/>
                </a:ln>
                <a:solidFill>
                  <a:srgbClr val="491AEB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(TD)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75AB6A6C-7887-1DD5-AACA-BFF18AC39857}"/>
              </a:ext>
            </a:extLst>
          </p:cNvPr>
          <p:cNvSpPr/>
          <p:nvPr/>
        </p:nvSpPr>
        <p:spPr>
          <a:xfrm>
            <a:off x="485330" y="3139361"/>
            <a:ext cx="2862603" cy="430887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Quantifiable upskilling of talent from 2G &amp; 3G to 5G skills</a:t>
            </a:r>
            <a:r>
              <a:rPr kumimoji="0" lang="en-IN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ea typeface="+mj-lt"/>
                <a:cs typeface="Poppins" pitchFamily="2" charset="77"/>
                <a:sym typeface="Calibri"/>
              </a:rPr>
              <a:t> </a:t>
            </a:r>
            <a:r>
              <a:rPr kumimoji="0" lang="en-IN" sz="1100" b="1" i="0" u="none" strike="noStrike" kern="0" cap="none" spc="0" normalizeH="0" baseline="0" noProof="0">
                <a:ln>
                  <a:noFill/>
                </a:ln>
                <a:solidFill>
                  <a:srgbClr val="491AEB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(TD)</a:t>
            </a:r>
            <a:endParaRPr kumimoji="0" lang="en-US" sz="1100" b="1" i="0" u="none" strike="noStrike" kern="0" cap="none" spc="0" normalizeH="0" baseline="0" noProof="0">
              <a:ln>
                <a:noFill/>
              </a:ln>
              <a:solidFill>
                <a:srgbClr val="491AEB"/>
              </a:solidFill>
              <a:effectLst/>
              <a:uLnTx/>
              <a:uFillTx/>
              <a:latin typeface="Poppins" pitchFamily="2" charset="77"/>
              <a:cs typeface="Poppins" pitchFamily="2" charset="77"/>
              <a:sym typeface="Calibri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3033E333-3D6A-FC72-4027-BD1C7E33ADCE}"/>
              </a:ext>
            </a:extLst>
          </p:cNvPr>
          <p:cNvSpPr/>
          <p:nvPr/>
        </p:nvSpPr>
        <p:spPr>
          <a:xfrm>
            <a:off x="7572152" y="5294132"/>
            <a:ext cx="3573011" cy="430887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Developing talent, with product skills integrated with skill taxonomy &amp; career pathways </a:t>
            </a:r>
            <a:r>
              <a:rPr kumimoji="0" lang="en-IN" sz="1100" b="1" i="0" u="none" strike="noStrike" kern="0" cap="none" spc="0" normalizeH="0" baseline="0" noProof="0">
                <a:ln>
                  <a:noFill/>
                </a:ln>
                <a:solidFill>
                  <a:srgbClr val="491AEB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(TD)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 pitchFamily="2" charset="77"/>
              <a:cs typeface="Poppins" pitchFamily="2" charset="77"/>
              <a:sym typeface="Calibri"/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BB3DCD6D-C573-9D36-54E7-AF57DCFDE92B}"/>
              </a:ext>
            </a:extLst>
          </p:cNvPr>
          <p:cNvSpPr/>
          <p:nvPr/>
        </p:nvSpPr>
        <p:spPr>
          <a:xfrm>
            <a:off x="4448393" y="5905520"/>
            <a:ext cx="3295215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 Powering skills-based talent decisions across 15+ countries </a:t>
            </a:r>
            <a:r>
              <a:rPr kumimoji="0" lang="en-US" sz="11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(TA+TD)</a:t>
            </a:r>
            <a:endParaRPr kumimoji="0" lang="en-IN" sz="11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Poppins" pitchFamily="2" charset="77"/>
              <a:cs typeface="Poppins" pitchFamily="2" charset="77"/>
              <a:sym typeface="Calibri"/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B30B8681-922A-CC24-44E9-179100EA4318}"/>
              </a:ext>
            </a:extLst>
          </p:cNvPr>
          <p:cNvSpPr/>
          <p:nvPr/>
        </p:nvSpPr>
        <p:spPr>
          <a:xfrm>
            <a:off x="807178" y="5276482"/>
            <a:ext cx="3870414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Largest Campus Hiring by India’s No.1 Conglomerate – Attract, Engage, Assess, Screen, Offer </a:t>
            </a:r>
            <a:r>
              <a:rPr kumimoji="0" lang="en-US" sz="1100" b="1" i="0" u="none" strike="noStrike" kern="0" cap="none" spc="0" normalizeH="0" baseline="0" noProof="0">
                <a:ln>
                  <a:noFill/>
                </a:ln>
                <a:solidFill>
                  <a:srgbClr val="FD5B0E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(TA)</a:t>
            </a:r>
            <a:endParaRPr kumimoji="0" lang="en-IN" sz="1100" b="1" i="0" u="none" strike="noStrike" kern="0" cap="none" spc="0" normalizeH="0" baseline="0" noProof="0">
              <a:ln>
                <a:noFill/>
              </a:ln>
              <a:solidFill>
                <a:srgbClr val="FD5B0E"/>
              </a:solidFill>
              <a:effectLst/>
              <a:uLnTx/>
              <a:uFillTx/>
              <a:latin typeface="Poppins" pitchFamily="2" charset="77"/>
              <a:cs typeface="Poppins" pitchFamily="2" charset="77"/>
              <a:sym typeface="Calibri"/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06A21F72-258C-D7FF-6ABB-8303D444F4E8}"/>
              </a:ext>
            </a:extLst>
          </p:cNvPr>
          <p:cNvSpPr/>
          <p:nvPr/>
        </p:nvSpPr>
        <p:spPr>
          <a:xfrm>
            <a:off x="8771992" y="4179793"/>
            <a:ext cx="2669121" cy="430887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Building a dynamic job-ready consulting workforce </a:t>
            </a:r>
            <a:r>
              <a:rPr kumimoji="0" lang="en-US" sz="1100" b="1" i="0" u="none" strike="noStrike" kern="0" cap="none" spc="0" normalizeH="0" baseline="0" noProof="0">
                <a:ln>
                  <a:noFill/>
                </a:ln>
                <a:solidFill>
                  <a:srgbClr val="FD5B0E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(TA)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 pitchFamily="2" charset="77"/>
              <a:cs typeface="Poppins" pitchFamily="2" charset="77"/>
              <a:sym typeface="Calibri"/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081B811F-A84B-0585-22BB-185646E72836}"/>
              </a:ext>
            </a:extLst>
          </p:cNvPr>
          <p:cNvSpPr/>
          <p:nvPr/>
        </p:nvSpPr>
        <p:spPr>
          <a:xfrm>
            <a:off x="8862032" y="3149494"/>
            <a:ext cx="2844638" cy="430887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Democratised learning &amp; benchmarking for skill readiness </a:t>
            </a:r>
            <a:r>
              <a:rPr kumimoji="0" lang="en-IN" sz="1100" b="1" i="0" u="none" strike="noStrike" kern="0" cap="none" spc="0" normalizeH="0" baseline="0" noProof="0">
                <a:ln>
                  <a:noFill/>
                </a:ln>
                <a:solidFill>
                  <a:srgbClr val="491AEB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(TD)</a:t>
            </a:r>
            <a:endParaRPr kumimoji="0" lang="en-US" sz="1100" b="1" i="0" u="none" strike="noStrike" kern="0" cap="none" spc="0" normalizeH="0" baseline="0" noProof="0">
              <a:ln>
                <a:noFill/>
              </a:ln>
              <a:solidFill>
                <a:srgbClr val="491AEB"/>
              </a:solidFill>
              <a:effectLst/>
              <a:uLnTx/>
              <a:uFillTx/>
              <a:latin typeface="Poppins" pitchFamily="2" charset="77"/>
              <a:cs typeface="Poppins" pitchFamily="2" charset="77"/>
              <a:sym typeface="Calibri"/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90B7C547-E1B7-A6FF-7D2D-A4AA34EF9385}"/>
              </a:ext>
            </a:extLst>
          </p:cNvPr>
          <p:cNvSpPr/>
          <p:nvPr/>
        </p:nvSpPr>
        <p:spPr>
          <a:xfrm>
            <a:off x="8947956" y="2013466"/>
            <a:ext cx="2494991" cy="430887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Skills validation by integrating with LXP, LMS </a:t>
            </a:r>
            <a:r>
              <a:rPr kumimoji="0" lang="en-IN" sz="1100" b="1" i="0" u="none" strike="noStrike" kern="0" cap="none" spc="0" normalizeH="0" baseline="0" noProof="0">
                <a:ln>
                  <a:noFill/>
                </a:ln>
                <a:solidFill>
                  <a:srgbClr val="491AEB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(TD)</a:t>
            </a:r>
            <a:r>
              <a:rPr kumimoji="0" lang="en-IN" sz="1100" b="0" i="0" u="none" strike="noStrike" kern="0" cap="none" spc="0" normalizeH="0" baseline="0" noProof="0">
                <a:ln>
                  <a:noFill/>
                </a:ln>
                <a:solidFill>
                  <a:srgbClr val="491AEB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 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491AEB"/>
              </a:solidFill>
              <a:effectLst/>
              <a:uLnTx/>
              <a:uFillTx/>
              <a:latin typeface="Poppins" pitchFamily="2" charset="77"/>
              <a:cs typeface="Poppins" pitchFamily="2" charset="77"/>
              <a:sym typeface="Calibri"/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2AA4420E-7EF0-0529-A7C4-D82975E22156}"/>
              </a:ext>
            </a:extLst>
          </p:cNvPr>
          <p:cNvSpPr/>
          <p:nvPr/>
        </p:nvSpPr>
        <p:spPr>
          <a:xfrm>
            <a:off x="4530627" y="778370"/>
            <a:ext cx="2949645" cy="430887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Skills consulting to build </a:t>
            </a:r>
            <a:r>
              <a:rPr kumimoji="0" lang="en-IN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ea typeface="+mj-lt"/>
                <a:cs typeface="Poppins" pitchFamily="2" charset="77"/>
                <a:sym typeface="Calibri"/>
              </a:rPr>
              <a:t>bench strength in next-gen digital skills </a:t>
            </a:r>
            <a:r>
              <a:rPr kumimoji="0" lang="en-IN" sz="1100" b="1" i="0" u="none" strike="noStrike" kern="0" cap="none" spc="0" normalizeH="0" baseline="0" noProof="0">
                <a:ln>
                  <a:noFill/>
                </a:ln>
                <a:solidFill>
                  <a:srgbClr val="491AEB"/>
                </a:solidFill>
                <a:effectLst/>
                <a:uLnTx/>
                <a:uFillTx/>
                <a:latin typeface="Poppins" pitchFamily="2" charset="77"/>
                <a:ea typeface="+mj-lt"/>
                <a:cs typeface="Poppins" pitchFamily="2" charset="77"/>
                <a:sym typeface="Calibri"/>
              </a:rPr>
              <a:t>(TD)</a:t>
            </a:r>
            <a:endParaRPr kumimoji="0" lang="en-US" sz="1100" b="1" i="0" u="none" strike="noStrike" kern="0" cap="none" spc="0" normalizeH="0" baseline="0" noProof="0">
              <a:ln>
                <a:noFill/>
              </a:ln>
              <a:solidFill>
                <a:srgbClr val="491AEB"/>
              </a:solidFill>
              <a:effectLst/>
              <a:uLnTx/>
              <a:uFillTx/>
              <a:latin typeface="Poppins" pitchFamily="2" charset="77"/>
              <a:ea typeface="+mj-lt"/>
              <a:cs typeface="Poppins" pitchFamily="2" charset="77"/>
              <a:sym typeface="Calibri"/>
            </a:endParaRP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FBB7F85F-3E74-5883-C7E5-F097DCD994A0}"/>
              </a:ext>
            </a:extLst>
          </p:cNvPr>
          <p:cNvSpPr/>
          <p:nvPr/>
        </p:nvSpPr>
        <p:spPr>
          <a:xfrm rot="5400000">
            <a:off x="3411777" y="2183519"/>
            <a:ext cx="308202" cy="45719"/>
          </a:xfrm>
          <a:prstGeom prst="rect">
            <a:avLst/>
          </a:prstGeom>
          <a:solidFill>
            <a:srgbClr val="4F16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 panose="020B0502040204020203" pitchFamily="34" charset="0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492826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DA8F547-192C-F73A-9BA6-9F2C531A5015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F5CD3E-2843-EA2A-E2B3-C9673A21F1EC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8A6EC4-C8CB-C46A-3986-5FBEA81F97A4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grpSp>
        <p:nvGrpSpPr>
          <p:cNvPr id="576" name="Google Shape;7651;p67">
            <a:extLst>
              <a:ext uri="{FF2B5EF4-FFF2-40B4-BE49-F238E27FC236}">
                <a16:creationId xmlns:a16="http://schemas.microsoft.com/office/drawing/2014/main" id="{D1EF692C-EBCF-F26A-8052-8760C5C6A80B}"/>
              </a:ext>
            </a:extLst>
          </p:cNvPr>
          <p:cNvGrpSpPr/>
          <p:nvPr/>
        </p:nvGrpSpPr>
        <p:grpSpPr>
          <a:xfrm>
            <a:off x="6584901" y="2302157"/>
            <a:ext cx="4521999" cy="2621262"/>
            <a:chOff x="1397225" y="1410350"/>
            <a:chExt cx="4786300" cy="2774500"/>
          </a:xfrm>
          <a:solidFill>
            <a:schemeClr val="accent2"/>
          </a:solidFill>
        </p:grpSpPr>
        <p:grpSp>
          <p:nvGrpSpPr>
            <p:cNvPr id="577" name="Google Shape;7652;p67">
              <a:extLst>
                <a:ext uri="{FF2B5EF4-FFF2-40B4-BE49-F238E27FC236}">
                  <a16:creationId xmlns:a16="http://schemas.microsoft.com/office/drawing/2014/main" id="{C0542078-63E4-451C-6DA4-BBE0015207C3}"/>
                </a:ext>
              </a:extLst>
            </p:cNvPr>
            <p:cNvGrpSpPr/>
            <p:nvPr/>
          </p:nvGrpSpPr>
          <p:grpSpPr>
            <a:xfrm>
              <a:off x="4293400" y="2574725"/>
              <a:ext cx="84425" cy="80100"/>
              <a:chOff x="4293400" y="2574725"/>
              <a:chExt cx="84425" cy="80100"/>
            </a:xfrm>
            <a:grpFill/>
          </p:grpSpPr>
          <p:sp>
            <p:nvSpPr>
              <p:cNvPr id="832" name="Google Shape;7653;p67">
                <a:extLst>
                  <a:ext uri="{FF2B5EF4-FFF2-40B4-BE49-F238E27FC236}">
                    <a16:creationId xmlns:a16="http://schemas.microsoft.com/office/drawing/2014/main" id="{9FD2B912-51E2-1928-A135-B1712E23F935}"/>
                  </a:ext>
                </a:extLst>
              </p:cNvPr>
              <p:cNvSpPr/>
              <p:nvPr/>
            </p:nvSpPr>
            <p:spPr>
              <a:xfrm>
                <a:off x="4293400" y="2574725"/>
                <a:ext cx="57150" cy="45250"/>
              </a:xfrm>
              <a:custGeom>
                <a:avLst/>
                <a:gdLst/>
                <a:ahLst/>
                <a:cxnLst/>
                <a:rect l="l" t="t" r="r" b="b"/>
                <a:pathLst>
                  <a:path w="2286" h="1810" extrusionOk="0">
                    <a:moveTo>
                      <a:pt x="2286" y="905"/>
                    </a:moveTo>
                    <a:lnTo>
                      <a:pt x="1857" y="476"/>
                    </a:lnTo>
                    <a:lnTo>
                      <a:pt x="0" y="0"/>
                    </a:lnTo>
                    <a:lnTo>
                      <a:pt x="95" y="834"/>
                    </a:lnTo>
                    <a:lnTo>
                      <a:pt x="952" y="1476"/>
                    </a:lnTo>
                    <a:lnTo>
                      <a:pt x="1952" y="18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3" name="Google Shape;7654;p67">
                <a:extLst>
                  <a:ext uri="{FF2B5EF4-FFF2-40B4-BE49-F238E27FC236}">
                    <a16:creationId xmlns:a16="http://schemas.microsoft.com/office/drawing/2014/main" id="{260B0313-DC11-418A-EDAC-0839E08FB02E}"/>
                  </a:ext>
                </a:extLst>
              </p:cNvPr>
              <p:cNvSpPr/>
              <p:nvPr/>
            </p:nvSpPr>
            <p:spPr>
              <a:xfrm>
                <a:off x="4299350" y="2589925"/>
                <a:ext cx="78475" cy="64900"/>
              </a:xfrm>
              <a:custGeom>
                <a:avLst/>
                <a:gdLst/>
                <a:ahLst/>
                <a:cxnLst/>
                <a:rect l="l" t="t" r="r" b="b"/>
                <a:pathLst>
                  <a:path w="3139" h="2596" extrusionOk="0">
                    <a:moveTo>
                      <a:pt x="2009" y="1"/>
                    </a:moveTo>
                    <a:lnTo>
                      <a:pt x="1820" y="252"/>
                    </a:lnTo>
                    <a:lnTo>
                      <a:pt x="1632" y="314"/>
                    </a:lnTo>
                    <a:lnTo>
                      <a:pt x="1590" y="419"/>
                    </a:lnTo>
                    <a:lnTo>
                      <a:pt x="1318" y="398"/>
                    </a:lnTo>
                    <a:lnTo>
                      <a:pt x="1255" y="273"/>
                    </a:lnTo>
                    <a:lnTo>
                      <a:pt x="983" y="63"/>
                    </a:lnTo>
                    <a:lnTo>
                      <a:pt x="837" y="42"/>
                    </a:lnTo>
                    <a:lnTo>
                      <a:pt x="795" y="63"/>
                    </a:lnTo>
                    <a:lnTo>
                      <a:pt x="753" y="252"/>
                    </a:lnTo>
                    <a:lnTo>
                      <a:pt x="900" y="314"/>
                    </a:lnTo>
                    <a:lnTo>
                      <a:pt x="983" y="461"/>
                    </a:lnTo>
                    <a:lnTo>
                      <a:pt x="963" y="670"/>
                    </a:lnTo>
                    <a:lnTo>
                      <a:pt x="753" y="566"/>
                    </a:lnTo>
                    <a:lnTo>
                      <a:pt x="544" y="524"/>
                    </a:lnTo>
                    <a:lnTo>
                      <a:pt x="209" y="356"/>
                    </a:lnTo>
                    <a:lnTo>
                      <a:pt x="0" y="419"/>
                    </a:lnTo>
                    <a:lnTo>
                      <a:pt x="0" y="524"/>
                    </a:lnTo>
                    <a:lnTo>
                      <a:pt x="105" y="628"/>
                    </a:lnTo>
                    <a:lnTo>
                      <a:pt x="314" y="670"/>
                    </a:lnTo>
                    <a:lnTo>
                      <a:pt x="419" y="796"/>
                    </a:lnTo>
                    <a:lnTo>
                      <a:pt x="377" y="921"/>
                    </a:lnTo>
                    <a:lnTo>
                      <a:pt x="377" y="1026"/>
                    </a:lnTo>
                    <a:lnTo>
                      <a:pt x="628" y="1214"/>
                    </a:lnTo>
                    <a:lnTo>
                      <a:pt x="628" y="1340"/>
                    </a:lnTo>
                    <a:lnTo>
                      <a:pt x="544" y="1423"/>
                    </a:lnTo>
                    <a:lnTo>
                      <a:pt x="628" y="1612"/>
                    </a:lnTo>
                    <a:lnTo>
                      <a:pt x="879" y="1737"/>
                    </a:lnTo>
                    <a:lnTo>
                      <a:pt x="1067" y="1737"/>
                    </a:lnTo>
                    <a:lnTo>
                      <a:pt x="1193" y="1863"/>
                    </a:lnTo>
                    <a:lnTo>
                      <a:pt x="1046" y="1884"/>
                    </a:lnTo>
                    <a:lnTo>
                      <a:pt x="1109" y="2051"/>
                    </a:lnTo>
                    <a:lnTo>
                      <a:pt x="1088" y="2093"/>
                    </a:lnTo>
                    <a:lnTo>
                      <a:pt x="1088" y="2239"/>
                    </a:lnTo>
                    <a:lnTo>
                      <a:pt x="1172" y="2260"/>
                    </a:lnTo>
                    <a:lnTo>
                      <a:pt x="1276" y="2198"/>
                    </a:lnTo>
                    <a:lnTo>
                      <a:pt x="1276" y="2156"/>
                    </a:lnTo>
                    <a:lnTo>
                      <a:pt x="1318" y="2093"/>
                    </a:lnTo>
                    <a:lnTo>
                      <a:pt x="1381" y="2072"/>
                    </a:lnTo>
                    <a:lnTo>
                      <a:pt x="1486" y="1946"/>
                    </a:lnTo>
                    <a:lnTo>
                      <a:pt x="1569" y="1926"/>
                    </a:lnTo>
                    <a:lnTo>
                      <a:pt x="1611" y="1821"/>
                    </a:lnTo>
                    <a:lnTo>
                      <a:pt x="1695" y="1821"/>
                    </a:lnTo>
                    <a:lnTo>
                      <a:pt x="1820" y="1737"/>
                    </a:lnTo>
                    <a:lnTo>
                      <a:pt x="1883" y="1737"/>
                    </a:lnTo>
                    <a:lnTo>
                      <a:pt x="1883" y="1758"/>
                    </a:lnTo>
                    <a:lnTo>
                      <a:pt x="1925" y="1758"/>
                    </a:lnTo>
                    <a:lnTo>
                      <a:pt x="1988" y="1863"/>
                    </a:lnTo>
                    <a:lnTo>
                      <a:pt x="2051" y="1946"/>
                    </a:lnTo>
                    <a:lnTo>
                      <a:pt x="2009" y="1988"/>
                    </a:lnTo>
                    <a:lnTo>
                      <a:pt x="2030" y="2051"/>
                    </a:lnTo>
                    <a:lnTo>
                      <a:pt x="2155" y="2135"/>
                    </a:lnTo>
                    <a:lnTo>
                      <a:pt x="1988" y="2260"/>
                    </a:lnTo>
                    <a:lnTo>
                      <a:pt x="2155" y="2470"/>
                    </a:lnTo>
                    <a:lnTo>
                      <a:pt x="2260" y="2511"/>
                    </a:lnTo>
                    <a:lnTo>
                      <a:pt x="2302" y="2574"/>
                    </a:lnTo>
                    <a:lnTo>
                      <a:pt x="2406" y="2595"/>
                    </a:lnTo>
                    <a:lnTo>
                      <a:pt x="2448" y="2574"/>
                    </a:lnTo>
                    <a:lnTo>
                      <a:pt x="2448" y="2365"/>
                    </a:lnTo>
                    <a:lnTo>
                      <a:pt x="2427" y="2302"/>
                    </a:lnTo>
                    <a:lnTo>
                      <a:pt x="2427" y="2198"/>
                    </a:lnTo>
                    <a:lnTo>
                      <a:pt x="2406" y="2072"/>
                    </a:lnTo>
                    <a:lnTo>
                      <a:pt x="2427" y="1967"/>
                    </a:lnTo>
                    <a:lnTo>
                      <a:pt x="2469" y="1946"/>
                    </a:lnTo>
                    <a:lnTo>
                      <a:pt x="2553" y="2030"/>
                    </a:lnTo>
                    <a:lnTo>
                      <a:pt x="2511" y="2135"/>
                    </a:lnTo>
                    <a:lnTo>
                      <a:pt x="2553" y="2198"/>
                    </a:lnTo>
                    <a:lnTo>
                      <a:pt x="2574" y="2135"/>
                    </a:lnTo>
                    <a:lnTo>
                      <a:pt x="2574" y="1946"/>
                    </a:lnTo>
                    <a:lnTo>
                      <a:pt x="2636" y="1884"/>
                    </a:lnTo>
                    <a:lnTo>
                      <a:pt x="2636" y="1779"/>
                    </a:lnTo>
                    <a:lnTo>
                      <a:pt x="2574" y="1737"/>
                    </a:lnTo>
                    <a:lnTo>
                      <a:pt x="2616" y="1633"/>
                    </a:lnTo>
                    <a:lnTo>
                      <a:pt x="2657" y="1549"/>
                    </a:lnTo>
                    <a:lnTo>
                      <a:pt x="2636" y="1444"/>
                    </a:lnTo>
                    <a:lnTo>
                      <a:pt x="2636" y="1298"/>
                    </a:lnTo>
                    <a:lnTo>
                      <a:pt x="2783" y="1151"/>
                    </a:lnTo>
                    <a:lnTo>
                      <a:pt x="2950" y="1130"/>
                    </a:lnTo>
                    <a:lnTo>
                      <a:pt x="3034" y="1089"/>
                    </a:lnTo>
                    <a:lnTo>
                      <a:pt x="3139" y="1089"/>
                    </a:lnTo>
                    <a:lnTo>
                      <a:pt x="3034" y="984"/>
                    </a:lnTo>
                    <a:lnTo>
                      <a:pt x="2888" y="900"/>
                    </a:lnTo>
                    <a:lnTo>
                      <a:pt x="2741" y="921"/>
                    </a:lnTo>
                    <a:lnTo>
                      <a:pt x="2616" y="817"/>
                    </a:lnTo>
                    <a:lnTo>
                      <a:pt x="2574" y="712"/>
                    </a:lnTo>
                    <a:lnTo>
                      <a:pt x="2406" y="586"/>
                    </a:lnTo>
                    <a:lnTo>
                      <a:pt x="2323" y="419"/>
                    </a:lnTo>
                    <a:lnTo>
                      <a:pt x="2323" y="314"/>
                    </a:lnTo>
                    <a:lnTo>
                      <a:pt x="2134" y="84"/>
                    </a:lnTo>
                    <a:lnTo>
                      <a:pt x="2009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578" name="Google Shape;7655;p67">
              <a:extLst>
                <a:ext uri="{FF2B5EF4-FFF2-40B4-BE49-F238E27FC236}">
                  <a16:creationId xmlns:a16="http://schemas.microsoft.com/office/drawing/2014/main" id="{9FFD28CF-25D7-3D88-773B-A08E186F6C13}"/>
                </a:ext>
              </a:extLst>
            </p:cNvPr>
            <p:cNvGrpSpPr/>
            <p:nvPr/>
          </p:nvGrpSpPr>
          <p:grpSpPr>
            <a:xfrm>
              <a:off x="4000175" y="1462675"/>
              <a:ext cx="1917275" cy="1140875"/>
              <a:chOff x="4000175" y="1462675"/>
              <a:chExt cx="1917275" cy="1140875"/>
            </a:xfrm>
            <a:grpFill/>
          </p:grpSpPr>
          <p:sp>
            <p:nvSpPr>
              <p:cNvPr id="824" name="Google Shape;7656;p67">
                <a:extLst>
                  <a:ext uri="{FF2B5EF4-FFF2-40B4-BE49-F238E27FC236}">
                    <a16:creationId xmlns:a16="http://schemas.microsoft.com/office/drawing/2014/main" id="{2B6B7EBD-0952-46F6-C756-D617C611C2C6}"/>
                  </a:ext>
                </a:extLst>
              </p:cNvPr>
              <p:cNvSpPr/>
              <p:nvPr/>
            </p:nvSpPr>
            <p:spPr>
              <a:xfrm>
                <a:off x="4178050" y="2433300"/>
                <a:ext cx="60250" cy="65175"/>
              </a:xfrm>
              <a:custGeom>
                <a:avLst/>
                <a:gdLst/>
                <a:ahLst/>
                <a:cxnLst/>
                <a:rect l="l" t="t" r="r" b="b"/>
                <a:pathLst>
                  <a:path w="2410" h="2607" extrusionOk="0">
                    <a:moveTo>
                      <a:pt x="639" y="2410"/>
                    </a:moveTo>
                    <a:lnTo>
                      <a:pt x="1180" y="2607"/>
                    </a:lnTo>
                    <a:lnTo>
                      <a:pt x="2410" y="2017"/>
                    </a:lnTo>
                    <a:lnTo>
                      <a:pt x="2262" y="0"/>
                    </a:lnTo>
                    <a:lnTo>
                      <a:pt x="541" y="0"/>
                    </a:lnTo>
                    <a:lnTo>
                      <a:pt x="0" y="177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825" name="Google Shape;7657;p67">
                <a:extLst>
                  <a:ext uri="{FF2B5EF4-FFF2-40B4-BE49-F238E27FC236}">
                    <a16:creationId xmlns:a16="http://schemas.microsoft.com/office/drawing/2014/main" id="{C6E68A3D-42D3-240D-A391-0E8902B554E6}"/>
                  </a:ext>
                </a:extLst>
              </p:cNvPr>
              <p:cNvGrpSpPr/>
              <p:nvPr/>
            </p:nvGrpSpPr>
            <p:grpSpPr>
              <a:xfrm>
                <a:off x="4000175" y="1462675"/>
                <a:ext cx="1917275" cy="1140875"/>
                <a:chOff x="4000175" y="1462675"/>
                <a:chExt cx="1917275" cy="1140875"/>
              </a:xfrm>
              <a:grpFill/>
            </p:grpSpPr>
            <p:sp>
              <p:nvSpPr>
                <p:cNvPr id="826" name="Google Shape;7658;p67">
                  <a:extLst>
                    <a:ext uri="{FF2B5EF4-FFF2-40B4-BE49-F238E27FC236}">
                      <a16:creationId xmlns:a16="http://schemas.microsoft.com/office/drawing/2014/main" id="{F316B0E1-4618-BC74-E235-721745404746}"/>
                    </a:ext>
                  </a:extLst>
                </p:cNvPr>
                <p:cNvSpPr/>
                <p:nvPr/>
              </p:nvSpPr>
              <p:spPr>
                <a:xfrm>
                  <a:off x="4000175" y="2000075"/>
                  <a:ext cx="1545875" cy="510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835" h="20400" extrusionOk="0">
                      <a:moveTo>
                        <a:pt x="1594" y="319"/>
                      </a:moveTo>
                      <a:lnTo>
                        <a:pt x="106" y="0"/>
                      </a:lnTo>
                      <a:lnTo>
                        <a:pt x="0" y="2444"/>
                      </a:lnTo>
                      <a:lnTo>
                        <a:pt x="1062" y="9031"/>
                      </a:lnTo>
                      <a:lnTo>
                        <a:pt x="3931" y="9775"/>
                      </a:lnTo>
                      <a:lnTo>
                        <a:pt x="2125" y="10200"/>
                      </a:lnTo>
                      <a:lnTo>
                        <a:pt x="531" y="10413"/>
                      </a:lnTo>
                      <a:lnTo>
                        <a:pt x="1487" y="13600"/>
                      </a:lnTo>
                      <a:lnTo>
                        <a:pt x="3931" y="17212"/>
                      </a:lnTo>
                      <a:lnTo>
                        <a:pt x="8393" y="18594"/>
                      </a:lnTo>
                      <a:lnTo>
                        <a:pt x="9987" y="18169"/>
                      </a:lnTo>
                      <a:lnTo>
                        <a:pt x="13281" y="20400"/>
                      </a:lnTo>
                      <a:lnTo>
                        <a:pt x="14343" y="18912"/>
                      </a:lnTo>
                      <a:lnTo>
                        <a:pt x="28793" y="17319"/>
                      </a:lnTo>
                      <a:lnTo>
                        <a:pt x="35699" y="16894"/>
                      </a:lnTo>
                      <a:lnTo>
                        <a:pt x="48342" y="16894"/>
                      </a:lnTo>
                      <a:lnTo>
                        <a:pt x="49617" y="15194"/>
                      </a:lnTo>
                      <a:lnTo>
                        <a:pt x="59285" y="20294"/>
                      </a:lnTo>
                      <a:lnTo>
                        <a:pt x="60135" y="19231"/>
                      </a:lnTo>
                      <a:lnTo>
                        <a:pt x="61835" y="18487"/>
                      </a:lnTo>
                      <a:lnTo>
                        <a:pt x="61092" y="13494"/>
                      </a:lnTo>
                      <a:lnTo>
                        <a:pt x="46323" y="3188"/>
                      </a:lnTo>
                      <a:lnTo>
                        <a:pt x="12962" y="10413"/>
                      </a:lnTo>
                      <a:lnTo>
                        <a:pt x="4569" y="7013"/>
                      </a:lnTo>
                      <a:lnTo>
                        <a:pt x="2444" y="3507"/>
                      </a:lnTo>
                      <a:lnTo>
                        <a:pt x="2019" y="1807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27" name="Google Shape;7659;p67">
                  <a:extLst>
                    <a:ext uri="{FF2B5EF4-FFF2-40B4-BE49-F238E27FC236}">
                      <a16:creationId xmlns:a16="http://schemas.microsoft.com/office/drawing/2014/main" id="{A59714AC-3547-EF5E-AC29-92DE5710058E}"/>
                    </a:ext>
                  </a:extLst>
                </p:cNvPr>
                <p:cNvSpPr/>
                <p:nvPr/>
              </p:nvSpPr>
              <p:spPr>
                <a:xfrm>
                  <a:off x="4624175" y="1521775"/>
                  <a:ext cx="58100" cy="73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24" h="2951" extrusionOk="0">
                      <a:moveTo>
                        <a:pt x="210" y="1"/>
                      </a:moveTo>
                      <a:lnTo>
                        <a:pt x="126" y="84"/>
                      </a:lnTo>
                      <a:lnTo>
                        <a:pt x="147" y="189"/>
                      </a:lnTo>
                      <a:lnTo>
                        <a:pt x="252" y="252"/>
                      </a:lnTo>
                      <a:lnTo>
                        <a:pt x="335" y="356"/>
                      </a:lnTo>
                      <a:lnTo>
                        <a:pt x="273" y="419"/>
                      </a:lnTo>
                      <a:lnTo>
                        <a:pt x="210" y="419"/>
                      </a:lnTo>
                      <a:lnTo>
                        <a:pt x="147" y="335"/>
                      </a:lnTo>
                      <a:lnTo>
                        <a:pt x="63" y="293"/>
                      </a:lnTo>
                      <a:lnTo>
                        <a:pt x="22" y="293"/>
                      </a:lnTo>
                      <a:lnTo>
                        <a:pt x="42" y="356"/>
                      </a:lnTo>
                      <a:lnTo>
                        <a:pt x="22" y="545"/>
                      </a:lnTo>
                      <a:lnTo>
                        <a:pt x="1" y="565"/>
                      </a:lnTo>
                      <a:lnTo>
                        <a:pt x="1" y="712"/>
                      </a:lnTo>
                      <a:lnTo>
                        <a:pt x="42" y="754"/>
                      </a:lnTo>
                      <a:lnTo>
                        <a:pt x="126" y="775"/>
                      </a:lnTo>
                      <a:lnTo>
                        <a:pt x="189" y="858"/>
                      </a:lnTo>
                      <a:lnTo>
                        <a:pt x="147" y="963"/>
                      </a:lnTo>
                      <a:lnTo>
                        <a:pt x="294" y="1256"/>
                      </a:lnTo>
                      <a:lnTo>
                        <a:pt x="356" y="1340"/>
                      </a:lnTo>
                      <a:lnTo>
                        <a:pt x="461" y="1340"/>
                      </a:lnTo>
                      <a:lnTo>
                        <a:pt x="398" y="1402"/>
                      </a:lnTo>
                      <a:lnTo>
                        <a:pt x="294" y="1444"/>
                      </a:lnTo>
                      <a:lnTo>
                        <a:pt x="231" y="1612"/>
                      </a:lnTo>
                      <a:lnTo>
                        <a:pt x="335" y="1821"/>
                      </a:lnTo>
                      <a:lnTo>
                        <a:pt x="398" y="1988"/>
                      </a:lnTo>
                      <a:lnTo>
                        <a:pt x="398" y="2114"/>
                      </a:lnTo>
                      <a:lnTo>
                        <a:pt x="440" y="2177"/>
                      </a:lnTo>
                      <a:lnTo>
                        <a:pt x="461" y="2281"/>
                      </a:lnTo>
                      <a:lnTo>
                        <a:pt x="419" y="2323"/>
                      </a:lnTo>
                      <a:lnTo>
                        <a:pt x="503" y="2511"/>
                      </a:lnTo>
                      <a:lnTo>
                        <a:pt x="545" y="2679"/>
                      </a:lnTo>
                      <a:lnTo>
                        <a:pt x="649" y="2762"/>
                      </a:lnTo>
                      <a:lnTo>
                        <a:pt x="649" y="2867"/>
                      </a:lnTo>
                      <a:lnTo>
                        <a:pt x="733" y="2951"/>
                      </a:lnTo>
                      <a:lnTo>
                        <a:pt x="879" y="2909"/>
                      </a:lnTo>
                      <a:lnTo>
                        <a:pt x="963" y="2742"/>
                      </a:lnTo>
                      <a:lnTo>
                        <a:pt x="1089" y="2553"/>
                      </a:lnTo>
                      <a:lnTo>
                        <a:pt x="1172" y="2511"/>
                      </a:lnTo>
                      <a:lnTo>
                        <a:pt x="1151" y="2428"/>
                      </a:lnTo>
                      <a:lnTo>
                        <a:pt x="1172" y="2323"/>
                      </a:lnTo>
                      <a:lnTo>
                        <a:pt x="1423" y="2135"/>
                      </a:lnTo>
                      <a:lnTo>
                        <a:pt x="1528" y="2114"/>
                      </a:lnTo>
                      <a:lnTo>
                        <a:pt x="1612" y="2177"/>
                      </a:lnTo>
                      <a:lnTo>
                        <a:pt x="1695" y="2177"/>
                      </a:lnTo>
                      <a:lnTo>
                        <a:pt x="1737" y="2072"/>
                      </a:lnTo>
                      <a:lnTo>
                        <a:pt x="1800" y="1988"/>
                      </a:lnTo>
                      <a:lnTo>
                        <a:pt x="1926" y="1926"/>
                      </a:lnTo>
                      <a:lnTo>
                        <a:pt x="2114" y="1779"/>
                      </a:lnTo>
                      <a:lnTo>
                        <a:pt x="2135" y="1674"/>
                      </a:lnTo>
                      <a:lnTo>
                        <a:pt x="2219" y="1612"/>
                      </a:lnTo>
                      <a:lnTo>
                        <a:pt x="2323" y="1382"/>
                      </a:lnTo>
                      <a:lnTo>
                        <a:pt x="2302" y="1256"/>
                      </a:lnTo>
                      <a:lnTo>
                        <a:pt x="2135" y="1068"/>
                      </a:lnTo>
                      <a:lnTo>
                        <a:pt x="2051" y="942"/>
                      </a:lnTo>
                      <a:lnTo>
                        <a:pt x="2051" y="837"/>
                      </a:lnTo>
                      <a:lnTo>
                        <a:pt x="1884" y="712"/>
                      </a:lnTo>
                      <a:lnTo>
                        <a:pt x="1779" y="712"/>
                      </a:lnTo>
                      <a:lnTo>
                        <a:pt x="1716" y="733"/>
                      </a:lnTo>
                      <a:lnTo>
                        <a:pt x="1633" y="670"/>
                      </a:lnTo>
                      <a:lnTo>
                        <a:pt x="1507" y="628"/>
                      </a:lnTo>
                      <a:lnTo>
                        <a:pt x="1382" y="503"/>
                      </a:lnTo>
                      <a:lnTo>
                        <a:pt x="1319" y="461"/>
                      </a:lnTo>
                      <a:lnTo>
                        <a:pt x="1298" y="524"/>
                      </a:lnTo>
                      <a:lnTo>
                        <a:pt x="1214" y="503"/>
                      </a:lnTo>
                      <a:lnTo>
                        <a:pt x="1193" y="419"/>
                      </a:lnTo>
                      <a:lnTo>
                        <a:pt x="1110" y="314"/>
                      </a:lnTo>
                      <a:lnTo>
                        <a:pt x="1047" y="314"/>
                      </a:lnTo>
                      <a:lnTo>
                        <a:pt x="1005" y="419"/>
                      </a:lnTo>
                      <a:lnTo>
                        <a:pt x="963" y="419"/>
                      </a:lnTo>
                      <a:lnTo>
                        <a:pt x="858" y="252"/>
                      </a:lnTo>
                      <a:lnTo>
                        <a:pt x="775" y="210"/>
                      </a:lnTo>
                      <a:lnTo>
                        <a:pt x="775" y="252"/>
                      </a:lnTo>
                      <a:lnTo>
                        <a:pt x="858" y="356"/>
                      </a:lnTo>
                      <a:lnTo>
                        <a:pt x="858" y="440"/>
                      </a:lnTo>
                      <a:lnTo>
                        <a:pt x="775" y="503"/>
                      </a:lnTo>
                      <a:lnTo>
                        <a:pt x="775" y="607"/>
                      </a:lnTo>
                      <a:lnTo>
                        <a:pt x="733" y="607"/>
                      </a:lnTo>
                      <a:lnTo>
                        <a:pt x="670" y="524"/>
                      </a:lnTo>
                      <a:lnTo>
                        <a:pt x="649" y="147"/>
                      </a:lnTo>
                      <a:lnTo>
                        <a:pt x="545" y="105"/>
                      </a:lnTo>
                      <a:lnTo>
                        <a:pt x="440" y="84"/>
                      </a:lnTo>
                      <a:lnTo>
                        <a:pt x="273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828" name="Google Shape;7660;p67">
                  <a:extLst>
                    <a:ext uri="{FF2B5EF4-FFF2-40B4-BE49-F238E27FC236}">
                      <a16:creationId xmlns:a16="http://schemas.microsoft.com/office/drawing/2014/main" id="{F027D78A-DCB1-BC62-0EFC-040B48C02D96}"/>
                    </a:ext>
                  </a:extLst>
                </p:cNvPr>
                <p:cNvSpPr/>
                <p:nvPr/>
              </p:nvSpPr>
              <p:spPr>
                <a:xfrm>
                  <a:off x="4499150" y="1462675"/>
                  <a:ext cx="117200" cy="104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88" h="4164" extrusionOk="0">
                      <a:moveTo>
                        <a:pt x="398" y="0"/>
                      </a:moveTo>
                      <a:lnTo>
                        <a:pt x="357" y="63"/>
                      </a:lnTo>
                      <a:lnTo>
                        <a:pt x="336" y="168"/>
                      </a:lnTo>
                      <a:lnTo>
                        <a:pt x="357" y="251"/>
                      </a:lnTo>
                      <a:lnTo>
                        <a:pt x="357" y="398"/>
                      </a:lnTo>
                      <a:lnTo>
                        <a:pt x="252" y="523"/>
                      </a:lnTo>
                      <a:lnTo>
                        <a:pt x="147" y="712"/>
                      </a:lnTo>
                      <a:lnTo>
                        <a:pt x="22" y="879"/>
                      </a:lnTo>
                      <a:lnTo>
                        <a:pt x="1" y="984"/>
                      </a:lnTo>
                      <a:lnTo>
                        <a:pt x="22" y="1423"/>
                      </a:lnTo>
                      <a:lnTo>
                        <a:pt x="105" y="1507"/>
                      </a:lnTo>
                      <a:lnTo>
                        <a:pt x="210" y="1549"/>
                      </a:lnTo>
                      <a:lnTo>
                        <a:pt x="231" y="1653"/>
                      </a:lnTo>
                      <a:lnTo>
                        <a:pt x="189" y="1967"/>
                      </a:lnTo>
                      <a:lnTo>
                        <a:pt x="126" y="2093"/>
                      </a:lnTo>
                      <a:lnTo>
                        <a:pt x="105" y="2197"/>
                      </a:lnTo>
                      <a:lnTo>
                        <a:pt x="126" y="2281"/>
                      </a:lnTo>
                      <a:lnTo>
                        <a:pt x="189" y="2260"/>
                      </a:lnTo>
                      <a:lnTo>
                        <a:pt x="273" y="2155"/>
                      </a:lnTo>
                      <a:lnTo>
                        <a:pt x="419" y="2093"/>
                      </a:lnTo>
                      <a:lnTo>
                        <a:pt x="482" y="2155"/>
                      </a:lnTo>
                      <a:lnTo>
                        <a:pt x="503" y="2260"/>
                      </a:lnTo>
                      <a:lnTo>
                        <a:pt x="650" y="2385"/>
                      </a:lnTo>
                      <a:lnTo>
                        <a:pt x="754" y="2385"/>
                      </a:lnTo>
                      <a:lnTo>
                        <a:pt x="817" y="2344"/>
                      </a:lnTo>
                      <a:lnTo>
                        <a:pt x="901" y="2365"/>
                      </a:lnTo>
                      <a:cubicBezTo>
                        <a:pt x="859" y="2448"/>
                        <a:pt x="859" y="2511"/>
                        <a:pt x="859" y="2595"/>
                      </a:cubicBezTo>
                      <a:lnTo>
                        <a:pt x="838" y="2595"/>
                      </a:lnTo>
                      <a:lnTo>
                        <a:pt x="733" y="2657"/>
                      </a:lnTo>
                      <a:lnTo>
                        <a:pt x="629" y="2595"/>
                      </a:lnTo>
                      <a:lnTo>
                        <a:pt x="545" y="2595"/>
                      </a:lnTo>
                      <a:lnTo>
                        <a:pt x="440" y="2678"/>
                      </a:lnTo>
                      <a:lnTo>
                        <a:pt x="315" y="2678"/>
                      </a:lnTo>
                      <a:lnTo>
                        <a:pt x="294" y="2699"/>
                      </a:lnTo>
                      <a:lnTo>
                        <a:pt x="336" y="2783"/>
                      </a:lnTo>
                      <a:lnTo>
                        <a:pt x="482" y="2804"/>
                      </a:lnTo>
                      <a:lnTo>
                        <a:pt x="524" y="2909"/>
                      </a:lnTo>
                      <a:lnTo>
                        <a:pt x="650" y="2971"/>
                      </a:lnTo>
                      <a:lnTo>
                        <a:pt x="733" y="3076"/>
                      </a:lnTo>
                      <a:lnTo>
                        <a:pt x="901" y="3118"/>
                      </a:lnTo>
                      <a:lnTo>
                        <a:pt x="1110" y="3118"/>
                      </a:lnTo>
                      <a:lnTo>
                        <a:pt x="1173" y="3139"/>
                      </a:lnTo>
                      <a:lnTo>
                        <a:pt x="1131" y="3181"/>
                      </a:lnTo>
                      <a:lnTo>
                        <a:pt x="963" y="3222"/>
                      </a:lnTo>
                      <a:lnTo>
                        <a:pt x="838" y="3222"/>
                      </a:lnTo>
                      <a:lnTo>
                        <a:pt x="838" y="3285"/>
                      </a:lnTo>
                      <a:lnTo>
                        <a:pt x="942" y="3327"/>
                      </a:lnTo>
                      <a:lnTo>
                        <a:pt x="1068" y="3327"/>
                      </a:lnTo>
                      <a:lnTo>
                        <a:pt x="1173" y="3243"/>
                      </a:lnTo>
                      <a:lnTo>
                        <a:pt x="1319" y="3139"/>
                      </a:lnTo>
                      <a:lnTo>
                        <a:pt x="1382" y="3097"/>
                      </a:lnTo>
                      <a:lnTo>
                        <a:pt x="1445" y="2929"/>
                      </a:lnTo>
                      <a:lnTo>
                        <a:pt x="1528" y="2762"/>
                      </a:lnTo>
                      <a:lnTo>
                        <a:pt x="1486" y="2678"/>
                      </a:lnTo>
                      <a:lnTo>
                        <a:pt x="1256" y="2532"/>
                      </a:lnTo>
                      <a:lnTo>
                        <a:pt x="1152" y="2511"/>
                      </a:lnTo>
                      <a:lnTo>
                        <a:pt x="1152" y="2385"/>
                      </a:lnTo>
                      <a:lnTo>
                        <a:pt x="1256" y="2406"/>
                      </a:lnTo>
                      <a:lnTo>
                        <a:pt x="1382" y="2385"/>
                      </a:lnTo>
                      <a:lnTo>
                        <a:pt x="1570" y="2281"/>
                      </a:lnTo>
                      <a:lnTo>
                        <a:pt x="1654" y="2176"/>
                      </a:lnTo>
                      <a:lnTo>
                        <a:pt x="1654" y="2072"/>
                      </a:lnTo>
                      <a:lnTo>
                        <a:pt x="1779" y="1946"/>
                      </a:lnTo>
                      <a:lnTo>
                        <a:pt x="1968" y="1800"/>
                      </a:lnTo>
                      <a:lnTo>
                        <a:pt x="2114" y="1967"/>
                      </a:lnTo>
                      <a:lnTo>
                        <a:pt x="2010" y="2009"/>
                      </a:lnTo>
                      <a:lnTo>
                        <a:pt x="1968" y="2093"/>
                      </a:lnTo>
                      <a:lnTo>
                        <a:pt x="1968" y="2176"/>
                      </a:lnTo>
                      <a:lnTo>
                        <a:pt x="1800" y="2197"/>
                      </a:lnTo>
                      <a:lnTo>
                        <a:pt x="1696" y="2281"/>
                      </a:lnTo>
                      <a:lnTo>
                        <a:pt x="1654" y="2469"/>
                      </a:lnTo>
                      <a:lnTo>
                        <a:pt x="1654" y="2574"/>
                      </a:lnTo>
                      <a:lnTo>
                        <a:pt x="1758" y="2637"/>
                      </a:lnTo>
                      <a:lnTo>
                        <a:pt x="1821" y="2637"/>
                      </a:lnTo>
                      <a:lnTo>
                        <a:pt x="1884" y="2720"/>
                      </a:lnTo>
                      <a:lnTo>
                        <a:pt x="1758" y="2867"/>
                      </a:lnTo>
                      <a:lnTo>
                        <a:pt x="1717" y="2971"/>
                      </a:lnTo>
                      <a:lnTo>
                        <a:pt x="1779" y="3139"/>
                      </a:lnTo>
                      <a:lnTo>
                        <a:pt x="1758" y="3222"/>
                      </a:lnTo>
                      <a:lnTo>
                        <a:pt x="1570" y="3327"/>
                      </a:lnTo>
                      <a:lnTo>
                        <a:pt x="1549" y="3390"/>
                      </a:lnTo>
                      <a:lnTo>
                        <a:pt x="1675" y="3453"/>
                      </a:lnTo>
                      <a:lnTo>
                        <a:pt x="1738" y="3515"/>
                      </a:lnTo>
                      <a:lnTo>
                        <a:pt x="1779" y="3494"/>
                      </a:lnTo>
                      <a:lnTo>
                        <a:pt x="1758" y="3411"/>
                      </a:lnTo>
                      <a:lnTo>
                        <a:pt x="1779" y="3348"/>
                      </a:lnTo>
                      <a:lnTo>
                        <a:pt x="1884" y="3411"/>
                      </a:lnTo>
                      <a:lnTo>
                        <a:pt x="1989" y="3494"/>
                      </a:lnTo>
                      <a:lnTo>
                        <a:pt x="2093" y="3432"/>
                      </a:lnTo>
                      <a:lnTo>
                        <a:pt x="2177" y="3432"/>
                      </a:lnTo>
                      <a:lnTo>
                        <a:pt x="2240" y="3536"/>
                      </a:lnTo>
                      <a:lnTo>
                        <a:pt x="2323" y="3746"/>
                      </a:lnTo>
                      <a:lnTo>
                        <a:pt x="2407" y="3829"/>
                      </a:lnTo>
                      <a:lnTo>
                        <a:pt x="2533" y="3850"/>
                      </a:lnTo>
                      <a:lnTo>
                        <a:pt x="2658" y="3934"/>
                      </a:lnTo>
                      <a:lnTo>
                        <a:pt x="2763" y="3955"/>
                      </a:lnTo>
                      <a:lnTo>
                        <a:pt x="2909" y="3871"/>
                      </a:lnTo>
                      <a:lnTo>
                        <a:pt x="3056" y="3829"/>
                      </a:lnTo>
                      <a:lnTo>
                        <a:pt x="3139" y="3871"/>
                      </a:lnTo>
                      <a:lnTo>
                        <a:pt x="3286" y="3955"/>
                      </a:lnTo>
                      <a:lnTo>
                        <a:pt x="3579" y="3976"/>
                      </a:lnTo>
                      <a:lnTo>
                        <a:pt x="3683" y="3955"/>
                      </a:lnTo>
                      <a:lnTo>
                        <a:pt x="3767" y="3976"/>
                      </a:lnTo>
                      <a:lnTo>
                        <a:pt x="3872" y="3976"/>
                      </a:lnTo>
                      <a:lnTo>
                        <a:pt x="3955" y="4059"/>
                      </a:lnTo>
                      <a:lnTo>
                        <a:pt x="4060" y="4164"/>
                      </a:lnTo>
                      <a:lnTo>
                        <a:pt x="4165" y="4164"/>
                      </a:lnTo>
                      <a:lnTo>
                        <a:pt x="4269" y="4080"/>
                      </a:lnTo>
                      <a:lnTo>
                        <a:pt x="4395" y="3955"/>
                      </a:lnTo>
                      <a:lnTo>
                        <a:pt x="4541" y="3913"/>
                      </a:lnTo>
                      <a:lnTo>
                        <a:pt x="4688" y="3725"/>
                      </a:lnTo>
                      <a:lnTo>
                        <a:pt x="4688" y="3620"/>
                      </a:lnTo>
                      <a:lnTo>
                        <a:pt x="4541" y="3453"/>
                      </a:lnTo>
                      <a:lnTo>
                        <a:pt x="4479" y="3432"/>
                      </a:lnTo>
                      <a:lnTo>
                        <a:pt x="4332" y="3285"/>
                      </a:lnTo>
                      <a:lnTo>
                        <a:pt x="4186" y="3243"/>
                      </a:lnTo>
                      <a:lnTo>
                        <a:pt x="4060" y="3181"/>
                      </a:lnTo>
                      <a:lnTo>
                        <a:pt x="4018" y="3034"/>
                      </a:lnTo>
                      <a:lnTo>
                        <a:pt x="4102" y="3034"/>
                      </a:lnTo>
                      <a:lnTo>
                        <a:pt x="4186" y="3097"/>
                      </a:lnTo>
                      <a:lnTo>
                        <a:pt x="4290" y="3097"/>
                      </a:lnTo>
                      <a:lnTo>
                        <a:pt x="4290" y="3013"/>
                      </a:lnTo>
                      <a:lnTo>
                        <a:pt x="4165" y="2825"/>
                      </a:lnTo>
                      <a:lnTo>
                        <a:pt x="3976" y="2657"/>
                      </a:lnTo>
                      <a:lnTo>
                        <a:pt x="3976" y="2490"/>
                      </a:lnTo>
                      <a:lnTo>
                        <a:pt x="3955" y="2344"/>
                      </a:lnTo>
                      <a:lnTo>
                        <a:pt x="3851" y="2281"/>
                      </a:lnTo>
                      <a:lnTo>
                        <a:pt x="3851" y="2155"/>
                      </a:lnTo>
                      <a:lnTo>
                        <a:pt x="3788" y="2093"/>
                      </a:lnTo>
                      <a:lnTo>
                        <a:pt x="3746" y="2093"/>
                      </a:lnTo>
                      <a:lnTo>
                        <a:pt x="3370" y="1821"/>
                      </a:lnTo>
                      <a:lnTo>
                        <a:pt x="3160" y="1779"/>
                      </a:lnTo>
                      <a:lnTo>
                        <a:pt x="2972" y="1821"/>
                      </a:lnTo>
                      <a:lnTo>
                        <a:pt x="2951" y="1883"/>
                      </a:lnTo>
                      <a:lnTo>
                        <a:pt x="2972" y="1967"/>
                      </a:lnTo>
                      <a:lnTo>
                        <a:pt x="3139" y="2155"/>
                      </a:lnTo>
                      <a:lnTo>
                        <a:pt x="3139" y="2239"/>
                      </a:lnTo>
                      <a:lnTo>
                        <a:pt x="3077" y="2344"/>
                      </a:lnTo>
                      <a:lnTo>
                        <a:pt x="3077" y="2448"/>
                      </a:lnTo>
                      <a:lnTo>
                        <a:pt x="3056" y="2574"/>
                      </a:lnTo>
                      <a:lnTo>
                        <a:pt x="2972" y="2720"/>
                      </a:lnTo>
                      <a:lnTo>
                        <a:pt x="2930" y="2783"/>
                      </a:lnTo>
                      <a:lnTo>
                        <a:pt x="2909" y="2699"/>
                      </a:lnTo>
                      <a:lnTo>
                        <a:pt x="2951" y="2595"/>
                      </a:lnTo>
                      <a:lnTo>
                        <a:pt x="2972" y="2490"/>
                      </a:lnTo>
                      <a:lnTo>
                        <a:pt x="2930" y="2448"/>
                      </a:lnTo>
                      <a:lnTo>
                        <a:pt x="2972" y="2260"/>
                      </a:lnTo>
                      <a:lnTo>
                        <a:pt x="2930" y="2155"/>
                      </a:lnTo>
                      <a:lnTo>
                        <a:pt x="2742" y="1883"/>
                      </a:lnTo>
                      <a:lnTo>
                        <a:pt x="2595" y="1779"/>
                      </a:lnTo>
                      <a:lnTo>
                        <a:pt x="2386" y="1758"/>
                      </a:lnTo>
                      <a:lnTo>
                        <a:pt x="2323" y="1779"/>
                      </a:lnTo>
                      <a:lnTo>
                        <a:pt x="2282" y="1925"/>
                      </a:lnTo>
                      <a:lnTo>
                        <a:pt x="2240" y="1946"/>
                      </a:lnTo>
                      <a:cubicBezTo>
                        <a:pt x="2198" y="1883"/>
                        <a:pt x="2114" y="1841"/>
                        <a:pt x="2072" y="1821"/>
                      </a:cubicBezTo>
                      <a:lnTo>
                        <a:pt x="2114" y="1779"/>
                      </a:lnTo>
                      <a:lnTo>
                        <a:pt x="2177" y="1674"/>
                      </a:lnTo>
                      <a:lnTo>
                        <a:pt x="2177" y="1549"/>
                      </a:lnTo>
                      <a:lnTo>
                        <a:pt x="1989" y="1444"/>
                      </a:lnTo>
                      <a:lnTo>
                        <a:pt x="1800" y="1297"/>
                      </a:lnTo>
                      <a:lnTo>
                        <a:pt x="1696" y="1109"/>
                      </a:lnTo>
                      <a:lnTo>
                        <a:pt x="1696" y="984"/>
                      </a:lnTo>
                      <a:lnTo>
                        <a:pt x="1758" y="837"/>
                      </a:lnTo>
                      <a:lnTo>
                        <a:pt x="1758" y="733"/>
                      </a:lnTo>
                      <a:lnTo>
                        <a:pt x="1696" y="712"/>
                      </a:lnTo>
                      <a:lnTo>
                        <a:pt x="1403" y="712"/>
                      </a:lnTo>
                      <a:lnTo>
                        <a:pt x="1194" y="628"/>
                      </a:lnTo>
                      <a:lnTo>
                        <a:pt x="1047" y="523"/>
                      </a:lnTo>
                      <a:lnTo>
                        <a:pt x="817" y="251"/>
                      </a:lnTo>
                      <a:lnTo>
                        <a:pt x="650" y="105"/>
                      </a:lnTo>
                      <a:lnTo>
                        <a:pt x="461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829" name="Google Shape;7661;p67">
                  <a:extLst>
                    <a:ext uri="{FF2B5EF4-FFF2-40B4-BE49-F238E27FC236}">
                      <a16:creationId xmlns:a16="http://schemas.microsoft.com/office/drawing/2014/main" id="{24ADC482-89D2-DA48-7487-4F295A4C5354}"/>
                    </a:ext>
                  </a:extLst>
                </p:cNvPr>
                <p:cNvSpPr/>
                <p:nvPr/>
              </p:nvSpPr>
              <p:spPr>
                <a:xfrm>
                  <a:off x="4241800" y="1706950"/>
                  <a:ext cx="130800" cy="246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32" h="9856" extrusionOk="0">
                      <a:moveTo>
                        <a:pt x="4750" y="1"/>
                      </a:moveTo>
                      <a:lnTo>
                        <a:pt x="4625" y="63"/>
                      </a:lnTo>
                      <a:lnTo>
                        <a:pt x="4604" y="126"/>
                      </a:lnTo>
                      <a:lnTo>
                        <a:pt x="4520" y="105"/>
                      </a:lnTo>
                      <a:lnTo>
                        <a:pt x="4436" y="42"/>
                      </a:lnTo>
                      <a:lnTo>
                        <a:pt x="4332" y="63"/>
                      </a:lnTo>
                      <a:lnTo>
                        <a:pt x="4206" y="168"/>
                      </a:lnTo>
                      <a:lnTo>
                        <a:pt x="4185" y="273"/>
                      </a:lnTo>
                      <a:lnTo>
                        <a:pt x="4101" y="335"/>
                      </a:lnTo>
                      <a:lnTo>
                        <a:pt x="4018" y="356"/>
                      </a:lnTo>
                      <a:lnTo>
                        <a:pt x="3934" y="440"/>
                      </a:lnTo>
                      <a:lnTo>
                        <a:pt x="3934" y="524"/>
                      </a:lnTo>
                      <a:lnTo>
                        <a:pt x="3871" y="628"/>
                      </a:lnTo>
                      <a:lnTo>
                        <a:pt x="3871" y="670"/>
                      </a:lnTo>
                      <a:lnTo>
                        <a:pt x="3934" y="775"/>
                      </a:lnTo>
                      <a:lnTo>
                        <a:pt x="3934" y="858"/>
                      </a:lnTo>
                      <a:lnTo>
                        <a:pt x="3829" y="858"/>
                      </a:lnTo>
                      <a:lnTo>
                        <a:pt x="3788" y="900"/>
                      </a:lnTo>
                      <a:lnTo>
                        <a:pt x="3788" y="984"/>
                      </a:lnTo>
                      <a:lnTo>
                        <a:pt x="3725" y="1047"/>
                      </a:lnTo>
                      <a:lnTo>
                        <a:pt x="3662" y="1109"/>
                      </a:lnTo>
                      <a:lnTo>
                        <a:pt x="3453" y="1256"/>
                      </a:lnTo>
                      <a:lnTo>
                        <a:pt x="3369" y="1298"/>
                      </a:lnTo>
                      <a:lnTo>
                        <a:pt x="3306" y="1277"/>
                      </a:lnTo>
                      <a:lnTo>
                        <a:pt x="3202" y="1277"/>
                      </a:lnTo>
                      <a:lnTo>
                        <a:pt x="3139" y="1319"/>
                      </a:lnTo>
                      <a:lnTo>
                        <a:pt x="3034" y="1486"/>
                      </a:lnTo>
                      <a:lnTo>
                        <a:pt x="2951" y="1528"/>
                      </a:lnTo>
                      <a:lnTo>
                        <a:pt x="2888" y="1507"/>
                      </a:lnTo>
                      <a:lnTo>
                        <a:pt x="2867" y="1423"/>
                      </a:lnTo>
                      <a:lnTo>
                        <a:pt x="2825" y="1423"/>
                      </a:lnTo>
                      <a:lnTo>
                        <a:pt x="2783" y="1507"/>
                      </a:lnTo>
                      <a:lnTo>
                        <a:pt x="2825" y="1633"/>
                      </a:lnTo>
                      <a:lnTo>
                        <a:pt x="2783" y="1695"/>
                      </a:lnTo>
                      <a:lnTo>
                        <a:pt x="2762" y="1591"/>
                      </a:lnTo>
                      <a:lnTo>
                        <a:pt x="2721" y="1486"/>
                      </a:lnTo>
                      <a:lnTo>
                        <a:pt x="2532" y="1507"/>
                      </a:lnTo>
                      <a:lnTo>
                        <a:pt x="2323" y="1570"/>
                      </a:lnTo>
                      <a:lnTo>
                        <a:pt x="2260" y="1612"/>
                      </a:lnTo>
                      <a:lnTo>
                        <a:pt x="2197" y="1633"/>
                      </a:lnTo>
                      <a:lnTo>
                        <a:pt x="2156" y="1695"/>
                      </a:lnTo>
                      <a:lnTo>
                        <a:pt x="2218" y="1842"/>
                      </a:lnTo>
                      <a:lnTo>
                        <a:pt x="2260" y="1905"/>
                      </a:lnTo>
                      <a:lnTo>
                        <a:pt x="2260" y="1946"/>
                      </a:lnTo>
                      <a:lnTo>
                        <a:pt x="2218" y="1988"/>
                      </a:lnTo>
                      <a:lnTo>
                        <a:pt x="2135" y="2093"/>
                      </a:lnTo>
                      <a:lnTo>
                        <a:pt x="2093" y="2051"/>
                      </a:lnTo>
                      <a:lnTo>
                        <a:pt x="2093" y="2009"/>
                      </a:lnTo>
                      <a:lnTo>
                        <a:pt x="2135" y="1946"/>
                      </a:lnTo>
                      <a:lnTo>
                        <a:pt x="2135" y="1884"/>
                      </a:lnTo>
                      <a:lnTo>
                        <a:pt x="2051" y="1884"/>
                      </a:lnTo>
                      <a:lnTo>
                        <a:pt x="1946" y="2009"/>
                      </a:lnTo>
                      <a:lnTo>
                        <a:pt x="1884" y="2051"/>
                      </a:lnTo>
                      <a:lnTo>
                        <a:pt x="1884" y="2135"/>
                      </a:lnTo>
                      <a:lnTo>
                        <a:pt x="1946" y="2156"/>
                      </a:lnTo>
                      <a:lnTo>
                        <a:pt x="1905" y="2218"/>
                      </a:lnTo>
                      <a:lnTo>
                        <a:pt x="1842" y="2323"/>
                      </a:lnTo>
                      <a:lnTo>
                        <a:pt x="1716" y="2323"/>
                      </a:lnTo>
                      <a:lnTo>
                        <a:pt x="1632" y="2365"/>
                      </a:lnTo>
                      <a:lnTo>
                        <a:pt x="1612" y="2449"/>
                      </a:lnTo>
                      <a:lnTo>
                        <a:pt x="1507" y="2470"/>
                      </a:lnTo>
                      <a:lnTo>
                        <a:pt x="1465" y="2553"/>
                      </a:lnTo>
                      <a:lnTo>
                        <a:pt x="1423" y="2721"/>
                      </a:lnTo>
                      <a:lnTo>
                        <a:pt x="1465" y="2742"/>
                      </a:lnTo>
                      <a:lnTo>
                        <a:pt x="1528" y="2742"/>
                      </a:lnTo>
                      <a:lnTo>
                        <a:pt x="1465" y="2825"/>
                      </a:lnTo>
                      <a:lnTo>
                        <a:pt x="1277" y="2825"/>
                      </a:lnTo>
                      <a:lnTo>
                        <a:pt x="1214" y="2867"/>
                      </a:lnTo>
                      <a:lnTo>
                        <a:pt x="1193" y="3034"/>
                      </a:lnTo>
                      <a:lnTo>
                        <a:pt x="1214" y="3097"/>
                      </a:lnTo>
                      <a:lnTo>
                        <a:pt x="1277" y="3097"/>
                      </a:lnTo>
                      <a:lnTo>
                        <a:pt x="1360" y="3076"/>
                      </a:lnTo>
                      <a:lnTo>
                        <a:pt x="1381" y="3139"/>
                      </a:lnTo>
                      <a:lnTo>
                        <a:pt x="1360" y="3181"/>
                      </a:lnTo>
                      <a:lnTo>
                        <a:pt x="1360" y="3286"/>
                      </a:lnTo>
                      <a:lnTo>
                        <a:pt x="1277" y="3348"/>
                      </a:lnTo>
                      <a:lnTo>
                        <a:pt x="1193" y="3306"/>
                      </a:lnTo>
                      <a:lnTo>
                        <a:pt x="1068" y="3286"/>
                      </a:lnTo>
                      <a:lnTo>
                        <a:pt x="942" y="3348"/>
                      </a:lnTo>
                      <a:lnTo>
                        <a:pt x="900" y="3411"/>
                      </a:lnTo>
                      <a:lnTo>
                        <a:pt x="900" y="3495"/>
                      </a:lnTo>
                      <a:lnTo>
                        <a:pt x="858" y="3599"/>
                      </a:lnTo>
                      <a:lnTo>
                        <a:pt x="754" y="3683"/>
                      </a:lnTo>
                      <a:lnTo>
                        <a:pt x="670" y="3620"/>
                      </a:lnTo>
                      <a:lnTo>
                        <a:pt x="628" y="3558"/>
                      </a:lnTo>
                      <a:lnTo>
                        <a:pt x="586" y="3474"/>
                      </a:lnTo>
                      <a:lnTo>
                        <a:pt x="544" y="3495"/>
                      </a:lnTo>
                      <a:lnTo>
                        <a:pt x="524" y="3662"/>
                      </a:lnTo>
                      <a:lnTo>
                        <a:pt x="544" y="3788"/>
                      </a:lnTo>
                      <a:lnTo>
                        <a:pt x="649" y="3871"/>
                      </a:lnTo>
                      <a:lnTo>
                        <a:pt x="733" y="3830"/>
                      </a:lnTo>
                      <a:lnTo>
                        <a:pt x="754" y="3871"/>
                      </a:lnTo>
                      <a:lnTo>
                        <a:pt x="754" y="3934"/>
                      </a:lnTo>
                      <a:lnTo>
                        <a:pt x="691" y="4081"/>
                      </a:lnTo>
                      <a:lnTo>
                        <a:pt x="733" y="4122"/>
                      </a:lnTo>
                      <a:lnTo>
                        <a:pt x="796" y="4143"/>
                      </a:lnTo>
                      <a:lnTo>
                        <a:pt x="858" y="4081"/>
                      </a:lnTo>
                      <a:lnTo>
                        <a:pt x="900" y="4081"/>
                      </a:lnTo>
                      <a:lnTo>
                        <a:pt x="963" y="4102"/>
                      </a:lnTo>
                      <a:lnTo>
                        <a:pt x="1068" y="4102"/>
                      </a:lnTo>
                      <a:lnTo>
                        <a:pt x="1151" y="4039"/>
                      </a:lnTo>
                      <a:lnTo>
                        <a:pt x="1172" y="4081"/>
                      </a:lnTo>
                      <a:lnTo>
                        <a:pt x="1109" y="4143"/>
                      </a:lnTo>
                      <a:lnTo>
                        <a:pt x="1047" y="4185"/>
                      </a:lnTo>
                      <a:lnTo>
                        <a:pt x="900" y="4185"/>
                      </a:lnTo>
                      <a:lnTo>
                        <a:pt x="858" y="4248"/>
                      </a:lnTo>
                      <a:lnTo>
                        <a:pt x="775" y="4227"/>
                      </a:lnTo>
                      <a:lnTo>
                        <a:pt x="733" y="4311"/>
                      </a:lnTo>
                      <a:lnTo>
                        <a:pt x="754" y="4436"/>
                      </a:lnTo>
                      <a:lnTo>
                        <a:pt x="837" y="4499"/>
                      </a:lnTo>
                      <a:lnTo>
                        <a:pt x="900" y="4520"/>
                      </a:lnTo>
                      <a:lnTo>
                        <a:pt x="984" y="4499"/>
                      </a:lnTo>
                      <a:lnTo>
                        <a:pt x="1005" y="4520"/>
                      </a:lnTo>
                      <a:lnTo>
                        <a:pt x="984" y="4562"/>
                      </a:lnTo>
                      <a:lnTo>
                        <a:pt x="858" y="4625"/>
                      </a:lnTo>
                      <a:lnTo>
                        <a:pt x="733" y="4625"/>
                      </a:lnTo>
                      <a:lnTo>
                        <a:pt x="649" y="4666"/>
                      </a:lnTo>
                      <a:lnTo>
                        <a:pt x="649" y="4729"/>
                      </a:lnTo>
                      <a:lnTo>
                        <a:pt x="691" y="4771"/>
                      </a:lnTo>
                      <a:lnTo>
                        <a:pt x="796" y="4750"/>
                      </a:lnTo>
                      <a:lnTo>
                        <a:pt x="900" y="4750"/>
                      </a:lnTo>
                      <a:lnTo>
                        <a:pt x="900" y="4813"/>
                      </a:lnTo>
                      <a:lnTo>
                        <a:pt x="837" y="4834"/>
                      </a:lnTo>
                      <a:lnTo>
                        <a:pt x="733" y="4855"/>
                      </a:lnTo>
                      <a:lnTo>
                        <a:pt x="733" y="4897"/>
                      </a:lnTo>
                      <a:lnTo>
                        <a:pt x="754" y="4938"/>
                      </a:lnTo>
                      <a:lnTo>
                        <a:pt x="879" y="4959"/>
                      </a:lnTo>
                      <a:lnTo>
                        <a:pt x="984" y="5043"/>
                      </a:lnTo>
                      <a:lnTo>
                        <a:pt x="984" y="5085"/>
                      </a:lnTo>
                      <a:lnTo>
                        <a:pt x="858" y="5085"/>
                      </a:lnTo>
                      <a:lnTo>
                        <a:pt x="754" y="5043"/>
                      </a:lnTo>
                      <a:lnTo>
                        <a:pt x="649" y="5043"/>
                      </a:lnTo>
                      <a:lnTo>
                        <a:pt x="565" y="5085"/>
                      </a:lnTo>
                      <a:lnTo>
                        <a:pt x="544" y="5169"/>
                      </a:lnTo>
                      <a:lnTo>
                        <a:pt x="482" y="5210"/>
                      </a:lnTo>
                      <a:lnTo>
                        <a:pt x="482" y="5273"/>
                      </a:lnTo>
                      <a:lnTo>
                        <a:pt x="544" y="5315"/>
                      </a:lnTo>
                      <a:lnTo>
                        <a:pt x="524" y="5378"/>
                      </a:lnTo>
                      <a:lnTo>
                        <a:pt x="461" y="5399"/>
                      </a:lnTo>
                      <a:lnTo>
                        <a:pt x="419" y="5399"/>
                      </a:lnTo>
                      <a:lnTo>
                        <a:pt x="335" y="5483"/>
                      </a:lnTo>
                      <a:lnTo>
                        <a:pt x="314" y="5566"/>
                      </a:lnTo>
                      <a:lnTo>
                        <a:pt x="335" y="5608"/>
                      </a:lnTo>
                      <a:lnTo>
                        <a:pt x="314" y="5671"/>
                      </a:lnTo>
                      <a:lnTo>
                        <a:pt x="210" y="5692"/>
                      </a:lnTo>
                      <a:lnTo>
                        <a:pt x="210" y="5713"/>
                      </a:lnTo>
                      <a:lnTo>
                        <a:pt x="335" y="5838"/>
                      </a:lnTo>
                      <a:lnTo>
                        <a:pt x="440" y="5901"/>
                      </a:lnTo>
                      <a:lnTo>
                        <a:pt x="482" y="5880"/>
                      </a:lnTo>
                      <a:lnTo>
                        <a:pt x="524" y="5796"/>
                      </a:lnTo>
                      <a:lnTo>
                        <a:pt x="586" y="5734"/>
                      </a:lnTo>
                      <a:lnTo>
                        <a:pt x="754" y="5629"/>
                      </a:lnTo>
                      <a:lnTo>
                        <a:pt x="858" y="5587"/>
                      </a:lnTo>
                      <a:lnTo>
                        <a:pt x="858" y="5629"/>
                      </a:lnTo>
                      <a:lnTo>
                        <a:pt x="837" y="5629"/>
                      </a:lnTo>
                      <a:lnTo>
                        <a:pt x="796" y="5713"/>
                      </a:lnTo>
                      <a:lnTo>
                        <a:pt x="649" y="5817"/>
                      </a:lnTo>
                      <a:lnTo>
                        <a:pt x="586" y="5922"/>
                      </a:lnTo>
                      <a:lnTo>
                        <a:pt x="565" y="6027"/>
                      </a:lnTo>
                      <a:lnTo>
                        <a:pt x="586" y="6131"/>
                      </a:lnTo>
                      <a:lnTo>
                        <a:pt x="565" y="6194"/>
                      </a:lnTo>
                      <a:lnTo>
                        <a:pt x="565" y="6236"/>
                      </a:lnTo>
                      <a:lnTo>
                        <a:pt x="754" y="6236"/>
                      </a:lnTo>
                      <a:lnTo>
                        <a:pt x="837" y="6194"/>
                      </a:lnTo>
                      <a:lnTo>
                        <a:pt x="837" y="6257"/>
                      </a:lnTo>
                      <a:lnTo>
                        <a:pt x="775" y="6299"/>
                      </a:lnTo>
                      <a:lnTo>
                        <a:pt x="586" y="6299"/>
                      </a:lnTo>
                      <a:lnTo>
                        <a:pt x="524" y="6340"/>
                      </a:lnTo>
                      <a:lnTo>
                        <a:pt x="356" y="6445"/>
                      </a:lnTo>
                      <a:lnTo>
                        <a:pt x="356" y="6571"/>
                      </a:lnTo>
                      <a:lnTo>
                        <a:pt x="335" y="6654"/>
                      </a:lnTo>
                      <a:lnTo>
                        <a:pt x="356" y="6759"/>
                      </a:lnTo>
                      <a:lnTo>
                        <a:pt x="461" y="6759"/>
                      </a:lnTo>
                      <a:lnTo>
                        <a:pt x="524" y="6822"/>
                      </a:lnTo>
                      <a:lnTo>
                        <a:pt x="482" y="6863"/>
                      </a:lnTo>
                      <a:lnTo>
                        <a:pt x="377" y="6863"/>
                      </a:lnTo>
                      <a:lnTo>
                        <a:pt x="252" y="6884"/>
                      </a:lnTo>
                      <a:lnTo>
                        <a:pt x="147" y="7052"/>
                      </a:lnTo>
                      <a:lnTo>
                        <a:pt x="147" y="7177"/>
                      </a:lnTo>
                      <a:lnTo>
                        <a:pt x="210" y="7240"/>
                      </a:lnTo>
                      <a:lnTo>
                        <a:pt x="272" y="7198"/>
                      </a:lnTo>
                      <a:lnTo>
                        <a:pt x="440" y="7135"/>
                      </a:lnTo>
                      <a:lnTo>
                        <a:pt x="461" y="7177"/>
                      </a:lnTo>
                      <a:lnTo>
                        <a:pt x="356" y="7261"/>
                      </a:lnTo>
                      <a:lnTo>
                        <a:pt x="335" y="7366"/>
                      </a:lnTo>
                      <a:lnTo>
                        <a:pt x="377" y="7366"/>
                      </a:lnTo>
                      <a:lnTo>
                        <a:pt x="461" y="7282"/>
                      </a:lnTo>
                      <a:lnTo>
                        <a:pt x="544" y="7261"/>
                      </a:lnTo>
                      <a:lnTo>
                        <a:pt x="565" y="7303"/>
                      </a:lnTo>
                      <a:lnTo>
                        <a:pt x="482" y="7387"/>
                      </a:lnTo>
                      <a:lnTo>
                        <a:pt x="461" y="7470"/>
                      </a:lnTo>
                      <a:lnTo>
                        <a:pt x="544" y="7554"/>
                      </a:lnTo>
                      <a:lnTo>
                        <a:pt x="649" y="7554"/>
                      </a:lnTo>
                      <a:lnTo>
                        <a:pt x="565" y="7575"/>
                      </a:lnTo>
                      <a:lnTo>
                        <a:pt x="482" y="7575"/>
                      </a:lnTo>
                      <a:lnTo>
                        <a:pt x="419" y="7659"/>
                      </a:lnTo>
                      <a:lnTo>
                        <a:pt x="419" y="7721"/>
                      </a:lnTo>
                      <a:lnTo>
                        <a:pt x="461" y="7826"/>
                      </a:lnTo>
                      <a:lnTo>
                        <a:pt x="419" y="7889"/>
                      </a:lnTo>
                      <a:lnTo>
                        <a:pt x="356" y="7868"/>
                      </a:lnTo>
                      <a:lnTo>
                        <a:pt x="252" y="7889"/>
                      </a:lnTo>
                      <a:lnTo>
                        <a:pt x="168" y="7826"/>
                      </a:lnTo>
                      <a:lnTo>
                        <a:pt x="105" y="7826"/>
                      </a:lnTo>
                      <a:lnTo>
                        <a:pt x="0" y="7972"/>
                      </a:lnTo>
                      <a:lnTo>
                        <a:pt x="0" y="8077"/>
                      </a:lnTo>
                      <a:lnTo>
                        <a:pt x="168" y="8265"/>
                      </a:lnTo>
                      <a:lnTo>
                        <a:pt x="147" y="8391"/>
                      </a:lnTo>
                      <a:lnTo>
                        <a:pt x="168" y="8496"/>
                      </a:lnTo>
                      <a:lnTo>
                        <a:pt x="335" y="8621"/>
                      </a:lnTo>
                      <a:lnTo>
                        <a:pt x="335" y="8705"/>
                      </a:lnTo>
                      <a:lnTo>
                        <a:pt x="482" y="8830"/>
                      </a:lnTo>
                      <a:lnTo>
                        <a:pt x="586" y="8872"/>
                      </a:lnTo>
                      <a:lnTo>
                        <a:pt x="649" y="8851"/>
                      </a:lnTo>
                      <a:lnTo>
                        <a:pt x="733" y="8830"/>
                      </a:lnTo>
                      <a:lnTo>
                        <a:pt x="837" y="8663"/>
                      </a:lnTo>
                      <a:lnTo>
                        <a:pt x="796" y="8516"/>
                      </a:lnTo>
                      <a:lnTo>
                        <a:pt x="837" y="8412"/>
                      </a:lnTo>
                      <a:lnTo>
                        <a:pt x="900" y="8307"/>
                      </a:lnTo>
                      <a:lnTo>
                        <a:pt x="858" y="8433"/>
                      </a:lnTo>
                      <a:lnTo>
                        <a:pt x="858" y="8516"/>
                      </a:lnTo>
                      <a:lnTo>
                        <a:pt x="900" y="8600"/>
                      </a:lnTo>
                      <a:lnTo>
                        <a:pt x="963" y="8747"/>
                      </a:lnTo>
                      <a:lnTo>
                        <a:pt x="1047" y="8788"/>
                      </a:lnTo>
                      <a:lnTo>
                        <a:pt x="1109" y="8726"/>
                      </a:lnTo>
                      <a:lnTo>
                        <a:pt x="1109" y="8642"/>
                      </a:lnTo>
                      <a:lnTo>
                        <a:pt x="1172" y="8537"/>
                      </a:lnTo>
                      <a:lnTo>
                        <a:pt x="1193" y="8600"/>
                      </a:lnTo>
                      <a:lnTo>
                        <a:pt x="1172" y="8642"/>
                      </a:lnTo>
                      <a:lnTo>
                        <a:pt x="1172" y="8747"/>
                      </a:lnTo>
                      <a:lnTo>
                        <a:pt x="1277" y="8935"/>
                      </a:lnTo>
                      <a:lnTo>
                        <a:pt x="1402" y="9019"/>
                      </a:lnTo>
                      <a:lnTo>
                        <a:pt x="1507" y="9019"/>
                      </a:lnTo>
                      <a:lnTo>
                        <a:pt x="1591" y="8956"/>
                      </a:lnTo>
                      <a:lnTo>
                        <a:pt x="1632" y="8998"/>
                      </a:lnTo>
                      <a:lnTo>
                        <a:pt x="1612" y="9040"/>
                      </a:lnTo>
                      <a:lnTo>
                        <a:pt x="1570" y="9040"/>
                      </a:lnTo>
                      <a:lnTo>
                        <a:pt x="1528" y="9123"/>
                      </a:lnTo>
                      <a:lnTo>
                        <a:pt x="1444" y="9165"/>
                      </a:lnTo>
                      <a:lnTo>
                        <a:pt x="1423" y="9249"/>
                      </a:lnTo>
                      <a:lnTo>
                        <a:pt x="1528" y="9332"/>
                      </a:lnTo>
                      <a:lnTo>
                        <a:pt x="1528" y="9416"/>
                      </a:lnTo>
                      <a:lnTo>
                        <a:pt x="1444" y="9416"/>
                      </a:lnTo>
                      <a:lnTo>
                        <a:pt x="1381" y="9374"/>
                      </a:lnTo>
                      <a:lnTo>
                        <a:pt x="1381" y="9458"/>
                      </a:lnTo>
                      <a:lnTo>
                        <a:pt x="1423" y="9521"/>
                      </a:lnTo>
                      <a:lnTo>
                        <a:pt x="1612" y="9542"/>
                      </a:lnTo>
                      <a:lnTo>
                        <a:pt x="1716" y="9584"/>
                      </a:lnTo>
                      <a:lnTo>
                        <a:pt x="1821" y="9563"/>
                      </a:lnTo>
                      <a:lnTo>
                        <a:pt x="1967" y="9604"/>
                      </a:lnTo>
                      <a:lnTo>
                        <a:pt x="1967" y="9521"/>
                      </a:lnTo>
                      <a:lnTo>
                        <a:pt x="2051" y="9542"/>
                      </a:lnTo>
                      <a:lnTo>
                        <a:pt x="2072" y="9625"/>
                      </a:lnTo>
                      <a:lnTo>
                        <a:pt x="2135" y="9772"/>
                      </a:lnTo>
                      <a:lnTo>
                        <a:pt x="2218" y="9856"/>
                      </a:lnTo>
                      <a:lnTo>
                        <a:pt x="2281" y="9856"/>
                      </a:lnTo>
                      <a:lnTo>
                        <a:pt x="2365" y="9751"/>
                      </a:lnTo>
                      <a:lnTo>
                        <a:pt x="2344" y="9625"/>
                      </a:lnTo>
                      <a:lnTo>
                        <a:pt x="2177" y="9542"/>
                      </a:lnTo>
                      <a:lnTo>
                        <a:pt x="2135" y="9521"/>
                      </a:lnTo>
                      <a:lnTo>
                        <a:pt x="2177" y="9479"/>
                      </a:lnTo>
                      <a:lnTo>
                        <a:pt x="2260" y="9521"/>
                      </a:lnTo>
                      <a:lnTo>
                        <a:pt x="2365" y="9584"/>
                      </a:lnTo>
                      <a:lnTo>
                        <a:pt x="2428" y="9667"/>
                      </a:lnTo>
                      <a:lnTo>
                        <a:pt x="2469" y="9772"/>
                      </a:lnTo>
                      <a:lnTo>
                        <a:pt x="2532" y="9772"/>
                      </a:lnTo>
                      <a:lnTo>
                        <a:pt x="2553" y="9667"/>
                      </a:lnTo>
                      <a:lnTo>
                        <a:pt x="2595" y="9646"/>
                      </a:lnTo>
                      <a:lnTo>
                        <a:pt x="2679" y="9751"/>
                      </a:lnTo>
                      <a:lnTo>
                        <a:pt x="2804" y="9793"/>
                      </a:lnTo>
                      <a:lnTo>
                        <a:pt x="2888" y="9793"/>
                      </a:lnTo>
                      <a:lnTo>
                        <a:pt x="2888" y="9730"/>
                      </a:lnTo>
                      <a:lnTo>
                        <a:pt x="2783" y="9646"/>
                      </a:lnTo>
                      <a:lnTo>
                        <a:pt x="2783" y="9584"/>
                      </a:lnTo>
                      <a:lnTo>
                        <a:pt x="2846" y="9563"/>
                      </a:lnTo>
                      <a:lnTo>
                        <a:pt x="2951" y="9604"/>
                      </a:lnTo>
                      <a:lnTo>
                        <a:pt x="2993" y="9667"/>
                      </a:lnTo>
                      <a:lnTo>
                        <a:pt x="3013" y="9667"/>
                      </a:lnTo>
                      <a:lnTo>
                        <a:pt x="3055" y="9772"/>
                      </a:lnTo>
                      <a:lnTo>
                        <a:pt x="3118" y="9814"/>
                      </a:lnTo>
                      <a:lnTo>
                        <a:pt x="3181" y="9793"/>
                      </a:lnTo>
                      <a:lnTo>
                        <a:pt x="3202" y="9688"/>
                      </a:lnTo>
                      <a:lnTo>
                        <a:pt x="3160" y="9604"/>
                      </a:lnTo>
                      <a:lnTo>
                        <a:pt x="3076" y="9604"/>
                      </a:lnTo>
                      <a:lnTo>
                        <a:pt x="3013" y="9563"/>
                      </a:lnTo>
                      <a:lnTo>
                        <a:pt x="3055" y="9500"/>
                      </a:lnTo>
                      <a:lnTo>
                        <a:pt x="3097" y="9542"/>
                      </a:lnTo>
                      <a:lnTo>
                        <a:pt x="3160" y="9542"/>
                      </a:lnTo>
                      <a:lnTo>
                        <a:pt x="3223" y="9437"/>
                      </a:lnTo>
                      <a:lnTo>
                        <a:pt x="3265" y="9353"/>
                      </a:lnTo>
                      <a:lnTo>
                        <a:pt x="3265" y="9312"/>
                      </a:lnTo>
                      <a:lnTo>
                        <a:pt x="3118" y="9207"/>
                      </a:lnTo>
                      <a:lnTo>
                        <a:pt x="3055" y="9228"/>
                      </a:lnTo>
                      <a:lnTo>
                        <a:pt x="2951" y="9207"/>
                      </a:lnTo>
                      <a:lnTo>
                        <a:pt x="2867" y="9040"/>
                      </a:lnTo>
                      <a:lnTo>
                        <a:pt x="2762" y="9040"/>
                      </a:lnTo>
                      <a:lnTo>
                        <a:pt x="2574" y="8872"/>
                      </a:lnTo>
                      <a:lnTo>
                        <a:pt x="2490" y="8788"/>
                      </a:lnTo>
                      <a:lnTo>
                        <a:pt x="2365" y="8788"/>
                      </a:lnTo>
                      <a:lnTo>
                        <a:pt x="2239" y="8516"/>
                      </a:lnTo>
                      <a:lnTo>
                        <a:pt x="2030" y="8286"/>
                      </a:lnTo>
                      <a:lnTo>
                        <a:pt x="1946" y="8014"/>
                      </a:lnTo>
                      <a:lnTo>
                        <a:pt x="1842" y="7847"/>
                      </a:lnTo>
                      <a:lnTo>
                        <a:pt x="1842" y="7554"/>
                      </a:lnTo>
                      <a:lnTo>
                        <a:pt x="1758" y="7387"/>
                      </a:lnTo>
                      <a:lnTo>
                        <a:pt x="1716" y="7073"/>
                      </a:lnTo>
                      <a:lnTo>
                        <a:pt x="1695" y="7010"/>
                      </a:lnTo>
                      <a:lnTo>
                        <a:pt x="1737" y="6905"/>
                      </a:lnTo>
                      <a:lnTo>
                        <a:pt x="1737" y="6822"/>
                      </a:lnTo>
                      <a:lnTo>
                        <a:pt x="1632" y="6801"/>
                      </a:lnTo>
                      <a:lnTo>
                        <a:pt x="1549" y="6843"/>
                      </a:lnTo>
                      <a:lnTo>
                        <a:pt x="1486" y="6801"/>
                      </a:lnTo>
                      <a:lnTo>
                        <a:pt x="1507" y="6759"/>
                      </a:lnTo>
                      <a:lnTo>
                        <a:pt x="1653" y="6759"/>
                      </a:lnTo>
                      <a:lnTo>
                        <a:pt x="1800" y="6696"/>
                      </a:lnTo>
                      <a:lnTo>
                        <a:pt x="1821" y="6487"/>
                      </a:lnTo>
                      <a:lnTo>
                        <a:pt x="1800" y="6382"/>
                      </a:lnTo>
                      <a:lnTo>
                        <a:pt x="1695" y="6403"/>
                      </a:lnTo>
                      <a:lnTo>
                        <a:pt x="1591" y="6424"/>
                      </a:lnTo>
                      <a:lnTo>
                        <a:pt x="1632" y="6382"/>
                      </a:lnTo>
                      <a:lnTo>
                        <a:pt x="1800" y="6319"/>
                      </a:lnTo>
                      <a:lnTo>
                        <a:pt x="1821" y="6236"/>
                      </a:lnTo>
                      <a:lnTo>
                        <a:pt x="1779" y="6194"/>
                      </a:lnTo>
                      <a:lnTo>
                        <a:pt x="1570" y="6194"/>
                      </a:lnTo>
                      <a:lnTo>
                        <a:pt x="1423" y="6173"/>
                      </a:lnTo>
                      <a:lnTo>
                        <a:pt x="1423" y="6110"/>
                      </a:lnTo>
                      <a:lnTo>
                        <a:pt x="1507" y="6068"/>
                      </a:lnTo>
                      <a:lnTo>
                        <a:pt x="1465" y="6006"/>
                      </a:lnTo>
                      <a:lnTo>
                        <a:pt x="1465" y="5922"/>
                      </a:lnTo>
                      <a:lnTo>
                        <a:pt x="1507" y="5964"/>
                      </a:lnTo>
                      <a:lnTo>
                        <a:pt x="1570" y="6068"/>
                      </a:lnTo>
                      <a:lnTo>
                        <a:pt x="1674" y="6110"/>
                      </a:lnTo>
                      <a:lnTo>
                        <a:pt x="1821" y="6110"/>
                      </a:lnTo>
                      <a:lnTo>
                        <a:pt x="1842" y="6068"/>
                      </a:lnTo>
                      <a:lnTo>
                        <a:pt x="1925" y="6027"/>
                      </a:lnTo>
                      <a:lnTo>
                        <a:pt x="1988" y="5901"/>
                      </a:lnTo>
                      <a:lnTo>
                        <a:pt x="1988" y="5775"/>
                      </a:lnTo>
                      <a:lnTo>
                        <a:pt x="2051" y="5650"/>
                      </a:lnTo>
                      <a:lnTo>
                        <a:pt x="2093" y="5545"/>
                      </a:lnTo>
                      <a:lnTo>
                        <a:pt x="2009" y="5462"/>
                      </a:lnTo>
                      <a:lnTo>
                        <a:pt x="1946" y="5336"/>
                      </a:lnTo>
                      <a:lnTo>
                        <a:pt x="1842" y="5294"/>
                      </a:lnTo>
                      <a:lnTo>
                        <a:pt x="1779" y="5294"/>
                      </a:lnTo>
                      <a:lnTo>
                        <a:pt x="1716" y="5252"/>
                      </a:lnTo>
                      <a:lnTo>
                        <a:pt x="1800" y="5231"/>
                      </a:lnTo>
                      <a:lnTo>
                        <a:pt x="1884" y="5252"/>
                      </a:lnTo>
                      <a:lnTo>
                        <a:pt x="1946" y="5231"/>
                      </a:lnTo>
                      <a:lnTo>
                        <a:pt x="2009" y="5294"/>
                      </a:lnTo>
                      <a:lnTo>
                        <a:pt x="2009" y="5378"/>
                      </a:lnTo>
                      <a:lnTo>
                        <a:pt x="2051" y="5399"/>
                      </a:lnTo>
                      <a:lnTo>
                        <a:pt x="2114" y="5336"/>
                      </a:lnTo>
                      <a:lnTo>
                        <a:pt x="2051" y="5148"/>
                      </a:lnTo>
                      <a:lnTo>
                        <a:pt x="1925" y="4980"/>
                      </a:lnTo>
                      <a:lnTo>
                        <a:pt x="1821" y="4834"/>
                      </a:lnTo>
                      <a:lnTo>
                        <a:pt x="1842" y="4771"/>
                      </a:lnTo>
                      <a:lnTo>
                        <a:pt x="1925" y="4855"/>
                      </a:lnTo>
                      <a:lnTo>
                        <a:pt x="1946" y="4938"/>
                      </a:lnTo>
                      <a:lnTo>
                        <a:pt x="2051" y="4980"/>
                      </a:lnTo>
                      <a:lnTo>
                        <a:pt x="2156" y="5022"/>
                      </a:lnTo>
                      <a:lnTo>
                        <a:pt x="2197" y="4938"/>
                      </a:lnTo>
                      <a:lnTo>
                        <a:pt x="2197" y="4855"/>
                      </a:lnTo>
                      <a:lnTo>
                        <a:pt x="2135" y="4813"/>
                      </a:lnTo>
                      <a:lnTo>
                        <a:pt x="2135" y="4729"/>
                      </a:lnTo>
                      <a:lnTo>
                        <a:pt x="2218" y="4625"/>
                      </a:lnTo>
                      <a:lnTo>
                        <a:pt x="2218" y="4520"/>
                      </a:lnTo>
                      <a:lnTo>
                        <a:pt x="2135" y="4415"/>
                      </a:lnTo>
                      <a:lnTo>
                        <a:pt x="2009" y="4248"/>
                      </a:lnTo>
                      <a:lnTo>
                        <a:pt x="2093" y="4248"/>
                      </a:lnTo>
                      <a:lnTo>
                        <a:pt x="2197" y="4332"/>
                      </a:lnTo>
                      <a:lnTo>
                        <a:pt x="2260" y="4311"/>
                      </a:lnTo>
                      <a:lnTo>
                        <a:pt x="2323" y="4185"/>
                      </a:lnTo>
                      <a:lnTo>
                        <a:pt x="2302" y="4143"/>
                      </a:lnTo>
                      <a:lnTo>
                        <a:pt x="2218" y="4143"/>
                      </a:lnTo>
                      <a:lnTo>
                        <a:pt x="2218" y="3997"/>
                      </a:lnTo>
                      <a:lnTo>
                        <a:pt x="2302" y="3976"/>
                      </a:lnTo>
                      <a:lnTo>
                        <a:pt x="2407" y="4039"/>
                      </a:lnTo>
                      <a:lnTo>
                        <a:pt x="2553" y="4102"/>
                      </a:lnTo>
                      <a:lnTo>
                        <a:pt x="2616" y="4018"/>
                      </a:lnTo>
                      <a:lnTo>
                        <a:pt x="2532" y="3976"/>
                      </a:lnTo>
                      <a:lnTo>
                        <a:pt x="2532" y="3913"/>
                      </a:lnTo>
                      <a:lnTo>
                        <a:pt x="2616" y="3913"/>
                      </a:lnTo>
                      <a:lnTo>
                        <a:pt x="2679" y="3934"/>
                      </a:lnTo>
                      <a:lnTo>
                        <a:pt x="2762" y="3871"/>
                      </a:lnTo>
                      <a:lnTo>
                        <a:pt x="2762" y="3767"/>
                      </a:lnTo>
                      <a:lnTo>
                        <a:pt x="2741" y="3704"/>
                      </a:lnTo>
                      <a:lnTo>
                        <a:pt x="2762" y="3662"/>
                      </a:lnTo>
                      <a:lnTo>
                        <a:pt x="2930" y="3578"/>
                      </a:lnTo>
                      <a:lnTo>
                        <a:pt x="2951" y="3495"/>
                      </a:lnTo>
                      <a:lnTo>
                        <a:pt x="2846" y="3453"/>
                      </a:lnTo>
                      <a:lnTo>
                        <a:pt x="2783" y="3369"/>
                      </a:lnTo>
                      <a:lnTo>
                        <a:pt x="2846" y="3265"/>
                      </a:lnTo>
                      <a:lnTo>
                        <a:pt x="2888" y="3369"/>
                      </a:lnTo>
                      <a:lnTo>
                        <a:pt x="2972" y="3306"/>
                      </a:lnTo>
                      <a:lnTo>
                        <a:pt x="3139" y="3097"/>
                      </a:lnTo>
                      <a:lnTo>
                        <a:pt x="3181" y="2972"/>
                      </a:lnTo>
                      <a:lnTo>
                        <a:pt x="3265" y="2930"/>
                      </a:lnTo>
                      <a:lnTo>
                        <a:pt x="3285" y="2783"/>
                      </a:lnTo>
                      <a:lnTo>
                        <a:pt x="3453" y="2679"/>
                      </a:lnTo>
                      <a:lnTo>
                        <a:pt x="3516" y="2532"/>
                      </a:lnTo>
                      <a:lnTo>
                        <a:pt x="3599" y="2323"/>
                      </a:lnTo>
                      <a:lnTo>
                        <a:pt x="3683" y="2323"/>
                      </a:lnTo>
                      <a:lnTo>
                        <a:pt x="3892" y="2156"/>
                      </a:lnTo>
                      <a:lnTo>
                        <a:pt x="4122" y="1905"/>
                      </a:lnTo>
                      <a:lnTo>
                        <a:pt x="4311" y="1737"/>
                      </a:lnTo>
                      <a:lnTo>
                        <a:pt x="4394" y="1737"/>
                      </a:lnTo>
                      <a:lnTo>
                        <a:pt x="4541" y="1612"/>
                      </a:lnTo>
                      <a:lnTo>
                        <a:pt x="4729" y="1570"/>
                      </a:lnTo>
                      <a:lnTo>
                        <a:pt x="4834" y="1486"/>
                      </a:lnTo>
                      <a:lnTo>
                        <a:pt x="4980" y="1277"/>
                      </a:lnTo>
                      <a:lnTo>
                        <a:pt x="5064" y="1214"/>
                      </a:lnTo>
                      <a:lnTo>
                        <a:pt x="5127" y="1214"/>
                      </a:lnTo>
                      <a:lnTo>
                        <a:pt x="5190" y="1193"/>
                      </a:lnTo>
                      <a:lnTo>
                        <a:pt x="5190" y="1109"/>
                      </a:lnTo>
                      <a:lnTo>
                        <a:pt x="5169" y="1068"/>
                      </a:lnTo>
                      <a:lnTo>
                        <a:pt x="5231" y="963"/>
                      </a:lnTo>
                      <a:lnTo>
                        <a:pt x="5190" y="858"/>
                      </a:lnTo>
                      <a:lnTo>
                        <a:pt x="5190" y="691"/>
                      </a:lnTo>
                      <a:lnTo>
                        <a:pt x="5169" y="670"/>
                      </a:lnTo>
                      <a:lnTo>
                        <a:pt x="5085" y="670"/>
                      </a:lnTo>
                      <a:lnTo>
                        <a:pt x="5085" y="524"/>
                      </a:lnTo>
                      <a:lnTo>
                        <a:pt x="5148" y="377"/>
                      </a:lnTo>
                      <a:lnTo>
                        <a:pt x="5127" y="335"/>
                      </a:lnTo>
                      <a:lnTo>
                        <a:pt x="5022" y="314"/>
                      </a:lnTo>
                      <a:lnTo>
                        <a:pt x="4959" y="252"/>
                      </a:lnTo>
                      <a:lnTo>
                        <a:pt x="4855" y="231"/>
                      </a:lnTo>
                      <a:lnTo>
                        <a:pt x="4813" y="147"/>
                      </a:lnTo>
                      <a:lnTo>
                        <a:pt x="4813" y="42"/>
                      </a:lnTo>
                      <a:lnTo>
                        <a:pt x="4750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830" name="Google Shape;7662;p67">
                  <a:extLst>
                    <a:ext uri="{FF2B5EF4-FFF2-40B4-BE49-F238E27FC236}">
                      <a16:creationId xmlns:a16="http://schemas.microsoft.com/office/drawing/2014/main" id="{AD20D92B-4349-3841-EF3A-FF5AB01B2CD2}"/>
                    </a:ext>
                  </a:extLst>
                </p:cNvPr>
                <p:cNvSpPr/>
                <p:nvPr/>
              </p:nvSpPr>
              <p:spPr>
                <a:xfrm>
                  <a:off x="4015475" y="1586100"/>
                  <a:ext cx="1901975" cy="1017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079" h="40698" extrusionOk="0">
                      <a:moveTo>
                        <a:pt x="27578" y="1"/>
                      </a:moveTo>
                      <a:lnTo>
                        <a:pt x="27431" y="126"/>
                      </a:lnTo>
                      <a:lnTo>
                        <a:pt x="27389" y="231"/>
                      </a:lnTo>
                      <a:lnTo>
                        <a:pt x="27285" y="273"/>
                      </a:lnTo>
                      <a:lnTo>
                        <a:pt x="27368" y="377"/>
                      </a:lnTo>
                      <a:lnTo>
                        <a:pt x="27264" y="482"/>
                      </a:lnTo>
                      <a:lnTo>
                        <a:pt x="27243" y="649"/>
                      </a:lnTo>
                      <a:lnTo>
                        <a:pt x="27285" y="796"/>
                      </a:lnTo>
                      <a:lnTo>
                        <a:pt x="27159" y="921"/>
                      </a:lnTo>
                      <a:lnTo>
                        <a:pt x="27138" y="1444"/>
                      </a:lnTo>
                      <a:lnTo>
                        <a:pt x="27264" y="1570"/>
                      </a:lnTo>
                      <a:lnTo>
                        <a:pt x="27264" y="1695"/>
                      </a:lnTo>
                      <a:lnTo>
                        <a:pt x="27159" y="1695"/>
                      </a:lnTo>
                      <a:lnTo>
                        <a:pt x="27180" y="1842"/>
                      </a:lnTo>
                      <a:lnTo>
                        <a:pt x="27285" y="1967"/>
                      </a:lnTo>
                      <a:lnTo>
                        <a:pt x="27389" y="1967"/>
                      </a:lnTo>
                      <a:lnTo>
                        <a:pt x="27536" y="2156"/>
                      </a:lnTo>
                      <a:lnTo>
                        <a:pt x="27682" y="2177"/>
                      </a:lnTo>
                      <a:lnTo>
                        <a:pt x="27536" y="2281"/>
                      </a:lnTo>
                      <a:lnTo>
                        <a:pt x="27578" y="2407"/>
                      </a:lnTo>
                      <a:lnTo>
                        <a:pt x="27578" y="2491"/>
                      </a:lnTo>
                      <a:lnTo>
                        <a:pt x="27787" y="2511"/>
                      </a:lnTo>
                      <a:lnTo>
                        <a:pt x="27912" y="2470"/>
                      </a:lnTo>
                      <a:lnTo>
                        <a:pt x="28101" y="2532"/>
                      </a:lnTo>
                      <a:lnTo>
                        <a:pt x="28289" y="2532"/>
                      </a:lnTo>
                      <a:lnTo>
                        <a:pt x="28331" y="2616"/>
                      </a:lnTo>
                      <a:lnTo>
                        <a:pt x="28226" y="2700"/>
                      </a:lnTo>
                      <a:lnTo>
                        <a:pt x="28122" y="2679"/>
                      </a:lnTo>
                      <a:lnTo>
                        <a:pt x="28059" y="2700"/>
                      </a:lnTo>
                      <a:lnTo>
                        <a:pt x="27933" y="2616"/>
                      </a:lnTo>
                      <a:lnTo>
                        <a:pt x="27661" y="2721"/>
                      </a:lnTo>
                      <a:lnTo>
                        <a:pt x="27578" y="2679"/>
                      </a:lnTo>
                      <a:lnTo>
                        <a:pt x="27473" y="2721"/>
                      </a:lnTo>
                      <a:lnTo>
                        <a:pt x="27368" y="2700"/>
                      </a:lnTo>
                      <a:lnTo>
                        <a:pt x="27264" y="2700"/>
                      </a:lnTo>
                      <a:lnTo>
                        <a:pt x="27201" y="2783"/>
                      </a:lnTo>
                      <a:lnTo>
                        <a:pt x="26950" y="2783"/>
                      </a:lnTo>
                      <a:lnTo>
                        <a:pt x="26887" y="2888"/>
                      </a:lnTo>
                      <a:lnTo>
                        <a:pt x="26908" y="2930"/>
                      </a:lnTo>
                      <a:lnTo>
                        <a:pt x="27034" y="2951"/>
                      </a:lnTo>
                      <a:lnTo>
                        <a:pt x="27054" y="3055"/>
                      </a:lnTo>
                      <a:lnTo>
                        <a:pt x="27201" y="3035"/>
                      </a:lnTo>
                      <a:lnTo>
                        <a:pt x="27264" y="3097"/>
                      </a:lnTo>
                      <a:lnTo>
                        <a:pt x="27410" y="3014"/>
                      </a:lnTo>
                      <a:lnTo>
                        <a:pt x="27515" y="3160"/>
                      </a:lnTo>
                      <a:lnTo>
                        <a:pt x="27661" y="3265"/>
                      </a:lnTo>
                      <a:lnTo>
                        <a:pt x="27787" y="3516"/>
                      </a:lnTo>
                      <a:lnTo>
                        <a:pt x="27682" y="3746"/>
                      </a:lnTo>
                      <a:lnTo>
                        <a:pt x="27410" y="4018"/>
                      </a:lnTo>
                      <a:lnTo>
                        <a:pt x="27515" y="3746"/>
                      </a:lnTo>
                      <a:lnTo>
                        <a:pt x="27431" y="3662"/>
                      </a:lnTo>
                      <a:lnTo>
                        <a:pt x="27431" y="3495"/>
                      </a:lnTo>
                      <a:lnTo>
                        <a:pt x="27243" y="3453"/>
                      </a:lnTo>
                      <a:lnTo>
                        <a:pt x="27180" y="3432"/>
                      </a:lnTo>
                      <a:lnTo>
                        <a:pt x="27180" y="3348"/>
                      </a:lnTo>
                      <a:lnTo>
                        <a:pt x="27117" y="3327"/>
                      </a:lnTo>
                      <a:lnTo>
                        <a:pt x="27013" y="3411"/>
                      </a:lnTo>
                      <a:lnTo>
                        <a:pt x="26845" y="3411"/>
                      </a:lnTo>
                      <a:lnTo>
                        <a:pt x="26720" y="3537"/>
                      </a:lnTo>
                      <a:lnTo>
                        <a:pt x="26845" y="3599"/>
                      </a:lnTo>
                      <a:lnTo>
                        <a:pt x="26803" y="3662"/>
                      </a:lnTo>
                      <a:lnTo>
                        <a:pt x="26657" y="3662"/>
                      </a:lnTo>
                      <a:lnTo>
                        <a:pt x="26741" y="3767"/>
                      </a:lnTo>
                      <a:lnTo>
                        <a:pt x="26720" y="3851"/>
                      </a:lnTo>
                      <a:lnTo>
                        <a:pt x="26552" y="3976"/>
                      </a:lnTo>
                      <a:lnTo>
                        <a:pt x="26531" y="3851"/>
                      </a:lnTo>
                      <a:lnTo>
                        <a:pt x="26490" y="3851"/>
                      </a:lnTo>
                      <a:lnTo>
                        <a:pt x="26406" y="3913"/>
                      </a:lnTo>
                      <a:lnTo>
                        <a:pt x="26448" y="4039"/>
                      </a:lnTo>
                      <a:lnTo>
                        <a:pt x="26406" y="4164"/>
                      </a:lnTo>
                      <a:lnTo>
                        <a:pt x="26301" y="4164"/>
                      </a:lnTo>
                      <a:lnTo>
                        <a:pt x="26280" y="3976"/>
                      </a:lnTo>
                      <a:lnTo>
                        <a:pt x="26176" y="3871"/>
                      </a:lnTo>
                      <a:lnTo>
                        <a:pt x="26134" y="3934"/>
                      </a:lnTo>
                      <a:lnTo>
                        <a:pt x="26176" y="4039"/>
                      </a:lnTo>
                      <a:lnTo>
                        <a:pt x="26071" y="4227"/>
                      </a:lnTo>
                      <a:lnTo>
                        <a:pt x="26008" y="4374"/>
                      </a:lnTo>
                      <a:lnTo>
                        <a:pt x="25883" y="4290"/>
                      </a:lnTo>
                      <a:lnTo>
                        <a:pt x="25883" y="4227"/>
                      </a:lnTo>
                      <a:lnTo>
                        <a:pt x="26008" y="3955"/>
                      </a:lnTo>
                      <a:lnTo>
                        <a:pt x="25966" y="3851"/>
                      </a:lnTo>
                      <a:lnTo>
                        <a:pt x="25820" y="3830"/>
                      </a:lnTo>
                      <a:lnTo>
                        <a:pt x="25506" y="3934"/>
                      </a:lnTo>
                      <a:lnTo>
                        <a:pt x="25401" y="3871"/>
                      </a:lnTo>
                      <a:lnTo>
                        <a:pt x="25255" y="4018"/>
                      </a:lnTo>
                      <a:lnTo>
                        <a:pt x="25150" y="3976"/>
                      </a:lnTo>
                      <a:lnTo>
                        <a:pt x="25046" y="3934"/>
                      </a:lnTo>
                      <a:lnTo>
                        <a:pt x="24878" y="3955"/>
                      </a:lnTo>
                      <a:lnTo>
                        <a:pt x="25025" y="4081"/>
                      </a:lnTo>
                      <a:lnTo>
                        <a:pt x="24941" y="4164"/>
                      </a:lnTo>
                      <a:lnTo>
                        <a:pt x="24920" y="4143"/>
                      </a:lnTo>
                      <a:lnTo>
                        <a:pt x="24878" y="4081"/>
                      </a:lnTo>
                      <a:lnTo>
                        <a:pt x="24837" y="4060"/>
                      </a:lnTo>
                      <a:lnTo>
                        <a:pt x="24774" y="4164"/>
                      </a:lnTo>
                      <a:lnTo>
                        <a:pt x="24732" y="4227"/>
                      </a:lnTo>
                      <a:lnTo>
                        <a:pt x="24732" y="4478"/>
                      </a:lnTo>
                      <a:lnTo>
                        <a:pt x="24816" y="4562"/>
                      </a:lnTo>
                      <a:lnTo>
                        <a:pt x="24941" y="4436"/>
                      </a:lnTo>
                      <a:lnTo>
                        <a:pt x="25025" y="4478"/>
                      </a:lnTo>
                      <a:lnTo>
                        <a:pt x="25192" y="4353"/>
                      </a:lnTo>
                      <a:lnTo>
                        <a:pt x="25276" y="4374"/>
                      </a:lnTo>
                      <a:lnTo>
                        <a:pt x="25255" y="4478"/>
                      </a:lnTo>
                      <a:lnTo>
                        <a:pt x="24941" y="4604"/>
                      </a:lnTo>
                      <a:lnTo>
                        <a:pt x="24878" y="4750"/>
                      </a:lnTo>
                      <a:lnTo>
                        <a:pt x="24753" y="4813"/>
                      </a:lnTo>
                      <a:lnTo>
                        <a:pt x="24502" y="4855"/>
                      </a:lnTo>
                      <a:lnTo>
                        <a:pt x="24460" y="4918"/>
                      </a:lnTo>
                      <a:lnTo>
                        <a:pt x="24523" y="5001"/>
                      </a:lnTo>
                      <a:lnTo>
                        <a:pt x="24313" y="5064"/>
                      </a:lnTo>
                      <a:lnTo>
                        <a:pt x="24209" y="5001"/>
                      </a:lnTo>
                      <a:lnTo>
                        <a:pt x="24146" y="5022"/>
                      </a:lnTo>
                      <a:lnTo>
                        <a:pt x="24125" y="5127"/>
                      </a:lnTo>
                      <a:lnTo>
                        <a:pt x="24041" y="5169"/>
                      </a:lnTo>
                      <a:lnTo>
                        <a:pt x="23895" y="5211"/>
                      </a:lnTo>
                      <a:lnTo>
                        <a:pt x="23832" y="5294"/>
                      </a:lnTo>
                      <a:lnTo>
                        <a:pt x="23916" y="5399"/>
                      </a:lnTo>
                      <a:lnTo>
                        <a:pt x="23874" y="5399"/>
                      </a:lnTo>
                      <a:lnTo>
                        <a:pt x="23832" y="5504"/>
                      </a:lnTo>
                      <a:lnTo>
                        <a:pt x="23790" y="5524"/>
                      </a:lnTo>
                      <a:lnTo>
                        <a:pt x="23728" y="5441"/>
                      </a:lnTo>
                      <a:lnTo>
                        <a:pt x="23686" y="5441"/>
                      </a:lnTo>
                      <a:lnTo>
                        <a:pt x="23581" y="5608"/>
                      </a:lnTo>
                      <a:lnTo>
                        <a:pt x="23602" y="5650"/>
                      </a:lnTo>
                      <a:lnTo>
                        <a:pt x="23560" y="5713"/>
                      </a:lnTo>
                      <a:lnTo>
                        <a:pt x="23560" y="5817"/>
                      </a:lnTo>
                      <a:lnTo>
                        <a:pt x="23456" y="5943"/>
                      </a:lnTo>
                      <a:lnTo>
                        <a:pt x="23477" y="6048"/>
                      </a:lnTo>
                      <a:lnTo>
                        <a:pt x="23309" y="6110"/>
                      </a:lnTo>
                      <a:lnTo>
                        <a:pt x="23142" y="6110"/>
                      </a:lnTo>
                      <a:lnTo>
                        <a:pt x="23037" y="6173"/>
                      </a:lnTo>
                      <a:lnTo>
                        <a:pt x="23037" y="6278"/>
                      </a:lnTo>
                      <a:lnTo>
                        <a:pt x="23100" y="6278"/>
                      </a:lnTo>
                      <a:lnTo>
                        <a:pt x="23163" y="6215"/>
                      </a:lnTo>
                      <a:lnTo>
                        <a:pt x="23414" y="6257"/>
                      </a:lnTo>
                      <a:lnTo>
                        <a:pt x="23372" y="6340"/>
                      </a:lnTo>
                      <a:lnTo>
                        <a:pt x="23246" y="6320"/>
                      </a:lnTo>
                      <a:lnTo>
                        <a:pt x="23204" y="6361"/>
                      </a:lnTo>
                      <a:lnTo>
                        <a:pt x="23288" y="6445"/>
                      </a:lnTo>
                      <a:lnTo>
                        <a:pt x="23267" y="6675"/>
                      </a:lnTo>
                      <a:lnTo>
                        <a:pt x="23163" y="6759"/>
                      </a:lnTo>
                      <a:lnTo>
                        <a:pt x="23184" y="6843"/>
                      </a:lnTo>
                      <a:lnTo>
                        <a:pt x="23163" y="6947"/>
                      </a:lnTo>
                      <a:lnTo>
                        <a:pt x="23037" y="6759"/>
                      </a:lnTo>
                      <a:lnTo>
                        <a:pt x="22932" y="6780"/>
                      </a:lnTo>
                      <a:lnTo>
                        <a:pt x="22786" y="6633"/>
                      </a:lnTo>
                      <a:lnTo>
                        <a:pt x="22723" y="6592"/>
                      </a:lnTo>
                      <a:lnTo>
                        <a:pt x="22681" y="6654"/>
                      </a:lnTo>
                      <a:lnTo>
                        <a:pt x="22765" y="6738"/>
                      </a:lnTo>
                      <a:lnTo>
                        <a:pt x="22765" y="6843"/>
                      </a:lnTo>
                      <a:lnTo>
                        <a:pt x="22723" y="6905"/>
                      </a:lnTo>
                      <a:lnTo>
                        <a:pt x="22786" y="7010"/>
                      </a:lnTo>
                      <a:lnTo>
                        <a:pt x="22891" y="6968"/>
                      </a:lnTo>
                      <a:lnTo>
                        <a:pt x="23079" y="7010"/>
                      </a:lnTo>
                      <a:lnTo>
                        <a:pt x="23204" y="7052"/>
                      </a:lnTo>
                      <a:lnTo>
                        <a:pt x="23246" y="7156"/>
                      </a:lnTo>
                      <a:lnTo>
                        <a:pt x="23351" y="7219"/>
                      </a:lnTo>
                      <a:lnTo>
                        <a:pt x="23456" y="7198"/>
                      </a:lnTo>
                      <a:lnTo>
                        <a:pt x="23497" y="7177"/>
                      </a:lnTo>
                      <a:lnTo>
                        <a:pt x="23560" y="7261"/>
                      </a:lnTo>
                      <a:lnTo>
                        <a:pt x="23414" y="7303"/>
                      </a:lnTo>
                      <a:lnTo>
                        <a:pt x="23288" y="7303"/>
                      </a:lnTo>
                      <a:lnTo>
                        <a:pt x="23184" y="7198"/>
                      </a:lnTo>
                      <a:lnTo>
                        <a:pt x="23142" y="7219"/>
                      </a:lnTo>
                      <a:lnTo>
                        <a:pt x="23100" y="7303"/>
                      </a:lnTo>
                      <a:lnTo>
                        <a:pt x="23058" y="7366"/>
                      </a:lnTo>
                      <a:lnTo>
                        <a:pt x="23184" y="7512"/>
                      </a:lnTo>
                      <a:lnTo>
                        <a:pt x="23267" y="7470"/>
                      </a:lnTo>
                      <a:lnTo>
                        <a:pt x="23456" y="7470"/>
                      </a:lnTo>
                      <a:lnTo>
                        <a:pt x="23497" y="7617"/>
                      </a:lnTo>
                      <a:lnTo>
                        <a:pt x="23581" y="7680"/>
                      </a:lnTo>
                      <a:lnTo>
                        <a:pt x="23623" y="7596"/>
                      </a:lnTo>
                      <a:lnTo>
                        <a:pt x="23811" y="7596"/>
                      </a:lnTo>
                      <a:lnTo>
                        <a:pt x="23790" y="7701"/>
                      </a:lnTo>
                      <a:lnTo>
                        <a:pt x="23937" y="7805"/>
                      </a:lnTo>
                      <a:lnTo>
                        <a:pt x="24083" y="7805"/>
                      </a:lnTo>
                      <a:lnTo>
                        <a:pt x="24146" y="7952"/>
                      </a:lnTo>
                      <a:lnTo>
                        <a:pt x="24083" y="8161"/>
                      </a:lnTo>
                      <a:lnTo>
                        <a:pt x="23832" y="8307"/>
                      </a:lnTo>
                      <a:lnTo>
                        <a:pt x="23769" y="8433"/>
                      </a:lnTo>
                      <a:lnTo>
                        <a:pt x="23769" y="8517"/>
                      </a:lnTo>
                      <a:lnTo>
                        <a:pt x="23979" y="8726"/>
                      </a:lnTo>
                      <a:lnTo>
                        <a:pt x="24104" y="8768"/>
                      </a:lnTo>
                      <a:lnTo>
                        <a:pt x="23895" y="8768"/>
                      </a:lnTo>
                      <a:lnTo>
                        <a:pt x="23665" y="8579"/>
                      </a:lnTo>
                      <a:lnTo>
                        <a:pt x="23665" y="8454"/>
                      </a:lnTo>
                      <a:lnTo>
                        <a:pt x="23769" y="8224"/>
                      </a:lnTo>
                      <a:lnTo>
                        <a:pt x="23832" y="8161"/>
                      </a:lnTo>
                      <a:lnTo>
                        <a:pt x="23832" y="8098"/>
                      </a:lnTo>
                      <a:lnTo>
                        <a:pt x="23895" y="7952"/>
                      </a:lnTo>
                      <a:lnTo>
                        <a:pt x="23832" y="7910"/>
                      </a:lnTo>
                      <a:lnTo>
                        <a:pt x="23456" y="8098"/>
                      </a:lnTo>
                      <a:lnTo>
                        <a:pt x="23246" y="8161"/>
                      </a:lnTo>
                      <a:lnTo>
                        <a:pt x="23184" y="8307"/>
                      </a:lnTo>
                      <a:lnTo>
                        <a:pt x="23058" y="8349"/>
                      </a:lnTo>
                      <a:lnTo>
                        <a:pt x="22953" y="8307"/>
                      </a:lnTo>
                      <a:lnTo>
                        <a:pt x="22828" y="8328"/>
                      </a:lnTo>
                      <a:lnTo>
                        <a:pt x="22660" y="8454"/>
                      </a:lnTo>
                      <a:lnTo>
                        <a:pt x="22221" y="8621"/>
                      </a:lnTo>
                      <a:lnTo>
                        <a:pt x="21907" y="8684"/>
                      </a:lnTo>
                      <a:lnTo>
                        <a:pt x="21782" y="8684"/>
                      </a:lnTo>
                      <a:lnTo>
                        <a:pt x="21614" y="8851"/>
                      </a:lnTo>
                      <a:lnTo>
                        <a:pt x="21468" y="8851"/>
                      </a:lnTo>
                      <a:lnTo>
                        <a:pt x="21384" y="8935"/>
                      </a:lnTo>
                      <a:lnTo>
                        <a:pt x="21510" y="9040"/>
                      </a:lnTo>
                      <a:lnTo>
                        <a:pt x="21510" y="9165"/>
                      </a:lnTo>
                      <a:lnTo>
                        <a:pt x="21489" y="9291"/>
                      </a:lnTo>
                      <a:lnTo>
                        <a:pt x="21572" y="9374"/>
                      </a:lnTo>
                      <a:lnTo>
                        <a:pt x="21677" y="9374"/>
                      </a:lnTo>
                      <a:lnTo>
                        <a:pt x="21698" y="9458"/>
                      </a:lnTo>
                      <a:lnTo>
                        <a:pt x="21635" y="9521"/>
                      </a:lnTo>
                      <a:lnTo>
                        <a:pt x="21844" y="9667"/>
                      </a:lnTo>
                      <a:lnTo>
                        <a:pt x="22012" y="9918"/>
                      </a:lnTo>
                      <a:lnTo>
                        <a:pt x="22012" y="10128"/>
                      </a:lnTo>
                      <a:lnTo>
                        <a:pt x="22054" y="10232"/>
                      </a:lnTo>
                      <a:lnTo>
                        <a:pt x="22116" y="10232"/>
                      </a:lnTo>
                      <a:lnTo>
                        <a:pt x="22137" y="10400"/>
                      </a:lnTo>
                      <a:lnTo>
                        <a:pt x="22305" y="10504"/>
                      </a:lnTo>
                      <a:lnTo>
                        <a:pt x="22430" y="10462"/>
                      </a:lnTo>
                      <a:lnTo>
                        <a:pt x="22828" y="10504"/>
                      </a:lnTo>
                      <a:lnTo>
                        <a:pt x="22953" y="10421"/>
                      </a:lnTo>
                      <a:lnTo>
                        <a:pt x="22953" y="10504"/>
                      </a:lnTo>
                      <a:lnTo>
                        <a:pt x="22995" y="10609"/>
                      </a:lnTo>
                      <a:lnTo>
                        <a:pt x="22995" y="10755"/>
                      </a:lnTo>
                      <a:lnTo>
                        <a:pt x="23184" y="10839"/>
                      </a:lnTo>
                      <a:lnTo>
                        <a:pt x="23288" y="10986"/>
                      </a:lnTo>
                      <a:lnTo>
                        <a:pt x="23581" y="10986"/>
                      </a:lnTo>
                      <a:lnTo>
                        <a:pt x="23790" y="11132"/>
                      </a:lnTo>
                      <a:lnTo>
                        <a:pt x="23874" y="11132"/>
                      </a:lnTo>
                      <a:lnTo>
                        <a:pt x="23979" y="11258"/>
                      </a:lnTo>
                      <a:lnTo>
                        <a:pt x="24000" y="11550"/>
                      </a:lnTo>
                      <a:lnTo>
                        <a:pt x="24041" y="11676"/>
                      </a:lnTo>
                      <a:lnTo>
                        <a:pt x="24000" y="11864"/>
                      </a:lnTo>
                      <a:lnTo>
                        <a:pt x="24125" y="12011"/>
                      </a:lnTo>
                      <a:lnTo>
                        <a:pt x="24230" y="12094"/>
                      </a:lnTo>
                      <a:lnTo>
                        <a:pt x="24418" y="12346"/>
                      </a:lnTo>
                      <a:lnTo>
                        <a:pt x="24502" y="12618"/>
                      </a:lnTo>
                      <a:lnTo>
                        <a:pt x="24648" y="12743"/>
                      </a:lnTo>
                      <a:lnTo>
                        <a:pt x="24711" y="12869"/>
                      </a:lnTo>
                      <a:lnTo>
                        <a:pt x="24585" y="13141"/>
                      </a:lnTo>
                      <a:lnTo>
                        <a:pt x="24502" y="13162"/>
                      </a:lnTo>
                      <a:lnTo>
                        <a:pt x="24418" y="13141"/>
                      </a:lnTo>
                      <a:lnTo>
                        <a:pt x="24418" y="13141"/>
                      </a:lnTo>
                      <a:lnTo>
                        <a:pt x="24523" y="13287"/>
                      </a:lnTo>
                      <a:lnTo>
                        <a:pt x="24732" y="13329"/>
                      </a:lnTo>
                      <a:lnTo>
                        <a:pt x="24837" y="13392"/>
                      </a:lnTo>
                      <a:lnTo>
                        <a:pt x="25046" y="13643"/>
                      </a:lnTo>
                      <a:lnTo>
                        <a:pt x="25255" y="13706"/>
                      </a:lnTo>
                      <a:lnTo>
                        <a:pt x="25276" y="13685"/>
                      </a:lnTo>
                      <a:lnTo>
                        <a:pt x="25360" y="13706"/>
                      </a:lnTo>
                      <a:lnTo>
                        <a:pt x="25548" y="13559"/>
                      </a:lnTo>
                      <a:lnTo>
                        <a:pt x="25736" y="13517"/>
                      </a:lnTo>
                      <a:lnTo>
                        <a:pt x="25945" y="13685"/>
                      </a:lnTo>
                      <a:lnTo>
                        <a:pt x="26092" y="13747"/>
                      </a:lnTo>
                      <a:lnTo>
                        <a:pt x="26197" y="13747"/>
                      </a:lnTo>
                      <a:lnTo>
                        <a:pt x="26280" y="13894"/>
                      </a:lnTo>
                      <a:lnTo>
                        <a:pt x="26301" y="14124"/>
                      </a:lnTo>
                      <a:lnTo>
                        <a:pt x="26238" y="13915"/>
                      </a:lnTo>
                      <a:lnTo>
                        <a:pt x="26176" y="13810"/>
                      </a:lnTo>
                      <a:lnTo>
                        <a:pt x="25987" y="13810"/>
                      </a:lnTo>
                      <a:lnTo>
                        <a:pt x="25757" y="13643"/>
                      </a:lnTo>
                      <a:lnTo>
                        <a:pt x="25611" y="13643"/>
                      </a:lnTo>
                      <a:lnTo>
                        <a:pt x="25443" y="13810"/>
                      </a:lnTo>
                      <a:lnTo>
                        <a:pt x="25443" y="13978"/>
                      </a:lnTo>
                      <a:lnTo>
                        <a:pt x="25464" y="14061"/>
                      </a:lnTo>
                      <a:lnTo>
                        <a:pt x="25234" y="13810"/>
                      </a:lnTo>
                      <a:lnTo>
                        <a:pt x="24983" y="13810"/>
                      </a:lnTo>
                      <a:lnTo>
                        <a:pt x="24857" y="13706"/>
                      </a:lnTo>
                      <a:lnTo>
                        <a:pt x="24857" y="13580"/>
                      </a:lnTo>
                      <a:lnTo>
                        <a:pt x="24753" y="13434"/>
                      </a:lnTo>
                      <a:lnTo>
                        <a:pt x="24565" y="13371"/>
                      </a:lnTo>
                      <a:lnTo>
                        <a:pt x="24397" y="13371"/>
                      </a:lnTo>
                      <a:lnTo>
                        <a:pt x="24188" y="13245"/>
                      </a:lnTo>
                      <a:lnTo>
                        <a:pt x="24230" y="13182"/>
                      </a:lnTo>
                      <a:lnTo>
                        <a:pt x="24230" y="13057"/>
                      </a:lnTo>
                      <a:lnTo>
                        <a:pt x="24313" y="13015"/>
                      </a:lnTo>
                      <a:lnTo>
                        <a:pt x="24272" y="12910"/>
                      </a:lnTo>
                      <a:lnTo>
                        <a:pt x="24230" y="12638"/>
                      </a:lnTo>
                      <a:lnTo>
                        <a:pt x="24167" y="12429"/>
                      </a:lnTo>
                      <a:lnTo>
                        <a:pt x="24083" y="12387"/>
                      </a:lnTo>
                      <a:lnTo>
                        <a:pt x="24021" y="12555"/>
                      </a:lnTo>
                      <a:lnTo>
                        <a:pt x="23958" y="12597"/>
                      </a:lnTo>
                      <a:lnTo>
                        <a:pt x="23979" y="12743"/>
                      </a:lnTo>
                      <a:lnTo>
                        <a:pt x="23895" y="12827"/>
                      </a:lnTo>
                      <a:lnTo>
                        <a:pt x="23916" y="12910"/>
                      </a:lnTo>
                      <a:lnTo>
                        <a:pt x="23895" y="13036"/>
                      </a:lnTo>
                      <a:lnTo>
                        <a:pt x="23811" y="13036"/>
                      </a:lnTo>
                      <a:lnTo>
                        <a:pt x="23769" y="12659"/>
                      </a:lnTo>
                      <a:lnTo>
                        <a:pt x="23853" y="12555"/>
                      </a:lnTo>
                      <a:lnTo>
                        <a:pt x="23811" y="12429"/>
                      </a:lnTo>
                      <a:lnTo>
                        <a:pt x="23644" y="12283"/>
                      </a:lnTo>
                      <a:lnTo>
                        <a:pt x="23644" y="12094"/>
                      </a:lnTo>
                      <a:lnTo>
                        <a:pt x="23560" y="11969"/>
                      </a:lnTo>
                      <a:lnTo>
                        <a:pt x="23560" y="11802"/>
                      </a:lnTo>
                      <a:lnTo>
                        <a:pt x="23707" y="11697"/>
                      </a:lnTo>
                      <a:lnTo>
                        <a:pt x="23707" y="11613"/>
                      </a:lnTo>
                      <a:lnTo>
                        <a:pt x="23686" y="11509"/>
                      </a:lnTo>
                      <a:lnTo>
                        <a:pt x="23707" y="11299"/>
                      </a:lnTo>
                      <a:lnTo>
                        <a:pt x="23581" y="11278"/>
                      </a:lnTo>
                      <a:lnTo>
                        <a:pt x="23539" y="11299"/>
                      </a:lnTo>
                      <a:lnTo>
                        <a:pt x="23456" y="11216"/>
                      </a:lnTo>
                      <a:lnTo>
                        <a:pt x="23225" y="11383"/>
                      </a:lnTo>
                      <a:lnTo>
                        <a:pt x="22912" y="11425"/>
                      </a:lnTo>
                      <a:lnTo>
                        <a:pt x="22744" y="11425"/>
                      </a:lnTo>
                      <a:lnTo>
                        <a:pt x="22514" y="11195"/>
                      </a:lnTo>
                      <a:lnTo>
                        <a:pt x="22388" y="11111"/>
                      </a:lnTo>
                      <a:lnTo>
                        <a:pt x="22347" y="11006"/>
                      </a:lnTo>
                      <a:lnTo>
                        <a:pt x="22012" y="10965"/>
                      </a:lnTo>
                      <a:lnTo>
                        <a:pt x="21886" y="10860"/>
                      </a:lnTo>
                      <a:lnTo>
                        <a:pt x="21761" y="10693"/>
                      </a:lnTo>
                      <a:lnTo>
                        <a:pt x="21363" y="10693"/>
                      </a:lnTo>
                      <a:lnTo>
                        <a:pt x="21259" y="10651"/>
                      </a:lnTo>
                      <a:lnTo>
                        <a:pt x="21133" y="10734"/>
                      </a:lnTo>
                      <a:lnTo>
                        <a:pt x="20987" y="10944"/>
                      </a:lnTo>
                      <a:lnTo>
                        <a:pt x="20966" y="11069"/>
                      </a:lnTo>
                      <a:lnTo>
                        <a:pt x="20924" y="11111"/>
                      </a:lnTo>
                      <a:lnTo>
                        <a:pt x="20861" y="11090"/>
                      </a:lnTo>
                      <a:lnTo>
                        <a:pt x="20840" y="11174"/>
                      </a:lnTo>
                      <a:lnTo>
                        <a:pt x="20924" y="11258"/>
                      </a:lnTo>
                      <a:lnTo>
                        <a:pt x="21091" y="11132"/>
                      </a:lnTo>
                      <a:lnTo>
                        <a:pt x="21300" y="11174"/>
                      </a:lnTo>
                      <a:lnTo>
                        <a:pt x="21405" y="11383"/>
                      </a:lnTo>
                      <a:lnTo>
                        <a:pt x="21280" y="11613"/>
                      </a:lnTo>
                      <a:lnTo>
                        <a:pt x="21133" y="11655"/>
                      </a:lnTo>
                      <a:lnTo>
                        <a:pt x="20861" y="11550"/>
                      </a:lnTo>
                      <a:lnTo>
                        <a:pt x="20715" y="11362"/>
                      </a:lnTo>
                      <a:lnTo>
                        <a:pt x="20610" y="11362"/>
                      </a:lnTo>
                      <a:lnTo>
                        <a:pt x="20443" y="11467"/>
                      </a:lnTo>
                      <a:lnTo>
                        <a:pt x="20401" y="11550"/>
                      </a:lnTo>
                      <a:lnTo>
                        <a:pt x="20317" y="11571"/>
                      </a:lnTo>
                      <a:lnTo>
                        <a:pt x="20505" y="11822"/>
                      </a:lnTo>
                      <a:lnTo>
                        <a:pt x="20568" y="11822"/>
                      </a:lnTo>
                      <a:lnTo>
                        <a:pt x="20631" y="11969"/>
                      </a:lnTo>
                      <a:lnTo>
                        <a:pt x="20840" y="12136"/>
                      </a:lnTo>
                      <a:lnTo>
                        <a:pt x="21028" y="12136"/>
                      </a:lnTo>
                      <a:lnTo>
                        <a:pt x="21112" y="12220"/>
                      </a:lnTo>
                      <a:lnTo>
                        <a:pt x="21405" y="12241"/>
                      </a:lnTo>
                      <a:lnTo>
                        <a:pt x="21489" y="12178"/>
                      </a:lnTo>
                      <a:lnTo>
                        <a:pt x="21531" y="12178"/>
                      </a:lnTo>
                      <a:lnTo>
                        <a:pt x="21572" y="12283"/>
                      </a:lnTo>
                      <a:lnTo>
                        <a:pt x="21782" y="12283"/>
                      </a:lnTo>
                      <a:lnTo>
                        <a:pt x="21824" y="12429"/>
                      </a:lnTo>
                      <a:lnTo>
                        <a:pt x="21907" y="12450"/>
                      </a:lnTo>
                      <a:lnTo>
                        <a:pt x="21928" y="12555"/>
                      </a:lnTo>
                      <a:lnTo>
                        <a:pt x="22158" y="12597"/>
                      </a:lnTo>
                      <a:lnTo>
                        <a:pt x="22263" y="12513"/>
                      </a:lnTo>
                      <a:lnTo>
                        <a:pt x="22200" y="12618"/>
                      </a:lnTo>
                      <a:lnTo>
                        <a:pt x="21949" y="12659"/>
                      </a:lnTo>
                      <a:lnTo>
                        <a:pt x="21803" y="12576"/>
                      </a:lnTo>
                      <a:lnTo>
                        <a:pt x="21698" y="12555"/>
                      </a:lnTo>
                      <a:lnTo>
                        <a:pt x="21531" y="12366"/>
                      </a:lnTo>
                      <a:lnTo>
                        <a:pt x="21426" y="12346"/>
                      </a:lnTo>
                      <a:lnTo>
                        <a:pt x="21321" y="12408"/>
                      </a:lnTo>
                      <a:lnTo>
                        <a:pt x="21196" y="12408"/>
                      </a:lnTo>
                      <a:lnTo>
                        <a:pt x="21091" y="12534"/>
                      </a:lnTo>
                      <a:lnTo>
                        <a:pt x="21049" y="12429"/>
                      </a:lnTo>
                      <a:lnTo>
                        <a:pt x="20945" y="12346"/>
                      </a:lnTo>
                      <a:lnTo>
                        <a:pt x="20840" y="12408"/>
                      </a:lnTo>
                      <a:lnTo>
                        <a:pt x="20631" y="12408"/>
                      </a:lnTo>
                      <a:lnTo>
                        <a:pt x="20464" y="12304"/>
                      </a:lnTo>
                      <a:lnTo>
                        <a:pt x="20338" y="12325"/>
                      </a:lnTo>
                      <a:lnTo>
                        <a:pt x="20296" y="12220"/>
                      </a:lnTo>
                      <a:lnTo>
                        <a:pt x="20401" y="12136"/>
                      </a:lnTo>
                      <a:lnTo>
                        <a:pt x="20401" y="12053"/>
                      </a:lnTo>
                      <a:lnTo>
                        <a:pt x="20296" y="11990"/>
                      </a:lnTo>
                      <a:lnTo>
                        <a:pt x="20296" y="11885"/>
                      </a:lnTo>
                      <a:lnTo>
                        <a:pt x="20108" y="11718"/>
                      </a:lnTo>
                      <a:lnTo>
                        <a:pt x="20024" y="11592"/>
                      </a:lnTo>
                      <a:lnTo>
                        <a:pt x="20087" y="11425"/>
                      </a:lnTo>
                      <a:lnTo>
                        <a:pt x="19982" y="11278"/>
                      </a:lnTo>
                      <a:lnTo>
                        <a:pt x="19982" y="11006"/>
                      </a:lnTo>
                      <a:lnTo>
                        <a:pt x="19836" y="10881"/>
                      </a:lnTo>
                      <a:lnTo>
                        <a:pt x="19836" y="10693"/>
                      </a:lnTo>
                      <a:lnTo>
                        <a:pt x="19794" y="10651"/>
                      </a:lnTo>
                      <a:lnTo>
                        <a:pt x="19710" y="10630"/>
                      </a:lnTo>
                      <a:lnTo>
                        <a:pt x="19689" y="10462"/>
                      </a:lnTo>
                      <a:lnTo>
                        <a:pt x="19522" y="10337"/>
                      </a:lnTo>
                      <a:lnTo>
                        <a:pt x="19459" y="10379"/>
                      </a:lnTo>
                      <a:lnTo>
                        <a:pt x="19689" y="10860"/>
                      </a:lnTo>
                      <a:lnTo>
                        <a:pt x="19752" y="11174"/>
                      </a:lnTo>
                      <a:lnTo>
                        <a:pt x="19710" y="11425"/>
                      </a:lnTo>
                      <a:lnTo>
                        <a:pt x="19522" y="11676"/>
                      </a:lnTo>
                      <a:lnTo>
                        <a:pt x="19396" y="11802"/>
                      </a:lnTo>
                      <a:lnTo>
                        <a:pt x="19396" y="11885"/>
                      </a:lnTo>
                      <a:lnTo>
                        <a:pt x="19480" y="11948"/>
                      </a:lnTo>
                      <a:lnTo>
                        <a:pt x="19501" y="12136"/>
                      </a:lnTo>
                      <a:lnTo>
                        <a:pt x="19417" y="12346"/>
                      </a:lnTo>
                      <a:lnTo>
                        <a:pt x="19417" y="12471"/>
                      </a:lnTo>
                      <a:lnTo>
                        <a:pt x="19627" y="12618"/>
                      </a:lnTo>
                      <a:lnTo>
                        <a:pt x="19899" y="12848"/>
                      </a:lnTo>
                      <a:lnTo>
                        <a:pt x="19940" y="12994"/>
                      </a:lnTo>
                      <a:lnTo>
                        <a:pt x="20108" y="12994"/>
                      </a:lnTo>
                      <a:lnTo>
                        <a:pt x="20233" y="13141"/>
                      </a:lnTo>
                      <a:lnTo>
                        <a:pt x="20338" y="13371"/>
                      </a:lnTo>
                      <a:lnTo>
                        <a:pt x="20317" y="13727"/>
                      </a:lnTo>
                      <a:lnTo>
                        <a:pt x="20275" y="13894"/>
                      </a:lnTo>
                      <a:lnTo>
                        <a:pt x="20422" y="14103"/>
                      </a:lnTo>
                      <a:lnTo>
                        <a:pt x="20380" y="14354"/>
                      </a:lnTo>
                      <a:lnTo>
                        <a:pt x="20464" y="14501"/>
                      </a:lnTo>
                      <a:lnTo>
                        <a:pt x="20673" y="14731"/>
                      </a:lnTo>
                      <a:lnTo>
                        <a:pt x="20715" y="14856"/>
                      </a:lnTo>
                      <a:lnTo>
                        <a:pt x="20673" y="15024"/>
                      </a:lnTo>
                      <a:lnTo>
                        <a:pt x="20736" y="15087"/>
                      </a:lnTo>
                      <a:lnTo>
                        <a:pt x="20882" y="15149"/>
                      </a:lnTo>
                      <a:lnTo>
                        <a:pt x="21070" y="15045"/>
                      </a:lnTo>
                      <a:lnTo>
                        <a:pt x="21280" y="15087"/>
                      </a:lnTo>
                      <a:lnTo>
                        <a:pt x="21363" y="15045"/>
                      </a:lnTo>
                      <a:lnTo>
                        <a:pt x="21384" y="14877"/>
                      </a:lnTo>
                      <a:lnTo>
                        <a:pt x="21510" y="14752"/>
                      </a:lnTo>
                      <a:lnTo>
                        <a:pt x="21677" y="14815"/>
                      </a:lnTo>
                      <a:lnTo>
                        <a:pt x="21782" y="14773"/>
                      </a:lnTo>
                      <a:lnTo>
                        <a:pt x="21991" y="14919"/>
                      </a:lnTo>
                      <a:lnTo>
                        <a:pt x="22116" y="14856"/>
                      </a:lnTo>
                      <a:lnTo>
                        <a:pt x="22200" y="14982"/>
                      </a:lnTo>
                      <a:lnTo>
                        <a:pt x="22451" y="15087"/>
                      </a:lnTo>
                      <a:lnTo>
                        <a:pt x="22640" y="15087"/>
                      </a:lnTo>
                      <a:lnTo>
                        <a:pt x="22765" y="15275"/>
                      </a:lnTo>
                      <a:lnTo>
                        <a:pt x="22765" y="15379"/>
                      </a:lnTo>
                      <a:lnTo>
                        <a:pt x="22953" y="15484"/>
                      </a:lnTo>
                      <a:lnTo>
                        <a:pt x="23016" y="15589"/>
                      </a:lnTo>
                      <a:lnTo>
                        <a:pt x="23037" y="15610"/>
                      </a:lnTo>
                      <a:lnTo>
                        <a:pt x="23058" y="15693"/>
                      </a:lnTo>
                      <a:lnTo>
                        <a:pt x="23142" y="15777"/>
                      </a:lnTo>
                      <a:lnTo>
                        <a:pt x="23058" y="15861"/>
                      </a:lnTo>
                      <a:lnTo>
                        <a:pt x="22953" y="15882"/>
                      </a:lnTo>
                      <a:lnTo>
                        <a:pt x="22953" y="16070"/>
                      </a:lnTo>
                      <a:lnTo>
                        <a:pt x="23037" y="16216"/>
                      </a:lnTo>
                      <a:lnTo>
                        <a:pt x="23121" y="16279"/>
                      </a:lnTo>
                      <a:lnTo>
                        <a:pt x="23079" y="16384"/>
                      </a:lnTo>
                      <a:lnTo>
                        <a:pt x="23163" y="16488"/>
                      </a:lnTo>
                      <a:lnTo>
                        <a:pt x="23288" y="16488"/>
                      </a:lnTo>
                      <a:lnTo>
                        <a:pt x="23372" y="16593"/>
                      </a:lnTo>
                      <a:lnTo>
                        <a:pt x="23518" y="16593"/>
                      </a:lnTo>
                      <a:lnTo>
                        <a:pt x="23602" y="16426"/>
                      </a:lnTo>
                      <a:lnTo>
                        <a:pt x="23665" y="16509"/>
                      </a:lnTo>
                      <a:lnTo>
                        <a:pt x="23769" y="16488"/>
                      </a:lnTo>
                      <a:lnTo>
                        <a:pt x="23832" y="16509"/>
                      </a:lnTo>
                      <a:lnTo>
                        <a:pt x="23790" y="16530"/>
                      </a:lnTo>
                      <a:lnTo>
                        <a:pt x="23728" y="16593"/>
                      </a:lnTo>
                      <a:lnTo>
                        <a:pt x="23560" y="16614"/>
                      </a:lnTo>
                      <a:lnTo>
                        <a:pt x="23456" y="16635"/>
                      </a:lnTo>
                      <a:lnTo>
                        <a:pt x="23288" y="16656"/>
                      </a:lnTo>
                      <a:lnTo>
                        <a:pt x="23142" y="16551"/>
                      </a:lnTo>
                      <a:lnTo>
                        <a:pt x="22995" y="16551"/>
                      </a:lnTo>
                      <a:lnTo>
                        <a:pt x="22932" y="16426"/>
                      </a:lnTo>
                      <a:lnTo>
                        <a:pt x="22974" y="16384"/>
                      </a:lnTo>
                      <a:lnTo>
                        <a:pt x="22953" y="16237"/>
                      </a:lnTo>
                      <a:lnTo>
                        <a:pt x="22849" y="16112"/>
                      </a:lnTo>
                      <a:lnTo>
                        <a:pt x="22828" y="15986"/>
                      </a:lnTo>
                      <a:lnTo>
                        <a:pt x="22723" y="15923"/>
                      </a:lnTo>
                      <a:lnTo>
                        <a:pt x="22744" y="15798"/>
                      </a:lnTo>
                      <a:lnTo>
                        <a:pt x="22619" y="15610"/>
                      </a:lnTo>
                      <a:lnTo>
                        <a:pt x="22556" y="15610"/>
                      </a:lnTo>
                      <a:lnTo>
                        <a:pt x="22430" y="15526"/>
                      </a:lnTo>
                      <a:lnTo>
                        <a:pt x="22242" y="15421"/>
                      </a:lnTo>
                      <a:lnTo>
                        <a:pt x="22242" y="15254"/>
                      </a:lnTo>
                      <a:lnTo>
                        <a:pt x="22054" y="15066"/>
                      </a:lnTo>
                      <a:lnTo>
                        <a:pt x="21907" y="15066"/>
                      </a:lnTo>
                      <a:lnTo>
                        <a:pt x="21677" y="15317"/>
                      </a:lnTo>
                      <a:lnTo>
                        <a:pt x="21510" y="15338"/>
                      </a:lnTo>
                      <a:lnTo>
                        <a:pt x="21405" y="15463"/>
                      </a:lnTo>
                      <a:lnTo>
                        <a:pt x="21217" y="15589"/>
                      </a:lnTo>
                      <a:lnTo>
                        <a:pt x="21259" y="15944"/>
                      </a:lnTo>
                      <a:lnTo>
                        <a:pt x="21321" y="16049"/>
                      </a:lnTo>
                      <a:lnTo>
                        <a:pt x="21572" y="16175"/>
                      </a:lnTo>
                      <a:lnTo>
                        <a:pt x="21761" y="16593"/>
                      </a:lnTo>
                      <a:lnTo>
                        <a:pt x="21719" y="16698"/>
                      </a:lnTo>
                      <a:lnTo>
                        <a:pt x="21531" y="17012"/>
                      </a:lnTo>
                      <a:lnTo>
                        <a:pt x="21510" y="17179"/>
                      </a:lnTo>
                      <a:lnTo>
                        <a:pt x="21614" y="17367"/>
                      </a:lnTo>
                      <a:lnTo>
                        <a:pt x="21510" y="17639"/>
                      </a:lnTo>
                      <a:lnTo>
                        <a:pt x="21510" y="17744"/>
                      </a:lnTo>
                      <a:lnTo>
                        <a:pt x="21363" y="17890"/>
                      </a:lnTo>
                      <a:lnTo>
                        <a:pt x="21363" y="17974"/>
                      </a:lnTo>
                      <a:lnTo>
                        <a:pt x="21259" y="18016"/>
                      </a:lnTo>
                      <a:lnTo>
                        <a:pt x="21175" y="18120"/>
                      </a:lnTo>
                      <a:lnTo>
                        <a:pt x="21175" y="18267"/>
                      </a:lnTo>
                      <a:lnTo>
                        <a:pt x="21259" y="18330"/>
                      </a:lnTo>
                      <a:lnTo>
                        <a:pt x="21259" y="18434"/>
                      </a:lnTo>
                      <a:lnTo>
                        <a:pt x="21070" y="18539"/>
                      </a:lnTo>
                      <a:lnTo>
                        <a:pt x="20840" y="18497"/>
                      </a:lnTo>
                      <a:lnTo>
                        <a:pt x="20798" y="18434"/>
                      </a:lnTo>
                      <a:lnTo>
                        <a:pt x="20589" y="18434"/>
                      </a:lnTo>
                      <a:lnTo>
                        <a:pt x="20380" y="18476"/>
                      </a:lnTo>
                      <a:lnTo>
                        <a:pt x="20212" y="18413"/>
                      </a:lnTo>
                      <a:lnTo>
                        <a:pt x="19794" y="18330"/>
                      </a:lnTo>
                      <a:lnTo>
                        <a:pt x="19627" y="18183"/>
                      </a:lnTo>
                      <a:lnTo>
                        <a:pt x="19585" y="18079"/>
                      </a:lnTo>
                      <a:lnTo>
                        <a:pt x="19396" y="18100"/>
                      </a:lnTo>
                      <a:lnTo>
                        <a:pt x="19334" y="18204"/>
                      </a:lnTo>
                      <a:lnTo>
                        <a:pt x="19313" y="18162"/>
                      </a:lnTo>
                      <a:lnTo>
                        <a:pt x="19229" y="18120"/>
                      </a:lnTo>
                      <a:lnTo>
                        <a:pt x="19313" y="17974"/>
                      </a:lnTo>
                      <a:lnTo>
                        <a:pt x="19480" y="17953"/>
                      </a:lnTo>
                      <a:lnTo>
                        <a:pt x="19794" y="17890"/>
                      </a:lnTo>
                      <a:lnTo>
                        <a:pt x="19836" y="17807"/>
                      </a:lnTo>
                      <a:lnTo>
                        <a:pt x="20108" y="17974"/>
                      </a:lnTo>
                      <a:lnTo>
                        <a:pt x="20171" y="17974"/>
                      </a:lnTo>
                      <a:lnTo>
                        <a:pt x="20212" y="17890"/>
                      </a:lnTo>
                      <a:lnTo>
                        <a:pt x="20338" y="17890"/>
                      </a:lnTo>
                      <a:lnTo>
                        <a:pt x="20338" y="17974"/>
                      </a:lnTo>
                      <a:lnTo>
                        <a:pt x="20150" y="18079"/>
                      </a:lnTo>
                      <a:lnTo>
                        <a:pt x="20254" y="18183"/>
                      </a:lnTo>
                      <a:lnTo>
                        <a:pt x="20464" y="18162"/>
                      </a:lnTo>
                      <a:lnTo>
                        <a:pt x="20547" y="18058"/>
                      </a:lnTo>
                      <a:lnTo>
                        <a:pt x="20673" y="17995"/>
                      </a:lnTo>
                      <a:lnTo>
                        <a:pt x="20673" y="17911"/>
                      </a:lnTo>
                      <a:lnTo>
                        <a:pt x="20568" y="17786"/>
                      </a:lnTo>
                      <a:lnTo>
                        <a:pt x="20568" y="17702"/>
                      </a:lnTo>
                      <a:lnTo>
                        <a:pt x="20694" y="17786"/>
                      </a:lnTo>
                      <a:lnTo>
                        <a:pt x="20756" y="17702"/>
                      </a:lnTo>
                      <a:lnTo>
                        <a:pt x="20756" y="17472"/>
                      </a:lnTo>
                      <a:lnTo>
                        <a:pt x="20882" y="17388"/>
                      </a:lnTo>
                      <a:lnTo>
                        <a:pt x="20861" y="17325"/>
                      </a:lnTo>
                      <a:lnTo>
                        <a:pt x="20777" y="17346"/>
                      </a:lnTo>
                      <a:lnTo>
                        <a:pt x="20756" y="17284"/>
                      </a:lnTo>
                      <a:lnTo>
                        <a:pt x="20882" y="17242"/>
                      </a:lnTo>
                      <a:lnTo>
                        <a:pt x="20882" y="17012"/>
                      </a:lnTo>
                      <a:lnTo>
                        <a:pt x="20840" y="16928"/>
                      </a:lnTo>
                      <a:lnTo>
                        <a:pt x="20903" y="16823"/>
                      </a:lnTo>
                      <a:lnTo>
                        <a:pt x="20903" y="16760"/>
                      </a:lnTo>
                      <a:lnTo>
                        <a:pt x="21008" y="16698"/>
                      </a:lnTo>
                      <a:lnTo>
                        <a:pt x="20987" y="16509"/>
                      </a:lnTo>
                      <a:lnTo>
                        <a:pt x="20861" y="16384"/>
                      </a:lnTo>
                      <a:lnTo>
                        <a:pt x="20777" y="16175"/>
                      </a:lnTo>
                      <a:lnTo>
                        <a:pt x="20798" y="16007"/>
                      </a:lnTo>
                      <a:lnTo>
                        <a:pt x="20798" y="15882"/>
                      </a:lnTo>
                      <a:lnTo>
                        <a:pt x="20861" y="15903"/>
                      </a:lnTo>
                      <a:lnTo>
                        <a:pt x="20861" y="15819"/>
                      </a:lnTo>
                      <a:lnTo>
                        <a:pt x="20673" y="15651"/>
                      </a:lnTo>
                      <a:lnTo>
                        <a:pt x="20589" y="15610"/>
                      </a:lnTo>
                      <a:lnTo>
                        <a:pt x="20526" y="15505"/>
                      </a:lnTo>
                      <a:lnTo>
                        <a:pt x="20338" y="15463"/>
                      </a:lnTo>
                      <a:lnTo>
                        <a:pt x="20108" y="15170"/>
                      </a:lnTo>
                      <a:lnTo>
                        <a:pt x="20045" y="14940"/>
                      </a:lnTo>
                      <a:lnTo>
                        <a:pt x="20003" y="14877"/>
                      </a:lnTo>
                      <a:lnTo>
                        <a:pt x="20045" y="14794"/>
                      </a:lnTo>
                      <a:lnTo>
                        <a:pt x="19919" y="14710"/>
                      </a:lnTo>
                      <a:lnTo>
                        <a:pt x="19836" y="14563"/>
                      </a:lnTo>
                      <a:lnTo>
                        <a:pt x="19899" y="14417"/>
                      </a:lnTo>
                      <a:lnTo>
                        <a:pt x="19710" y="14145"/>
                      </a:lnTo>
                      <a:lnTo>
                        <a:pt x="19710" y="13978"/>
                      </a:lnTo>
                      <a:lnTo>
                        <a:pt x="19585" y="13831"/>
                      </a:lnTo>
                      <a:lnTo>
                        <a:pt x="19606" y="13768"/>
                      </a:lnTo>
                      <a:lnTo>
                        <a:pt x="19606" y="13685"/>
                      </a:lnTo>
                      <a:lnTo>
                        <a:pt x="19501" y="13580"/>
                      </a:lnTo>
                      <a:lnTo>
                        <a:pt x="19438" y="13224"/>
                      </a:lnTo>
                      <a:lnTo>
                        <a:pt x="19375" y="13078"/>
                      </a:lnTo>
                      <a:lnTo>
                        <a:pt x="19229" y="12973"/>
                      </a:lnTo>
                      <a:lnTo>
                        <a:pt x="19292" y="12910"/>
                      </a:lnTo>
                      <a:lnTo>
                        <a:pt x="19250" y="12848"/>
                      </a:lnTo>
                      <a:lnTo>
                        <a:pt x="19166" y="12869"/>
                      </a:lnTo>
                      <a:lnTo>
                        <a:pt x="19166" y="12848"/>
                      </a:lnTo>
                      <a:lnTo>
                        <a:pt x="19041" y="12806"/>
                      </a:lnTo>
                      <a:lnTo>
                        <a:pt x="18957" y="12638"/>
                      </a:lnTo>
                      <a:lnTo>
                        <a:pt x="18831" y="12534"/>
                      </a:lnTo>
                      <a:lnTo>
                        <a:pt x="18769" y="12408"/>
                      </a:lnTo>
                      <a:lnTo>
                        <a:pt x="18852" y="12387"/>
                      </a:lnTo>
                      <a:lnTo>
                        <a:pt x="18873" y="12283"/>
                      </a:lnTo>
                      <a:lnTo>
                        <a:pt x="18831" y="12178"/>
                      </a:lnTo>
                      <a:lnTo>
                        <a:pt x="18852" y="12094"/>
                      </a:lnTo>
                      <a:lnTo>
                        <a:pt x="18790" y="11990"/>
                      </a:lnTo>
                      <a:lnTo>
                        <a:pt x="18852" y="11676"/>
                      </a:lnTo>
                      <a:lnTo>
                        <a:pt x="18769" y="11488"/>
                      </a:lnTo>
                      <a:lnTo>
                        <a:pt x="18769" y="11278"/>
                      </a:lnTo>
                      <a:lnTo>
                        <a:pt x="18727" y="11195"/>
                      </a:lnTo>
                      <a:lnTo>
                        <a:pt x="18727" y="11069"/>
                      </a:lnTo>
                      <a:lnTo>
                        <a:pt x="18643" y="10944"/>
                      </a:lnTo>
                      <a:lnTo>
                        <a:pt x="18748" y="10881"/>
                      </a:lnTo>
                      <a:lnTo>
                        <a:pt x="18685" y="10776"/>
                      </a:lnTo>
                      <a:lnTo>
                        <a:pt x="18559" y="10755"/>
                      </a:lnTo>
                      <a:lnTo>
                        <a:pt x="18413" y="10755"/>
                      </a:lnTo>
                      <a:lnTo>
                        <a:pt x="18057" y="10630"/>
                      </a:lnTo>
                      <a:lnTo>
                        <a:pt x="17932" y="10630"/>
                      </a:lnTo>
                      <a:lnTo>
                        <a:pt x="17890" y="10672"/>
                      </a:lnTo>
                      <a:lnTo>
                        <a:pt x="17785" y="10630"/>
                      </a:lnTo>
                      <a:lnTo>
                        <a:pt x="17681" y="10630"/>
                      </a:lnTo>
                      <a:lnTo>
                        <a:pt x="17534" y="10714"/>
                      </a:lnTo>
                      <a:lnTo>
                        <a:pt x="17388" y="10714"/>
                      </a:lnTo>
                      <a:lnTo>
                        <a:pt x="17262" y="10755"/>
                      </a:lnTo>
                      <a:lnTo>
                        <a:pt x="17220" y="10714"/>
                      </a:lnTo>
                      <a:lnTo>
                        <a:pt x="17262" y="10651"/>
                      </a:lnTo>
                      <a:lnTo>
                        <a:pt x="17158" y="10609"/>
                      </a:lnTo>
                      <a:lnTo>
                        <a:pt x="17053" y="10630"/>
                      </a:lnTo>
                      <a:lnTo>
                        <a:pt x="17074" y="10860"/>
                      </a:lnTo>
                      <a:lnTo>
                        <a:pt x="17053" y="11069"/>
                      </a:lnTo>
                      <a:lnTo>
                        <a:pt x="17158" y="11195"/>
                      </a:lnTo>
                      <a:lnTo>
                        <a:pt x="17116" y="11258"/>
                      </a:lnTo>
                      <a:lnTo>
                        <a:pt x="17074" y="11467"/>
                      </a:lnTo>
                      <a:lnTo>
                        <a:pt x="17158" y="11550"/>
                      </a:lnTo>
                      <a:lnTo>
                        <a:pt x="17158" y="11676"/>
                      </a:lnTo>
                      <a:lnTo>
                        <a:pt x="17199" y="11760"/>
                      </a:lnTo>
                      <a:lnTo>
                        <a:pt x="17158" y="11822"/>
                      </a:lnTo>
                      <a:lnTo>
                        <a:pt x="17158" y="12011"/>
                      </a:lnTo>
                      <a:lnTo>
                        <a:pt x="17220" y="12136"/>
                      </a:lnTo>
                      <a:lnTo>
                        <a:pt x="17158" y="12304"/>
                      </a:lnTo>
                      <a:lnTo>
                        <a:pt x="17158" y="12408"/>
                      </a:lnTo>
                      <a:lnTo>
                        <a:pt x="17199" y="12534"/>
                      </a:lnTo>
                      <a:lnTo>
                        <a:pt x="17178" y="12618"/>
                      </a:lnTo>
                      <a:lnTo>
                        <a:pt x="17053" y="12701"/>
                      </a:lnTo>
                      <a:lnTo>
                        <a:pt x="16844" y="13015"/>
                      </a:lnTo>
                      <a:lnTo>
                        <a:pt x="16760" y="13057"/>
                      </a:lnTo>
                      <a:lnTo>
                        <a:pt x="16781" y="13162"/>
                      </a:lnTo>
                      <a:lnTo>
                        <a:pt x="16865" y="13266"/>
                      </a:lnTo>
                      <a:lnTo>
                        <a:pt x="16802" y="13371"/>
                      </a:lnTo>
                      <a:lnTo>
                        <a:pt x="16781" y="13559"/>
                      </a:lnTo>
                      <a:lnTo>
                        <a:pt x="16906" y="13685"/>
                      </a:lnTo>
                      <a:lnTo>
                        <a:pt x="16990" y="13643"/>
                      </a:lnTo>
                      <a:lnTo>
                        <a:pt x="17074" y="13706"/>
                      </a:lnTo>
                      <a:lnTo>
                        <a:pt x="17158" y="13915"/>
                      </a:lnTo>
                      <a:lnTo>
                        <a:pt x="17283" y="13915"/>
                      </a:lnTo>
                      <a:lnTo>
                        <a:pt x="17388" y="14019"/>
                      </a:lnTo>
                      <a:lnTo>
                        <a:pt x="17304" y="13999"/>
                      </a:lnTo>
                      <a:lnTo>
                        <a:pt x="17220" y="14103"/>
                      </a:lnTo>
                      <a:lnTo>
                        <a:pt x="17220" y="14271"/>
                      </a:lnTo>
                      <a:lnTo>
                        <a:pt x="17409" y="14396"/>
                      </a:lnTo>
                      <a:lnTo>
                        <a:pt x="17409" y="14522"/>
                      </a:lnTo>
                      <a:lnTo>
                        <a:pt x="17325" y="14605"/>
                      </a:lnTo>
                      <a:lnTo>
                        <a:pt x="17262" y="14543"/>
                      </a:lnTo>
                      <a:lnTo>
                        <a:pt x="17262" y="14626"/>
                      </a:lnTo>
                      <a:lnTo>
                        <a:pt x="17367" y="14898"/>
                      </a:lnTo>
                      <a:lnTo>
                        <a:pt x="17430" y="14961"/>
                      </a:lnTo>
                      <a:lnTo>
                        <a:pt x="17492" y="15149"/>
                      </a:lnTo>
                      <a:lnTo>
                        <a:pt x="17534" y="15066"/>
                      </a:lnTo>
                      <a:lnTo>
                        <a:pt x="17639" y="15149"/>
                      </a:lnTo>
                      <a:lnTo>
                        <a:pt x="17764" y="15149"/>
                      </a:lnTo>
                      <a:lnTo>
                        <a:pt x="17911" y="15233"/>
                      </a:lnTo>
                      <a:lnTo>
                        <a:pt x="18015" y="15066"/>
                      </a:lnTo>
                      <a:lnTo>
                        <a:pt x="18057" y="15128"/>
                      </a:lnTo>
                      <a:lnTo>
                        <a:pt x="18057" y="15338"/>
                      </a:lnTo>
                      <a:lnTo>
                        <a:pt x="18141" y="15442"/>
                      </a:lnTo>
                      <a:lnTo>
                        <a:pt x="18183" y="15463"/>
                      </a:lnTo>
                      <a:lnTo>
                        <a:pt x="18434" y="15756"/>
                      </a:lnTo>
                      <a:lnTo>
                        <a:pt x="18559" y="15777"/>
                      </a:lnTo>
                      <a:lnTo>
                        <a:pt x="18643" y="15735"/>
                      </a:lnTo>
                      <a:lnTo>
                        <a:pt x="18748" y="15735"/>
                      </a:lnTo>
                      <a:lnTo>
                        <a:pt x="18769" y="15777"/>
                      </a:lnTo>
                      <a:lnTo>
                        <a:pt x="18873" y="15777"/>
                      </a:lnTo>
                      <a:lnTo>
                        <a:pt x="18769" y="15861"/>
                      </a:lnTo>
                      <a:lnTo>
                        <a:pt x="18769" y="16175"/>
                      </a:lnTo>
                      <a:lnTo>
                        <a:pt x="18748" y="16258"/>
                      </a:lnTo>
                      <a:lnTo>
                        <a:pt x="18811" y="16384"/>
                      </a:lnTo>
                      <a:lnTo>
                        <a:pt x="18790" y="16426"/>
                      </a:lnTo>
                      <a:lnTo>
                        <a:pt x="18706" y="16426"/>
                      </a:lnTo>
                      <a:lnTo>
                        <a:pt x="18748" y="16593"/>
                      </a:lnTo>
                      <a:lnTo>
                        <a:pt x="18748" y="16677"/>
                      </a:lnTo>
                      <a:lnTo>
                        <a:pt x="18601" y="16635"/>
                      </a:lnTo>
                      <a:lnTo>
                        <a:pt x="18476" y="16384"/>
                      </a:lnTo>
                      <a:lnTo>
                        <a:pt x="18329" y="16258"/>
                      </a:lnTo>
                      <a:lnTo>
                        <a:pt x="18141" y="16216"/>
                      </a:lnTo>
                      <a:lnTo>
                        <a:pt x="18057" y="16070"/>
                      </a:lnTo>
                      <a:lnTo>
                        <a:pt x="17932" y="15965"/>
                      </a:lnTo>
                      <a:lnTo>
                        <a:pt x="17618" y="15944"/>
                      </a:lnTo>
                      <a:lnTo>
                        <a:pt x="17304" y="15756"/>
                      </a:lnTo>
                      <a:lnTo>
                        <a:pt x="17116" y="15735"/>
                      </a:lnTo>
                      <a:lnTo>
                        <a:pt x="17095" y="15631"/>
                      </a:lnTo>
                      <a:lnTo>
                        <a:pt x="17011" y="15631"/>
                      </a:lnTo>
                      <a:lnTo>
                        <a:pt x="16906" y="15547"/>
                      </a:lnTo>
                      <a:lnTo>
                        <a:pt x="16760" y="15589"/>
                      </a:lnTo>
                      <a:lnTo>
                        <a:pt x="16655" y="15693"/>
                      </a:lnTo>
                      <a:lnTo>
                        <a:pt x="16593" y="15568"/>
                      </a:lnTo>
                      <a:lnTo>
                        <a:pt x="16614" y="15526"/>
                      </a:lnTo>
                      <a:lnTo>
                        <a:pt x="16593" y="15442"/>
                      </a:lnTo>
                      <a:lnTo>
                        <a:pt x="16237" y="15317"/>
                      </a:lnTo>
                      <a:lnTo>
                        <a:pt x="16070" y="15212"/>
                      </a:lnTo>
                      <a:lnTo>
                        <a:pt x="15526" y="15170"/>
                      </a:lnTo>
                      <a:lnTo>
                        <a:pt x="15086" y="15233"/>
                      </a:lnTo>
                      <a:lnTo>
                        <a:pt x="14982" y="15191"/>
                      </a:lnTo>
                      <a:lnTo>
                        <a:pt x="14877" y="15233"/>
                      </a:lnTo>
                      <a:lnTo>
                        <a:pt x="14772" y="15170"/>
                      </a:lnTo>
                      <a:lnTo>
                        <a:pt x="14710" y="15212"/>
                      </a:lnTo>
                      <a:lnTo>
                        <a:pt x="14605" y="15170"/>
                      </a:lnTo>
                      <a:lnTo>
                        <a:pt x="14521" y="15233"/>
                      </a:lnTo>
                      <a:lnTo>
                        <a:pt x="14584" y="15359"/>
                      </a:lnTo>
                      <a:lnTo>
                        <a:pt x="14584" y="15463"/>
                      </a:lnTo>
                      <a:lnTo>
                        <a:pt x="14458" y="15505"/>
                      </a:lnTo>
                      <a:lnTo>
                        <a:pt x="14458" y="15568"/>
                      </a:lnTo>
                      <a:lnTo>
                        <a:pt x="14521" y="15693"/>
                      </a:lnTo>
                      <a:lnTo>
                        <a:pt x="14605" y="15756"/>
                      </a:lnTo>
                      <a:lnTo>
                        <a:pt x="14668" y="15965"/>
                      </a:lnTo>
                      <a:lnTo>
                        <a:pt x="14710" y="16070"/>
                      </a:lnTo>
                      <a:lnTo>
                        <a:pt x="14751" y="15965"/>
                      </a:lnTo>
                      <a:lnTo>
                        <a:pt x="14814" y="15965"/>
                      </a:lnTo>
                      <a:lnTo>
                        <a:pt x="14919" y="16133"/>
                      </a:lnTo>
                      <a:lnTo>
                        <a:pt x="14919" y="16237"/>
                      </a:lnTo>
                      <a:lnTo>
                        <a:pt x="15044" y="16279"/>
                      </a:lnTo>
                      <a:lnTo>
                        <a:pt x="15212" y="16447"/>
                      </a:lnTo>
                      <a:lnTo>
                        <a:pt x="15044" y="16426"/>
                      </a:lnTo>
                      <a:lnTo>
                        <a:pt x="15002" y="16384"/>
                      </a:lnTo>
                      <a:lnTo>
                        <a:pt x="14919" y="16384"/>
                      </a:lnTo>
                      <a:lnTo>
                        <a:pt x="14877" y="16551"/>
                      </a:lnTo>
                      <a:lnTo>
                        <a:pt x="14772" y="16635"/>
                      </a:lnTo>
                      <a:lnTo>
                        <a:pt x="14605" y="16551"/>
                      </a:lnTo>
                      <a:lnTo>
                        <a:pt x="14521" y="16614"/>
                      </a:lnTo>
                      <a:lnTo>
                        <a:pt x="14521" y="16656"/>
                      </a:lnTo>
                      <a:lnTo>
                        <a:pt x="14668" y="16823"/>
                      </a:lnTo>
                      <a:lnTo>
                        <a:pt x="14710" y="16865"/>
                      </a:lnTo>
                      <a:lnTo>
                        <a:pt x="14710" y="16949"/>
                      </a:lnTo>
                      <a:lnTo>
                        <a:pt x="14668" y="17032"/>
                      </a:lnTo>
                      <a:lnTo>
                        <a:pt x="14375" y="17032"/>
                      </a:lnTo>
                      <a:lnTo>
                        <a:pt x="14291" y="16949"/>
                      </a:lnTo>
                      <a:lnTo>
                        <a:pt x="14312" y="16865"/>
                      </a:lnTo>
                      <a:lnTo>
                        <a:pt x="14270" y="16760"/>
                      </a:lnTo>
                      <a:lnTo>
                        <a:pt x="14375" y="16698"/>
                      </a:lnTo>
                      <a:lnTo>
                        <a:pt x="14375" y="16635"/>
                      </a:lnTo>
                      <a:lnTo>
                        <a:pt x="14270" y="16530"/>
                      </a:lnTo>
                      <a:lnTo>
                        <a:pt x="14186" y="16509"/>
                      </a:lnTo>
                      <a:lnTo>
                        <a:pt x="14270" y="16405"/>
                      </a:lnTo>
                      <a:lnTo>
                        <a:pt x="14249" y="16384"/>
                      </a:lnTo>
                      <a:lnTo>
                        <a:pt x="14165" y="16426"/>
                      </a:lnTo>
                      <a:lnTo>
                        <a:pt x="14103" y="16426"/>
                      </a:lnTo>
                      <a:lnTo>
                        <a:pt x="13956" y="16593"/>
                      </a:lnTo>
                      <a:lnTo>
                        <a:pt x="13873" y="16614"/>
                      </a:lnTo>
                      <a:lnTo>
                        <a:pt x="13768" y="16719"/>
                      </a:lnTo>
                      <a:lnTo>
                        <a:pt x="13768" y="16760"/>
                      </a:lnTo>
                      <a:lnTo>
                        <a:pt x="13642" y="16760"/>
                      </a:lnTo>
                      <a:lnTo>
                        <a:pt x="13580" y="16844"/>
                      </a:lnTo>
                      <a:lnTo>
                        <a:pt x="13580" y="16928"/>
                      </a:lnTo>
                      <a:lnTo>
                        <a:pt x="13517" y="16970"/>
                      </a:lnTo>
                      <a:lnTo>
                        <a:pt x="13245" y="16970"/>
                      </a:lnTo>
                      <a:lnTo>
                        <a:pt x="13161" y="16949"/>
                      </a:lnTo>
                      <a:lnTo>
                        <a:pt x="13119" y="16970"/>
                      </a:lnTo>
                      <a:lnTo>
                        <a:pt x="13036" y="16970"/>
                      </a:lnTo>
                      <a:lnTo>
                        <a:pt x="12952" y="16928"/>
                      </a:lnTo>
                      <a:lnTo>
                        <a:pt x="12805" y="17032"/>
                      </a:lnTo>
                      <a:lnTo>
                        <a:pt x="12785" y="17074"/>
                      </a:lnTo>
                      <a:lnTo>
                        <a:pt x="12680" y="17116"/>
                      </a:lnTo>
                      <a:lnTo>
                        <a:pt x="12575" y="17221"/>
                      </a:lnTo>
                      <a:lnTo>
                        <a:pt x="12575" y="17263"/>
                      </a:lnTo>
                      <a:lnTo>
                        <a:pt x="12638" y="17325"/>
                      </a:lnTo>
                      <a:lnTo>
                        <a:pt x="12617" y="17388"/>
                      </a:lnTo>
                      <a:lnTo>
                        <a:pt x="12638" y="17472"/>
                      </a:lnTo>
                      <a:lnTo>
                        <a:pt x="12617" y="17535"/>
                      </a:lnTo>
                      <a:lnTo>
                        <a:pt x="12513" y="17451"/>
                      </a:lnTo>
                      <a:lnTo>
                        <a:pt x="12471" y="17367"/>
                      </a:lnTo>
                      <a:lnTo>
                        <a:pt x="12408" y="17367"/>
                      </a:lnTo>
                      <a:lnTo>
                        <a:pt x="12282" y="17493"/>
                      </a:lnTo>
                      <a:lnTo>
                        <a:pt x="12220" y="17639"/>
                      </a:lnTo>
                      <a:lnTo>
                        <a:pt x="12220" y="17493"/>
                      </a:lnTo>
                      <a:lnTo>
                        <a:pt x="12094" y="17451"/>
                      </a:lnTo>
                      <a:lnTo>
                        <a:pt x="12010" y="17493"/>
                      </a:lnTo>
                      <a:lnTo>
                        <a:pt x="11948" y="17493"/>
                      </a:lnTo>
                      <a:lnTo>
                        <a:pt x="11864" y="17535"/>
                      </a:lnTo>
                      <a:lnTo>
                        <a:pt x="11759" y="17493"/>
                      </a:lnTo>
                      <a:lnTo>
                        <a:pt x="11738" y="17388"/>
                      </a:lnTo>
                      <a:lnTo>
                        <a:pt x="11864" y="17284"/>
                      </a:lnTo>
                      <a:lnTo>
                        <a:pt x="11969" y="17284"/>
                      </a:lnTo>
                      <a:lnTo>
                        <a:pt x="12010" y="17221"/>
                      </a:lnTo>
                      <a:lnTo>
                        <a:pt x="11948" y="17074"/>
                      </a:lnTo>
                      <a:lnTo>
                        <a:pt x="11969" y="17032"/>
                      </a:lnTo>
                      <a:lnTo>
                        <a:pt x="12052" y="16970"/>
                      </a:lnTo>
                      <a:lnTo>
                        <a:pt x="11906" y="16844"/>
                      </a:lnTo>
                      <a:lnTo>
                        <a:pt x="11864" y="16865"/>
                      </a:lnTo>
                      <a:lnTo>
                        <a:pt x="11780" y="16844"/>
                      </a:lnTo>
                      <a:lnTo>
                        <a:pt x="11759" y="16802"/>
                      </a:lnTo>
                      <a:lnTo>
                        <a:pt x="11969" y="16698"/>
                      </a:lnTo>
                      <a:lnTo>
                        <a:pt x="12052" y="16698"/>
                      </a:lnTo>
                      <a:lnTo>
                        <a:pt x="12157" y="16635"/>
                      </a:lnTo>
                      <a:lnTo>
                        <a:pt x="12115" y="16593"/>
                      </a:lnTo>
                      <a:lnTo>
                        <a:pt x="11906" y="16614"/>
                      </a:lnTo>
                      <a:lnTo>
                        <a:pt x="11592" y="16740"/>
                      </a:lnTo>
                      <a:lnTo>
                        <a:pt x="11529" y="16823"/>
                      </a:lnTo>
                      <a:lnTo>
                        <a:pt x="11571" y="16886"/>
                      </a:lnTo>
                      <a:lnTo>
                        <a:pt x="11592" y="16970"/>
                      </a:lnTo>
                      <a:lnTo>
                        <a:pt x="11655" y="17053"/>
                      </a:lnTo>
                      <a:lnTo>
                        <a:pt x="11592" y="17137"/>
                      </a:lnTo>
                      <a:lnTo>
                        <a:pt x="11529" y="17158"/>
                      </a:lnTo>
                      <a:lnTo>
                        <a:pt x="11425" y="17053"/>
                      </a:lnTo>
                      <a:lnTo>
                        <a:pt x="11445" y="17012"/>
                      </a:lnTo>
                      <a:lnTo>
                        <a:pt x="11487" y="16991"/>
                      </a:lnTo>
                      <a:lnTo>
                        <a:pt x="11466" y="16907"/>
                      </a:lnTo>
                      <a:lnTo>
                        <a:pt x="11445" y="16907"/>
                      </a:lnTo>
                      <a:lnTo>
                        <a:pt x="11236" y="17116"/>
                      </a:lnTo>
                      <a:lnTo>
                        <a:pt x="11236" y="17158"/>
                      </a:lnTo>
                      <a:lnTo>
                        <a:pt x="11320" y="17242"/>
                      </a:lnTo>
                      <a:lnTo>
                        <a:pt x="11383" y="17263"/>
                      </a:lnTo>
                      <a:lnTo>
                        <a:pt x="11383" y="17346"/>
                      </a:lnTo>
                      <a:lnTo>
                        <a:pt x="11257" y="17472"/>
                      </a:lnTo>
                      <a:lnTo>
                        <a:pt x="11215" y="17430"/>
                      </a:lnTo>
                      <a:lnTo>
                        <a:pt x="11257" y="17346"/>
                      </a:lnTo>
                      <a:lnTo>
                        <a:pt x="11236" y="17263"/>
                      </a:lnTo>
                      <a:lnTo>
                        <a:pt x="11173" y="17263"/>
                      </a:lnTo>
                      <a:lnTo>
                        <a:pt x="11173" y="17200"/>
                      </a:lnTo>
                      <a:lnTo>
                        <a:pt x="10943" y="17263"/>
                      </a:lnTo>
                      <a:lnTo>
                        <a:pt x="10922" y="17346"/>
                      </a:lnTo>
                      <a:lnTo>
                        <a:pt x="10755" y="17430"/>
                      </a:lnTo>
                      <a:lnTo>
                        <a:pt x="10629" y="17409"/>
                      </a:lnTo>
                      <a:lnTo>
                        <a:pt x="10546" y="17430"/>
                      </a:lnTo>
                      <a:lnTo>
                        <a:pt x="10546" y="17472"/>
                      </a:lnTo>
                      <a:lnTo>
                        <a:pt x="10316" y="17765"/>
                      </a:lnTo>
                      <a:lnTo>
                        <a:pt x="10274" y="17786"/>
                      </a:lnTo>
                      <a:lnTo>
                        <a:pt x="10064" y="18058"/>
                      </a:lnTo>
                      <a:lnTo>
                        <a:pt x="9960" y="18100"/>
                      </a:lnTo>
                      <a:lnTo>
                        <a:pt x="9876" y="18037"/>
                      </a:lnTo>
                      <a:lnTo>
                        <a:pt x="9813" y="18037"/>
                      </a:lnTo>
                      <a:lnTo>
                        <a:pt x="9876" y="18141"/>
                      </a:lnTo>
                      <a:lnTo>
                        <a:pt x="10023" y="18246"/>
                      </a:lnTo>
                      <a:lnTo>
                        <a:pt x="10064" y="18309"/>
                      </a:lnTo>
                      <a:lnTo>
                        <a:pt x="10064" y="18309"/>
                      </a:lnTo>
                      <a:lnTo>
                        <a:pt x="9876" y="18246"/>
                      </a:lnTo>
                      <a:lnTo>
                        <a:pt x="9813" y="18288"/>
                      </a:lnTo>
                      <a:lnTo>
                        <a:pt x="9500" y="18309"/>
                      </a:lnTo>
                      <a:lnTo>
                        <a:pt x="9458" y="18372"/>
                      </a:lnTo>
                      <a:lnTo>
                        <a:pt x="9541" y="18476"/>
                      </a:lnTo>
                      <a:lnTo>
                        <a:pt x="9541" y="18581"/>
                      </a:lnTo>
                      <a:lnTo>
                        <a:pt x="9458" y="18706"/>
                      </a:lnTo>
                      <a:lnTo>
                        <a:pt x="9500" y="18895"/>
                      </a:lnTo>
                      <a:lnTo>
                        <a:pt x="9458" y="19020"/>
                      </a:lnTo>
                      <a:lnTo>
                        <a:pt x="9248" y="19104"/>
                      </a:lnTo>
                      <a:lnTo>
                        <a:pt x="9228" y="19146"/>
                      </a:lnTo>
                      <a:lnTo>
                        <a:pt x="9081" y="19146"/>
                      </a:lnTo>
                      <a:lnTo>
                        <a:pt x="9039" y="19229"/>
                      </a:lnTo>
                      <a:lnTo>
                        <a:pt x="8956" y="19104"/>
                      </a:lnTo>
                      <a:lnTo>
                        <a:pt x="8809" y="19208"/>
                      </a:lnTo>
                      <a:lnTo>
                        <a:pt x="8579" y="19208"/>
                      </a:lnTo>
                      <a:lnTo>
                        <a:pt x="8328" y="18916"/>
                      </a:lnTo>
                      <a:lnTo>
                        <a:pt x="8098" y="18706"/>
                      </a:lnTo>
                      <a:lnTo>
                        <a:pt x="8014" y="18644"/>
                      </a:lnTo>
                      <a:lnTo>
                        <a:pt x="8014" y="18476"/>
                      </a:lnTo>
                      <a:lnTo>
                        <a:pt x="8056" y="18413"/>
                      </a:lnTo>
                      <a:lnTo>
                        <a:pt x="8098" y="18455"/>
                      </a:lnTo>
                      <a:lnTo>
                        <a:pt x="8160" y="18372"/>
                      </a:lnTo>
                      <a:lnTo>
                        <a:pt x="8119" y="18309"/>
                      </a:lnTo>
                      <a:lnTo>
                        <a:pt x="8181" y="18267"/>
                      </a:lnTo>
                      <a:lnTo>
                        <a:pt x="8370" y="18267"/>
                      </a:lnTo>
                      <a:lnTo>
                        <a:pt x="8412" y="18183"/>
                      </a:lnTo>
                      <a:lnTo>
                        <a:pt x="8621" y="18183"/>
                      </a:lnTo>
                      <a:lnTo>
                        <a:pt x="8642" y="18100"/>
                      </a:lnTo>
                      <a:lnTo>
                        <a:pt x="8495" y="17890"/>
                      </a:lnTo>
                      <a:lnTo>
                        <a:pt x="8474" y="17807"/>
                      </a:lnTo>
                      <a:lnTo>
                        <a:pt x="8328" y="17786"/>
                      </a:lnTo>
                      <a:lnTo>
                        <a:pt x="8202" y="17660"/>
                      </a:lnTo>
                      <a:lnTo>
                        <a:pt x="8202" y="17556"/>
                      </a:lnTo>
                      <a:lnTo>
                        <a:pt x="8077" y="17451"/>
                      </a:lnTo>
                      <a:lnTo>
                        <a:pt x="7763" y="17430"/>
                      </a:lnTo>
                      <a:lnTo>
                        <a:pt x="7554" y="17451"/>
                      </a:lnTo>
                      <a:lnTo>
                        <a:pt x="7449" y="17493"/>
                      </a:lnTo>
                      <a:lnTo>
                        <a:pt x="7323" y="17493"/>
                      </a:lnTo>
                      <a:lnTo>
                        <a:pt x="7072" y="17346"/>
                      </a:lnTo>
                      <a:lnTo>
                        <a:pt x="6947" y="17346"/>
                      </a:lnTo>
                      <a:lnTo>
                        <a:pt x="6947" y="17388"/>
                      </a:lnTo>
                      <a:lnTo>
                        <a:pt x="7240" y="17639"/>
                      </a:lnTo>
                      <a:lnTo>
                        <a:pt x="7386" y="17744"/>
                      </a:lnTo>
                      <a:lnTo>
                        <a:pt x="7470" y="17974"/>
                      </a:lnTo>
                      <a:lnTo>
                        <a:pt x="7470" y="18100"/>
                      </a:lnTo>
                      <a:lnTo>
                        <a:pt x="7533" y="18183"/>
                      </a:lnTo>
                      <a:lnTo>
                        <a:pt x="7470" y="18225"/>
                      </a:lnTo>
                      <a:lnTo>
                        <a:pt x="7470" y="18330"/>
                      </a:lnTo>
                      <a:lnTo>
                        <a:pt x="7491" y="18413"/>
                      </a:lnTo>
                      <a:lnTo>
                        <a:pt x="7449" y="18434"/>
                      </a:lnTo>
                      <a:lnTo>
                        <a:pt x="7449" y="18706"/>
                      </a:lnTo>
                      <a:lnTo>
                        <a:pt x="7386" y="18853"/>
                      </a:lnTo>
                      <a:lnTo>
                        <a:pt x="7449" y="18999"/>
                      </a:lnTo>
                      <a:lnTo>
                        <a:pt x="7595" y="18999"/>
                      </a:lnTo>
                      <a:lnTo>
                        <a:pt x="7742" y="19062"/>
                      </a:lnTo>
                      <a:lnTo>
                        <a:pt x="7805" y="19167"/>
                      </a:lnTo>
                      <a:lnTo>
                        <a:pt x="7784" y="19229"/>
                      </a:lnTo>
                      <a:lnTo>
                        <a:pt x="7805" y="19313"/>
                      </a:lnTo>
                      <a:lnTo>
                        <a:pt x="7784" y="19355"/>
                      </a:lnTo>
                      <a:lnTo>
                        <a:pt x="7784" y="19418"/>
                      </a:lnTo>
                      <a:lnTo>
                        <a:pt x="7847" y="19460"/>
                      </a:lnTo>
                      <a:lnTo>
                        <a:pt x="7784" y="19543"/>
                      </a:lnTo>
                      <a:lnTo>
                        <a:pt x="7784" y="19794"/>
                      </a:lnTo>
                      <a:lnTo>
                        <a:pt x="7742" y="19857"/>
                      </a:lnTo>
                      <a:lnTo>
                        <a:pt x="7805" y="20004"/>
                      </a:lnTo>
                      <a:lnTo>
                        <a:pt x="7847" y="20213"/>
                      </a:lnTo>
                      <a:lnTo>
                        <a:pt x="7763" y="20171"/>
                      </a:lnTo>
                      <a:lnTo>
                        <a:pt x="7700" y="20045"/>
                      </a:lnTo>
                      <a:lnTo>
                        <a:pt x="7575" y="19941"/>
                      </a:lnTo>
                      <a:lnTo>
                        <a:pt x="7449" y="20066"/>
                      </a:lnTo>
                      <a:lnTo>
                        <a:pt x="7470" y="19941"/>
                      </a:lnTo>
                      <a:lnTo>
                        <a:pt x="7428" y="19857"/>
                      </a:lnTo>
                      <a:lnTo>
                        <a:pt x="7240" y="19836"/>
                      </a:lnTo>
                      <a:lnTo>
                        <a:pt x="7072" y="19857"/>
                      </a:lnTo>
                      <a:lnTo>
                        <a:pt x="6968" y="19773"/>
                      </a:lnTo>
                      <a:lnTo>
                        <a:pt x="6821" y="19753"/>
                      </a:lnTo>
                      <a:lnTo>
                        <a:pt x="6738" y="19794"/>
                      </a:lnTo>
                      <a:lnTo>
                        <a:pt x="6612" y="20087"/>
                      </a:lnTo>
                      <a:lnTo>
                        <a:pt x="6424" y="20255"/>
                      </a:lnTo>
                      <a:lnTo>
                        <a:pt x="6298" y="20276"/>
                      </a:lnTo>
                      <a:lnTo>
                        <a:pt x="6194" y="20380"/>
                      </a:lnTo>
                      <a:lnTo>
                        <a:pt x="6173" y="20527"/>
                      </a:lnTo>
                      <a:lnTo>
                        <a:pt x="6026" y="20694"/>
                      </a:lnTo>
                      <a:lnTo>
                        <a:pt x="5963" y="20757"/>
                      </a:lnTo>
                      <a:lnTo>
                        <a:pt x="5963" y="20841"/>
                      </a:lnTo>
                      <a:lnTo>
                        <a:pt x="6005" y="21029"/>
                      </a:lnTo>
                      <a:lnTo>
                        <a:pt x="6277" y="21301"/>
                      </a:lnTo>
                      <a:lnTo>
                        <a:pt x="6424" y="21531"/>
                      </a:lnTo>
                      <a:lnTo>
                        <a:pt x="6340" y="21636"/>
                      </a:lnTo>
                      <a:lnTo>
                        <a:pt x="6277" y="21636"/>
                      </a:lnTo>
                      <a:lnTo>
                        <a:pt x="6277" y="21761"/>
                      </a:lnTo>
                      <a:lnTo>
                        <a:pt x="6173" y="21845"/>
                      </a:lnTo>
                      <a:lnTo>
                        <a:pt x="6110" y="21949"/>
                      </a:lnTo>
                      <a:lnTo>
                        <a:pt x="5963" y="21782"/>
                      </a:lnTo>
                      <a:lnTo>
                        <a:pt x="5587" y="21615"/>
                      </a:lnTo>
                      <a:lnTo>
                        <a:pt x="5461" y="21615"/>
                      </a:lnTo>
                      <a:lnTo>
                        <a:pt x="5398" y="21531"/>
                      </a:lnTo>
                      <a:lnTo>
                        <a:pt x="5189" y="21531"/>
                      </a:lnTo>
                      <a:lnTo>
                        <a:pt x="5085" y="21447"/>
                      </a:lnTo>
                      <a:lnTo>
                        <a:pt x="5022" y="21322"/>
                      </a:lnTo>
                      <a:lnTo>
                        <a:pt x="4854" y="21301"/>
                      </a:lnTo>
                      <a:lnTo>
                        <a:pt x="4729" y="21217"/>
                      </a:lnTo>
                      <a:lnTo>
                        <a:pt x="4603" y="21217"/>
                      </a:lnTo>
                      <a:lnTo>
                        <a:pt x="4562" y="21301"/>
                      </a:lnTo>
                      <a:lnTo>
                        <a:pt x="4603" y="21364"/>
                      </a:lnTo>
                      <a:lnTo>
                        <a:pt x="4562" y="21426"/>
                      </a:lnTo>
                      <a:lnTo>
                        <a:pt x="4603" y="21468"/>
                      </a:lnTo>
                      <a:lnTo>
                        <a:pt x="4520" y="21552"/>
                      </a:lnTo>
                      <a:lnTo>
                        <a:pt x="4415" y="21552"/>
                      </a:lnTo>
                      <a:lnTo>
                        <a:pt x="4499" y="21719"/>
                      </a:lnTo>
                      <a:lnTo>
                        <a:pt x="4520" y="21845"/>
                      </a:lnTo>
                      <a:lnTo>
                        <a:pt x="4666" y="21929"/>
                      </a:lnTo>
                      <a:lnTo>
                        <a:pt x="4771" y="22054"/>
                      </a:lnTo>
                      <a:lnTo>
                        <a:pt x="4917" y="22138"/>
                      </a:lnTo>
                      <a:lnTo>
                        <a:pt x="5022" y="22075"/>
                      </a:lnTo>
                      <a:lnTo>
                        <a:pt x="5085" y="22075"/>
                      </a:lnTo>
                      <a:lnTo>
                        <a:pt x="5168" y="22033"/>
                      </a:lnTo>
                      <a:lnTo>
                        <a:pt x="5189" y="22096"/>
                      </a:lnTo>
                      <a:lnTo>
                        <a:pt x="5336" y="22159"/>
                      </a:lnTo>
                      <a:lnTo>
                        <a:pt x="5336" y="22201"/>
                      </a:lnTo>
                      <a:lnTo>
                        <a:pt x="5273" y="22263"/>
                      </a:lnTo>
                      <a:lnTo>
                        <a:pt x="5357" y="22347"/>
                      </a:lnTo>
                      <a:lnTo>
                        <a:pt x="5357" y="22514"/>
                      </a:lnTo>
                      <a:lnTo>
                        <a:pt x="5273" y="22556"/>
                      </a:lnTo>
                      <a:lnTo>
                        <a:pt x="5168" y="22556"/>
                      </a:lnTo>
                      <a:lnTo>
                        <a:pt x="5043" y="22682"/>
                      </a:lnTo>
                      <a:lnTo>
                        <a:pt x="4980" y="22682"/>
                      </a:lnTo>
                      <a:lnTo>
                        <a:pt x="4875" y="22577"/>
                      </a:lnTo>
                      <a:lnTo>
                        <a:pt x="4729" y="22577"/>
                      </a:lnTo>
                      <a:lnTo>
                        <a:pt x="4645" y="22514"/>
                      </a:lnTo>
                      <a:lnTo>
                        <a:pt x="4457" y="22514"/>
                      </a:lnTo>
                      <a:lnTo>
                        <a:pt x="4415" y="22473"/>
                      </a:lnTo>
                      <a:lnTo>
                        <a:pt x="4415" y="22347"/>
                      </a:lnTo>
                      <a:lnTo>
                        <a:pt x="4310" y="22284"/>
                      </a:lnTo>
                      <a:lnTo>
                        <a:pt x="4227" y="22180"/>
                      </a:lnTo>
                      <a:lnTo>
                        <a:pt x="4185" y="22180"/>
                      </a:lnTo>
                      <a:lnTo>
                        <a:pt x="4080" y="22263"/>
                      </a:lnTo>
                      <a:lnTo>
                        <a:pt x="3829" y="22180"/>
                      </a:lnTo>
                      <a:lnTo>
                        <a:pt x="3787" y="22075"/>
                      </a:lnTo>
                      <a:lnTo>
                        <a:pt x="3725" y="22033"/>
                      </a:lnTo>
                      <a:lnTo>
                        <a:pt x="3787" y="21949"/>
                      </a:lnTo>
                      <a:lnTo>
                        <a:pt x="3766" y="21824"/>
                      </a:lnTo>
                      <a:lnTo>
                        <a:pt x="3766" y="21719"/>
                      </a:lnTo>
                      <a:lnTo>
                        <a:pt x="3662" y="21636"/>
                      </a:lnTo>
                      <a:lnTo>
                        <a:pt x="3662" y="21531"/>
                      </a:lnTo>
                      <a:lnTo>
                        <a:pt x="3494" y="21385"/>
                      </a:lnTo>
                      <a:lnTo>
                        <a:pt x="3494" y="21238"/>
                      </a:lnTo>
                      <a:lnTo>
                        <a:pt x="3411" y="21217"/>
                      </a:lnTo>
                      <a:lnTo>
                        <a:pt x="3453" y="21113"/>
                      </a:lnTo>
                      <a:lnTo>
                        <a:pt x="3515" y="21092"/>
                      </a:lnTo>
                      <a:lnTo>
                        <a:pt x="3557" y="20903"/>
                      </a:lnTo>
                      <a:lnTo>
                        <a:pt x="3557" y="20799"/>
                      </a:lnTo>
                      <a:lnTo>
                        <a:pt x="3515" y="20778"/>
                      </a:lnTo>
                      <a:lnTo>
                        <a:pt x="3515" y="20694"/>
                      </a:lnTo>
                      <a:lnTo>
                        <a:pt x="3578" y="20610"/>
                      </a:lnTo>
                      <a:lnTo>
                        <a:pt x="3515" y="20589"/>
                      </a:lnTo>
                      <a:lnTo>
                        <a:pt x="3390" y="20401"/>
                      </a:lnTo>
                      <a:lnTo>
                        <a:pt x="3139" y="20297"/>
                      </a:lnTo>
                      <a:lnTo>
                        <a:pt x="3055" y="20359"/>
                      </a:lnTo>
                      <a:lnTo>
                        <a:pt x="2992" y="20297"/>
                      </a:lnTo>
                      <a:lnTo>
                        <a:pt x="2930" y="20297"/>
                      </a:lnTo>
                      <a:lnTo>
                        <a:pt x="2867" y="20338"/>
                      </a:lnTo>
                      <a:lnTo>
                        <a:pt x="2741" y="20297"/>
                      </a:lnTo>
                      <a:lnTo>
                        <a:pt x="2783" y="20255"/>
                      </a:lnTo>
                      <a:lnTo>
                        <a:pt x="2888" y="20234"/>
                      </a:lnTo>
                      <a:lnTo>
                        <a:pt x="2930" y="20150"/>
                      </a:lnTo>
                      <a:lnTo>
                        <a:pt x="2783" y="20108"/>
                      </a:lnTo>
                      <a:lnTo>
                        <a:pt x="2783" y="20087"/>
                      </a:lnTo>
                      <a:lnTo>
                        <a:pt x="2867" y="20066"/>
                      </a:lnTo>
                      <a:lnTo>
                        <a:pt x="2783" y="20004"/>
                      </a:lnTo>
                      <a:lnTo>
                        <a:pt x="2720" y="20066"/>
                      </a:lnTo>
                      <a:lnTo>
                        <a:pt x="2532" y="20108"/>
                      </a:lnTo>
                      <a:lnTo>
                        <a:pt x="2511" y="20087"/>
                      </a:lnTo>
                      <a:lnTo>
                        <a:pt x="2553" y="20004"/>
                      </a:lnTo>
                      <a:lnTo>
                        <a:pt x="2658" y="19962"/>
                      </a:lnTo>
                      <a:lnTo>
                        <a:pt x="2637" y="19941"/>
                      </a:lnTo>
                      <a:lnTo>
                        <a:pt x="2448" y="19899"/>
                      </a:lnTo>
                      <a:lnTo>
                        <a:pt x="2427" y="19836"/>
                      </a:lnTo>
                      <a:lnTo>
                        <a:pt x="2302" y="19753"/>
                      </a:lnTo>
                      <a:lnTo>
                        <a:pt x="2260" y="19585"/>
                      </a:lnTo>
                      <a:lnTo>
                        <a:pt x="2134" y="19522"/>
                      </a:lnTo>
                      <a:lnTo>
                        <a:pt x="2155" y="19481"/>
                      </a:lnTo>
                      <a:lnTo>
                        <a:pt x="2260" y="19481"/>
                      </a:lnTo>
                      <a:lnTo>
                        <a:pt x="2302" y="19522"/>
                      </a:lnTo>
                      <a:lnTo>
                        <a:pt x="2448" y="19543"/>
                      </a:lnTo>
                      <a:lnTo>
                        <a:pt x="2469" y="19648"/>
                      </a:lnTo>
                      <a:lnTo>
                        <a:pt x="2720" y="19857"/>
                      </a:lnTo>
                      <a:lnTo>
                        <a:pt x="2783" y="19857"/>
                      </a:lnTo>
                      <a:lnTo>
                        <a:pt x="2825" y="19794"/>
                      </a:lnTo>
                      <a:lnTo>
                        <a:pt x="2950" y="19878"/>
                      </a:lnTo>
                      <a:lnTo>
                        <a:pt x="3139" y="19878"/>
                      </a:lnTo>
                      <a:lnTo>
                        <a:pt x="3160" y="19836"/>
                      </a:lnTo>
                      <a:lnTo>
                        <a:pt x="3243" y="19899"/>
                      </a:lnTo>
                      <a:lnTo>
                        <a:pt x="3160" y="19962"/>
                      </a:lnTo>
                      <a:lnTo>
                        <a:pt x="3202" y="19983"/>
                      </a:lnTo>
                      <a:lnTo>
                        <a:pt x="3202" y="20045"/>
                      </a:lnTo>
                      <a:lnTo>
                        <a:pt x="3306" y="20045"/>
                      </a:lnTo>
                      <a:lnTo>
                        <a:pt x="3369" y="19983"/>
                      </a:lnTo>
                      <a:lnTo>
                        <a:pt x="3557" y="19983"/>
                      </a:lnTo>
                      <a:lnTo>
                        <a:pt x="3494" y="20004"/>
                      </a:lnTo>
                      <a:lnTo>
                        <a:pt x="3599" y="20004"/>
                      </a:lnTo>
                      <a:lnTo>
                        <a:pt x="3704" y="19983"/>
                      </a:lnTo>
                      <a:lnTo>
                        <a:pt x="3704" y="20066"/>
                      </a:lnTo>
                      <a:lnTo>
                        <a:pt x="3871" y="20192"/>
                      </a:lnTo>
                      <a:lnTo>
                        <a:pt x="3934" y="20150"/>
                      </a:lnTo>
                      <a:lnTo>
                        <a:pt x="4038" y="20171"/>
                      </a:lnTo>
                      <a:lnTo>
                        <a:pt x="4080" y="20213"/>
                      </a:lnTo>
                      <a:lnTo>
                        <a:pt x="4227" y="20213"/>
                      </a:lnTo>
                      <a:lnTo>
                        <a:pt x="4331" y="20255"/>
                      </a:lnTo>
                      <a:lnTo>
                        <a:pt x="4415" y="20192"/>
                      </a:lnTo>
                      <a:lnTo>
                        <a:pt x="4541" y="20297"/>
                      </a:lnTo>
                      <a:lnTo>
                        <a:pt x="4729" y="20359"/>
                      </a:lnTo>
                      <a:lnTo>
                        <a:pt x="5064" y="20380"/>
                      </a:lnTo>
                      <a:lnTo>
                        <a:pt x="5336" y="20359"/>
                      </a:lnTo>
                      <a:lnTo>
                        <a:pt x="5357" y="20297"/>
                      </a:lnTo>
                      <a:lnTo>
                        <a:pt x="5545" y="20297"/>
                      </a:lnTo>
                      <a:lnTo>
                        <a:pt x="5608" y="20255"/>
                      </a:lnTo>
                      <a:lnTo>
                        <a:pt x="5796" y="20213"/>
                      </a:lnTo>
                      <a:lnTo>
                        <a:pt x="5963" y="20150"/>
                      </a:lnTo>
                      <a:lnTo>
                        <a:pt x="6173" y="19857"/>
                      </a:lnTo>
                      <a:lnTo>
                        <a:pt x="6194" y="19773"/>
                      </a:lnTo>
                      <a:lnTo>
                        <a:pt x="6319" y="19627"/>
                      </a:lnTo>
                      <a:lnTo>
                        <a:pt x="6319" y="19543"/>
                      </a:lnTo>
                      <a:lnTo>
                        <a:pt x="6340" y="19460"/>
                      </a:lnTo>
                      <a:lnTo>
                        <a:pt x="6382" y="19313"/>
                      </a:lnTo>
                      <a:lnTo>
                        <a:pt x="6382" y="19167"/>
                      </a:lnTo>
                      <a:lnTo>
                        <a:pt x="6382" y="19041"/>
                      </a:lnTo>
                      <a:lnTo>
                        <a:pt x="6319" y="18999"/>
                      </a:lnTo>
                      <a:lnTo>
                        <a:pt x="6277" y="18999"/>
                      </a:lnTo>
                      <a:lnTo>
                        <a:pt x="6173" y="18832"/>
                      </a:lnTo>
                      <a:lnTo>
                        <a:pt x="6089" y="18790"/>
                      </a:lnTo>
                      <a:lnTo>
                        <a:pt x="6068" y="18644"/>
                      </a:lnTo>
                      <a:lnTo>
                        <a:pt x="5963" y="18392"/>
                      </a:lnTo>
                      <a:lnTo>
                        <a:pt x="5859" y="18372"/>
                      </a:lnTo>
                      <a:lnTo>
                        <a:pt x="5817" y="18413"/>
                      </a:lnTo>
                      <a:lnTo>
                        <a:pt x="5691" y="18372"/>
                      </a:lnTo>
                      <a:lnTo>
                        <a:pt x="5691" y="18288"/>
                      </a:lnTo>
                      <a:lnTo>
                        <a:pt x="5461" y="18120"/>
                      </a:lnTo>
                      <a:lnTo>
                        <a:pt x="5461" y="18016"/>
                      </a:lnTo>
                      <a:lnTo>
                        <a:pt x="5336" y="17890"/>
                      </a:lnTo>
                      <a:lnTo>
                        <a:pt x="5273" y="17890"/>
                      </a:lnTo>
                      <a:lnTo>
                        <a:pt x="5294" y="17953"/>
                      </a:lnTo>
                      <a:lnTo>
                        <a:pt x="5378" y="18079"/>
                      </a:lnTo>
                      <a:lnTo>
                        <a:pt x="5294" y="18100"/>
                      </a:lnTo>
                      <a:lnTo>
                        <a:pt x="5168" y="17974"/>
                      </a:lnTo>
                      <a:lnTo>
                        <a:pt x="5085" y="17974"/>
                      </a:lnTo>
                      <a:lnTo>
                        <a:pt x="4938" y="17807"/>
                      </a:lnTo>
                      <a:lnTo>
                        <a:pt x="4875" y="17807"/>
                      </a:lnTo>
                      <a:lnTo>
                        <a:pt x="4875" y="17869"/>
                      </a:lnTo>
                      <a:lnTo>
                        <a:pt x="4917" y="17911"/>
                      </a:lnTo>
                      <a:lnTo>
                        <a:pt x="4834" y="17890"/>
                      </a:lnTo>
                      <a:lnTo>
                        <a:pt x="4708" y="17681"/>
                      </a:lnTo>
                      <a:lnTo>
                        <a:pt x="4603" y="17660"/>
                      </a:lnTo>
                      <a:lnTo>
                        <a:pt x="4520" y="17556"/>
                      </a:lnTo>
                      <a:lnTo>
                        <a:pt x="4122" y="17284"/>
                      </a:lnTo>
                      <a:lnTo>
                        <a:pt x="3515" y="16970"/>
                      </a:lnTo>
                      <a:lnTo>
                        <a:pt x="3390" y="16928"/>
                      </a:lnTo>
                      <a:lnTo>
                        <a:pt x="3369" y="16970"/>
                      </a:lnTo>
                      <a:lnTo>
                        <a:pt x="3243" y="16907"/>
                      </a:lnTo>
                      <a:lnTo>
                        <a:pt x="3097" y="16865"/>
                      </a:lnTo>
                      <a:lnTo>
                        <a:pt x="3097" y="16928"/>
                      </a:lnTo>
                      <a:lnTo>
                        <a:pt x="3034" y="16970"/>
                      </a:lnTo>
                      <a:lnTo>
                        <a:pt x="2930" y="16928"/>
                      </a:lnTo>
                      <a:lnTo>
                        <a:pt x="2762" y="16928"/>
                      </a:lnTo>
                      <a:lnTo>
                        <a:pt x="2678" y="16823"/>
                      </a:lnTo>
                      <a:lnTo>
                        <a:pt x="2574" y="16760"/>
                      </a:lnTo>
                      <a:lnTo>
                        <a:pt x="2574" y="16802"/>
                      </a:lnTo>
                      <a:lnTo>
                        <a:pt x="2637" y="16865"/>
                      </a:lnTo>
                      <a:lnTo>
                        <a:pt x="2616" y="16928"/>
                      </a:lnTo>
                      <a:lnTo>
                        <a:pt x="2532" y="16865"/>
                      </a:lnTo>
                      <a:lnTo>
                        <a:pt x="2406" y="16907"/>
                      </a:lnTo>
                      <a:lnTo>
                        <a:pt x="2344" y="16949"/>
                      </a:lnTo>
                      <a:lnTo>
                        <a:pt x="2365" y="17032"/>
                      </a:lnTo>
                      <a:lnTo>
                        <a:pt x="2302" y="17158"/>
                      </a:lnTo>
                      <a:lnTo>
                        <a:pt x="2155" y="17158"/>
                      </a:lnTo>
                      <a:lnTo>
                        <a:pt x="2239" y="17053"/>
                      </a:lnTo>
                      <a:lnTo>
                        <a:pt x="2323" y="17012"/>
                      </a:lnTo>
                      <a:lnTo>
                        <a:pt x="2260" y="16949"/>
                      </a:lnTo>
                      <a:lnTo>
                        <a:pt x="2197" y="16949"/>
                      </a:lnTo>
                      <a:lnTo>
                        <a:pt x="2218" y="16907"/>
                      </a:lnTo>
                      <a:lnTo>
                        <a:pt x="2239" y="16844"/>
                      </a:lnTo>
                      <a:lnTo>
                        <a:pt x="2197" y="16823"/>
                      </a:lnTo>
                      <a:lnTo>
                        <a:pt x="2134" y="16886"/>
                      </a:lnTo>
                      <a:lnTo>
                        <a:pt x="2030" y="17012"/>
                      </a:lnTo>
                      <a:lnTo>
                        <a:pt x="2030" y="16928"/>
                      </a:lnTo>
                      <a:lnTo>
                        <a:pt x="2030" y="16886"/>
                      </a:lnTo>
                      <a:lnTo>
                        <a:pt x="2009" y="16844"/>
                      </a:lnTo>
                      <a:lnTo>
                        <a:pt x="1946" y="16928"/>
                      </a:lnTo>
                      <a:lnTo>
                        <a:pt x="1925" y="16928"/>
                      </a:lnTo>
                      <a:lnTo>
                        <a:pt x="1925" y="16844"/>
                      </a:lnTo>
                      <a:lnTo>
                        <a:pt x="1821" y="16823"/>
                      </a:lnTo>
                      <a:lnTo>
                        <a:pt x="1716" y="16907"/>
                      </a:lnTo>
                      <a:lnTo>
                        <a:pt x="1695" y="16802"/>
                      </a:lnTo>
                      <a:lnTo>
                        <a:pt x="1632" y="16760"/>
                      </a:lnTo>
                      <a:lnTo>
                        <a:pt x="1569" y="16844"/>
                      </a:lnTo>
                      <a:lnTo>
                        <a:pt x="1528" y="16740"/>
                      </a:lnTo>
                      <a:lnTo>
                        <a:pt x="1528" y="16614"/>
                      </a:lnTo>
                      <a:lnTo>
                        <a:pt x="1590" y="16530"/>
                      </a:lnTo>
                      <a:lnTo>
                        <a:pt x="1590" y="16614"/>
                      </a:lnTo>
                      <a:lnTo>
                        <a:pt x="1674" y="16698"/>
                      </a:lnTo>
                      <a:lnTo>
                        <a:pt x="1800" y="16656"/>
                      </a:lnTo>
                      <a:lnTo>
                        <a:pt x="1883" y="16719"/>
                      </a:lnTo>
                      <a:lnTo>
                        <a:pt x="1988" y="16635"/>
                      </a:lnTo>
                      <a:lnTo>
                        <a:pt x="1988" y="16593"/>
                      </a:lnTo>
                      <a:lnTo>
                        <a:pt x="1904" y="16530"/>
                      </a:lnTo>
                      <a:lnTo>
                        <a:pt x="1883" y="16509"/>
                      </a:lnTo>
                      <a:lnTo>
                        <a:pt x="1800" y="16488"/>
                      </a:lnTo>
                      <a:lnTo>
                        <a:pt x="1737" y="16530"/>
                      </a:lnTo>
                      <a:lnTo>
                        <a:pt x="1695" y="16488"/>
                      </a:lnTo>
                      <a:lnTo>
                        <a:pt x="1632" y="16405"/>
                      </a:lnTo>
                      <a:lnTo>
                        <a:pt x="1528" y="16342"/>
                      </a:lnTo>
                      <a:lnTo>
                        <a:pt x="1423" y="16342"/>
                      </a:lnTo>
                      <a:lnTo>
                        <a:pt x="1402" y="16384"/>
                      </a:lnTo>
                      <a:lnTo>
                        <a:pt x="1465" y="16426"/>
                      </a:lnTo>
                      <a:lnTo>
                        <a:pt x="1486" y="16426"/>
                      </a:lnTo>
                      <a:lnTo>
                        <a:pt x="1486" y="16488"/>
                      </a:lnTo>
                      <a:lnTo>
                        <a:pt x="1402" y="16509"/>
                      </a:lnTo>
                      <a:lnTo>
                        <a:pt x="1360" y="16509"/>
                      </a:lnTo>
                      <a:lnTo>
                        <a:pt x="1360" y="16551"/>
                      </a:lnTo>
                      <a:lnTo>
                        <a:pt x="1465" y="16635"/>
                      </a:lnTo>
                      <a:lnTo>
                        <a:pt x="1402" y="16656"/>
                      </a:lnTo>
                      <a:lnTo>
                        <a:pt x="1318" y="16656"/>
                      </a:lnTo>
                      <a:lnTo>
                        <a:pt x="1277" y="16740"/>
                      </a:lnTo>
                      <a:lnTo>
                        <a:pt x="1256" y="16886"/>
                      </a:lnTo>
                      <a:lnTo>
                        <a:pt x="1193" y="16802"/>
                      </a:lnTo>
                      <a:lnTo>
                        <a:pt x="1193" y="16698"/>
                      </a:lnTo>
                      <a:lnTo>
                        <a:pt x="1151" y="16635"/>
                      </a:lnTo>
                      <a:lnTo>
                        <a:pt x="1005" y="16614"/>
                      </a:lnTo>
                      <a:lnTo>
                        <a:pt x="1005" y="16740"/>
                      </a:lnTo>
                      <a:lnTo>
                        <a:pt x="942" y="16823"/>
                      </a:lnTo>
                      <a:lnTo>
                        <a:pt x="795" y="16781"/>
                      </a:lnTo>
                      <a:lnTo>
                        <a:pt x="691" y="16781"/>
                      </a:lnTo>
                      <a:lnTo>
                        <a:pt x="691" y="16928"/>
                      </a:lnTo>
                      <a:lnTo>
                        <a:pt x="628" y="17053"/>
                      </a:lnTo>
                      <a:lnTo>
                        <a:pt x="481" y="17095"/>
                      </a:lnTo>
                      <a:lnTo>
                        <a:pt x="335" y="17242"/>
                      </a:lnTo>
                      <a:lnTo>
                        <a:pt x="335" y="17451"/>
                      </a:lnTo>
                      <a:lnTo>
                        <a:pt x="251" y="17451"/>
                      </a:lnTo>
                      <a:lnTo>
                        <a:pt x="105" y="17514"/>
                      </a:lnTo>
                      <a:lnTo>
                        <a:pt x="0" y="17556"/>
                      </a:lnTo>
                      <a:lnTo>
                        <a:pt x="105" y="17576"/>
                      </a:lnTo>
                      <a:lnTo>
                        <a:pt x="63" y="17744"/>
                      </a:lnTo>
                      <a:lnTo>
                        <a:pt x="21" y="17932"/>
                      </a:lnTo>
                      <a:lnTo>
                        <a:pt x="105" y="18037"/>
                      </a:lnTo>
                      <a:lnTo>
                        <a:pt x="209" y="18288"/>
                      </a:lnTo>
                      <a:lnTo>
                        <a:pt x="272" y="18288"/>
                      </a:lnTo>
                      <a:lnTo>
                        <a:pt x="440" y="18372"/>
                      </a:lnTo>
                      <a:lnTo>
                        <a:pt x="523" y="18497"/>
                      </a:lnTo>
                      <a:lnTo>
                        <a:pt x="565" y="18602"/>
                      </a:lnTo>
                      <a:lnTo>
                        <a:pt x="837" y="18769"/>
                      </a:lnTo>
                      <a:lnTo>
                        <a:pt x="900" y="18832"/>
                      </a:lnTo>
                      <a:lnTo>
                        <a:pt x="858" y="19020"/>
                      </a:lnTo>
                      <a:lnTo>
                        <a:pt x="753" y="19208"/>
                      </a:lnTo>
                      <a:lnTo>
                        <a:pt x="649" y="19460"/>
                      </a:lnTo>
                      <a:lnTo>
                        <a:pt x="774" y="19627"/>
                      </a:lnTo>
                      <a:lnTo>
                        <a:pt x="837" y="19773"/>
                      </a:lnTo>
                      <a:lnTo>
                        <a:pt x="1067" y="20234"/>
                      </a:lnTo>
                      <a:lnTo>
                        <a:pt x="1318" y="20820"/>
                      </a:lnTo>
                      <a:lnTo>
                        <a:pt x="1214" y="20861"/>
                      </a:lnTo>
                      <a:lnTo>
                        <a:pt x="1193" y="21217"/>
                      </a:lnTo>
                      <a:lnTo>
                        <a:pt x="1193" y="21322"/>
                      </a:lnTo>
                      <a:lnTo>
                        <a:pt x="1297" y="21343"/>
                      </a:lnTo>
                      <a:lnTo>
                        <a:pt x="1214" y="21447"/>
                      </a:lnTo>
                      <a:lnTo>
                        <a:pt x="1214" y="21636"/>
                      </a:lnTo>
                      <a:lnTo>
                        <a:pt x="1297" y="21740"/>
                      </a:lnTo>
                      <a:lnTo>
                        <a:pt x="1423" y="21761"/>
                      </a:lnTo>
                      <a:lnTo>
                        <a:pt x="1486" y="21866"/>
                      </a:lnTo>
                      <a:lnTo>
                        <a:pt x="1423" y="21929"/>
                      </a:lnTo>
                      <a:lnTo>
                        <a:pt x="1423" y="22138"/>
                      </a:lnTo>
                      <a:lnTo>
                        <a:pt x="1486" y="22263"/>
                      </a:lnTo>
                      <a:lnTo>
                        <a:pt x="1674" y="22389"/>
                      </a:lnTo>
                      <a:lnTo>
                        <a:pt x="1674" y="22577"/>
                      </a:lnTo>
                      <a:lnTo>
                        <a:pt x="1569" y="22745"/>
                      </a:lnTo>
                      <a:lnTo>
                        <a:pt x="1507" y="22912"/>
                      </a:lnTo>
                      <a:lnTo>
                        <a:pt x="1779" y="23289"/>
                      </a:lnTo>
                      <a:lnTo>
                        <a:pt x="1925" y="23330"/>
                      </a:lnTo>
                      <a:lnTo>
                        <a:pt x="2197" y="23623"/>
                      </a:lnTo>
                      <a:lnTo>
                        <a:pt x="2218" y="23812"/>
                      </a:lnTo>
                      <a:lnTo>
                        <a:pt x="2051" y="24230"/>
                      </a:lnTo>
                      <a:lnTo>
                        <a:pt x="1821" y="24628"/>
                      </a:lnTo>
                      <a:lnTo>
                        <a:pt x="1695" y="24900"/>
                      </a:lnTo>
                      <a:lnTo>
                        <a:pt x="1528" y="25151"/>
                      </a:lnTo>
                      <a:lnTo>
                        <a:pt x="1381" y="25402"/>
                      </a:lnTo>
                      <a:lnTo>
                        <a:pt x="1256" y="25486"/>
                      </a:lnTo>
                      <a:lnTo>
                        <a:pt x="984" y="25737"/>
                      </a:lnTo>
                      <a:lnTo>
                        <a:pt x="1005" y="25904"/>
                      </a:lnTo>
                      <a:cubicBezTo>
                        <a:pt x="1005" y="25883"/>
                        <a:pt x="1046" y="25883"/>
                        <a:pt x="1046" y="25883"/>
                      </a:cubicBezTo>
                      <a:cubicBezTo>
                        <a:pt x="1067" y="25883"/>
                        <a:pt x="1193" y="25799"/>
                        <a:pt x="1193" y="25799"/>
                      </a:cubicBezTo>
                      <a:lnTo>
                        <a:pt x="1318" y="25779"/>
                      </a:lnTo>
                      <a:lnTo>
                        <a:pt x="1256" y="25841"/>
                      </a:lnTo>
                      <a:lnTo>
                        <a:pt x="1297" y="25925"/>
                      </a:lnTo>
                      <a:lnTo>
                        <a:pt x="1297" y="26030"/>
                      </a:lnTo>
                      <a:lnTo>
                        <a:pt x="1172" y="25925"/>
                      </a:lnTo>
                      <a:lnTo>
                        <a:pt x="1151" y="26009"/>
                      </a:lnTo>
                      <a:lnTo>
                        <a:pt x="1277" y="26155"/>
                      </a:lnTo>
                      <a:lnTo>
                        <a:pt x="1402" y="26155"/>
                      </a:lnTo>
                      <a:lnTo>
                        <a:pt x="1486" y="26260"/>
                      </a:lnTo>
                      <a:lnTo>
                        <a:pt x="1611" y="26260"/>
                      </a:lnTo>
                      <a:lnTo>
                        <a:pt x="1674" y="26239"/>
                      </a:lnTo>
                      <a:lnTo>
                        <a:pt x="1779" y="26239"/>
                      </a:lnTo>
                      <a:lnTo>
                        <a:pt x="1883" y="26364"/>
                      </a:lnTo>
                      <a:lnTo>
                        <a:pt x="1800" y="26448"/>
                      </a:lnTo>
                      <a:lnTo>
                        <a:pt x="1611" y="26406"/>
                      </a:lnTo>
                      <a:lnTo>
                        <a:pt x="1528" y="26427"/>
                      </a:lnTo>
                      <a:lnTo>
                        <a:pt x="1507" y="26532"/>
                      </a:lnTo>
                      <a:lnTo>
                        <a:pt x="1381" y="26636"/>
                      </a:lnTo>
                      <a:lnTo>
                        <a:pt x="1277" y="26553"/>
                      </a:lnTo>
                      <a:lnTo>
                        <a:pt x="1214" y="26615"/>
                      </a:lnTo>
                      <a:lnTo>
                        <a:pt x="1214" y="26720"/>
                      </a:lnTo>
                      <a:lnTo>
                        <a:pt x="1109" y="26741"/>
                      </a:lnTo>
                      <a:lnTo>
                        <a:pt x="1067" y="26636"/>
                      </a:lnTo>
                      <a:lnTo>
                        <a:pt x="1005" y="26657"/>
                      </a:lnTo>
                      <a:lnTo>
                        <a:pt x="1005" y="26720"/>
                      </a:lnTo>
                      <a:lnTo>
                        <a:pt x="1067" y="26783"/>
                      </a:lnTo>
                      <a:lnTo>
                        <a:pt x="1046" y="26929"/>
                      </a:lnTo>
                      <a:lnTo>
                        <a:pt x="1088" y="26992"/>
                      </a:lnTo>
                      <a:lnTo>
                        <a:pt x="1088" y="27034"/>
                      </a:lnTo>
                      <a:lnTo>
                        <a:pt x="1067" y="27055"/>
                      </a:lnTo>
                      <a:lnTo>
                        <a:pt x="984" y="27159"/>
                      </a:lnTo>
                      <a:lnTo>
                        <a:pt x="942" y="27306"/>
                      </a:lnTo>
                      <a:lnTo>
                        <a:pt x="858" y="27369"/>
                      </a:lnTo>
                      <a:lnTo>
                        <a:pt x="795" y="27808"/>
                      </a:lnTo>
                      <a:lnTo>
                        <a:pt x="1067" y="28289"/>
                      </a:lnTo>
                      <a:lnTo>
                        <a:pt x="1067" y="28394"/>
                      </a:lnTo>
                      <a:lnTo>
                        <a:pt x="984" y="28457"/>
                      </a:lnTo>
                      <a:lnTo>
                        <a:pt x="1005" y="28561"/>
                      </a:lnTo>
                      <a:lnTo>
                        <a:pt x="942" y="28708"/>
                      </a:lnTo>
                      <a:lnTo>
                        <a:pt x="1046" y="28729"/>
                      </a:lnTo>
                      <a:lnTo>
                        <a:pt x="1067" y="28833"/>
                      </a:lnTo>
                      <a:lnTo>
                        <a:pt x="1046" y="28875"/>
                      </a:lnTo>
                      <a:lnTo>
                        <a:pt x="1088" y="28938"/>
                      </a:lnTo>
                      <a:lnTo>
                        <a:pt x="1109" y="29043"/>
                      </a:lnTo>
                      <a:lnTo>
                        <a:pt x="1088" y="29126"/>
                      </a:lnTo>
                      <a:lnTo>
                        <a:pt x="1172" y="29252"/>
                      </a:lnTo>
                      <a:lnTo>
                        <a:pt x="1193" y="29294"/>
                      </a:lnTo>
                      <a:lnTo>
                        <a:pt x="1256" y="29461"/>
                      </a:lnTo>
                      <a:lnTo>
                        <a:pt x="1318" y="29566"/>
                      </a:lnTo>
                      <a:lnTo>
                        <a:pt x="1360" y="29712"/>
                      </a:lnTo>
                      <a:lnTo>
                        <a:pt x="1402" y="29712"/>
                      </a:lnTo>
                      <a:lnTo>
                        <a:pt x="1507" y="29796"/>
                      </a:lnTo>
                      <a:lnTo>
                        <a:pt x="1632" y="29712"/>
                      </a:lnTo>
                      <a:lnTo>
                        <a:pt x="1737" y="29900"/>
                      </a:lnTo>
                      <a:lnTo>
                        <a:pt x="1883" y="29817"/>
                      </a:lnTo>
                      <a:lnTo>
                        <a:pt x="2009" y="29859"/>
                      </a:lnTo>
                      <a:lnTo>
                        <a:pt x="2113" y="30026"/>
                      </a:lnTo>
                      <a:lnTo>
                        <a:pt x="2260" y="29921"/>
                      </a:lnTo>
                      <a:lnTo>
                        <a:pt x="2427" y="29880"/>
                      </a:lnTo>
                      <a:lnTo>
                        <a:pt x="2511" y="29963"/>
                      </a:lnTo>
                      <a:lnTo>
                        <a:pt x="2574" y="29963"/>
                      </a:lnTo>
                      <a:lnTo>
                        <a:pt x="2846" y="30026"/>
                      </a:lnTo>
                      <a:lnTo>
                        <a:pt x="2867" y="30172"/>
                      </a:lnTo>
                      <a:lnTo>
                        <a:pt x="2825" y="30319"/>
                      </a:lnTo>
                      <a:lnTo>
                        <a:pt x="2930" y="30424"/>
                      </a:lnTo>
                      <a:lnTo>
                        <a:pt x="2930" y="30612"/>
                      </a:lnTo>
                      <a:lnTo>
                        <a:pt x="3055" y="30737"/>
                      </a:lnTo>
                      <a:lnTo>
                        <a:pt x="3139" y="30905"/>
                      </a:lnTo>
                      <a:lnTo>
                        <a:pt x="3285" y="31114"/>
                      </a:lnTo>
                      <a:lnTo>
                        <a:pt x="3390" y="31177"/>
                      </a:lnTo>
                      <a:lnTo>
                        <a:pt x="3453" y="31365"/>
                      </a:lnTo>
                      <a:lnTo>
                        <a:pt x="3620" y="31428"/>
                      </a:lnTo>
                      <a:lnTo>
                        <a:pt x="3829" y="31595"/>
                      </a:lnTo>
                      <a:lnTo>
                        <a:pt x="3871" y="31700"/>
                      </a:lnTo>
                      <a:lnTo>
                        <a:pt x="4018" y="31805"/>
                      </a:lnTo>
                      <a:lnTo>
                        <a:pt x="3934" y="31867"/>
                      </a:lnTo>
                      <a:lnTo>
                        <a:pt x="3829" y="32056"/>
                      </a:lnTo>
                      <a:lnTo>
                        <a:pt x="3557" y="32097"/>
                      </a:lnTo>
                      <a:lnTo>
                        <a:pt x="3411" y="31993"/>
                      </a:lnTo>
                      <a:lnTo>
                        <a:pt x="3369" y="32097"/>
                      </a:lnTo>
                      <a:lnTo>
                        <a:pt x="3369" y="32223"/>
                      </a:lnTo>
                      <a:lnTo>
                        <a:pt x="3474" y="32411"/>
                      </a:lnTo>
                      <a:lnTo>
                        <a:pt x="3453" y="32579"/>
                      </a:lnTo>
                      <a:lnTo>
                        <a:pt x="3578" y="32725"/>
                      </a:lnTo>
                      <a:lnTo>
                        <a:pt x="3578" y="32893"/>
                      </a:lnTo>
                      <a:lnTo>
                        <a:pt x="3683" y="32913"/>
                      </a:lnTo>
                      <a:lnTo>
                        <a:pt x="3808" y="32893"/>
                      </a:lnTo>
                      <a:lnTo>
                        <a:pt x="3808" y="32746"/>
                      </a:lnTo>
                      <a:lnTo>
                        <a:pt x="3892" y="32683"/>
                      </a:lnTo>
                      <a:lnTo>
                        <a:pt x="4185" y="32788"/>
                      </a:lnTo>
                      <a:lnTo>
                        <a:pt x="4457" y="32788"/>
                      </a:lnTo>
                      <a:lnTo>
                        <a:pt x="4624" y="32704"/>
                      </a:lnTo>
                      <a:lnTo>
                        <a:pt x="4750" y="32704"/>
                      </a:lnTo>
                      <a:lnTo>
                        <a:pt x="4834" y="32955"/>
                      </a:lnTo>
                      <a:lnTo>
                        <a:pt x="4959" y="33060"/>
                      </a:lnTo>
                      <a:lnTo>
                        <a:pt x="4875" y="33206"/>
                      </a:lnTo>
                      <a:lnTo>
                        <a:pt x="5043" y="33416"/>
                      </a:lnTo>
                      <a:lnTo>
                        <a:pt x="5357" y="33353"/>
                      </a:lnTo>
                      <a:lnTo>
                        <a:pt x="5461" y="33457"/>
                      </a:lnTo>
                      <a:lnTo>
                        <a:pt x="5482" y="33583"/>
                      </a:lnTo>
                      <a:lnTo>
                        <a:pt x="5587" y="33625"/>
                      </a:lnTo>
                      <a:lnTo>
                        <a:pt x="5587" y="33771"/>
                      </a:lnTo>
                      <a:lnTo>
                        <a:pt x="5650" y="33960"/>
                      </a:lnTo>
                      <a:lnTo>
                        <a:pt x="5901" y="34211"/>
                      </a:lnTo>
                      <a:lnTo>
                        <a:pt x="6005" y="34106"/>
                      </a:lnTo>
                      <a:lnTo>
                        <a:pt x="6173" y="34190"/>
                      </a:lnTo>
                      <a:lnTo>
                        <a:pt x="6298" y="34169"/>
                      </a:lnTo>
                      <a:lnTo>
                        <a:pt x="6424" y="34190"/>
                      </a:lnTo>
                      <a:lnTo>
                        <a:pt x="6612" y="34043"/>
                      </a:lnTo>
                      <a:lnTo>
                        <a:pt x="6696" y="34043"/>
                      </a:lnTo>
                      <a:lnTo>
                        <a:pt x="6821" y="34315"/>
                      </a:lnTo>
                      <a:lnTo>
                        <a:pt x="7010" y="34420"/>
                      </a:lnTo>
                      <a:lnTo>
                        <a:pt x="7051" y="34525"/>
                      </a:lnTo>
                      <a:lnTo>
                        <a:pt x="7135" y="34462"/>
                      </a:lnTo>
                      <a:lnTo>
                        <a:pt x="7344" y="34504"/>
                      </a:lnTo>
                      <a:lnTo>
                        <a:pt x="7491" y="34504"/>
                      </a:lnTo>
                      <a:lnTo>
                        <a:pt x="7595" y="34587"/>
                      </a:lnTo>
                      <a:lnTo>
                        <a:pt x="7742" y="34566"/>
                      </a:lnTo>
                      <a:lnTo>
                        <a:pt x="7888" y="34671"/>
                      </a:lnTo>
                      <a:lnTo>
                        <a:pt x="8077" y="34692"/>
                      </a:lnTo>
                      <a:lnTo>
                        <a:pt x="8160" y="34608"/>
                      </a:lnTo>
                      <a:lnTo>
                        <a:pt x="8202" y="34734"/>
                      </a:lnTo>
                      <a:lnTo>
                        <a:pt x="8286" y="34797"/>
                      </a:lnTo>
                      <a:lnTo>
                        <a:pt x="8286" y="34943"/>
                      </a:lnTo>
                      <a:lnTo>
                        <a:pt x="8181" y="35090"/>
                      </a:lnTo>
                      <a:lnTo>
                        <a:pt x="8056" y="35110"/>
                      </a:lnTo>
                      <a:lnTo>
                        <a:pt x="8014" y="35362"/>
                      </a:lnTo>
                      <a:lnTo>
                        <a:pt x="8181" y="35466"/>
                      </a:lnTo>
                      <a:lnTo>
                        <a:pt x="8202" y="35634"/>
                      </a:lnTo>
                      <a:lnTo>
                        <a:pt x="8119" y="35843"/>
                      </a:lnTo>
                      <a:lnTo>
                        <a:pt x="8160" y="35989"/>
                      </a:lnTo>
                      <a:lnTo>
                        <a:pt x="8056" y="36073"/>
                      </a:lnTo>
                      <a:lnTo>
                        <a:pt x="7763" y="36094"/>
                      </a:lnTo>
                      <a:lnTo>
                        <a:pt x="7637" y="36303"/>
                      </a:lnTo>
                      <a:lnTo>
                        <a:pt x="7554" y="36345"/>
                      </a:lnTo>
                      <a:lnTo>
                        <a:pt x="7533" y="36596"/>
                      </a:lnTo>
                      <a:lnTo>
                        <a:pt x="7554" y="36596"/>
                      </a:lnTo>
                      <a:lnTo>
                        <a:pt x="7658" y="36617"/>
                      </a:lnTo>
                      <a:lnTo>
                        <a:pt x="7784" y="36554"/>
                      </a:lnTo>
                      <a:lnTo>
                        <a:pt x="7951" y="36512"/>
                      </a:lnTo>
                      <a:lnTo>
                        <a:pt x="7972" y="36575"/>
                      </a:lnTo>
                      <a:lnTo>
                        <a:pt x="7951" y="36659"/>
                      </a:lnTo>
                      <a:lnTo>
                        <a:pt x="7637" y="36805"/>
                      </a:lnTo>
                      <a:lnTo>
                        <a:pt x="7491" y="36889"/>
                      </a:lnTo>
                      <a:lnTo>
                        <a:pt x="7554" y="36931"/>
                      </a:lnTo>
                      <a:lnTo>
                        <a:pt x="7637" y="36931"/>
                      </a:lnTo>
                      <a:lnTo>
                        <a:pt x="7554" y="37014"/>
                      </a:lnTo>
                      <a:lnTo>
                        <a:pt x="7428" y="36994"/>
                      </a:lnTo>
                      <a:lnTo>
                        <a:pt x="7240" y="37014"/>
                      </a:lnTo>
                      <a:lnTo>
                        <a:pt x="7323" y="37203"/>
                      </a:lnTo>
                      <a:lnTo>
                        <a:pt x="7386" y="37286"/>
                      </a:lnTo>
                      <a:lnTo>
                        <a:pt x="7449" y="37224"/>
                      </a:lnTo>
                      <a:lnTo>
                        <a:pt x="7470" y="37286"/>
                      </a:lnTo>
                      <a:lnTo>
                        <a:pt x="7575" y="37307"/>
                      </a:lnTo>
                      <a:lnTo>
                        <a:pt x="7575" y="37349"/>
                      </a:lnTo>
                      <a:lnTo>
                        <a:pt x="7491" y="37391"/>
                      </a:lnTo>
                      <a:lnTo>
                        <a:pt x="7449" y="37454"/>
                      </a:lnTo>
                      <a:lnTo>
                        <a:pt x="7365" y="37454"/>
                      </a:lnTo>
                      <a:lnTo>
                        <a:pt x="7323" y="37517"/>
                      </a:lnTo>
                      <a:lnTo>
                        <a:pt x="7323" y="37559"/>
                      </a:lnTo>
                      <a:lnTo>
                        <a:pt x="7177" y="37705"/>
                      </a:lnTo>
                      <a:lnTo>
                        <a:pt x="7177" y="37831"/>
                      </a:lnTo>
                      <a:lnTo>
                        <a:pt x="7240" y="37851"/>
                      </a:lnTo>
                      <a:lnTo>
                        <a:pt x="7219" y="38019"/>
                      </a:lnTo>
                      <a:lnTo>
                        <a:pt x="7114" y="37977"/>
                      </a:lnTo>
                      <a:lnTo>
                        <a:pt x="7072" y="38019"/>
                      </a:lnTo>
                      <a:lnTo>
                        <a:pt x="6968" y="37935"/>
                      </a:lnTo>
                      <a:lnTo>
                        <a:pt x="6842" y="37914"/>
                      </a:lnTo>
                      <a:lnTo>
                        <a:pt x="6842" y="37956"/>
                      </a:lnTo>
                      <a:lnTo>
                        <a:pt x="6905" y="38040"/>
                      </a:lnTo>
                      <a:lnTo>
                        <a:pt x="6821" y="38061"/>
                      </a:lnTo>
                      <a:lnTo>
                        <a:pt x="6738" y="38144"/>
                      </a:lnTo>
                      <a:lnTo>
                        <a:pt x="6863" y="38165"/>
                      </a:lnTo>
                      <a:lnTo>
                        <a:pt x="6947" y="38165"/>
                      </a:lnTo>
                      <a:lnTo>
                        <a:pt x="7114" y="38291"/>
                      </a:lnTo>
                      <a:lnTo>
                        <a:pt x="7114" y="38375"/>
                      </a:lnTo>
                      <a:lnTo>
                        <a:pt x="7240" y="38500"/>
                      </a:lnTo>
                      <a:lnTo>
                        <a:pt x="7449" y="38479"/>
                      </a:lnTo>
                      <a:lnTo>
                        <a:pt x="7679" y="38605"/>
                      </a:lnTo>
                      <a:lnTo>
                        <a:pt x="7847" y="38647"/>
                      </a:lnTo>
                      <a:lnTo>
                        <a:pt x="8202" y="38898"/>
                      </a:lnTo>
                      <a:lnTo>
                        <a:pt x="8286" y="39023"/>
                      </a:lnTo>
                      <a:lnTo>
                        <a:pt x="8391" y="39065"/>
                      </a:lnTo>
                      <a:lnTo>
                        <a:pt x="8412" y="39128"/>
                      </a:lnTo>
                      <a:lnTo>
                        <a:pt x="8516" y="39211"/>
                      </a:lnTo>
                      <a:lnTo>
                        <a:pt x="8600" y="39211"/>
                      </a:lnTo>
                      <a:lnTo>
                        <a:pt x="8621" y="39295"/>
                      </a:lnTo>
                      <a:lnTo>
                        <a:pt x="8725" y="39337"/>
                      </a:lnTo>
                      <a:lnTo>
                        <a:pt x="8788" y="39337"/>
                      </a:lnTo>
                      <a:lnTo>
                        <a:pt x="8893" y="39483"/>
                      </a:lnTo>
                      <a:lnTo>
                        <a:pt x="8997" y="39504"/>
                      </a:lnTo>
                      <a:lnTo>
                        <a:pt x="9039" y="39525"/>
                      </a:lnTo>
                      <a:lnTo>
                        <a:pt x="9102" y="39504"/>
                      </a:lnTo>
                      <a:lnTo>
                        <a:pt x="9248" y="39630"/>
                      </a:lnTo>
                      <a:lnTo>
                        <a:pt x="9248" y="39714"/>
                      </a:lnTo>
                      <a:lnTo>
                        <a:pt x="9374" y="39735"/>
                      </a:lnTo>
                      <a:lnTo>
                        <a:pt x="9520" y="39923"/>
                      </a:lnTo>
                      <a:lnTo>
                        <a:pt x="9583" y="40007"/>
                      </a:lnTo>
                      <a:lnTo>
                        <a:pt x="9625" y="40237"/>
                      </a:lnTo>
                      <a:lnTo>
                        <a:pt x="9730" y="40425"/>
                      </a:lnTo>
                      <a:lnTo>
                        <a:pt x="9688" y="40488"/>
                      </a:lnTo>
                      <a:lnTo>
                        <a:pt x="9730" y="40572"/>
                      </a:lnTo>
                      <a:cubicBezTo>
                        <a:pt x="9939" y="40572"/>
                        <a:pt x="10483" y="40572"/>
                        <a:pt x="10462" y="40446"/>
                      </a:cubicBezTo>
                      <a:lnTo>
                        <a:pt x="10420" y="40279"/>
                      </a:lnTo>
                      <a:lnTo>
                        <a:pt x="11090" y="40258"/>
                      </a:lnTo>
                      <a:cubicBezTo>
                        <a:pt x="11090" y="40258"/>
                        <a:pt x="11215" y="40383"/>
                        <a:pt x="11320" y="40383"/>
                      </a:cubicBezTo>
                      <a:cubicBezTo>
                        <a:pt x="11425" y="40383"/>
                        <a:pt x="11948" y="40153"/>
                        <a:pt x="11948" y="40153"/>
                      </a:cubicBezTo>
                      <a:cubicBezTo>
                        <a:pt x="11948" y="40153"/>
                        <a:pt x="12073" y="40174"/>
                        <a:pt x="12136" y="40279"/>
                      </a:cubicBezTo>
                      <a:cubicBezTo>
                        <a:pt x="12159" y="40337"/>
                        <a:pt x="12208" y="40350"/>
                        <a:pt x="12254" y="40350"/>
                      </a:cubicBezTo>
                      <a:cubicBezTo>
                        <a:pt x="12291" y="40350"/>
                        <a:pt x="12327" y="40341"/>
                        <a:pt x="12345" y="40341"/>
                      </a:cubicBezTo>
                      <a:lnTo>
                        <a:pt x="12345" y="40320"/>
                      </a:lnTo>
                      <a:lnTo>
                        <a:pt x="12492" y="40341"/>
                      </a:lnTo>
                      <a:lnTo>
                        <a:pt x="12764" y="40551"/>
                      </a:lnTo>
                      <a:lnTo>
                        <a:pt x="12826" y="40676"/>
                      </a:lnTo>
                      <a:lnTo>
                        <a:pt x="13098" y="40697"/>
                      </a:lnTo>
                      <a:lnTo>
                        <a:pt x="13140" y="40592"/>
                      </a:lnTo>
                      <a:lnTo>
                        <a:pt x="13308" y="40488"/>
                      </a:lnTo>
                      <a:lnTo>
                        <a:pt x="13496" y="40258"/>
                      </a:lnTo>
                      <a:lnTo>
                        <a:pt x="13433" y="40237"/>
                      </a:lnTo>
                      <a:lnTo>
                        <a:pt x="13119" y="39965"/>
                      </a:lnTo>
                      <a:lnTo>
                        <a:pt x="12910" y="39714"/>
                      </a:lnTo>
                      <a:lnTo>
                        <a:pt x="12889" y="39546"/>
                      </a:lnTo>
                      <a:lnTo>
                        <a:pt x="12805" y="39442"/>
                      </a:lnTo>
                      <a:lnTo>
                        <a:pt x="12805" y="39295"/>
                      </a:lnTo>
                      <a:lnTo>
                        <a:pt x="12785" y="39211"/>
                      </a:lnTo>
                      <a:lnTo>
                        <a:pt x="12764" y="39170"/>
                      </a:lnTo>
                      <a:lnTo>
                        <a:pt x="12680" y="39170"/>
                      </a:lnTo>
                      <a:lnTo>
                        <a:pt x="12680" y="39065"/>
                      </a:lnTo>
                      <a:lnTo>
                        <a:pt x="12722" y="39086"/>
                      </a:lnTo>
                      <a:lnTo>
                        <a:pt x="12764" y="38981"/>
                      </a:lnTo>
                      <a:lnTo>
                        <a:pt x="12805" y="38877"/>
                      </a:lnTo>
                      <a:lnTo>
                        <a:pt x="12722" y="38877"/>
                      </a:lnTo>
                      <a:lnTo>
                        <a:pt x="12680" y="38919"/>
                      </a:lnTo>
                      <a:lnTo>
                        <a:pt x="12554" y="38856"/>
                      </a:lnTo>
                      <a:lnTo>
                        <a:pt x="12554" y="38667"/>
                      </a:lnTo>
                      <a:lnTo>
                        <a:pt x="12450" y="38647"/>
                      </a:lnTo>
                      <a:lnTo>
                        <a:pt x="12366" y="38563"/>
                      </a:lnTo>
                      <a:lnTo>
                        <a:pt x="12282" y="38584"/>
                      </a:lnTo>
                      <a:lnTo>
                        <a:pt x="12178" y="38584"/>
                      </a:lnTo>
                      <a:lnTo>
                        <a:pt x="12136" y="38375"/>
                      </a:lnTo>
                      <a:lnTo>
                        <a:pt x="12157" y="38270"/>
                      </a:lnTo>
                      <a:lnTo>
                        <a:pt x="12199" y="38228"/>
                      </a:lnTo>
                      <a:lnTo>
                        <a:pt x="12199" y="38019"/>
                      </a:lnTo>
                      <a:lnTo>
                        <a:pt x="12261" y="37914"/>
                      </a:lnTo>
                      <a:lnTo>
                        <a:pt x="12282" y="37768"/>
                      </a:lnTo>
                      <a:lnTo>
                        <a:pt x="12345" y="37726"/>
                      </a:lnTo>
                      <a:lnTo>
                        <a:pt x="12366" y="37600"/>
                      </a:lnTo>
                      <a:lnTo>
                        <a:pt x="12408" y="37517"/>
                      </a:lnTo>
                      <a:lnTo>
                        <a:pt x="12408" y="37433"/>
                      </a:lnTo>
                      <a:lnTo>
                        <a:pt x="12471" y="37454"/>
                      </a:lnTo>
                      <a:lnTo>
                        <a:pt x="12513" y="37517"/>
                      </a:lnTo>
                      <a:lnTo>
                        <a:pt x="12575" y="37496"/>
                      </a:lnTo>
                      <a:lnTo>
                        <a:pt x="12596" y="37412"/>
                      </a:lnTo>
                      <a:lnTo>
                        <a:pt x="12659" y="37454"/>
                      </a:lnTo>
                      <a:lnTo>
                        <a:pt x="12701" y="37412"/>
                      </a:lnTo>
                      <a:lnTo>
                        <a:pt x="12785" y="37412"/>
                      </a:lnTo>
                      <a:lnTo>
                        <a:pt x="12868" y="37349"/>
                      </a:lnTo>
                      <a:lnTo>
                        <a:pt x="12826" y="37307"/>
                      </a:lnTo>
                      <a:lnTo>
                        <a:pt x="12764" y="37286"/>
                      </a:lnTo>
                      <a:lnTo>
                        <a:pt x="12805" y="37286"/>
                      </a:lnTo>
                      <a:cubicBezTo>
                        <a:pt x="12805" y="37286"/>
                        <a:pt x="12826" y="37307"/>
                        <a:pt x="12868" y="37307"/>
                      </a:cubicBezTo>
                      <a:cubicBezTo>
                        <a:pt x="12889" y="37307"/>
                        <a:pt x="12931" y="37286"/>
                        <a:pt x="12931" y="37286"/>
                      </a:cubicBezTo>
                      <a:lnTo>
                        <a:pt x="12994" y="37328"/>
                      </a:lnTo>
                      <a:lnTo>
                        <a:pt x="13036" y="37307"/>
                      </a:lnTo>
                      <a:lnTo>
                        <a:pt x="13015" y="37245"/>
                      </a:lnTo>
                      <a:lnTo>
                        <a:pt x="12847" y="37140"/>
                      </a:lnTo>
                      <a:lnTo>
                        <a:pt x="12931" y="37119"/>
                      </a:lnTo>
                      <a:lnTo>
                        <a:pt x="13036" y="37140"/>
                      </a:lnTo>
                      <a:lnTo>
                        <a:pt x="13098" y="37119"/>
                      </a:lnTo>
                      <a:lnTo>
                        <a:pt x="13161" y="37140"/>
                      </a:lnTo>
                      <a:lnTo>
                        <a:pt x="13161" y="37077"/>
                      </a:lnTo>
                      <a:lnTo>
                        <a:pt x="13119" y="37035"/>
                      </a:lnTo>
                      <a:lnTo>
                        <a:pt x="13161" y="37035"/>
                      </a:lnTo>
                      <a:lnTo>
                        <a:pt x="13161" y="36994"/>
                      </a:lnTo>
                      <a:lnTo>
                        <a:pt x="13119" y="36931"/>
                      </a:lnTo>
                      <a:lnTo>
                        <a:pt x="13203" y="36910"/>
                      </a:lnTo>
                      <a:lnTo>
                        <a:pt x="13203" y="36868"/>
                      </a:lnTo>
                      <a:lnTo>
                        <a:pt x="13203" y="36805"/>
                      </a:lnTo>
                      <a:lnTo>
                        <a:pt x="13057" y="36722"/>
                      </a:lnTo>
                      <a:lnTo>
                        <a:pt x="12910" y="36784"/>
                      </a:lnTo>
                      <a:lnTo>
                        <a:pt x="12701" y="36659"/>
                      </a:lnTo>
                      <a:lnTo>
                        <a:pt x="12701" y="36554"/>
                      </a:lnTo>
                      <a:lnTo>
                        <a:pt x="12910" y="36554"/>
                      </a:lnTo>
                      <a:lnTo>
                        <a:pt x="12680" y="36157"/>
                      </a:lnTo>
                      <a:lnTo>
                        <a:pt x="12408" y="35885"/>
                      </a:lnTo>
                      <a:lnTo>
                        <a:pt x="12052" y="35780"/>
                      </a:lnTo>
                      <a:lnTo>
                        <a:pt x="11989" y="35864"/>
                      </a:lnTo>
                      <a:lnTo>
                        <a:pt x="11822" y="35717"/>
                      </a:lnTo>
                      <a:lnTo>
                        <a:pt x="11843" y="35634"/>
                      </a:lnTo>
                      <a:lnTo>
                        <a:pt x="11738" y="35466"/>
                      </a:lnTo>
                      <a:lnTo>
                        <a:pt x="11508" y="35403"/>
                      </a:lnTo>
                      <a:lnTo>
                        <a:pt x="11571" y="35194"/>
                      </a:lnTo>
                      <a:lnTo>
                        <a:pt x="11634" y="34818"/>
                      </a:lnTo>
                      <a:lnTo>
                        <a:pt x="11550" y="34734"/>
                      </a:lnTo>
                      <a:lnTo>
                        <a:pt x="11529" y="34462"/>
                      </a:lnTo>
                      <a:lnTo>
                        <a:pt x="11634" y="34399"/>
                      </a:lnTo>
                      <a:lnTo>
                        <a:pt x="11780" y="34211"/>
                      </a:lnTo>
                      <a:lnTo>
                        <a:pt x="11780" y="34064"/>
                      </a:lnTo>
                      <a:lnTo>
                        <a:pt x="11864" y="33960"/>
                      </a:lnTo>
                      <a:lnTo>
                        <a:pt x="12178" y="34253"/>
                      </a:lnTo>
                      <a:lnTo>
                        <a:pt x="12199" y="34357"/>
                      </a:lnTo>
                      <a:lnTo>
                        <a:pt x="12387" y="34462"/>
                      </a:lnTo>
                      <a:lnTo>
                        <a:pt x="12575" y="34420"/>
                      </a:lnTo>
                      <a:lnTo>
                        <a:pt x="12554" y="34253"/>
                      </a:lnTo>
                      <a:lnTo>
                        <a:pt x="12617" y="34190"/>
                      </a:lnTo>
                      <a:lnTo>
                        <a:pt x="12492" y="33729"/>
                      </a:lnTo>
                      <a:lnTo>
                        <a:pt x="12680" y="33688"/>
                      </a:lnTo>
                      <a:lnTo>
                        <a:pt x="12868" y="33688"/>
                      </a:lnTo>
                      <a:lnTo>
                        <a:pt x="12868" y="33562"/>
                      </a:lnTo>
                      <a:lnTo>
                        <a:pt x="12785" y="33457"/>
                      </a:lnTo>
                      <a:lnTo>
                        <a:pt x="12805" y="33332"/>
                      </a:lnTo>
                      <a:lnTo>
                        <a:pt x="12994" y="33227"/>
                      </a:lnTo>
                      <a:lnTo>
                        <a:pt x="13077" y="33227"/>
                      </a:lnTo>
                      <a:lnTo>
                        <a:pt x="13119" y="33060"/>
                      </a:lnTo>
                      <a:lnTo>
                        <a:pt x="13203" y="32997"/>
                      </a:lnTo>
                      <a:lnTo>
                        <a:pt x="13329" y="33018"/>
                      </a:lnTo>
                      <a:lnTo>
                        <a:pt x="13349" y="32913"/>
                      </a:lnTo>
                      <a:lnTo>
                        <a:pt x="13329" y="32809"/>
                      </a:lnTo>
                      <a:lnTo>
                        <a:pt x="13349" y="32725"/>
                      </a:lnTo>
                      <a:lnTo>
                        <a:pt x="13538" y="32830"/>
                      </a:lnTo>
                      <a:lnTo>
                        <a:pt x="13663" y="32893"/>
                      </a:lnTo>
                      <a:lnTo>
                        <a:pt x="13642" y="32955"/>
                      </a:lnTo>
                      <a:lnTo>
                        <a:pt x="13559" y="33060"/>
                      </a:lnTo>
                      <a:lnTo>
                        <a:pt x="13621" y="33123"/>
                      </a:lnTo>
                      <a:lnTo>
                        <a:pt x="13726" y="33060"/>
                      </a:lnTo>
                      <a:lnTo>
                        <a:pt x="13747" y="32997"/>
                      </a:lnTo>
                      <a:lnTo>
                        <a:pt x="13831" y="32934"/>
                      </a:lnTo>
                      <a:lnTo>
                        <a:pt x="13831" y="33039"/>
                      </a:lnTo>
                      <a:lnTo>
                        <a:pt x="13914" y="32955"/>
                      </a:lnTo>
                      <a:lnTo>
                        <a:pt x="13935" y="32893"/>
                      </a:lnTo>
                      <a:lnTo>
                        <a:pt x="14040" y="32893"/>
                      </a:lnTo>
                      <a:lnTo>
                        <a:pt x="14165" y="32809"/>
                      </a:lnTo>
                      <a:lnTo>
                        <a:pt x="14270" y="32809"/>
                      </a:lnTo>
                      <a:lnTo>
                        <a:pt x="14312" y="32955"/>
                      </a:lnTo>
                      <a:lnTo>
                        <a:pt x="14458" y="33039"/>
                      </a:lnTo>
                      <a:lnTo>
                        <a:pt x="14668" y="32955"/>
                      </a:lnTo>
                      <a:lnTo>
                        <a:pt x="14772" y="32955"/>
                      </a:lnTo>
                      <a:lnTo>
                        <a:pt x="14814" y="33039"/>
                      </a:lnTo>
                      <a:lnTo>
                        <a:pt x="14898" y="33039"/>
                      </a:lnTo>
                      <a:lnTo>
                        <a:pt x="15002" y="33206"/>
                      </a:lnTo>
                      <a:lnTo>
                        <a:pt x="15128" y="33206"/>
                      </a:lnTo>
                      <a:lnTo>
                        <a:pt x="15233" y="33332"/>
                      </a:lnTo>
                      <a:lnTo>
                        <a:pt x="15400" y="33457"/>
                      </a:lnTo>
                      <a:lnTo>
                        <a:pt x="15463" y="33457"/>
                      </a:lnTo>
                      <a:lnTo>
                        <a:pt x="15526" y="33541"/>
                      </a:lnTo>
                      <a:lnTo>
                        <a:pt x="15526" y="33667"/>
                      </a:lnTo>
                      <a:lnTo>
                        <a:pt x="15609" y="33688"/>
                      </a:lnTo>
                      <a:lnTo>
                        <a:pt x="15672" y="33583"/>
                      </a:lnTo>
                      <a:lnTo>
                        <a:pt x="15672" y="33437"/>
                      </a:lnTo>
                      <a:lnTo>
                        <a:pt x="15777" y="33353"/>
                      </a:lnTo>
                      <a:lnTo>
                        <a:pt x="15860" y="33457"/>
                      </a:lnTo>
                      <a:lnTo>
                        <a:pt x="16070" y="33478"/>
                      </a:lnTo>
                      <a:lnTo>
                        <a:pt x="16153" y="33583"/>
                      </a:lnTo>
                      <a:lnTo>
                        <a:pt x="16258" y="33625"/>
                      </a:lnTo>
                      <a:lnTo>
                        <a:pt x="16383" y="33520"/>
                      </a:lnTo>
                      <a:lnTo>
                        <a:pt x="16383" y="33311"/>
                      </a:lnTo>
                      <a:lnTo>
                        <a:pt x="16509" y="33311"/>
                      </a:lnTo>
                      <a:lnTo>
                        <a:pt x="16509" y="33206"/>
                      </a:lnTo>
                      <a:lnTo>
                        <a:pt x="16614" y="33165"/>
                      </a:lnTo>
                      <a:lnTo>
                        <a:pt x="16697" y="33248"/>
                      </a:lnTo>
                      <a:lnTo>
                        <a:pt x="16760" y="33144"/>
                      </a:lnTo>
                      <a:lnTo>
                        <a:pt x="16886" y="33123"/>
                      </a:lnTo>
                      <a:lnTo>
                        <a:pt x="17032" y="33269"/>
                      </a:lnTo>
                      <a:lnTo>
                        <a:pt x="17074" y="33332"/>
                      </a:lnTo>
                      <a:lnTo>
                        <a:pt x="17220" y="33311"/>
                      </a:lnTo>
                      <a:lnTo>
                        <a:pt x="17199" y="33165"/>
                      </a:lnTo>
                      <a:lnTo>
                        <a:pt x="17283" y="33144"/>
                      </a:lnTo>
                      <a:lnTo>
                        <a:pt x="17409" y="33144"/>
                      </a:lnTo>
                      <a:lnTo>
                        <a:pt x="17451" y="33060"/>
                      </a:lnTo>
                      <a:lnTo>
                        <a:pt x="17597" y="33144"/>
                      </a:lnTo>
                      <a:lnTo>
                        <a:pt x="17660" y="33206"/>
                      </a:lnTo>
                      <a:lnTo>
                        <a:pt x="17639" y="33269"/>
                      </a:lnTo>
                      <a:lnTo>
                        <a:pt x="17555" y="33332"/>
                      </a:lnTo>
                      <a:lnTo>
                        <a:pt x="17660" y="33457"/>
                      </a:lnTo>
                      <a:lnTo>
                        <a:pt x="17764" y="33478"/>
                      </a:lnTo>
                      <a:lnTo>
                        <a:pt x="17827" y="33457"/>
                      </a:lnTo>
                      <a:lnTo>
                        <a:pt x="17911" y="33520"/>
                      </a:lnTo>
                      <a:lnTo>
                        <a:pt x="18078" y="33520"/>
                      </a:lnTo>
                      <a:lnTo>
                        <a:pt x="18287" y="33625"/>
                      </a:lnTo>
                      <a:lnTo>
                        <a:pt x="18434" y="33583"/>
                      </a:lnTo>
                      <a:lnTo>
                        <a:pt x="18476" y="33457"/>
                      </a:lnTo>
                      <a:lnTo>
                        <a:pt x="18476" y="33353"/>
                      </a:lnTo>
                      <a:lnTo>
                        <a:pt x="18539" y="33311"/>
                      </a:lnTo>
                      <a:lnTo>
                        <a:pt x="18706" y="33416"/>
                      </a:lnTo>
                      <a:lnTo>
                        <a:pt x="18873" y="33437"/>
                      </a:lnTo>
                      <a:lnTo>
                        <a:pt x="19062" y="33353"/>
                      </a:lnTo>
                      <a:lnTo>
                        <a:pt x="19103" y="33248"/>
                      </a:lnTo>
                      <a:lnTo>
                        <a:pt x="19083" y="32809"/>
                      </a:lnTo>
                      <a:lnTo>
                        <a:pt x="19020" y="32746"/>
                      </a:lnTo>
                      <a:lnTo>
                        <a:pt x="18852" y="32746"/>
                      </a:lnTo>
                      <a:lnTo>
                        <a:pt x="18748" y="32683"/>
                      </a:lnTo>
                      <a:lnTo>
                        <a:pt x="18706" y="32621"/>
                      </a:lnTo>
                      <a:lnTo>
                        <a:pt x="18580" y="32600"/>
                      </a:lnTo>
                      <a:lnTo>
                        <a:pt x="18497" y="32516"/>
                      </a:lnTo>
                      <a:lnTo>
                        <a:pt x="18371" y="32516"/>
                      </a:lnTo>
                      <a:lnTo>
                        <a:pt x="18371" y="32432"/>
                      </a:lnTo>
                      <a:lnTo>
                        <a:pt x="18350" y="32369"/>
                      </a:lnTo>
                      <a:lnTo>
                        <a:pt x="18371" y="32307"/>
                      </a:lnTo>
                      <a:lnTo>
                        <a:pt x="18476" y="32307"/>
                      </a:lnTo>
                      <a:lnTo>
                        <a:pt x="18497" y="32181"/>
                      </a:lnTo>
                      <a:lnTo>
                        <a:pt x="18580" y="32077"/>
                      </a:lnTo>
                      <a:lnTo>
                        <a:pt x="18559" y="31951"/>
                      </a:lnTo>
                      <a:lnTo>
                        <a:pt x="18476" y="31951"/>
                      </a:lnTo>
                      <a:lnTo>
                        <a:pt x="18476" y="31805"/>
                      </a:lnTo>
                      <a:lnTo>
                        <a:pt x="18601" y="31637"/>
                      </a:lnTo>
                      <a:lnTo>
                        <a:pt x="18748" y="31491"/>
                      </a:lnTo>
                      <a:lnTo>
                        <a:pt x="18978" y="31470"/>
                      </a:lnTo>
                      <a:lnTo>
                        <a:pt x="19083" y="31491"/>
                      </a:lnTo>
                      <a:lnTo>
                        <a:pt x="19166" y="31449"/>
                      </a:lnTo>
                      <a:lnTo>
                        <a:pt x="19166" y="31344"/>
                      </a:lnTo>
                      <a:lnTo>
                        <a:pt x="19062" y="31323"/>
                      </a:lnTo>
                      <a:lnTo>
                        <a:pt x="18978" y="31219"/>
                      </a:lnTo>
                      <a:lnTo>
                        <a:pt x="18873" y="31219"/>
                      </a:lnTo>
                      <a:lnTo>
                        <a:pt x="18790" y="31260"/>
                      </a:lnTo>
                      <a:lnTo>
                        <a:pt x="18685" y="31219"/>
                      </a:lnTo>
                      <a:lnTo>
                        <a:pt x="18539" y="31219"/>
                      </a:lnTo>
                      <a:lnTo>
                        <a:pt x="18539" y="31135"/>
                      </a:lnTo>
                      <a:lnTo>
                        <a:pt x="18580" y="31072"/>
                      </a:lnTo>
                      <a:lnTo>
                        <a:pt x="18748" y="31072"/>
                      </a:lnTo>
                      <a:lnTo>
                        <a:pt x="18685" y="30947"/>
                      </a:lnTo>
                      <a:lnTo>
                        <a:pt x="18539" y="30968"/>
                      </a:lnTo>
                      <a:lnTo>
                        <a:pt x="18434" y="30947"/>
                      </a:lnTo>
                      <a:lnTo>
                        <a:pt x="18476" y="30905"/>
                      </a:lnTo>
                      <a:lnTo>
                        <a:pt x="18434" y="30758"/>
                      </a:lnTo>
                      <a:lnTo>
                        <a:pt x="18476" y="30737"/>
                      </a:lnTo>
                      <a:lnTo>
                        <a:pt x="18601" y="30737"/>
                      </a:lnTo>
                      <a:lnTo>
                        <a:pt x="18664" y="30654"/>
                      </a:lnTo>
                      <a:lnTo>
                        <a:pt x="18748" y="30654"/>
                      </a:lnTo>
                      <a:lnTo>
                        <a:pt x="18769" y="30716"/>
                      </a:lnTo>
                      <a:lnTo>
                        <a:pt x="18894" y="30696"/>
                      </a:lnTo>
                      <a:lnTo>
                        <a:pt x="18999" y="30758"/>
                      </a:lnTo>
                      <a:lnTo>
                        <a:pt x="19062" y="30716"/>
                      </a:lnTo>
                      <a:lnTo>
                        <a:pt x="19062" y="30633"/>
                      </a:lnTo>
                      <a:lnTo>
                        <a:pt x="19166" y="30591"/>
                      </a:lnTo>
                      <a:lnTo>
                        <a:pt x="19271" y="30591"/>
                      </a:lnTo>
                      <a:lnTo>
                        <a:pt x="19334" y="30696"/>
                      </a:lnTo>
                      <a:lnTo>
                        <a:pt x="19396" y="30612"/>
                      </a:lnTo>
                      <a:lnTo>
                        <a:pt x="19396" y="30528"/>
                      </a:lnTo>
                      <a:lnTo>
                        <a:pt x="19606" y="30486"/>
                      </a:lnTo>
                      <a:lnTo>
                        <a:pt x="19731" y="30486"/>
                      </a:lnTo>
                      <a:lnTo>
                        <a:pt x="19899" y="30403"/>
                      </a:lnTo>
                      <a:lnTo>
                        <a:pt x="20045" y="30403"/>
                      </a:lnTo>
                      <a:lnTo>
                        <a:pt x="20066" y="30340"/>
                      </a:lnTo>
                      <a:lnTo>
                        <a:pt x="20233" y="30235"/>
                      </a:lnTo>
                      <a:lnTo>
                        <a:pt x="20359" y="30235"/>
                      </a:lnTo>
                      <a:lnTo>
                        <a:pt x="20443" y="30193"/>
                      </a:lnTo>
                      <a:lnTo>
                        <a:pt x="20526" y="30193"/>
                      </a:lnTo>
                      <a:lnTo>
                        <a:pt x="20589" y="30214"/>
                      </a:lnTo>
                      <a:lnTo>
                        <a:pt x="20652" y="30172"/>
                      </a:lnTo>
                      <a:lnTo>
                        <a:pt x="20652" y="30026"/>
                      </a:lnTo>
                      <a:lnTo>
                        <a:pt x="20736" y="29984"/>
                      </a:lnTo>
                      <a:lnTo>
                        <a:pt x="20861" y="29984"/>
                      </a:lnTo>
                      <a:lnTo>
                        <a:pt x="20882" y="29900"/>
                      </a:lnTo>
                      <a:lnTo>
                        <a:pt x="20966" y="29859"/>
                      </a:lnTo>
                      <a:lnTo>
                        <a:pt x="21008" y="29900"/>
                      </a:lnTo>
                      <a:lnTo>
                        <a:pt x="21091" y="29921"/>
                      </a:lnTo>
                      <a:lnTo>
                        <a:pt x="21196" y="29880"/>
                      </a:lnTo>
                      <a:lnTo>
                        <a:pt x="21321" y="29817"/>
                      </a:lnTo>
                      <a:lnTo>
                        <a:pt x="21572" y="29670"/>
                      </a:lnTo>
                      <a:lnTo>
                        <a:pt x="21614" y="29670"/>
                      </a:lnTo>
                      <a:lnTo>
                        <a:pt x="21677" y="29649"/>
                      </a:lnTo>
                      <a:lnTo>
                        <a:pt x="21803" y="29608"/>
                      </a:lnTo>
                      <a:lnTo>
                        <a:pt x="21886" y="29503"/>
                      </a:lnTo>
                      <a:lnTo>
                        <a:pt x="21949" y="29545"/>
                      </a:lnTo>
                      <a:lnTo>
                        <a:pt x="22116" y="29503"/>
                      </a:lnTo>
                      <a:lnTo>
                        <a:pt x="22116" y="29440"/>
                      </a:lnTo>
                      <a:lnTo>
                        <a:pt x="22054" y="29356"/>
                      </a:lnTo>
                      <a:lnTo>
                        <a:pt x="22116" y="29336"/>
                      </a:lnTo>
                      <a:lnTo>
                        <a:pt x="22284" y="29336"/>
                      </a:lnTo>
                      <a:lnTo>
                        <a:pt x="22305" y="29231"/>
                      </a:lnTo>
                      <a:lnTo>
                        <a:pt x="22409" y="29168"/>
                      </a:lnTo>
                      <a:lnTo>
                        <a:pt x="22472" y="29168"/>
                      </a:lnTo>
                      <a:lnTo>
                        <a:pt x="22556" y="29147"/>
                      </a:lnTo>
                      <a:lnTo>
                        <a:pt x="22681" y="29189"/>
                      </a:lnTo>
                      <a:lnTo>
                        <a:pt x="22849" y="29168"/>
                      </a:lnTo>
                      <a:lnTo>
                        <a:pt x="22974" y="29273"/>
                      </a:lnTo>
                      <a:lnTo>
                        <a:pt x="23100" y="29273"/>
                      </a:lnTo>
                      <a:lnTo>
                        <a:pt x="23246" y="29210"/>
                      </a:lnTo>
                      <a:lnTo>
                        <a:pt x="23372" y="29210"/>
                      </a:lnTo>
                      <a:lnTo>
                        <a:pt x="23414" y="29356"/>
                      </a:lnTo>
                      <a:lnTo>
                        <a:pt x="23477" y="29377"/>
                      </a:lnTo>
                      <a:lnTo>
                        <a:pt x="23539" y="29503"/>
                      </a:lnTo>
                      <a:lnTo>
                        <a:pt x="23602" y="29608"/>
                      </a:lnTo>
                      <a:lnTo>
                        <a:pt x="23686" y="29670"/>
                      </a:lnTo>
                      <a:lnTo>
                        <a:pt x="23686" y="29712"/>
                      </a:lnTo>
                      <a:lnTo>
                        <a:pt x="23665" y="29817"/>
                      </a:lnTo>
                      <a:lnTo>
                        <a:pt x="23686" y="29921"/>
                      </a:lnTo>
                      <a:lnTo>
                        <a:pt x="23686" y="29984"/>
                      </a:lnTo>
                      <a:lnTo>
                        <a:pt x="23602" y="30005"/>
                      </a:lnTo>
                      <a:lnTo>
                        <a:pt x="23665" y="30110"/>
                      </a:lnTo>
                      <a:lnTo>
                        <a:pt x="23749" y="30152"/>
                      </a:lnTo>
                      <a:lnTo>
                        <a:pt x="23874" y="30089"/>
                      </a:lnTo>
                      <a:lnTo>
                        <a:pt x="23937" y="30152"/>
                      </a:lnTo>
                      <a:lnTo>
                        <a:pt x="24000" y="30131"/>
                      </a:lnTo>
                      <a:lnTo>
                        <a:pt x="24021" y="30026"/>
                      </a:lnTo>
                      <a:lnTo>
                        <a:pt x="24104" y="30005"/>
                      </a:lnTo>
                      <a:lnTo>
                        <a:pt x="24125" y="30110"/>
                      </a:lnTo>
                      <a:lnTo>
                        <a:pt x="24209" y="30110"/>
                      </a:lnTo>
                      <a:lnTo>
                        <a:pt x="24230" y="30026"/>
                      </a:lnTo>
                      <a:lnTo>
                        <a:pt x="24188" y="29921"/>
                      </a:lnTo>
                      <a:lnTo>
                        <a:pt x="24209" y="29900"/>
                      </a:lnTo>
                      <a:lnTo>
                        <a:pt x="24418" y="30026"/>
                      </a:lnTo>
                      <a:lnTo>
                        <a:pt x="24439" y="30214"/>
                      </a:lnTo>
                      <a:lnTo>
                        <a:pt x="24523" y="30340"/>
                      </a:lnTo>
                      <a:lnTo>
                        <a:pt x="24606" y="30340"/>
                      </a:lnTo>
                      <a:lnTo>
                        <a:pt x="24669" y="30256"/>
                      </a:lnTo>
                      <a:lnTo>
                        <a:pt x="24627" y="30235"/>
                      </a:lnTo>
                      <a:lnTo>
                        <a:pt x="24606" y="30193"/>
                      </a:lnTo>
                      <a:lnTo>
                        <a:pt x="24732" y="30152"/>
                      </a:lnTo>
                      <a:lnTo>
                        <a:pt x="24941" y="30256"/>
                      </a:lnTo>
                      <a:lnTo>
                        <a:pt x="25025" y="30256"/>
                      </a:lnTo>
                      <a:lnTo>
                        <a:pt x="25088" y="30193"/>
                      </a:lnTo>
                      <a:lnTo>
                        <a:pt x="25150" y="30214"/>
                      </a:lnTo>
                      <a:lnTo>
                        <a:pt x="25088" y="30319"/>
                      </a:lnTo>
                      <a:lnTo>
                        <a:pt x="25025" y="30361"/>
                      </a:lnTo>
                      <a:lnTo>
                        <a:pt x="25025" y="30528"/>
                      </a:lnTo>
                      <a:lnTo>
                        <a:pt x="25088" y="30633"/>
                      </a:lnTo>
                      <a:lnTo>
                        <a:pt x="25171" y="30633"/>
                      </a:lnTo>
                      <a:lnTo>
                        <a:pt x="25255" y="30549"/>
                      </a:lnTo>
                      <a:lnTo>
                        <a:pt x="25381" y="30528"/>
                      </a:lnTo>
                      <a:lnTo>
                        <a:pt x="25611" y="30570"/>
                      </a:lnTo>
                      <a:lnTo>
                        <a:pt x="25673" y="30612"/>
                      </a:lnTo>
                      <a:lnTo>
                        <a:pt x="25757" y="30549"/>
                      </a:lnTo>
                      <a:lnTo>
                        <a:pt x="25715" y="30424"/>
                      </a:lnTo>
                      <a:lnTo>
                        <a:pt x="25820" y="30361"/>
                      </a:lnTo>
                      <a:lnTo>
                        <a:pt x="25987" y="30340"/>
                      </a:lnTo>
                      <a:lnTo>
                        <a:pt x="26092" y="30256"/>
                      </a:lnTo>
                      <a:lnTo>
                        <a:pt x="26134" y="30152"/>
                      </a:lnTo>
                      <a:lnTo>
                        <a:pt x="26217" y="30089"/>
                      </a:lnTo>
                      <a:lnTo>
                        <a:pt x="26217" y="30005"/>
                      </a:lnTo>
                      <a:lnTo>
                        <a:pt x="26343" y="29880"/>
                      </a:lnTo>
                      <a:lnTo>
                        <a:pt x="26448" y="29838"/>
                      </a:lnTo>
                      <a:lnTo>
                        <a:pt x="26531" y="29733"/>
                      </a:lnTo>
                      <a:lnTo>
                        <a:pt x="26657" y="29712"/>
                      </a:lnTo>
                      <a:lnTo>
                        <a:pt x="26824" y="29670"/>
                      </a:lnTo>
                      <a:lnTo>
                        <a:pt x="26866" y="29712"/>
                      </a:lnTo>
                      <a:lnTo>
                        <a:pt x="26866" y="29817"/>
                      </a:lnTo>
                      <a:lnTo>
                        <a:pt x="27138" y="29900"/>
                      </a:lnTo>
                      <a:lnTo>
                        <a:pt x="27054" y="29921"/>
                      </a:lnTo>
                      <a:lnTo>
                        <a:pt x="27117" y="30005"/>
                      </a:lnTo>
                      <a:lnTo>
                        <a:pt x="28163" y="30800"/>
                      </a:lnTo>
                      <a:lnTo>
                        <a:pt x="29565" y="32579"/>
                      </a:lnTo>
                      <a:lnTo>
                        <a:pt x="29712" y="32537"/>
                      </a:lnTo>
                      <a:lnTo>
                        <a:pt x="29816" y="32495"/>
                      </a:lnTo>
                      <a:lnTo>
                        <a:pt x="29837" y="32411"/>
                      </a:lnTo>
                      <a:lnTo>
                        <a:pt x="29816" y="32390"/>
                      </a:lnTo>
                      <a:lnTo>
                        <a:pt x="29816" y="32265"/>
                      </a:lnTo>
                      <a:lnTo>
                        <a:pt x="29879" y="32202"/>
                      </a:lnTo>
                      <a:lnTo>
                        <a:pt x="30047" y="32286"/>
                      </a:lnTo>
                      <a:lnTo>
                        <a:pt x="30026" y="32369"/>
                      </a:lnTo>
                      <a:lnTo>
                        <a:pt x="30026" y="32432"/>
                      </a:lnTo>
                      <a:lnTo>
                        <a:pt x="30151" y="32474"/>
                      </a:lnTo>
                      <a:lnTo>
                        <a:pt x="30214" y="32537"/>
                      </a:lnTo>
                      <a:lnTo>
                        <a:pt x="30319" y="32537"/>
                      </a:lnTo>
                      <a:lnTo>
                        <a:pt x="30402" y="32495"/>
                      </a:lnTo>
                      <a:lnTo>
                        <a:pt x="30507" y="32474"/>
                      </a:lnTo>
                      <a:lnTo>
                        <a:pt x="30674" y="32537"/>
                      </a:lnTo>
                      <a:lnTo>
                        <a:pt x="30800" y="32495"/>
                      </a:lnTo>
                      <a:lnTo>
                        <a:pt x="30904" y="32516"/>
                      </a:lnTo>
                      <a:lnTo>
                        <a:pt x="31009" y="32474"/>
                      </a:lnTo>
                      <a:lnTo>
                        <a:pt x="31030" y="32411"/>
                      </a:lnTo>
                      <a:lnTo>
                        <a:pt x="31009" y="32369"/>
                      </a:lnTo>
                      <a:lnTo>
                        <a:pt x="31030" y="32307"/>
                      </a:lnTo>
                      <a:lnTo>
                        <a:pt x="31218" y="32286"/>
                      </a:lnTo>
                      <a:lnTo>
                        <a:pt x="31427" y="32286"/>
                      </a:lnTo>
                      <a:lnTo>
                        <a:pt x="31616" y="32328"/>
                      </a:lnTo>
                      <a:lnTo>
                        <a:pt x="31783" y="32474"/>
                      </a:lnTo>
                      <a:lnTo>
                        <a:pt x="31888" y="32621"/>
                      </a:lnTo>
                      <a:lnTo>
                        <a:pt x="31951" y="32746"/>
                      </a:lnTo>
                      <a:lnTo>
                        <a:pt x="32013" y="32746"/>
                      </a:lnTo>
                      <a:lnTo>
                        <a:pt x="32139" y="32788"/>
                      </a:lnTo>
                      <a:lnTo>
                        <a:pt x="32264" y="32851"/>
                      </a:lnTo>
                      <a:lnTo>
                        <a:pt x="32327" y="32851"/>
                      </a:lnTo>
                      <a:lnTo>
                        <a:pt x="32390" y="32913"/>
                      </a:lnTo>
                      <a:lnTo>
                        <a:pt x="32390" y="32997"/>
                      </a:lnTo>
                      <a:lnTo>
                        <a:pt x="32369" y="33039"/>
                      </a:lnTo>
                      <a:lnTo>
                        <a:pt x="32369" y="33144"/>
                      </a:lnTo>
                      <a:lnTo>
                        <a:pt x="32390" y="33227"/>
                      </a:lnTo>
                      <a:lnTo>
                        <a:pt x="32453" y="33269"/>
                      </a:lnTo>
                      <a:lnTo>
                        <a:pt x="32474" y="33311"/>
                      </a:lnTo>
                      <a:lnTo>
                        <a:pt x="32536" y="33311"/>
                      </a:lnTo>
                      <a:lnTo>
                        <a:pt x="32641" y="33353"/>
                      </a:lnTo>
                      <a:lnTo>
                        <a:pt x="32704" y="33416"/>
                      </a:lnTo>
                      <a:lnTo>
                        <a:pt x="32746" y="33353"/>
                      </a:lnTo>
                      <a:lnTo>
                        <a:pt x="32850" y="33311"/>
                      </a:lnTo>
                      <a:lnTo>
                        <a:pt x="33101" y="33269"/>
                      </a:lnTo>
                      <a:lnTo>
                        <a:pt x="33227" y="33248"/>
                      </a:lnTo>
                      <a:lnTo>
                        <a:pt x="33290" y="33144"/>
                      </a:lnTo>
                      <a:lnTo>
                        <a:pt x="33394" y="33102"/>
                      </a:lnTo>
                      <a:lnTo>
                        <a:pt x="33436" y="33123"/>
                      </a:lnTo>
                      <a:lnTo>
                        <a:pt x="33394" y="33248"/>
                      </a:lnTo>
                      <a:lnTo>
                        <a:pt x="33415" y="33353"/>
                      </a:lnTo>
                      <a:lnTo>
                        <a:pt x="33499" y="33374"/>
                      </a:lnTo>
                      <a:lnTo>
                        <a:pt x="33624" y="33478"/>
                      </a:lnTo>
                      <a:lnTo>
                        <a:pt x="33792" y="33541"/>
                      </a:lnTo>
                      <a:lnTo>
                        <a:pt x="33813" y="33562"/>
                      </a:lnTo>
                      <a:lnTo>
                        <a:pt x="33896" y="33562"/>
                      </a:lnTo>
                      <a:lnTo>
                        <a:pt x="34001" y="33625"/>
                      </a:lnTo>
                      <a:lnTo>
                        <a:pt x="34043" y="33625"/>
                      </a:lnTo>
                      <a:lnTo>
                        <a:pt x="34043" y="33583"/>
                      </a:lnTo>
                      <a:lnTo>
                        <a:pt x="34127" y="33374"/>
                      </a:lnTo>
                      <a:lnTo>
                        <a:pt x="34231" y="33332"/>
                      </a:lnTo>
                      <a:lnTo>
                        <a:pt x="34482" y="33332"/>
                      </a:lnTo>
                      <a:lnTo>
                        <a:pt x="34524" y="33269"/>
                      </a:lnTo>
                      <a:lnTo>
                        <a:pt x="34629" y="33165"/>
                      </a:lnTo>
                      <a:lnTo>
                        <a:pt x="34796" y="33102"/>
                      </a:lnTo>
                      <a:lnTo>
                        <a:pt x="34796" y="32997"/>
                      </a:lnTo>
                      <a:lnTo>
                        <a:pt x="34859" y="32893"/>
                      </a:lnTo>
                      <a:lnTo>
                        <a:pt x="35005" y="32809"/>
                      </a:lnTo>
                      <a:lnTo>
                        <a:pt x="35005" y="32725"/>
                      </a:lnTo>
                      <a:lnTo>
                        <a:pt x="35110" y="32621"/>
                      </a:lnTo>
                      <a:lnTo>
                        <a:pt x="35215" y="32600"/>
                      </a:lnTo>
                      <a:lnTo>
                        <a:pt x="35298" y="32495"/>
                      </a:lnTo>
                      <a:lnTo>
                        <a:pt x="35361" y="32432"/>
                      </a:lnTo>
                      <a:lnTo>
                        <a:pt x="35298" y="32390"/>
                      </a:lnTo>
                      <a:lnTo>
                        <a:pt x="35298" y="32307"/>
                      </a:lnTo>
                      <a:lnTo>
                        <a:pt x="35319" y="32265"/>
                      </a:lnTo>
                      <a:lnTo>
                        <a:pt x="35508" y="32307"/>
                      </a:lnTo>
                      <a:lnTo>
                        <a:pt x="35591" y="32265"/>
                      </a:lnTo>
                      <a:lnTo>
                        <a:pt x="35633" y="32097"/>
                      </a:lnTo>
                      <a:lnTo>
                        <a:pt x="35717" y="32077"/>
                      </a:lnTo>
                      <a:lnTo>
                        <a:pt x="35926" y="32056"/>
                      </a:lnTo>
                      <a:lnTo>
                        <a:pt x="36031" y="32014"/>
                      </a:lnTo>
                      <a:lnTo>
                        <a:pt x="36261" y="32014"/>
                      </a:lnTo>
                      <a:lnTo>
                        <a:pt x="36345" y="31972"/>
                      </a:lnTo>
                      <a:lnTo>
                        <a:pt x="36365" y="31972"/>
                      </a:lnTo>
                      <a:lnTo>
                        <a:pt x="36449" y="32077"/>
                      </a:lnTo>
                      <a:lnTo>
                        <a:pt x="36449" y="32160"/>
                      </a:lnTo>
                      <a:lnTo>
                        <a:pt x="36533" y="32223"/>
                      </a:lnTo>
                      <a:lnTo>
                        <a:pt x="36658" y="32223"/>
                      </a:lnTo>
                      <a:lnTo>
                        <a:pt x="36700" y="32202"/>
                      </a:lnTo>
                      <a:lnTo>
                        <a:pt x="36805" y="32202"/>
                      </a:lnTo>
                      <a:lnTo>
                        <a:pt x="36889" y="32160"/>
                      </a:lnTo>
                      <a:lnTo>
                        <a:pt x="37077" y="32160"/>
                      </a:lnTo>
                      <a:lnTo>
                        <a:pt x="37098" y="32223"/>
                      </a:lnTo>
                      <a:lnTo>
                        <a:pt x="37119" y="32328"/>
                      </a:lnTo>
                      <a:lnTo>
                        <a:pt x="37161" y="32411"/>
                      </a:lnTo>
                      <a:lnTo>
                        <a:pt x="37453" y="32579"/>
                      </a:lnTo>
                      <a:lnTo>
                        <a:pt x="37537" y="32641"/>
                      </a:lnTo>
                      <a:lnTo>
                        <a:pt x="37746" y="32746"/>
                      </a:lnTo>
                      <a:lnTo>
                        <a:pt x="37830" y="32704"/>
                      </a:lnTo>
                      <a:lnTo>
                        <a:pt x="37935" y="32641"/>
                      </a:lnTo>
                      <a:lnTo>
                        <a:pt x="38060" y="32579"/>
                      </a:lnTo>
                      <a:lnTo>
                        <a:pt x="38165" y="32579"/>
                      </a:lnTo>
                      <a:lnTo>
                        <a:pt x="38269" y="32600"/>
                      </a:lnTo>
                      <a:lnTo>
                        <a:pt x="38353" y="32641"/>
                      </a:lnTo>
                      <a:lnTo>
                        <a:pt x="38437" y="32621"/>
                      </a:lnTo>
                      <a:lnTo>
                        <a:pt x="38688" y="32621"/>
                      </a:lnTo>
                      <a:lnTo>
                        <a:pt x="38793" y="32683"/>
                      </a:lnTo>
                      <a:lnTo>
                        <a:pt x="38897" y="32683"/>
                      </a:lnTo>
                      <a:lnTo>
                        <a:pt x="38939" y="32641"/>
                      </a:lnTo>
                      <a:lnTo>
                        <a:pt x="39044" y="32683"/>
                      </a:lnTo>
                      <a:lnTo>
                        <a:pt x="39211" y="32641"/>
                      </a:lnTo>
                      <a:lnTo>
                        <a:pt x="39316" y="32474"/>
                      </a:lnTo>
                      <a:lnTo>
                        <a:pt x="39274" y="32390"/>
                      </a:lnTo>
                      <a:lnTo>
                        <a:pt x="39169" y="32307"/>
                      </a:lnTo>
                      <a:lnTo>
                        <a:pt x="39169" y="32118"/>
                      </a:lnTo>
                      <a:lnTo>
                        <a:pt x="39190" y="31951"/>
                      </a:lnTo>
                      <a:lnTo>
                        <a:pt x="39169" y="31867"/>
                      </a:lnTo>
                      <a:lnTo>
                        <a:pt x="39065" y="31846"/>
                      </a:lnTo>
                      <a:lnTo>
                        <a:pt x="39002" y="31763"/>
                      </a:lnTo>
                      <a:lnTo>
                        <a:pt x="38834" y="31700"/>
                      </a:lnTo>
                      <a:lnTo>
                        <a:pt x="38772" y="31574"/>
                      </a:lnTo>
                      <a:lnTo>
                        <a:pt x="38772" y="31281"/>
                      </a:lnTo>
                      <a:lnTo>
                        <a:pt x="38876" y="31156"/>
                      </a:lnTo>
                      <a:lnTo>
                        <a:pt x="38876" y="31072"/>
                      </a:lnTo>
                      <a:lnTo>
                        <a:pt x="38939" y="30968"/>
                      </a:lnTo>
                      <a:lnTo>
                        <a:pt x="39044" y="30947"/>
                      </a:lnTo>
                      <a:lnTo>
                        <a:pt x="39086" y="30968"/>
                      </a:lnTo>
                      <a:lnTo>
                        <a:pt x="39148" y="30863"/>
                      </a:lnTo>
                      <a:lnTo>
                        <a:pt x="39106" y="30758"/>
                      </a:lnTo>
                      <a:lnTo>
                        <a:pt x="39148" y="30696"/>
                      </a:lnTo>
                      <a:lnTo>
                        <a:pt x="39211" y="30633"/>
                      </a:lnTo>
                      <a:lnTo>
                        <a:pt x="39316" y="30633"/>
                      </a:lnTo>
                      <a:lnTo>
                        <a:pt x="39399" y="30696"/>
                      </a:lnTo>
                      <a:lnTo>
                        <a:pt x="39567" y="30737"/>
                      </a:lnTo>
                      <a:lnTo>
                        <a:pt x="39713" y="30821"/>
                      </a:lnTo>
                      <a:lnTo>
                        <a:pt x="39734" y="30863"/>
                      </a:lnTo>
                      <a:lnTo>
                        <a:pt x="39881" y="30926"/>
                      </a:lnTo>
                      <a:lnTo>
                        <a:pt x="40236" y="30926"/>
                      </a:lnTo>
                      <a:lnTo>
                        <a:pt x="40320" y="30968"/>
                      </a:lnTo>
                      <a:lnTo>
                        <a:pt x="40362" y="31030"/>
                      </a:lnTo>
                      <a:lnTo>
                        <a:pt x="40529" y="31051"/>
                      </a:lnTo>
                      <a:lnTo>
                        <a:pt x="40613" y="31114"/>
                      </a:lnTo>
                      <a:lnTo>
                        <a:pt x="40718" y="31135"/>
                      </a:lnTo>
                      <a:lnTo>
                        <a:pt x="40948" y="31135"/>
                      </a:lnTo>
                      <a:lnTo>
                        <a:pt x="41031" y="31156"/>
                      </a:lnTo>
                      <a:lnTo>
                        <a:pt x="41073" y="31240"/>
                      </a:lnTo>
                      <a:lnTo>
                        <a:pt x="41073" y="31323"/>
                      </a:lnTo>
                      <a:lnTo>
                        <a:pt x="41136" y="31386"/>
                      </a:lnTo>
                      <a:lnTo>
                        <a:pt x="41136" y="31470"/>
                      </a:lnTo>
                      <a:lnTo>
                        <a:pt x="41178" y="31533"/>
                      </a:lnTo>
                      <a:lnTo>
                        <a:pt x="41241" y="31658"/>
                      </a:lnTo>
                      <a:lnTo>
                        <a:pt x="41241" y="31763"/>
                      </a:lnTo>
                      <a:lnTo>
                        <a:pt x="41303" y="31805"/>
                      </a:lnTo>
                      <a:lnTo>
                        <a:pt x="41387" y="31805"/>
                      </a:lnTo>
                      <a:lnTo>
                        <a:pt x="41492" y="31909"/>
                      </a:lnTo>
                      <a:lnTo>
                        <a:pt x="41513" y="31972"/>
                      </a:lnTo>
                      <a:lnTo>
                        <a:pt x="41680" y="32014"/>
                      </a:lnTo>
                      <a:lnTo>
                        <a:pt x="41868" y="32118"/>
                      </a:lnTo>
                      <a:lnTo>
                        <a:pt x="41931" y="32118"/>
                      </a:lnTo>
                      <a:lnTo>
                        <a:pt x="41994" y="32077"/>
                      </a:lnTo>
                      <a:lnTo>
                        <a:pt x="42182" y="32077"/>
                      </a:lnTo>
                      <a:lnTo>
                        <a:pt x="42245" y="32014"/>
                      </a:lnTo>
                      <a:lnTo>
                        <a:pt x="42329" y="32014"/>
                      </a:lnTo>
                      <a:lnTo>
                        <a:pt x="42412" y="32056"/>
                      </a:lnTo>
                      <a:lnTo>
                        <a:pt x="42496" y="32014"/>
                      </a:lnTo>
                      <a:lnTo>
                        <a:pt x="42601" y="31909"/>
                      </a:lnTo>
                      <a:lnTo>
                        <a:pt x="42747" y="31867"/>
                      </a:lnTo>
                      <a:lnTo>
                        <a:pt x="42977" y="31846"/>
                      </a:lnTo>
                      <a:lnTo>
                        <a:pt x="43124" y="31763"/>
                      </a:lnTo>
                      <a:lnTo>
                        <a:pt x="43270" y="31763"/>
                      </a:lnTo>
                      <a:lnTo>
                        <a:pt x="43396" y="31700"/>
                      </a:lnTo>
                      <a:lnTo>
                        <a:pt x="43542" y="31784"/>
                      </a:lnTo>
                      <a:lnTo>
                        <a:pt x="43710" y="31805"/>
                      </a:lnTo>
                      <a:lnTo>
                        <a:pt x="43961" y="31805"/>
                      </a:lnTo>
                      <a:lnTo>
                        <a:pt x="44065" y="31972"/>
                      </a:lnTo>
                      <a:lnTo>
                        <a:pt x="44275" y="32056"/>
                      </a:lnTo>
                      <a:lnTo>
                        <a:pt x="44421" y="32056"/>
                      </a:lnTo>
                      <a:lnTo>
                        <a:pt x="44547" y="32014"/>
                      </a:lnTo>
                      <a:lnTo>
                        <a:pt x="44609" y="32077"/>
                      </a:lnTo>
                      <a:lnTo>
                        <a:pt x="44651" y="32265"/>
                      </a:lnTo>
                      <a:lnTo>
                        <a:pt x="44756" y="32328"/>
                      </a:lnTo>
                      <a:lnTo>
                        <a:pt x="44840" y="32390"/>
                      </a:lnTo>
                      <a:lnTo>
                        <a:pt x="44923" y="32411"/>
                      </a:lnTo>
                      <a:lnTo>
                        <a:pt x="45028" y="32516"/>
                      </a:lnTo>
                      <a:lnTo>
                        <a:pt x="45112" y="32516"/>
                      </a:lnTo>
                      <a:lnTo>
                        <a:pt x="45363" y="32495"/>
                      </a:lnTo>
                      <a:lnTo>
                        <a:pt x="45593" y="32579"/>
                      </a:lnTo>
                      <a:lnTo>
                        <a:pt x="45948" y="32579"/>
                      </a:lnTo>
                      <a:lnTo>
                        <a:pt x="46095" y="32537"/>
                      </a:lnTo>
                      <a:lnTo>
                        <a:pt x="46158" y="32495"/>
                      </a:lnTo>
                      <a:lnTo>
                        <a:pt x="46283" y="32495"/>
                      </a:lnTo>
                      <a:lnTo>
                        <a:pt x="46388" y="32537"/>
                      </a:lnTo>
                      <a:lnTo>
                        <a:pt x="46472" y="32537"/>
                      </a:lnTo>
                      <a:lnTo>
                        <a:pt x="46534" y="32411"/>
                      </a:lnTo>
                      <a:lnTo>
                        <a:pt x="46744" y="32286"/>
                      </a:lnTo>
                      <a:lnTo>
                        <a:pt x="46890" y="32286"/>
                      </a:lnTo>
                      <a:lnTo>
                        <a:pt x="46953" y="32181"/>
                      </a:lnTo>
                      <a:lnTo>
                        <a:pt x="47329" y="32181"/>
                      </a:lnTo>
                      <a:lnTo>
                        <a:pt x="47434" y="32077"/>
                      </a:lnTo>
                      <a:lnTo>
                        <a:pt x="47455" y="31972"/>
                      </a:lnTo>
                      <a:lnTo>
                        <a:pt x="47455" y="31909"/>
                      </a:lnTo>
                      <a:lnTo>
                        <a:pt x="47539" y="31805"/>
                      </a:lnTo>
                      <a:lnTo>
                        <a:pt x="47664" y="31763"/>
                      </a:lnTo>
                      <a:lnTo>
                        <a:pt x="47748" y="31679"/>
                      </a:lnTo>
                      <a:lnTo>
                        <a:pt x="47790" y="31553"/>
                      </a:lnTo>
                      <a:lnTo>
                        <a:pt x="47873" y="31470"/>
                      </a:lnTo>
                      <a:lnTo>
                        <a:pt x="47978" y="31470"/>
                      </a:lnTo>
                      <a:lnTo>
                        <a:pt x="47999" y="31491"/>
                      </a:lnTo>
                      <a:lnTo>
                        <a:pt x="48187" y="31449"/>
                      </a:lnTo>
                      <a:lnTo>
                        <a:pt x="48292" y="31449"/>
                      </a:lnTo>
                      <a:lnTo>
                        <a:pt x="48417" y="31533"/>
                      </a:lnTo>
                      <a:lnTo>
                        <a:pt x="48501" y="31637"/>
                      </a:lnTo>
                      <a:lnTo>
                        <a:pt x="48585" y="31658"/>
                      </a:lnTo>
                      <a:lnTo>
                        <a:pt x="48689" y="31595"/>
                      </a:lnTo>
                      <a:lnTo>
                        <a:pt x="48731" y="31658"/>
                      </a:lnTo>
                      <a:lnTo>
                        <a:pt x="48836" y="31658"/>
                      </a:lnTo>
                      <a:lnTo>
                        <a:pt x="48982" y="31574"/>
                      </a:lnTo>
                      <a:lnTo>
                        <a:pt x="48982" y="31533"/>
                      </a:lnTo>
                      <a:lnTo>
                        <a:pt x="49150" y="31491"/>
                      </a:lnTo>
                      <a:lnTo>
                        <a:pt x="49359" y="31574"/>
                      </a:lnTo>
                      <a:lnTo>
                        <a:pt x="49422" y="31637"/>
                      </a:lnTo>
                      <a:lnTo>
                        <a:pt x="49464" y="31595"/>
                      </a:lnTo>
                      <a:lnTo>
                        <a:pt x="49547" y="31595"/>
                      </a:lnTo>
                      <a:lnTo>
                        <a:pt x="49568" y="31658"/>
                      </a:lnTo>
                      <a:lnTo>
                        <a:pt x="49673" y="31637"/>
                      </a:lnTo>
                      <a:lnTo>
                        <a:pt x="49840" y="31658"/>
                      </a:lnTo>
                      <a:lnTo>
                        <a:pt x="49924" y="31742"/>
                      </a:lnTo>
                      <a:lnTo>
                        <a:pt x="49966" y="31742"/>
                      </a:lnTo>
                      <a:lnTo>
                        <a:pt x="50259" y="31470"/>
                      </a:lnTo>
                      <a:lnTo>
                        <a:pt x="50384" y="31365"/>
                      </a:lnTo>
                      <a:lnTo>
                        <a:pt x="50594" y="31344"/>
                      </a:lnTo>
                      <a:lnTo>
                        <a:pt x="50677" y="31260"/>
                      </a:lnTo>
                      <a:lnTo>
                        <a:pt x="50698" y="31156"/>
                      </a:lnTo>
                      <a:lnTo>
                        <a:pt x="50677" y="31030"/>
                      </a:lnTo>
                      <a:lnTo>
                        <a:pt x="50614" y="31009"/>
                      </a:lnTo>
                      <a:lnTo>
                        <a:pt x="50573" y="31030"/>
                      </a:lnTo>
                      <a:lnTo>
                        <a:pt x="50510" y="31009"/>
                      </a:lnTo>
                      <a:lnTo>
                        <a:pt x="50468" y="31009"/>
                      </a:lnTo>
                      <a:lnTo>
                        <a:pt x="50468" y="30842"/>
                      </a:lnTo>
                      <a:lnTo>
                        <a:pt x="50489" y="30800"/>
                      </a:lnTo>
                      <a:lnTo>
                        <a:pt x="50489" y="30633"/>
                      </a:lnTo>
                      <a:lnTo>
                        <a:pt x="50447" y="30528"/>
                      </a:lnTo>
                      <a:lnTo>
                        <a:pt x="50468" y="30444"/>
                      </a:lnTo>
                      <a:lnTo>
                        <a:pt x="50552" y="30424"/>
                      </a:lnTo>
                      <a:lnTo>
                        <a:pt x="50552" y="30319"/>
                      </a:lnTo>
                      <a:lnTo>
                        <a:pt x="50468" y="30235"/>
                      </a:lnTo>
                      <a:lnTo>
                        <a:pt x="50447" y="30110"/>
                      </a:lnTo>
                      <a:lnTo>
                        <a:pt x="50468" y="30068"/>
                      </a:lnTo>
                      <a:lnTo>
                        <a:pt x="50405" y="29963"/>
                      </a:lnTo>
                      <a:lnTo>
                        <a:pt x="50405" y="29859"/>
                      </a:lnTo>
                      <a:lnTo>
                        <a:pt x="50489" y="29754"/>
                      </a:lnTo>
                      <a:lnTo>
                        <a:pt x="50573" y="29691"/>
                      </a:lnTo>
                      <a:lnTo>
                        <a:pt x="50594" y="29566"/>
                      </a:lnTo>
                      <a:lnTo>
                        <a:pt x="50677" y="29461"/>
                      </a:lnTo>
                      <a:lnTo>
                        <a:pt x="50761" y="29398"/>
                      </a:lnTo>
                      <a:lnTo>
                        <a:pt x="50761" y="29273"/>
                      </a:lnTo>
                      <a:lnTo>
                        <a:pt x="50719" y="29189"/>
                      </a:lnTo>
                      <a:lnTo>
                        <a:pt x="50719" y="29126"/>
                      </a:lnTo>
                      <a:lnTo>
                        <a:pt x="50656" y="29064"/>
                      </a:lnTo>
                      <a:lnTo>
                        <a:pt x="50594" y="28959"/>
                      </a:lnTo>
                      <a:lnTo>
                        <a:pt x="50510" y="28833"/>
                      </a:lnTo>
                      <a:lnTo>
                        <a:pt x="50447" y="28812"/>
                      </a:lnTo>
                      <a:lnTo>
                        <a:pt x="50363" y="28833"/>
                      </a:lnTo>
                      <a:lnTo>
                        <a:pt x="50238" y="28917"/>
                      </a:lnTo>
                      <a:lnTo>
                        <a:pt x="50175" y="28917"/>
                      </a:lnTo>
                      <a:lnTo>
                        <a:pt x="50154" y="28854"/>
                      </a:lnTo>
                      <a:lnTo>
                        <a:pt x="50154" y="28603"/>
                      </a:lnTo>
                      <a:lnTo>
                        <a:pt x="50175" y="28540"/>
                      </a:lnTo>
                      <a:lnTo>
                        <a:pt x="50175" y="28499"/>
                      </a:lnTo>
                      <a:lnTo>
                        <a:pt x="50238" y="28436"/>
                      </a:lnTo>
                      <a:lnTo>
                        <a:pt x="50259" y="28331"/>
                      </a:lnTo>
                      <a:lnTo>
                        <a:pt x="50342" y="28227"/>
                      </a:lnTo>
                      <a:lnTo>
                        <a:pt x="50342" y="28143"/>
                      </a:lnTo>
                      <a:lnTo>
                        <a:pt x="50384" y="28101"/>
                      </a:lnTo>
                      <a:lnTo>
                        <a:pt x="50552" y="28080"/>
                      </a:lnTo>
                      <a:lnTo>
                        <a:pt x="50614" y="28038"/>
                      </a:lnTo>
                      <a:lnTo>
                        <a:pt x="50698" y="28038"/>
                      </a:lnTo>
                      <a:lnTo>
                        <a:pt x="50719" y="28017"/>
                      </a:lnTo>
                      <a:lnTo>
                        <a:pt x="50803" y="28017"/>
                      </a:lnTo>
                      <a:lnTo>
                        <a:pt x="50886" y="27996"/>
                      </a:lnTo>
                      <a:lnTo>
                        <a:pt x="50928" y="27913"/>
                      </a:lnTo>
                      <a:lnTo>
                        <a:pt x="51033" y="27913"/>
                      </a:lnTo>
                      <a:lnTo>
                        <a:pt x="51117" y="27829"/>
                      </a:lnTo>
                      <a:lnTo>
                        <a:pt x="51242" y="27871"/>
                      </a:lnTo>
                      <a:lnTo>
                        <a:pt x="51451" y="27871"/>
                      </a:lnTo>
                      <a:lnTo>
                        <a:pt x="51514" y="27808"/>
                      </a:lnTo>
                      <a:lnTo>
                        <a:pt x="51556" y="27808"/>
                      </a:lnTo>
                      <a:lnTo>
                        <a:pt x="51598" y="27724"/>
                      </a:lnTo>
                      <a:lnTo>
                        <a:pt x="51744" y="27703"/>
                      </a:lnTo>
                      <a:lnTo>
                        <a:pt x="51765" y="27683"/>
                      </a:lnTo>
                      <a:lnTo>
                        <a:pt x="51849" y="27703"/>
                      </a:lnTo>
                      <a:lnTo>
                        <a:pt x="51933" y="27703"/>
                      </a:lnTo>
                      <a:lnTo>
                        <a:pt x="52016" y="27745"/>
                      </a:lnTo>
                      <a:lnTo>
                        <a:pt x="52184" y="27787"/>
                      </a:lnTo>
                      <a:lnTo>
                        <a:pt x="52267" y="27829"/>
                      </a:lnTo>
                      <a:lnTo>
                        <a:pt x="52288" y="27892"/>
                      </a:lnTo>
                      <a:lnTo>
                        <a:pt x="52435" y="27892"/>
                      </a:lnTo>
                      <a:lnTo>
                        <a:pt x="52498" y="27850"/>
                      </a:lnTo>
                      <a:lnTo>
                        <a:pt x="52539" y="27892"/>
                      </a:lnTo>
                      <a:lnTo>
                        <a:pt x="52644" y="27934"/>
                      </a:lnTo>
                      <a:lnTo>
                        <a:pt x="52686" y="27913"/>
                      </a:lnTo>
                      <a:lnTo>
                        <a:pt x="52686" y="27829"/>
                      </a:lnTo>
                      <a:lnTo>
                        <a:pt x="52749" y="27808"/>
                      </a:lnTo>
                      <a:lnTo>
                        <a:pt x="52790" y="27829"/>
                      </a:lnTo>
                      <a:lnTo>
                        <a:pt x="52874" y="27829"/>
                      </a:lnTo>
                      <a:lnTo>
                        <a:pt x="52916" y="27808"/>
                      </a:lnTo>
                      <a:lnTo>
                        <a:pt x="52979" y="27892"/>
                      </a:lnTo>
                      <a:lnTo>
                        <a:pt x="53021" y="27892"/>
                      </a:lnTo>
                      <a:lnTo>
                        <a:pt x="53104" y="27913"/>
                      </a:lnTo>
                      <a:lnTo>
                        <a:pt x="53125" y="27955"/>
                      </a:lnTo>
                      <a:lnTo>
                        <a:pt x="53104" y="28017"/>
                      </a:lnTo>
                      <a:lnTo>
                        <a:pt x="53125" y="28059"/>
                      </a:lnTo>
                      <a:lnTo>
                        <a:pt x="53188" y="28059"/>
                      </a:lnTo>
                      <a:lnTo>
                        <a:pt x="53209" y="28122"/>
                      </a:lnTo>
                      <a:lnTo>
                        <a:pt x="53272" y="28059"/>
                      </a:lnTo>
                      <a:lnTo>
                        <a:pt x="53335" y="28101"/>
                      </a:lnTo>
                      <a:lnTo>
                        <a:pt x="53376" y="28143"/>
                      </a:lnTo>
                      <a:lnTo>
                        <a:pt x="53335" y="28206"/>
                      </a:lnTo>
                      <a:lnTo>
                        <a:pt x="53376" y="28247"/>
                      </a:lnTo>
                      <a:lnTo>
                        <a:pt x="53481" y="28268"/>
                      </a:lnTo>
                      <a:lnTo>
                        <a:pt x="53523" y="28268"/>
                      </a:lnTo>
                      <a:lnTo>
                        <a:pt x="53586" y="28310"/>
                      </a:lnTo>
                      <a:lnTo>
                        <a:pt x="53586" y="28352"/>
                      </a:lnTo>
                      <a:lnTo>
                        <a:pt x="53627" y="28373"/>
                      </a:lnTo>
                      <a:lnTo>
                        <a:pt x="53690" y="28457"/>
                      </a:lnTo>
                      <a:lnTo>
                        <a:pt x="53690" y="28540"/>
                      </a:lnTo>
                      <a:lnTo>
                        <a:pt x="53711" y="28624"/>
                      </a:lnTo>
                      <a:lnTo>
                        <a:pt x="53711" y="28666"/>
                      </a:lnTo>
                      <a:lnTo>
                        <a:pt x="53732" y="28687"/>
                      </a:lnTo>
                      <a:lnTo>
                        <a:pt x="53899" y="28687"/>
                      </a:lnTo>
                      <a:lnTo>
                        <a:pt x="53920" y="28750"/>
                      </a:lnTo>
                      <a:lnTo>
                        <a:pt x="53899" y="28833"/>
                      </a:lnTo>
                      <a:lnTo>
                        <a:pt x="53899" y="28875"/>
                      </a:lnTo>
                      <a:lnTo>
                        <a:pt x="54025" y="28959"/>
                      </a:lnTo>
                      <a:lnTo>
                        <a:pt x="54067" y="29064"/>
                      </a:lnTo>
                      <a:lnTo>
                        <a:pt x="54151" y="29147"/>
                      </a:lnTo>
                      <a:lnTo>
                        <a:pt x="54171" y="29210"/>
                      </a:lnTo>
                      <a:lnTo>
                        <a:pt x="54234" y="29252"/>
                      </a:lnTo>
                      <a:lnTo>
                        <a:pt x="54255" y="29356"/>
                      </a:lnTo>
                      <a:lnTo>
                        <a:pt x="54339" y="29398"/>
                      </a:lnTo>
                      <a:lnTo>
                        <a:pt x="54339" y="29461"/>
                      </a:lnTo>
                      <a:lnTo>
                        <a:pt x="54318" y="29503"/>
                      </a:lnTo>
                      <a:lnTo>
                        <a:pt x="54339" y="29524"/>
                      </a:lnTo>
                      <a:lnTo>
                        <a:pt x="54381" y="29503"/>
                      </a:lnTo>
                      <a:lnTo>
                        <a:pt x="54443" y="29587"/>
                      </a:lnTo>
                      <a:lnTo>
                        <a:pt x="54464" y="29670"/>
                      </a:lnTo>
                      <a:lnTo>
                        <a:pt x="54569" y="29817"/>
                      </a:lnTo>
                      <a:lnTo>
                        <a:pt x="54778" y="29963"/>
                      </a:lnTo>
                      <a:lnTo>
                        <a:pt x="54799" y="30047"/>
                      </a:lnTo>
                      <a:lnTo>
                        <a:pt x="54841" y="30152"/>
                      </a:lnTo>
                      <a:lnTo>
                        <a:pt x="54883" y="30193"/>
                      </a:lnTo>
                      <a:lnTo>
                        <a:pt x="54883" y="30298"/>
                      </a:lnTo>
                      <a:lnTo>
                        <a:pt x="54967" y="30319"/>
                      </a:lnTo>
                      <a:lnTo>
                        <a:pt x="55008" y="30319"/>
                      </a:lnTo>
                      <a:lnTo>
                        <a:pt x="55050" y="30424"/>
                      </a:lnTo>
                      <a:lnTo>
                        <a:pt x="55050" y="30507"/>
                      </a:lnTo>
                      <a:lnTo>
                        <a:pt x="55092" y="30612"/>
                      </a:lnTo>
                      <a:lnTo>
                        <a:pt x="55218" y="30737"/>
                      </a:lnTo>
                      <a:lnTo>
                        <a:pt x="55322" y="30758"/>
                      </a:lnTo>
                      <a:lnTo>
                        <a:pt x="55385" y="30842"/>
                      </a:lnTo>
                      <a:lnTo>
                        <a:pt x="55469" y="30842"/>
                      </a:lnTo>
                      <a:lnTo>
                        <a:pt x="55511" y="30821"/>
                      </a:lnTo>
                      <a:lnTo>
                        <a:pt x="55573" y="30842"/>
                      </a:lnTo>
                      <a:lnTo>
                        <a:pt x="55615" y="30821"/>
                      </a:lnTo>
                      <a:lnTo>
                        <a:pt x="55741" y="30842"/>
                      </a:lnTo>
                      <a:lnTo>
                        <a:pt x="55803" y="30779"/>
                      </a:lnTo>
                      <a:lnTo>
                        <a:pt x="55887" y="30779"/>
                      </a:lnTo>
                      <a:lnTo>
                        <a:pt x="55887" y="30821"/>
                      </a:lnTo>
                      <a:lnTo>
                        <a:pt x="55824" y="30863"/>
                      </a:lnTo>
                      <a:lnTo>
                        <a:pt x="55845" y="30905"/>
                      </a:lnTo>
                      <a:lnTo>
                        <a:pt x="55992" y="30905"/>
                      </a:lnTo>
                      <a:lnTo>
                        <a:pt x="56034" y="30926"/>
                      </a:lnTo>
                      <a:lnTo>
                        <a:pt x="56055" y="30968"/>
                      </a:lnTo>
                      <a:lnTo>
                        <a:pt x="56138" y="31030"/>
                      </a:lnTo>
                      <a:lnTo>
                        <a:pt x="56159" y="30968"/>
                      </a:lnTo>
                      <a:lnTo>
                        <a:pt x="56222" y="30947"/>
                      </a:lnTo>
                      <a:lnTo>
                        <a:pt x="56264" y="30968"/>
                      </a:lnTo>
                      <a:lnTo>
                        <a:pt x="56306" y="30905"/>
                      </a:lnTo>
                      <a:lnTo>
                        <a:pt x="56348" y="30905"/>
                      </a:lnTo>
                      <a:lnTo>
                        <a:pt x="56410" y="30947"/>
                      </a:lnTo>
                      <a:lnTo>
                        <a:pt x="56431" y="31009"/>
                      </a:lnTo>
                      <a:lnTo>
                        <a:pt x="56473" y="31072"/>
                      </a:lnTo>
                      <a:lnTo>
                        <a:pt x="56536" y="31072"/>
                      </a:lnTo>
                      <a:lnTo>
                        <a:pt x="56557" y="31135"/>
                      </a:lnTo>
                      <a:lnTo>
                        <a:pt x="56620" y="31177"/>
                      </a:lnTo>
                      <a:lnTo>
                        <a:pt x="56640" y="31177"/>
                      </a:lnTo>
                      <a:lnTo>
                        <a:pt x="56682" y="31240"/>
                      </a:lnTo>
                      <a:lnTo>
                        <a:pt x="56724" y="31281"/>
                      </a:lnTo>
                      <a:lnTo>
                        <a:pt x="56850" y="31344"/>
                      </a:lnTo>
                      <a:lnTo>
                        <a:pt x="56871" y="31365"/>
                      </a:lnTo>
                      <a:lnTo>
                        <a:pt x="56933" y="31365"/>
                      </a:lnTo>
                      <a:lnTo>
                        <a:pt x="56975" y="31407"/>
                      </a:lnTo>
                      <a:lnTo>
                        <a:pt x="57059" y="31449"/>
                      </a:lnTo>
                      <a:lnTo>
                        <a:pt x="57122" y="31407"/>
                      </a:lnTo>
                      <a:lnTo>
                        <a:pt x="57184" y="31407"/>
                      </a:lnTo>
                      <a:lnTo>
                        <a:pt x="57247" y="31365"/>
                      </a:lnTo>
                      <a:lnTo>
                        <a:pt x="57289" y="31365"/>
                      </a:lnTo>
                      <a:lnTo>
                        <a:pt x="57352" y="31386"/>
                      </a:lnTo>
                      <a:lnTo>
                        <a:pt x="57352" y="31470"/>
                      </a:lnTo>
                      <a:lnTo>
                        <a:pt x="57289" y="31553"/>
                      </a:lnTo>
                      <a:lnTo>
                        <a:pt x="57289" y="31637"/>
                      </a:lnTo>
                      <a:lnTo>
                        <a:pt x="57289" y="31700"/>
                      </a:lnTo>
                      <a:lnTo>
                        <a:pt x="57394" y="31700"/>
                      </a:lnTo>
                      <a:lnTo>
                        <a:pt x="57436" y="31805"/>
                      </a:lnTo>
                      <a:lnTo>
                        <a:pt x="57456" y="31909"/>
                      </a:lnTo>
                      <a:lnTo>
                        <a:pt x="57436" y="32014"/>
                      </a:lnTo>
                      <a:lnTo>
                        <a:pt x="57394" y="32056"/>
                      </a:lnTo>
                      <a:lnTo>
                        <a:pt x="57394" y="32118"/>
                      </a:lnTo>
                      <a:lnTo>
                        <a:pt x="57498" y="32265"/>
                      </a:lnTo>
                      <a:lnTo>
                        <a:pt x="57561" y="32286"/>
                      </a:lnTo>
                      <a:lnTo>
                        <a:pt x="57645" y="32390"/>
                      </a:lnTo>
                      <a:lnTo>
                        <a:pt x="57666" y="32432"/>
                      </a:lnTo>
                      <a:lnTo>
                        <a:pt x="57749" y="32411"/>
                      </a:lnTo>
                      <a:lnTo>
                        <a:pt x="57812" y="32369"/>
                      </a:lnTo>
                      <a:lnTo>
                        <a:pt x="57896" y="32369"/>
                      </a:lnTo>
                      <a:lnTo>
                        <a:pt x="57938" y="32432"/>
                      </a:lnTo>
                      <a:lnTo>
                        <a:pt x="57980" y="32516"/>
                      </a:lnTo>
                      <a:lnTo>
                        <a:pt x="58042" y="32495"/>
                      </a:lnTo>
                      <a:lnTo>
                        <a:pt x="58105" y="32432"/>
                      </a:lnTo>
                      <a:lnTo>
                        <a:pt x="58189" y="32474"/>
                      </a:lnTo>
                      <a:lnTo>
                        <a:pt x="58231" y="32432"/>
                      </a:lnTo>
                      <a:lnTo>
                        <a:pt x="58398" y="32411"/>
                      </a:lnTo>
                      <a:lnTo>
                        <a:pt x="58461" y="32328"/>
                      </a:lnTo>
                      <a:lnTo>
                        <a:pt x="58524" y="32307"/>
                      </a:lnTo>
                      <a:lnTo>
                        <a:pt x="58524" y="32244"/>
                      </a:lnTo>
                      <a:lnTo>
                        <a:pt x="58544" y="32160"/>
                      </a:lnTo>
                      <a:lnTo>
                        <a:pt x="58628" y="32097"/>
                      </a:lnTo>
                      <a:lnTo>
                        <a:pt x="58628" y="31993"/>
                      </a:lnTo>
                      <a:lnTo>
                        <a:pt x="58649" y="31909"/>
                      </a:lnTo>
                      <a:lnTo>
                        <a:pt x="58837" y="31909"/>
                      </a:lnTo>
                      <a:lnTo>
                        <a:pt x="58858" y="31805"/>
                      </a:lnTo>
                      <a:lnTo>
                        <a:pt x="58921" y="31805"/>
                      </a:lnTo>
                      <a:lnTo>
                        <a:pt x="58963" y="31784"/>
                      </a:lnTo>
                      <a:lnTo>
                        <a:pt x="59005" y="31700"/>
                      </a:lnTo>
                      <a:lnTo>
                        <a:pt x="59047" y="31658"/>
                      </a:lnTo>
                      <a:lnTo>
                        <a:pt x="59151" y="31658"/>
                      </a:lnTo>
                      <a:lnTo>
                        <a:pt x="59214" y="31595"/>
                      </a:lnTo>
                      <a:lnTo>
                        <a:pt x="59319" y="31658"/>
                      </a:lnTo>
                      <a:lnTo>
                        <a:pt x="59361" y="31700"/>
                      </a:lnTo>
                      <a:lnTo>
                        <a:pt x="59465" y="31700"/>
                      </a:lnTo>
                      <a:lnTo>
                        <a:pt x="59486" y="31763"/>
                      </a:lnTo>
                      <a:lnTo>
                        <a:pt x="59549" y="31867"/>
                      </a:lnTo>
                      <a:lnTo>
                        <a:pt x="59486" y="31909"/>
                      </a:lnTo>
                      <a:lnTo>
                        <a:pt x="59528" y="31972"/>
                      </a:lnTo>
                      <a:lnTo>
                        <a:pt x="59633" y="32077"/>
                      </a:lnTo>
                      <a:lnTo>
                        <a:pt x="59633" y="32139"/>
                      </a:lnTo>
                      <a:lnTo>
                        <a:pt x="59674" y="32202"/>
                      </a:lnTo>
                      <a:lnTo>
                        <a:pt x="59758" y="32244"/>
                      </a:lnTo>
                      <a:lnTo>
                        <a:pt x="59737" y="32390"/>
                      </a:lnTo>
                      <a:lnTo>
                        <a:pt x="59737" y="32495"/>
                      </a:lnTo>
                      <a:lnTo>
                        <a:pt x="59695" y="32537"/>
                      </a:lnTo>
                      <a:lnTo>
                        <a:pt x="59633" y="32558"/>
                      </a:lnTo>
                      <a:lnTo>
                        <a:pt x="59549" y="32662"/>
                      </a:lnTo>
                      <a:lnTo>
                        <a:pt x="59549" y="32725"/>
                      </a:lnTo>
                      <a:lnTo>
                        <a:pt x="59591" y="32809"/>
                      </a:lnTo>
                      <a:lnTo>
                        <a:pt x="59633" y="32830"/>
                      </a:lnTo>
                      <a:lnTo>
                        <a:pt x="59633" y="32934"/>
                      </a:lnTo>
                      <a:lnTo>
                        <a:pt x="59591" y="33018"/>
                      </a:lnTo>
                      <a:lnTo>
                        <a:pt x="59633" y="33060"/>
                      </a:lnTo>
                      <a:lnTo>
                        <a:pt x="59674" y="33081"/>
                      </a:lnTo>
                      <a:lnTo>
                        <a:pt x="59674" y="33144"/>
                      </a:lnTo>
                      <a:lnTo>
                        <a:pt x="59695" y="33185"/>
                      </a:lnTo>
                      <a:lnTo>
                        <a:pt x="59695" y="33248"/>
                      </a:lnTo>
                      <a:lnTo>
                        <a:pt x="59674" y="33269"/>
                      </a:lnTo>
                      <a:lnTo>
                        <a:pt x="59653" y="33290"/>
                      </a:lnTo>
                      <a:lnTo>
                        <a:pt x="59653" y="33437"/>
                      </a:lnTo>
                      <a:lnTo>
                        <a:pt x="59695" y="33562"/>
                      </a:lnTo>
                      <a:lnTo>
                        <a:pt x="59737" y="33604"/>
                      </a:lnTo>
                      <a:lnTo>
                        <a:pt x="59737" y="33667"/>
                      </a:lnTo>
                      <a:lnTo>
                        <a:pt x="59674" y="33709"/>
                      </a:lnTo>
                      <a:lnTo>
                        <a:pt x="59653" y="33792"/>
                      </a:lnTo>
                      <a:lnTo>
                        <a:pt x="59674" y="33855"/>
                      </a:lnTo>
                      <a:lnTo>
                        <a:pt x="59674" y="33897"/>
                      </a:lnTo>
                      <a:lnTo>
                        <a:pt x="59695" y="33960"/>
                      </a:lnTo>
                      <a:lnTo>
                        <a:pt x="59633" y="34001"/>
                      </a:lnTo>
                      <a:lnTo>
                        <a:pt x="59591" y="34022"/>
                      </a:lnTo>
                      <a:lnTo>
                        <a:pt x="59633" y="34085"/>
                      </a:lnTo>
                      <a:lnTo>
                        <a:pt x="59653" y="34169"/>
                      </a:lnTo>
                      <a:lnTo>
                        <a:pt x="59633" y="34211"/>
                      </a:lnTo>
                      <a:lnTo>
                        <a:pt x="59570" y="34315"/>
                      </a:lnTo>
                      <a:lnTo>
                        <a:pt x="59591" y="34378"/>
                      </a:lnTo>
                      <a:lnTo>
                        <a:pt x="59633" y="34420"/>
                      </a:lnTo>
                      <a:lnTo>
                        <a:pt x="59591" y="34483"/>
                      </a:lnTo>
                      <a:lnTo>
                        <a:pt x="59591" y="34525"/>
                      </a:lnTo>
                      <a:lnTo>
                        <a:pt x="59633" y="34587"/>
                      </a:lnTo>
                      <a:lnTo>
                        <a:pt x="59653" y="34650"/>
                      </a:lnTo>
                      <a:lnTo>
                        <a:pt x="59591" y="34713"/>
                      </a:lnTo>
                      <a:lnTo>
                        <a:pt x="59549" y="34713"/>
                      </a:lnTo>
                      <a:lnTo>
                        <a:pt x="59486" y="34692"/>
                      </a:lnTo>
                      <a:lnTo>
                        <a:pt x="59130" y="34608"/>
                      </a:lnTo>
                      <a:lnTo>
                        <a:pt x="59047" y="34587"/>
                      </a:lnTo>
                      <a:lnTo>
                        <a:pt x="58942" y="34546"/>
                      </a:lnTo>
                      <a:lnTo>
                        <a:pt x="58900" y="34546"/>
                      </a:lnTo>
                      <a:lnTo>
                        <a:pt x="58796" y="34713"/>
                      </a:lnTo>
                      <a:lnTo>
                        <a:pt x="58754" y="34797"/>
                      </a:lnTo>
                      <a:lnTo>
                        <a:pt x="58712" y="34859"/>
                      </a:lnTo>
                      <a:lnTo>
                        <a:pt x="58628" y="34859"/>
                      </a:lnTo>
                      <a:lnTo>
                        <a:pt x="58544" y="34922"/>
                      </a:lnTo>
                      <a:lnTo>
                        <a:pt x="58524" y="34964"/>
                      </a:lnTo>
                      <a:lnTo>
                        <a:pt x="58586" y="35069"/>
                      </a:lnTo>
                      <a:lnTo>
                        <a:pt x="58712" y="35278"/>
                      </a:lnTo>
                      <a:lnTo>
                        <a:pt x="58733" y="35362"/>
                      </a:lnTo>
                      <a:lnTo>
                        <a:pt x="58754" y="35445"/>
                      </a:lnTo>
                      <a:lnTo>
                        <a:pt x="58837" y="35550"/>
                      </a:lnTo>
                      <a:lnTo>
                        <a:pt x="58837" y="35654"/>
                      </a:lnTo>
                      <a:lnTo>
                        <a:pt x="58837" y="35780"/>
                      </a:lnTo>
                      <a:lnTo>
                        <a:pt x="58837" y="35885"/>
                      </a:lnTo>
                      <a:lnTo>
                        <a:pt x="58837" y="36094"/>
                      </a:lnTo>
                      <a:lnTo>
                        <a:pt x="58921" y="36157"/>
                      </a:lnTo>
                      <a:lnTo>
                        <a:pt x="58921" y="36261"/>
                      </a:lnTo>
                      <a:lnTo>
                        <a:pt x="58921" y="36366"/>
                      </a:lnTo>
                      <a:lnTo>
                        <a:pt x="58900" y="36408"/>
                      </a:lnTo>
                      <a:lnTo>
                        <a:pt x="58900" y="36491"/>
                      </a:lnTo>
                      <a:lnTo>
                        <a:pt x="58921" y="36533"/>
                      </a:lnTo>
                      <a:lnTo>
                        <a:pt x="58921" y="36638"/>
                      </a:lnTo>
                      <a:lnTo>
                        <a:pt x="58858" y="36638"/>
                      </a:lnTo>
                      <a:lnTo>
                        <a:pt x="58733" y="36617"/>
                      </a:lnTo>
                      <a:lnTo>
                        <a:pt x="58649" y="36680"/>
                      </a:lnTo>
                      <a:lnTo>
                        <a:pt x="58649" y="36722"/>
                      </a:lnTo>
                      <a:lnTo>
                        <a:pt x="58691" y="36826"/>
                      </a:lnTo>
                      <a:lnTo>
                        <a:pt x="58733" y="36847"/>
                      </a:lnTo>
                      <a:lnTo>
                        <a:pt x="58733" y="36931"/>
                      </a:lnTo>
                      <a:lnTo>
                        <a:pt x="58733" y="36952"/>
                      </a:lnTo>
                      <a:lnTo>
                        <a:pt x="58837" y="37098"/>
                      </a:lnTo>
                      <a:lnTo>
                        <a:pt x="58858" y="37098"/>
                      </a:lnTo>
                      <a:lnTo>
                        <a:pt x="58921" y="36931"/>
                      </a:lnTo>
                      <a:lnTo>
                        <a:pt x="59068" y="36910"/>
                      </a:lnTo>
                      <a:lnTo>
                        <a:pt x="59130" y="36952"/>
                      </a:lnTo>
                      <a:lnTo>
                        <a:pt x="59172" y="36784"/>
                      </a:lnTo>
                      <a:lnTo>
                        <a:pt x="59256" y="36722"/>
                      </a:lnTo>
                      <a:lnTo>
                        <a:pt x="59256" y="36512"/>
                      </a:lnTo>
                      <a:lnTo>
                        <a:pt x="59361" y="36429"/>
                      </a:lnTo>
                      <a:lnTo>
                        <a:pt x="59361" y="36324"/>
                      </a:lnTo>
                      <a:lnTo>
                        <a:pt x="59381" y="36282"/>
                      </a:lnTo>
                      <a:lnTo>
                        <a:pt x="59528" y="36366"/>
                      </a:lnTo>
                      <a:lnTo>
                        <a:pt x="59653" y="36303"/>
                      </a:lnTo>
                      <a:lnTo>
                        <a:pt x="59695" y="36366"/>
                      </a:lnTo>
                      <a:lnTo>
                        <a:pt x="59695" y="36575"/>
                      </a:lnTo>
                      <a:lnTo>
                        <a:pt x="59884" y="36617"/>
                      </a:lnTo>
                      <a:lnTo>
                        <a:pt x="60072" y="36722"/>
                      </a:lnTo>
                      <a:lnTo>
                        <a:pt x="60114" y="36680"/>
                      </a:lnTo>
                      <a:lnTo>
                        <a:pt x="60197" y="36742"/>
                      </a:lnTo>
                      <a:lnTo>
                        <a:pt x="60323" y="36617"/>
                      </a:lnTo>
                      <a:lnTo>
                        <a:pt x="60490" y="36596"/>
                      </a:lnTo>
                      <a:lnTo>
                        <a:pt x="60511" y="36512"/>
                      </a:lnTo>
                      <a:lnTo>
                        <a:pt x="60595" y="36512"/>
                      </a:lnTo>
                      <a:lnTo>
                        <a:pt x="60679" y="36366"/>
                      </a:lnTo>
                      <a:lnTo>
                        <a:pt x="60846" y="36115"/>
                      </a:lnTo>
                      <a:lnTo>
                        <a:pt x="60825" y="36073"/>
                      </a:lnTo>
                      <a:lnTo>
                        <a:pt x="60951" y="36010"/>
                      </a:lnTo>
                      <a:lnTo>
                        <a:pt x="60951" y="35926"/>
                      </a:lnTo>
                      <a:lnTo>
                        <a:pt x="60909" y="35780"/>
                      </a:lnTo>
                      <a:lnTo>
                        <a:pt x="60993" y="35822"/>
                      </a:lnTo>
                      <a:lnTo>
                        <a:pt x="60993" y="35843"/>
                      </a:lnTo>
                      <a:lnTo>
                        <a:pt x="61118" y="35654"/>
                      </a:lnTo>
                      <a:lnTo>
                        <a:pt x="61055" y="35550"/>
                      </a:lnTo>
                      <a:lnTo>
                        <a:pt x="61118" y="35529"/>
                      </a:lnTo>
                      <a:lnTo>
                        <a:pt x="61118" y="35341"/>
                      </a:lnTo>
                      <a:lnTo>
                        <a:pt x="61223" y="35299"/>
                      </a:lnTo>
                      <a:lnTo>
                        <a:pt x="61223" y="35194"/>
                      </a:lnTo>
                      <a:lnTo>
                        <a:pt x="61369" y="35090"/>
                      </a:lnTo>
                      <a:lnTo>
                        <a:pt x="61411" y="35027"/>
                      </a:lnTo>
                      <a:lnTo>
                        <a:pt x="61348" y="34985"/>
                      </a:lnTo>
                      <a:lnTo>
                        <a:pt x="61369" y="34838"/>
                      </a:lnTo>
                      <a:lnTo>
                        <a:pt x="61453" y="34818"/>
                      </a:lnTo>
                      <a:lnTo>
                        <a:pt x="61557" y="34315"/>
                      </a:lnTo>
                      <a:lnTo>
                        <a:pt x="61683" y="34169"/>
                      </a:lnTo>
                      <a:lnTo>
                        <a:pt x="61683" y="34064"/>
                      </a:lnTo>
                      <a:lnTo>
                        <a:pt x="61829" y="33960"/>
                      </a:lnTo>
                      <a:lnTo>
                        <a:pt x="61850" y="33834"/>
                      </a:lnTo>
                      <a:lnTo>
                        <a:pt x="61976" y="33667"/>
                      </a:lnTo>
                      <a:lnTo>
                        <a:pt x="61976" y="33541"/>
                      </a:lnTo>
                      <a:lnTo>
                        <a:pt x="61934" y="33520"/>
                      </a:lnTo>
                      <a:lnTo>
                        <a:pt x="61892" y="33353"/>
                      </a:lnTo>
                      <a:lnTo>
                        <a:pt x="62039" y="33227"/>
                      </a:lnTo>
                      <a:lnTo>
                        <a:pt x="61976" y="32955"/>
                      </a:lnTo>
                      <a:lnTo>
                        <a:pt x="62081" y="32830"/>
                      </a:lnTo>
                      <a:lnTo>
                        <a:pt x="62081" y="32746"/>
                      </a:lnTo>
                      <a:lnTo>
                        <a:pt x="62039" y="32746"/>
                      </a:lnTo>
                      <a:lnTo>
                        <a:pt x="62101" y="32579"/>
                      </a:lnTo>
                      <a:lnTo>
                        <a:pt x="62101" y="32411"/>
                      </a:lnTo>
                      <a:lnTo>
                        <a:pt x="62206" y="32307"/>
                      </a:lnTo>
                      <a:lnTo>
                        <a:pt x="62206" y="32118"/>
                      </a:lnTo>
                      <a:lnTo>
                        <a:pt x="62185" y="32097"/>
                      </a:lnTo>
                      <a:lnTo>
                        <a:pt x="62164" y="31909"/>
                      </a:lnTo>
                      <a:lnTo>
                        <a:pt x="62248" y="31742"/>
                      </a:lnTo>
                      <a:lnTo>
                        <a:pt x="62248" y="31574"/>
                      </a:lnTo>
                      <a:lnTo>
                        <a:pt x="62394" y="31386"/>
                      </a:lnTo>
                      <a:lnTo>
                        <a:pt x="62394" y="31240"/>
                      </a:lnTo>
                      <a:lnTo>
                        <a:pt x="62353" y="31135"/>
                      </a:lnTo>
                      <a:lnTo>
                        <a:pt x="62353" y="30947"/>
                      </a:lnTo>
                      <a:lnTo>
                        <a:pt x="62394" y="30905"/>
                      </a:lnTo>
                      <a:lnTo>
                        <a:pt x="62394" y="30758"/>
                      </a:lnTo>
                      <a:lnTo>
                        <a:pt x="62311" y="30758"/>
                      </a:lnTo>
                      <a:lnTo>
                        <a:pt x="62269" y="30486"/>
                      </a:lnTo>
                      <a:lnTo>
                        <a:pt x="62269" y="30403"/>
                      </a:lnTo>
                      <a:lnTo>
                        <a:pt x="62248" y="30319"/>
                      </a:lnTo>
                      <a:lnTo>
                        <a:pt x="62248" y="30110"/>
                      </a:lnTo>
                      <a:lnTo>
                        <a:pt x="62081" y="29921"/>
                      </a:lnTo>
                      <a:lnTo>
                        <a:pt x="62039" y="29921"/>
                      </a:lnTo>
                      <a:lnTo>
                        <a:pt x="61976" y="29817"/>
                      </a:lnTo>
                      <a:lnTo>
                        <a:pt x="62039" y="29775"/>
                      </a:lnTo>
                      <a:lnTo>
                        <a:pt x="62101" y="29608"/>
                      </a:lnTo>
                      <a:lnTo>
                        <a:pt x="62101" y="29566"/>
                      </a:lnTo>
                      <a:lnTo>
                        <a:pt x="61997" y="29649"/>
                      </a:lnTo>
                      <a:lnTo>
                        <a:pt x="61892" y="29608"/>
                      </a:lnTo>
                      <a:lnTo>
                        <a:pt x="61788" y="29231"/>
                      </a:lnTo>
                      <a:lnTo>
                        <a:pt x="61788" y="29126"/>
                      </a:lnTo>
                      <a:lnTo>
                        <a:pt x="61767" y="29043"/>
                      </a:lnTo>
                      <a:lnTo>
                        <a:pt x="61746" y="28833"/>
                      </a:lnTo>
                      <a:lnTo>
                        <a:pt x="61788" y="28750"/>
                      </a:lnTo>
                      <a:lnTo>
                        <a:pt x="61683" y="28457"/>
                      </a:lnTo>
                      <a:lnTo>
                        <a:pt x="61767" y="28394"/>
                      </a:lnTo>
                      <a:lnTo>
                        <a:pt x="61725" y="28352"/>
                      </a:lnTo>
                      <a:lnTo>
                        <a:pt x="61746" y="28310"/>
                      </a:lnTo>
                      <a:lnTo>
                        <a:pt x="61746" y="28227"/>
                      </a:lnTo>
                      <a:lnTo>
                        <a:pt x="61683" y="28185"/>
                      </a:lnTo>
                      <a:lnTo>
                        <a:pt x="61746" y="28080"/>
                      </a:lnTo>
                      <a:lnTo>
                        <a:pt x="61683" y="27975"/>
                      </a:lnTo>
                      <a:lnTo>
                        <a:pt x="61683" y="27892"/>
                      </a:lnTo>
                      <a:lnTo>
                        <a:pt x="61767" y="27829"/>
                      </a:lnTo>
                      <a:lnTo>
                        <a:pt x="61662" y="27766"/>
                      </a:lnTo>
                      <a:lnTo>
                        <a:pt x="61641" y="27620"/>
                      </a:lnTo>
                      <a:lnTo>
                        <a:pt x="61683" y="27557"/>
                      </a:lnTo>
                      <a:lnTo>
                        <a:pt x="61662" y="27452"/>
                      </a:lnTo>
                      <a:lnTo>
                        <a:pt x="61578" y="27515"/>
                      </a:lnTo>
                      <a:lnTo>
                        <a:pt x="61474" y="27494"/>
                      </a:lnTo>
                      <a:lnTo>
                        <a:pt x="61348" y="27390"/>
                      </a:lnTo>
                      <a:lnTo>
                        <a:pt x="61348" y="27264"/>
                      </a:lnTo>
                      <a:lnTo>
                        <a:pt x="61411" y="27180"/>
                      </a:lnTo>
                      <a:lnTo>
                        <a:pt x="61411" y="27076"/>
                      </a:lnTo>
                      <a:lnTo>
                        <a:pt x="61244" y="26887"/>
                      </a:lnTo>
                      <a:lnTo>
                        <a:pt x="61160" y="26887"/>
                      </a:lnTo>
                      <a:lnTo>
                        <a:pt x="61055" y="26762"/>
                      </a:lnTo>
                      <a:lnTo>
                        <a:pt x="61139" y="26720"/>
                      </a:lnTo>
                      <a:lnTo>
                        <a:pt x="61139" y="26615"/>
                      </a:lnTo>
                      <a:lnTo>
                        <a:pt x="61202" y="26511"/>
                      </a:lnTo>
                      <a:lnTo>
                        <a:pt x="61097" y="26323"/>
                      </a:lnTo>
                      <a:lnTo>
                        <a:pt x="61013" y="26323"/>
                      </a:lnTo>
                      <a:lnTo>
                        <a:pt x="60930" y="26239"/>
                      </a:lnTo>
                      <a:lnTo>
                        <a:pt x="60825" y="26218"/>
                      </a:lnTo>
                      <a:lnTo>
                        <a:pt x="60804" y="26134"/>
                      </a:lnTo>
                      <a:lnTo>
                        <a:pt x="60532" y="26051"/>
                      </a:lnTo>
                      <a:lnTo>
                        <a:pt x="60490" y="25988"/>
                      </a:lnTo>
                      <a:lnTo>
                        <a:pt x="60323" y="25946"/>
                      </a:lnTo>
                      <a:lnTo>
                        <a:pt x="60260" y="25904"/>
                      </a:lnTo>
                      <a:lnTo>
                        <a:pt x="60197" y="25779"/>
                      </a:lnTo>
                      <a:lnTo>
                        <a:pt x="60114" y="25695"/>
                      </a:lnTo>
                      <a:lnTo>
                        <a:pt x="59988" y="25695"/>
                      </a:lnTo>
                      <a:lnTo>
                        <a:pt x="59863" y="25590"/>
                      </a:lnTo>
                      <a:lnTo>
                        <a:pt x="59737" y="25695"/>
                      </a:lnTo>
                      <a:lnTo>
                        <a:pt x="59633" y="25695"/>
                      </a:lnTo>
                      <a:lnTo>
                        <a:pt x="59570" y="25779"/>
                      </a:lnTo>
                      <a:lnTo>
                        <a:pt x="59486" y="25779"/>
                      </a:lnTo>
                      <a:lnTo>
                        <a:pt x="59444" y="25716"/>
                      </a:lnTo>
                      <a:lnTo>
                        <a:pt x="59444" y="25674"/>
                      </a:lnTo>
                      <a:lnTo>
                        <a:pt x="59340" y="25611"/>
                      </a:lnTo>
                      <a:lnTo>
                        <a:pt x="59235" y="25611"/>
                      </a:lnTo>
                      <a:lnTo>
                        <a:pt x="59277" y="25799"/>
                      </a:lnTo>
                      <a:lnTo>
                        <a:pt x="59381" y="25904"/>
                      </a:lnTo>
                      <a:lnTo>
                        <a:pt x="59340" y="26009"/>
                      </a:lnTo>
                      <a:lnTo>
                        <a:pt x="59381" y="26197"/>
                      </a:lnTo>
                      <a:lnTo>
                        <a:pt x="59340" y="26343"/>
                      </a:lnTo>
                      <a:lnTo>
                        <a:pt x="59256" y="26406"/>
                      </a:lnTo>
                      <a:lnTo>
                        <a:pt x="59256" y="26239"/>
                      </a:lnTo>
                      <a:lnTo>
                        <a:pt x="59277" y="26113"/>
                      </a:lnTo>
                      <a:lnTo>
                        <a:pt x="59214" y="25946"/>
                      </a:lnTo>
                      <a:lnTo>
                        <a:pt x="59151" y="26030"/>
                      </a:lnTo>
                      <a:lnTo>
                        <a:pt x="59172" y="26134"/>
                      </a:lnTo>
                      <a:lnTo>
                        <a:pt x="59130" y="26323"/>
                      </a:lnTo>
                      <a:lnTo>
                        <a:pt x="59005" y="26406"/>
                      </a:lnTo>
                      <a:lnTo>
                        <a:pt x="58733" y="26427"/>
                      </a:lnTo>
                      <a:lnTo>
                        <a:pt x="58712" y="26364"/>
                      </a:lnTo>
                      <a:lnTo>
                        <a:pt x="58816" y="26302"/>
                      </a:lnTo>
                      <a:lnTo>
                        <a:pt x="58858" y="26302"/>
                      </a:lnTo>
                      <a:lnTo>
                        <a:pt x="58858" y="26134"/>
                      </a:lnTo>
                      <a:lnTo>
                        <a:pt x="58921" y="26051"/>
                      </a:lnTo>
                      <a:lnTo>
                        <a:pt x="58963" y="26009"/>
                      </a:lnTo>
                      <a:lnTo>
                        <a:pt x="58837" y="26009"/>
                      </a:lnTo>
                      <a:lnTo>
                        <a:pt x="58796" y="26051"/>
                      </a:lnTo>
                      <a:lnTo>
                        <a:pt x="58733" y="26009"/>
                      </a:lnTo>
                      <a:lnTo>
                        <a:pt x="58649" y="26030"/>
                      </a:lnTo>
                      <a:lnTo>
                        <a:pt x="58607" y="26134"/>
                      </a:lnTo>
                      <a:lnTo>
                        <a:pt x="58524" y="26197"/>
                      </a:lnTo>
                      <a:lnTo>
                        <a:pt x="58503" y="26197"/>
                      </a:lnTo>
                      <a:lnTo>
                        <a:pt x="58419" y="26302"/>
                      </a:lnTo>
                      <a:lnTo>
                        <a:pt x="58272" y="26155"/>
                      </a:lnTo>
                      <a:lnTo>
                        <a:pt x="58293" y="26009"/>
                      </a:lnTo>
                      <a:lnTo>
                        <a:pt x="58231" y="25820"/>
                      </a:lnTo>
                      <a:lnTo>
                        <a:pt x="58105" y="25632"/>
                      </a:lnTo>
                      <a:lnTo>
                        <a:pt x="58105" y="25339"/>
                      </a:lnTo>
                      <a:lnTo>
                        <a:pt x="57980" y="25381"/>
                      </a:lnTo>
                      <a:lnTo>
                        <a:pt x="57917" y="25381"/>
                      </a:lnTo>
                      <a:lnTo>
                        <a:pt x="57812" y="25423"/>
                      </a:lnTo>
                      <a:lnTo>
                        <a:pt x="57749" y="25465"/>
                      </a:lnTo>
                      <a:lnTo>
                        <a:pt x="57603" y="25548"/>
                      </a:lnTo>
                      <a:lnTo>
                        <a:pt x="57498" y="25548"/>
                      </a:lnTo>
                      <a:lnTo>
                        <a:pt x="57394" y="25486"/>
                      </a:lnTo>
                      <a:lnTo>
                        <a:pt x="57289" y="25527"/>
                      </a:lnTo>
                      <a:lnTo>
                        <a:pt x="57184" y="25444"/>
                      </a:lnTo>
                      <a:lnTo>
                        <a:pt x="57143" y="25339"/>
                      </a:lnTo>
                      <a:lnTo>
                        <a:pt x="57184" y="25255"/>
                      </a:lnTo>
                      <a:lnTo>
                        <a:pt x="57226" y="25109"/>
                      </a:lnTo>
                      <a:lnTo>
                        <a:pt x="57331" y="24942"/>
                      </a:lnTo>
                      <a:lnTo>
                        <a:pt x="57477" y="24774"/>
                      </a:lnTo>
                      <a:lnTo>
                        <a:pt x="57477" y="24586"/>
                      </a:lnTo>
                      <a:lnTo>
                        <a:pt x="57666" y="24439"/>
                      </a:lnTo>
                      <a:lnTo>
                        <a:pt x="57666" y="24272"/>
                      </a:lnTo>
                      <a:lnTo>
                        <a:pt x="57708" y="24251"/>
                      </a:lnTo>
                      <a:lnTo>
                        <a:pt x="57708" y="24188"/>
                      </a:lnTo>
                      <a:lnTo>
                        <a:pt x="57812" y="24021"/>
                      </a:lnTo>
                      <a:lnTo>
                        <a:pt x="57854" y="23874"/>
                      </a:lnTo>
                      <a:lnTo>
                        <a:pt x="57917" y="23749"/>
                      </a:lnTo>
                      <a:lnTo>
                        <a:pt x="57875" y="23623"/>
                      </a:lnTo>
                      <a:lnTo>
                        <a:pt x="57917" y="23540"/>
                      </a:lnTo>
                      <a:lnTo>
                        <a:pt x="57917" y="23330"/>
                      </a:lnTo>
                      <a:lnTo>
                        <a:pt x="57980" y="23038"/>
                      </a:lnTo>
                      <a:lnTo>
                        <a:pt x="58021" y="23038"/>
                      </a:lnTo>
                      <a:lnTo>
                        <a:pt x="58063" y="22828"/>
                      </a:lnTo>
                      <a:lnTo>
                        <a:pt x="58168" y="22786"/>
                      </a:lnTo>
                      <a:lnTo>
                        <a:pt x="58126" y="22661"/>
                      </a:lnTo>
                      <a:lnTo>
                        <a:pt x="58293" y="22473"/>
                      </a:lnTo>
                      <a:lnTo>
                        <a:pt x="58314" y="22305"/>
                      </a:lnTo>
                      <a:lnTo>
                        <a:pt x="58419" y="22242"/>
                      </a:lnTo>
                      <a:lnTo>
                        <a:pt x="58377" y="22033"/>
                      </a:lnTo>
                      <a:lnTo>
                        <a:pt x="58419" y="21970"/>
                      </a:lnTo>
                      <a:lnTo>
                        <a:pt x="58419" y="21845"/>
                      </a:lnTo>
                      <a:lnTo>
                        <a:pt x="58503" y="21782"/>
                      </a:lnTo>
                      <a:lnTo>
                        <a:pt x="58544" y="21782"/>
                      </a:lnTo>
                      <a:lnTo>
                        <a:pt x="58544" y="21657"/>
                      </a:lnTo>
                      <a:lnTo>
                        <a:pt x="58503" y="21573"/>
                      </a:lnTo>
                      <a:lnTo>
                        <a:pt x="58503" y="21343"/>
                      </a:lnTo>
                      <a:lnTo>
                        <a:pt x="58482" y="21217"/>
                      </a:lnTo>
                      <a:lnTo>
                        <a:pt x="58544" y="21029"/>
                      </a:lnTo>
                      <a:lnTo>
                        <a:pt x="58712" y="20841"/>
                      </a:lnTo>
                      <a:lnTo>
                        <a:pt x="58754" y="20631"/>
                      </a:lnTo>
                      <a:lnTo>
                        <a:pt x="58607" y="20401"/>
                      </a:lnTo>
                      <a:lnTo>
                        <a:pt x="58628" y="20276"/>
                      </a:lnTo>
                      <a:lnTo>
                        <a:pt x="58733" y="20171"/>
                      </a:lnTo>
                      <a:lnTo>
                        <a:pt x="58754" y="20045"/>
                      </a:lnTo>
                      <a:lnTo>
                        <a:pt x="58963" y="19878"/>
                      </a:lnTo>
                      <a:lnTo>
                        <a:pt x="59005" y="19773"/>
                      </a:lnTo>
                      <a:lnTo>
                        <a:pt x="59068" y="19773"/>
                      </a:lnTo>
                      <a:lnTo>
                        <a:pt x="59151" y="19857"/>
                      </a:lnTo>
                      <a:lnTo>
                        <a:pt x="59277" y="19836"/>
                      </a:lnTo>
                      <a:lnTo>
                        <a:pt x="59486" y="19669"/>
                      </a:lnTo>
                      <a:lnTo>
                        <a:pt x="59674" y="19669"/>
                      </a:lnTo>
                      <a:lnTo>
                        <a:pt x="59842" y="19564"/>
                      </a:lnTo>
                      <a:lnTo>
                        <a:pt x="59967" y="19564"/>
                      </a:lnTo>
                      <a:lnTo>
                        <a:pt x="60072" y="19481"/>
                      </a:lnTo>
                      <a:lnTo>
                        <a:pt x="60177" y="19481"/>
                      </a:lnTo>
                      <a:lnTo>
                        <a:pt x="60281" y="19460"/>
                      </a:lnTo>
                      <a:lnTo>
                        <a:pt x="60323" y="19376"/>
                      </a:lnTo>
                      <a:lnTo>
                        <a:pt x="60428" y="19460"/>
                      </a:lnTo>
                      <a:lnTo>
                        <a:pt x="60386" y="19585"/>
                      </a:lnTo>
                      <a:lnTo>
                        <a:pt x="60469" y="19627"/>
                      </a:lnTo>
                      <a:lnTo>
                        <a:pt x="60574" y="19732"/>
                      </a:lnTo>
                      <a:lnTo>
                        <a:pt x="60616" y="19627"/>
                      </a:lnTo>
                      <a:lnTo>
                        <a:pt x="60721" y="19543"/>
                      </a:lnTo>
                      <a:lnTo>
                        <a:pt x="60574" y="19418"/>
                      </a:lnTo>
                      <a:lnTo>
                        <a:pt x="60574" y="19355"/>
                      </a:lnTo>
                      <a:lnTo>
                        <a:pt x="60700" y="19271"/>
                      </a:lnTo>
                      <a:lnTo>
                        <a:pt x="60909" y="19313"/>
                      </a:lnTo>
                      <a:lnTo>
                        <a:pt x="61013" y="19250"/>
                      </a:lnTo>
                      <a:lnTo>
                        <a:pt x="61244" y="19250"/>
                      </a:lnTo>
                      <a:lnTo>
                        <a:pt x="61306" y="19334"/>
                      </a:lnTo>
                      <a:lnTo>
                        <a:pt x="61348" y="19334"/>
                      </a:lnTo>
                      <a:lnTo>
                        <a:pt x="61432" y="19250"/>
                      </a:lnTo>
                      <a:lnTo>
                        <a:pt x="61516" y="19250"/>
                      </a:lnTo>
                      <a:lnTo>
                        <a:pt x="61474" y="19146"/>
                      </a:lnTo>
                      <a:lnTo>
                        <a:pt x="61557" y="19104"/>
                      </a:lnTo>
                      <a:lnTo>
                        <a:pt x="61746" y="19104"/>
                      </a:lnTo>
                      <a:lnTo>
                        <a:pt x="61829" y="19208"/>
                      </a:lnTo>
                      <a:lnTo>
                        <a:pt x="62039" y="19125"/>
                      </a:lnTo>
                      <a:lnTo>
                        <a:pt x="62039" y="19041"/>
                      </a:lnTo>
                      <a:lnTo>
                        <a:pt x="61955" y="18999"/>
                      </a:lnTo>
                      <a:lnTo>
                        <a:pt x="61892" y="19041"/>
                      </a:lnTo>
                      <a:lnTo>
                        <a:pt x="61767" y="18957"/>
                      </a:lnTo>
                      <a:lnTo>
                        <a:pt x="61850" y="18832"/>
                      </a:lnTo>
                      <a:lnTo>
                        <a:pt x="61871" y="18916"/>
                      </a:lnTo>
                      <a:lnTo>
                        <a:pt x="62039" y="18853"/>
                      </a:lnTo>
                      <a:lnTo>
                        <a:pt x="61871" y="18748"/>
                      </a:lnTo>
                      <a:lnTo>
                        <a:pt x="61871" y="18685"/>
                      </a:lnTo>
                      <a:lnTo>
                        <a:pt x="61955" y="18685"/>
                      </a:lnTo>
                      <a:lnTo>
                        <a:pt x="62101" y="18497"/>
                      </a:lnTo>
                      <a:lnTo>
                        <a:pt x="62269" y="18497"/>
                      </a:lnTo>
                      <a:lnTo>
                        <a:pt x="62353" y="18581"/>
                      </a:lnTo>
                      <a:lnTo>
                        <a:pt x="62457" y="18518"/>
                      </a:lnTo>
                      <a:lnTo>
                        <a:pt x="62666" y="18581"/>
                      </a:lnTo>
                      <a:lnTo>
                        <a:pt x="62813" y="18581"/>
                      </a:lnTo>
                      <a:lnTo>
                        <a:pt x="62813" y="18623"/>
                      </a:lnTo>
                      <a:lnTo>
                        <a:pt x="62897" y="18685"/>
                      </a:lnTo>
                      <a:lnTo>
                        <a:pt x="62959" y="18644"/>
                      </a:lnTo>
                      <a:lnTo>
                        <a:pt x="62918" y="18581"/>
                      </a:lnTo>
                      <a:lnTo>
                        <a:pt x="63106" y="18581"/>
                      </a:lnTo>
                      <a:lnTo>
                        <a:pt x="63252" y="18602"/>
                      </a:lnTo>
                      <a:lnTo>
                        <a:pt x="63357" y="18602"/>
                      </a:lnTo>
                      <a:lnTo>
                        <a:pt x="63462" y="18685"/>
                      </a:lnTo>
                      <a:lnTo>
                        <a:pt x="63462" y="18727"/>
                      </a:lnTo>
                      <a:lnTo>
                        <a:pt x="63629" y="18748"/>
                      </a:lnTo>
                      <a:lnTo>
                        <a:pt x="63734" y="18664"/>
                      </a:lnTo>
                      <a:lnTo>
                        <a:pt x="63796" y="18685"/>
                      </a:lnTo>
                      <a:lnTo>
                        <a:pt x="63838" y="18769"/>
                      </a:lnTo>
                      <a:lnTo>
                        <a:pt x="63629" y="18916"/>
                      </a:lnTo>
                      <a:lnTo>
                        <a:pt x="63441" y="18916"/>
                      </a:lnTo>
                      <a:lnTo>
                        <a:pt x="63378" y="18978"/>
                      </a:lnTo>
                      <a:lnTo>
                        <a:pt x="63378" y="19083"/>
                      </a:lnTo>
                      <a:lnTo>
                        <a:pt x="63273" y="19083"/>
                      </a:lnTo>
                      <a:lnTo>
                        <a:pt x="63252" y="19125"/>
                      </a:lnTo>
                      <a:lnTo>
                        <a:pt x="63315" y="19146"/>
                      </a:lnTo>
                      <a:lnTo>
                        <a:pt x="63378" y="19146"/>
                      </a:lnTo>
                      <a:lnTo>
                        <a:pt x="63545" y="19355"/>
                      </a:lnTo>
                      <a:lnTo>
                        <a:pt x="63587" y="19313"/>
                      </a:lnTo>
                      <a:lnTo>
                        <a:pt x="63775" y="19250"/>
                      </a:lnTo>
                      <a:lnTo>
                        <a:pt x="63859" y="19146"/>
                      </a:lnTo>
                      <a:lnTo>
                        <a:pt x="63838" y="19104"/>
                      </a:lnTo>
                      <a:lnTo>
                        <a:pt x="63964" y="19041"/>
                      </a:lnTo>
                      <a:lnTo>
                        <a:pt x="63880" y="18916"/>
                      </a:lnTo>
                      <a:lnTo>
                        <a:pt x="63964" y="18916"/>
                      </a:lnTo>
                      <a:lnTo>
                        <a:pt x="64089" y="19083"/>
                      </a:lnTo>
                      <a:lnTo>
                        <a:pt x="64173" y="19104"/>
                      </a:lnTo>
                      <a:lnTo>
                        <a:pt x="64215" y="19020"/>
                      </a:lnTo>
                      <a:lnTo>
                        <a:pt x="64173" y="18978"/>
                      </a:lnTo>
                      <a:lnTo>
                        <a:pt x="64257" y="18916"/>
                      </a:lnTo>
                      <a:lnTo>
                        <a:pt x="64298" y="18832"/>
                      </a:lnTo>
                      <a:lnTo>
                        <a:pt x="64319" y="18832"/>
                      </a:lnTo>
                      <a:lnTo>
                        <a:pt x="64319" y="18727"/>
                      </a:lnTo>
                      <a:lnTo>
                        <a:pt x="64298" y="18664"/>
                      </a:lnTo>
                      <a:lnTo>
                        <a:pt x="64382" y="18623"/>
                      </a:lnTo>
                      <a:lnTo>
                        <a:pt x="64466" y="18685"/>
                      </a:lnTo>
                      <a:lnTo>
                        <a:pt x="64529" y="18623"/>
                      </a:lnTo>
                      <a:lnTo>
                        <a:pt x="64591" y="18685"/>
                      </a:lnTo>
                      <a:lnTo>
                        <a:pt x="64612" y="18769"/>
                      </a:lnTo>
                      <a:lnTo>
                        <a:pt x="64696" y="18811"/>
                      </a:lnTo>
                      <a:lnTo>
                        <a:pt x="64842" y="18664"/>
                      </a:lnTo>
                      <a:lnTo>
                        <a:pt x="64780" y="18602"/>
                      </a:lnTo>
                      <a:lnTo>
                        <a:pt x="64780" y="18581"/>
                      </a:lnTo>
                      <a:lnTo>
                        <a:pt x="64842" y="18518"/>
                      </a:lnTo>
                      <a:lnTo>
                        <a:pt x="64926" y="18560"/>
                      </a:lnTo>
                      <a:lnTo>
                        <a:pt x="65010" y="18497"/>
                      </a:lnTo>
                      <a:lnTo>
                        <a:pt x="65094" y="18497"/>
                      </a:lnTo>
                      <a:lnTo>
                        <a:pt x="65114" y="18455"/>
                      </a:lnTo>
                      <a:lnTo>
                        <a:pt x="65010" y="18351"/>
                      </a:lnTo>
                      <a:lnTo>
                        <a:pt x="65031" y="18288"/>
                      </a:lnTo>
                      <a:lnTo>
                        <a:pt x="65031" y="18246"/>
                      </a:lnTo>
                      <a:lnTo>
                        <a:pt x="64926" y="18183"/>
                      </a:lnTo>
                      <a:lnTo>
                        <a:pt x="64884" y="18141"/>
                      </a:lnTo>
                      <a:lnTo>
                        <a:pt x="64884" y="18162"/>
                      </a:lnTo>
                      <a:lnTo>
                        <a:pt x="64884" y="18204"/>
                      </a:lnTo>
                      <a:lnTo>
                        <a:pt x="64822" y="18204"/>
                      </a:lnTo>
                      <a:lnTo>
                        <a:pt x="64717" y="18162"/>
                      </a:lnTo>
                      <a:lnTo>
                        <a:pt x="64696" y="18183"/>
                      </a:lnTo>
                      <a:lnTo>
                        <a:pt x="64696" y="18246"/>
                      </a:lnTo>
                      <a:lnTo>
                        <a:pt x="64591" y="18246"/>
                      </a:lnTo>
                      <a:lnTo>
                        <a:pt x="64529" y="18288"/>
                      </a:lnTo>
                      <a:lnTo>
                        <a:pt x="64466" y="18246"/>
                      </a:lnTo>
                      <a:lnTo>
                        <a:pt x="64487" y="18141"/>
                      </a:lnTo>
                      <a:lnTo>
                        <a:pt x="64529" y="18100"/>
                      </a:lnTo>
                      <a:lnTo>
                        <a:pt x="64382" y="17890"/>
                      </a:lnTo>
                      <a:lnTo>
                        <a:pt x="64487" y="17828"/>
                      </a:lnTo>
                      <a:lnTo>
                        <a:pt x="64382" y="17660"/>
                      </a:lnTo>
                      <a:lnTo>
                        <a:pt x="64424" y="17451"/>
                      </a:lnTo>
                      <a:lnTo>
                        <a:pt x="64424" y="17325"/>
                      </a:lnTo>
                      <a:lnTo>
                        <a:pt x="64508" y="17221"/>
                      </a:lnTo>
                      <a:lnTo>
                        <a:pt x="64508" y="17032"/>
                      </a:lnTo>
                      <a:lnTo>
                        <a:pt x="64612" y="16928"/>
                      </a:lnTo>
                      <a:lnTo>
                        <a:pt x="64612" y="16802"/>
                      </a:lnTo>
                      <a:lnTo>
                        <a:pt x="64591" y="16781"/>
                      </a:lnTo>
                      <a:lnTo>
                        <a:pt x="64717" y="16719"/>
                      </a:lnTo>
                      <a:lnTo>
                        <a:pt x="64591" y="16572"/>
                      </a:lnTo>
                      <a:lnTo>
                        <a:pt x="64633" y="16175"/>
                      </a:lnTo>
                      <a:lnTo>
                        <a:pt x="64738" y="16091"/>
                      </a:lnTo>
                      <a:lnTo>
                        <a:pt x="64633" y="15944"/>
                      </a:lnTo>
                      <a:lnTo>
                        <a:pt x="64612" y="15777"/>
                      </a:lnTo>
                      <a:lnTo>
                        <a:pt x="64529" y="15735"/>
                      </a:lnTo>
                      <a:lnTo>
                        <a:pt x="64529" y="15672"/>
                      </a:lnTo>
                      <a:lnTo>
                        <a:pt x="64633" y="15589"/>
                      </a:lnTo>
                      <a:lnTo>
                        <a:pt x="64612" y="15442"/>
                      </a:lnTo>
                      <a:lnTo>
                        <a:pt x="64696" y="15379"/>
                      </a:lnTo>
                      <a:lnTo>
                        <a:pt x="64822" y="15170"/>
                      </a:lnTo>
                      <a:lnTo>
                        <a:pt x="64947" y="15212"/>
                      </a:lnTo>
                      <a:lnTo>
                        <a:pt x="65031" y="15149"/>
                      </a:lnTo>
                      <a:lnTo>
                        <a:pt x="65114" y="15170"/>
                      </a:lnTo>
                      <a:lnTo>
                        <a:pt x="65156" y="15107"/>
                      </a:lnTo>
                      <a:lnTo>
                        <a:pt x="65366" y="15107"/>
                      </a:lnTo>
                      <a:lnTo>
                        <a:pt x="65407" y="15045"/>
                      </a:lnTo>
                      <a:lnTo>
                        <a:pt x="65470" y="15024"/>
                      </a:lnTo>
                      <a:lnTo>
                        <a:pt x="65512" y="14919"/>
                      </a:lnTo>
                      <a:lnTo>
                        <a:pt x="65554" y="14919"/>
                      </a:lnTo>
                      <a:lnTo>
                        <a:pt x="65617" y="14898"/>
                      </a:lnTo>
                      <a:lnTo>
                        <a:pt x="65742" y="14898"/>
                      </a:lnTo>
                      <a:lnTo>
                        <a:pt x="65763" y="15003"/>
                      </a:lnTo>
                      <a:lnTo>
                        <a:pt x="65826" y="14961"/>
                      </a:lnTo>
                      <a:lnTo>
                        <a:pt x="65868" y="14961"/>
                      </a:lnTo>
                      <a:lnTo>
                        <a:pt x="65951" y="15107"/>
                      </a:lnTo>
                      <a:lnTo>
                        <a:pt x="65993" y="15107"/>
                      </a:lnTo>
                      <a:lnTo>
                        <a:pt x="66098" y="14961"/>
                      </a:lnTo>
                      <a:lnTo>
                        <a:pt x="66098" y="14835"/>
                      </a:lnTo>
                      <a:lnTo>
                        <a:pt x="66182" y="14815"/>
                      </a:lnTo>
                      <a:lnTo>
                        <a:pt x="66203" y="14689"/>
                      </a:lnTo>
                      <a:lnTo>
                        <a:pt x="66265" y="14689"/>
                      </a:lnTo>
                      <a:lnTo>
                        <a:pt x="66286" y="14794"/>
                      </a:lnTo>
                      <a:lnTo>
                        <a:pt x="66412" y="14856"/>
                      </a:lnTo>
                      <a:lnTo>
                        <a:pt x="66412" y="15003"/>
                      </a:lnTo>
                      <a:lnTo>
                        <a:pt x="66391" y="15045"/>
                      </a:lnTo>
                      <a:lnTo>
                        <a:pt x="66454" y="15107"/>
                      </a:lnTo>
                      <a:lnTo>
                        <a:pt x="66475" y="15212"/>
                      </a:lnTo>
                      <a:lnTo>
                        <a:pt x="66391" y="15275"/>
                      </a:lnTo>
                      <a:lnTo>
                        <a:pt x="66454" y="15317"/>
                      </a:lnTo>
                      <a:lnTo>
                        <a:pt x="66475" y="15442"/>
                      </a:lnTo>
                      <a:lnTo>
                        <a:pt x="66454" y="15442"/>
                      </a:lnTo>
                      <a:lnTo>
                        <a:pt x="66454" y="15526"/>
                      </a:lnTo>
                      <a:lnTo>
                        <a:pt x="66475" y="15568"/>
                      </a:lnTo>
                      <a:lnTo>
                        <a:pt x="66412" y="15651"/>
                      </a:lnTo>
                      <a:lnTo>
                        <a:pt x="66391" y="15693"/>
                      </a:lnTo>
                      <a:lnTo>
                        <a:pt x="66412" y="15756"/>
                      </a:lnTo>
                      <a:lnTo>
                        <a:pt x="66516" y="15651"/>
                      </a:lnTo>
                      <a:lnTo>
                        <a:pt x="66558" y="15735"/>
                      </a:lnTo>
                      <a:lnTo>
                        <a:pt x="66663" y="15756"/>
                      </a:lnTo>
                      <a:lnTo>
                        <a:pt x="66684" y="15965"/>
                      </a:lnTo>
                      <a:lnTo>
                        <a:pt x="66726" y="15903"/>
                      </a:lnTo>
                      <a:lnTo>
                        <a:pt x="66726" y="15840"/>
                      </a:lnTo>
                      <a:lnTo>
                        <a:pt x="66830" y="15735"/>
                      </a:lnTo>
                      <a:lnTo>
                        <a:pt x="66914" y="15735"/>
                      </a:lnTo>
                      <a:lnTo>
                        <a:pt x="66977" y="15777"/>
                      </a:lnTo>
                      <a:lnTo>
                        <a:pt x="66872" y="15944"/>
                      </a:lnTo>
                      <a:lnTo>
                        <a:pt x="66977" y="16049"/>
                      </a:lnTo>
                      <a:lnTo>
                        <a:pt x="66998" y="16175"/>
                      </a:lnTo>
                      <a:lnTo>
                        <a:pt x="67081" y="15986"/>
                      </a:lnTo>
                      <a:lnTo>
                        <a:pt x="67144" y="15944"/>
                      </a:lnTo>
                      <a:lnTo>
                        <a:pt x="67144" y="15861"/>
                      </a:lnTo>
                      <a:lnTo>
                        <a:pt x="67207" y="15777"/>
                      </a:lnTo>
                      <a:lnTo>
                        <a:pt x="67207" y="15484"/>
                      </a:lnTo>
                      <a:lnTo>
                        <a:pt x="67291" y="15421"/>
                      </a:lnTo>
                      <a:lnTo>
                        <a:pt x="67207" y="15338"/>
                      </a:lnTo>
                      <a:lnTo>
                        <a:pt x="67311" y="15254"/>
                      </a:lnTo>
                      <a:lnTo>
                        <a:pt x="67311" y="15149"/>
                      </a:lnTo>
                      <a:lnTo>
                        <a:pt x="67249" y="15128"/>
                      </a:lnTo>
                      <a:lnTo>
                        <a:pt x="67249" y="15066"/>
                      </a:lnTo>
                      <a:lnTo>
                        <a:pt x="67311" y="15045"/>
                      </a:lnTo>
                      <a:lnTo>
                        <a:pt x="67332" y="14856"/>
                      </a:lnTo>
                      <a:lnTo>
                        <a:pt x="67249" y="14794"/>
                      </a:lnTo>
                      <a:lnTo>
                        <a:pt x="67311" y="14605"/>
                      </a:lnTo>
                      <a:lnTo>
                        <a:pt x="67395" y="14522"/>
                      </a:lnTo>
                      <a:lnTo>
                        <a:pt x="67542" y="14501"/>
                      </a:lnTo>
                      <a:lnTo>
                        <a:pt x="67604" y="14584"/>
                      </a:lnTo>
                      <a:lnTo>
                        <a:pt x="67667" y="14647"/>
                      </a:lnTo>
                      <a:lnTo>
                        <a:pt x="67730" y="14584"/>
                      </a:lnTo>
                      <a:lnTo>
                        <a:pt x="67646" y="14501"/>
                      </a:lnTo>
                      <a:lnTo>
                        <a:pt x="67688" y="14375"/>
                      </a:lnTo>
                      <a:lnTo>
                        <a:pt x="67521" y="14291"/>
                      </a:lnTo>
                      <a:lnTo>
                        <a:pt x="67479" y="14061"/>
                      </a:lnTo>
                      <a:lnTo>
                        <a:pt x="67395" y="13999"/>
                      </a:lnTo>
                      <a:lnTo>
                        <a:pt x="67395" y="13957"/>
                      </a:lnTo>
                      <a:lnTo>
                        <a:pt x="67291" y="13873"/>
                      </a:lnTo>
                      <a:lnTo>
                        <a:pt x="67270" y="13706"/>
                      </a:lnTo>
                      <a:lnTo>
                        <a:pt x="67311" y="13664"/>
                      </a:lnTo>
                      <a:lnTo>
                        <a:pt x="67291" y="13538"/>
                      </a:lnTo>
                      <a:lnTo>
                        <a:pt x="67165" y="13434"/>
                      </a:lnTo>
                      <a:lnTo>
                        <a:pt x="67186" y="13329"/>
                      </a:lnTo>
                      <a:lnTo>
                        <a:pt x="67123" y="13266"/>
                      </a:lnTo>
                      <a:lnTo>
                        <a:pt x="67291" y="13141"/>
                      </a:lnTo>
                      <a:lnTo>
                        <a:pt x="67416" y="13141"/>
                      </a:lnTo>
                      <a:lnTo>
                        <a:pt x="67521" y="13015"/>
                      </a:lnTo>
                      <a:lnTo>
                        <a:pt x="67688" y="13015"/>
                      </a:lnTo>
                      <a:lnTo>
                        <a:pt x="67730" y="12952"/>
                      </a:lnTo>
                      <a:lnTo>
                        <a:pt x="67897" y="13078"/>
                      </a:lnTo>
                      <a:lnTo>
                        <a:pt x="68044" y="13078"/>
                      </a:lnTo>
                      <a:lnTo>
                        <a:pt x="68107" y="13120"/>
                      </a:lnTo>
                      <a:lnTo>
                        <a:pt x="68211" y="13141"/>
                      </a:lnTo>
                      <a:lnTo>
                        <a:pt x="68274" y="13120"/>
                      </a:lnTo>
                      <a:lnTo>
                        <a:pt x="68127" y="13182"/>
                      </a:lnTo>
                      <a:lnTo>
                        <a:pt x="68211" y="13245"/>
                      </a:lnTo>
                      <a:lnTo>
                        <a:pt x="68065" y="13287"/>
                      </a:lnTo>
                      <a:lnTo>
                        <a:pt x="67939" y="13266"/>
                      </a:lnTo>
                      <a:lnTo>
                        <a:pt x="67793" y="13434"/>
                      </a:lnTo>
                      <a:lnTo>
                        <a:pt x="67793" y="13496"/>
                      </a:lnTo>
                      <a:lnTo>
                        <a:pt x="67835" y="13643"/>
                      </a:lnTo>
                      <a:lnTo>
                        <a:pt x="67835" y="13768"/>
                      </a:lnTo>
                      <a:lnTo>
                        <a:pt x="67918" y="13810"/>
                      </a:lnTo>
                      <a:lnTo>
                        <a:pt x="67939" y="13894"/>
                      </a:lnTo>
                      <a:lnTo>
                        <a:pt x="68065" y="14061"/>
                      </a:lnTo>
                      <a:lnTo>
                        <a:pt x="68065" y="14103"/>
                      </a:lnTo>
                      <a:lnTo>
                        <a:pt x="68107" y="14103"/>
                      </a:lnTo>
                      <a:lnTo>
                        <a:pt x="68065" y="14166"/>
                      </a:lnTo>
                      <a:lnTo>
                        <a:pt x="68211" y="14208"/>
                      </a:lnTo>
                      <a:lnTo>
                        <a:pt x="68232" y="14333"/>
                      </a:lnTo>
                      <a:lnTo>
                        <a:pt x="68232" y="14396"/>
                      </a:lnTo>
                      <a:lnTo>
                        <a:pt x="68169" y="14438"/>
                      </a:lnTo>
                      <a:lnTo>
                        <a:pt x="68211" y="14710"/>
                      </a:lnTo>
                      <a:lnTo>
                        <a:pt x="68253" y="14731"/>
                      </a:lnTo>
                      <a:lnTo>
                        <a:pt x="68316" y="14647"/>
                      </a:lnTo>
                      <a:lnTo>
                        <a:pt x="68358" y="14647"/>
                      </a:lnTo>
                      <a:lnTo>
                        <a:pt x="68441" y="14752"/>
                      </a:lnTo>
                      <a:lnTo>
                        <a:pt x="68483" y="14835"/>
                      </a:lnTo>
                      <a:lnTo>
                        <a:pt x="68420" y="15024"/>
                      </a:lnTo>
                      <a:lnTo>
                        <a:pt x="68420" y="15233"/>
                      </a:lnTo>
                      <a:lnTo>
                        <a:pt x="68483" y="15317"/>
                      </a:lnTo>
                      <a:lnTo>
                        <a:pt x="68567" y="15254"/>
                      </a:lnTo>
                      <a:lnTo>
                        <a:pt x="68672" y="15275"/>
                      </a:lnTo>
                      <a:lnTo>
                        <a:pt x="68692" y="15338"/>
                      </a:lnTo>
                      <a:lnTo>
                        <a:pt x="68672" y="15421"/>
                      </a:lnTo>
                      <a:lnTo>
                        <a:pt x="68588" y="15421"/>
                      </a:lnTo>
                      <a:lnTo>
                        <a:pt x="68483" y="15484"/>
                      </a:lnTo>
                      <a:lnTo>
                        <a:pt x="68462" y="15484"/>
                      </a:lnTo>
                      <a:lnTo>
                        <a:pt x="68337" y="15631"/>
                      </a:lnTo>
                      <a:lnTo>
                        <a:pt x="68316" y="15735"/>
                      </a:lnTo>
                      <a:lnTo>
                        <a:pt x="68169" y="15798"/>
                      </a:lnTo>
                      <a:lnTo>
                        <a:pt x="68148" y="15861"/>
                      </a:lnTo>
                      <a:lnTo>
                        <a:pt x="68065" y="15882"/>
                      </a:lnTo>
                      <a:lnTo>
                        <a:pt x="68065" y="15986"/>
                      </a:lnTo>
                      <a:lnTo>
                        <a:pt x="68023" y="16070"/>
                      </a:lnTo>
                      <a:lnTo>
                        <a:pt x="68065" y="16195"/>
                      </a:lnTo>
                      <a:lnTo>
                        <a:pt x="68148" y="16175"/>
                      </a:lnTo>
                      <a:lnTo>
                        <a:pt x="68148" y="16321"/>
                      </a:lnTo>
                      <a:lnTo>
                        <a:pt x="68044" y="16509"/>
                      </a:lnTo>
                      <a:lnTo>
                        <a:pt x="68065" y="16593"/>
                      </a:lnTo>
                      <a:lnTo>
                        <a:pt x="68127" y="16614"/>
                      </a:lnTo>
                      <a:lnTo>
                        <a:pt x="68107" y="16844"/>
                      </a:lnTo>
                      <a:lnTo>
                        <a:pt x="68127" y="17032"/>
                      </a:lnTo>
                      <a:lnTo>
                        <a:pt x="68065" y="17116"/>
                      </a:lnTo>
                      <a:lnTo>
                        <a:pt x="67939" y="17158"/>
                      </a:lnTo>
                      <a:lnTo>
                        <a:pt x="67918" y="17263"/>
                      </a:lnTo>
                      <a:lnTo>
                        <a:pt x="67960" y="17325"/>
                      </a:lnTo>
                      <a:lnTo>
                        <a:pt x="67939" y="17535"/>
                      </a:lnTo>
                      <a:lnTo>
                        <a:pt x="67918" y="17576"/>
                      </a:lnTo>
                      <a:lnTo>
                        <a:pt x="67939" y="17660"/>
                      </a:lnTo>
                      <a:lnTo>
                        <a:pt x="68044" y="17765"/>
                      </a:lnTo>
                      <a:lnTo>
                        <a:pt x="67960" y="17765"/>
                      </a:lnTo>
                      <a:lnTo>
                        <a:pt x="67939" y="17953"/>
                      </a:lnTo>
                      <a:lnTo>
                        <a:pt x="67960" y="17995"/>
                      </a:lnTo>
                      <a:lnTo>
                        <a:pt x="67960" y="18141"/>
                      </a:lnTo>
                      <a:lnTo>
                        <a:pt x="67855" y="18246"/>
                      </a:lnTo>
                      <a:lnTo>
                        <a:pt x="67939" y="18372"/>
                      </a:lnTo>
                      <a:lnTo>
                        <a:pt x="67939" y="18602"/>
                      </a:lnTo>
                      <a:lnTo>
                        <a:pt x="68023" y="18811"/>
                      </a:lnTo>
                      <a:lnTo>
                        <a:pt x="67835" y="19146"/>
                      </a:lnTo>
                      <a:lnTo>
                        <a:pt x="67939" y="19292"/>
                      </a:lnTo>
                      <a:lnTo>
                        <a:pt x="67835" y="19250"/>
                      </a:lnTo>
                      <a:lnTo>
                        <a:pt x="67625" y="19292"/>
                      </a:lnTo>
                      <a:lnTo>
                        <a:pt x="67625" y="19501"/>
                      </a:lnTo>
                      <a:lnTo>
                        <a:pt x="67646" y="19564"/>
                      </a:lnTo>
                      <a:lnTo>
                        <a:pt x="67521" y="19711"/>
                      </a:lnTo>
                      <a:lnTo>
                        <a:pt x="67291" y="19606"/>
                      </a:lnTo>
                      <a:lnTo>
                        <a:pt x="67186" y="19711"/>
                      </a:lnTo>
                      <a:lnTo>
                        <a:pt x="67186" y="19773"/>
                      </a:lnTo>
                      <a:lnTo>
                        <a:pt x="67332" y="19773"/>
                      </a:lnTo>
                      <a:lnTo>
                        <a:pt x="67542" y="20087"/>
                      </a:lnTo>
                      <a:lnTo>
                        <a:pt x="67542" y="20380"/>
                      </a:lnTo>
                      <a:lnTo>
                        <a:pt x="67500" y="20464"/>
                      </a:lnTo>
                      <a:lnTo>
                        <a:pt x="67542" y="20548"/>
                      </a:lnTo>
                      <a:lnTo>
                        <a:pt x="67437" y="20569"/>
                      </a:lnTo>
                      <a:lnTo>
                        <a:pt x="67416" y="20778"/>
                      </a:lnTo>
                      <a:lnTo>
                        <a:pt x="67291" y="20924"/>
                      </a:lnTo>
                      <a:lnTo>
                        <a:pt x="67270" y="21175"/>
                      </a:lnTo>
                      <a:lnTo>
                        <a:pt x="67374" y="21385"/>
                      </a:lnTo>
                      <a:lnTo>
                        <a:pt x="67416" y="21761"/>
                      </a:lnTo>
                      <a:lnTo>
                        <a:pt x="67583" y="22033"/>
                      </a:lnTo>
                      <a:lnTo>
                        <a:pt x="67583" y="22242"/>
                      </a:lnTo>
                      <a:lnTo>
                        <a:pt x="67835" y="22807"/>
                      </a:lnTo>
                      <a:lnTo>
                        <a:pt x="68148" y="23414"/>
                      </a:lnTo>
                      <a:lnTo>
                        <a:pt x="68462" y="23916"/>
                      </a:lnTo>
                      <a:lnTo>
                        <a:pt x="68630" y="24063"/>
                      </a:lnTo>
                      <a:lnTo>
                        <a:pt x="68630" y="24251"/>
                      </a:lnTo>
                      <a:lnTo>
                        <a:pt x="69048" y="24732"/>
                      </a:lnTo>
                      <a:lnTo>
                        <a:pt x="69488" y="25527"/>
                      </a:lnTo>
                      <a:lnTo>
                        <a:pt x="69697" y="25632"/>
                      </a:lnTo>
                      <a:lnTo>
                        <a:pt x="69843" y="25632"/>
                      </a:lnTo>
                      <a:lnTo>
                        <a:pt x="69927" y="25590"/>
                      </a:lnTo>
                      <a:lnTo>
                        <a:pt x="69927" y="25590"/>
                      </a:lnTo>
                      <a:lnTo>
                        <a:pt x="69885" y="25695"/>
                      </a:lnTo>
                      <a:lnTo>
                        <a:pt x="69780" y="25737"/>
                      </a:lnTo>
                      <a:lnTo>
                        <a:pt x="69697" y="25737"/>
                      </a:lnTo>
                      <a:lnTo>
                        <a:pt x="69843" y="25988"/>
                      </a:lnTo>
                      <a:lnTo>
                        <a:pt x="70052" y="26469"/>
                      </a:lnTo>
                      <a:lnTo>
                        <a:pt x="70094" y="26678"/>
                      </a:lnTo>
                      <a:lnTo>
                        <a:pt x="70220" y="26867"/>
                      </a:lnTo>
                      <a:lnTo>
                        <a:pt x="70450" y="26887"/>
                      </a:lnTo>
                      <a:lnTo>
                        <a:pt x="70471" y="26971"/>
                      </a:lnTo>
                      <a:lnTo>
                        <a:pt x="70471" y="27076"/>
                      </a:lnTo>
                      <a:lnTo>
                        <a:pt x="70513" y="27159"/>
                      </a:lnTo>
                      <a:lnTo>
                        <a:pt x="70471" y="27285"/>
                      </a:lnTo>
                      <a:lnTo>
                        <a:pt x="70617" y="27034"/>
                      </a:lnTo>
                      <a:lnTo>
                        <a:pt x="70659" y="26762"/>
                      </a:lnTo>
                      <a:lnTo>
                        <a:pt x="70680" y="26741"/>
                      </a:lnTo>
                      <a:lnTo>
                        <a:pt x="70680" y="26636"/>
                      </a:lnTo>
                      <a:lnTo>
                        <a:pt x="70827" y="26511"/>
                      </a:lnTo>
                      <a:lnTo>
                        <a:pt x="70848" y="26406"/>
                      </a:lnTo>
                      <a:lnTo>
                        <a:pt x="70827" y="26343"/>
                      </a:lnTo>
                      <a:lnTo>
                        <a:pt x="70868" y="26239"/>
                      </a:lnTo>
                      <a:lnTo>
                        <a:pt x="70931" y="25988"/>
                      </a:lnTo>
                      <a:lnTo>
                        <a:pt x="70868" y="25883"/>
                      </a:lnTo>
                      <a:lnTo>
                        <a:pt x="70889" y="25695"/>
                      </a:lnTo>
                      <a:lnTo>
                        <a:pt x="70994" y="25611"/>
                      </a:lnTo>
                      <a:lnTo>
                        <a:pt x="70889" y="25507"/>
                      </a:lnTo>
                      <a:lnTo>
                        <a:pt x="70848" y="25527"/>
                      </a:lnTo>
                      <a:lnTo>
                        <a:pt x="70764" y="25507"/>
                      </a:lnTo>
                      <a:lnTo>
                        <a:pt x="70827" y="25423"/>
                      </a:lnTo>
                      <a:lnTo>
                        <a:pt x="70743" y="25276"/>
                      </a:lnTo>
                      <a:lnTo>
                        <a:pt x="70785" y="25297"/>
                      </a:lnTo>
                      <a:lnTo>
                        <a:pt x="70848" y="25255"/>
                      </a:lnTo>
                      <a:lnTo>
                        <a:pt x="70743" y="25151"/>
                      </a:lnTo>
                      <a:lnTo>
                        <a:pt x="70764" y="25067"/>
                      </a:lnTo>
                      <a:lnTo>
                        <a:pt x="70785" y="24942"/>
                      </a:lnTo>
                      <a:lnTo>
                        <a:pt x="70659" y="24942"/>
                      </a:lnTo>
                      <a:lnTo>
                        <a:pt x="70576" y="24879"/>
                      </a:lnTo>
                      <a:lnTo>
                        <a:pt x="70638" y="24774"/>
                      </a:lnTo>
                      <a:lnTo>
                        <a:pt x="70743" y="24879"/>
                      </a:lnTo>
                      <a:lnTo>
                        <a:pt x="70889" y="24732"/>
                      </a:lnTo>
                      <a:lnTo>
                        <a:pt x="70973" y="24753"/>
                      </a:lnTo>
                      <a:lnTo>
                        <a:pt x="71078" y="24649"/>
                      </a:lnTo>
                      <a:lnTo>
                        <a:pt x="71182" y="24565"/>
                      </a:lnTo>
                      <a:lnTo>
                        <a:pt x="71203" y="24586"/>
                      </a:lnTo>
                      <a:lnTo>
                        <a:pt x="71350" y="24628"/>
                      </a:lnTo>
                      <a:lnTo>
                        <a:pt x="71266" y="24523"/>
                      </a:lnTo>
                      <a:lnTo>
                        <a:pt x="71099" y="24439"/>
                      </a:lnTo>
                      <a:lnTo>
                        <a:pt x="71099" y="24314"/>
                      </a:lnTo>
                      <a:lnTo>
                        <a:pt x="70952" y="24230"/>
                      </a:lnTo>
                      <a:lnTo>
                        <a:pt x="70848" y="23895"/>
                      </a:lnTo>
                      <a:lnTo>
                        <a:pt x="70931" y="23602"/>
                      </a:lnTo>
                      <a:lnTo>
                        <a:pt x="70827" y="23498"/>
                      </a:lnTo>
                      <a:lnTo>
                        <a:pt x="70889" y="23414"/>
                      </a:lnTo>
                      <a:lnTo>
                        <a:pt x="70931" y="23268"/>
                      </a:lnTo>
                      <a:lnTo>
                        <a:pt x="71036" y="23058"/>
                      </a:lnTo>
                      <a:lnTo>
                        <a:pt x="71078" y="23372"/>
                      </a:lnTo>
                      <a:lnTo>
                        <a:pt x="71161" y="23393"/>
                      </a:lnTo>
                      <a:lnTo>
                        <a:pt x="71350" y="23289"/>
                      </a:lnTo>
                      <a:lnTo>
                        <a:pt x="71371" y="23330"/>
                      </a:lnTo>
                      <a:lnTo>
                        <a:pt x="71705" y="23205"/>
                      </a:lnTo>
                      <a:lnTo>
                        <a:pt x="71705" y="23058"/>
                      </a:lnTo>
                      <a:lnTo>
                        <a:pt x="71789" y="22975"/>
                      </a:lnTo>
                      <a:lnTo>
                        <a:pt x="71664" y="22891"/>
                      </a:lnTo>
                      <a:lnTo>
                        <a:pt x="71454" y="22598"/>
                      </a:lnTo>
                      <a:lnTo>
                        <a:pt x="71371" y="22598"/>
                      </a:lnTo>
                      <a:lnTo>
                        <a:pt x="71078" y="22159"/>
                      </a:lnTo>
                      <a:lnTo>
                        <a:pt x="71078" y="22054"/>
                      </a:lnTo>
                      <a:lnTo>
                        <a:pt x="70994" y="21970"/>
                      </a:lnTo>
                      <a:lnTo>
                        <a:pt x="70973" y="21594"/>
                      </a:lnTo>
                      <a:lnTo>
                        <a:pt x="70994" y="21531"/>
                      </a:lnTo>
                      <a:lnTo>
                        <a:pt x="70952" y="21343"/>
                      </a:lnTo>
                      <a:lnTo>
                        <a:pt x="71036" y="21217"/>
                      </a:lnTo>
                      <a:lnTo>
                        <a:pt x="71036" y="21092"/>
                      </a:lnTo>
                      <a:lnTo>
                        <a:pt x="70889" y="21113"/>
                      </a:lnTo>
                      <a:lnTo>
                        <a:pt x="70868" y="21029"/>
                      </a:lnTo>
                      <a:lnTo>
                        <a:pt x="70973" y="20882"/>
                      </a:lnTo>
                      <a:lnTo>
                        <a:pt x="71078" y="20841"/>
                      </a:lnTo>
                      <a:lnTo>
                        <a:pt x="71078" y="20778"/>
                      </a:lnTo>
                      <a:lnTo>
                        <a:pt x="71078" y="20757"/>
                      </a:lnTo>
                      <a:lnTo>
                        <a:pt x="71161" y="20673"/>
                      </a:lnTo>
                      <a:lnTo>
                        <a:pt x="71182" y="20778"/>
                      </a:lnTo>
                      <a:lnTo>
                        <a:pt x="71182" y="20903"/>
                      </a:lnTo>
                      <a:lnTo>
                        <a:pt x="71140" y="21029"/>
                      </a:lnTo>
                      <a:lnTo>
                        <a:pt x="71140" y="21196"/>
                      </a:lnTo>
                      <a:lnTo>
                        <a:pt x="71308" y="21238"/>
                      </a:lnTo>
                      <a:lnTo>
                        <a:pt x="71475" y="21343"/>
                      </a:lnTo>
                      <a:lnTo>
                        <a:pt x="71559" y="21322"/>
                      </a:lnTo>
                      <a:lnTo>
                        <a:pt x="71559" y="21154"/>
                      </a:lnTo>
                      <a:lnTo>
                        <a:pt x="71601" y="21092"/>
                      </a:lnTo>
                      <a:lnTo>
                        <a:pt x="71496" y="20903"/>
                      </a:lnTo>
                      <a:lnTo>
                        <a:pt x="71245" y="20673"/>
                      </a:lnTo>
                      <a:lnTo>
                        <a:pt x="71245" y="20401"/>
                      </a:lnTo>
                      <a:lnTo>
                        <a:pt x="71099" y="20359"/>
                      </a:lnTo>
                      <a:lnTo>
                        <a:pt x="71078" y="20317"/>
                      </a:lnTo>
                      <a:lnTo>
                        <a:pt x="71057" y="20380"/>
                      </a:lnTo>
                      <a:lnTo>
                        <a:pt x="70973" y="20464"/>
                      </a:lnTo>
                      <a:lnTo>
                        <a:pt x="70973" y="20506"/>
                      </a:lnTo>
                      <a:lnTo>
                        <a:pt x="70931" y="20569"/>
                      </a:lnTo>
                      <a:lnTo>
                        <a:pt x="70785" y="20485"/>
                      </a:lnTo>
                      <a:lnTo>
                        <a:pt x="70785" y="20276"/>
                      </a:lnTo>
                      <a:lnTo>
                        <a:pt x="70722" y="20150"/>
                      </a:lnTo>
                      <a:lnTo>
                        <a:pt x="70617" y="19941"/>
                      </a:lnTo>
                      <a:lnTo>
                        <a:pt x="70680" y="19836"/>
                      </a:lnTo>
                      <a:lnTo>
                        <a:pt x="70743" y="19794"/>
                      </a:lnTo>
                      <a:lnTo>
                        <a:pt x="70722" y="19690"/>
                      </a:lnTo>
                      <a:lnTo>
                        <a:pt x="70785" y="19585"/>
                      </a:lnTo>
                      <a:lnTo>
                        <a:pt x="70722" y="19522"/>
                      </a:lnTo>
                      <a:lnTo>
                        <a:pt x="70743" y="19439"/>
                      </a:lnTo>
                      <a:lnTo>
                        <a:pt x="70743" y="19334"/>
                      </a:lnTo>
                      <a:lnTo>
                        <a:pt x="70659" y="19271"/>
                      </a:lnTo>
                      <a:lnTo>
                        <a:pt x="70555" y="19313"/>
                      </a:lnTo>
                      <a:lnTo>
                        <a:pt x="70366" y="19146"/>
                      </a:lnTo>
                      <a:lnTo>
                        <a:pt x="70241" y="19146"/>
                      </a:lnTo>
                      <a:lnTo>
                        <a:pt x="70157" y="19229"/>
                      </a:lnTo>
                      <a:lnTo>
                        <a:pt x="70157" y="19313"/>
                      </a:lnTo>
                      <a:lnTo>
                        <a:pt x="70304" y="19460"/>
                      </a:lnTo>
                      <a:lnTo>
                        <a:pt x="70262" y="19564"/>
                      </a:lnTo>
                      <a:lnTo>
                        <a:pt x="70220" y="19627"/>
                      </a:lnTo>
                      <a:lnTo>
                        <a:pt x="70094" y="19564"/>
                      </a:lnTo>
                      <a:lnTo>
                        <a:pt x="69927" y="19355"/>
                      </a:lnTo>
                      <a:lnTo>
                        <a:pt x="69822" y="19250"/>
                      </a:lnTo>
                      <a:lnTo>
                        <a:pt x="69739" y="19208"/>
                      </a:lnTo>
                      <a:lnTo>
                        <a:pt x="69801" y="19146"/>
                      </a:lnTo>
                      <a:lnTo>
                        <a:pt x="69697" y="18936"/>
                      </a:lnTo>
                      <a:lnTo>
                        <a:pt x="69697" y="18811"/>
                      </a:lnTo>
                      <a:lnTo>
                        <a:pt x="69697" y="18727"/>
                      </a:lnTo>
                      <a:lnTo>
                        <a:pt x="69634" y="18623"/>
                      </a:lnTo>
                      <a:lnTo>
                        <a:pt x="69697" y="18539"/>
                      </a:lnTo>
                      <a:lnTo>
                        <a:pt x="69634" y="18372"/>
                      </a:lnTo>
                      <a:lnTo>
                        <a:pt x="69718" y="18267"/>
                      </a:lnTo>
                      <a:lnTo>
                        <a:pt x="69718" y="18162"/>
                      </a:lnTo>
                      <a:lnTo>
                        <a:pt x="69739" y="18037"/>
                      </a:lnTo>
                      <a:lnTo>
                        <a:pt x="69739" y="17890"/>
                      </a:lnTo>
                      <a:lnTo>
                        <a:pt x="69697" y="17932"/>
                      </a:lnTo>
                      <a:lnTo>
                        <a:pt x="69592" y="17786"/>
                      </a:lnTo>
                      <a:lnTo>
                        <a:pt x="69613" y="17744"/>
                      </a:lnTo>
                      <a:lnTo>
                        <a:pt x="69697" y="17723"/>
                      </a:lnTo>
                      <a:lnTo>
                        <a:pt x="69801" y="17786"/>
                      </a:lnTo>
                      <a:lnTo>
                        <a:pt x="69801" y="17744"/>
                      </a:lnTo>
                      <a:lnTo>
                        <a:pt x="69718" y="17660"/>
                      </a:lnTo>
                      <a:lnTo>
                        <a:pt x="69634" y="17576"/>
                      </a:lnTo>
                      <a:lnTo>
                        <a:pt x="69676" y="17514"/>
                      </a:lnTo>
                      <a:lnTo>
                        <a:pt x="69718" y="17514"/>
                      </a:lnTo>
                      <a:lnTo>
                        <a:pt x="69697" y="17430"/>
                      </a:lnTo>
                      <a:lnTo>
                        <a:pt x="69613" y="17346"/>
                      </a:lnTo>
                      <a:lnTo>
                        <a:pt x="69488" y="17325"/>
                      </a:lnTo>
                      <a:lnTo>
                        <a:pt x="69467" y="17242"/>
                      </a:lnTo>
                      <a:lnTo>
                        <a:pt x="69508" y="17221"/>
                      </a:lnTo>
                      <a:lnTo>
                        <a:pt x="69488" y="17074"/>
                      </a:lnTo>
                      <a:lnTo>
                        <a:pt x="69383" y="16970"/>
                      </a:lnTo>
                      <a:lnTo>
                        <a:pt x="69404" y="16886"/>
                      </a:lnTo>
                      <a:lnTo>
                        <a:pt x="69425" y="16781"/>
                      </a:lnTo>
                      <a:lnTo>
                        <a:pt x="69488" y="16719"/>
                      </a:lnTo>
                      <a:lnTo>
                        <a:pt x="69404" y="16614"/>
                      </a:lnTo>
                      <a:lnTo>
                        <a:pt x="69425" y="16530"/>
                      </a:lnTo>
                      <a:lnTo>
                        <a:pt x="69508" y="16530"/>
                      </a:lnTo>
                      <a:lnTo>
                        <a:pt x="69613" y="16593"/>
                      </a:lnTo>
                      <a:lnTo>
                        <a:pt x="69697" y="16572"/>
                      </a:lnTo>
                      <a:lnTo>
                        <a:pt x="69739" y="16405"/>
                      </a:lnTo>
                      <a:lnTo>
                        <a:pt x="69822" y="16405"/>
                      </a:lnTo>
                      <a:lnTo>
                        <a:pt x="69885" y="16488"/>
                      </a:lnTo>
                      <a:lnTo>
                        <a:pt x="69927" y="16488"/>
                      </a:lnTo>
                      <a:lnTo>
                        <a:pt x="70011" y="16614"/>
                      </a:lnTo>
                      <a:lnTo>
                        <a:pt x="70136" y="16363"/>
                      </a:lnTo>
                      <a:lnTo>
                        <a:pt x="70011" y="16300"/>
                      </a:lnTo>
                      <a:lnTo>
                        <a:pt x="70032" y="16195"/>
                      </a:lnTo>
                      <a:lnTo>
                        <a:pt x="70115" y="16154"/>
                      </a:lnTo>
                      <a:lnTo>
                        <a:pt x="70241" y="15903"/>
                      </a:lnTo>
                      <a:lnTo>
                        <a:pt x="70241" y="15777"/>
                      </a:lnTo>
                      <a:lnTo>
                        <a:pt x="70324" y="15882"/>
                      </a:lnTo>
                      <a:lnTo>
                        <a:pt x="70429" y="15944"/>
                      </a:lnTo>
                      <a:lnTo>
                        <a:pt x="70429" y="16070"/>
                      </a:lnTo>
                      <a:lnTo>
                        <a:pt x="70555" y="16426"/>
                      </a:lnTo>
                      <a:lnTo>
                        <a:pt x="70638" y="16509"/>
                      </a:lnTo>
                      <a:lnTo>
                        <a:pt x="70680" y="16468"/>
                      </a:lnTo>
                      <a:lnTo>
                        <a:pt x="70722" y="16154"/>
                      </a:lnTo>
                      <a:lnTo>
                        <a:pt x="70743" y="16049"/>
                      </a:lnTo>
                      <a:lnTo>
                        <a:pt x="70722" y="15903"/>
                      </a:lnTo>
                      <a:lnTo>
                        <a:pt x="70785" y="15798"/>
                      </a:lnTo>
                      <a:lnTo>
                        <a:pt x="70722" y="15651"/>
                      </a:lnTo>
                      <a:lnTo>
                        <a:pt x="70827" y="15693"/>
                      </a:lnTo>
                      <a:lnTo>
                        <a:pt x="70889" y="15631"/>
                      </a:lnTo>
                      <a:lnTo>
                        <a:pt x="70952" y="15421"/>
                      </a:lnTo>
                      <a:lnTo>
                        <a:pt x="71057" y="15421"/>
                      </a:lnTo>
                      <a:lnTo>
                        <a:pt x="71182" y="15254"/>
                      </a:lnTo>
                      <a:lnTo>
                        <a:pt x="71308" y="15233"/>
                      </a:lnTo>
                      <a:lnTo>
                        <a:pt x="71371" y="15275"/>
                      </a:lnTo>
                      <a:lnTo>
                        <a:pt x="71559" y="15149"/>
                      </a:lnTo>
                      <a:lnTo>
                        <a:pt x="71705" y="15170"/>
                      </a:lnTo>
                      <a:lnTo>
                        <a:pt x="72019" y="15359"/>
                      </a:lnTo>
                      <a:lnTo>
                        <a:pt x="72040" y="15463"/>
                      </a:lnTo>
                      <a:lnTo>
                        <a:pt x="72124" y="15484"/>
                      </a:lnTo>
                      <a:lnTo>
                        <a:pt x="72229" y="15463"/>
                      </a:lnTo>
                      <a:lnTo>
                        <a:pt x="72291" y="15484"/>
                      </a:lnTo>
                      <a:lnTo>
                        <a:pt x="72229" y="15547"/>
                      </a:lnTo>
                      <a:lnTo>
                        <a:pt x="72396" y="15714"/>
                      </a:lnTo>
                      <a:lnTo>
                        <a:pt x="72438" y="15672"/>
                      </a:lnTo>
                      <a:lnTo>
                        <a:pt x="72542" y="15777"/>
                      </a:lnTo>
                      <a:lnTo>
                        <a:pt x="72668" y="15756"/>
                      </a:lnTo>
                      <a:lnTo>
                        <a:pt x="72752" y="15777"/>
                      </a:lnTo>
                      <a:lnTo>
                        <a:pt x="72752" y="15672"/>
                      </a:lnTo>
                      <a:lnTo>
                        <a:pt x="72647" y="15526"/>
                      </a:lnTo>
                      <a:lnTo>
                        <a:pt x="72710" y="15442"/>
                      </a:lnTo>
                      <a:lnTo>
                        <a:pt x="72668" y="15359"/>
                      </a:lnTo>
                      <a:lnTo>
                        <a:pt x="72605" y="15338"/>
                      </a:lnTo>
                      <a:lnTo>
                        <a:pt x="72605" y="15233"/>
                      </a:lnTo>
                      <a:lnTo>
                        <a:pt x="72668" y="15128"/>
                      </a:lnTo>
                      <a:lnTo>
                        <a:pt x="72731" y="14856"/>
                      </a:lnTo>
                      <a:lnTo>
                        <a:pt x="72814" y="14647"/>
                      </a:lnTo>
                      <a:lnTo>
                        <a:pt x="72773" y="14543"/>
                      </a:lnTo>
                      <a:lnTo>
                        <a:pt x="72919" y="14375"/>
                      </a:lnTo>
                      <a:lnTo>
                        <a:pt x="72856" y="14291"/>
                      </a:lnTo>
                      <a:lnTo>
                        <a:pt x="72940" y="14229"/>
                      </a:lnTo>
                      <a:lnTo>
                        <a:pt x="72856" y="14061"/>
                      </a:lnTo>
                      <a:lnTo>
                        <a:pt x="72773" y="13999"/>
                      </a:lnTo>
                      <a:lnTo>
                        <a:pt x="72773" y="13957"/>
                      </a:lnTo>
                      <a:lnTo>
                        <a:pt x="72940" y="13957"/>
                      </a:lnTo>
                      <a:lnTo>
                        <a:pt x="72982" y="13810"/>
                      </a:lnTo>
                      <a:lnTo>
                        <a:pt x="72814" y="13747"/>
                      </a:lnTo>
                      <a:lnTo>
                        <a:pt x="72752" y="13643"/>
                      </a:lnTo>
                      <a:lnTo>
                        <a:pt x="72835" y="13601"/>
                      </a:lnTo>
                      <a:lnTo>
                        <a:pt x="72877" y="13664"/>
                      </a:lnTo>
                      <a:lnTo>
                        <a:pt x="72961" y="13643"/>
                      </a:lnTo>
                      <a:lnTo>
                        <a:pt x="72982" y="13559"/>
                      </a:lnTo>
                      <a:lnTo>
                        <a:pt x="72940" y="13475"/>
                      </a:lnTo>
                      <a:lnTo>
                        <a:pt x="73065" y="13371"/>
                      </a:lnTo>
                      <a:lnTo>
                        <a:pt x="73065" y="13287"/>
                      </a:lnTo>
                      <a:lnTo>
                        <a:pt x="72982" y="13224"/>
                      </a:lnTo>
                      <a:lnTo>
                        <a:pt x="73065" y="13162"/>
                      </a:lnTo>
                      <a:lnTo>
                        <a:pt x="73149" y="13182"/>
                      </a:lnTo>
                      <a:lnTo>
                        <a:pt x="73191" y="13078"/>
                      </a:lnTo>
                      <a:lnTo>
                        <a:pt x="73233" y="13036"/>
                      </a:lnTo>
                      <a:lnTo>
                        <a:pt x="73170" y="12973"/>
                      </a:lnTo>
                      <a:lnTo>
                        <a:pt x="73275" y="12952"/>
                      </a:lnTo>
                      <a:lnTo>
                        <a:pt x="73400" y="12827"/>
                      </a:lnTo>
                      <a:lnTo>
                        <a:pt x="73358" y="12743"/>
                      </a:lnTo>
                      <a:lnTo>
                        <a:pt x="73379" y="12638"/>
                      </a:lnTo>
                      <a:lnTo>
                        <a:pt x="73421" y="12722"/>
                      </a:lnTo>
                      <a:lnTo>
                        <a:pt x="73526" y="12618"/>
                      </a:lnTo>
                      <a:lnTo>
                        <a:pt x="73463" y="12450"/>
                      </a:lnTo>
                      <a:lnTo>
                        <a:pt x="73463" y="12304"/>
                      </a:lnTo>
                      <a:lnTo>
                        <a:pt x="73568" y="12304"/>
                      </a:lnTo>
                      <a:lnTo>
                        <a:pt x="73589" y="12325"/>
                      </a:lnTo>
                      <a:lnTo>
                        <a:pt x="73651" y="12283"/>
                      </a:lnTo>
                      <a:lnTo>
                        <a:pt x="73819" y="12074"/>
                      </a:lnTo>
                      <a:lnTo>
                        <a:pt x="73756" y="12032"/>
                      </a:lnTo>
                      <a:lnTo>
                        <a:pt x="73756" y="11927"/>
                      </a:lnTo>
                      <a:lnTo>
                        <a:pt x="73861" y="11927"/>
                      </a:lnTo>
                      <a:lnTo>
                        <a:pt x="74070" y="11760"/>
                      </a:lnTo>
                      <a:lnTo>
                        <a:pt x="73986" y="11697"/>
                      </a:lnTo>
                      <a:lnTo>
                        <a:pt x="74028" y="11655"/>
                      </a:lnTo>
                      <a:lnTo>
                        <a:pt x="74174" y="11655"/>
                      </a:lnTo>
                      <a:lnTo>
                        <a:pt x="74342" y="11550"/>
                      </a:lnTo>
                      <a:lnTo>
                        <a:pt x="74300" y="11467"/>
                      </a:lnTo>
                      <a:lnTo>
                        <a:pt x="74321" y="11404"/>
                      </a:lnTo>
                      <a:lnTo>
                        <a:pt x="74405" y="11467"/>
                      </a:lnTo>
                      <a:lnTo>
                        <a:pt x="74426" y="11571"/>
                      </a:lnTo>
                      <a:lnTo>
                        <a:pt x="74530" y="11592"/>
                      </a:lnTo>
                      <a:lnTo>
                        <a:pt x="74614" y="11550"/>
                      </a:lnTo>
                      <a:lnTo>
                        <a:pt x="74739" y="11613"/>
                      </a:lnTo>
                      <a:lnTo>
                        <a:pt x="75158" y="11613"/>
                      </a:lnTo>
                      <a:lnTo>
                        <a:pt x="75242" y="11676"/>
                      </a:lnTo>
                      <a:lnTo>
                        <a:pt x="75283" y="11655"/>
                      </a:lnTo>
                      <a:lnTo>
                        <a:pt x="75242" y="11488"/>
                      </a:lnTo>
                      <a:lnTo>
                        <a:pt x="75137" y="11404"/>
                      </a:lnTo>
                      <a:lnTo>
                        <a:pt x="75137" y="11362"/>
                      </a:lnTo>
                      <a:lnTo>
                        <a:pt x="75221" y="11341"/>
                      </a:lnTo>
                      <a:lnTo>
                        <a:pt x="75221" y="10986"/>
                      </a:lnTo>
                      <a:lnTo>
                        <a:pt x="75053" y="10755"/>
                      </a:lnTo>
                      <a:lnTo>
                        <a:pt x="74928" y="10734"/>
                      </a:lnTo>
                      <a:lnTo>
                        <a:pt x="74760" y="10525"/>
                      </a:lnTo>
                      <a:lnTo>
                        <a:pt x="74844" y="10442"/>
                      </a:lnTo>
                      <a:lnTo>
                        <a:pt x="74677" y="10316"/>
                      </a:lnTo>
                      <a:lnTo>
                        <a:pt x="74426" y="10253"/>
                      </a:lnTo>
                      <a:lnTo>
                        <a:pt x="74153" y="10086"/>
                      </a:lnTo>
                      <a:lnTo>
                        <a:pt x="74049" y="9918"/>
                      </a:lnTo>
                      <a:lnTo>
                        <a:pt x="74028" y="10023"/>
                      </a:lnTo>
                      <a:lnTo>
                        <a:pt x="73944" y="10002"/>
                      </a:lnTo>
                      <a:lnTo>
                        <a:pt x="73902" y="10023"/>
                      </a:lnTo>
                      <a:lnTo>
                        <a:pt x="73881" y="10149"/>
                      </a:lnTo>
                      <a:lnTo>
                        <a:pt x="73735" y="10190"/>
                      </a:lnTo>
                      <a:lnTo>
                        <a:pt x="73693" y="10107"/>
                      </a:lnTo>
                      <a:lnTo>
                        <a:pt x="73693" y="9981"/>
                      </a:lnTo>
                      <a:lnTo>
                        <a:pt x="73819" y="9897"/>
                      </a:lnTo>
                      <a:lnTo>
                        <a:pt x="73735" y="9793"/>
                      </a:lnTo>
                      <a:lnTo>
                        <a:pt x="73777" y="9730"/>
                      </a:lnTo>
                      <a:lnTo>
                        <a:pt x="73840" y="9730"/>
                      </a:lnTo>
                      <a:lnTo>
                        <a:pt x="73923" y="9814"/>
                      </a:lnTo>
                      <a:lnTo>
                        <a:pt x="73693" y="9458"/>
                      </a:lnTo>
                      <a:lnTo>
                        <a:pt x="73526" y="9312"/>
                      </a:lnTo>
                      <a:lnTo>
                        <a:pt x="73526" y="9479"/>
                      </a:lnTo>
                      <a:lnTo>
                        <a:pt x="73526" y="9521"/>
                      </a:lnTo>
                      <a:lnTo>
                        <a:pt x="73463" y="9521"/>
                      </a:lnTo>
                      <a:lnTo>
                        <a:pt x="73254" y="9312"/>
                      </a:lnTo>
                      <a:lnTo>
                        <a:pt x="73254" y="9207"/>
                      </a:lnTo>
                      <a:lnTo>
                        <a:pt x="73358" y="9249"/>
                      </a:lnTo>
                      <a:lnTo>
                        <a:pt x="73296" y="9144"/>
                      </a:lnTo>
                      <a:lnTo>
                        <a:pt x="73003" y="8893"/>
                      </a:lnTo>
                      <a:lnTo>
                        <a:pt x="72961" y="8893"/>
                      </a:lnTo>
                      <a:lnTo>
                        <a:pt x="72982" y="8977"/>
                      </a:lnTo>
                      <a:lnTo>
                        <a:pt x="72940" y="9081"/>
                      </a:lnTo>
                      <a:lnTo>
                        <a:pt x="72773" y="9102"/>
                      </a:lnTo>
                      <a:lnTo>
                        <a:pt x="72647" y="8977"/>
                      </a:lnTo>
                      <a:lnTo>
                        <a:pt x="72521" y="8956"/>
                      </a:lnTo>
                      <a:lnTo>
                        <a:pt x="72375" y="8726"/>
                      </a:lnTo>
                      <a:lnTo>
                        <a:pt x="72375" y="8642"/>
                      </a:lnTo>
                      <a:lnTo>
                        <a:pt x="72312" y="8579"/>
                      </a:lnTo>
                      <a:lnTo>
                        <a:pt x="72208" y="8621"/>
                      </a:lnTo>
                      <a:lnTo>
                        <a:pt x="72019" y="8768"/>
                      </a:lnTo>
                      <a:lnTo>
                        <a:pt x="72019" y="8830"/>
                      </a:lnTo>
                      <a:lnTo>
                        <a:pt x="71915" y="8789"/>
                      </a:lnTo>
                      <a:lnTo>
                        <a:pt x="71831" y="8851"/>
                      </a:lnTo>
                      <a:lnTo>
                        <a:pt x="71831" y="9081"/>
                      </a:lnTo>
                      <a:lnTo>
                        <a:pt x="71894" y="9144"/>
                      </a:lnTo>
                      <a:lnTo>
                        <a:pt x="71894" y="9144"/>
                      </a:lnTo>
                      <a:lnTo>
                        <a:pt x="71789" y="9081"/>
                      </a:lnTo>
                      <a:lnTo>
                        <a:pt x="71705" y="8872"/>
                      </a:lnTo>
                      <a:lnTo>
                        <a:pt x="71747" y="8726"/>
                      </a:lnTo>
                      <a:lnTo>
                        <a:pt x="71580" y="8621"/>
                      </a:lnTo>
                      <a:lnTo>
                        <a:pt x="71517" y="8454"/>
                      </a:lnTo>
                      <a:lnTo>
                        <a:pt x="71475" y="8454"/>
                      </a:lnTo>
                      <a:lnTo>
                        <a:pt x="71580" y="8433"/>
                      </a:lnTo>
                      <a:lnTo>
                        <a:pt x="71685" y="8558"/>
                      </a:lnTo>
                      <a:lnTo>
                        <a:pt x="71685" y="8433"/>
                      </a:lnTo>
                      <a:lnTo>
                        <a:pt x="71810" y="8433"/>
                      </a:lnTo>
                      <a:lnTo>
                        <a:pt x="71915" y="8475"/>
                      </a:lnTo>
                      <a:lnTo>
                        <a:pt x="72061" y="8370"/>
                      </a:lnTo>
                      <a:lnTo>
                        <a:pt x="72019" y="8265"/>
                      </a:lnTo>
                      <a:lnTo>
                        <a:pt x="71705" y="8140"/>
                      </a:lnTo>
                      <a:lnTo>
                        <a:pt x="71622" y="8265"/>
                      </a:lnTo>
                      <a:lnTo>
                        <a:pt x="71475" y="8265"/>
                      </a:lnTo>
                      <a:lnTo>
                        <a:pt x="71329" y="8224"/>
                      </a:lnTo>
                      <a:lnTo>
                        <a:pt x="71475" y="8224"/>
                      </a:lnTo>
                      <a:lnTo>
                        <a:pt x="71580" y="8098"/>
                      </a:lnTo>
                      <a:lnTo>
                        <a:pt x="71685" y="8056"/>
                      </a:lnTo>
                      <a:lnTo>
                        <a:pt x="71789" y="8119"/>
                      </a:lnTo>
                      <a:lnTo>
                        <a:pt x="71936" y="8140"/>
                      </a:lnTo>
                      <a:lnTo>
                        <a:pt x="72061" y="8245"/>
                      </a:lnTo>
                      <a:lnTo>
                        <a:pt x="72229" y="8433"/>
                      </a:lnTo>
                      <a:lnTo>
                        <a:pt x="72354" y="8433"/>
                      </a:lnTo>
                      <a:lnTo>
                        <a:pt x="72417" y="8537"/>
                      </a:lnTo>
                      <a:lnTo>
                        <a:pt x="72480" y="8558"/>
                      </a:lnTo>
                      <a:lnTo>
                        <a:pt x="72626" y="8475"/>
                      </a:lnTo>
                      <a:lnTo>
                        <a:pt x="72668" y="8558"/>
                      </a:lnTo>
                      <a:lnTo>
                        <a:pt x="72940" y="8349"/>
                      </a:lnTo>
                      <a:lnTo>
                        <a:pt x="72961" y="8391"/>
                      </a:lnTo>
                      <a:lnTo>
                        <a:pt x="72940" y="8496"/>
                      </a:lnTo>
                      <a:lnTo>
                        <a:pt x="73045" y="8433"/>
                      </a:lnTo>
                      <a:lnTo>
                        <a:pt x="73045" y="8286"/>
                      </a:lnTo>
                      <a:lnTo>
                        <a:pt x="73170" y="8077"/>
                      </a:lnTo>
                      <a:lnTo>
                        <a:pt x="73149" y="8014"/>
                      </a:lnTo>
                      <a:lnTo>
                        <a:pt x="73149" y="7847"/>
                      </a:lnTo>
                      <a:lnTo>
                        <a:pt x="73086" y="7617"/>
                      </a:lnTo>
                      <a:lnTo>
                        <a:pt x="73191" y="7240"/>
                      </a:lnTo>
                      <a:lnTo>
                        <a:pt x="73191" y="7010"/>
                      </a:lnTo>
                      <a:lnTo>
                        <a:pt x="73086" y="6884"/>
                      </a:lnTo>
                      <a:lnTo>
                        <a:pt x="73045" y="6759"/>
                      </a:lnTo>
                      <a:lnTo>
                        <a:pt x="72877" y="6612"/>
                      </a:lnTo>
                      <a:lnTo>
                        <a:pt x="72793" y="6445"/>
                      </a:lnTo>
                      <a:lnTo>
                        <a:pt x="72856" y="6445"/>
                      </a:lnTo>
                      <a:lnTo>
                        <a:pt x="72961" y="6571"/>
                      </a:lnTo>
                      <a:lnTo>
                        <a:pt x="72982" y="6571"/>
                      </a:lnTo>
                      <a:lnTo>
                        <a:pt x="72940" y="6403"/>
                      </a:lnTo>
                      <a:lnTo>
                        <a:pt x="72773" y="6340"/>
                      </a:lnTo>
                      <a:lnTo>
                        <a:pt x="72647" y="6382"/>
                      </a:lnTo>
                      <a:lnTo>
                        <a:pt x="72417" y="6340"/>
                      </a:lnTo>
                      <a:lnTo>
                        <a:pt x="72103" y="5943"/>
                      </a:lnTo>
                      <a:lnTo>
                        <a:pt x="72019" y="5880"/>
                      </a:lnTo>
                      <a:lnTo>
                        <a:pt x="72040" y="5817"/>
                      </a:lnTo>
                      <a:lnTo>
                        <a:pt x="72208" y="5817"/>
                      </a:lnTo>
                      <a:lnTo>
                        <a:pt x="72249" y="5671"/>
                      </a:lnTo>
                      <a:lnTo>
                        <a:pt x="72166" y="5608"/>
                      </a:lnTo>
                      <a:lnTo>
                        <a:pt x="72040" y="5608"/>
                      </a:lnTo>
                      <a:lnTo>
                        <a:pt x="71998" y="5545"/>
                      </a:lnTo>
                      <a:lnTo>
                        <a:pt x="72061" y="5504"/>
                      </a:lnTo>
                      <a:lnTo>
                        <a:pt x="72019" y="5336"/>
                      </a:lnTo>
                      <a:lnTo>
                        <a:pt x="72040" y="5315"/>
                      </a:lnTo>
                      <a:lnTo>
                        <a:pt x="72166" y="5462"/>
                      </a:lnTo>
                      <a:lnTo>
                        <a:pt x="72354" y="5566"/>
                      </a:lnTo>
                      <a:lnTo>
                        <a:pt x="72375" y="5504"/>
                      </a:lnTo>
                      <a:lnTo>
                        <a:pt x="72312" y="5420"/>
                      </a:lnTo>
                      <a:lnTo>
                        <a:pt x="72312" y="5315"/>
                      </a:lnTo>
                      <a:lnTo>
                        <a:pt x="72270" y="5232"/>
                      </a:lnTo>
                      <a:lnTo>
                        <a:pt x="72333" y="5190"/>
                      </a:lnTo>
                      <a:lnTo>
                        <a:pt x="72375" y="5252"/>
                      </a:lnTo>
                      <a:lnTo>
                        <a:pt x="72417" y="5336"/>
                      </a:lnTo>
                      <a:lnTo>
                        <a:pt x="72521" y="5357"/>
                      </a:lnTo>
                      <a:lnTo>
                        <a:pt x="72563" y="5650"/>
                      </a:lnTo>
                      <a:lnTo>
                        <a:pt x="72542" y="5734"/>
                      </a:lnTo>
                      <a:lnTo>
                        <a:pt x="72835" y="5943"/>
                      </a:lnTo>
                      <a:lnTo>
                        <a:pt x="72940" y="5880"/>
                      </a:lnTo>
                      <a:lnTo>
                        <a:pt x="73065" y="5943"/>
                      </a:lnTo>
                      <a:lnTo>
                        <a:pt x="73065" y="6152"/>
                      </a:lnTo>
                      <a:lnTo>
                        <a:pt x="73170" y="6152"/>
                      </a:lnTo>
                      <a:lnTo>
                        <a:pt x="73379" y="5859"/>
                      </a:lnTo>
                      <a:lnTo>
                        <a:pt x="73421" y="5734"/>
                      </a:lnTo>
                      <a:lnTo>
                        <a:pt x="73379" y="5608"/>
                      </a:lnTo>
                      <a:lnTo>
                        <a:pt x="73400" y="5357"/>
                      </a:lnTo>
                      <a:lnTo>
                        <a:pt x="73379" y="5252"/>
                      </a:lnTo>
                      <a:lnTo>
                        <a:pt x="73421" y="5357"/>
                      </a:lnTo>
                      <a:lnTo>
                        <a:pt x="73421" y="5524"/>
                      </a:lnTo>
                      <a:lnTo>
                        <a:pt x="73505" y="5524"/>
                      </a:lnTo>
                      <a:lnTo>
                        <a:pt x="73609" y="5420"/>
                      </a:lnTo>
                      <a:lnTo>
                        <a:pt x="73798" y="5357"/>
                      </a:lnTo>
                      <a:lnTo>
                        <a:pt x="73819" y="5232"/>
                      </a:lnTo>
                      <a:lnTo>
                        <a:pt x="74007" y="5294"/>
                      </a:lnTo>
                      <a:lnTo>
                        <a:pt x="73986" y="5336"/>
                      </a:lnTo>
                      <a:lnTo>
                        <a:pt x="74007" y="5399"/>
                      </a:lnTo>
                      <a:lnTo>
                        <a:pt x="74300" y="5608"/>
                      </a:lnTo>
                      <a:lnTo>
                        <a:pt x="74342" y="5629"/>
                      </a:lnTo>
                      <a:lnTo>
                        <a:pt x="74405" y="5776"/>
                      </a:lnTo>
                      <a:lnTo>
                        <a:pt x="74405" y="5838"/>
                      </a:lnTo>
                      <a:lnTo>
                        <a:pt x="74446" y="5859"/>
                      </a:lnTo>
                      <a:lnTo>
                        <a:pt x="74698" y="5817"/>
                      </a:lnTo>
                      <a:lnTo>
                        <a:pt x="74739" y="5838"/>
                      </a:lnTo>
                      <a:lnTo>
                        <a:pt x="74739" y="5880"/>
                      </a:lnTo>
                      <a:lnTo>
                        <a:pt x="74760" y="5880"/>
                      </a:lnTo>
                      <a:lnTo>
                        <a:pt x="74865" y="5776"/>
                      </a:lnTo>
                      <a:lnTo>
                        <a:pt x="74823" y="5671"/>
                      </a:lnTo>
                      <a:lnTo>
                        <a:pt x="74844" y="5650"/>
                      </a:lnTo>
                      <a:lnTo>
                        <a:pt x="74928" y="5650"/>
                      </a:lnTo>
                      <a:lnTo>
                        <a:pt x="74886" y="5504"/>
                      </a:lnTo>
                      <a:lnTo>
                        <a:pt x="74970" y="5524"/>
                      </a:lnTo>
                      <a:lnTo>
                        <a:pt x="75032" y="5608"/>
                      </a:lnTo>
                      <a:lnTo>
                        <a:pt x="74990" y="5671"/>
                      </a:lnTo>
                      <a:lnTo>
                        <a:pt x="75095" y="5671"/>
                      </a:lnTo>
                      <a:lnTo>
                        <a:pt x="75200" y="5629"/>
                      </a:lnTo>
                      <a:lnTo>
                        <a:pt x="75472" y="5650"/>
                      </a:lnTo>
                      <a:lnTo>
                        <a:pt x="75555" y="5713"/>
                      </a:lnTo>
                      <a:lnTo>
                        <a:pt x="75618" y="5713"/>
                      </a:lnTo>
                      <a:lnTo>
                        <a:pt x="75660" y="5755"/>
                      </a:lnTo>
                      <a:lnTo>
                        <a:pt x="75702" y="5755"/>
                      </a:lnTo>
                      <a:lnTo>
                        <a:pt x="75786" y="5671"/>
                      </a:lnTo>
                      <a:lnTo>
                        <a:pt x="75723" y="5462"/>
                      </a:lnTo>
                      <a:lnTo>
                        <a:pt x="75786" y="5504"/>
                      </a:lnTo>
                      <a:lnTo>
                        <a:pt x="75911" y="5671"/>
                      </a:lnTo>
                      <a:lnTo>
                        <a:pt x="76078" y="5608"/>
                      </a:lnTo>
                      <a:lnTo>
                        <a:pt x="76078" y="5524"/>
                      </a:lnTo>
                      <a:lnTo>
                        <a:pt x="75995" y="5357"/>
                      </a:lnTo>
                      <a:lnTo>
                        <a:pt x="75869" y="5378"/>
                      </a:lnTo>
                      <a:lnTo>
                        <a:pt x="75744" y="5294"/>
                      </a:lnTo>
                      <a:lnTo>
                        <a:pt x="75806" y="5190"/>
                      </a:lnTo>
                      <a:lnTo>
                        <a:pt x="75911" y="5232"/>
                      </a:lnTo>
                      <a:lnTo>
                        <a:pt x="75995" y="5211"/>
                      </a:lnTo>
                      <a:lnTo>
                        <a:pt x="75995" y="5064"/>
                      </a:lnTo>
                      <a:lnTo>
                        <a:pt x="75890" y="5022"/>
                      </a:lnTo>
                      <a:lnTo>
                        <a:pt x="75806" y="4980"/>
                      </a:lnTo>
                      <a:lnTo>
                        <a:pt x="75744" y="5022"/>
                      </a:lnTo>
                      <a:lnTo>
                        <a:pt x="75744" y="5127"/>
                      </a:lnTo>
                      <a:lnTo>
                        <a:pt x="75681" y="5064"/>
                      </a:lnTo>
                      <a:lnTo>
                        <a:pt x="75555" y="5085"/>
                      </a:lnTo>
                      <a:lnTo>
                        <a:pt x="75576" y="4918"/>
                      </a:lnTo>
                      <a:lnTo>
                        <a:pt x="75493" y="4855"/>
                      </a:lnTo>
                      <a:lnTo>
                        <a:pt x="75388" y="4876"/>
                      </a:lnTo>
                      <a:lnTo>
                        <a:pt x="75388" y="4980"/>
                      </a:lnTo>
                      <a:lnTo>
                        <a:pt x="75346" y="4897"/>
                      </a:lnTo>
                      <a:lnTo>
                        <a:pt x="75346" y="4813"/>
                      </a:lnTo>
                      <a:lnTo>
                        <a:pt x="75472" y="4771"/>
                      </a:lnTo>
                      <a:lnTo>
                        <a:pt x="75451" y="4583"/>
                      </a:lnTo>
                      <a:lnTo>
                        <a:pt x="75367" y="4562"/>
                      </a:lnTo>
                      <a:lnTo>
                        <a:pt x="75493" y="4457"/>
                      </a:lnTo>
                      <a:lnTo>
                        <a:pt x="75430" y="4290"/>
                      </a:lnTo>
                      <a:lnTo>
                        <a:pt x="75451" y="4227"/>
                      </a:lnTo>
                      <a:lnTo>
                        <a:pt x="75283" y="4081"/>
                      </a:lnTo>
                      <a:lnTo>
                        <a:pt x="75158" y="4102"/>
                      </a:lnTo>
                      <a:lnTo>
                        <a:pt x="75032" y="4248"/>
                      </a:lnTo>
                      <a:lnTo>
                        <a:pt x="75053" y="4060"/>
                      </a:lnTo>
                      <a:lnTo>
                        <a:pt x="75158" y="4018"/>
                      </a:lnTo>
                      <a:lnTo>
                        <a:pt x="75053" y="3851"/>
                      </a:lnTo>
                      <a:lnTo>
                        <a:pt x="75053" y="3746"/>
                      </a:lnTo>
                      <a:lnTo>
                        <a:pt x="75011" y="3746"/>
                      </a:lnTo>
                      <a:lnTo>
                        <a:pt x="74928" y="3830"/>
                      </a:lnTo>
                      <a:lnTo>
                        <a:pt x="74865" y="3746"/>
                      </a:lnTo>
                      <a:lnTo>
                        <a:pt x="74739" y="3746"/>
                      </a:lnTo>
                      <a:lnTo>
                        <a:pt x="74593" y="3767"/>
                      </a:lnTo>
                      <a:lnTo>
                        <a:pt x="74718" y="3662"/>
                      </a:lnTo>
                      <a:lnTo>
                        <a:pt x="74865" y="3662"/>
                      </a:lnTo>
                      <a:lnTo>
                        <a:pt x="75011" y="3558"/>
                      </a:lnTo>
                      <a:lnTo>
                        <a:pt x="75053" y="3620"/>
                      </a:lnTo>
                      <a:lnTo>
                        <a:pt x="75158" y="3432"/>
                      </a:lnTo>
                      <a:lnTo>
                        <a:pt x="75283" y="3411"/>
                      </a:lnTo>
                      <a:lnTo>
                        <a:pt x="75325" y="3307"/>
                      </a:lnTo>
                      <a:lnTo>
                        <a:pt x="75242" y="3202"/>
                      </a:lnTo>
                      <a:lnTo>
                        <a:pt x="74970" y="3139"/>
                      </a:lnTo>
                      <a:lnTo>
                        <a:pt x="75158" y="3118"/>
                      </a:lnTo>
                      <a:lnTo>
                        <a:pt x="75346" y="3118"/>
                      </a:lnTo>
                      <a:lnTo>
                        <a:pt x="75388" y="3035"/>
                      </a:lnTo>
                      <a:lnTo>
                        <a:pt x="75346" y="2909"/>
                      </a:lnTo>
                      <a:lnTo>
                        <a:pt x="75221" y="2867"/>
                      </a:lnTo>
                      <a:lnTo>
                        <a:pt x="75137" y="2721"/>
                      </a:lnTo>
                      <a:lnTo>
                        <a:pt x="75032" y="2763"/>
                      </a:lnTo>
                      <a:lnTo>
                        <a:pt x="75011" y="2679"/>
                      </a:lnTo>
                      <a:lnTo>
                        <a:pt x="75053" y="2511"/>
                      </a:lnTo>
                      <a:lnTo>
                        <a:pt x="74949" y="2198"/>
                      </a:lnTo>
                      <a:lnTo>
                        <a:pt x="74970" y="2135"/>
                      </a:lnTo>
                      <a:lnTo>
                        <a:pt x="75032" y="2051"/>
                      </a:lnTo>
                      <a:lnTo>
                        <a:pt x="75032" y="1967"/>
                      </a:lnTo>
                      <a:lnTo>
                        <a:pt x="74928" y="1905"/>
                      </a:lnTo>
                      <a:lnTo>
                        <a:pt x="74823" y="2051"/>
                      </a:lnTo>
                      <a:lnTo>
                        <a:pt x="74718" y="2135"/>
                      </a:lnTo>
                      <a:lnTo>
                        <a:pt x="74718" y="1967"/>
                      </a:lnTo>
                      <a:lnTo>
                        <a:pt x="74614" y="1967"/>
                      </a:lnTo>
                      <a:lnTo>
                        <a:pt x="74614" y="2051"/>
                      </a:lnTo>
                      <a:lnTo>
                        <a:pt x="74530" y="2072"/>
                      </a:lnTo>
                      <a:lnTo>
                        <a:pt x="74509" y="2030"/>
                      </a:lnTo>
                      <a:lnTo>
                        <a:pt x="74530" y="1884"/>
                      </a:lnTo>
                      <a:lnTo>
                        <a:pt x="74174" y="1842"/>
                      </a:lnTo>
                      <a:lnTo>
                        <a:pt x="74091" y="1884"/>
                      </a:lnTo>
                      <a:lnTo>
                        <a:pt x="73923" y="1863"/>
                      </a:lnTo>
                      <a:lnTo>
                        <a:pt x="73819" y="1758"/>
                      </a:lnTo>
                      <a:lnTo>
                        <a:pt x="73798" y="1716"/>
                      </a:lnTo>
                      <a:lnTo>
                        <a:pt x="73693" y="1675"/>
                      </a:lnTo>
                      <a:lnTo>
                        <a:pt x="73651" y="1716"/>
                      </a:lnTo>
                      <a:lnTo>
                        <a:pt x="73589" y="1633"/>
                      </a:lnTo>
                      <a:lnTo>
                        <a:pt x="73484" y="1633"/>
                      </a:lnTo>
                      <a:lnTo>
                        <a:pt x="73379" y="1779"/>
                      </a:lnTo>
                      <a:lnTo>
                        <a:pt x="73275" y="1821"/>
                      </a:lnTo>
                      <a:lnTo>
                        <a:pt x="73233" y="1842"/>
                      </a:lnTo>
                      <a:lnTo>
                        <a:pt x="73170" y="1884"/>
                      </a:lnTo>
                      <a:lnTo>
                        <a:pt x="73296" y="1884"/>
                      </a:lnTo>
                      <a:lnTo>
                        <a:pt x="73254" y="1967"/>
                      </a:lnTo>
                      <a:lnTo>
                        <a:pt x="73128" y="2051"/>
                      </a:lnTo>
                      <a:lnTo>
                        <a:pt x="73065" y="2051"/>
                      </a:lnTo>
                      <a:lnTo>
                        <a:pt x="73086" y="2156"/>
                      </a:lnTo>
                      <a:lnTo>
                        <a:pt x="73191" y="2239"/>
                      </a:lnTo>
                      <a:lnTo>
                        <a:pt x="73170" y="2281"/>
                      </a:lnTo>
                      <a:lnTo>
                        <a:pt x="73065" y="2260"/>
                      </a:lnTo>
                      <a:lnTo>
                        <a:pt x="72982" y="2051"/>
                      </a:lnTo>
                      <a:lnTo>
                        <a:pt x="73024" y="1988"/>
                      </a:lnTo>
                      <a:lnTo>
                        <a:pt x="73024" y="1988"/>
                      </a:lnTo>
                      <a:lnTo>
                        <a:pt x="72940" y="2030"/>
                      </a:lnTo>
                      <a:lnTo>
                        <a:pt x="72773" y="2239"/>
                      </a:lnTo>
                      <a:lnTo>
                        <a:pt x="72710" y="2386"/>
                      </a:lnTo>
                      <a:lnTo>
                        <a:pt x="72605" y="2491"/>
                      </a:lnTo>
                      <a:lnTo>
                        <a:pt x="72626" y="2553"/>
                      </a:lnTo>
                      <a:lnTo>
                        <a:pt x="72773" y="2407"/>
                      </a:lnTo>
                      <a:lnTo>
                        <a:pt x="72856" y="2407"/>
                      </a:lnTo>
                      <a:lnTo>
                        <a:pt x="72919" y="2511"/>
                      </a:lnTo>
                      <a:lnTo>
                        <a:pt x="73024" y="2616"/>
                      </a:lnTo>
                      <a:lnTo>
                        <a:pt x="73233" y="2783"/>
                      </a:lnTo>
                      <a:lnTo>
                        <a:pt x="73254" y="2909"/>
                      </a:lnTo>
                      <a:lnTo>
                        <a:pt x="73170" y="2993"/>
                      </a:lnTo>
                      <a:lnTo>
                        <a:pt x="73191" y="3097"/>
                      </a:lnTo>
                      <a:lnTo>
                        <a:pt x="73358" y="3076"/>
                      </a:lnTo>
                      <a:lnTo>
                        <a:pt x="73505" y="2993"/>
                      </a:lnTo>
                      <a:lnTo>
                        <a:pt x="73589" y="3097"/>
                      </a:lnTo>
                      <a:lnTo>
                        <a:pt x="73589" y="3202"/>
                      </a:lnTo>
                      <a:lnTo>
                        <a:pt x="73672" y="3390"/>
                      </a:lnTo>
                      <a:lnTo>
                        <a:pt x="73672" y="3432"/>
                      </a:lnTo>
                      <a:lnTo>
                        <a:pt x="73568" y="3327"/>
                      </a:lnTo>
                      <a:lnTo>
                        <a:pt x="73484" y="3181"/>
                      </a:lnTo>
                      <a:lnTo>
                        <a:pt x="73400" y="3139"/>
                      </a:lnTo>
                      <a:lnTo>
                        <a:pt x="73358" y="3244"/>
                      </a:lnTo>
                      <a:lnTo>
                        <a:pt x="73379" y="3348"/>
                      </a:lnTo>
                      <a:lnTo>
                        <a:pt x="73442" y="3390"/>
                      </a:lnTo>
                      <a:lnTo>
                        <a:pt x="73400" y="3411"/>
                      </a:lnTo>
                      <a:lnTo>
                        <a:pt x="73296" y="3390"/>
                      </a:lnTo>
                      <a:lnTo>
                        <a:pt x="73191" y="3223"/>
                      </a:lnTo>
                      <a:lnTo>
                        <a:pt x="73045" y="3202"/>
                      </a:lnTo>
                      <a:lnTo>
                        <a:pt x="72940" y="3307"/>
                      </a:lnTo>
                      <a:lnTo>
                        <a:pt x="72856" y="3286"/>
                      </a:lnTo>
                      <a:lnTo>
                        <a:pt x="72835" y="3139"/>
                      </a:lnTo>
                      <a:lnTo>
                        <a:pt x="72877" y="3097"/>
                      </a:lnTo>
                      <a:lnTo>
                        <a:pt x="72814" y="2972"/>
                      </a:lnTo>
                      <a:lnTo>
                        <a:pt x="72710" y="2888"/>
                      </a:lnTo>
                      <a:lnTo>
                        <a:pt x="72668" y="2763"/>
                      </a:lnTo>
                      <a:lnTo>
                        <a:pt x="72459" y="2700"/>
                      </a:lnTo>
                      <a:lnTo>
                        <a:pt x="72291" y="2365"/>
                      </a:lnTo>
                      <a:lnTo>
                        <a:pt x="72187" y="2239"/>
                      </a:lnTo>
                      <a:lnTo>
                        <a:pt x="72208" y="2177"/>
                      </a:lnTo>
                      <a:lnTo>
                        <a:pt x="72124" y="2093"/>
                      </a:lnTo>
                      <a:lnTo>
                        <a:pt x="72019" y="2072"/>
                      </a:lnTo>
                      <a:lnTo>
                        <a:pt x="72019" y="2072"/>
                      </a:lnTo>
                      <a:lnTo>
                        <a:pt x="72040" y="2135"/>
                      </a:lnTo>
                      <a:lnTo>
                        <a:pt x="72019" y="2239"/>
                      </a:lnTo>
                      <a:lnTo>
                        <a:pt x="71977" y="2198"/>
                      </a:lnTo>
                      <a:lnTo>
                        <a:pt x="71915" y="2072"/>
                      </a:lnTo>
                      <a:lnTo>
                        <a:pt x="71685" y="1947"/>
                      </a:lnTo>
                      <a:lnTo>
                        <a:pt x="71559" y="1926"/>
                      </a:lnTo>
                      <a:lnTo>
                        <a:pt x="71454" y="1947"/>
                      </a:lnTo>
                      <a:lnTo>
                        <a:pt x="71475" y="2030"/>
                      </a:lnTo>
                      <a:lnTo>
                        <a:pt x="71580" y="2072"/>
                      </a:lnTo>
                      <a:lnTo>
                        <a:pt x="71789" y="2156"/>
                      </a:lnTo>
                      <a:lnTo>
                        <a:pt x="71622" y="2198"/>
                      </a:lnTo>
                      <a:lnTo>
                        <a:pt x="71413" y="2135"/>
                      </a:lnTo>
                      <a:lnTo>
                        <a:pt x="71308" y="2030"/>
                      </a:lnTo>
                      <a:lnTo>
                        <a:pt x="71350" y="1947"/>
                      </a:lnTo>
                      <a:lnTo>
                        <a:pt x="71287" y="1926"/>
                      </a:lnTo>
                      <a:lnTo>
                        <a:pt x="71099" y="1926"/>
                      </a:lnTo>
                      <a:lnTo>
                        <a:pt x="71161" y="1947"/>
                      </a:lnTo>
                      <a:lnTo>
                        <a:pt x="71161" y="1988"/>
                      </a:lnTo>
                      <a:lnTo>
                        <a:pt x="70994" y="2051"/>
                      </a:lnTo>
                      <a:lnTo>
                        <a:pt x="70931" y="1947"/>
                      </a:lnTo>
                      <a:lnTo>
                        <a:pt x="70952" y="1884"/>
                      </a:lnTo>
                      <a:lnTo>
                        <a:pt x="70764" y="1863"/>
                      </a:lnTo>
                      <a:lnTo>
                        <a:pt x="70722" y="1884"/>
                      </a:lnTo>
                      <a:lnTo>
                        <a:pt x="70743" y="1988"/>
                      </a:lnTo>
                      <a:lnTo>
                        <a:pt x="70638" y="1967"/>
                      </a:lnTo>
                      <a:lnTo>
                        <a:pt x="70576" y="1863"/>
                      </a:lnTo>
                      <a:lnTo>
                        <a:pt x="70429" y="1863"/>
                      </a:lnTo>
                      <a:lnTo>
                        <a:pt x="70471" y="1967"/>
                      </a:lnTo>
                      <a:lnTo>
                        <a:pt x="70471" y="1967"/>
                      </a:lnTo>
                      <a:lnTo>
                        <a:pt x="69990" y="1863"/>
                      </a:lnTo>
                      <a:lnTo>
                        <a:pt x="69843" y="1926"/>
                      </a:lnTo>
                      <a:lnTo>
                        <a:pt x="69676" y="1842"/>
                      </a:lnTo>
                      <a:lnTo>
                        <a:pt x="69676" y="1758"/>
                      </a:lnTo>
                      <a:lnTo>
                        <a:pt x="69508" y="1716"/>
                      </a:lnTo>
                      <a:lnTo>
                        <a:pt x="69488" y="1737"/>
                      </a:lnTo>
                      <a:lnTo>
                        <a:pt x="69488" y="1779"/>
                      </a:lnTo>
                      <a:lnTo>
                        <a:pt x="69425" y="1737"/>
                      </a:lnTo>
                      <a:lnTo>
                        <a:pt x="69320" y="1716"/>
                      </a:lnTo>
                      <a:lnTo>
                        <a:pt x="69216" y="1633"/>
                      </a:lnTo>
                      <a:lnTo>
                        <a:pt x="69153" y="1654"/>
                      </a:lnTo>
                      <a:lnTo>
                        <a:pt x="69174" y="1758"/>
                      </a:lnTo>
                      <a:lnTo>
                        <a:pt x="69006" y="1758"/>
                      </a:lnTo>
                      <a:lnTo>
                        <a:pt x="68860" y="1779"/>
                      </a:lnTo>
                      <a:lnTo>
                        <a:pt x="68839" y="1884"/>
                      </a:lnTo>
                      <a:lnTo>
                        <a:pt x="68651" y="1884"/>
                      </a:lnTo>
                      <a:lnTo>
                        <a:pt x="68316" y="1758"/>
                      </a:lnTo>
                      <a:lnTo>
                        <a:pt x="68337" y="1716"/>
                      </a:lnTo>
                      <a:lnTo>
                        <a:pt x="68546" y="1779"/>
                      </a:lnTo>
                      <a:lnTo>
                        <a:pt x="68651" y="1842"/>
                      </a:lnTo>
                      <a:lnTo>
                        <a:pt x="68672" y="1779"/>
                      </a:lnTo>
                      <a:lnTo>
                        <a:pt x="68337" y="1549"/>
                      </a:lnTo>
                      <a:lnTo>
                        <a:pt x="67939" y="1507"/>
                      </a:lnTo>
                      <a:lnTo>
                        <a:pt x="67793" y="1549"/>
                      </a:lnTo>
                      <a:lnTo>
                        <a:pt x="67730" y="1507"/>
                      </a:lnTo>
                      <a:lnTo>
                        <a:pt x="67793" y="1444"/>
                      </a:lnTo>
                      <a:lnTo>
                        <a:pt x="67688" y="1402"/>
                      </a:lnTo>
                      <a:lnTo>
                        <a:pt x="67542" y="1423"/>
                      </a:lnTo>
                      <a:lnTo>
                        <a:pt x="67604" y="1444"/>
                      </a:lnTo>
                      <a:lnTo>
                        <a:pt x="67521" y="1465"/>
                      </a:lnTo>
                      <a:lnTo>
                        <a:pt x="67395" y="1423"/>
                      </a:lnTo>
                      <a:lnTo>
                        <a:pt x="67019" y="1319"/>
                      </a:lnTo>
                      <a:lnTo>
                        <a:pt x="66851" y="1340"/>
                      </a:lnTo>
                      <a:lnTo>
                        <a:pt x="66788" y="1423"/>
                      </a:lnTo>
                      <a:lnTo>
                        <a:pt x="66705" y="1402"/>
                      </a:lnTo>
                      <a:lnTo>
                        <a:pt x="66663" y="1319"/>
                      </a:lnTo>
                      <a:lnTo>
                        <a:pt x="66558" y="1361"/>
                      </a:lnTo>
                      <a:lnTo>
                        <a:pt x="66349" y="1361"/>
                      </a:lnTo>
                      <a:lnTo>
                        <a:pt x="66244" y="1298"/>
                      </a:lnTo>
                      <a:lnTo>
                        <a:pt x="66161" y="1319"/>
                      </a:lnTo>
                      <a:lnTo>
                        <a:pt x="66014" y="1340"/>
                      </a:lnTo>
                      <a:lnTo>
                        <a:pt x="65951" y="1319"/>
                      </a:lnTo>
                      <a:lnTo>
                        <a:pt x="65847" y="1402"/>
                      </a:lnTo>
                      <a:lnTo>
                        <a:pt x="65826" y="1507"/>
                      </a:lnTo>
                      <a:lnTo>
                        <a:pt x="65763" y="1402"/>
                      </a:lnTo>
                      <a:lnTo>
                        <a:pt x="65303" y="1528"/>
                      </a:lnTo>
                      <a:lnTo>
                        <a:pt x="65303" y="1633"/>
                      </a:lnTo>
                      <a:lnTo>
                        <a:pt x="65198" y="1612"/>
                      </a:lnTo>
                      <a:lnTo>
                        <a:pt x="65135" y="1737"/>
                      </a:lnTo>
                      <a:lnTo>
                        <a:pt x="65094" y="1737"/>
                      </a:lnTo>
                      <a:lnTo>
                        <a:pt x="65031" y="1654"/>
                      </a:lnTo>
                      <a:lnTo>
                        <a:pt x="64884" y="1675"/>
                      </a:lnTo>
                      <a:lnTo>
                        <a:pt x="64884" y="1779"/>
                      </a:lnTo>
                      <a:lnTo>
                        <a:pt x="64801" y="1779"/>
                      </a:lnTo>
                      <a:lnTo>
                        <a:pt x="64696" y="1842"/>
                      </a:lnTo>
                      <a:lnTo>
                        <a:pt x="64529" y="1737"/>
                      </a:lnTo>
                      <a:lnTo>
                        <a:pt x="64403" y="1779"/>
                      </a:lnTo>
                      <a:lnTo>
                        <a:pt x="64403" y="1863"/>
                      </a:lnTo>
                      <a:lnTo>
                        <a:pt x="64152" y="1863"/>
                      </a:lnTo>
                      <a:lnTo>
                        <a:pt x="63838" y="1884"/>
                      </a:lnTo>
                      <a:lnTo>
                        <a:pt x="63754" y="1842"/>
                      </a:lnTo>
                      <a:lnTo>
                        <a:pt x="63482" y="1884"/>
                      </a:lnTo>
                      <a:lnTo>
                        <a:pt x="63462" y="1905"/>
                      </a:lnTo>
                      <a:lnTo>
                        <a:pt x="63629" y="2009"/>
                      </a:lnTo>
                      <a:lnTo>
                        <a:pt x="63692" y="2198"/>
                      </a:lnTo>
                      <a:lnTo>
                        <a:pt x="63775" y="2260"/>
                      </a:lnTo>
                      <a:lnTo>
                        <a:pt x="63796" y="2386"/>
                      </a:lnTo>
                      <a:lnTo>
                        <a:pt x="63880" y="2574"/>
                      </a:lnTo>
                      <a:lnTo>
                        <a:pt x="63838" y="2637"/>
                      </a:lnTo>
                      <a:lnTo>
                        <a:pt x="63838" y="2804"/>
                      </a:lnTo>
                      <a:lnTo>
                        <a:pt x="63880" y="2804"/>
                      </a:lnTo>
                      <a:lnTo>
                        <a:pt x="63985" y="2700"/>
                      </a:lnTo>
                      <a:lnTo>
                        <a:pt x="64194" y="2804"/>
                      </a:lnTo>
                      <a:lnTo>
                        <a:pt x="64257" y="2888"/>
                      </a:lnTo>
                      <a:lnTo>
                        <a:pt x="64319" y="2909"/>
                      </a:lnTo>
                      <a:lnTo>
                        <a:pt x="64529" y="3118"/>
                      </a:lnTo>
                      <a:lnTo>
                        <a:pt x="64570" y="3307"/>
                      </a:lnTo>
                      <a:lnTo>
                        <a:pt x="64717" y="3348"/>
                      </a:lnTo>
                      <a:lnTo>
                        <a:pt x="64822" y="3516"/>
                      </a:lnTo>
                      <a:lnTo>
                        <a:pt x="64822" y="3579"/>
                      </a:lnTo>
                      <a:lnTo>
                        <a:pt x="64842" y="3662"/>
                      </a:lnTo>
                      <a:lnTo>
                        <a:pt x="64801" y="3725"/>
                      </a:lnTo>
                      <a:lnTo>
                        <a:pt x="64884" y="3830"/>
                      </a:lnTo>
                      <a:lnTo>
                        <a:pt x="64822" y="3871"/>
                      </a:lnTo>
                      <a:lnTo>
                        <a:pt x="64738" y="3851"/>
                      </a:lnTo>
                      <a:lnTo>
                        <a:pt x="64612" y="3934"/>
                      </a:lnTo>
                      <a:lnTo>
                        <a:pt x="64633" y="4039"/>
                      </a:lnTo>
                      <a:lnTo>
                        <a:pt x="64508" y="4060"/>
                      </a:lnTo>
                      <a:lnTo>
                        <a:pt x="64403" y="4143"/>
                      </a:lnTo>
                      <a:lnTo>
                        <a:pt x="64215" y="4102"/>
                      </a:lnTo>
                      <a:lnTo>
                        <a:pt x="64152" y="4039"/>
                      </a:lnTo>
                      <a:lnTo>
                        <a:pt x="64152" y="3892"/>
                      </a:lnTo>
                      <a:lnTo>
                        <a:pt x="63964" y="3641"/>
                      </a:lnTo>
                      <a:lnTo>
                        <a:pt x="63880" y="3641"/>
                      </a:lnTo>
                      <a:lnTo>
                        <a:pt x="63838" y="3662"/>
                      </a:lnTo>
                      <a:lnTo>
                        <a:pt x="63566" y="3620"/>
                      </a:lnTo>
                      <a:lnTo>
                        <a:pt x="63378" y="3641"/>
                      </a:lnTo>
                      <a:lnTo>
                        <a:pt x="63315" y="3579"/>
                      </a:lnTo>
                      <a:lnTo>
                        <a:pt x="63148" y="3411"/>
                      </a:lnTo>
                      <a:lnTo>
                        <a:pt x="63148" y="3286"/>
                      </a:lnTo>
                      <a:lnTo>
                        <a:pt x="63043" y="3202"/>
                      </a:lnTo>
                      <a:lnTo>
                        <a:pt x="62897" y="3181"/>
                      </a:lnTo>
                      <a:lnTo>
                        <a:pt x="62855" y="3097"/>
                      </a:lnTo>
                      <a:lnTo>
                        <a:pt x="62813" y="2951"/>
                      </a:lnTo>
                      <a:lnTo>
                        <a:pt x="62625" y="2909"/>
                      </a:lnTo>
                      <a:lnTo>
                        <a:pt x="62583" y="2951"/>
                      </a:lnTo>
                      <a:lnTo>
                        <a:pt x="62583" y="3097"/>
                      </a:lnTo>
                      <a:lnTo>
                        <a:pt x="62583" y="3244"/>
                      </a:lnTo>
                      <a:lnTo>
                        <a:pt x="62604" y="3327"/>
                      </a:lnTo>
                      <a:lnTo>
                        <a:pt x="62478" y="3516"/>
                      </a:lnTo>
                      <a:lnTo>
                        <a:pt x="62415" y="3641"/>
                      </a:lnTo>
                      <a:lnTo>
                        <a:pt x="62332" y="3558"/>
                      </a:lnTo>
                      <a:lnTo>
                        <a:pt x="62311" y="3474"/>
                      </a:lnTo>
                      <a:lnTo>
                        <a:pt x="62269" y="3474"/>
                      </a:lnTo>
                      <a:lnTo>
                        <a:pt x="62164" y="3558"/>
                      </a:lnTo>
                      <a:lnTo>
                        <a:pt x="61913" y="3537"/>
                      </a:lnTo>
                      <a:lnTo>
                        <a:pt x="61704" y="3620"/>
                      </a:lnTo>
                      <a:lnTo>
                        <a:pt x="61641" y="3579"/>
                      </a:lnTo>
                      <a:lnTo>
                        <a:pt x="61474" y="3725"/>
                      </a:lnTo>
                      <a:lnTo>
                        <a:pt x="61327" y="3746"/>
                      </a:lnTo>
                      <a:lnTo>
                        <a:pt x="61223" y="3725"/>
                      </a:lnTo>
                      <a:lnTo>
                        <a:pt x="61118" y="3620"/>
                      </a:lnTo>
                      <a:lnTo>
                        <a:pt x="61034" y="3620"/>
                      </a:lnTo>
                      <a:lnTo>
                        <a:pt x="60972" y="3662"/>
                      </a:lnTo>
                      <a:lnTo>
                        <a:pt x="61013" y="3746"/>
                      </a:lnTo>
                      <a:lnTo>
                        <a:pt x="60804" y="3830"/>
                      </a:lnTo>
                      <a:lnTo>
                        <a:pt x="60700" y="3913"/>
                      </a:lnTo>
                      <a:lnTo>
                        <a:pt x="60449" y="3934"/>
                      </a:lnTo>
                      <a:lnTo>
                        <a:pt x="60323" y="4081"/>
                      </a:lnTo>
                      <a:lnTo>
                        <a:pt x="60323" y="4290"/>
                      </a:lnTo>
                      <a:lnTo>
                        <a:pt x="60323" y="4562"/>
                      </a:lnTo>
                      <a:lnTo>
                        <a:pt x="60532" y="4855"/>
                      </a:lnTo>
                      <a:lnTo>
                        <a:pt x="60553" y="5022"/>
                      </a:lnTo>
                      <a:lnTo>
                        <a:pt x="60407" y="4813"/>
                      </a:lnTo>
                      <a:lnTo>
                        <a:pt x="60281" y="4688"/>
                      </a:lnTo>
                      <a:lnTo>
                        <a:pt x="60177" y="4708"/>
                      </a:lnTo>
                      <a:lnTo>
                        <a:pt x="60030" y="4625"/>
                      </a:lnTo>
                      <a:lnTo>
                        <a:pt x="60072" y="4729"/>
                      </a:lnTo>
                      <a:lnTo>
                        <a:pt x="60177" y="4792"/>
                      </a:lnTo>
                      <a:lnTo>
                        <a:pt x="60218" y="4980"/>
                      </a:lnTo>
                      <a:lnTo>
                        <a:pt x="60218" y="5022"/>
                      </a:lnTo>
                      <a:lnTo>
                        <a:pt x="60072" y="4813"/>
                      </a:lnTo>
                      <a:lnTo>
                        <a:pt x="59967" y="4813"/>
                      </a:lnTo>
                      <a:lnTo>
                        <a:pt x="59925" y="4604"/>
                      </a:lnTo>
                      <a:lnTo>
                        <a:pt x="59758" y="4415"/>
                      </a:lnTo>
                      <a:lnTo>
                        <a:pt x="59674" y="4269"/>
                      </a:lnTo>
                      <a:lnTo>
                        <a:pt x="59570" y="4269"/>
                      </a:lnTo>
                      <a:lnTo>
                        <a:pt x="59612" y="4457"/>
                      </a:lnTo>
                      <a:lnTo>
                        <a:pt x="59591" y="4562"/>
                      </a:lnTo>
                      <a:lnTo>
                        <a:pt x="59549" y="4415"/>
                      </a:lnTo>
                      <a:lnTo>
                        <a:pt x="59402" y="4353"/>
                      </a:lnTo>
                      <a:lnTo>
                        <a:pt x="59256" y="4374"/>
                      </a:lnTo>
                      <a:lnTo>
                        <a:pt x="59256" y="4457"/>
                      </a:lnTo>
                      <a:lnTo>
                        <a:pt x="59172" y="4374"/>
                      </a:lnTo>
                      <a:lnTo>
                        <a:pt x="59026" y="4374"/>
                      </a:lnTo>
                      <a:lnTo>
                        <a:pt x="58879" y="4520"/>
                      </a:lnTo>
                      <a:lnTo>
                        <a:pt x="58754" y="4562"/>
                      </a:lnTo>
                      <a:lnTo>
                        <a:pt x="58837" y="4415"/>
                      </a:lnTo>
                      <a:lnTo>
                        <a:pt x="58837" y="4311"/>
                      </a:lnTo>
                      <a:lnTo>
                        <a:pt x="58712" y="4081"/>
                      </a:lnTo>
                      <a:lnTo>
                        <a:pt x="58712" y="3934"/>
                      </a:lnTo>
                      <a:lnTo>
                        <a:pt x="58649" y="3871"/>
                      </a:lnTo>
                      <a:lnTo>
                        <a:pt x="58649" y="3767"/>
                      </a:lnTo>
                      <a:lnTo>
                        <a:pt x="58544" y="3558"/>
                      </a:lnTo>
                      <a:lnTo>
                        <a:pt x="58335" y="3327"/>
                      </a:lnTo>
                      <a:lnTo>
                        <a:pt x="58105" y="3202"/>
                      </a:lnTo>
                      <a:lnTo>
                        <a:pt x="57875" y="2930"/>
                      </a:lnTo>
                      <a:lnTo>
                        <a:pt x="57310" y="2742"/>
                      </a:lnTo>
                      <a:lnTo>
                        <a:pt x="57038" y="2742"/>
                      </a:lnTo>
                      <a:lnTo>
                        <a:pt x="56892" y="2783"/>
                      </a:lnTo>
                      <a:lnTo>
                        <a:pt x="56661" y="2930"/>
                      </a:lnTo>
                      <a:lnTo>
                        <a:pt x="56661" y="2993"/>
                      </a:lnTo>
                      <a:lnTo>
                        <a:pt x="56536" y="2951"/>
                      </a:lnTo>
                      <a:lnTo>
                        <a:pt x="56327" y="3035"/>
                      </a:lnTo>
                      <a:lnTo>
                        <a:pt x="55887" y="3244"/>
                      </a:lnTo>
                      <a:lnTo>
                        <a:pt x="55720" y="3265"/>
                      </a:lnTo>
                      <a:lnTo>
                        <a:pt x="55531" y="3453"/>
                      </a:lnTo>
                      <a:lnTo>
                        <a:pt x="55427" y="3516"/>
                      </a:lnTo>
                      <a:lnTo>
                        <a:pt x="55197" y="3683"/>
                      </a:lnTo>
                      <a:lnTo>
                        <a:pt x="55071" y="3746"/>
                      </a:lnTo>
                      <a:lnTo>
                        <a:pt x="54946" y="3871"/>
                      </a:lnTo>
                      <a:lnTo>
                        <a:pt x="54757" y="3934"/>
                      </a:lnTo>
                      <a:lnTo>
                        <a:pt x="54590" y="3871"/>
                      </a:lnTo>
                      <a:lnTo>
                        <a:pt x="54360" y="3934"/>
                      </a:lnTo>
                      <a:lnTo>
                        <a:pt x="54213" y="3997"/>
                      </a:lnTo>
                      <a:lnTo>
                        <a:pt x="54339" y="3871"/>
                      </a:lnTo>
                      <a:lnTo>
                        <a:pt x="54527" y="3767"/>
                      </a:lnTo>
                      <a:lnTo>
                        <a:pt x="54548" y="3662"/>
                      </a:lnTo>
                      <a:lnTo>
                        <a:pt x="54381" y="3474"/>
                      </a:lnTo>
                      <a:lnTo>
                        <a:pt x="54109" y="3411"/>
                      </a:lnTo>
                      <a:lnTo>
                        <a:pt x="53837" y="3223"/>
                      </a:lnTo>
                      <a:lnTo>
                        <a:pt x="53753" y="3160"/>
                      </a:lnTo>
                      <a:lnTo>
                        <a:pt x="53711" y="3223"/>
                      </a:lnTo>
                      <a:lnTo>
                        <a:pt x="53607" y="3453"/>
                      </a:lnTo>
                      <a:lnTo>
                        <a:pt x="53607" y="3579"/>
                      </a:lnTo>
                      <a:lnTo>
                        <a:pt x="53544" y="3516"/>
                      </a:lnTo>
                      <a:lnTo>
                        <a:pt x="53502" y="3537"/>
                      </a:lnTo>
                      <a:lnTo>
                        <a:pt x="53439" y="3662"/>
                      </a:lnTo>
                      <a:lnTo>
                        <a:pt x="53376" y="3725"/>
                      </a:lnTo>
                      <a:lnTo>
                        <a:pt x="53335" y="3662"/>
                      </a:lnTo>
                      <a:lnTo>
                        <a:pt x="53397" y="3516"/>
                      </a:lnTo>
                      <a:lnTo>
                        <a:pt x="53439" y="3432"/>
                      </a:lnTo>
                      <a:lnTo>
                        <a:pt x="53397" y="3265"/>
                      </a:lnTo>
                      <a:lnTo>
                        <a:pt x="53272" y="3202"/>
                      </a:lnTo>
                      <a:lnTo>
                        <a:pt x="53125" y="3327"/>
                      </a:lnTo>
                      <a:lnTo>
                        <a:pt x="53167" y="3411"/>
                      </a:lnTo>
                      <a:lnTo>
                        <a:pt x="53083" y="3537"/>
                      </a:lnTo>
                      <a:lnTo>
                        <a:pt x="53000" y="3453"/>
                      </a:lnTo>
                      <a:lnTo>
                        <a:pt x="52979" y="3307"/>
                      </a:lnTo>
                      <a:lnTo>
                        <a:pt x="52916" y="3160"/>
                      </a:lnTo>
                      <a:lnTo>
                        <a:pt x="52874" y="3014"/>
                      </a:lnTo>
                      <a:lnTo>
                        <a:pt x="52770" y="3118"/>
                      </a:lnTo>
                      <a:lnTo>
                        <a:pt x="52560" y="3139"/>
                      </a:lnTo>
                      <a:lnTo>
                        <a:pt x="52246" y="3223"/>
                      </a:lnTo>
                      <a:lnTo>
                        <a:pt x="52163" y="3202"/>
                      </a:lnTo>
                      <a:lnTo>
                        <a:pt x="52267" y="3118"/>
                      </a:lnTo>
                      <a:lnTo>
                        <a:pt x="52246" y="3014"/>
                      </a:lnTo>
                      <a:lnTo>
                        <a:pt x="52246" y="2909"/>
                      </a:lnTo>
                      <a:lnTo>
                        <a:pt x="52226" y="2783"/>
                      </a:lnTo>
                      <a:lnTo>
                        <a:pt x="52246" y="2763"/>
                      </a:lnTo>
                      <a:lnTo>
                        <a:pt x="52456" y="2909"/>
                      </a:lnTo>
                      <a:lnTo>
                        <a:pt x="52560" y="2825"/>
                      </a:lnTo>
                      <a:lnTo>
                        <a:pt x="52581" y="2700"/>
                      </a:lnTo>
                      <a:lnTo>
                        <a:pt x="52393" y="2428"/>
                      </a:lnTo>
                      <a:lnTo>
                        <a:pt x="52016" y="2302"/>
                      </a:lnTo>
                      <a:lnTo>
                        <a:pt x="51702" y="2281"/>
                      </a:lnTo>
                      <a:lnTo>
                        <a:pt x="51347" y="2365"/>
                      </a:lnTo>
                      <a:lnTo>
                        <a:pt x="51033" y="2407"/>
                      </a:lnTo>
                      <a:lnTo>
                        <a:pt x="50824" y="2574"/>
                      </a:lnTo>
                      <a:lnTo>
                        <a:pt x="50886" y="3139"/>
                      </a:lnTo>
                      <a:lnTo>
                        <a:pt x="50866" y="3307"/>
                      </a:lnTo>
                      <a:lnTo>
                        <a:pt x="50907" y="3411"/>
                      </a:lnTo>
                      <a:lnTo>
                        <a:pt x="50803" y="3579"/>
                      </a:lnTo>
                      <a:lnTo>
                        <a:pt x="50803" y="3746"/>
                      </a:lnTo>
                      <a:lnTo>
                        <a:pt x="50656" y="3851"/>
                      </a:lnTo>
                      <a:lnTo>
                        <a:pt x="50552" y="3851"/>
                      </a:lnTo>
                      <a:lnTo>
                        <a:pt x="50489" y="3788"/>
                      </a:lnTo>
                      <a:lnTo>
                        <a:pt x="50489" y="3725"/>
                      </a:lnTo>
                      <a:lnTo>
                        <a:pt x="50363" y="3620"/>
                      </a:lnTo>
                      <a:lnTo>
                        <a:pt x="50447" y="3537"/>
                      </a:lnTo>
                      <a:lnTo>
                        <a:pt x="50510" y="3558"/>
                      </a:lnTo>
                      <a:lnTo>
                        <a:pt x="50594" y="3369"/>
                      </a:lnTo>
                      <a:lnTo>
                        <a:pt x="50552" y="3139"/>
                      </a:lnTo>
                      <a:lnTo>
                        <a:pt x="50405" y="3097"/>
                      </a:lnTo>
                      <a:lnTo>
                        <a:pt x="50342" y="2888"/>
                      </a:lnTo>
                      <a:lnTo>
                        <a:pt x="50405" y="2909"/>
                      </a:lnTo>
                      <a:lnTo>
                        <a:pt x="50510" y="2804"/>
                      </a:lnTo>
                      <a:lnTo>
                        <a:pt x="50510" y="2930"/>
                      </a:lnTo>
                      <a:lnTo>
                        <a:pt x="50614" y="3035"/>
                      </a:lnTo>
                      <a:lnTo>
                        <a:pt x="50698" y="3223"/>
                      </a:lnTo>
                      <a:lnTo>
                        <a:pt x="50719" y="3160"/>
                      </a:lnTo>
                      <a:lnTo>
                        <a:pt x="50698" y="2888"/>
                      </a:lnTo>
                      <a:lnTo>
                        <a:pt x="50656" y="2679"/>
                      </a:lnTo>
                      <a:lnTo>
                        <a:pt x="50259" y="2825"/>
                      </a:lnTo>
                      <a:lnTo>
                        <a:pt x="49945" y="3035"/>
                      </a:lnTo>
                      <a:lnTo>
                        <a:pt x="49945" y="3160"/>
                      </a:lnTo>
                      <a:lnTo>
                        <a:pt x="49757" y="3307"/>
                      </a:lnTo>
                      <a:lnTo>
                        <a:pt x="49652" y="3223"/>
                      </a:lnTo>
                      <a:lnTo>
                        <a:pt x="49673" y="3139"/>
                      </a:lnTo>
                      <a:lnTo>
                        <a:pt x="49777" y="3118"/>
                      </a:lnTo>
                      <a:lnTo>
                        <a:pt x="49673" y="2993"/>
                      </a:lnTo>
                      <a:lnTo>
                        <a:pt x="49757" y="2742"/>
                      </a:lnTo>
                      <a:lnTo>
                        <a:pt x="49882" y="2804"/>
                      </a:lnTo>
                      <a:lnTo>
                        <a:pt x="49945" y="2783"/>
                      </a:lnTo>
                      <a:lnTo>
                        <a:pt x="50070" y="2825"/>
                      </a:lnTo>
                      <a:lnTo>
                        <a:pt x="50468" y="2637"/>
                      </a:lnTo>
                      <a:lnTo>
                        <a:pt x="50614" y="2595"/>
                      </a:lnTo>
                      <a:lnTo>
                        <a:pt x="50342" y="2595"/>
                      </a:lnTo>
                      <a:lnTo>
                        <a:pt x="50175" y="2616"/>
                      </a:lnTo>
                      <a:lnTo>
                        <a:pt x="49945" y="2595"/>
                      </a:lnTo>
                      <a:lnTo>
                        <a:pt x="49443" y="2595"/>
                      </a:lnTo>
                      <a:lnTo>
                        <a:pt x="49338" y="2637"/>
                      </a:lnTo>
                      <a:lnTo>
                        <a:pt x="48669" y="2700"/>
                      </a:lnTo>
                      <a:lnTo>
                        <a:pt x="48271" y="2700"/>
                      </a:lnTo>
                      <a:lnTo>
                        <a:pt x="48041" y="2742"/>
                      </a:lnTo>
                      <a:lnTo>
                        <a:pt x="47769" y="2637"/>
                      </a:lnTo>
                      <a:lnTo>
                        <a:pt x="47539" y="2679"/>
                      </a:lnTo>
                      <a:lnTo>
                        <a:pt x="47371" y="2742"/>
                      </a:lnTo>
                      <a:lnTo>
                        <a:pt x="47518" y="2909"/>
                      </a:lnTo>
                      <a:lnTo>
                        <a:pt x="47685" y="2909"/>
                      </a:lnTo>
                      <a:lnTo>
                        <a:pt x="47790" y="2951"/>
                      </a:lnTo>
                      <a:lnTo>
                        <a:pt x="47894" y="2930"/>
                      </a:lnTo>
                      <a:lnTo>
                        <a:pt x="48041" y="3055"/>
                      </a:lnTo>
                      <a:lnTo>
                        <a:pt x="48041" y="3139"/>
                      </a:lnTo>
                      <a:lnTo>
                        <a:pt x="47832" y="3327"/>
                      </a:lnTo>
                      <a:lnTo>
                        <a:pt x="47685" y="3307"/>
                      </a:lnTo>
                      <a:lnTo>
                        <a:pt x="47518" y="3369"/>
                      </a:lnTo>
                      <a:lnTo>
                        <a:pt x="47476" y="3537"/>
                      </a:lnTo>
                      <a:lnTo>
                        <a:pt x="47434" y="3641"/>
                      </a:lnTo>
                      <a:lnTo>
                        <a:pt x="47560" y="3871"/>
                      </a:lnTo>
                      <a:lnTo>
                        <a:pt x="47769" y="3934"/>
                      </a:lnTo>
                      <a:lnTo>
                        <a:pt x="47790" y="3788"/>
                      </a:lnTo>
                      <a:lnTo>
                        <a:pt x="47936" y="3662"/>
                      </a:lnTo>
                      <a:lnTo>
                        <a:pt x="48145" y="3579"/>
                      </a:lnTo>
                      <a:lnTo>
                        <a:pt x="48104" y="3788"/>
                      </a:lnTo>
                      <a:lnTo>
                        <a:pt x="47894" y="3788"/>
                      </a:lnTo>
                      <a:lnTo>
                        <a:pt x="47999" y="3934"/>
                      </a:lnTo>
                      <a:lnTo>
                        <a:pt x="47978" y="3955"/>
                      </a:lnTo>
                      <a:lnTo>
                        <a:pt x="48041" y="4060"/>
                      </a:lnTo>
                      <a:lnTo>
                        <a:pt x="47894" y="4143"/>
                      </a:lnTo>
                      <a:lnTo>
                        <a:pt x="48041" y="4164"/>
                      </a:lnTo>
                      <a:lnTo>
                        <a:pt x="48166" y="4102"/>
                      </a:lnTo>
                      <a:lnTo>
                        <a:pt x="48208" y="4206"/>
                      </a:lnTo>
                      <a:lnTo>
                        <a:pt x="48187" y="4353"/>
                      </a:lnTo>
                      <a:lnTo>
                        <a:pt x="48313" y="4478"/>
                      </a:lnTo>
                      <a:lnTo>
                        <a:pt x="48459" y="4499"/>
                      </a:lnTo>
                      <a:lnTo>
                        <a:pt x="48627" y="4708"/>
                      </a:lnTo>
                      <a:lnTo>
                        <a:pt x="48606" y="4813"/>
                      </a:lnTo>
                      <a:lnTo>
                        <a:pt x="48522" y="4771"/>
                      </a:lnTo>
                      <a:lnTo>
                        <a:pt x="48397" y="4813"/>
                      </a:lnTo>
                      <a:lnTo>
                        <a:pt x="48459" y="4939"/>
                      </a:lnTo>
                      <a:lnTo>
                        <a:pt x="48376" y="5001"/>
                      </a:lnTo>
                      <a:lnTo>
                        <a:pt x="48313" y="4939"/>
                      </a:lnTo>
                      <a:lnTo>
                        <a:pt x="48250" y="4980"/>
                      </a:lnTo>
                      <a:lnTo>
                        <a:pt x="48187" y="4834"/>
                      </a:lnTo>
                      <a:lnTo>
                        <a:pt x="47999" y="4708"/>
                      </a:lnTo>
                      <a:lnTo>
                        <a:pt x="47936" y="4729"/>
                      </a:lnTo>
                      <a:lnTo>
                        <a:pt x="47978" y="4813"/>
                      </a:lnTo>
                      <a:lnTo>
                        <a:pt x="47873" y="4897"/>
                      </a:lnTo>
                      <a:lnTo>
                        <a:pt x="47790" y="4834"/>
                      </a:lnTo>
                      <a:lnTo>
                        <a:pt x="47727" y="4897"/>
                      </a:lnTo>
                      <a:lnTo>
                        <a:pt x="47769" y="5022"/>
                      </a:lnTo>
                      <a:lnTo>
                        <a:pt x="47790" y="5211"/>
                      </a:lnTo>
                      <a:lnTo>
                        <a:pt x="47936" y="5232"/>
                      </a:lnTo>
                      <a:lnTo>
                        <a:pt x="48083" y="5148"/>
                      </a:lnTo>
                      <a:lnTo>
                        <a:pt x="48187" y="5252"/>
                      </a:lnTo>
                      <a:lnTo>
                        <a:pt x="48104" y="5336"/>
                      </a:lnTo>
                      <a:lnTo>
                        <a:pt x="48250" y="5399"/>
                      </a:lnTo>
                      <a:lnTo>
                        <a:pt x="48145" y="5462"/>
                      </a:lnTo>
                      <a:lnTo>
                        <a:pt x="47978" y="5420"/>
                      </a:lnTo>
                      <a:lnTo>
                        <a:pt x="47978" y="5462"/>
                      </a:lnTo>
                      <a:lnTo>
                        <a:pt x="48145" y="5566"/>
                      </a:lnTo>
                      <a:lnTo>
                        <a:pt x="47873" y="5566"/>
                      </a:lnTo>
                      <a:lnTo>
                        <a:pt x="47832" y="5462"/>
                      </a:lnTo>
                      <a:lnTo>
                        <a:pt x="47643" y="5462"/>
                      </a:lnTo>
                      <a:lnTo>
                        <a:pt x="47560" y="5336"/>
                      </a:lnTo>
                      <a:lnTo>
                        <a:pt x="47434" y="5315"/>
                      </a:lnTo>
                      <a:lnTo>
                        <a:pt x="47308" y="5190"/>
                      </a:lnTo>
                      <a:lnTo>
                        <a:pt x="47120" y="5190"/>
                      </a:lnTo>
                      <a:lnTo>
                        <a:pt x="46995" y="5106"/>
                      </a:lnTo>
                      <a:lnTo>
                        <a:pt x="46890" y="5127"/>
                      </a:lnTo>
                      <a:lnTo>
                        <a:pt x="46827" y="5106"/>
                      </a:lnTo>
                      <a:lnTo>
                        <a:pt x="46430" y="5252"/>
                      </a:lnTo>
                      <a:lnTo>
                        <a:pt x="46409" y="5357"/>
                      </a:lnTo>
                      <a:lnTo>
                        <a:pt x="46367" y="5420"/>
                      </a:lnTo>
                      <a:lnTo>
                        <a:pt x="46430" y="5504"/>
                      </a:lnTo>
                      <a:lnTo>
                        <a:pt x="46409" y="5566"/>
                      </a:lnTo>
                      <a:lnTo>
                        <a:pt x="46492" y="5713"/>
                      </a:lnTo>
                      <a:lnTo>
                        <a:pt x="46472" y="5734"/>
                      </a:lnTo>
                      <a:lnTo>
                        <a:pt x="46367" y="5629"/>
                      </a:lnTo>
                      <a:lnTo>
                        <a:pt x="46283" y="5671"/>
                      </a:lnTo>
                      <a:lnTo>
                        <a:pt x="46179" y="5629"/>
                      </a:lnTo>
                      <a:lnTo>
                        <a:pt x="45739" y="5671"/>
                      </a:lnTo>
                      <a:lnTo>
                        <a:pt x="45530" y="5650"/>
                      </a:lnTo>
                      <a:lnTo>
                        <a:pt x="45384" y="5524"/>
                      </a:lnTo>
                      <a:lnTo>
                        <a:pt x="45258" y="5504"/>
                      </a:lnTo>
                      <a:lnTo>
                        <a:pt x="45132" y="5357"/>
                      </a:lnTo>
                      <a:lnTo>
                        <a:pt x="45049" y="5211"/>
                      </a:lnTo>
                      <a:lnTo>
                        <a:pt x="44944" y="5148"/>
                      </a:lnTo>
                      <a:lnTo>
                        <a:pt x="44944" y="5232"/>
                      </a:lnTo>
                      <a:lnTo>
                        <a:pt x="45028" y="5420"/>
                      </a:lnTo>
                      <a:lnTo>
                        <a:pt x="45049" y="5734"/>
                      </a:lnTo>
                      <a:lnTo>
                        <a:pt x="45216" y="6068"/>
                      </a:lnTo>
                      <a:lnTo>
                        <a:pt x="45342" y="6340"/>
                      </a:lnTo>
                      <a:lnTo>
                        <a:pt x="45446" y="6926"/>
                      </a:lnTo>
                      <a:lnTo>
                        <a:pt x="45425" y="7073"/>
                      </a:lnTo>
                      <a:lnTo>
                        <a:pt x="45342" y="7073"/>
                      </a:lnTo>
                      <a:lnTo>
                        <a:pt x="45258" y="6968"/>
                      </a:lnTo>
                      <a:lnTo>
                        <a:pt x="45237" y="6864"/>
                      </a:lnTo>
                      <a:lnTo>
                        <a:pt x="45132" y="6759"/>
                      </a:lnTo>
                      <a:lnTo>
                        <a:pt x="45070" y="6801"/>
                      </a:lnTo>
                      <a:lnTo>
                        <a:pt x="45132" y="6884"/>
                      </a:lnTo>
                      <a:lnTo>
                        <a:pt x="45112" y="6968"/>
                      </a:lnTo>
                      <a:lnTo>
                        <a:pt x="44923" y="6905"/>
                      </a:lnTo>
                      <a:lnTo>
                        <a:pt x="44756" y="6717"/>
                      </a:lnTo>
                      <a:lnTo>
                        <a:pt x="44505" y="6696"/>
                      </a:lnTo>
                      <a:lnTo>
                        <a:pt x="44379" y="6550"/>
                      </a:lnTo>
                      <a:lnTo>
                        <a:pt x="44275" y="6508"/>
                      </a:lnTo>
                      <a:lnTo>
                        <a:pt x="43898" y="6173"/>
                      </a:lnTo>
                      <a:lnTo>
                        <a:pt x="43877" y="6173"/>
                      </a:lnTo>
                      <a:lnTo>
                        <a:pt x="43793" y="6236"/>
                      </a:lnTo>
                      <a:lnTo>
                        <a:pt x="43689" y="6236"/>
                      </a:lnTo>
                      <a:lnTo>
                        <a:pt x="43647" y="6152"/>
                      </a:lnTo>
                      <a:lnTo>
                        <a:pt x="43877" y="5943"/>
                      </a:lnTo>
                      <a:lnTo>
                        <a:pt x="43982" y="5943"/>
                      </a:lnTo>
                      <a:lnTo>
                        <a:pt x="43898" y="5880"/>
                      </a:lnTo>
                      <a:lnTo>
                        <a:pt x="43772" y="5817"/>
                      </a:lnTo>
                      <a:lnTo>
                        <a:pt x="43647" y="5671"/>
                      </a:lnTo>
                      <a:lnTo>
                        <a:pt x="43626" y="5671"/>
                      </a:lnTo>
                      <a:lnTo>
                        <a:pt x="43647" y="5755"/>
                      </a:lnTo>
                      <a:lnTo>
                        <a:pt x="43751" y="5859"/>
                      </a:lnTo>
                      <a:lnTo>
                        <a:pt x="43751" y="5964"/>
                      </a:lnTo>
                      <a:lnTo>
                        <a:pt x="43626" y="6048"/>
                      </a:lnTo>
                      <a:lnTo>
                        <a:pt x="43417" y="5985"/>
                      </a:lnTo>
                      <a:lnTo>
                        <a:pt x="43207" y="5838"/>
                      </a:lnTo>
                      <a:lnTo>
                        <a:pt x="43145" y="5755"/>
                      </a:lnTo>
                      <a:lnTo>
                        <a:pt x="42935" y="5734"/>
                      </a:lnTo>
                      <a:lnTo>
                        <a:pt x="42894" y="5608"/>
                      </a:lnTo>
                      <a:lnTo>
                        <a:pt x="42789" y="5545"/>
                      </a:lnTo>
                      <a:lnTo>
                        <a:pt x="43040" y="5545"/>
                      </a:lnTo>
                      <a:lnTo>
                        <a:pt x="43270" y="5608"/>
                      </a:lnTo>
                      <a:lnTo>
                        <a:pt x="43375" y="5671"/>
                      </a:lnTo>
                      <a:lnTo>
                        <a:pt x="43521" y="5629"/>
                      </a:lnTo>
                      <a:lnTo>
                        <a:pt x="43626" y="5441"/>
                      </a:lnTo>
                      <a:lnTo>
                        <a:pt x="43626" y="5378"/>
                      </a:lnTo>
                      <a:lnTo>
                        <a:pt x="43542" y="5420"/>
                      </a:lnTo>
                      <a:lnTo>
                        <a:pt x="43521" y="5336"/>
                      </a:lnTo>
                      <a:lnTo>
                        <a:pt x="43417" y="5357"/>
                      </a:lnTo>
                      <a:lnTo>
                        <a:pt x="43459" y="5190"/>
                      </a:lnTo>
                      <a:lnTo>
                        <a:pt x="43333" y="5043"/>
                      </a:lnTo>
                      <a:lnTo>
                        <a:pt x="43249" y="5106"/>
                      </a:lnTo>
                      <a:lnTo>
                        <a:pt x="43228" y="5001"/>
                      </a:lnTo>
                      <a:lnTo>
                        <a:pt x="43145" y="4980"/>
                      </a:lnTo>
                      <a:lnTo>
                        <a:pt x="43061" y="5022"/>
                      </a:lnTo>
                      <a:lnTo>
                        <a:pt x="43019" y="5085"/>
                      </a:lnTo>
                      <a:lnTo>
                        <a:pt x="42831" y="5043"/>
                      </a:lnTo>
                      <a:lnTo>
                        <a:pt x="42810" y="4897"/>
                      </a:lnTo>
                      <a:lnTo>
                        <a:pt x="43019" y="4708"/>
                      </a:lnTo>
                      <a:lnTo>
                        <a:pt x="42998" y="4625"/>
                      </a:lnTo>
                      <a:lnTo>
                        <a:pt x="42894" y="4625"/>
                      </a:lnTo>
                      <a:lnTo>
                        <a:pt x="42726" y="4792"/>
                      </a:lnTo>
                      <a:lnTo>
                        <a:pt x="42705" y="4667"/>
                      </a:lnTo>
                      <a:lnTo>
                        <a:pt x="42768" y="4562"/>
                      </a:lnTo>
                      <a:lnTo>
                        <a:pt x="42726" y="4415"/>
                      </a:lnTo>
                      <a:lnTo>
                        <a:pt x="42663" y="4457"/>
                      </a:lnTo>
                      <a:lnTo>
                        <a:pt x="42622" y="4499"/>
                      </a:lnTo>
                      <a:lnTo>
                        <a:pt x="42601" y="4395"/>
                      </a:lnTo>
                      <a:lnTo>
                        <a:pt x="42496" y="4395"/>
                      </a:lnTo>
                      <a:lnTo>
                        <a:pt x="42454" y="4353"/>
                      </a:lnTo>
                      <a:lnTo>
                        <a:pt x="42391" y="4269"/>
                      </a:lnTo>
                      <a:lnTo>
                        <a:pt x="42433" y="4102"/>
                      </a:lnTo>
                      <a:lnTo>
                        <a:pt x="42391" y="4060"/>
                      </a:lnTo>
                      <a:lnTo>
                        <a:pt x="42308" y="4102"/>
                      </a:lnTo>
                      <a:lnTo>
                        <a:pt x="42224" y="4248"/>
                      </a:lnTo>
                      <a:lnTo>
                        <a:pt x="42203" y="4039"/>
                      </a:lnTo>
                      <a:lnTo>
                        <a:pt x="42099" y="3955"/>
                      </a:lnTo>
                      <a:lnTo>
                        <a:pt x="41994" y="4039"/>
                      </a:lnTo>
                      <a:lnTo>
                        <a:pt x="41910" y="4039"/>
                      </a:lnTo>
                      <a:lnTo>
                        <a:pt x="41868" y="3871"/>
                      </a:lnTo>
                      <a:lnTo>
                        <a:pt x="41764" y="3976"/>
                      </a:lnTo>
                      <a:lnTo>
                        <a:pt x="41701" y="3976"/>
                      </a:lnTo>
                      <a:lnTo>
                        <a:pt x="41680" y="4060"/>
                      </a:lnTo>
                      <a:lnTo>
                        <a:pt x="41659" y="3892"/>
                      </a:lnTo>
                      <a:lnTo>
                        <a:pt x="41659" y="3830"/>
                      </a:lnTo>
                      <a:lnTo>
                        <a:pt x="41492" y="3830"/>
                      </a:lnTo>
                      <a:lnTo>
                        <a:pt x="41408" y="3851"/>
                      </a:lnTo>
                      <a:lnTo>
                        <a:pt x="41366" y="3788"/>
                      </a:lnTo>
                      <a:lnTo>
                        <a:pt x="41199" y="3851"/>
                      </a:lnTo>
                      <a:lnTo>
                        <a:pt x="41094" y="3851"/>
                      </a:lnTo>
                      <a:lnTo>
                        <a:pt x="41073" y="3892"/>
                      </a:lnTo>
                      <a:lnTo>
                        <a:pt x="41136" y="3955"/>
                      </a:lnTo>
                      <a:lnTo>
                        <a:pt x="41178" y="4081"/>
                      </a:lnTo>
                      <a:lnTo>
                        <a:pt x="41115" y="4060"/>
                      </a:lnTo>
                      <a:lnTo>
                        <a:pt x="41052" y="4081"/>
                      </a:lnTo>
                      <a:lnTo>
                        <a:pt x="41052" y="4164"/>
                      </a:lnTo>
                      <a:lnTo>
                        <a:pt x="41031" y="4143"/>
                      </a:lnTo>
                      <a:lnTo>
                        <a:pt x="40885" y="4164"/>
                      </a:lnTo>
                      <a:lnTo>
                        <a:pt x="40843" y="4143"/>
                      </a:lnTo>
                      <a:lnTo>
                        <a:pt x="40885" y="4039"/>
                      </a:lnTo>
                      <a:lnTo>
                        <a:pt x="40969" y="3976"/>
                      </a:lnTo>
                      <a:lnTo>
                        <a:pt x="40927" y="3871"/>
                      </a:lnTo>
                      <a:lnTo>
                        <a:pt x="40822" y="3851"/>
                      </a:lnTo>
                      <a:lnTo>
                        <a:pt x="40822" y="3955"/>
                      </a:lnTo>
                      <a:lnTo>
                        <a:pt x="40738" y="3997"/>
                      </a:lnTo>
                      <a:lnTo>
                        <a:pt x="40655" y="3892"/>
                      </a:lnTo>
                      <a:lnTo>
                        <a:pt x="40550" y="3871"/>
                      </a:lnTo>
                      <a:lnTo>
                        <a:pt x="40446" y="3767"/>
                      </a:lnTo>
                      <a:lnTo>
                        <a:pt x="40425" y="3851"/>
                      </a:lnTo>
                      <a:lnTo>
                        <a:pt x="40341" y="3871"/>
                      </a:lnTo>
                      <a:lnTo>
                        <a:pt x="40194" y="3871"/>
                      </a:lnTo>
                      <a:lnTo>
                        <a:pt x="40132" y="3788"/>
                      </a:lnTo>
                      <a:lnTo>
                        <a:pt x="40111" y="3892"/>
                      </a:lnTo>
                      <a:lnTo>
                        <a:pt x="40027" y="3955"/>
                      </a:lnTo>
                      <a:lnTo>
                        <a:pt x="39902" y="3851"/>
                      </a:lnTo>
                      <a:lnTo>
                        <a:pt x="39818" y="3851"/>
                      </a:lnTo>
                      <a:lnTo>
                        <a:pt x="39860" y="3955"/>
                      </a:lnTo>
                      <a:lnTo>
                        <a:pt x="39881" y="3997"/>
                      </a:lnTo>
                      <a:lnTo>
                        <a:pt x="39755" y="4102"/>
                      </a:lnTo>
                      <a:lnTo>
                        <a:pt x="39692" y="4081"/>
                      </a:lnTo>
                      <a:lnTo>
                        <a:pt x="39671" y="3997"/>
                      </a:lnTo>
                      <a:lnTo>
                        <a:pt x="39609" y="4102"/>
                      </a:lnTo>
                      <a:lnTo>
                        <a:pt x="39630" y="4269"/>
                      </a:lnTo>
                      <a:lnTo>
                        <a:pt x="39713" y="4353"/>
                      </a:lnTo>
                      <a:lnTo>
                        <a:pt x="39734" y="4457"/>
                      </a:lnTo>
                      <a:lnTo>
                        <a:pt x="39797" y="4478"/>
                      </a:lnTo>
                      <a:lnTo>
                        <a:pt x="39818" y="4625"/>
                      </a:lnTo>
                      <a:lnTo>
                        <a:pt x="39964" y="4667"/>
                      </a:lnTo>
                      <a:lnTo>
                        <a:pt x="40006" y="4729"/>
                      </a:lnTo>
                      <a:lnTo>
                        <a:pt x="40006" y="4834"/>
                      </a:lnTo>
                      <a:lnTo>
                        <a:pt x="40111" y="4918"/>
                      </a:lnTo>
                      <a:lnTo>
                        <a:pt x="40132" y="5001"/>
                      </a:lnTo>
                      <a:lnTo>
                        <a:pt x="40069" y="5106"/>
                      </a:lnTo>
                      <a:lnTo>
                        <a:pt x="40006" y="5085"/>
                      </a:lnTo>
                      <a:lnTo>
                        <a:pt x="39985" y="5001"/>
                      </a:lnTo>
                      <a:lnTo>
                        <a:pt x="39818" y="5043"/>
                      </a:lnTo>
                      <a:lnTo>
                        <a:pt x="39713" y="5022"/>
                      </a:lnTo>
                      <a:lnTo>
                        <a:pt x="39609" y="5043"/>
                      </a:lnTo>
                      <a:lnTo>
                        <a:pt x="39671" y="5127"/>
                      </a:lnTo>
                      <a:lnTo>
                        <a:pt x="39588" y="5232"/>
                      </a:lnTo>
                      <a:lnTo>
                        <a:pt x="39462" y="5232"/>
                      </a:lnTo>
                      <a:lnTo>
                        <a:pt x="39378" y="5211"/>
                      </a:lnTo>
                      <a:lnTo>
                        <a:pt x="39127" y="5336"/>
                      </a:lnTo>
                      <a:lnTo>
                        <a:pt x="38751" y="5399"/>
                      </a:lnTo>
                      <a:lnTo>
                        <a:pt x="38625" y="5336"/>
                      </a:lnTo>
                      <a:lnTo>
                        <a:pt x="38437" y="5336"/>
                      </a:lnTo>
                      <a:lnTo>
                        <a:pt x="38416" y="5357"/>
                      </a:lnTo>
                      <a:lnTo>
                        <a:pt x="38311" y="5336"/>
                      </a:lnTo>
                      <a:lnTo>
                        <a:pt x="37788" y="5315"/>
                      </a:lnTo>
                      <a:lnTo>
                        <a:pt x="37621" y="5190"/>
                      </a:lnTo>
                      <a:lnTo>
                        <a:pt x="37579" y="4980"/>
                      </a:lnTo>
                      <a:lnTo>
                        <a:pt x="37663" y="4834"/>
                      </a:lnTo>
                      <a:lnTo>
                        <a:pt x="37705" y="4813"/>
                      </a:lnTo>
                      <a:lnTo>
                        <a:pt x="37705" y="4729"/>
                      </a:lnTo>
                      <a:lnTo>
                        <a:pt x="37558" y="4688"/>
                      </a:lnTo>
                      <a:lnTo>
                        <a:pt x="37370" y="4688"/>
                      </a:lnTo>
                      <a:lnTo>
                        <a:pt x="37035" y="4834"/>
                      </a:lnTo>
                      <a:lnTo>
                        <a:pt x="36554" y="4876"/>
                      </a:lnTo>
                      <a:lnTo>
                        <a:pt x="36156" y="4980"/>
                      </a:lnTo>
                      <a:lnTo>
                        <a:pt x="35926" y="5022"/>
                      </a:lnTo>
                      <a:lnTo>
                        <a:pt x="35884" y="5106"/>
                      </a:lnTo>
                      <a:lnTo>
                        <a:pt x="35801" y="5106"/>
                      </a:lnTo>
                      <a:lnTo>
                        <a:pt x="35738" y="5190"/>
                      </a:lnTo>
                      <a:lnTo>
                        <a:pt x="35612" y="5252"/>
                      </a:lnTo>
                      <a:lnTo>
                        <a:pt x="35466" y="5399"/>
                      </a:lnTo>
                      <a:lnTo>
                        <a:pt x="35529" y="5545"/>
                      </a:lnTo>
                      <a:lnTo>
                        <a:pt x="35612" y="5566"/>
                      </a:lnTo>
                      <a:lnTo>
                        <a:pt x="35717" y="5524"/>
                      </a:lnTo>
                      <a:lnTo>
                        <a:pt x="35780" y="5545"/>
                      </a:lnTo>
                      <a:lnTo>
                        <a:pt x="35717" y="5629"/>
                      </a:lnTo>
                      <a:lnTo>
                        <a:pt x="35654" y="5650"/>
                      </a:lnTo>
                      <a:lnTo>
                        <a:pt x="35549" y="5755"/>
                      </a:lnTo>
                      <a:lnTo>
                        <a:pt x="35549" y="5817"/>
                      </a:lnTo>
                      <a:lnTo>
                        <a:pt x="35508" y="5755"/>
                      </a:lnTo>
                      <a:lnTo>
                        <a:pt x="35487" y="5545"/>
                      </a:lnTo>
                      <a:lnTo>
                        <a:pt x="35319" y="5420"/>
                      </a:lnTo>
                      <a:lnTo>
                        <a:pt x="35298" y="5336"/>
                      </a:lnTo>
                      <a:lnTo>
                        <a:pt x="35319" y="5252"/>
                      </a:lnTo>
                      <a:lnTo>
                        <a:pt x="35194" y="5148"/>
                      </a:lnTo>
                      <a:lnTo>
                        <a:pt x="35110" y="5148"/>
                      </a:lnTo>
                      <a:lnTo>
                        <a:pt x="34880" y="4939"/>
                      </a:lnTo>
                      <a:lnTo>
                        <a:pt x="34817" y="4939"/>
                      </a:lnTo>
                      <a:lnTo>
                        <a:pt x="34817" y="5022"/>
                      </a:lnTo>
                      <a:lnTo>
                        <a:pt x="35005" y="5232"/>
                      </a:lnTo>
                      <a:lnTo>
                        <a:pt x="35026" y="5357"/>
                      </a:lnTo>
                      <a:lnTo>
                        <a:pt x="34922" y="5462"/>
                      </a:lnTo>
                      <a:lnTo>
                        <a:pt x="34733" y="5504"/>
                      </a:lnTo>
                      <a:lnTo>
                        <a:pt x="34650" y="5545"/>
                      </a:lnTo>
                      <a:lnTo>
                        <a:pt x="34482" y="5545"/>
                      </a:lnTo>
                      <a:lnTo>
                        <a:pt x="34168" y="5294"/>
                      </a:lnTo>
                      <a:lnTo>
                        <a:pt x="34168" y="5190"/>
                      </a:lnTo>
                      <a:lnTo>
                        <a:pt x="34231" y="5106"/>
                      </a:lnTo>
                      <a:lnTo>
                        <a:pt x="34210" y="5022"/>
                      </a:lnTo>
                      <a:lnTo>
                        <a:pt x="34043" y="5085"/>
                      </a:lnTo>
                      <a:lnTo>
                        <a:pt x="34043" y="5211"/>
                      </a:lnTo>
                      <a:lnTo>
                        <a:pt x="33959" y="5294"/>
                      </a:lnTo>
                      <a:lnTo>
                        <a:pt x="33750" y="5148"/>
                      </a:lnTo>
                      <a:lnTo>
                        <a:pt x="33604" y="5148"/>
                      </a:lnTo>
                      <a:lnTo>
                        <a:pt x="33499" y="5252"/>
                      </a:lnTo>
                      <a:lnTo>
                        <a:pt x="33520" y="5441"/>
                      </a:lnTo>
                      <a:lnTo>
                        <a:pt x="33436" y="5566"/>
                      </a:lnTo>
                      <a:lnTo>
                        <a:pt x="33520" y="5734"/>
                      </a:lnTo>
                      <a:lnTo>
                        <a:pt x="33645" y="5776"/>
                      </a:lnTo>
                      <a:lnTo>
                        <a:pt x="33813" y="5650"/>
                      </a:lnTo>
                      <a:lnTo>
                        <a:pt x="33834" y="5566"/>
                      </a:lnTo>
                      <a:lnTo>
                        <a:pt x="34043" y="5441"/>
                      </a:lnTo>
                      <a:lnTo>
                        <a:pt x="34106" y="5524"/>
                      </a:lnTo>
                      <a:lnTo>
                        <a:pt x="34064" y="5650"/>
                      </a:lnTo>
                      <a:lnTo>
                        <a:pt x="33855" y="5817"/>
                      </a:lnTo>
                      <a:lnTo>
                        <a:pt x="33938" y="5880"/>
                      </a:lnTo>
                      <a:lnTo>
                        <a:pt x="33855" y="6027"/>
                      </a:lnTo>
                      <a:lnTo>
                        <a:pt x="33729" y="6068"/>
                      </a:lnTo>
                      <a:lnTo>
                        <a:pt x="33604" y="5985"/>
                      </a:lnTo>
                      <a:lnTo>
                        <a:pt x="33604" y="6048"/>
                      </a:lnTo>
                      <a:lnTo>
                        <a:pt x="33645" y="6173"/>
                      </a:lnTo>
                      <a:lnTo>
                        <a:pt x="33583" y="6299"/>
                      </a:lnTo>
                      <a:lnTo>
                        <a:pt x="33394" y="6445"/>
                      </a:lnTo>
                      <a:lnTo>
                        <a:pt x="33436" y="6550"/>
                      </a:lnTo>
                      <a:lnTo>
                        <a:pt x="33394" y="6592"/>
                      </a:lnTo>
                      <a:lnTo>
                        <a:pt x="33311" y="6592"/>
                      </a:lnTo>
                      <a:lnTo>
                        <a:pt x="33164" y="6759"/>
                      </a:lnTo>
                      <a:lnTo>
                        <a:pt x="32955" y="6780"/>
                      </a:lnTo>
                      <a:lnTo>
                        <a:pt x="32746" y="6801"/>
                      </a:lnTo>
                      <a:lnTo>
                        <a:pt x="32683" y="6926"/>
                      </a:lnTo>
                      <a:lnTo>
                        <a:pt x="32746" y="7094"/>
                      </a:lnTo>
                      <a:lnTo>
                        <a:pt x="32913" y="7303"/>
                      </a:lnTo>
                      <a:lnTo>
                        <a:pt x="32997" y="7324"/>
                      </a:lnTo>
                      <a:lnTo>
                        <a:pt x="32913" y="7345"/>
                      </a:lnTo>
                      <a:lnTo>
                        <a:pt x="32767" y="7345"/>
                      </a:lnTo>
                      <a:lnTo>
                        <a:pt x="32746" y="7429"/>
                      </a:lnTo>
                      <a:lnTo>
                        <a:pt x="32767" y="7491"/>
                      </a:lnTo>
                      <a:lnTo>
                        <a:pt x="32704" y="7596"/>
                      </a:lnTo>
                      <a:lnTo>
                        <a:pt x="32599" y="7701"/>
                      </a:lnTo>
                      <a:lnTo>
                        <a:pt x="32495" y="7701"/>
                      </a:lnTo>
                      <a:lnTo>
                        <a:pt x="32474" y="7763"/>
                      </a:lnTo>
                      <a:lnTo>
                        <a:pt x="32495" y="7659"/>
                      </a:lnTo>
                      <a:lnTo>
                        <a:pt x="32599" y="7596"/>
                      </a:lnTo>
                      <a:lnTo>
                        <a:pt x="32683" y="7282"/>
                      </a:lnTo>
                      <a:lnTo>
                        <a:pt x="32599" y="7219"/>
                      </a:lnTo>
                      <a:lnTo>
                        <a:pt x="32599" y="7115"/>
                      </a:lnTo>
                      <a:lnTo>
                        <a:pt x="32662" y="7073"/>
                      </a:lnTo>
                      <a:lnTo>
                        <a:pt x="32662" y="6926"/>
                      </a:lnTo>
                      <a:lnTo>
                        <a:pt x="32599" y="6780"/>
                      </a:lnTo>
                      <a:lnTo>
                        <a:pt x="32662" y="6612"/>
                      </a:lnTo>
                      <a:lnTo>
                        <a:pt x="32767" y="6550"/>
                      </a:lnTo>
                      <a:lnTo>
                        <a:pt x="32808" y="6445"/>
                      </a:lnTo>
                      <a:lnTo>
                        <a:pt x="32767" y="6194"/>
                      </a:lnTo>
                      <a:lnTo>
                        <a:pt x="32746" y="6152"/>
                      </a:lnTo>
                      <a:lnTo>
                        <a:pt x="32788" y="6068"/>
                      </a:lnTo>
                      <a:lnTo>
                        <a:pt x="32871" y="6068"/>
                      </a:lnTo>
                      <a:lnTo>
                        <a:pt x="32913" y="6089"/>
                      </a:lnTo>
                      <a:lnTo>
                        <a:pt x="33080" y="6048"/>
                      </a:lnTo>
                      <a:lnTo>
                        <a:pt x="33185" y="5776"/>
                      </a:lnTo>
                      <a:lnTo>
                        <a:pt x="33164" y="5671"/>
                      </a:lnTo>
                      <a:lnTo>
                        <a:pt x="33101" y="5545"/>
                      </a:lnTo>
                      <a:lnTo>
                        <a:pt x="33185" y="5252"/>
                      </a:lnTo>
                      <a:lnTo>
                        <a:pt x="33269" y="5127"/>
                      </a:lnTo>
                      <a:lnTo>
                        <a:pt x="33373" y="4939"/>
                      </a:lnTo>
                      <a:lnTo>
                        <a:pt x="33311" y="4792"/>
                      </a:lnTo>
                      <a:lnTo>
                        <a:pt x="33290" y="4792"/>
                      </a:lnTo>
                      <a:lnTo>
                        <a:pt x="33206" y="4876"/>
                      </a:lnTo>
                      <a:lnTo>
                        <a:pt x="33122" y="4876"/>
                      </a:lnTo>
                      <a:lnTo>
                        <a:pt x="32997" y="4813"/>
                      </a:lnTo>
                      <a:lnTo>
                        <a:pt x="33122" y="4813"/>
                      </a:lnTo>
                      <a:lnTo>
                        <a:pt x="33269" y="4708"/>
                      </a:lnTo>
                      <a:lnTo>
                        <a:pt x="33373" y="4667"/>
                      </a:lnTo>
                      <a:lnTo>
                        <a:pt x="33415" y="4562"/>
                      </a:lnTo>
                      <a:lnTo>
                        <a:pt x="33394" y="4499"/>
                      </a:lnTo>
                      <a:lnTo>
                        <a:pt x="33436" y="4415"/>
                      </a:lnTo>
                      <a:lnTo>
                        <a:pt x="33520" y="4248"/>
                      </a:lnTo>
                      <a:lnTo>
                        <a:pt x="33499" y="4185"/>
                      </a:lnTo>
                      <a:lnTo>
                        <a:pt x="33541" y="4081"/>
                      </a:lnTo>
                      <a:lnTo>
                        <a:pt x="33708" y="3997"/>
                      </a:lnTo>
                      <a:lnTo>
                        <a:pt x="33708" y="3892"/>
                      </a:lnTo>
                      <a:lnTo>
                        <a:pt x="33624" y="3830"/>
                      </a:lnTo>
                      <a:lnTo>
                        <a:pt x="33624" y="3767"/>
                      </a:lnTo>
                      <a:lnTo>
                        <a:pt x="33708" y="3641"/>
                      </a:lnTo>
                      <a:lnTo>
                        <a:pt x="33687" y="3537"/>
                      </a:lnTo>
                      <a:lnTo>
                        <a:pt x="33729" y="3432"/>
                      </a:lnTo>
                      <a:lnTo>
                        <a:pt x="33792" y="3411"/>
                      </a:lnTo>
                      <a:lnTo>
                        <a:pt x="33855" y="3223"/>
                      </a:lnTo>
                      <a:lnTo>
                        <a:pt x="33855" y="3014"/>
                      </a:lnTo>
                      <a:lnTo>
                        <a:pt x="33813" y="2804"/>
                      </a:lnTo>
                      <a:lnTo>
                        <a:pt x="33708" y="2616"/>
                      </a:lnTo>
                      <a:lnTo>
                        <a:pt x="33729" y="2574"/>
                      </a:lnTo>
                      <a:lnTo>
                        <a:pt x="33708" y="2491"/>
                      </a:lnTo>
                      <a:lnTo>
                        <a:pt x="33645" y="2470"/>
                      </a:lnTo>
                      <a:lnTo>
                        <a:pt x="33604" y="2491"/>
                      </a:lnTo>
                      <a:lnTo>
                        <a:pt x="33520" y="2428"/>
                      </a:lnTo>
                      <a:lnTo>
                        <a:pt x="33478" y="2365"/>
                      </a:lnTo>
                      <a:lnTo>
                        <a:pt x="33436" y="2365"/>
                      </a:lnTo>
                      <a:lnTo>
                        <a:pt x="33394" y="2491"/>
                      </a:lnTo>
                      <a:lnTo>
                        <a:pt x="33332" y="2532"/>
                      </a:lnTo>
                      <a:lnTo>
                        <a:pt x="33290" y="2491"/>
                      </a:lnTo>
                      <a:lnTo>
                        <a:pt x="33206" y="2365"/>
                      </a:lnTo>
                      <a:lnTo>
                        <a:pt x="33227" y="2323"/>
                      </a:lnTo>
                      <a:lnTo>
                        <a:pt x="33185" y="2302"/>
                      </a:lnTo>
                      <a:lnTo>
                        <a:pt x="33018" y="2281"/>
                      </a:lnTo>
                      <a:lnTo>
                        <a:pt x="32955" y="2177"/>
                      </a:lnTo>
                      <a:lnTo>
                        <a:pt x="32976" y="2156"/>
                      </a:lnTo>
                      <a:lnTo>
                        <a:pt x="33122" y="2156"/>
                      </a:lnTo>
                      <a:lnTo>
                        <a:pt x="33332" y="2219"/>
                      </a:lnTo>
                      <a:lnTo>
                        <a:pt x="33415" y="2302"/>
                      </a:lnTo>
                      <a:lnTo>
                        <a:pt x="33478" y="2260"/>
                      </a:lnTo>
                      <a:lnTo>
                        <a:pt x="33520" y="2260"/>
                      </a:lnTo>
                      <a:lnTo>
                        <a:pt x="33583" y="2323"/>
                      </a:lnTo>
                      <a:lnTo>
                        <a:pt x="33604" y="2386"/>
                      </a:lnTo>
                      <a:lnTo>
                        <a:pt x="33645" y="2386"/>
                      </a:lnTo>
                      <a:lnTo>
                        <a:pt x="33645" y="2302"/>
                      </a:lnTo>
                      <a:lnTo>
                        <a:pt x="33541" y="2177"/>
                      </a:lnTo>
                      <a:lnTo>
                        <a:pt x="33541" y="2072"/>
                      </a:lnTo>
                      <a:lnTo>
                        <a:pt x="33478" y="1967"/>
                      </a:lnTo>
                      <a:lnTo>
                        <a:pt x="33394" y="1905"/>
                      </a:lnTo>
                      <a:lnTo>
                        <a:pt x="33332" y="1905"/>
                      </a:lnTo>
                      <a:lnTo>
                        <a:pt x="33290" y="1967"/>
                      </a:lnTo>
                      <a:lnTo>
                        <a:pt x="33206" y="1947"/>
                      </a:lnTo>
                      <a:lnTo>
                        <a:pt x="33185" y="1800"/>
                      </a:lnTo>
                      <a:lnTo>
                        <a:pt x="33018" y="1654"/>
                      </a:lnTo>
                      <a:lnTo>
                        <a:pt x="33018" y="1549"/>
                      </a:lnTo>
                      <a:lnTo>
                        <a:pt x="32955" y="1465"/>
                      </a:lnTo>
                      <a:lnTo>
                        <a:pt x="32892" y="1382"/>
                      </a:lnTo>
                      <a:lnTo>
                        <a:pt x="32808" y="1382"/>
                      </a:lnTo>
                      <a:lnTo>
                        <a:pt x="32704" y="1444"/>
                      </a:lnTo>
                      <a:lnTo>
                        <a:pt x="32704" y="1549"/>
                      </a:lnTo>
                      <a:lnTo>
                        <a:pt x="32808" y="1549"/>
                      </a:lnTo>
                      <a:lnTo>
                        <a:pt x="32892" y="1591"/>
                      </a:lnTo>
                      <a:lnTo>
                        <a:pt x="32871" y="1654"/>
                      </a:lnTo>
                      <a:lnTo>
                        <a:pt x="32788" y="1695"/>
                      </a:lnTo>
                      <a:lnTo>
                        <a:pt x="32788" y="1779"/>
                      </a:lnTo>
                      <a:lnTo>
                        <a:pt x="32746" y="1800"/>
                      </a:lnTo>
                      <a:lnTo>
                        <a:pt x="32536" y="1570"/>
                      </a:lnTo>
                      <a:lnTo>
                        <a:pt x="32536" y="1486"/>
                      </a:lnTo>
                      <a:lnTo>
                        <a:pt x="32474" y="1361"/>
                      </a:lnTo>
                      <a:lnTo>
                        <a:pt x="32369" y="1340"/>
                      </a:lnTo>
                      <a:lnTo>
                        <a:pt x="31930" y="1068"/>
                      </a:lnTo>
                      <a:lnTo>
                        <a:pt x="31825" y="1026"/>
                      </a:lnTo>
                      <a:lnTo>
                        <a:pt x="31804" y="1005"/>
                      </a:lnTo>
                      <a:lnTo>
                        <a:pt x="31532" y="1026"/>
                      </a:lnTo>
                      <a:lnTo>
                        <a:pt x="31511" y="921"/>
                      </a:lnTo>
                      <a:lnTo>
                        <a:pt x="31553" y="858"/>
                      </a:lnTo>
                      <a:lnTo>
                        <a:pt x="31532" y="796"/>
                      </a:lnTo>
                      <a:lnTo>
                        <a:pt x="31407" y="817"/>
                      </a:lnTo>
                      <a:lnTo>
                        <a:pt x="31344" y="754"/>
                      </a:lnTo>
                      <a:lnTo>
                        <a:pt x="31218" y="796"/>
                      </a:lnTo>
                      <a:lnTo>
                        <a:pt x="31135" y="858"/>
                      </a:lnTo>
                      <a:lnTo>
                        <a:pt x="31093" y="838"/>
                      </a:lnTo>
                      <a:lnTo>
                        <a:pt x="30988" y="942"/>
                      </a:lnTo>
                      <a:lnTo>
                        <a:pt x="30925" y="1047"/>
                      </a:lnTo>
                      <a:lnTo>
                        <a:pt x="30779" y="1047"/>
                      </a:lnTo>
                      <a:lnTo>
                        <a:pt x="30695" y="1026"/>
                      </a:lnTo>
                      <a:lnTo>
                        <a:pt x="30570" y="1172"/>
                      </a:lnTo>
                      <a:lnTo>
                        <a:pt x="30381" y="1235"/>
                      </a:lnTo>
                      <a:lnTo>
                        <a:pt x="30298" y="1256"/>
                      </a:lnTo>
                      <a:lnTo>
                        <a:pt x="30256" y="1214"/>
                      </a:lnTo>
                      <a:lnTo>
                        <a:pt x="30172" y="1214"/>
                      </a:lnTo>
                      <a:lnTo>
                        <a:pt x="30130" y="1256"/>
                      </a:lnTo>
                      <a:lnTo>
                        <a:pt x="30130" y="1361"/>
                      </a:lnTo>
                      <a:lnTo>
                        <a:pt x="30193" y="1382"/>
                      </a:lnTo>
                      <a:lnTo>
                        <a:pt x="30256" y="1382"/>
                      </a:lnTo>
                      <a:lnTo>
                        <a:pt x="30298" y="1549"/>
                      </a:lnTo>
                      <a:lnTo>
                        <a:pt x="30339" y="1758"/>
                      </a:lnTo>
                      <a:lnTo>
                        <a:pt x="30256" y="1905"/>
                      </a:lnTo>
                      <a:lnTo>
                        <a:pt x="30067" y="1905"/>
                      </a:lnTo>
                      <a:lnTo>
                        <a:pt x="29942" y="2051"/>
                      </a:lnTo>
                      <a:lnTo>
                        <a:pt x="29733" y="2093"/>
                      </a:lnTo>
                      <a:lnTo>
                        <a:pt x="29649" y="2072"/>
                      </a:lnTo>
                      <a:lnTo>
                        <a:pt x="29754" y="1988"/>
                      </a:lnTo>
                      <a:lnTo>
                        <a:pt x="29837" y="1967"/>
                      </a:lnTo>
                      <a:lnTo>
                        <a:pt x="29858" y="1842"/>
                      </a:lnTo>
                      <a:lnTo>
                        <a:pt x="29733" y="1591"/>
                      </a:lnTo>
                      <a:lnTo>
                        <a:pt x="29816" y="1444"/>
                      </a:lnTo>
                      <a:lnTo>
                        <a:pt x="29816" y="1340"/>
                      </a:lnTo>
                      <a:lnTo>
                        <a:pt x="29858" y="1256"/>
                      </a:lnTo>
                      <a:lnTo>
                        <a:pt x="29775" y="1068"/>
                      </a:lnTo>
                      <a:lnTo>
                        <a:pt x="29775" y="963"/>
                      </a:lnTo>
                      <a:lnTo>
                        <a:pt x="29628" y="817"/>
                      </a:lnTo>
                      <a:lnTo>
                        <a:pt x="29523" y="858"/>
                      </a:lnTo>
                      <a:lnTo>
                        <a:pt x="29440" y="817"/>
                      </a:lnTo>
                      <a:lnTo>
                        <a:pt x="29398" y="817"/>
                      </a:lnTo>
                      <a:lnTo>
                        <a:pt x="29356" y="942"/>
                      </a:lnTo>
                      <a:lnTo>
                        <a:pt x="29210" y="963"/>
                      </a:lnTo>
                      <a:lnTo>
                        <a:pt x="29147" y="921"/>
                      </a:lnTo>
                      <a:lnTo>
                        <a:pt x="29042" y="963"/>
                      </a:lnTo>
                      <a:lnTo>
                        <a:pt x="28938" y="1130"/>
                      </a:lnTo>
                      <a:lnTo>
                        <a:pt x="28707" y="1130"/>
                      </a:lnTo>
                      <a:lnTo>
                        <a:pt x="28707" y="1047"/>
                      </a:lnTo>
                      <a:lnTo>
                        <a:pt x="28791" y="921"/>
                      </a:lnTo>
                      <a:lnTo>
                        <a:pt x="28791" y="838"/>
                      </a:lnTo>
                      <a:lnTo>
                        <a:pt x="28707" y="817"/>
                      </a:lnTo>
                      <a:lnTo>
                        <a:pt x="28519" y="1110"/>
                      </a:lnTo>
                      <a:lnTo>
                        <a:pt x="28268" y="1214"/>
                      </a:lnTo>
                      <a:lnTo>
                        <a:pt x="28163" y="1172"/>
                      </a:lnTo>
                      <a:lnTo>
                        <a:pt x="28268" y="1026"/>
                      </a:lnTo>
                      <a:lnTo>
                        <a:pt x="28394" y="1005"/>
                      </a:lnTo>
                      <a:lnTo>
                        <a:pt x="28519" y="817"/>
                      </a:lnTo>
                      <a:lnTo>
                        <a:pt x="28498" y="691"/>
                      </a:lnTo>
                      <a:lnTo>
                        <a:pt x="28561" y="586"/>
                      </a:lnTo>
                      <a:lnTo>
                        <a:pt x="28561" y="524"/>
                      </a:lnTo>
                      <a:lnTo>
                        <a:pt x="28645" y="440"/>
                      </a:lnTo>
                      <a:lnTo>
                        <a:pt x="28645" y="398"/>
                      </a:lnTo>
                      <a:lnTo>
                        <a:pt x="28477" y="335"/>
                      </a:lnTo>
                      <a:lnTo>
                        <a:pt x="28414" y="294"/>
                      </a:lnTo>
                      <a:lnTo>
                        <a:pt x="28414" y="126"/>
                      </a:lnTo>
                      <a:lnTo>
                        <a:pt x="28373" y="105"/>
                      </a:lnTo>
                      <a:lnTo>
                        <a:pt x="28205" y="231"/>
                      </a:lnTo>
                      <a:lnTo>
                        <a:pt x="28059" y="210"/>
                      </a:lnTo>
                      <a:lnTo>
                        <a:pt x="27996" y="63"/>
                      </a:lnTo>
                      <a:lnTo>
                        <a:pt x="27891" y="63"/>
                      </a:lnTo>
                      <a:lnTo>
                        <a:pt x="27787" y="168"/>
                      </a:lnTo>
                      <a:lnTo>
                        <a:pt x="27661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831" name="Google Shape;7663;p67">
                  <a:extLst>
                    <a:ext uri="{FF2B5EF4-FFF2-40B4-BE49-F238E27FC236}">
                      <a16:creationId xmlns:a16="http://schemas.microsoft.com/office/drawing/2014/main" id="{FEA820CB-65EB-3ADC-7157-7F365F0671C2}"/>
                    </a:ext>
                  </a:extLst>
                </p:cNvPr>
                <p:cNvSpPr/>
                <p:nvPr/>
              </p:nvSpPr>
              <p:spPr>
                <a:xfrm>
                  <a:off x="5538025" y="2213300"/>
                  <a:ext cx="94175" cy="208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67" h="8350" extrusionOk="0">
                      <a:moveTo>
                        <a:pt x="251" y="1"/>
                      </a:moveTo>
                      <a:lnTo>
                        <a:pt x="209" y="63"/>
                      </a:lnTo>
                      <a:lnTo>
                        <a:pt x="251" y="105"/>
                      </a:lnTo>
                      <a:lnTo>
                        <a:pt x="251" y="189"/>
                      </a:lnTo>
                      <a:lnTo>
                        <a:pt x="188" y="210"/>
                      </a:lnTo>
                      <a:lnTo>
                        <a:pt x="105" y="168"/>
                      </a:lnTo>
                      <a:lnTo>
                        <a:pt x="0" y="168"/>
                      </a:lnTo>
                      <a:lnTo>
                        <a:pt x="168" y="314"/>
                      </a:lnTo>
                      <a:lnTo>
                        <a:pt x="356" y="461"/>
                      </a:lnTo>
                      <a:lnTo>
                        <a:pt x="419" y="524"/>
                      </a:lnTo>
                      <a:lnTo>
                        <a:pt x="398" y="670"/>
                      </a:lnTo>
                      <a:lnTo>
                        <a:pt x="460" y="607"/>
                      </a:lnTo>
                      <a:lnTo>
                        <a:pt x="502" y="607"/>
                      </a:lnTo>
                      <a:lnTo>
                        <a:pt x="565" y="691"/>
                      </a:lnTo>
                      <a:lnTo>
                        <a:pt x="502" y="733"/>
                      </a:lnTo>
                      <a:lnTo>
                        <a:pt x="419" y="775"/>
                      </a:lnTo>
                      <a:lnTo>
                        <a:pt x="460" y="838"/>
                      </a:lnTo>
                      <a:lnTo>
                        <a:pt x="523" y="838"/>
                      </a:lnTo>
                      <a:lnTo>
                        <a:pt x="565" y="984"/>
                      </a:lnTo>
                      <a:lnTo>
                        <a:pt x="481" y="1026"/>
                      </a:lnTo>
                      <a:lnTo>
                        <a:pt x="377" y="1005"/>
                      </a:lnTo>
                      <a:lnTo>
                        <a:pt x="314" y="900"/>
                      </a:lnTo>
                      <a:lnTo>
                        <a:pt x="251" y="984"/>
                      </a:lnTo>
                      <a:lnTo>
                        <a:pt x="168" y="1130"/>
                      </a:lnTo>
                      <a:lnTo>
                        <a:pt x="272" y="1235"/>
                      </a:lnTo>
                      <a:lnTo>
                        <a:pt x="314" y="1382"/>
                      </a:lnTo>
                      <a:lnTo>
                        <a:pt x="419" y="1528"/>
                      </a:lnTo>
                      <a:lnTo>
                        <a:pt x="523" y="1716"/>
                      </a:lnTo>
                      <a:lnTo>
                        <a:pt x="523" y="1946"/>
                      </a:lnTo>
                      <a:lnTo>
                        <a:pt x="586" y="1988"/>
                      </a:lnTo>
                      <a:lnTo>
                        <a:pt x="607" y="2177"/>
                      </a:lnTo>
                      <a:lnTo>
                        <a:pt x="691" y="2470"/>
                      </a:lnTo>
                      <a:lnTo>
                        <a:pt x="774" y="2658"/>
                      </a:lnTo>
                      <a:lnTo>
                        <a:pt x="900" y="2700"/>
                      </a:lnTo>
                      <a:lnTo>
                        <a:pt x="900" y="2762"/>
                      </a:lnTo>
                      <a:lnTo>
                        <a:pt x="837" y="2804"/>
                      </a:lnTo>
                      <a:lnTo>
                        <a:pt x="1130" y="3097"/>
                      </a:lnTo>
                      <a:lnTo>
                        <a:pt x="1235" y="3118"/>
                      </a:lnTo>
                      <a:lnTo>
                        <a:pt x="1360" y="3307"/>
                      </a:lnTo>
                      <a:lnTo>
                        <a:pt x="1402" y="3516"/>
                      </a:lnTo>
                      <a:lnTo>
                        <a:pt x="1402" y="3641"/>
                      </a:lnTo>
                      <a:lnTo>
                        <a:pt x="1465" y="3809"/>
                      </a:lnTo>
                      <a:lnTo>
                        <a:pt x="1465" y="3934"/>
                      </a:lnTo>
                      <a:lnTo>
                        <a:pt x="1569" y="3976"/>
                      </a:lnTo>
                      <a:lnTo>
                        <a:pt x="1674" y="4123"/>
                      </a:lnTo>
                      <a:lnTo>
                        <a:pt x="1653" y="4143"/>
                      </a:lnTo>
                      <a:lnTo>
                        <a:pt x="1653" y="4227"/>
                      </a:lnTo>
                      <a:lnTo>
                        <a:pt x="1779" y="4436"/>
                      </a:lnTo>
                      <a:lnTo>
                        <a:pt x="1821" y="4562"/>
                      </a:lnTo>
                      <a:lnTo>
                        <a:pt x="1883" y="4708"/>
                      </a:lnTo>
                      <a:lnTo>
                        <a:pt x="1883" y="4918"/>
                      </a:lnTo>
                      <a:lnTo>
                        <a:pt x="1946" y="5001"/>
                      </a:lnTo>
                      <a:lnTo>
                        <a:pt x="1925" y="5106"/>
                      </a:lnTo>
                      <a:lnTo>
                        <a:pt x="1946" y="5315"/>
                      </a:lnTo>
                      <a:lnTo>
                        <a:pt x="2051" y="5524"/>
                      </a:lnTo>
                      <a:lnTo>
                        <a:pt x="2030" y="5608"/>
                      </a:lnTo>
                      <a:lnTo>
                        <a:pt x="2030" y="5755"/>
                      </a:lnTo>
                      <a:lnTo>
                        <a:pt x="2155" y="5859"/>
                      </a:lnTo>
                      <a:lnTo>
                        <a:pt x="2365" y="6131"/>
                      </a:lnTo>
                      <a:lnTo>
                        <a:pt x="2365" y="6257"/>
                      </a:lnTo>
                      <a:lnTo>
                        <a:pt x="2448" y="6424"/>
                      </a:lnTo>
                      <a:lnTo>
                        <a:pt x="2406" y="6654"/>
                      </a:lnTo>
                      <a:lnTo>
                        <a:pt x="2448" y="6843"/>
                      </a:lnTo>
                      <a:lnTo>
                        <a:pt x="2553" y="7010"/>
                      </a:lnTo>
                      <a:lnTo>
                        <a:pt x="2574" y="7156"/>
                      </a:lnTo>
                      <a:lnTo>
                        <a:pt x="2720" y="7324"/>
                      </a:lnTo>
                      <a:lnTo>
                        <a:pt x="2762" y="7408"/>
                      </a:lnTo>
                      <a:lnTo>
                        <a:pt x="2699" y="7596"/>
                      </a:lnTo>
                      <a:lnTo>
                        <a:pt x="2699" y="7847"/>
                      </a:lnTo>
                      <a:lnTo>
                        <a:pt x="2762" y="7993"/>
                      </a:lnTo>
                      <a:lnTo>
                        <a:pt x="2867" y="8098"/>
                      </a:lnTo>
                      <a:lnTo>
                        <a:pt x="2929" y="8244"/>
                      </a:lnTo>
                      <a:lnTo>
                        <a:pt x="3097" y="8349"/>
                      </a:lnTo>
                      <a:lnTo>
                        <a:pt x="3097" y="8349"/>
                      </a:lnTo>
                      <a:lnTo>
                        <a:pt x="3076" y="8224"/>
                      </a:lnTo>
                      <a:lnTo>
                        <a:pt x="3097" y="8098"/>
                      </a:lnTo>
                      <a:lnTo>
                        <a:pt x="3034" y="7993"/>
                      </a:lnTo>
                      <a:lnTo>
                        <a:pt x="3013" y="7847"/>
                      </a:lnTo>
                      <a:lnTo>
                        <a:pt x="3034" y="7680"/>
                      </a:lnTo>
                      <a:lnTo>
                        <a:pt x="3139" y="7575"/>
                      </a:lnTo>
                      <a:lnTo>
                        <a:pt x="3201" y="7596"/>
                      </a:lnTo>
                      <a:lnTo>
                        <a:pt x="3201" y="7680"/>
                      </a:lnTo>
                      <a:lnTo>
                        <a:pt x="3243" y="7721"/>
                      </a:lnTo>
                      <a:lnTo>
                        <a:pt x="3494" y="7700"/>
                      </a:lnTo>
                      <a:lnTo>
                        <a:pt x="3515" y="7638"/>
                      </a:lnTo>
                      <a:lnTo>
                        <a:pt x="3557" y="7638"/>
                      </a:lnTo>
                      <a:lnTo>
                        <a:pt x="3599" y="7700"/>
                      </a:lnTo>
                      <a:lnTo>
                        <a:pt x="3557" y="7721"/>
                      </a:lnTo>
                      <a:lnTo>
                        <a:pt x="3557" y="7826"/>
                      </a:lnTo>
                      <a:lnTo>
                        <a:pt x="3704" y="7952"/>
                      </a:lnTo>
                      <a:lnTo>
                        <a:pt x="3725" y="8056"/>
                      </a:lnTo>
                      <a:lnTo>
                        <a:pt x="3766" y="8119"/>
                      </a:lnTo>
                      <a:lnTo>
                        <a:pt x="3766" y="8035"/>
                      </a:lnTo>
                      <a:lnTo>
                        <a:pt x="3745" y="7993"/>
                      </a:lnTo>
                      <a:lnTo>
                        <a:pt x="3766" y="7847"/>
                      </a:lnTo>
                      <a:lnTo>
                        <a:pt x="3766" y="7721"/>
                      </a:lnTo>
                      <a:lnTo>
                        <a:pt x="3662" y="7638"/>
                      </a:lnTo>
                      <a:lnTo>
                        <a:pt x="3641" y="7491"/>
                      </a:lnTo>
                      <a:lnTo>
                        <a:pt x="3599" y="7387"/>
                      </a:lnTo>
                      <a:lnTo>
                        <a:pt x="3515" y="7428"/>
                      </a:lnTo>
                      <a:lnTo>
                        <a:pt x="3432" y="7428"/>
                      </a:lnTo>
                      <a:lnTo>
                        <a:pt x="3285" y="7324"/>
                      </a:lnTo>
                      <a:lnTo>
                        <a:pt x="3243" y="7156"/>
                      </a:lnTo>
                      <a:lnTo>
                        <a:pt x="3181" y="7010"/>
                      </a:lnTo>
                      <a:lnTo>
                        <a:pt x="3034" y="6905"/>
                      </a:lnTo>
                      <a:lnTo>
                        <a:pt x="2929" y="6884"/>
                      </a:lnTo>
                      <a:lnTo>
                        <a:pt x="2867" y="6780"/>
                      </a:lnTo>
                      <a:lnTo>
                        <a:pt x="2804" y="6571"/>
                      </a:lnTo>
                      <a:lnTo>
                        <a:pt x="2720" y="6424"/>
                      </a:lnTo>
                      <a:lnTo>
                        <a:pt x="2678" y="6278"/>
                      </a:lnTo>
                      <a:lnTo>
                        <a:pt x="2678" y="6089"/>
                      </a:lnTo>
                      <a:lnTo>
                        <a:pt x="2657" y="5859"/>
                      </a:lnTo>
                      <a:lnTo>
                        <a:pt x="2595" y="5755"/>
                      </a:lnTo>
                      <a:lnTo>
                        <a:pt x="2616" y="5545"/>
                      </a:lnTo>
                      <a:lnTo>
                        <a:pt x="2595" y="5441"/>
                      </a:lnTo>
                      <a:lnTo>
                        <a:pt x="2511" y="5294"/>
                      </a:lnTo>
                      <a:lnTo>
                        <a:pt x="2574" y="5211"/>
                      </a:lnTo>
                      <a:lnTo>
                        <a:pt x="2595" y="5127"/>
                      </a:lnTo>
                      <a:lnTo>
                        <a:pt x="2595" y="5085"/>
                      </a:lnTo>
                      <a:lnTo>
                        <a:pt x="2657" y="5043"/>
                      </a:lnTo>
                      <a:lnTo>
                        <a:pt x="2720" y="5085"/>
                      </a:lnTo>
                      <a:lnTo>
                        <a:pt x="2867" y="5043"/>
                      </a:lnTo>
                      <a:lnTo>
                        <a:pt x="2992" y="5043"/>
                      </a:lnTo>
                      <a:lnTo>
                        <a:pt x="3118" y="5127"/>
                      </a:lnTo>
                      <a:lnTo>
                        <a:pt x="3201" y="5315"/>
                      </a:lnTo>
                      <a:lnTo>
                        <a:pt x="3306" y="5336"/>
                      </a:lnTo>
                      <a:lnTo>
                        <a:pt x="3411" y="5420"/>
                      </a:lnTo>
                      <a:lnTo>
                        <a:pt x="3515" y="5566"/>
                      </a:lnTo>
                      <a:lnTo>
                        <a:pt x="3599" y="5608"/>
                      </a:lnTo>
                      <a:lnTo>
                        <a:pt x="3536" y="5483"/>
                      </a:lnTo>
                      <a:lnTo>
                        <a:pt x="3411" y="5315"/>
                      </a:lnTo>
                      <a:lnTo>
                        <a:pt x="3243" y="5211"/>
                      </a:lnTo>
                      <a:lnTo>
                        <a:pt x="3139" y="5022"/>
                      </a:lnTo>
                      <a:lnTo>
                        <a:pt x="3034" y="4897"/>
                      </a:lnTo>
                      <a:lnTo>
                        <a:pt x="3034" y="4813"/>
                      </a:lnTo>
                      <a:lnTo>
                        <a:pt x="2992" y="4771"/>
                      </a:lnTo>
                      <a:lnTo>
                        <a:pt x="2888" y="4562"/>
                      </a:lnTo>
                      <a:lnTo>
                        <a:pt x="2825" y="4436"/>
                      </a:lnTo>
                      <a:lnTo>
                        <a:pt x="2762" y="4395"/>
                      </a:lnTo>
                      <a:lnTo>
                        <a:pt x="2720" y="4269"/>
                      </a:lnTo>
                      <a:lnTo>
                        <a:pt x="2574" y="4060"/>
                      </a:lnTo>
                      <a:lnTo>
                        <a:pt x="2406" y="3809"/>
                      </a:lnTo>
                      <a:lnTo>
                        <a:pt x="2365" y="3641"/>
                      </a:lnTo>
                      <a:lnTo>
                        <a:pt x="2155" y="3390"/>
                      </a:lnTo>
                      <a:lnTo>
                        <a:pt x="2072" y="3181"/>
                      </a:lnTo>
                      <a:lnTo>
                        <a:pt x="1967" y="3118"/>
                      </a:lnTo>
                      <a:lnTo>
                        <a:pt x="1967" y="3014"/>
                      </a:lnTo>
                      <a:lnTo>
                        <a:pt x="1925" y="2888"/>
                      </a:lnTo>
                      <a:lnTo>
                        <a:pt x="1841" y="2867"/>
                      </a:lnTo>
                      <a:lnTo>
                        <a:pt x="1841" y="2909"/>
                      </a:lnTo>
                      <a:lnTo>
                        <a:pt x="1758" y="2909"/>
                      </a:lnTo>
                      <a:lnTo>
                        <a:pt x="1737" y="2867"/>
                      </a:lnTo>
                      <a:lnTo>
                        <a:pt x="1758" y="2762"/>
                      </a:lnTo>
                      <a:lnTo>
                        <a:pt x="1737" y="2679"/>
                      </a:lnTo>
                      <a:lnTo>
                        <a:pt x="1632" y="2616"/>
                      </a:lnTo>
                      <a:lnTo>
                        <a:pt x="1528" y="2490"/>
                      </a:lnTo>
                      <a:lnTo>
                        <a:pt x="1465" y="2344"/>
                      </a:lnTo>
                      <a:lnTo>
                        <a:pt x="1402" y="2260"/>
                      </a:lnTo>
                      <a:lnTo>
                        <a:pt x="1402" y="2135"/>
                      </a:lnTo>
                      <a:lnTo>
                        <a:pt x="1423" y="2030"/>
                      </a:lnTo>
                      <a:lnTo>
                        <a:pt x="1444" y="2051"/>
                      </a:lnTo>
                      <a:lnTo>
                        <a:pt x="1423" y="1884"/>
                      </a:lnTo>
                      <a:lnTo>
                        <a:pt x="1402" y="1716"/>
                      </a:lnTo>
                      <a:lnTo>
                        <a:pt x="1360" y="1570"/>
                      </a:lnTo>
                      <a:lnTo>
                        <a:pt x="1235" y="1528"/>
                      </a:lnTo>
                      <a:lnTo>
                        <a:pt x="1109" y="1382"/>
                      </a:lnTo>
                      <a:lnTo>
                        <a:pt x="1109" y="1319"/>
                      </a:lnTo>
                      <a:lnTo>
                        <a:pt x="1046" y="1256"/>
                      </a:lnTo>
                      <a:lnTo>
                        <a:pt x="1046" y="1193"/>
                      </a:lnTo>
                      <a:lnTo>
                        <a:pt x="1109" y="1193"/>
                      </a:lnTo>
                      <a:lnTo>
                        <a:pt x="1214" y="1298"/>
                      </a:lnTo>
                      <a:lnTo>
                        <a:pt x="1318" y="1444"/>
                      </a:lnTo>
                      <a:lnTo>
                        <a:pt x="1318" y="1444"/>
                      </a:lnTo>
                      <a:lnTo>
                        <a:pt x="1256" y="1298"/>
                      </a:lnTo>
                      <a:lnTo>
                        <a:pt x="1130" y="1110"/>
                      </a:lnTo>
                      <a:lnTo>
                        <a:pt x="1005" y="942"/>
                      </a:lnTo>
                      <a:lnTo>
                        <a:pt x="942" y="942"/>
                      </a:lnTo>
                      <a:lnTo>
                        <a:pt x="921" y="858"/>
                      </a:lnTo>
                      <a:lnTo>
                        <a:pt x="691" y="670"/>
                      </a:lnTo>
                      <a:lnTo>
                        <a:pt x="607" y="566"/>
                      </a:lnTo>
                      <a:lnTo>
                        <a:pt x="607" y="335"/>
                      </a:lnTo>
                      <a:lnTo>
                        <a:pt x="523" y="273"/>
                      </a:lnTo>
                      <a:lnTo>
                        <a:pt x="377" y="210"/>
                      </a:lnTo>
                      <a:lnTo>
                        <a:pt x="293" y="63"/>
                      </a:lnTo>
                      <a:lnTo>
                        <a:pt x="251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</p:grpSp>
        </p:grpSp>
        <p:grpSp>
          <p:nvGrpSpPr>
            <p:cNvPr id="579" name="Google Shape;7664;p67">
              <a:extLst>
                <a:ext uri="{FF2B5EF4-FFF2-40B4-BE49-F238E27FC236}">
                  <a16:creationId xmlns:a16="http://schemas.microsoft.com/office/drawing/2014/main" id="{2074F153-8855-6B87-5F70-0BF731500188}"/>
                </a:ext>
              </a:extLst>
            </p:cNvPr>
            <p:cNvGrpSpPr/>
            <p:nvPr/>
          </p:nvGrpSpPr>
          <p:grpSpPr>
            <a:xfrm>
              <a:off x="3960625" y="2587825"/>
              <a:ext cx="94050" cy="104125"/>
              <a:chOff x="3960625" y="2587825"/>
              <a:chExt cx="94050" cy="104125"/>
            </a:xfrm>
            <a:grpFill/>
          </p:grpSpPr>
          <p:sp>
            <p:nvSpPr>
              <p:cNvPr id="822" name="Google Shape;7665;p67">
                <a:extLst>
                  <a:ext uri="{FF2B5EF4-FFF2-40B4-BE49-F238E27FC236}">
                    <a16:creationId xmlns:a16="http://schemas.microsoft.com/office/drawing/2014/main" id="{86C0D4E9-34C6-10E8-3428-C3E66F7EC90C}"/>
                  </a:ext>
                </a:extLst>
              </p:cNvPr>
              <p:cNvSpPr/>
              <p:nvPr/>
            </p:nvSpPr>
            <p:spPr>
              <a:xfrm>
                <a:off x="3960625" y="2587825"/>
                <a:ext cx="94050" cy="51200"/>
              </a:xfrm>
              <a:custGeom>
                <a:avLst/>
                <a:gdLst/>
                <a:ahLst/>
                <a:cxnLst/>
                <a:rect l="l" t="t" r="r" b="b"/>
                <a:pathLst>
                  <a:path w="3762" h="2048" extrusionOk="0">
                    <a:moveTo>
                      <a:pt x="190" y="2048"/>
                    </a:moveTo>
                    <a:lnTo>
                      <a:pt x="0" y="1762"/>
                    </a:lnTo>
                    <a:lnTo>
                      <a:pt x="309" y="1048"/>
                    </a:lnTo>
                    <a:lnTo>
                      <a:pt x="3762" y="0"/>
                    </a:lnTo>
                    <a:lnTo>
                      <a:pt x="3714" y="1072"/>
                    </a:lnTo>
                    <a:lnTo>
                      <a:pt x="2929" y="1143"/>
                    </a:lnTo>
                    <a:lnTo>
                      <a:pt x="2167" y="100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3" name="Google Shape;7666;p67">
                <a:extLst>
                  <a:ext uri="{FF2B5EF4-FFF2-40B4-BE49-F238E27FC236}">
                    <a16:creationId xmlns:a16="http://schemas.microsoft.com/office/drawing/2014/main" id="{E0B6A38F-F5BD-A8F2-BC8F-8E490040D1B2}"/>
                  </a:ext>
                </a:extLst>
              </p:cNvPr>
              <p:cNvSpPr/>
              <p:nvPr/>
            </p:nvSpPr>
            <p:spPr>
              <a:xfrm>
                <a:off x="3963000" y="2596725"/>
                <a:ext cx="86850" cy="95225"/>
              </a:xfrm>
              <a:custGeom>
                <a:avLst/>
                <a:gdLst/>
                <a:ahLst/>
                <a:cxnLst/>
                <a:rect l="l" t="t" r="r" b="b"/>
                <a:pathLst>
                  <a:path w="3474" h="3809" extrusionOk="0">
                    <a:moveTo>
                      <a:pt x="1549" y="2009"/>
                    </a:moveTo>
                    <a:lnTo>
                      <a:pt x="1632" y="2030"/>
                    </a:lnTo>
                    <a:lnTo>
                      <a:pt x="1695" y="2093"/>
                    </a:lnTo>
                    <a:lnTo>
                      <a:pt x="1674" y="2135"/>
                    </a:lnTo>
                    <a:lnTo>
                      <a:pt x="1674" y="2189"/>
                    </a:lnTo>
                    <a:lnTo>
                      <a:pt x="1674" y="2189"/>
                    </a:lnTo>
                    <a:cubicBezTo>
                      <a:pt x="1645" y="2167"/>
                      <a:pt x="1613" y="2146"/>
                      <a:pt x="1569" y="2135"/>
                    </a:cubicBezTo>
                    <a:cubicBezTo>
                      <a:pt x="1549" y="2114"/>
                      <a:pt x="1528" y="2114"/>
                      <a:pt x="1486" y="2114"/>
                    </a:cubicBezTo>
                    <a:lnTo>
                      <a:pt x="1549" y="2072"/>
                    </a:lnTo>
                    <a:lnTo>
                      <a:pt x="1549" y="2009"/>
                    </a:lnTo>
                    <a:close/>
                    <a:moveTo>
                      <a:pt x="3327" y="1"/>
                    </a:moveTo>
                    <a:lnTo>
                      <a:pt x="3201" y="105"/>
                    </a:lnTo>
                    <a:lnTo>
                      <a:pt x="3201" y="231"/>
                    </a:lnTo>
                    <a:lnTo>
                      <a:pt x="3243" y="335"/>
                    </a:lnTo>
                    <a:lnTo>
                      <a:pt x="3160" y="377"/>
                    </a:lnTo>
                    <a:lnTo>
                      <a:pt x="2929" y="356"/>
                    </a:lnTo>
                    <a:lnTo>
                      <a:pt x="2825" y="419"/>
                    </a:lnTo>
                    <a:lnTo>
                      <a:pt x="2720" y="356"/>
                    </a:lnTo>
                    <a:lnTo>
                      <a:pt x="2616" y="356"/>
                    </a:lnTo>
                    <a:lnTo>
                      <a:pt x="2532" y="419"/>
                    </a:lnTo>
                    <a:lnTo>
                      <a:pt x="2427" y="419"/>
                    </a:lnTo>
                    <a:lnTo>
                      <a:pt x="2406" y="314"/>
                    </a:lnTo>
                    <a:lnTo>
                      <a:pt x="2260" y="314"/>
                    </a:lnTo>
                    <a:lnTo>
                      <a:pt x="2113" y="273"/>
                    </a:lnTo>
                    <a:lnTo>
                      <a:pt x="2009" y="377"/>
                    </a:lnTo>
                    <a:lnTo>
                      <a:pt x="1862" y="419"/>
                    </a:lnTo>
                    <a:lnTo>
                      <a:pt x="1674" y="419"/>
                    </a:lnTo>
                    <a:lnTo>
                      <a:pt x="1632" y="377"/>
                    </a:lnTo>
                    <a:lnTo>
                      <a:pt x="1549" y="440"/>
                    </a:lnTo>
                    <a:lnTo>
                      <a:pt x="1444" y="440"/>
                    </a:lnTo>
                    <a:lnTo>
                      <a:pt x="1318" y="524"/>
                    </a:lnTo>
                    <a:lnTo>
                      <a:pt x="1025" y="524"/>
                    </a:lnTo>
                    <a:lnTo>
                      <a:pt x="900" y="586"/>
                    </a:lnTo>
                    <a:lnTo>
                      <a:pt x="900" y="649"/>
                    </a:lnTo>
                    <a:lnTo>
                      <a:pt x="732" y="691"/>
                    </a:lnTo>
                    <a:lnTo>
                      <a:pt x="502" y="838"/>
                    </a:lnTo>
                    <a:lnTo>
                      <a:pt x="481" y="984"/>
                    </a:lnTo>
                    <a:lnTo>
                      <a:pt x="398" y="1151"/>
                    </a:lnTo>
                    <a:lnTo>
                      <a:pt x="168" y="1214"/>
                    </a:lnTo>
                    <a:lnTo>
                      <a:pt x="168" y="1361"/>
                    </a:lnTo>
                    <a:lnTo>
                      <a:pt x="84" y="1507"/>
                    </a:lnTo>
                    <a:lnTo>
                      <a:pt x="0" y="1570"/>
                    </a:lnTo>
                    <a:lnTo>
                      <a:pt x="0" y="1716"/>
                    </a:lnTo>
                    <a:lnTo>
                      <a:pt x="209" y="1884"/>
                    </a:lnTo>
                    <a:lnTo>
                      <a:pt x="335" y="2072"/>
                    </a:lnTo>
                    <a:lnTo>
                      <a:pt x="398" y="2093"/>
                    </a:lnTo>
                    <a:lnTo>
                      <a:pt x="398" y="2135"/>
                    </a:lnTo>
                    <a:lnTo>
                      <a:pt x="544" y="2365"/>
                    </a:lnTo>
                    <a:lnTo>
                      <a:pt x="586" y="2532"/>
                    </a:lnTo>
                    <a:lnTo>
                      <a:pt x="649" y="2553"/>
                    </a:lnTo>
                    <a:lnTo>
                      <a:pt x="753" y="2449"/>
                    </a:lnTo>
                    <a:lnTo>
                      <a:pt x="837" y="2553"/>
                    </a:lnTo>
                    <a:lnTo>
                      <a:pt x="963" y="2595"/>
                    </a:lnTo>
                    <a:lnTo>
                      <a:pt x="1025" y="2511"/>
                    </a:lnTo>
                    <a:lnTo>
                      <a:pt x="1130" y="2511"/>
                    </a:lnTo>
                    <a:lnTo>
                      <a:pt x="1277" y="2595"/>
                    </a:lnTo>
                    <a:lnTo>
                      <a:pt x="1360" y="2532"/>
                    </a:lnTo>
                    <a:lnTo>
                      <a:pt x="1381" y="2616"/>
                    </a:lnTo>
                    <a:lnTo>
                      <a:pt x="1465" y="2616"/>
                    </a:lnTo>
                    <a:lnTo>
                      <a:pt x="1528" y="2658"/>
                    </a:lnTo>
                    <a:lnTo>
                      <a:pt x="1653" y="2700"/>
                    </a:lnTo>
                    <a:lnTo>
                      <a:pt x="1569" y="2742"/>
                    </a:lnTo>
                    <a:lnTo>
                      <a:pt x="1486" y="2825"/>
                    </a:lnTo>
                    <a:lnTo>
                      <a:pt x="1423" y="2762"/>
                    </a:lnTo>
                    <a:lnTo>
                      <a:pt x="1318" y="2742"/>
                    </a:lnTo>
                    <a:lnTo>
                      <a:pt x="1067" y="2595"/>
                    </a:lnTo>
                    <a:lnTo>
                      <a:pt x="963" y="2616"/>
                    </a:lnTo>
                    <a:lnTo>
                      <a:pt x="858" y="2658"/>
                    </a:lnTo>
                    <a:lnTo>
                      <a:pt x="753" y="2616"/>
                    </a:lnTo>
                    <a:lnTo>
                      <a:pt x="691" y="2721"/>
                    </a:lnTo>
                    <a:lnTo>
                      <a:pt x="628" y="2742"/>
                    </a:lnTo>
                    <a:lnTo>
                      <a:pt x="607" y="2846"/>
                    </a:lnTo>
                    <a:lnTo>
                      <a:pt x="732" y="2972"/>
                    </a:lnTo>
                    <a:lnTo>
                      <a:pt x="858" y="3035"/>
                    </a:lnTo>
                    <a:lnTo>
                      <a:pt x="1004" y="3139"/>
                    </a:lnTo>
                    <a:lnTo>
                      <a:pt x="1004" y="3223"/>
                    </a:lnTo>
                    <a:lnTo>
                      <a:pt x="942" y="3265"/>
                    </a:lnTo>
                    <a:lnTo>
                      <a:pt x="942" y="3369"/>
                    </a:lnTo>
                    <a:lnTo>
                      <a:pt x="1046" y="3495"/>
                    </a:lnTo>
                    <a:lnTo>
                      <a:pt x="1130" y="3579"/>
                    </a:lnTo>
                    <a:lnTo>
                      <a:pt x="1151" y="3495"/>
                    </a:lnTo>
                    <a:lnTo>
                      <a:pt x="1130" y="3453"/>
                    </a:lnTo>
                    <a:lnTo>
                      <a:pt x="1172" y="3348"/>
                    </a:lnTo>
                    <a:lnTo>
                      <a:pt x="1214" y="3474"/>
                    </a:lnTo>
                    <a:lnTo>
                      <a:pt x="1360" y="3537"/>
                    </a:lnTo>
                    <a:lnTo>
                      <a:pt x="1381" y="3599"/>
                    </a:lnTo>
                    <a:lnTo>
                      <a:pt x="1360" y="3704"/>
                    </a:lnTo>
                    <a:lnTo>
                      <a:pt x="1423" y="3788"/>
                    </a:lnTo>
                    <a:lnTo>
                      <a:pt x="1423" y="3746"/>
                    </a:lnTo>
                    <a:lnTo>
                      <a:pt x="1465" y="3599"/>
                    </a:lnTo>
                    <a:lnTo>
                      <a:pt x="1569" y="3599"/>
                    </a:lnTo>
                    <a:lnTo>
                      <a:pt x="1632" y="3704"/>
                    </a:lnTo>
                    <a:lnTo>
                      <a:pt x="1800" y="3809"/>
                    </a:lnTo>
                    <a:lnTo>
                      <a:pt x="1800" y="3809"/>
                    </a:lnTo>
                    <a:lnTo>
                      <a:pt x="1737" y="3704"/>
                    </a:lnTo>
                    <a:lnTo>
                      <a:pt x="1758" y="3641"/>
                    </a:lnTo>
                    <a:lnTo>
                      <a:pt x="1695" y="3537"/>
                    </a:lnTo>
                    <a:lnTo>
                      <a:pt x="1632" y="3348"/>
                    </a:lnTo>
                    <a:lnTo>
                      <a:pt x="1549" y="3244"/>
                    </a:lnTo>
                    <a:lnTo>
                      <a:pt x="1549" y="3181"/>
                    </a:lnTo>
                    <a:lnTo>
                      <a:pt x="1632" y="3181"/>
                    </a:lnTo>
                    <a:lnTo>
                      <a:pt x="1758" y="3265"/>
                    </a:lnTo>
                    <a:lnTo>
                      <a:pt x="1737" y="3327"/>
                    </a:lnTo>
                    <a:lnTo>
                      <a:pt x="1758" y="3369"/>
                    </a:lnTo>
                    <a:lnTo>
                      <a:pt x="1841" y="3286"/>
                    </a:lnTo>
                    <a:lnTo>
                      <a:pt x="1967" y="3348"/>
                    </a:lnTo>
                    <a:lnTo>
                      <a:pt x="1967" y="3286"/>
                    </a:lnTo>
                    <a:lnTo>
                      <a:pt x="1904" y="3244"/>
                    </a:lnTo>
                    <a:lnTo>
                      <a:pt x="1904" y="3181"/>
                    </a:lnTo>
                    <a:lnTo>
                      <a:pt x="1862" y="3181"/>
                    </a:lnTo>
                    <a:lnTo>
                      <a:pt x="1758" y="3139"/>
                    </a:lnTo>
                    <a:lnTo>
                      <a:pt x="1758" y="3076"/>
                    </a:lnTo>
                    <a:lnTo>
                      <a:pt x="1653" y="3014"/>
                    </a:lnTo>
                    <a:lnTo>
                      <a:pt x="1758" y="2951"/>
                    </a:lnTo>
                    <a:lnTo>
                      <a:pt x="1862" y="2951"/>
                    </a:lnTo>
                    <a:lnTo>
                      <a:pt x="1904" y="2909"/>
                    </a:lnTo>
                    <a:lnTo>
                      <a:pt x="2072" y="3014"/>
                    </a:lnTo>
                    <a:lnTo>
                      <a:pt x="2093" y="3055"/>
                    </a:lnTo>
                    <a:lnTo>
                      <a:pt x="2197" y="3076"/>
                    </a:lnTo>
                    <a:lnTo>
                      <a:pt x="2218" y="3035"/>
                    </a:lnTo>
                    <a:lnTo>
                      <a:pt x="2113" y="2909"/>
                    </a:lnTo>
                    <a:lnTo>
                      <a:pt x="2155" y="2762"/>
                    </a:lnTo>
                    <a:lnTo>
                      <a:pt x="2093" y="2700"/>
                    </a:lnTo>
                    <a:lnTo>
                      <a:pt x="1841" y="2532"/>
                    </a:lnTo>
                    <a:lnTo>
                      <a:pt x="1758" y="2511"/>
                    </a:lnTo>
                    <a:lnTo>
                      <a:pt x="1737" y="2490"/>
                    </a:lnTo>
                    <a:cubicBezTo>
                      <a:pt x="1758" y="2490"/>
                      <a:pt x="1779" y="2449"/>
                      <a:pt x="1800" y="2407"/>
                    </a:cubicBezTo>
                    <a:lnTo>
                      <a:pt x="1862" y="2449"/>
                    </a:lnTo>
                    <a:lnTo>
                      <a:pt x="1946" y="2490"/>
                    </a:lnTo>
                    <a:lnTo>
                      <a:pt x="1988" y="2553"/>
                    </a:lnTo>
                    <a:lnTo>
                      <a:pt x="2093" y="2616"/>
                    </a:lnTo>
                    <a:lnTo>
                      <a:pt x="2176" y="2616"/>
                    </a:lnTo>
                    <a:lnTo>
                      <a:pt x="2197" y="2658"/>
                    </a:lnTo>
                    <a:lnTo>
                      <a:pt x="2281" y="2762"/>
                    </a:lnTo>
                    <a:lnTo>
                      <a:pt x="2323" y="2825"/>
                    </a:lnTo>
                    <a:lnTo>
                      <a:pt x="2323" y="2867"/>
                    </a:lnTo>
                    <a:lnTo>
                      <a:pt x="2365" y="2930"/>
                    </a:lnTo>
                    <a:lnTo>
                      <a:pt x="2427" y="2972"/>
                    </a:lnTo>
                    <a:lnTo>
                      <a:pt x="2490" y="2951"/>
                    </a:lnTo>
                    <a:lnTo>
                      <a:pt x="2532" y="2972"/>
                    </a:lnTo>
                    <a:lnTo>
                      <a:pt x="2595" y="2867"/>
                    </a:lnTo>
                    <a:lnTo>
                      <a:pt x="2490" y="2867"/>
                    </a:lnTo>
                    <a:lnTo>
                      <a:pt x="2469" y="2888"/>
                    </a:lnTo>
                    <a:lnTo>
                      <a:pt x="2385" y="2825"/>
                    </a:lnTo>
                    <a:lnTo>
                      <a:pt x="2385" y="2742"/>
                    </a:lnTo>
                    <a:lnTo>
                      <a:pt x="2365" y="2679"/>
                    </a:lnTo>
                    <a:lnTo>
                      <a:pt x="2365" y="2637"/>
                    </a:lnTo>
                    <a:lnTo>
                      <a:pt x="2302" y="2553"/>
                    </a:lnTo>
                    <a:lnTo>
                      <a:pt x="2176" y="2428"/>
                    </a:lnTo>
                    <a:lnTo>
                      <a:pt x="2176" y="2449"/>
                    </a:lnTo>
                    <a:lnTo>
                      <a:pt x="2093" y="2449"/>
                    </a:lnTo>
                    <a:lnTo>
                      <a:pt x="2093" y="2428"/>
                    </a:lnTo>
                    <a:lnTo>
                      <a:pt x="1988" y="2365"/>
                    </a:lnTo>
                    <a:lnTo>
                      <a:pt x="1883" y="2344"/>
                    </a:lnTo>
                    <a:lnTo>
                      <a:pt x="1800" y="2239"/>
                    </a:lnTo>
                    <a:lnTo>
                      <a:pt x="1758" y="2239"/>
                    </a:lnTo>
                    <a:cubicBezTo>
                      <a:pt x="1730" y="2230"/>
                      <a:pt x="1706" y="2212"/>
                      <a:pt x="1680" y="2193"/>
                    </a:cubicBezTo>
                    <a:lnTo>
                      <a:pt x="1680" y="2193"/>
                    </a:lnTo>
                    <a:lnTo>
                      <a:pt x="1737" y="2156"/>
                    </a:lnTo>
                    <a:lnTo>
                      <a:pt x="1758" y="2030"/>
                    </a:lnTo>
                    <a:lnTo>
                      <a:pt x="1674" y="1946"/>
                    </a:lnTo>
                    <a:lnTo>
                      <a:pt x="1486" y="1737"/>
                    </a:lnTo>
                    <a:lnTo>
                      <a:pt x="1423" y="1695"/>
                    </a:lnTo>
                    <a:lnTo>
                      <a:pt x="1381" y="1612"/>
                    </a:lnTo>
                    <a:lnTo>
                      <a:pt x="1256" y="1507"/>
                    </a:lnTo>
                    <a:lnTo>
                      <a:pt x="1318" y="1465"/>
                    </a:lnTo>
                    <a:lnTo>
                      <a:pt x="1277" y="1235"/>
                    </a:lnTo>
                    <a:lnTo>
                      <a:pt x="1360" y="1130"/>
                    </a:lnTo>
                    <a:lnTo>
                      <a:pt x="1486" y="1089"/>
                    </a:lnTo>
                    <a:lnTo>
                      <a:pt x="1528" y="1193"/>
                    </a:lnTo>
                    <a:lnTo>
                      <a:pt x="1465" y="1193"/>
                    </a:lnTo>
                    <a:lnTo>
                      <a:pt x="1465" y="1256"/>
                    </a:lnTo>
                    <a:lnTo>
                      <a:pt x="1653" y="1319"/>
                    </a:lnTo>
                    <a:lnTo>
                      <a:pt x="1674" y="1465"/>
                    </a:lnTo>
                    <a:lnTo>
                      <a:pt x="1779" y="1570"/>
                    </a:lnTo>
                    <a:lnTo>
                      <a:pt x="1904" y="1570"/>
                    </a:lnTo>
                    <a:lnTo>
                      <a:pt x="1841" y="1507"/>
                    </a:lnTo>
                    <a:lnTo>
                      <a:pt x="1779" y="1423"/>
                    </a:lnTo>
                    <a:lnTo>
                      <a:pt x="1800" y="1361"/>
                    </a:lnTo>
                    <a:lnTo>
                      <a:pt x="1946" y="1402"/>
                    </a:lnTo>
                    <a:lnTo>
                      <a:pt x="2009" y="1528"/>
                    </a:lnTo>
                    <a:lnTo>
                      <a:pt x="2093" y="1570"/>
                    </a:lnTo>
                    <a:lnTo>
                      <a:pt x="2155" y="1486"/>
                    </a:lnTo>
                    <a:lnTo>
                      <a:pt x="2072" y="1423"/>
                    </a:lnTo>
                    <a:lnTo>
                      <a:pt x="1988" y="1402"/>
                    </a:lnTo>
                    <a:lnTo>
                      <a:pt x="1988" y="1361"/>
                    </a:lnTo>
                    <a:lnTo>
                      <a:pt x="2197" y="1361"/>
                    </a:lnTo>
                    <a:lnTo>
                      <a:pt x="2281" y="1423"/>
                    </a:lnTo>
                    <a:lnTo>
                      <a:pt x="2302" y="1402"/>
                    </a:lnTo>
                    <a:lnTo>
                      <a:pt x="2176" y="1298"/>
                    </a:lnTo>
                    <a:lnTo>
                      <a:pt x="2051" y="1277"/>
                    </a:lnTo>
                    <a:lnTo>
                      <a:pt x="1946" y="1151"/>
                    </a:lnTo>
                    <a:lnTo>
                      <a:pt x="1988" y="1068"/>
                    </a:lnTo>
                    <a:lnTo>
                      <a:pt x="2093" y="1089"/>
                    </a:lnTo>
                    <a:lnTo>
                      <a:pt x="2176" y="1047"/>
                    </a:lnTo>
                    <a:lnTo>
                      <a:pt x="2218" y="879"/>
                    </a:lnTo>
                    <a:lnTo>
                      <a:pt x="2302" y="858"/>
                    </a:lnTo>
                    <a:lnTo>
                      <a:pt x="2427" y="963"/>
                    </a:lnTo>
                    <a:lnTo>
                      <a:pt x="2532" y="963"/>
                    </a:lnTo>
                    <a:lnTo>
                      <a:pt x="2637" y="858"/>
                    </a:lnTo>
                    <a:lnTo>
                      <a:pt x="2637" y="796"/>
                    </a:lnTo>
                    <a:lnTo>
                      <a:pt x="2699" y="796"/>
                    </a:lnTo>
                    <a:lnTo>
                      <a:pt x="2783" y="879"/>
                    </a:lnTo>
                    <a:lnTo>
                      <a:pt x="3013" y="879"/>
                    </a:lnTo>
                    <a:lnTo>
                      <a:pt x="3201" y="942"/>
                    </a:lnTo>
                    <a:lnTo>
                      <a:pt x="3327" y="900"/>
                    </a:lnTo>
                    <a:lnTo>
                      <a:pt x="3348" y="566"/>
                    </a:lnTo>
                    <a:lnTo>
                      <a:pt x="3327" y="440"/>
                    </a:lnTo>
                    <a:lnTo>
                      <a:pt x="3473" y="335"/>
                    </a:lnTo>
                    <a:lnTo>
                      <a:pt x="3473" y="210"/>
                    </a:lnTo>
                    <a:lnTo>
                      <a:pt x="3369" y="147"/>
                    </a:lnTo>
                    <a:lnTo>
                      <a:pt x="3411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580" name="Google Shape;7667;p67">
              <a:extLst>
                <a:ext uri="{FF2B5EF4-FFF2-40B4-BE49-F238E27FC236}">
                  <a16:creationId xmlns:a16="http://schemas.microsoft.com/office/drawing/2014/main" id="{E6666D2A-F7BF-1731-BE17-73B01FA10611}"/>
                </a:ext>
              </a:extLst>
            </p:cNvPr>
            <p:cNvGrpSpPr/>
            <p:nvPr/>
          </p:nvGrpSpPr>
          <p:grpSpPr>
            <a:xfrm>
              <a:off x="3765350" y="2500900"/>
              <a:ext cx="173600" cy="187925"/>
              <a:chOff x="3765350" y="2500900"/>
              <a:chExt cx="173600" cy="187925"/>
            </a:xfrm>
            <a:grpFill/>
          </p:grpSpPr>
          <p:sp>
            <p:nvSpPr>
              <p:cNvPr id="816" name="Google Shape;7668;p67">
                <a:extLst>
                  <a:ext uri="{FF2B5EF4-FFF2-40B4-BE49-F238E27FC236}">
                    <a16:creationId xmlns:a16="http://schemas.microsoft.com/office/drawing/2014/main" id="{CED867B6-17B2-1253-9722-3800A4F7CDBC}"/>
                  </a:ext>
                </a:extLst>
              </p:cNvPr>
              <p:cNvSpPr/>
              <p:nvPr/>
            </p:nvSpPr>
            <p:spPr>
              <a:xfrm>
                <a:off x="3765350" y="2500900"/>
                <a:ext cx="108950" cy="64300"/>
              </a:xfrm>
              <a:custGeom>
                <a:avLst/>
                <a:gdLst/>
                <a:ahLst/>
                <a:cxnLst/>
                <a:rect l="l" t="t" r="r" b="b"/>
                <a:pathLst>
                  <a:path w="4358" h="2572" extrusionOk="0">
                    <a:moveTo>
                      <a:pt x="1286" y="596"/>
                    </a:moveTo>
                    <a:lnTo>
                      <a:pt x="0" y="1072"/>
                    </a:lnTo>
                    <a:lnTo>
                      <a:pt x="429" y="2239"/>
                    </a:lnTo>
                    <a:lnTo>
                      <a:pt x="857" y="2572"/>
                    </a:lnTo>
                    <a:lnTo>
                      <a:pt x="2191" y="1215"/>
                    </a:lnTo>
                    <a:lnTo>
                      <a:pt x="4024" y="1072"/>
                    </a:lnTo>
                    <a:lnTo>
                      <a:pt x="4358" y="429"/>
                    </a:lnTo>
                    <a:lnTo>
                      <a:pt x="3120" y="0"/>
                    </a:lnTo>
                    <a:lnTo>
                      <a:pt x="2477" y="35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17" name="Google Shape;7669;p67">
                <a:extLst>
                  <a:ext uri="{FF2B5EF4-FFF2-40B4-BE49-F238E27FC236}">
                    <a16:creationId xmlns:a16="http://schemas.microsoft.com/office/drawing/2014/main" id="{9791D989-6C3A-400E-EA92-6EB4A64306C6}"/>
                  </a:ext>
                </a:extLst>
              </p:cNvPr>
              <p:cNvSpPr/>
              <p:nvPr/>
            </p:nvSpPr>
            <p:spPr>
              <a:xfrm>
                <a:off x="3797175" y="2609800"/>
                <a:ext cx="2625" cy="3700"/>
              </a:xfrm>
              <a:custGeom>
                <a:avLst/>
                <a:gdLst/>
                <a:ahLst/>
                <a:cxnLst/>
                <a:rect l="l" t="t" r="r" b="b"/>
                <a:pathLst>
                  <a:path w="105" h="148" extrusionOk="0">
                    <a:moveTo>
                      <a:pt x="42" y="1"/>
                    </a:moveTo>
                    <a:lnTo>
                      <a:pt x="21" y="43"/>
                    </a:lnTo>
                    <a:lnTo>
                      <a:pt x="0" y="84"/>
                    </a:lnTo>
                    <a:lnTo>
                      <a:pt x="0" y="147"/>
                    </a:lnTo>
                    <a:lnTo>
                      <a:pt x="21" y="147"/>
                    </a:lnTo>
                    <a:lnTo>
                      <a:pt x="42" y="105"/>
                    </a:lnTo>
                    <a:lnTo>
                      <a:pt x="105" y="22"/>
                    </a:lnTo>
                    <a:lnTo>
                      <a:pt x="42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18" name="Google Shape;7670;p67">
                <a:extLst>
                  <a:ext uri="{FF2B5EF4-FFF2-40B4-BE49-F238E27FC236}">
                    <a16:creationId xmlns:a16="http://schemas.microsoft.com/office/drawing/2014/main" id="{FC1A523A-9138-6785-71C6-9824BC2DFC33}"/>
                  </a:ext>
                </a:extLst>
              </p:cNvPr>
              <p:cNvSpPr/>
              <p:nvPr/>
            </p:nvSpPr>
            <p:spPr>
              <a:xfrm>
                <a:off x="3796125" y="2610325"/>
                <a:ext cx="22525" cy="41875"/>
              </a:xfrm>
              <a:custGeom>
                <a:avLst/>
                <a:gdLst/>
                <a:ahLst/>
                <a:cxnLst/>
                <a:rect l="l" t="t" r="r" b="b"/>
                <a:pathLst>
                  <a:path w="901" h="1675" extrusionOk="0">
                    <a:moveTo>
                      <a:pt x="565" y="1"/>
                    </a:moveTo>
                    <a:lnTo>
                      <a:pt x="461" y="22"/>
                    </a:lnTo>
                    <a:lnTo>
                      <a:pt x="252" y="273"/>
                    </a:lnTo>
                    <a:lnTo>
                      <a:pt x="168" y="273"/>
                    </a:lnTo>
                    <a:lnTo>
                      <a:pt x="42" y="189"/>
                    </a:lnTo>
                    <a:lnTo>
                      <a:pt x="42" y="314"/>
                    </a:lnTo>
                    <a:lnTo>
                      <a:pt x="1" y="398"/>
                    </a:lnTo>
                    <a:lnTo>
                      <a:pt x="105" y="503"/>
                    </a:lnTo>
                    <a:lnTo>
                      <a:pt x="105" y="586"/>
                    </a:lnTo>
                    <a:lnTo>
                      <a:pt x="189" y="649"/>
                    </a:lnTo>
                    <a:lnTo>
                      <a:pt x="189" y="796"/>
                    </a:lnTo>
                    <a:lnTo>
                      <a:pt x="105" y="858"/>
                    </a:lnTo>
                    <a:lnTo>
                      <a:pt x="147" y="942"/>
                    </a:lnTo>
                    <a:lnTo>
                      <a:pt x="273" y="942"/>
                    </a:lnTo>
                    <a:lnTo>
                      <a:pt x="273" y="1005"/>
                    </a:lnTo>
                    <a:lnTo>
                      <a:pt x="189" y="1068"/>
                    </a:lnTo>
                    <a:lnTo>
                      <a:pt x="147" y="1277"/>
                    </a:lnTo>
                    <a:lnTo>
                      <a:pt x="189" y="1361"/>
                    </a:lnTo>
                    <a:lnTo>
                      <a:pt x="252" y="1591"/>
                    </a:lnTo>
                    <a:lnTo>
                      <a:pt x="314" y="1674"/>
                    </a:lnTo>
                    <a:lnTo>
                      <a:pt x="377" y="1654"/>
                    </a:lnTo>
                    <a:lnTo>
                      <a:pt x="419" y="1674"/>
                    </a:lnTo>
                    <a:lnTo>
                      <a:pt x="503" y="1654"/>
                    </a:lnTo>
                    <a:lnTo>
                      <a:pt x="524" y="1528"/>
                    </a:lnTo>
                    <a:lnTo>
                      <a:pt x="565" y="1444"/>
                    </a:lnTo>
                    <a:lnTo>
                      <a:pt x="670" y="1444"/>
                    </a:lnTo>
                    <a:lnTo>
                      <a:pt x="733" y="1528"/>
                    </a:lnTo>
                    <a:lnTo>
                      <a:pt x="796" y="1528"/>
                    </a:lnTo>
                    <a:lnTo>
                      <a:pt x="837" y="1444"/>
                    </a:lnTo>
                    <a:lnTo>
                      <a:pt x="837" y="1214"/>
                    </a:lnTo>
                    <a:lnTo>
                      <a:pt x="879" y="1151"/>
                    </a:lnTo>
                    <a:lnTo>
                      <a:pt x="837" y="921"/>
                    </a:lnTo>
                    <a:lnTo>
                      <a:pt x="900" y="712"/>
                    </a:lnTo>
                    <a:lnTo>
                      <a:pt x="733" y="586"/>
                    </a:lnTo>
                    <a:lnTo>
                      <a:pt x="879" y="503"/>
                    </a:lnTo>
                    <a:lnTo>
                      <a:pt x="879" y="419"/>
                    </a:lnTo>
                    <a:lnTo>
                      <a:pt x="837" y="294"/>
                    </a:lnTo>
                    <a:lnTo>
                      <a:pt x="775" y="189"/>
                    </a:lnTo>
                    <a:lnTo>
                      <a:pt x="691" y="63"/>
                    </a:lnTo>
                    <a:lnTo>
                      <a:pt x="670" y="84"/>
                    </a:lnTo>
                    <a:lnTo>
                      <a:pt x="565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19" name="Google Shape;7671;p67">
                <a:extLst>
                  <a:ext uri="{FF2B5EF4-FFF2-40B4-BE49-F238E27FC236}">
                    <a16:creationId xmlns:a16="http://schemas.microsoft.com/office/drawing/2014/main" id="{EAF0C5F2-B060-C8D9-0B6F-7D254FE4525A}"/>
                  </a:ext>
                </a:extLst>
              </p:cNvPr>
              <p:cNvSpPr/>
              <p:nvPr/>
            </p:nvSpPr>
            <p:spPr>
              <a:xfrm>
                <a:off x="3821225" y="2579475"/>
                <a:ext cx="6300" cy="4200"/>
              </a:xfrm>
              <a:custGeom>
                <a:avLst/>
                <a:gdLst/>
                <a:ahLst/>
                <a:cxnLst/>
                <a:rect l="l" t="t" r="r" b="b"/>
                <a:pathLst>
                  <a:path w="252" h="168" extrusionOk="0">
                    <a:moveTo>
                      <a:pt x="189" y="0"/>
                    </a:moveTo>
                    <a:lnTo>
                      <a:pt x="147" y="42"/>
                    </a:lnTo>
                    <a:lnTo>
                      <a:pt x="43" y="84"/>
                    </a:lnTo>
                    <a:lnTo>
                      <a:pt x="1" y="147"/>
                    </a:lnTo>
                    <a:lnTo>
                      <a:pt x="43" y="167"/>
                    </a:lnTo>
                    <a:lnTo>
                      <a:pt x="189" y="147"/>
                    </a:lnTo>
                    <a:lnTo>
                      <a:pt x="252" y="147"/>
                    </a:lnTo>
                    <a:lnTo>
                      <a:pt x="252" y="63"/>
                    </a:lnTo>
                    <a:lnTo>
                      <a:pt x="18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20" name="Google Shape;7672;p67">
                <a:extLst>
                  <a:ext uri="{FF2B5EF4-FFF2-40B4-BE49-F238E27FC236}">
                    <a16:creationId xmlns:a16="http://schemas.microsoft.com/office/drawing/2014/main" id="{5E27648B-ED13-1A4B-C90C-516F215A64C6}"/>
                  </a:ext>
                </a:extLst>
              </p:cNvPr>
              <p:cNvSpPr/>
              <p:nvPr/>
            </p:nvSpPr>
            <p:spPr>
              <a:xfrm>
                <a:off x="3833800" y="2589400"/>
                <a:ext cx="1575" cy="1600"/>
              </a:xfrm>
              <a:custGeom>
                <a:avLst/>
                <a:gdLst/>
                <a:ahLst/>
                <a:cxnLst/>
                <a:rect l="l" t="t" r="r" b="b"/>
                <a:pathLst>
                  <a:path w="63" h="64" extrusionOk="0">
                    <a:moveTo>
                      <a:pt x="42" y="1"/>
                    </a:moveTo>
                    <a:lnTo>
                      <a:pt x="0" y="22"/>
                    </a:lnTo>
                    <a:lnTo>
                      <a:pt x="63" y="63"/>
                    </a:lnTo>
                    <a:lnTo>
                      <a:pt x="42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21" name="Google Shape;7673;p67">
                <a:extLst>
                  <a:ext uri="{FF2B5EF4-FFF2-40B4-BE49-F238E27FC236}">
                    <a16:creationId xmlns:a16="http://schemas.microsoft.com/office/drawing/2014/main" id="{759B2C0C-A7D5-EFEA-5CE0-F71BAFDD620B}"/>
                  </a:ext>
                </a:extLst>
              </p:cNvPr>
              <p:cNvSpPr/>
              <p:nvPr/>
            </p:nvSpPr>
            <p:spPr>
              <a:xfrm>
                <a:off x="3774675" y="2506225"/>
                <a:ext cx="164275" cy="182600"/>
              </a:xfrm>
              <a:custGeom>
                <a:avLst/>
                <a:gdLst/>
                <a:ahLst/>
                <a:cxnLst/>
                <a:rect l="l" t="t" r="r" b="b"/>
                <a:pathLst>
                  <a:path w="6571" h="7304" extrusionOk="0">
                    <a:moveTo>
                      <a:pt x="2595" y="1"/>
                    </a:moveTo>
                    <a:lnTo>
                      <a:pt x="2302" y="189"/>
                    </a:lnTo>
                    <a:lnTo>
                      <a:pt x="2114" y="105"/>
                    </a:lnTo>
                    <a:lnTo>
                      <a:pt x="2009" y="252"/>
                    </a:lnTo>
                    <a:lnTo>
                      <a:pt x="2072" y="419"/>
                    </a:lnTo>
                    <a:lnTo>
                      <a:pt x="1842" y="482"/>
                    </a:lnTo>
                    <a:lnTo>
                      <a:pt x="1800" y="691"/>
                    </a:lnTo>
                    <a:lnTo>
                      <a:pt x="1695" y="608"/>
                    </a:lnTo>
                    <a:lnTo>
                      <a:pt x="1591" y="608"/>
                    </a:lnTo>
                    <a:lnTo>
                      <a:pt x="1340" y="524"/>
                    </a:lnTo>
                    <a:lnTo>
                      <a:pt x="1340" y="691"/>
                    </a:lnTo>
                    <a:lnTo>
                      <a:pt x="1235" y="901"/>
                    </a:lnTo>
                    <a:lnTo>
                      <a:pt x="1172" y="796"/>
                    </a:lnTo>
                    <a:lnTo>
                      <a:pt x="1005" y="712"/>
                    </a:lnTo>
                    <a:lnTo>
                      <a:pt x="1026" y="587"/>
                    </a:lnTo>
                    <a:lnTo>
                      <a:pt x="900" y="503"/>
                    </a:lnTo>
                    <a:lnTo>
                      <a:pt x="691" y="880"/>
                    </a:lnTo>
                    <a:lnTo>
                      <a:pt x="524" y="796"/>
                    </a:lnTo>
                    <a:lnTo>
                      <a:pt x="294" y="942"/>
                    </a:lnTo>
                    <a:lnTo>
                      <a:pt x="168" y="901"/>
                    </a:lnTo>
                    <a:lnTo>
                      <a:pt x="105" y="942"/>
                    </a:lnTo>
                    <a:lnTo>
                      <a:pt x="126" y="1089"/>
                    </a:lnTo>
                    <a:lnTo>
                      <a:pt x="231" y="1193"/>
                    </a:lnTo>
                    <a:lnTo>
                      <a:pt x="210" y="1361"/>
                    </a:lnTo>
                    <a:lnTo>
                      <a:pt x="84" y="1403"/>
                    </a:lnTo>
                    <a:lnTo>
                      <a:pt x="1" y="1465"/>
                    </a:lnTo>
                    <a:lnTo>
                      <a:pt x="126" y="1633"/>
                    </a:lnTo>
                    <a:lnTo>
                      <a:pt x="168" y="1926"/>
                    </a:lnTo>
                    <a:lnTo>
                      <a:pt x="335" y="2051"/>
                    </a:lnTo>
                    <a:lnTo>
                      <a:pt x="524" y="2051"/>
                    </a:lnTo>
                    <a:lnTo>
                      <a:pt x="440" y="2240"/>
                    </a:lnTo>
                    <a:lnTo>
                      <a:pt x="503" y="2365"/>
                    </a:lnTo>
                    <a:lnTo>
                      <a:pt x="796" y="2302"/>
                    </a:lnTo>
                    <a:lnTo>
                      <a:pt x="900" y="2177"/>
                    </a:lnTo>
                    <a:lnTo>
                      <a:pt x="900" y="2072"/>
                    </a:lnTo>
                    <a:lnTo>
                      <a:pt x="1172" y="1926"/>
                    </a:lnTo>
                    <a:lnTo>
                      <a:pt x="1570" y="2030"/>
                    </a:lnTo>
                    <a:lnTo>
                      <a:pt x="1675" y="2093"/>
                    </a:lnTo>
                    <a:lnTo>
                      <a:pt x="1842" y="2156"/>
                    </a:lnTo>
                    <a:lnTo>
                      <a:pt x="1884" y="2261"/>
                    </a:lnTo>
                    <a:lnTo>
                      <a:pt x="1905" y="2302"/>
                    </a:lnTo>
                    <a:lnTo>
                      <a:pt x="1967" y="2386"/>
                    </a:lnTo>
                    <a:lnTo>
                      <a:pt x="2072" y="2574"/>
                    </a:lnTo>
                    <a:lnTo>
                      <a:pt x="2072" y="2679"/>
                    </a:lnTo>
                    <a:lnTo>
                      <a:pt x="2156" y="2721"/>
                    </a:lnTo>
                    <a:lnTo>
                      <a:pt x="2156" y="2888"/>
                    </a:lnTo>
                    <a:lnTo>
                      <a:pt x="2281" y="2930"/>
                    </a:lnTo>
                    <a:lnTo>
                      <a:pt x="2365" y="3035"/>
                    </a:lnTo>
                    <a:lnTo>
                      <a:pt x="2511" y="3202"/>
                    </a:lnTo>
                    <a:lnTo>
                      <a:pt x="2532" y="3307"/>
                    </a:lnTo>
                    <a:lnTo>
                      <a:pt x="2700" y="3307"/>
                    </a:lnTo>
                    <a:lnTo>
                      <a:pt x="2804" y="3432"/>
                    </a:lnTo>
                    <a:lnTo>
                      <a:pt x="2825" y="3537"/>
                    </a:lnTo>
                    <a:lnTo>
                      <a:pt x="2909" y="3558"/>
                    </a:lnTo>
                    <a:lnTo>
                      <a:pt x="3139" y="3851"/>
                    </a:lnTo>
                    <a:lnTo>
                      <a:pt x="3369" y="4018"/>
                    </a:lnTo>
                    <a:lnTo>
                      <a:pt x="3474" y="4039"/>
                    </a:lnTo>
                    <a:lnTo>
                      <a:pt x="3579" y="4081"/>
                    </a:lnTo>
                    <a:lnTo>
                      <a:pt x="3620" y="4186"/>
                    </a:lnTo>
                    <a:lnTo>
                      <a:pt x="3725" y="4186"/>
                    </a:lnTo>
                    <a:lnTo>
                      <a:pt x="3788" y="4123"/>
                    </a:lnTo>
                    <a:lnTo>
                      <a:pt x="3934" y="4165"/>
                    </a:lnTo>
                    <a:lnTo>
                      <a:pt x="4039" y="4165"/>
                    </a:lnTo>
                    <a:lnTo>
                      <a:pt x="4164" y="4395"/>
                    </a:lnTo>
                    <a:lnTo>
                      <a:pt x="4248" y="4458"/>
                    </a:lnTo>
                    <a:lnTo>
                      <a:pt x="4290" y="4416"/>
                    </a:lnTo>
                    <a:lnTo>
                      <a:pt x="4395" y="4458"/>
                    </a:lnTo>
                    <a:lnTo>
                      <a:pt x="4395" y="4520"/>
                    </a:lnTo>
                    <a:lnTo>
                      <a:pt x="4604" y="4520"/>
                    </a:lnTo>
                    <a:lnTo>
                      <a:pt x="4688" y="4625"/>
                    </a:lnTo>
                    <a:lnTo>
                      <a:pt x="4688" y="4730"/>
                    </a:lnTo>
                    <a:lnTo>
                      <a:pt x="4646" y="4792"/>
                    </a:lnTo>
                    <a:lnTo>
                      <a:pt x="4708" y="4834"/>
                    </a:lnTo>
                    <a:lnTo>
                      <a:pt x="4834" y="4834"/>
                    </a:lnTo>
                    <a:lnTo>
                      <a:pt x="4897" y="4939"/>
                    </a:lnTo>
                    <a:lnTo>
                      <a:pt x="5043" y="4981"/>
                    </a:lnTo>
                    <a:lnTo>
                      <a:pt x="5106" y="4939"/>
                    </a:lnTo>
                    <a:lnTo>
                      <a:pt x="5169" y="5002"/>
                    </a:lnTo>
                    <a:lnTo>
                      <a:pt x="5232" y="5190"/>
                    </a:lnTo>
                    <a:lnTo>
                      <a:pt x="5252" y="5357"/>
                    </a:lnTo>
                    <a:lnTo>
                      <a:pt x="5315" y="5441"/>
                    </a:lnTo>
                    <a:lnTo>
                      <a:pt x="5357" y="5650"/>
                    </a:lnTo>
                    <a:lnTo>
                      <a:pt x="5420" y="5755"/>
                    </a:lnTo>
                    <a:lnTo>
                      <a:pt x="5420" y="5859"/>
                    </a:lnTo>
                    <a:lnTo>
                      <a:pt x="5357" y="5943"/>
                    </a:lnTo>
                    <a:lnTo>
                      <a:pt x="5315" y="5943"/>
                    </a:lnTo>
                    <a:lnTo>
                      <a:pt x="5273" y="5964"/>
                    </a:lnTo>
                    <a:lnTo>
                      <a:pt x="5315" y="6069"/>
                    </a:lnTo>
                    <a:lnTo>
                      <a:pt x="5273" y="6173"/>
                    </a:lnTo>
                    <a:lnTo>
                      <a:pt x="5211" y="6257"/>
                    </a:lnTo>
                    <a:lnTo>
                      <a:pt x="5127" y="6278"/>
                    </a:lnTo>
                    <a:lnTo>
                      <a:pt x="5106" y="6341"/>
                    </a:lnTo>
                    <a:lnTo>
                      <a:pt x="5106" y="6362"/>
                    </a:lnTo>
                    <a:lnTo>
                      <a:pt x="5211" y="6466"/>
                    </a:lnTo>
                    <a:lnTo>
                      <a:pt x="5357" y="6445"/>
                    </a:lnTo>
                    <a:lnTo>
                      <a:pt x="5441" y="6341"/>
                    </a:lnTo>
                    <a:lnTo>
                      <a:pt x="5462" y="6194"/>
                    </a:lnTo>
                    <a:lnTo>
                      <a:pt x="5629" y="6069"/>
                    </a:lnTo>
                    <a:lnTo>
                      <a:pt x="5650" y="5818"/>
                    </a:lnTo>
                    <a:lnTo>
                      <a:pt x="5755" y="5713"/>
                    </a:lnTo>
                    <a:lnTo>
                      <a:pt x="5859" y="5671"/>
                    </a:lnTo>
                    <a:lnTo>
                      <a:pt x="5880" y="5608"/>
                    </a:lnTo>
                    <a:lnTo>
                      <a:pt x="5859" y="5546"/>
                    </a:lnTo>
                    <a:lnTo>
                      <a:pt x="5880" y="5399"/>
                    </a:lnTo>
                    <a:lnTo>
                      <a:pt x="5859" y="5336"/>
                    </a:lnTo>
                    <a:lnTo>
                      <a:pt x="5692" y="5190"/>
                    </a:lnTo>
                    <a:lnTo>
                      <a:pt x="5587" y="5190"/>
                    </a:lnTo>
                    <a:lnTo>
                      <a:pt x="5566" y="5127"/>
                    </a:lnTo>
                    <a:lnTo>
                      <a:pt x="5566" y="5043"/>
                    </a:lnTo>
                    <a:lnTo>
                      <a:pt x="5650" y="5002"/>
                    </a:lnTo>
                    <a:lnTo>
                      <a:pt x="5671" y="4918"/>
                    </a:lnTo>
                    <a:lnTo>
                      <a:pt x="5671" y="4834"/>
                    </a:lnTo>
                    <a:lnTo>
                      <a:pt x="5734" y="4771"/>
                    </a:lnTo>
                    <a:lnTo>
                      <a:pt x="5776" y="4625"/>
                    </a:lnTo>
                    <a:lnTo>
                      <a:pt x="5838" y="4604"/>
                    </a:lnTo>
                    <a:lnTo>
                      <a:pt x="5901" y="4604"/>
                    </a:lnTo>
                    <a:lnTo>
                      <a:pt x="6006" y="4667"/>
                    </a:lnTo>
                    <a:lnTo>
                      <a:pt x="6048" y="4709"/>
                    </a:lnTo>
                    <a:lnTo>
                      <a:pt x="6215" y="4709"/>
                    </a:lnTo>
                    <a:lnTo>
                      <a:pt x="6278" y="4730"/>
                    </a:lnTo>
                    <a:lnTo>
                      <a:pt x="6257" y="4813"/>
                    </a:lnTo>
                    <a:lnTo>
                      <a:pt x="6299" y="4918"/>
                    </a:lnTo>
                    <a:lnTo>
                      <a:pt x="6382" y="5022"/>
                    </a:lnTo>
                    <a:lnTo>
                      <a:pt x="6487" y="5085"/>
                    </a:lnTo>
                    <a:lnTo>
                      <a:pt x="6487" y="5043"/>
                    </a:lnTo>
                    <a:lnTo>
                      <a:pt x="6508" y="5022"/>
                    </a:lnTo>
                    <a:lnTo>
                      <a:pt x="6487" y="5002"/>
                    </a:lnTo>
                    <a:lnTo>
                      <a:pt x="6550" y="4918"/>
                    </a:lnTo>
                    <a:lnTo>
                      <a:pt x="6571" y="4771"/>
                    </a:lnTo>
                    <a:lnTo>
                      <a:pt x="6508" y="4688"/>
                    </a:lnTo>
                    <a:lnTo>
                      <a:pt x="6403" y="4604"/>
                    </a:lnTo>
                    <a:lnTo>
                      <a:pt x="6236" y="4562"/>
                    </a:lnTo>
                    <a:lnTo>
                      <a:pt x="6131" y="4416"/>
                    </a:lnTo>
                    <a:lnTo>
                      <a:pt x="5943" y="4290"/>
                    </a:lnTo>
                    <a:lnTo>
                      <a:pt x="5504" y="4060"/>
                    </a:lnTo>
                    <a:lnTo>
                      <a:pt x="5294" y="4018"/>
                    </a:lnTo>
                    <a:lnTo>
                      <a:pt x="5148" y="4018"/>
                    </a:lnTo>
                    <a:lnTo>
                      <a:pt x="5106" y="3914"/>
                    </a:lnTo>
                    <a:lnTo>
                      <a:pt x="5106" y="3851"/>
                    </a:lnTo>
                    <a:lnTo>
                      <a:pt x="5232" y="3746"/>
                    </a:lnTo>
                    <a:lnTo>
                      <a:pt x="5252" y="3662"/>
                    </a:lnTo>
                    <a:lnTo>
                      <a:pt x="5148" y="3621"/>
                    </a:lnTo>
                    <a:lnTo>
                      <a:pt x="5022" y="3642"/>
                    </a:lnTo>
                    <a:lnTo>
                      <a:pt x="4918" y="3621"/>
                    </a:lnTo>
                    <a:lnTo>
                      <a:pt x="4708" y="3621"/>
                    </a:lnTo>
                    <a:lnTo>
                      <a:pt x="4625" y="3558"/>
                    </a:lnTo>
                    <a:lnTo>
                      <a:pt x="4520" y="3537"/>
                    </a:lnTo>
                    <a:lnTo>
                      <a:pt x="4457" y="3453"/>
                    </a:lnTo>
                    <a:lnTo>
                      <a:pt x="4290" y="3328"/>
                    </a:lnTo>
                    <a:lnTo>
                      <a:pt x="4206" y="3202"/>
                    </a:lnTo>
                    <a:lnTo>
                      <a:pt x="4102" y="3097"/>
                    </a:lnTo>
                    <a:lnTo>
                      <a:pt x="4039" y="2993"/>
                    </a:lnTo>
                    <a:lnTo>
                      <a:pt x="4039" y="2867"/>
                    </a:lnTo>
                    <a:lnTo>
                      <a:pt x="3976" y="2825"/>
                    </a:lnTo>
                    <a:lnTo>
                      <a:pt x="3976" y="2721"/>
                    </a:lnTo>
                    <a:lnTo>
                      <a:pt x="3620" y="2365"/>
                    </a:lnTo>
                    <a:lnTo>
                      <a:pt x="3537" y="2261"/>
                    </a:lnTo>
                    <a:lnTo>
                      <a:pt x="3411" y="2177"/>
                    </a:lnTo>
                    <a:lnTo>
                      <a:pt x="3139" y="2051"/>
                    </a:lnTo>
                    <a:lnTo>
                      <a:pt x="3097" y="1968"/>
                    </a:lnTo>
                    <a:lnTo>
                      <a:pt x="3056" y="1821"/>
                    </a:lnTo>
                    <a:lnTo>
                      <a:pt x="3014" y="1654"/>
                    </a:lnTo>
                    <a:lnTo>
                      <a:pt x="3056" y="1612"/>
                    </a:lnTo>
                    <a:lnTo>
                      <a:pt x="3139" y="1465"/>
                    </a:lnTo>
                    <a:lnTo>
                      <a:pt x="3056" y="1361"/>
                    </a:lnTo>
                    <a:lnTo>
                      <a:pt x="3014" y="1235"/>
                    </a:lnTo>
                    <a:lnTo>
                      <a:pt x="3056" y="1152"/>
                    </a:lnTo>
                    <a:lnTo>
                      <a:pt x="3202" y="1131"/>
                    </a:lnTo>
                    <a:lnTo>
                      <a:pt x="3307" y="1026"/>
                    </a:lnTo>
                    <a:lnTo>
                      <a:pt x="3432" y="1026"/>
                    </a:lnTo>
                    <a:lnTo>
                      <a:pt x="3516" y="942"/>
                    </a:lnTo>
                    <a:lnTo>
                      <a:pt x="3579" y="901"/>
                    </a:lnTo>
                    <a:lnTo>
                      <a:pt x="3725" y="921"/>
                    </a:lnTo>
                    <a:lnTo>
                      <a:pt x="3683" y="712"/>
                    </a:lnTo>
                    <a:lnTo>
                      <a:pt x="3725" y="691"/>
                    </a:lnTo>
                    <a:lnTo>
                      <a:pt x="3662" y="587"/>
                    </a:lnTo>
                    <a:lnTo>
                      <a:pt x="3788" y="398"/>
                    </a:lnTo>
                    <a:lnTo>
                      <a:pt x="3725" y="315"/>
                    </a:lnTo>
                    <a:lnTo>
                      <a:pt x="3537" y="356"/>
                    </a:lnTo>
                    <a:lnTo>
                      <a:pt x="3202" y="273"/>
                    </a:lnTo>
                    <a:lnTo>
                      <a:pt x="2909" y="105"/>
                    </a:lnTo>
                    <a:lnTo>
                      <a:pt x="2930" y="1"/>
                    </a:lnTo>
                    <a:lnTo>
                      <a:pt x="2721" y="43"/>
                    </a:lnTo>
                    <a:lnTo>
                      <a:pt x="2595" y="1"/>
                    </a:lnTo>
                    <a:close/>
                    <a:moveTo>
                      <a:pt x="4960" y="6236"/>
                    </a:moveTo>
                    <a:lnTo>
                      <a:pt x="4813" y="6362"/>
                    </a:lnTo>
                    <a:lnTo>
                      <a:pt x="4750" y="6362"/>
                    </a:lnTo>
                    <a:lnTo>
                      <a:pt x="4625" y="6278"/>
                    </a:lnTo>
                    <a:lnTo>
                      <a:pt x="4499" y="6403"/>
                    </a:lnTo>
                    <a:lnTo>
                      <a:pt x="4227" y="6382"/>
                    </a:lnTo>
                    <a:lnTo>
                      <a:pt x="4018" y="6445"/>
                    </a:lnTo>
                    <a:lnTo>
                      <a:pt x="3872" y="6403"/>
                    </a:lnTo>
                    <a:lnTo>
                      <a:pt x="3767" y="6341"/>
                    </a:lnTo>
                    <a:lnTo>
                      <a:pt x="3641" y="6341"/>
                    </a:lnTo>
                    <a:lnTo>
                      <a:pt x="3558" y="6382"/>
                    </a:lnTo>
                    <a:lnTo>
                      <a:pt x="3495" y="6341"/>
                    </a:lnTo>
                    <a:lnTo>
                      <a:pt x="3369" y="6382"/>
                    </a:lnTo>
                    <a:lnTo>
                      <a:pt x="3348" y="6571"/>
                    </a:lnTo>
                    <a:lnTo>
                      <a:pt x="3474" y="6675"/>
                    </a:lnTo>
                    <a:lnTo>
                      <a:pt x="3600" y="6655"/>
                    </a:lnTo>
                    <a:lnTo>
                      <a:pt x="3809" y="6801"/>
                    </a:lnTo>
                    <a:lnTo>
                      <a:pt x="3955" y="6822"/>
                    </a:lnTo>
                    <a:lnTo>
                      <a:pt x="4060" y="6927"/>
                    </a:lnTo>
                    <a:lnTo>
                      <a:pt x="4311" y="7031"/>
                    </a:lnTo>
                    <a:lnTo>
                      <a:pt x="4374" y="7010"/>
                    </a:lnTo>
                    <a:lnTo>
                      <a:pt x="4478" y="7094"/>
                    </a:lnTo>
                    <a:lnTo>
                      <a:pt x="4499" y="7199"/>
                    </a:lnTo>
                    <a:lnTo>
                      <a:pt x="4750" y="7303"/>
                    </a:lnTo>
                    <a:lnTo>
                      <a:pt x="4855" y="7282"/>
                    </a:lnTo>
                    <a:lnTo>
                      <a:pt x="4855" y="7136"/>
                    </a:lnTo>
                    <a:lnTo>
                      <a:pt x="4918" y="7073"/>
                    </a:lnTo>
                    <a:lnTo>
                      <a:pt x="4918" y="6927"/>
                    </a:lnTo>
                    <a:lnTo>
                      <a:pt x="4813" y="6801"/>
                    </a:lnTo>
                    <a:lnTo>
                      <a:pt x="4918" y="6508"/>
                    </a:lnTo>
                    <a:lnTo>
                      <a:pt x="5022" y="6403"/>
                    </a:lnTo>
                    <a:lnTo>
                      <a:pt x="5022" y="6362"/>
                    </a:lnTo>
                    <a:lnTo>
                      <a:pt x="5043" y="6362"/>
                    </a:lnTo>
                    <a:lnTo>
                      <a:pt x="5043" y="6341"/>
                    </a:lnTo>
                    <a:lnTo>
                      <a:pt x="4960" y="623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581" name="Google Shape;7674;p67">
              <a:extLst>
                <a:ext uri="{FF2B5EF4-FFF2-40B4-BE49-F238E27FC236}">
                  <a16:creationId xmlns:a16="http://schemas.microsoft.com/office/drawing/2014/main" id="{85C7473A-595D-E0F1-5EE4-F78B79E64A77}"/>
                </a:ext>
              </a:extLst>
            </p:cNvPr>
            <p:cNvGrpSpPr/>
            <p:nvPr/>
          </p:nvGrpSpPr>
          <p:grpSpPr>
            <a:xfrm>
              <a:off x="3750475" y="2481850"/>
              <a:ext cx="85125" cy="51800"/>
              <a:chOff x="3750475" y="2481850"/>
              <a:chExt cx="85125" cy="51800"/>
            </a:xfrm>
            <a:grpFill/>
          </p:grpSpPr>
          <p:sp>
            <p:nvSpPr>
              <p:cNvPr id="814" name="Google Shape;7675;p67">
                <a:extLst>
                  <a:ext uri="{FF2B5EF4-FFF2-40B4-BE49-F238E27FC236}">
                    <a16:creationId xmlns:a16="http://schemas.microsoft.com/office/drawing/2014/main" id="{3C9FA494-453A-371E-ADA7-7A5E2068C87E}"/>
                  </a:ext>
                </a:extLst>
              </p:cNvPr>
              <p:cNvSpPr/>
              <p:nvPr/>
            </p:nvSpPr>
            <p:spPr>
              <a:xfrm>
                <a:off x="3762125" y="2492625"/>
                <a:ext cx="64900" cy="36650"/>
              </a:xfrm>
              <a:custGeom>
                <a:avLst/>
                <a:gdLst/>
                <a:ahLst/>
                <a:cxnLst/>
                <a:rect l="l" t="t" r="r" b="b"/>
                <a:pathLst>
                  <a:path w="2596" h="1466" extrusionOk="0">
                    <a:moveTo>
                      <a:pt x="1507" y="1"/>
                    </a:moveTo>
                    <a:lnTo>
                      <a:pt x="1361" y="64"/>
                    </a:lnTo>
                    <a:lnTo>
                      <a:pt x="1402" y="105"/>
                    </a:lnTo>
                    <a:lnTo>
                      <a:pt x="1340" y="189"/>
                    </a:lnTo>
                    <a:lnTo>
                      <a:pt x="1214" y="126"/>
                    </a:lnTo>
                    <a:lnTo>
                      <a:pt x="1109" y="189"/>
                    </a:lnTo>
                    <a:lnTo>
                      <a:pt x="1005" y="168"/>
                    </a:lnTo>
                    <a:lnTo>
                      <a:pt x="817" y="210"/>
                    </a:lnTo>
                    <a:lnTo>
                      <a:pt x="712" y="210"/>
                    </a:lnTo>
                    <a:lnTo>
                      <a:pt x="691" y="126"/>
                    </a:lnTo>
                    <a:lnTo>
                      <a:pt x="565" y="126"/>
                    </a:lnTo>
                    <a:lnTo>
                      <a:pt x="482" y="231"/>
                    </a:lnTo>
                    <a:lnTo>
                      <a:pt x="607" y="294"/>
                    </a:lnTo>
                    <a:lnTo>
                      <a:pt x="607" y="398"/>
                    </a:lnTo>
                    <a:lnTo>
                      <a:pt x="503" y="440"/>
                    </a:lnTo>
                    <a:lnTo>
                      <a:pt x="398" y="608"/>
                    </a:lnTo>
                    <a:lnTo>
                      <a:pt x="314" y="628"/>
                    </a:lnTo>
                    <a:lnTo>
                      <a:pt x="168" y="859"/>
                    </a:lnTo>
                    <a:lnTo>
                      <a:pt x="147" y="1047"/>
                    </a:lnTo>
                    <a:lnTo>
                      <a:pt x="147" y="1152"/>
                    </a:lnTo>
                    <a:lnTo>
                      <a:pt x="84" y="1152"/>
                    </a:lnTo>
                    <a:lnTo>
                      <a:pt x="0" y="1173"/>
                    </a:lnTo>
                    <a:lnTo>
                      <a:pt x="42" y="1277"/>
                    </a:lnTo>
                    <a:lnTo>
                      <a:pt x="147" y="1277"/>
                    </a:lnTo>
                    <a:lnTo>
                      <a:pt x="293" y="1235"/>
                    </a:lnTo>
                    <a:lnTo>
                      <a:pt x="252" y="1068"/>
                    </a:lnTo>
                    <a:lnTo>
                      <a:pt x="314" y="1026"/>
                    </a:lnTo>
                    <a:lnTo>
                      <a:pt x="482" y="1026"/>
                    </a:lnTo>
                    <a:lnTo>
                      <a:pt x="524" y="1131"/>
                    </a:lnTo>
                    <a:lnTo>
                      <a:pt x="586" y="1277"/>
                    </a:lnTo>
                    <a:lnTo>
                      <a:pt x="670" y="1340"/>
                    </a:lnTo>
                    <a:lnTo>
                      <a:pt x="670" y="1424"/>
                    </a:lnTo>
                    <a:lnTo>
                      <a:pt x="796" y="1465"/>
                    </a:lnTo>
                    <a:lnTo>
                      <a:pt x="1026" y="1319"/>
                    </a:lnTo>
                    <a:lnTo>
                      <a:pt x="1151" y="1361"/>
                    </a:lnTo>
                    <a:lnTo>
                      <a:pt x="1361" y="1026"/>
                    </a:lnTo>
                    <a:lnTo>
                      <a:pt x="1507" y="1110"/>
                    </a:lnTo>
                    <a:lnTo>
                      <a:pt x="1507" y="1235"/>
                    </a:lnTo>
                    <a:lnTo>
                      <a:pt x="1674" y="1319"/>
                    </a:lnTo>
                    <a:lnTo>
                      <a:pt x="1737" y="1445"/>
                    </a:lnTo>
                    <a:lnTo>
                      <a:pt x="1842" y="1235"/>
                    </a:lnTo>
                    <a:lnTo>
                      <a:pt x="1842" y="1068"/>
                    </a:lnTo>
                    <a:lnTo>
                      <a:pt x="2093" y="1131"/>
                    </a:lnTo>
                    <a:lnTo>
                      <a:pt x="2197" y="1131"/>
                    </a:lnTo>
                    <a:lnTo>
                      <a:pt x="2302" y="1214"/>
                    </a:lnTo>
                    <a:lnTo>
                      <a:pt x="2302" y="1005"/>
                    </a:lnTo>
                    <a:lnTo>
                      <a:pt x="2553" y="942"/>
                    </a:lnTo>
                    <a:lnTo>
                      <a:pt x="2490" y="754"/>
                    </a:lnTo>
                    <a:lnTo>
                      <a:pt x="2595" y="628"/>
                    </a:lnTo>
                    <a:lnTo>
                      <a:pt x="2553" y="524"/>
                    </a:lnTo>
                    <a:lnTo>
                      <a:pt x="2469" y="524"/>
                    </a:lnTo>
                    <a:lnTo>
                      <a:pt x="2365" y="628"/>
                    </a:lnTo>
                    <a:lnTo>
                      <a:pt x="2260" y="503"/>
                    </a:lnTo>
                    <a:lnTo>
                      <a:pt x="2177" y="524"/>
                    </a:lnTo>
                    <a:lnTo>
                      <a:pt x="2030" y="524"/>
                    </a:lnTo>
                    <a:lnTo>
                      <a:pt x="1988" y="440"/>
                    </a:lnTo>
                    <a:lnTo>
                      <a:pt x="2030" y="398"/>
                    </a:lnTo>
                    <a:lnTo>
                      <a:pt x="2030" y="294"/>
                    </a:lnTo>
                    <a:lnTo>
                      <a:pt x="1884" y="210"/>
                    </a:lnTo>
                    <a:lnTo>
                      <a:pt x="1737" y="84"/>
                    </a:lnTo>
                    <a:lnTo>
                      <a:pt x="1653" y="84"/>
                    </a:lnTo>
                    <a:lnTo>
                      <a:pt x="1612" y="126"/>
                    </a:lnTo>
                    <a:lnTo>
                      <a:pt x="1528" y="105"/>
                    </a:lnTo>
                    <a:lnTo>
                      <a:pt x="1507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15" name="Google Shape;7676;p67">
                <a:extLst>
                  <a:ext uri="{FF2B5EF4-FFF2-40B4-BE49-F238E27FC236}">
                    <a16:creationId xmlns:a16="http://schemas.microsoft.com/office/drawing/2014/main" id="{6054E5A2-B114-E60F-8FA8-90BFC24E9681}"/>
                  </a:ext>
                </a:extLst>
              </p:cNvPr>
              <p:cNvSpPr/>
              <p:nvPr/>
            </p:nvSpPr>
            <p:spPr>
              <a:xfrm>
                <a:off x="3750475" y="2481850"/>
                <a:ext cx="85125" cy="51800"/>
              </a:xfrm>
              <a:custGeom>
                <a:avLst/>
                <a:gdLst/>
                <a:ahLst/>
                <a:cxnLst/>
                <a:rect l="l" t="t" r="r" b="b"/>
                <a:pathLst>
                  <a:path w="3405" h="2072" extrusionOk="0">
                    <a:moveTo>
                      <a:pt x="1095" y="286"/>
                    </a:moveTo>
                    <a:lnTo>
                      <a:pt x="0" y="1667"/>
                    </a:lnTo>
                    <a:lnTo>
                      <a:pt x="547" y="2072"/>
                    </a:lnTo>
                    <a:lnTo>
                      <a:pt x="1214" y="1858"/>
                    </a:lnTo>
                    <a:lnTo>
                      <a:pt x="1881" y="1262"/>
                    </a:lnTo>
                    <a:lnTo>
                      <a:pt x="2976" y="1286"/>
                    </a:lnTo>
                    <a:lnTo>
                      <a:pt x="3405" y="786"/>
                    </a:lnTo>
                    <a:lnTo>
                      <a:pt x="216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582" name="Google Shape;7677;p67">
              <a:extLst>
                <a:ext uri="{FF2B5EF4-FFF2-40B4-BE49-F238E27FC236}">
                  <a16:creationId xmlns:a16="http://schemas.microsoft.com/office/drawing/2014/main" id="{5EBD51E7-CEF0-EE66-FEE5-EE751C0BC5C6}"/>
                </a:ext>
              </a:extLst>
            </p:cNvPr>
            <p:cNvGrpSpPr/>
            <p:nvPr/>
          </p:nvGrpSpPr>
          <p:grpSpPr>
            <a:xfrm>
              <a:off x="3627175" y="2432450"/>
              <a:ext cx="172100" cy="169075"/>
              <a:chOff x="3627175" y="2432450"/>
              <a:chExt cx="172100" cy="169075"/>
            </a:xfrm>
            <a:grpFill/>
          </p:grpSpPr>
          <p:sp>
            <p:nvSpPr>
              <p:cNvPr id="811" name="Google Shape;7678;p67">
                <a:extLst>
                  <a:ext uri="{FF2B5EF4-FFF2-40B4-BE49-F238E27FC236}">
                    <a16:creationId xmlns:a16="http://schemas.microsoft.com/office/drawing/2014/main" id="{92310977-5A08-34B7-57C0-D4370940A33A}"/>
                  </a:ext>
                </a:extLst>
              </p:cNvPr>
              <p:cNvSpPr/>
              <p:nvPr/>
            </p:nvSpPr>
            <p:spPr>
              <a:xfrm>
                <a:off x="3627175" y="2433000"/>
                <a:ext cx="164800" cy="156950"/>
              </a:xfrm>
              <a:custGeom>
                <a:avLst/>
                <a:gdLst/>
                <a:ahLst/>
                <a:cxnLst/>
                <a:rect l="l" t="t" r="r" b="b"/>
                <a:pathLst>
                  <a:path w="6592" h="6278" extrusionOk="0">
                    <a:moveTo>
                      <a:pt x="3829" y="0"/>
                    </a:moveTo>
                    <a:lnTo>
                      <a:pt x="3808" y="42"/>
                    </a:lnTo>
                    <a:lnTo>
                      <a:pt x="3599" y="105"/>
                    </a:lnTo>
                    <a:lnTo>
                      <a:pt x="3578" y="63"/>
                    </a:lnTo>
                    <a:lnTo>
                      <a:pt x="3390" y="168"/>
                    </a:lnTo>
                    <a:lnTo>
                      <a:pt x="3369" y="272"/>
                    </a:lnTo>
                    <a:lnTo>
                      <a:pt x="3390" y="398"/>
                    </a:lnTo>
                    <a:lnTo>
                      <a:pt x="3348" y="607"/>
                    </a:lnTo>
                    <a:lnTo>
                      <a:pt x="3181" y="796"/>
                    </a:lnTo>
                    <a:lnTo>
                      <a:pt x="3181" y="837"/>
                    </a:lnTo>
                    <a:lnTo>
                      <a:pt x="2992" y="900"/>
                    </a:lnTo>
                    <a:lnTo>
                      <a:pt x="2888" y="900"/>
                    </a:lnTo>
                    <a:lnTo>
                      <a:pt x="2783" y="879"/>
                    </a:lnTo>
                    <a:lnTo>
                      <a:pt x="2574" y="1005"/>
                    </a:lnTo>
                    <a:lnTo>
                      <a:pt x="2532" y="1089"/>
                    </a:lnTo>
                    <a:lnTo>
                      <a:pt x="2574" y="1151"/>
                    </a:lnTo>
                    <a:lnTo>
                      <a:pt x="2658" y="1193"/>
                    </a:lnTo>
                    <a:lnTo>
                      <a:pt x="2532" y="1298"/>
                    </a:lnTo>
                    <a:lnTo>
                      <a:pt x="2365" y="1319"/>
                    </a:lnTo>
                    <a:lnTo>
                      <a:pt x="2134" y="1298"/>
                    </a:lnTo>
                    <a:lnTo>
                      <a:pt x="2030" y="1235"/>
                    </a:lnTo>
                    <a:lnTo>
                      <a:pt x="1946" y="1298"/>
                    </a:lnTo>
                    <a:lnTo>
                      <a:pt x="1925" y="1214"/>
                    </a:lnTo>
                    <a:lnTo>
                      <a:pt x="1841" y="1151"/>
                    </a:lnTo>
                    <a:lnTo>
                      <a:pt x="1883" y="1047"/>
                    </a:lnTo>
                    <a:lnTo>
                      <a:pt x="1800" y="1026"/>
                    </a:lnTo>
                    <a:lnTo>
                      <a:pt x="1695" y="1047"/>
                    </a:lnTo>
                    <a:lnTo>
                      <a:pt x="1569" y="1047"/>
                    </a:lnTo>
                    <a:lnTo>
                      <a:pt x="1507" y="1026"/>
                    </a:lnTo>
                    <a:lnTo>
                      <a:pt x="1528" y="1151"/>
                    </a:lnTo>
                    <a:lnTo>
                      <a:pt x="1507" y="1214"/>
                    </a:lnTo>
                    <a:lnTo>
                      <a:pt x="1716" y="1402"/>
                    </a:lnTo>
                    <a:lnTo>
                      <a:pt x="1674" y="1444"/>
                    </a:lnTo>
                    <a:lnTo>
                      <a:pt x="1695" y="1528"/>
                    </a:lnTo>
                    <a:lnTo>
                      <a:pt x="1695" y="1633"/>
                    </a:lnTo>
                    <a:lnTo>
                      <a:pt x="1737" y="1716"/>
                    </a:lnTo>
                    <a:lnTo>
                      <a:pt x="1737" y="1821"/>
                    </a:lnTo>
                    <a:lnTo>
                      <a:pt x="1569" y="1779"/>
                    </a:lnTo>
                    <a:lnTo>
                      <a:pt x="1465" y="1821"/>
                    </a:lnTo>
                    <a:lnTo>
                      <a:pt x="1381" y="1779"/>
                    </a:lnTo>
                    <a:lnTo>
                      <a:pt x="1277" y="1821"/>
                    </a:lnTo>
                    <a:lnTo>
                      <a:pt x="1256" y="1758"/>
                    </a:lnTo>
                    <a:lnTo>
                      <a:pt x="1109" y="1863"/>
                    </a:lnTo>
                    <a:lnTo>
                      <a:pt x="963" y="1653"/>
                    </a:lnTo>
                    <a:lnTo>
                      <a:pt x="858" y="1633"/>
                    </a:lnTo>
                    <a:lnTo>
                      <a:pt x="733" y="1653"/>
                    </a:lnTo>
                    <a:lnTo>
                      <a:pt x="628" y="1758"/>
                    </a:lnTo>
                    <a:lnTo>
                      <a:pt x="565" y="1737"/>
                    </a:lnTo>
                    <a:lnTo>
                      <a:pt x="481" y="1779"/>
                    </a:lnTo>
                    <a:lnTo>
                      <a:pt x="440" y="1758"/>
                    </a:lnTo>
                    <a:lnTo>
                      <a:pt x="335" y="1758"/>
                    </a:lnTo>
                    <a:lnTo>
                      <a:pt x="251" y="1842"/>
                    </a:lnTo>
                    <a:lnTo>
                      <a:pt x="63" y="1863"/>
                    </a:lnTo>
                    <a:lnTo>
                      <a:pt x="0" y="1946"/>
                    </a:lnTo>
                    <a:lnTo>
                      <a:pt x="42" y="2030"/>
                    </a:lnTo>
                    <a:lnTo>
                      <a:pt x="147" y="1988"/>
                    </a:lnTo>
                    <a:lnTo>
                      <a:pt x="251" y="2030"/>
                    </a:lnTo>
                    <a:lnTo>
                      <a:pt x="272" y="2051"/>
                    </a:lnTo>
                    <a:lnTo>
                      <a:pt x="272" y="2051"/>
                    </a:lnTo>
                    <a:lnTo>
                      <a:pt x="147" y="2030"/>
                    </a:lnTo>
                    <a:lnTo>
                      <a:pt x="105" y="2051"/>
                    </a:lnTo>
                    <a:lnTo>
                      <a:pt x="126" y="2156"/>
                    </a:lnTo>
                    <a:lnTo>
                      <a:pt x="168" y="2072"/>
                    </a:lnTo>
                    <a:lnTo>
                      <a:pt x="230" y="2093"/>
                    </a:lnTo>
                    <a:lnTo>
                      <a:pt x="251" y="2177"/>
                    </a:lnTo>
                    <a:lnTo>
                      <a:pt x="209" y="2197"/>
                    </a:lnTo>
                    <a:lnTo>
                      <a:pt x="105" y="2239"/>
                    </a:lnTo>
                    <a:lnTo>
                      <a:pt x="105" y="2260"/>
                    </a:lnTo>
                    <a:lnTo>
                      <a:pt x="209" y="2260"/>
                    </a:lnTo>
                    <a:lnTo>
                      <a:pt x="230" y="2386"/>
                    </a:lnTo>
                    <a:lnTo>
                      <a:pt x="230" y="2469"/>
                    </a:lnTo>
                    <a:lnTo>
                      <a:pt x="335" y="2386"/>
                    </a:lnTo>
                    <a:lnTo>
                      <a:pt x="481" y="2386"/>
                    </a:lnTo>
                    <a:lnTo>
                      <a:pt x="670" y="2469"/>
                    </a:lnTo>
                    <a:lnTo>
                      <a:pt x="733" y="2511"/>
                    </a:lnTo>
                    <a:lnTo>
                      <a:pt x="774" y="2511"/>
                    </a:lnTo>
                    <a:lnTo>
                      <a:pt x="900" y="2595"/>
                    </a:lnTo>
                    <a:lnTo>
                      <a:pt x="1005" y="2511"/>
                    </a:lnTo>
                    <a:lnTo>
                      <a:pt x="1067" y="2553"/>
                    </a:lnTo>
                    <a:lnTo>
                      <a:pt x="1046" y="2595"/>
                    </a:lnTo>
                    <a:lnTo>
                      <a:pt x="1067" y="2658"/>
                    </a:lnTo>
                    <a:lnTo>
                      <a:pt x="1172" y="2595"/>
                    </a:lnTo>
                    <a:lnTo>
                      <a:pt x="1214" y="2658"/>
                    </a:lnTo>
                    <a:lnTo>
                      <a:pt x="1172" y="2762"/>
                    </a:lnTo>
                    <a:lnTo>
                      <a:pt x="1214" y="2825"/>
                    </a:lnTo>
                    <a:lnTo>
                      <a:pt x="1297" y="2825"/>
                    </a:lnTo>
                    <a:lnTo>
                      <a:pt x="1402" y="2783"/>
                    </a:lnTo>
                    <a:lnTo>
                      <a:pt x="1528" y="2783"/>
                    </a:lnTo>
                    <a:lnTo>
                      <a:pt x="1611" y="2888"/>
                    </a:lnTo>
                    <a:lnTo>
                      <a:pt x="1507" y="2825"/>
                    </a:lnTo>
                    <a:lnTo>
                      <a:pt x="1402" y="2825"/>
                    </a:lnTo>
                    <a:lnTo>
                      <a:pt x="1360" y="2930"/>
                    </a:lnTo>
                    <a:lnTo>
                      <a:pt x="1402" y="2972"/>
                    </a:lnTo>
                    <a:lnTo>
                      <a:pt x="1423" y="3076"/>
                    </a:lnTo>
                    <a:lnTo>
                      <a:pt x="1381" y="3181"/>
                    </a:lnTo>
                    <a:lnTo>
                      <a:pt x="1402" y="3244"/>
                    </a:lnTo>
                    <a:lnTo>
                      <a:pt x="1486" y="3244"/>
                    </a:lnTo>
                    <a:lnTo>
                      <a:pt x="1632" y="3432"/>
                    </a:lnTo>
                    <a:lnTo>
                      <a:pt x="1779" y="3453"/>
                    </a:lnTo>
                    <a:lnTo>
                      <a:pt x="1904" y="3537"/>
                    </a:lnTo>
                    <a:lnTo>
                      <a:pt x="1904" y="3641"/>
                    </a:lnTo>
                    <a:lnTo>
                      <a:pt x="1946" y="3725"/>
                    </a:lnTo>
                    <a:lnTo>
                      <a:pt x="1904" y="3830"/>
                    </a:lnTo>
                    <a:lnTo>
                      <a:pt x="1883" y="3850"/>
                    </a:lnTo>
                    <a:lnTo>
                      <a:pt x="1841" y="3934"/>
                    </a:lnTo>
                    <a:lnTo>
                      <a:pt x="1946" y="3955"/>
                    </a:lnTo>
                    <a:lnTo>
                      <a:pt x="2134" y="4081"/>
                    </a:lnTo>
                    <a:lnTo>
                      <a:pt x="2260" y="4436"/>
                    </a:lnTo>
                    <a:lnTo>
                      <a:pt x="2260" y="4436"/>
                    </a:lnTo>
                    <a:lnTo>
                      <a:pt x="2113" y="4269"/>
                    </a:lnTo>
                    <a:lnTo>
                      <a:pt x="2093" y="4143"/>
                    </a:lnTo>
                    <a:lnTo>
                      <a:pt x="1946" y="4081"/>
                    </a:lnTo>
                    <a:lnTo>
                      <a:pt x="1904" y="4122"/>
                    </a:lnTo>
                    <a:lnTo>
                      <a:pt x="1841" y="4394"/>
                    </a:lnTo>
                    <a:lnTo>
                      <a:pt x="1841" y="4604"/>
                    </a:lnTo>
                    <a:lnTo>
                      <a:pt x="1946" y="4687"/>
                    </a:lnTo>
                    <a:lnTo>
                      <a:pt x="1883" y="4750"/>
                    </a:lnTo>
                    <a:lnTo>
                      <a:pt x="1841" y="5127"/>
                    </a:lnTo>
                    <a:lnTo>
                      <a:pt x="1737" y="5482"/>
                    </a:lnTo>
                    <a:lnTo>
                      <a:pt x="1590" y="5545"/>
                    </a:lnTo>
                    <a:lnTo>
                      <a:pt x="1695" y="5608"/>
                    </a:lnTo>
                    <a:lnTo>
                      <a:pt x="1716" y="5629"/>
                    </a:lnTo>
                    <a:lnTo>
                      <a:pt x="1779" y="5629"/>
                    </a:lnTo>
                    <a:lnTo>
                      <a:pt x="1800" y="5754"/>
                    </a:lnTo>
                    <a:lnTo>
                      <a:pt x="1800" y="5859"/>
                    </a:lnTo>
                    <a:lnTo>
                      <a:pt x="1946" y="5838"/>
                    </a:lnTo>
                    <a:lnTo>
                      <a:pt x="2197" y="5922"/>
                    </a:lnTo>
                    <a:lnTo>
                      <a:pt x="2302" y="6047"/>
                    </a:lnTo>
                    <a:lnTo>
                      <a:pt x="2406" y="6006"/>
                    </a:lnTo>
                    <a:lnTo>
                      <a:pt x="2532" y="6131"/>
                    </a:lnTo>
                    <a:lnTo>
                      <a:pt x="2678" y="6131"/>
                    </a:lnTo>
                    <a:lnTo>
                      <a:pt x="2762" y="6152"/>
                    </a:lnTo>
                    <a:lnTo>
                      <a:pt x="2867" y="6047"/>
                    </a:lnTo>
                    <a:lnTo>
                      <a:pt x="3139" y="6047"/>
                    </a:lnTo>
                    <a:lnTo>
                      <a:pt x="3243" y="6110"/>
                    </a:lnTo>
                    <a:lnTo>
                      <a:pt x="3390" y="6068"/>
                    </a:lnTo>
                    <a:lnTo>
                      <a:pt x="3557" y="6173"/>
                    </a:lnTo>
                    <a:lnTo>
                      <a:pt x="3829" y="6152"/>
                    </a:lnTo>
                    <a:lnTo>
                      <a:pt x="4018" y="6257"/>
                    </a:lnTo>
                    <a:lnTo>
                      <a:pt x="4101" y="6278"/>
                    </a:lnTo>
                    <a:lnTo>
                      <a:pt x="4101" y="6236"/>
                    </a:lnTo>
                    <a:lnTo>
                      <a:pt x="4038" y="6068"/>
                    </a:lnTo>
                    <a:lnTo>
                      <a:pt x="4101" y="5859"/>
                    </a:lnTo>
                    <a:lnTo>
                      <a:pt x="4101" y="5796"/>
                    </a:lnTo>
                    <a:lnTo>
                      <a:pt x="4227" y="5650"/>
                    </a:lnTo>
                    <a:lnTo>
                      <a:pt x="4436" y="5441"/>
                    </a:lnTo>
                    <a:lnTo>
                      <a:pt x="4499" y="5441"/>
                    </a:lnTo>
                    <a:lnTo>
                      <a:pt x="4562" y="5503"/>
                    </a:lnTo>
                    <a:lnTo>
                      <a:pt x="4708" y="5503"/>
                    </a:lnTo>
                    <a:lnTo>
                      <a:pt x="4834" y="5587"/>
                    </a:lnTo>
                    <a:lnTo>
                      <a:pt x="4938" y="5587"/>
                    </a:lnTo>
                    <a:lnTo>
                      <a:pt x="5022" y="5524"/>
                    </a:lnTo>
                    <a:lnTo>
                      <a:pt x="5085" y="5503"/>
                    </a:lnTo>
                    <a:lnTo>
                      <a:pt x="5461" y="5734"/>
                    </a:lnTo>
                    <a:lnTo>
                      <a:pt x="5545" y="5817"/>
                    </a:lnTo>
                    <a:lnTo>
                      <a:pt x="5796" y="5817"/>
                    </a:lnTo>
                    <a:lnTo>
                      <a:pt x="5901" y="5734"/>
                    </a:lnTo>
                    <a:lnTo>
                      <a:pt x="5880" y="5692"/>
                    </a:lnTo>
                    <a:lnTo>
                      <a:pt x="5984" y="5545"/>
                    </a:lnTo>
                    <a:lnTo>
                      <a:pt x="6340" y="5294"/>
                    </a:lnTo>
                    <a:lnTo>
                      <a:pt x="6382" y="5273"/>
                    </a:lnTo>
                    <a:lnTo>
                      <a:pt x="6319" y="5169"/>
                    </a:lnTo>
                    <a:lnTo>
                      <a:pt x="6403" y="4980"/>
                    </a:lnTo>
                    <a:lnTo>
                      <a:pt x="6235" y="4980"/>
                    </a:lnTo>
                    <a:lnTo>
                      <a:pt x="6068" y="4855"/>
                    </a:lnTo>
                    <a:lnTo>
                      <a:pt x="6026" y="4562"/>
                    </a:lnTo>
                    <a:lnTo>
                      <a:pt x="5880" y="4394"/>
                    </a:lnTo>
                    <a:lnTo>
                      <a:pt x="5963" y="4332"/>
                    </a:lnTo>
                    <a:lnTo>
                      <a:pt x="6089" y="4290"/>
                    </a:lnTo>
                    <a:lnTo>
                      <a:pt x="6131" y="4122"/>
                    </a:lnTo>
                    <a:lnTo>
                      <a:pt x="6026" y="4018"/>
                    </a:lnTo>
                    <a:lnTo>
                      <a:pt x="6005" y="3850"/>
                    </a:lnTo>
                    <a:lnTo>
                      <a:pt x="6068" y="3809"/>
                    </a:lnTo>
                    <a:lnTo>
                      <a:pt x="6068" y="3725"/>
                    </a:lnTo>
                    <a:lnTo>
                      <a:pt x="5984" y="3662"/>
                    </a:lnTo>
                    <a:lnTo>
                      <a:pt x="5922" y="3516"/>
                    </a:lnTo>
                    <a:lnTo>
                      <a:pt x="5880" y="3411"/>
                    </a:lnTo>
                    <a:lnTo>
                      <a:pt x="5712" y="3411"/>
                    </a:lnTo>
                    <a:lnTo>
                      <a:pt x="5650" y="3453"/>
                    </a:lnTo>
                    <a:lnTo>
                      <a:pt x="5691" y="3620"/>
                    </a:lnTo>
                    <a:lnTo>
                      <a:pt x="5545" y="3662"/>
                    </a:lnTo>
                    <a:lnTo>
                      <a:pt x="5440" y="3662"/>
                    </a:lnTo>
                    <a:lnTo>
                      <a:pt x="5398" y="3558"/>
                    </a:lnTo>
                    <a:lnTo>
                      <a:pt x="5482" y="3537"/>
                    </a:lnTo>
                    <a:lnTo>
                      <a:pt x="5545" y="3537"/>
                    </a:lnTo>
                    <a:lnTo>
                      <a:pt x="5545" y="3432"/>
                    </a:lnTo>
                    <a:lnTo>
                      <a:pt x="5566" y="3244"/>
                    </a:lnTo>
                    <a:lnTo>
                      <a:pt x="5712" y="3013"/>
                    </a:lnTo>
                    <a:lnTo>
                      <a:pt x="5796" y="2993"/>
                    </a:lnTo>
                    <a:lnTo>
                      <a:pt x="5901" y="2825"/>
                    </a:lnTo>
                    <a:lnTo>
                      <a:pt x="6005" y="2783"/>
                    </a:lnTo>
                    <a:lnTo>
                      <a:pt x="6005" y="2679"/>
                    </a:lnTo>
                    <a:lnTo>
                      <a:pt x="5880" y="2616"/>
                    </a:lnTo>
                    <a:lnTo>
                      <a:pt x="5963" y="2511"/>
                    </a:lnTo>
                    <a:lnTo>
                      <a:pt x="6089" y="2511"/>
                    </a:lnTo>
                    <a:lnTo>
                      <a:pt x="6110" y="2595"/>
                    </a:lnTo>
                    <a:lnTo>
                      <a:pt x="6215" y="2595"/>
                    </a:lnTo>
                    <a:lnTo>
                      <a:pt x="6403" y="2553"/>
                    </a:lnTo>
                    <a:lnTo>
                      <a:pt x="6340" y="2449"/>
                    </a:lnTo>
                    <a:lnTo>
                      <a:pt x="6235" y="2365"/>
                    </a:lnTo>
                    <a:lnTo>
                      <a:pt x="6235" y="2197"/>
                    </a:lnTo>
                    <a:lnTo>
                      <a:pt x="6298" y="2030"/>
                    </a:lnTo>
                    <a:lnTo>
                      <a:pt x="6382" y="1946"/>
                    </a:lnTo>
                    <a:lnTo>
                      <a:pt x="6382" y="1842"/>
                    </a:lnTo>
                    <a:lnTo>
                      <a:pt x="6445" y="1674"/>
                    </a:lnTo>
                    <a:lnTo>
                      <a:pt x="6591" y="1549"/>
                    </a:lnTo>
                    <a:lnTo>
                      <a:pt x="6445" y="1465"/>
                    </a:lnTo>
                    <a:lnTo>
                      <a:pt x="6340" y="1465"/>
                    </a:lnTo>
                    <a:lnTo>
                      <a:pt x="6215" y="1402"/>
                    </a:lnTo>
                    <a:lnTo>
                      <a:pt x="6110" y="1444"/>
                    </a:lnTo>
                    <a:lnTo>
                      <a:pt x="6026" y="1402"/>
                    </a:lnTo>
                    <a:lnTo>
                      <a:pt x="5922" y="1402"/>
                    </a:lnTo>
                    <a:lnTo>
                      <a:pt x="5859" y="1444"/>
                    </a:lnTo>
                    <a:lnTo>
                      <a:pt x="5754" y="1361"/>
                    </a:lnTo>
                    <a:lnTo>
                      <a:pt x="5754" y="1298"/>
                    </a:lnTo>
                    <a:lnTo>
                      <a:pt x="5650" y="1214"/>
                    </a:lnTo>
                    <a:lnTo>
                      <a:pt x="5566" y="1235"/>
                    </a:lnTo>
                    <a:lnTo>
                      <a:pt x="5398" y="1193"/>
                    </a:lnTo>
                    <a:lnTo>
                      <a:pt x="5357" y="1089"/>
                    </a:lnTo>
                    <a:lnTo>
                      <a:pt x="5252" y="1089"/>
                    </a:lnTo>
                    <a:lnTo>
                      <a:pt x="5189" y="1130"/>
                    </a:lnTo>
                    <a:lnTo>
                      <a:pt x="5085" y="1047"/>
                    </a:lnTo>
                    <a:lnTo>
                      <a:pt x="4980" y="1026"/>
                    </a:lnTo>
                    <a:lnTo>
                      <a:pt x="4854" y="879"/>
                    </a:lnTo>
                    <a:lnTo>
                      <a:pt x="4771" y="837"/>
                    </a:lnTo>
                    <a:lnTo>
                      <a:pt x="4729" y="796"/>
                    </a:lnTo>
                    <a:lnTo>
                      <a:pt x="4645" y="796"/>
                    </a:lnTo>
                    <a:lnTo>
                      <a:pt x="4603" y="837"/>
                    </a:lnTo>
                    <a:lnTo>
                      <a:pt x="4457" y="775"/>
                    </a:lnTo>
                    <a:lnTo>
                      <a:pt x="4457" y="607"/>
                    </a:lnTo>
                    <a:lnTo>
                      <a:pt x="4394" y="586"/>
                    </a:lnTo>
                    <a:lnTo>
                      <a:pt x="4310" y="524"/>
                    </a:lnTo>
                    <a:lnTo>
                      <a:pt x="4227" y="524"/>
                    </a:lnTo>
                    <a:lnTo>
                      <a:pt x="4080" y="398"/>
                    </a:lnTo>
                    <a:lnTo>
                      <a:pt x="4038" y="293"/>
                    </a:lnTo>
                    <a:lnTo>
                      <a:pt x="3913" y="252"/>
                    </a:lnTo>
                    <a:lnTo>
                      <a:pt x="3892" y="63"/>
                    </a:lnTo>
                    <a:lnTo>
                      <a:pt x="382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12" name="Google Shape;7679;p67">
                <a:extLst>
                  <a:ext uri="{FF2B5EF4-FFF2-40B4-BE49-F238E27FC236}">
                    <a16:creationId xmlns:a16="http://schemas.microsoft.com/office/drawing/2014/main" id="{2B356EC9-271D-FBC0-1DFC-EFB5B94B8403}"/>
                  </a:ext>
                </a:extLst>
              </p:cNvPr>
              <p:cNvSpPr/>
              <p:nvPr/>
            </p:nvSpPr>
            <p:spPr>
              <a:xfrm>
                <a:off x="3658200" y="2557475"/>
                <a:ext cx="70850" cy="44050"/>
              </a:xfrm>
              <a:custGeom>
                <a:avLst/>
                <a:gdLst/>
                <a:ahLst/>
                <a:cxnLst/>
                <a:rect l="l" t="t" r="r" b="b"/>
                <a:pathLst>
                  <a:path w="2834" h="1762" extrusionOk="0">
                    <a:moveTo>
                      <a:pt x="571" y="595"/>
                    </a:moveTo>
                    <a:lnTo>
                      <a:pt x="0" y="1119"/>
                    </a:lnTo>
                    <a:lnTo>
                      <a:pt x="1833" y="1762"/>
                    </a:lnTo>
                    <a:lnTo>
                      <a:pt x="2714" y="1476"/>
                    </a:lnTo>
                    <a:lnTo>
                      <a:pt x="2834" y="1071"/>
                    </a:lnTo>
                    <a:lnTo>
                      <a:pt x="1833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13" name="Google Shape;7680;p67">
                <a:extLst>
                  <a:ext uri="{FF2B5EF4-FFF2-40B4-BE49-F238E27FC236}">
                    <a16:creationId xmlns:a16="http://schemas.microsoft.com/office/drawing/2014/main" id="{39697ECC-13A2-8A06-380B-C121874E8CC1}"/>
                  </a:ext>
                </a:extLst>
              </p:cNvPr>
              <p:cNvSpPr/>
              <p:nvPr/>
            </p:nvSpPr>
            <p:spPr>
              <a:xfrm>
                <a:off x="3719525" y="2432450"/>
                <a:ext cx="79750" cy="89900"/>
              </a:xfrm>
              <a:custGeom>
                <a:avLst/>
                <a:gdLst/>
                <a:ahLst/>
                <a:cxnLst/>
                <a:rect l="l" t="t" r="r" b="b"/>
                <a:pathLst>
                  <a:path w="3190" h="3596" extrusionOk="0">
                    <a:moveTo>
                      <a:pt x="0" y="167"/>
                    </a:moveTo>
                    <a:lnTo>
                      <a:pt x="261" y="0"/>
                    </a:lnTo>
                    <a:lnTo>
                      <a:pt x="1619" y="1095"/>
                    </a:lnTo>
                    <a:lnTo>
                      <a:pt x="2381" y="1286"/>
                    </a:lnTo>
                    <a:lnTo>
                      <a:pt x="3190" y="1429"/>
                    </a:lnTo>
                    <a:lnTo>
                      <a:pt x="2809" y="2595"/>
                    </a:lnTo>
                    <a:lnTo>
                      <a:pt x="2071" y="2429"/>
                    </a:lnTo>
                    <a:lnTo>
                      <a:pt x="1524" y="359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583" name="Google Shape;7681;p67">
              <a:extLst>
                <a:ext uri="{FF2B5EF4-FFF2-40B4-BE49-F238E27FC236}">
                  <a16:creationId xmlns:a16="http://schemas.microsoft.com/office/drawing/2014/main" id="{2CD0AB9C-1551-CFD7-0A91-78229485112F}"/>
                </a:ext>
              </a:extLst>
            </p:cNvPr>
            <p:cNvGrpSpPr/>
            <p:nvPr/>
          </p:nvGrpSpPr>
          <p:grpSpPr>
            <a:xfrm>
              <a:off x="3564002" y="2585450"/>
              <a:ext cx="59073" cy="97871"/>
              <a:chOff x="3564002" y="2585450"/>
              <a:chExt cx="59073" cy="97871"/>
            </a:xfrm>
            <a:grpFill/>
          </p:grpSpPr>
          <p:sp>
            <p:nvSpPr>
              <p:cNvPr id="809" name="Google Shape;7682;p67">
                <a:extLst>
                  <a:ext uri="{FF2B5EF4-FFF2-40B4-BE49-F238E27FC236}">
                    <a16:creationId xmlns:a16="http://schemas.microsoft.com/office/drawing/2014/main" id="{DADF842F-FFD9-6C84-ECE8-58F278C19C87}"/>
                  </a:ext>
                </a:extLst>
              </p:cNvPr>
              <p:cNvSpPr/>
              <p:nvPr/>
            </p:nvSpPr>
            <p:spPr>
              <a:xfrm rot="192277">
                <a:off x="3564002" y="2593849"/>
                <a:ext cx="44498" cy="89472"/>
              </a:xfrm>
              <a:custGeom>
                <a:avLst/>
                <a:gdLst/>
                <a:ahLst/>
                <a:cxnLst/>
                <a:rect l="l" t="t" r="r" b="b"/>
                <a:pathLst>
                  <a:path w="1780" h="3579" extrusionOk="0">
                    <a:moveTo>
                      <a:pt x="628" y="1"/>
                    </a:moveTo>
                    <a:lnTo>
                      <a:pt x="356" y="22"/>
                    </a:lnTo>
                    <a:lnTo>
                      <a:pt x="377" y="147"/>
                    </a:lnTo>
                    <a:lnTo>
                      <a:pt x="461" y="357"/>
                    </a:lnTo>
                    <a:lnTo>
                      <a:pt x="440" y="712"/>
                    </a:lnTo>
                    <a:lnTo>
                      <a:pt x="440" y="775"/>
                    </a:lnTo>
                    <a:lnTo>
                      <a:pt x="419" y="943"/>
                    </a:lnTo>
                    <a:lnTo>
                      <a:pt x="482" y="1026"/>
                    </a:lnTo>
                    <a:lnTo>
                      <a:pt x="440" y="1131"/>
                    </a:lnTo>
                    <a:lnTo>
                      <a:pt x="356" y="1256"/>
                    </a:lnTo>
                    <a:lnTo>
                      <a:pt x="356" y="1445"/>
                    </a:lnTo>
                    <a:lnTo>
                      <a:pt x="231" y="1654"/>
                    </a:lnTo>
                    <a:lnTo>
                      <a:pt x="231" y="1759"/>
                    </a:lnTo>
                    <a:lnTo>
                      <a:pt x="64" y="1968"/>
                    </a:lnTo>
                    <a:lnTo>
                      <a:pt x="1" y="2303"/>
                    </a:lnTo>
                    <a:lnTo>
                      <a:pt x="1" y="2386"/>
                    </a:lnTo>
                    <a:lnTo>
                      <a:pt x="105" y="2386"/>
                    </a:lnTo>
                    <a:lnTo>
                      <a:pt x="168" y="2303"/>
                    </a:lnTo>
                    <a:lnTo>
                      <a:pt x="273" y="2219"/>
                    </a:lnTo>
                    <a:lnTo>
                      <a:pt x="252" y="2303"/>
                    </a:lnTo>
                    <a:lnTo>
                      <a:pt x="315" y="2344"/>
                    </a:lnTo>
                    <a:lnTo>
                      <a:pt x="126" y="2428"/>
                    </a:lnTo>
                    <a:lnTo>
                      <a:pt x="126" y="2554"/>
                    </a:lnTo>
                    <a:lnTo>
                      <a:pt x="168" y="2616"/>
                    </a:lnTo>
                    <a:lnTo>
                      <a:pt x="252" y="2533"/>
                    </a:lnTo>
                    <a:lnTo>
                      <a:pt x="419" y="2533"/>
                    </a:lnTo>
                    <a:lnTo>
                      <a:pt x="336" y="2616"/>
                    </a:lnTo>
                    <a:lnTo>
                      <a:pt x="377" y="2763"/>
                    </a:lnTo>
                    <a:lnTo>
                      <a:pt x="336" y="2909"/>
                    </a:lnTo>
                    <a:lnTo>
                      <a:pt x="336" y="3223"/>
                    </a:lnTo>
                    <a:lnTo>
                      <a:pt x="273" y="3432"/>
                    </a:lnTo>
                    <a:lnTo>
                      <a:pt x="231" y="3495"/>
                    </a:lnTo>
                    <a:lnTo>
                      <a:pt x="273" y="3537"/>
                    </a:lnTo>
                    <a:lnTo>
                      <a:pt x="440" y="3432"/>
                    </a:lnTo>
                    <a:lnTo>
                      <a:pt x="691" y="3495"/>
                    </a:lnTo>
                    <a:lnTo>
                      <a:pt x="796" y="3579"/>
                    </a:lnTo>
                    <a:lnTo>
                      <a:pt x="963" y="3474"/>
                    </a:lnTo>
                    <a:lnTo>
                      <a:pt x="1110" y="3474"/>
                    </a:lnTo>
                    <a:lnTo>
                      <a:pt x="1152" y="3432"/>
                    </a:lnTo>
                    <a:lnTo>
                      <a:pt x="1152" y="3286"/>
                    </a:lnTo>
                    <a:lnTo>
                      <a:pt x="1068" y="3160"/>
                    </a:lnTo>
                    <a:lnTo>
                      <a:pt x="1193" y="2909"/>
                    </a:lnTo>
                    <a:lnTo>
                      <a:pt x="1319" y="2805"/>
                    </a:lnTo>
                    <a:lnTo>
                      <a:pt x="1361" y="2658"/>
                    </a:lnTo>
                    <a:lnTo>
                      <a:pt x="1214" y="2658"/>
                    </a:lnTo>
                    <a:lnTo>
                      <a:pt x="1152" y="2512"/>
                    </a:lnTo>
                    <a:lnTo>
                      <a:pt x="1319" y="2323"/>
                    </a:lnTo>
                    <a:lnTo>
                      <a:pt x="1319" y="2093"/>
                    </a:lnTo>
                    <a:lnTo>
                      <a:pt x="1193" y="2010"/>
                    </a:lnTo>
                    <a:lnTo>
                      <a:pt x="1047" y="1717"/>
                    </a:lnTo>
                    <a:lnTo>
                      <a:pt x="1172" y="1696"/>
                    </a:lnTo>
                    <a:lnTo>
                      <a:pt x="1277" y="1696"/>
                    </a:lnTo>
                    <a:lnTo>
                      <a:pt x="1424" y="1487"/>
                    </a:lnTo>
                    <a:lnTo>
                      <a:pt x="1319" y="1382"/>
                    </a:lnTo>
                    <a:lnTo>
                      <a:pt x="1465" y="1277"/>
                    </a:lnTo>
                    <a:lnTo>
                      <a:pt x="1465" y="922"/>
                    </a:lnTo>
                    <a:lnTo>
                      <a:pt x="1424" y="754"/>
                    </a:lnTo>
                    <a:lnTo>
                      <a:pt x="1675" y="545"/>
                    </a:lnTo>
                    <a:lnTo>
                      <a:pt x="1737" y="545"/>
                    </a:lnTo>
                    <a:lnTo>
                      <a:pt x="1779" y="440"/>
                    </a:lnTo>
                    <a:lnTo>
                      <a:pt x="1675" y="252"/>
                    </a:lnTo>
                    <a:lnTo>
                      <a:pt x="1633" y="127"/>
                    </a:lnTo>
                    <a:lnTo>
                      <a:pt x="1382" y="85"/>
                    </a:lnTo>
                    <a:lnTo>
                      <a:pt x="1277" y="210"/>
                    </a:lnTo>
                    <a:lnTo>
                      <a:pt x="942" y="127"/>
                    </a:lnTo>
                    <a:lnTo>
                      <a:pt x="754" y="231"/>
                    </a:lnTo>
                    <a:lnTo>
                      <a:pt x="691" y="147"/>
                    </a:lnTo>
                    <a:lnTo>
                      <a:pt x="733" y="22"/>
                    </a:lnTo>
                    <a:lnTo>
                      <a:pt x="628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10" name="Google Shape;7683;p67">
                <a:extLst>
                  <a:ext uri="{FF2B5EF4-FFF2-40B4-BE49-F238E27FC236}">
                    <a16:creationId xmlns:a16="http://schemas.microsoft.com/office/drawing/2014/main" id="{3DC6BA4E-ACF4-0654-EDD2-481D3B31AB72}"/>
                  </a:ext>
                </a:extLst>
              </p:cNvPr>
              <p:cNvSpPr/>
              <p:nvPr/>
            </p:nvSpPr>
            <p:spPr>
              <a:xfrm>
                <a:off x="3580800" y="2585450"/>
                <a:ext cx="42275" cy="93450"/>
              </a:xfrm>
              <a:custGeom>
                <a:avLst/>
                <a:gdLst/>
                <a:ahLst/>
                <a:cxnLst/>
                <a:rect l="l" t="t" r="r" b="b"/>
                <a:pathLst>
                  <a:path w="1691" h="3738" extrusionOk="0">
                    <a:moveTo>
                      <a:pt x="453" y="0"/>
                    </a:moveTo>
                    <a:lnTo>
                      <a:pt x="0" y="547"/>
                    </a:lnTo>
                    <a:lnTo>
                      <a:pt x="0" y="3429"/>
                    </a:lnTo>
                    <a:lnTo>
                      <a:pt x="429" y="3738"/>
                    </a:lnTo>
                    <a:lnTo>
                      <a:pt x="1691" y="2714"/>
                    </a:lnTo>
                    <a:lnTo>
                      <a:pt x="1691" y="50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584" name="Google Shape;7684;p67">
              <a:extLst>
                <a:ext uri="{FF2B5EF4-FFF2-40B4-BE49-F238E27FC236}">
                  <a16:creationId xmlns:a16="http://schemas.microsoft.com/office/drawing/2014/main" id="{F8E486EB-15A4-8BCA-0B17-873247925950}"/>
                </a:ext>
              </a:extLst>
            </p:cNvPr>
            <p:cNvGrpSpPr/>
            <p:nvPr/>
          </p:nvGrpSpPr>
          <p:grpSpPr>
            <a:xfrm>
              <a:off x="3906325" y="1984500"/>
              <a:ext cx="156075" cy="262825"/>
              <a:chOff x="3906325" y="1984500"/>
              <a:chExt cx="156075" cy="262825"/>
            </a:xfrm>
            <a:grpFill/>
          </p:grpSpPr>
          <p:sp>
            <p:nvSpPr>
              <p:cNvPr id="807" name="Google Shape;7685;p67">
                <a:extLst>
                  <a:ext uri="{FF2B5EF4-FFF2-40B4-BE49-F238E27FC236}">
                    <a16:creationId xmlns:a16="http://schemas.microsoft.com/office/drawing/2014/main" id="{53F3E1F8-02A8-521A-8F10-1C3C3ED36405}"/>
                  </a:ext>
                </a:extLst>
              </p:cNvPr>
              <p:cNvSpPr/>
              <p:nvPr/>
            </p:nvSpPr>
            <p:spPr>
              <a:xfrm>
                <a:off x="3906325" y="1984500"/>
                <a:ext cx="100825" cy="124200"/>
              </a:xfrm>
              <a:custGeom>
                <a:avLst/>
                <a:gdLst/>
                <a:ahLst/>
                <a:cxnLst/>
                <a:rect l="l" t="t" r="r" b="b"/>
                <a:pathLst>
                  <a:path w="4033" h="4968" extrusionOk="0">
                    <a:moveTo>
                      <a:pt x="2901" y="4968"/>
                    </a:moveTo>
                    <a:lnTo>
                      <a:pt x="1524" y="4673"/>
                    </a:lnTo>
                    <a:lnTo>
                      <a:pt x="0" y="1771"/>
                    </a:lnTo>
                    <a:lnTo>
                      <a:pt x="737" y="886"/>
                    </a:lnTo>
                    <a:lnTo>
                      <a:pt x="2508" y="1181"/>
                    </a:lnTo>
                    <a:lnTo>
                      <a:pt x="2655" y="345"/>
                    </a:lnTo>
                    <a:lnTo>
                      <a:pt x="3442" y="0"/>
                    </a:lnTo>
                    <a:lnTo>
                      <a:pt x="4033" y="44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8" name="Google Shape;7686;p67">
                <a:extLst>
                  <a:ext uri="{FF2B5EF4-FFF2-40B4-BE49-F238E27FC236}">
                    <a16:creationId xmlns:a16="http://schemas.microsoft.com/office/drawing/2014/main" id="{A7FCACEA-AACC-0210-C734-0995122F2F80}"/>
                  </a:ext>
                </a:extLst>
              </p:cNvPr>
              <p:cNvSpPr/>
              <p:nvPr/>
            </p:nvSpPr>
            <p:spPr>
              <a:xfrm>
                <a:off x="3919575" y="1989950"/>
                <a:ext cx="142825" cy="257375"/>
              </a:xfrm>
              <a:custGeom>
                <a:avLst/>
                <a:gdLst/>
                <a:ahLst/>
                <a:cxnLst/>
                <a:rect l="l" t="t" r="r" b="b"/>
                <a:pathLst>
                  <a:path w="5713" h="10295" extrusionOk="0">
                    <a:moveTo>
                      <a:pt x="2867" y="0"/>
                    </a:moveTo>
                    <a:lnTo>
                      <a:pt x="2762" y="105"/>
                    </a:lnTo>
                    <a:lnTo>
                      <a:pt x="2762" y="147"/>
                    </a:lnTo>
                    <a:lnTo>
                      <a:pt x="2679" y="189"/>
                    </a:lnTo>
                    <a:lnTo>
                      <a:pt x="2532" y="147"/>
                    </a:lnTo>
                    <a:lnTo>
                      <a:pt x="2386" y="209"/>
                    </a:lnTo>
                    <a:lnTo>
                      <a:pt x="2386" y="293"/>
                    </a:lnTo>
                    <a:lnTo>
                      <a:pt x="2323" y="419"/>
                    </a:lnTo>
                    <a:lnTo>
                      <a:pt x="2239" y="461"/>
                    </a:lnTo>
                    <a:lnTo>
                      <a:pt x="2281" y="544"/>
                    </a:lnTo>
                    <a:lnTo>
                      <a:pt x="2260" y="628"/>
                    </a:lnTo>
                    <a:lnTo>
                      <a:pt x="2239" y="921"/>
                    </a:lnTo>
                    <a:lnTo>
                      <a:pt x="2281" y="1088"/>
                    </a:lnTo>
                    <a:lnTo>
                      <a:pt x="2344" y="1193"/>
                    </a:lnTo>
                    <a:lnTo>
                      <a:pt x="2281" y="1277"/>
                    </a:lnTo>
                    <a:lnTo>
                      <a:pt x="2177" y="1360"/>
                    </a:lnTo>
                    <a:lnTo>
                      <a:pt x="2072" y="1360"/>
                    </a:lnTo>
                    <a:lnTo>
                      <a:pt x="1967" y="1444"/>
                    </a:lnTo>
                    <a:lnTo>
                      <a:pt x="1905" y="1486"/>
                    </a:lnTo>
                    <a:lnTo>
                      <a:pt x="1821" y="1611"/>
                    </a:lnTo>
                    <a:lnTo>
                      <a:pt x="1674" y="1590"/>
                    </a:lnTo>
                    <a:lnTo>
                      <a:pt x="1507" y="1465"/>
                    </a:lnTo>
                    <a:lnTo>
                      <a:pt x="1381" y="1465"/>
                    </a:lnTo>
                    <a:lnTo>
                      <a:pt x="1298" y="1549"/>
                    </a:lnTo>
                    <a:lnTo>
                      <a:pt x="1151" y="1674"/>
                    </a:lnTo>
                    <a:lnTo>
                      <a:pt x="900" y="1674"/>
                    </a:lnTo>
                    <a:lnTo>
                      <a:pt x="733" y="1590"/>
                    </a:lnTo>
                    <a:lnTo>
                      <a:pt x="670" y="1465"/>
                    </a:lnTo>
                    <a:lnTo>
                      <a:pt x="607" y="1339"/>
                    </a:lnTo>
                    <a:lnTo>
                      <a:pt x="377" y="1130"/>
                    </a:lnTo>
                    <a:lnTo>
                      <a:pt x="293" y="984"/>
                    </a:lnTo>
                    <a:lnTo>
                      <a:pt x="189" y="963"/>
                    </a:lnTo>
                    <a:lnTo>
                      <a:pt x="105" y="1046"/>
                    </a:lnTo>
                    <a:lnTo>
                      <a:pt x="84" y="1151"/>
                    </a:lnTo>
                    <a:lnTo>
                      <a:pt x="105" y="1214"/>
                    </a:lnTo>
                    <a:lnTo>
                      <a:pt x="84" y="1256"/>
                    </a:lnTo>
                    <a:lnTo>
                      <a:pt x="42" y="1214"/>
                    </a:lnTo>
                    <a:lnTo>
                      <a:pt x="1" y="1256"/>
                    </a:lnTo>
                    <a:lnTo>
                      <a:pt x="105" y="1360"/>
                    </a:lnTo>
                    <a:lnTo>
                      <a:pt x="273" y="1423"/>
                    </a:lnTo>
                    <a:lnTo>
                      <a:pt x="482" y="1674"/>
                    </a:lnTo>
                    <a:lnTo>
                      <a:pt x="628" y="1779"/>
                    </a:lnTo>
                    <a:lnTo>
                      <a:pt x="879" y="1800"/>
                    </a:lnTo>
                    <a:lnTo>
                      <a:pt x="942" y="1841"/>
                    </a:lnTo>
                    <a:lnTo>
                      <a:pt x="1026" y="1883"/>
                    </a:lnTo>
                    <a:lnTo>
                      <a:pt x="1130" y="2009"/>
                    </a:lnTo>
                    <a:lnTo>
                      <a:pt x="1193" y="2113"/>
                    </a:lnTo>
                    <a:lnTo>
                      <a:pt x="1298" y="2113"/>
                    </a:lnTo>
                    <a:lnTo>
                      <a:pt x="1402" y="2239"/>
                    </a:lnTo>
                    <a:lnTo>
                      <a:pt x="1465" y="2239"/>
                    </a:lnTo>
                    <a:lnTo>
                      <a:pt x="1528" y="2323"/>
                    </a:lnTo>
                    <a:lnTo>
                      <a:pt x="1465" y="2427"/>
                    </a:lnTo>
                    <a:lnTo>
                      <a:pt x="1507" y="2574"/>
                    </a:lnTo>
                    <a:lnTo>
                      <a:pt x="1444" y="2720"/>
                    </a:lnTo>
                    <a:lnTo>
                      <a:pt x="1444" y="2825"/>
                    </a:lnTo>
                    <a:lnTo>
                      <a:pt x="1612" y="2825"/>
                    </a:lnTo>
                    <a:lnTo>
                      <a:pt x="1633" y="2950"/>
                    </a:lnTo>
                    <a:lnTo>
                      <a:pt x="1591" y="3034"/>
                    </a:lnTo>
                    <a:lnTo>
                      <a:pt x="1612" y="3181"/>
                    </a:lnTo>
                    <a:lnTo>
                      <a:pt x="1653" y="3285"/>
                    </a:lnTo>
                    <a:lnTo>
                      <a:pt x="1695" y="3494"/>
                    </a:lnTo>
                    <a:lnTo>
                      <a:pt x="1653" y="3599"/>
                    </a:lnTo>
                    <a:lnTo>
                      <a:pt x="1695" y="3683"/>
                    </a:lnTo>
                    <a:lnTo>
                      <a:pt x="1695" y="3913"/>
                    </a:lnTo>
                    <a:lnTo>
                      <a:pt x="1653" y="3997"/>
                    </a:lnTo>
                    <a:lnTo>
                      <a:pt x="1716" y="4143"/>
                    </a:lnTo>
                    <a:lnTo>
                      <a:pt x="1821" y="4185"/>
                    </a:lnTo>
                    <a:lnTo>
                      <a:pt x="1925" y="4394"/>
                    </a:lnTo>
                    <a:lnTo>
                      <a:pt x="1967" y="4478"/>
                    </a:lnTo>
                    <a:lnTo>
                      <a:pt x="1967" y="4603"/>
                    </a:lnTo>
                    <a:lnTo>
                      <a:pt x="1988" y="4645"/>
                    </a:lnTo>
                    <a:lnTo>
                      <a:pt x="2093" y="4645"/>
                    </a:lnTo>
                    <a:lnTo>
                      <a:pt x="2197" y="4750"/>
                    </a:lnTo>
                    <a:lnTo>
                      <a:pt x="2407" y="4750"/>
                    </a:lnTo>
                    <a:lnTo>
                      <a:pt x="2574" y="4875"/>
                    </a:lnTo>
                    <a:lnTo>
                      <a:pt x="2490" y="4938"/>
                    </a:lnTo>
                    <a:lnTo>
                      <a:pt x="2553" y="5022"/>
                    </a:lnTo>
                    <a:lnTo>
                      <a:pt x="2553" y="5189"/>
                    </a:lnTo>
                    <a:lnTo>
                      <a:pt x="2490" y="5231"/>
                    </a:lnTo>
                    <a:lnTo>
                      <a:pt x="2679" y="5378"/>
                    </a:lnTo>
                    <a:lnTo>
                      <a:pt x="2553" y="5357"/>
                    </a:lnTo>
                    <a:lnTo>
                      <a:pt x="2490" y="5378"/>
                    </a:lnTo>
                    <a:lnTo>
                      <a:pt x="2658" y="5524"/>
                    </a:lnTo>
                    <a:lnTo>
                      <a:pt x="2658" y="5587"/>
                    </a:lnTo>
                    <a:lnTo>
                      <a:pt x="2469" y="5482"/>
                    </a:lnTo>
                    <a:lnTo>
                      <a:pt x="2302" y="5482"/>
                    </a:lnTo>
                    <a:lnTo>
                      <a:pt x="2156" y="5587"/>
                    </a:lnTo>
                    <a:lnTo>
                      <a:pt x="2156" y="5691"/>
                    </a:lnTo>
                    <a:lnTo>
                      <a:pt x="2051" y="5796"/>
                    </a:lnTo>
                    <a:lnTo>
                      <a:pt x="2051" y="5880"/>
                    </a:lnTo>
                    <a:lnTo>
                      <a:pt x="1988" y="5901"/>
                    </a:lnTo>
                    <a:lnTo>
                      <a:pt x="1821" y="6089"/>
                    </a:lnTo>
                    <a:lnTo>
                      <a:pt x="1779" y="6277"/>
                    </a:lnTo>
                    <a:lnTo>
                      <a:pt x="1737" y="6298"/>
                    </a:lnTo>
                    <a:lnTo>
                      <a:pt x="1716" y="6256"/>
                    </a:lnTo>
                    <a:lnTo>
                      <a:pt x="1653" y="6256"/>
                    </a:lnTo>
                    <a:lnTo>
                      <a:pt x="1716" y="6361"/>
                    </a:lnTo>
                    <a:lnTo>
                      <a:pt x="1674" y="6445"/>
                    </a:lnTo>
                    <a:lnTo>
                      <a:pt x="1549" y="6445"/>
                    </a:lnTo>
                    <a:lnTo>
                      <a:pt x="1465" y="6549"/>
                    </a:lnTo>
                    <a:lnTo>
                      <a:pt x="1507" y="6717"/>
                    </a:lnTo>
                    <a:lnTo>
                      <a:pt x="1570" y="6759"/>
                    </a:lnTo>
                    <a:lnTo>
                      <a:pt x="1444" y="6717"/>
                    </a:lnTo>
                    <a:lnTo>
                      <a:pt x="1402" y="6654"/>
                    </a:lnTo>
                    <a:lnTo>
                      <a:pt x="1319" y="6696"/>
                    </a:lnTo>
                    <a:lnTo>
                      <a:pt x="1256" y="6821"/>
                    </a:lnTo>
                    <a:lnTo>
                      <a:pt x="1298" y="6884"/>
                    </a:lnTo>
                    <a:lnTo>
                      <a:pt x="1214" y="6842"/>
                    </a:lnTo>
                    <a:lnTo>
                      <a:pt x="1193" y="6905"/>
                    </a:lnTo>
                    <a:lnTo>
                      <a:pt x="1256" y="6968"/>
                    </a:lnTo>
                    <a:lnTo>
                      <a:pt x="1256" y="7031"/>
                    </a:lnTo>
                    <a:lnTo>
                      <a:pt x="1193" y="7114"/>
                    </a:lnTo>
                    <a:lnTo>
                      <a:pt x="1151" y="7156"/>
                    </a:lnTo>
                    <a:lnTo>
                      <a:pt x="1047" y="7219"/>
                    </a:lnTo>
                    <a:lnTo>
                      <a:pt x="1005" y="7177"/>
                    </a:lnTo>
                    <a:lnTo>
                      <a:pt x="984" y="7135"/>
                    </a:lnTo>
                    <a:lnTo>
                      <a:pt x="900" y="7114"/>
                    </a:lnTo>
                    <a:lnTo>
                      <a:pt x="817" y="7135"/>
                    </a:lnTo>
                    <a:lnTo>
                      <a:pt x="837" y="7240"/>
                    </a:lnTo>
                    <a:lnTo>
                      <a:pt x="796" y="7282"/>
                    </a:lnTo>
                    <a:lnTo>
                      <a:pt x="837" y="7386"/>
                    </a:lnTo>
                    <a:lnTo>
                      <a:pt x="796" y="7491"/>
                    </a:lnTo>
                    <a:lnTo>
                      <a:pt x="733" y="7533"/>
                    </a:lnTo>
                    <a:lnTo>
                      <a:pt x="691" y="7637"/>
                    </a:lnTo>
                    <a:lnTo>
                      <a:pt x="733" y="7742"/>
                    </a:lnTo>
                    <a:lnTo>
                      <a:pt x="775" y="7763"/>
                    </a:lnTo>
                    <a:lnTo>
                      <a:pt x="733" y="7867"/>
                    </a:lnTo>
                    <a:lnTo>
                      <a:pt x="775" y="7951"/>
                    </a:lnTo>
                    <a:lnTo>
                      <a:pt x="858" y="7909"/>
                    </a:lnTo>
                    <a:lnTo>
                      <a:pt x="900" y="7972"/>
                    </a:lnTo>
                    <a:lnTo>
                      <a:pt x="879" y="8098"/>
                    </a:lnTo>
                    <a:lnTo>
                      <a:pt x="837" y="8160"/>
                    </a:lnTo>
                    <a:lnTo>
                      <a:pt x="879" y="8265"/>
                    </a:lnTo>
                    <a:lnTo>
                      <a:pt x="837" y="8307"/>
                    </a:lnTo>
                    <a:lnTo>
                      <a:pt x="942" y="8495"/>
                    </a:lnTo>
                    <a:lnTo>
                      <a:pt x="1005" y="8537"/>
                    </a:lnTo>
                    <a:lnTo>
                      <a:pt x="942" y="8621"/>
                    </a:lnTo>
                    <a:lnTo>
                      <a:pt x="1026" y="8746"/>
                    </a:lnTo>
                    <a:lnTo>
                      <a:pt x="942" y="8788"/>
                    </a:lnTo>
                    <a:lnTo>
                      <a:pt x="984" y="8955"/>
                    </a:lnTo>
                    <a:lnTo>
                      <a:pt x="942" y="9039"/>
                    </a:lnTo>
                    <a:lnTo>
                      <a:pt x="942" y="9269"/>
                    </a:lnTo>
                    <a:lnTo>
                      <a:pt x="1005" y="9353"/>
                    </a:lnTo>
                    <a:lnTo>
                      <a:pt x="942" y="9479"/>
                    </a:lnTo>
                    <a:lnTo>
                      <a:pt x="942" y="9562"/>
                    </a:lnTo>
                    <a:lnTo>
                      <a:pt x="1005" y="9625"/>
                    </a:lnTo>
                    <a:lnTo>
                      <a:pt x="1151" y="9541"/>
                    </a:lnTo>
                    <a:lnTo>
                      <a:pt x="1214" y="9583"/>
                    </a:lnTo>
                    <a:lnTo>
                      <a:pt x="1235" y="9520"/>
                    </a:lnTo>
                    <a:lnTo>
                      <a:pt x="1361" y="9646"/>
                    </a:lnTo>
                    <a:lnTo>
                      <a:pt x="1444" y="9625"/>
                    </a:lnTo>
                    <a:lnTo>
                      <a:pt x="1528" y="9688"/>
                    </a:lnTo>
                    <a:lnTo>
                      <a:pt x="1674" y="9667"/>
                    </a:lnTo>
                    <a:lnTo>
                      <a:pt x="1737" y="9688"/>
                    </a:lnTo>
                    <a:lnTo>
                      <a:pt x="1674" y="9772"/>
                    </a:lnTo>
                    <a:lnTo>
                      <a:pt x="1737" y="9772"/>
                    </a:lnTo>
                    <a:lnTo>
                      <a:pt x="1863" y="9667"/>
                    </a:lnTo>
                    <a:lnTo>
                      <a:pt x="1863" y="9751"/>
                    </a:lnTo>
                    <a:lnTo>
                      <a:pt x="1779" y="9855"/>
                    </a:lnTo>
                    <a:lnTo>
                      <a:pt x="1946" y="10064"/>
                    </a:lnTo>
                    <a:lnTo>
                      <a:pt x="1967" y="10148"/>
                    </a:lnTo>
                    <a:lnTo>
                      <a:pt x="1946" y="10274"/>
                    </a:lnTo>
                    <a:lnTo>
                      <a:pt x="1967" y="10295"/>
                    </a:lnTo>
                    <a:lnTo>
                      <a:pt x="2030" y="10148"/>
                    </a:lnTo>
                    <a:lnTo>
                      <a:pt x="2114" y="10106"/>
                    </a:lnTo>
                    <a:lnTo>
                      <a:pt x="2135" y="10190"/>
                    </a:lnTo>
                    <a:lnTo>
                      <a:pt x="2239" y="10148"/>
                    </a:lnTo>
                    <a:lnTo>
                      <a:pt x="2323" y="10148"/>
                    </a:lnTo>
                    <a:lnTo>
                      <a:pt x="2490" y="10002"/>
                    </a:lnTo>
                    <a:lnTo>
                      <a:pt x="2595" y="10002"/>
                    </a:lnTo>
                    <a:lnTo>
                      <a:pt x="2825" y="9855"/>
                    </a:lnTo>
                    <a:lnTo>
                      <a:pt x="2867" y="9792"/>
                    </a:lnTo>
                    <a:lnTo>
                      <a:pt x="3014" y="9855"/>
                    </a:lnTo>
                    <a:lnTo>
                      <a:pt x="3118" y="9834"/>
                    </a:lnTo>
                    <a:lnTo>
                      <a:pt x="3223" y="9688"/>
                    </a:lnTo>
                    <a:lnTo>
                      <a:pt x="3244" y="9751"/>
                    </a:lnTo>
                    <a:lnTo>
                      <a:pt x="3202" y="9855"/>
                    </a:lnTo>
                    <a:lnTo>
                      <a:pt x="3244" y="9876"/>
                    </a:lnTo>
                    <a:lnTo>
                      <a:pt x="3306" y="9751"/>
                    </a:lnTo>
                    <a:lnTo>
                      <a:pt x="3348" y="9772"/>
                    </a:lnTo>
                    <a:lnTo>
                      <a:pt x="3306" y="9646"/>
                    </a:lnTo>
                    <a:lnTo>
                      <a:pt x="3348" y="9583"/>
                    </a:lnTo>
                    <a:lnTo>
                      <a:pt x="3411" y="9688"/>
                    </a:lnTo>
                    <a:lnTo>
                      <a:pt x="3453" y="9688"/>
                    </a:lnTo>
                    <a:lnTo>
                      <a:pt x="3495" y="9625"/>
                    </a:lnTo>
                    <a:lnTo>
                      <a:pt x="3537" y="9751"/>
                    </a:lnTo>
                    <a:lnTo>
                      <a:pt x="3620" y="9730"/>
                    </a:lnTo>
                    <a:lnTo>
                      <a:pt x="3620" y="9646"/>
                    </a:lnTo>
                    <a:lnTo>
                      <a:pt x="3662" y="9667"/>
                    </a:lnTo>
                    <a:lnTo>
                      <a:pt x="3704" y="9730"/>
                    </a:lnTo>
                    <a:lnTo>
                      <a:pt x="3767" y="9646"/>
                    </a:lnTo>
                    <a:lnTo>
                      <a:pt x="3934" y="9625"/>
                    </a:lnTo>
                    <a:lnTo>
                      <a:pt x="4018" y="9688"/>
                    </a:lnTo>
                    <a:lnTo>
                      <a:pt x="4206" y="9667"/>
                    </a:lnTo>
                    <a:lnTo>
                      <a:pt x="4206" y="9625"/>
                    </a:lnTo>
                    <a:lnTo>
                      <a:pt x="4143" y="9562"/>
                    </a:lnTo>
                    <a:lnTo>
                      <a:pt x="4206" y="9541"/>
                    </a:lnTo>
                    <a:lnTo>
                      <a:pt x="4269" y="9562"/>
                    </a:lnTo>
                    <a:lnTo>
                      <a:pt x="4311" y="9646"/>
                    </a:lnTo>
                    <a:lnTo>
                      <a:pt x="4415" y="9667"/>
                    </a:lnTo>
                    <a:lnTo>
                      <a:pt x="4457" y="9562"/>
                    </a:lnTo>
                    <a:lnTo>
                      <a:pt x="4436" y="9416"/>
                    </a:lnTo>
                    <a:lnTo>
                      <a:pt x="4687" y="9144"/>
                    </a:lnTo>
                    <a:lnTo>
                      <a:pt x="4876" y="9123"/>
                    </a:lnTo>
                    <a:lnTo>
                      <a:pt x="5043" y="8872"/>
                    </a:lnTo>
                    <a:lnTo>
                      <a:pt x="5190" y="8621"/>
                    </a:lnTo>
                    <a:lnTo>
                      <a:pt x="5315" y="8349"/>
                    </a:lnTo>
                    <a:lnTo>
                      <a:pt x="5566" y="7951"/>
                    </a:lnTo>
                    <a:lnTo>
                      <a:pt x="5713" y="7533"/>
                    </a:lnTo>
                    <a:lnTo>
                      <a:pt x="5692" y="7344"/>
                    </a:lnTo>
                    <a:lnTo>
                      <a:pt x="5420" y="7051"/>
                    </a:lnTo>
                    <a:lnTo>
                      <a:pt x="5273" y="7010"/>
                    </a:lnTo>
                    <a:lnTo>
                      <a:pt x="5001" y="6633"/>
                    </a:lnTo>
                    <a:lnTo>
                      <a:pt x="5064" y="6466"/>
                    </a:lnTo>
                    <a:lnTo>
                      <a:pt x="5169" y="6298"/>
                    </a:lnTo>
                    <a:lnTo>
                      <a:pt x="5169" y="6110"/>
                    </a:lnTo>
                    <a:lnTo>
                      <a:pt x="4980" y="5984"/>
                    </a:lnTo>
                    <a:lnTo>
                      <a:pt x="4938" y="5859"/>
                    </a:lnTo>
                    <a:lnTo>
                      <a:pt x="4938" y="5650"/>
                    </a:lnTo>
                    <a:lnTo>
                      <a:pt x="4980" y="5587"/>
                    </a:lnTo>
                    <a:lnTo>
                      <a:pt x="4938" y="5482"/>
                    </a:lnTo>
                    <a:lnTo>
                      <a:pt x="4792" y="5461"/>
                    </a:lnTo>
                    <a:lnTo>
                      <a:pt x="4729" y="5357"/>
                    </a:lnTo>
                    <a:lnTo>
                      <a:pt x="4729" y="5168"/>
                    </a:lnTo>
                    <a:lnTo>
                      <a:pt x="4792" y="5064"/>
                    </a:lnTo>
                    <a:lnTo>
                      <a:pt x="4687" y="5043"/>
                    </a:lnTo>
                    <a:lnTo>
                      <a:pt x="4687" y="4938"/>
                    </a:lnTo>
                    <a:lnTo>
                      <a:pt x="4729" y="4582"/>
                    </a:lnTo>
                    <a:lnTo>
                      <a:pt x="4834" y="4541"/>
                    </a:lnTo>
                    <a:lnTo>
                      <a:pt x="4562" y="3955"/>
                    </a:lnTo>
                    <a:lnTo>
                      <a:pt x="4332" y="3494"/>
                    </a:lnTo>
                    <a:lnTo>
                      <a:pt x="4269" y="3348"/>
                    </a:lnTo>
                    <a:lnTo>
                      <a:pt x="4143" y="3181"/>
                    </a:lnTo>
                    <a:lnTo>
                      <a:pt x="4248" y="2929"/>
                    </a:lnTo>
                    <a:lnTo>
                      <a:pt x="4353" y="2741"/>
                    </a:lnTo>
                    <a:lnTo>
                      <a:pt x="4415" y="2553"/>
                    </a:lnTo>
                    <a:lnTo>
                      <a:pt x="4332" y="2490"/>
                    </a:lnTo>
                    <a:lnTo>
                      <a:pt x="4060" y="2323"/>
                    </a:lnTo>
                    <a:lnTo>
                      <a:pt x="4018" y="2218"/>
                    </a:lnTo>
                    <a:lnTo>
                      <a:pt x="3934" y="2093"/>
                    </a:lnTo>
                    <a:lnTo>
                      <a:pt x="3767" y="2009"/>
                    </a:lnTo>
                    <a:lnTo>
                      <a:pt x="3704" y="2009"/>
                    </a:lnTo>
                    <a:lnTo>
                      <a:pt x="3599" y="1758"/>
                    </a:lnTo>
                    <a:lnTo>
                      <a:pt x="3516" y="1653"/>
                    </a:lnTo>
                    <a:lnTo>
                      <a:pt x="3558" y="1465"/>
                    </a:lnTo>
                    <a:lnTo>
                      <a:pt x="3599" y="1297"/>
                    </a:lnTo>
                    <a:lnTo>
                      <a:pt x="3495" y="1277"/>
                    </a:lnTo>
                    <a:lnTo>
                      <a:pt x="3599" y="1235"/>
                    </a:lnTo>
                    <a:lnTo>
                      <a:pt x="3746" y="1172"/>
                    </a:lnTo>
                    <a:lnTo>
                      <a:pt x="3725" y="942"/>
                    </a:lnTo>
                    <a:lnTo>
                      <a:pt x="3830" y="774"/>
                    </a:lnTo>
                    <a:lnTo>
                      <a:pt x="3850" y="649"/>
                    </a:lnTo>
                    <a:lnTo>
                      <a:pt x="3746" y="523"/>
                    </a:lnTo>
                    <a:lnTo>
                      <a:pt x="3725" y="419"/>
                    </a:lnTo>
                    <a:lnTo>
                      <a:pt x="3537" y="398"/>
                    </a:lnTo>
                    <a:lnTo>
                      <a:pt x="3411" y="335"/>
                    </a:lnTo>
                    <a:lnTo>
                      <a:pt x="3327" y="251"/>
                    </a:lnTo>
                    <a:lnTo>
                      <a:pt x="3202" y="84"/>
                    </a:lnTo>
                    <a:lnTo>
                      <a:pt x="309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585" name="Google Shape;7687;p67">
              <a:extLst>
                <a:ext uri="{FF2B5EF4-FFF2-40B4-BE49-F238E27FC236}">
                  <a16:creationId xmlns:a16="http://schemas.microsoft.com/office/drawing/2014/main" id="{0E92D989-C46E-1D92-CD81-3DCD69D14634}"/>
                </a:ext>
              </a:extLst>
            </p:cNvPr>
            <p:cNvGrpSpPr/>
            <p:nvPr/>
          </p:nvGrpSpPr>
          <p:grpSpPr>
            <a:xfrm>
              <a:off x="1397225" y="1637375"/>
              <a:ext cx="1401575" cy="1228250"/>
              <a:chOff x="1397225" y="1637375"/>
              <a:chExt cx="1401575" cy="1228250"/>
            </a:xfrm>
            <a:grpFill/>
          </p:grpSpPr>
          <p:sp>
            <p:nvSpPr>
              <p:cNvPr id="803" name="Google Shape;7688;p67">
                <a:extLst>
                  <a:ext uri="{FF2B5EF4-FFF2-40B4-BE49-F238E27FC236}">
                    <a16:creationId xmlns:a16="http://schemas.microsoft.com/office/drawing/2014/main" id="{6BFF0BFE-C107-D7FF-D39C-931FADB5D642}"/>
                  </a:ext>
                </a:extLst>
              </p:cNvPr>
              <p:cNvSpPr/>
              <p:nvPr/>
            </p:nvSpPr>
            <p:spPr>
              <a:xfrm>
                <a:off x="2050925" y="2362200"/>
                <a:ext cx="747875" cy="497225"/>
              </a:xfrm>
              <a:custGeom>
                <a:avLst/>
                <a:gdLst/>
                <a:ahLst/>
                <a:cxnLst/>
                <a:rect l="l" t="t" r="r" b="b"/>
                <a:pathLst>
                  <a:path w="29915" h="19889" extrusionOk="0">
                    <a:moveTo>
                      <a:pt x="107" y="1186"/>
                    </a:moveTo>
                    <a:lnTo>
                      <a:pt x="0" y="0"/>
                    </a:lnTo>
                    <a:lnTo>
                      <a:pt x="15577" y="1563"/>
                    </a:lnTo>
                    <a:lnTo>
                      <a:pt x="26519" y="5336"/>
                    </a:lnTo>
                    <a:lnTo>
                      <a:pt x="27435" y="5444"/>
                    </a:lnTo>
                    <a:lnTo>
                      <a:pt x="28783" y="4420"/>
                    </a:lnTo>
                    <a:lnTo>
                      <a:pt x="29753" y="4527"/>
                    </a:lnTo>
                    <a:lnTo>
                      <a:pt x="29915" y="6198"/>
                    </a:lnTo>
                    <a:lnTo>
                      <a:pt x="26465" y="6899"/>
                    </a:lnTo>
                    <a:lnTo>
                      <a:pt x="11157" y="16062"/>
                    </a:lnTo>
                    <a:lnTo>
                      <a:pt x="10295" y="18649"/>
                    </a:lnTo>
                    <a:lnTo>
                      <a:pt x="10295" y="19889"/>
                    </a:lnTo>
                    <a:lnTo>
                      <a:pt x="2803" y="15846"/>
                    </a:lnTo>
                    <a:lnTo>
                      <a:pt x="1347" y="14876"/>
                    </a:lnTo>
                    <a:lnTo>
                      <a:pt x="0" y="14607"/>
                    </a:lnTo>
                    <a:lnTo>
                      <a:pt x="916" y="11642"/>
                    </a:lnTo>
                    <a:lnTo>
                      <a:pt x="1725" y="388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804" name="Google Shape;7689;p67">
                <a:extLst>
                  <a:ext uri="{FF2B5EF4-FFF2-40B4-BE49-F238E27FC236}">
                    <a16:creationId xmlns:a16="http://schemas.microsoft.com/office/drawing/2014/main" id="{8F456FF6-D122-3460-1E84-646BFFF6B417}"/>
                  </a:ext>
                </a:extLst>
              </p:cNvPr>
              <p:cNvGrpSpPr/>
              <p:nvPr/>
            </p:nvGrpSpPr>
            <p:grpSpPr>
              <a:xfrm>
                <a:off x="1397225" y="1637375"/>
                <a:ext cx="1398775" cy="1228250"/>
                <a:chOff x="1397225" y="1637375"/>
                <a:chExt cx="1398775" cy="1228250"/>
              </a:xfrm>
              <a:grpFill/>
            </p:grpSpPr>
            <p:sp>
              <p:nvSpPr>
                <p:cNvPr id="805" name="Google Shape;7690;p67">
                  <a:extLst>
                    <a:ext uri="{FF2B5EF4-FFF2-40B4-BE49-F238E27FC236}">
                      <a16:creationId xmlns:a16="http://schemas.microsoft.com/office/drawing/2014/main" id="{846C0740-82BA-C5E4-D879-8780DD776EA5}"/>
                    </a:ext>
                  </a:extLst>
                </p:cNvPr>
                <p:cNvSpPr/>
                <p:nvPr/>
              </p:nvSpPr>
              <p:spPr>
                <a:xfrm>
                  <a:off x="1397225" y="1637375"/>
                  <a:ext cx="692600" cy="594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704" h="23770" extrusionOk="0">
                      <a:moveTo>
                        <a:pt x="14864" y="15547"/>
                      </a:moveTo>
                      <a:lnTo>
                        <a:pt x="14836" y="15589"/>
                      </a:lnTo>
                      <a:lnTo>
                        <a:pt x="14836" y="15568"/>
                      </a:lnTo>
                      <a:lnTo>
                        <a:pt x="14864" y="15547"/>
                      </a:lnTo>
                      <a:close/>
                      <a:moveTo>
                        <a:pt x="19460" y="16760"/>
                      </a:moveTo>
                      <a:lnTo>
                        <a:pt x="19523" y="16823"/>
                      </a:lnTo>
                      <a:lnTo>
                        <a:pt x="19460" y="16844"/>
                      </a:lnTo>
                      <a:lnTo>
                        <a:pt x="19460" y="16760"/>
                      </a:lnTo>
                      <a:close/>
                      <a:moveTo>
                        <a:pt x="23686" y="18497"/>
                      </a:moveTo>
                      <a:lnTo>
                        <a:pt x="23624" y="18644"/>
                      </a:lnTo>
                      <a:lnTo>
                        <a:pt x="23561" y="18853"/>
                      </a:lnTo>
                      <a:lnTo>
                        <a:pt x="23582" y="19020"/>
                      </a:lnTo>
                      <a:lnTo>
                        <a:pt x="23477" y="19229"/>
                      </a:lnTo>
                      <a:lnTo>
                        <a:pt x="23477" y="19355"/>
                      </a:lnTo>
                      <a:lnTo>
                        <a:pt x="23519" y="19439"/>
                      </a:lnTo>
                      <a:lnTo>
                        <a:pt x="23393" y="19355"/>
                      </a:lnTo>
                      <a:lnTo>
                        <a:pt x="23393" y="19543"/>
                      </a:lnTo>
                      <a:lnTo>
                        <a:pt x="23393" y="19564"/>
                      </a:lnTo>
                      <a:cubicBezTo>
                        <a:pt x="23352" y="19648"/>
                        <a:pt x="23310" y="19753"/>
                        <a:pt x="23310" y="19836"/>
                      </a:cubicBezTo>
                      <a:lnTo>
                        <a:pt x="23310" y="19962"/>
                      </a:lnTo>
                      <a:lnTo>
                        <a:pt x="23289" y="19941"/>
                      </a:lnTo>
                      <a:lnTo>
                        <a:pt x="23289" y="19836"/>
                      </a:lnTo>
                      <a:lnTo>
                        <a:pt x="23258" y="19791"/>
                      </a:lnTo>
                      <a:lnTo>
                        <a:pt x="23268" y="19773"/>
                      </a:lnTo>
                      <a:lnTo>
                        <a:pt x="23268" y="19627"/>
                      </a:lnTo>
                      <a:lnTo>
                        <a:pt x="23331" y="19543"/>
                      </a:lnTo>
                      <a:lnTo>
                        <a:pt x="23352" y="19250"/>
                      </a:lnTo>
                      <a:lnTo>
                        <a:pt x="23435" y="19020"/>
                      </a:lnTo>
                      <a:lnTo>
                        <a:pt x="23435" y="18790"/>
                      </a:lnTo>
                      <a:lnTo>
                        <a:pt x="23414" y="18623"/>
                      </a:lnTo>
                      <a:lnTo>
                        <a:pt x="23352" y="18539"/>
                      </a:lnTo>
                      <a:lnTo>
                        <a:pt x="23352" y="18518"/>
                      </a:lnTo>
                      <a:lnTo>
                        <a:pt x="23414" y="18539"/>
                      </a:lnTo>
                      <a:lnTo>
                        <a:pt x="23456" y="18685"/>
                      </a:lnTo>
                      <a:lnTo>
                        <a:pt x="23519" y="18706"/>
                      </a:lnTo>
                      <a:lnTo>
                        <a:pt x="23561" y="18581"/>
                      </a:lnTo>
                      <a:lnTo>
                        <a:pt x="23686" y="18497"/>
                      </a:lnTo>
                      <a:close/>
                      <a:moveTo>
                        <a:pt x="23204" y="19889"/>
                      </a:moveTo>
                      <a:lnTo>
                        <a:pt x="23184" y="19941"/>
                      </a:lnTo>
                      <a:lnTo>
                        <a:pt x="23142" y="20297"/>
                      </a:lnTo>
                      <a:lnTo>
                        <a:pt x="23038" y="20464"/>
                      </a:lnTo>
                      <a:lnTo>
                        <a:pt x="23017" y="20631"/>
                      </a:lnTo>
                      <a:lnTo>
                        <a:pt x="23121" y="20694"/>
                      </a:lnTo>
                      <a:lnTo>
                        <a:pt x="23080" y="20778"/>
                      </a:lnTo>
                      <a:lnTo>
                        <a:pt x="23121" y="20841"/>
                      </a:lnTo>
                      <a:lnTo>
                        <a:pt x="22996" y="20841"/>
                      </a:lnTo>
                      <a:lnTo>
                        <a:pt x="22912" y="20924"/>
                      </a:lnTo>
                      <a:lnTo>
                        <a:pt x="22912" y="21050"/>
                      </a:lnTo>
                      <a:cubicBezTo>
                        <a:pt x="22891" y="21050"/>
                        <a:pt x="22870" y="21092"/>
                        <a:pt x="22870" y="21134"/>
                      </a:cubicBezTo>
                      <a:lnTo>
                        <a:pt x="22870" y="21154"/>
                      </a:lnTo>
                      <a:lnTo>
                        <a:pt x="22847" y="21178"/>
                      </a:lnTo>
                      <a:lnTo>
                        <a:pt x="22847" y="21178"/>
                      </a:lnTo>
                      <a:lnTo>
                        <a:pt x="22849" y="21154"/>
                      </a:lnTo>
                      <a:lnTo>
                        <a:pt x="22849" y="20945"/>
                      </a:lnTo>
                      <a:lnTo>
                        <a:pt x="22828" y="20882"/>
                      </a:lnTo>
                      <a:cubicBezTo>
                        <a:pt x="22828" y="20820"/>
                        <a:pt x="22849" y="20778"/>
                        <a:pt x="22849" y="20736"/>
                      </a:cubicBezTo>
                      <a:lnTo>
                        <a:pt x="22891" y="20778"/>
                      </a:lnTo>
                      <a:lnTo>
                        <a:pt x="22954" y="20778"/>
                      </a:lnTo>
                      <a:lnTo>
                        <a:pt x="22954" y="20610"/>
                      </a:lnTo>
                      <a:lnTo>
                        <a:pt x="23017" y="20569"/>
                      </a:lnTo>
                      <a:lnTo>
                        <a:pt x="22954" y="20485"/>
                      </a:lnTo>
                      <a:lnTo>
                        <a:pt x="22828" y="20464"/>
                      </a:lnTo>
                      <a:lnTo>
                        <a:pt x="22828" y="20380"/>
                      </a:lnTo>
                      <a:lnTo>
                        <a:pt x="22703" y="20150"/>
                      </a:lnTo>
                      <a:lnTo>
                        <a:pt x="22703" y="20108"/>
                      </a:lnTo>
                      <a:lnTo>
                        <a:pt x="22828" y="20255"/>
                      </a:lnTo>
                      <a:lnTo>
                        <a:pt x="22912" y="20380"/>
                      </a:lnTo>
                      <a:lnTo>
                        <a:pt x="22996" y="20401"/>
                      </a:lnTo>
                      <a:lnTo>
                        <a:pt x="23038" y="20359"/>
                      </a:lnTo>
                      <a:lnTo>
                        <a:pt x="23017" y="20276"/>
                      </a:lnTo>
                      <a:lnTo>
                        <a:pt x="23121" y="20255"/>
                      </a:lnTo>
                      <a:lnTo>
                        <a:pt x="23121" y="20171"/>
                      </a:lnTo>
                      <a:lnTo>
                        <a:pt x="23059" y="20108"/>
                      </a:lnTo>
                      <a:cubicBezTo>
                        <a:pt x="23101" y="20066"/>
                        <a:pt x="23121" y="19983"/>
                        <a:pt x="23142" y="19941"/>
                      </a:cubicBezTo>
                      <a:lnTo>
                        <a:pt x="23163" y="19962"/>
                      </a:lnTo>
                      <a:lnTo>
                        <a:pt x="23204" y="19889"/>
                      </a:lnTo>
                      <a:close/>
                      <a:moveTo>
                        <a:pt x="23519" y="19836"/>
                      </a:moveTo>
                      <a:lnTo>
                        <a:pt x="23540" y="19962"/>
                      </a:lnTo>
                      <a:lnTo>
                        <a:pt x="23582" y="19962"/>
                      </a:lnTo>
                      <a:lnTo>
                        <a:pt x="23582" y="20087"/>
                      </a:lnTo>
                      <a:lnTo>
                        <a:pt x="23665" y="20171"/>
                      </a:lnTo>
                      <a:lnTo>
                        <a:pt x="23728" y="20108"/>
                      </a:lnTo>
                      <a:lnTo>
                        <a:pt x="23770" y="20150"/>
                      </a:lnTo>
                      <a:lnTo>
                        <a:pt x="23875" y="20087"/>
                      </a:lnTo>
                      <a:lnTo>
                        <a:pt x="24021" y="20087"/>
                      </a:lnTo>
                      <a:lnTo>
                        <a:pt x="24021" y="20108"/>
                      </a:lnTo>
                      <a:lnTo>
                        <a:pt x="23854" y="20213"/>
                      </a:lnTo>
                      <a:lnTo>
                        <a:pt x="23812" y="20255"/>
                      </a:lnTo>
                      <a:lnTo>
                        <a:pt x="23812" y="20297"/>
                      </a:lnTo>
                      <a:lnTo>
                        <a:pt x="23875" y="20359"/>
                      </a:lnTo>
                      <a:lnTo>
                        <a:pt x="23854" y="20401"/>
                      </a:lnTo>
                      <a:lnTo>
                        <a:pt x="23770" y="20401"/>
                      </a:lnTo>
                      <a:lnTo>
                        <a:pt x="23770" y="20464"/>
                      </a:lnTo>
                      <a:lnTo>
                        <a:pt x="23854" y="20590"/>
                      </a:lnTo>
                      <a:lnTo>
                        <a:pt x="23854" y="20694"/>
                      </a:lnTo>
                      <a:lnTo>
                        <a:pt x="23812" y="20715"/>
                      </a:lnTo>
                      <a:lnTo>
                        <a:pt x="23728" y="20631"/>
                      </a:lnTo>
                      <a:lnTo>
                        <a:pt x="23665" y="20548"/>
                      </a:lnTo>
                      <a:lnTo>
                        <a:pt x="23645" y="20610"/>
                      </a:lnTo>
                      <a:lnTo>
                        <a:pt x="23665" y="20694"/>
                      </a:lnTo>
                      <a:lnTo>
                        <a:pt x="23624" y="20757"/>
                      </a:lnTo>
                      <a:lnTo>
                        <a:pt x="23624" y="20903"/>
                      </a:lnTo>
                      <a:lnTo>
                        <a:pt x="23645" y="20924"/>
                      </a:lnTo>
                      <a:cubicBezTo>
                        <a:pt x="23629" y="20919"/>
                        <a:pt x="23614" y="20916"/>
                        <a:pt x="23601" y="20916"/>
                      </a:cubicBezTo>
                      <a:cubicBezTo>
                        <a:pt x="23562" y="20916"/>
                        <a:pt x="23535" y="20940"/>
                        <a:pt x="23519" y="20987"/>
                      </a:cubicBezTo>
                      <a:cubicBezTo>
                        <a:pt x="23456" y="21071"/>
                        <a:pt x="23414" y="21154"/>
                        <a:pt x="23373" y="21259"/>
                      </a:cubicBezTo>
                      <a:lnTo>
                        <a:pt x="23268" y="21154"/>
                      </a:lnTo>
                      <a:lnTo>
                        <a:pt x="23121" y="21154"/>
                      </a:lnTo>
                      <a:lnTo>
                        <a:pt x="23121" y="21238"/>
                      </a:lnTo>
                      <a:lnTo>
                        <a:pt x="23163" y="21322"/>
                      </a:lnTo>
                      <a:lnTo>
                        <a:pt x="23142" y="21426"/>
                      </a:lnTo>
                      <a:lnTo>
                        <a:pt x="23247" y="21468"/>
                      </a:lnTo>
                      <a:lnTo>
                        <a:pt x="23205" y="21552"/>
                      </a:lnTo>
                      <a:lnTo>
                        <a:pt x="23121" y="21552"/>
                      </a:lnTo>
                      <a:lnTo>
                        <a:pt x="23101" y="21531"/>
                      </a:lnTo>
                      <a:lnTo>
                        <a:pt x="23038" y="21615"/>
                      </a:lnTo>
                      <a:lnTo>
                        <a:pt x="23038" y="21531"/>
                      </a:lnTo>
                      <a:lnTo>
                        <a:pt x="23101" y="21447"/>
                      </a:lnTo>
                      <a:lnTo>
                        <a:pt x="22996" y="21322"/>
                      </a:lnTo>
                      <a:cubicBezTo>
                        <a:pt x="22996" y="21259"/>
                        <a:pt x="22996" y="21196"/>
                        <a:pt x="23017" y="21134"/>
                      </a:cubicBezTo>
                      <a:lnTo>
                        <a:pt x="23163" y="21050"/>
                      </a:lnTo>
                      <a:lnTo>
                        <a:pt x="23205" y="20882"/>
                      </a:lnTo>
                      <a:lnTo>
                        <a:pt x="23268" y="20903"/>
                      </a:lnTo>
                      <a:lnTo>
                        <a:pt x="23331" y="20841"/>
                      </a:lnTo>
                      <a:lnTo>
                        <a:pt x="23331" y="20736"/>
                      </a:lnTo>
                      <a:lnTo>
                        <a:pt x="23352" y="20673"/>
                      </a:lnTo>
                      <a:lnTo>
                        <a:pt x="23352" y="20276"/>
                      </a:lnTo>
                      <a:lnTo>
                        <a:pt x="23373" y="20171"/>
                      </a:lnTo>
                      <a:lnTo>
                        <a:pt x="23435" y="20401"/>
                      </a:lnTo>
                      <a:lnTo>
                        <a:pt x="23414" y="20673"/>
                      </a:lnTo>
                      <a:lnTo>
                        <a:pt x="23456" y="20694"/>
                      </a:lnTo>
                      <a:lnTo>
                        <a:pt x="23540" y="20527"/>
                      </a:lnTo>
                      <a:lnTo>
                        <a:pt x="23519" y="20108"/>
                      </a:lnTo>
                      <a:lnTo>
                        <a:pt x="23435" y="20004"/>
                      </a:lnTo>
                      <a:cubicBezTo>
                        <a:pt x="23456" y="19983"/>
                        <a:pt x="23456" y="19941"/>
                        <a:pt x="23498" y="19899"/>
                      </a:cubicBezTo>
                      <a:cubicBezTo>
                        <a:pt x="23519" y="19878"/>
                        <a:pt x="23519" y="19857"/>
                        <a:pt x="23519" y="19836"/>
                      </a:cubicBezTo>
                      <a:close/>
                      <a:moveTo>
                        <a:pt x="22808" y="1"/>
                      </a:moveTo>
                      <a:lnTo>
                        <a:pt x="22598" y="105"/>
                      </a:lnTo>
                      <a:lnTo>
                        <a:pt x="22556" y="168"/>
                      </a:lnTo>
                      <a:lnTo>
                        <a:pt x="22389" y="168"/>
                      </a:lnTo>
                      <a:lnTo>
                        <a:pt x="22264" y="231"/>
                      </a:lnTo>
                      <a:lnTo>
                        <a:pt x="22033" y="440"/>
                      </a:lnTo>
                      <a:lnTo>
                        <a:pt x="21866" y="503"/>
                      </a:lnTo>
                      <a:lnTo>
                        <a:pt x="21615" y="503"/>
                      </a:lnTo>
                      <a:lnTo>
                        <a:pt x="21448" y="398"/>
                      </a:lnTo>
                      <a:lnTo>
                        <a:pt x="21406" y="335"/>
                      </a:lnTo>
                      <a:lnTo>
                        <a:pt x="21406" y="398"/>
                      </a:lnTo>
                      <a:lnTo>
                        <a:pt x="21322" y="398"/>
                      </a:lnTo>
                      <a:lnTo>
                        <a:pt x="21217" y="294"/>
                      </a:lnTo>
                      <a:lnTo>
                        <a:pt x="21113" y="335"/>
                      </a:lnTo>
                      <a:lnTo>
                        <a:pt x="21092" y="419"/>
                      </a:lnTo>
                      <a:lnTo>
                        <a:pt x="21029" y="419"/>
                      </a:lnTo>
                      <a:lnTo>
                        <a:pt x="21008" y="335"/>
                      </a:lnTo>
                      <a:lnTo>
                        <a:pt x="21029" y="273"/>
                      </a:lnTo>
                      <a:lnTo>
                        <a:pt x="21134" y="210"/>
                      </a:lnTo>
                      <a:lnTo>
                        <a:pt x="21092" y="168"/>
                      </a:lnTo>
                      <a:lnTo>
                        <a:pt x="20945" y="210"/>
                      </a:lnTo>
                      <a:lnTo>
                        <a:pt x="20736" y="315"/>
                      </a:lnTo>
                      <a:lnTo>
                        <a:pt x="20590" y="398"/>
                      </a:lnTo>
                      <a:lnTo>
                        <a:pt x="20527" y="524"/>
                      </a:lnTo>
                      <a:lnTo>
                        <a:pt x="20569" y="628"/>
                      </a:lnTo>
                      <a:lnTo>
                        <a:pt x="20694" y="649"/>
                      </a:lnTo>
                      <a:lnTo>
                        <a:pt x="20611" y="733"/>
                      </a:lnTo>
                      <a:lnTo>
                        <a:pt x="20255" y="733"/>
                      </a:lnTo>
                      <a:lnTo>
                        <a:pt x="20088" y="859"/>
                      </a:lnTo>
                      <a:lnTo>
                        <a:pt x="19983" y="1131"/>
                      </a:lnTo>
                      <a:lnTo>
                        <a:pt x="19941" y="1319"/>
                      </a:lnTo>
                      <a:lnTo>
                        <a:pt x="19878" y="1319"/>
                      </a:lnTo>
                      <a:lnTo>
                        <a:pt x="19857" y="1256"/>
                      </a:lnTo>
                      <a:lnTo>
                        <a:pt x="19878" y="1068"/>
                      </a:lnTo>
                      <a:lnTo>
                        <a:pt x="20025" y="817"/>
                      </a:lnTo>
                      <a:lnTo>
                        <a:pt x="20025" y="733"/>
                      </a:lnTo>
                      <a:lnTo>
                        <a:pt x="19983" y="733"/>
                      </a:lnTo>
                      <a:lnTo>
                        <a:pt x="19732" y="1047"/>
                      </a:lnTo>
                      <a:lnTo>
                        <a:pt x="19585" y="1047"/>
                      </a:lnTo>
                      <a:lnTo>
                        <a:pt x="19523" y="1026"/>
                      </a:lnTo>
                      <a:lnTo>
                        <a:pt x="19439" y="921"/>
                      </a:lnTo>
                      <a:lnTo>
                        <a:pt x="19313" y="900"/>
                      </a:lnTo>
                      <a:lnTo>
                        <a:pt x="19230" y="900"/>
                      </a:lnTo>
                      <a:lnTo>
                        <a:pt x="19230" y="942"/>
                      </a:lnTo>
                      <a:lnTo>
                        <a:pt x="19418" y="1026"/>
                      </a:lnTo>
                      <a:lnTo>
                        <a:pt x="19460" y="1110"/>
                      </a:lnTo>
                      <a:lnTo>
                        <a:pt x="19418" y="1131"/>
                      </a:lnTo>
                      <a:lnTo>
                        <a:pt x="19251" y="1068"/>
                      </a:lnTo>
                      <a:lnTo>
                        <a:pt x="19062" y="1047"/>
                      </a:lnTo>
                      <a:lnTo>
                        <a:pt x="18832" y="1151"/>
                      </a:lnTo>
                      <a:lnTo>
                        <a:pt x="18539" y="1423"/>
                      </a:lnTo>
                      <a:lnTo>
                        <a:pt x="18204" y="1570"/>
                      </a:lnTo>
                      <a:lnTo>
                        <a:pt x="17974" y="1758"/>
                      </a:lnTo>
                      <a:lnTo>
                        <a:pt x="17744" y="1967"/>
                      </a:lnTo>
                      <a:lnTo>
                        <a:pt x="17451" y="2219"/>
                      </a:lnTo>
                      <a:lnTo>
                        <a:pt x="17263" y="2302"/>
                      </a:lnTo>
                      <a:lnTo>
                        <a:pt x="17158" y="2323"/>
                      </a:lnTo>
                      <a:lnTo>
                        <a:pt x="17012" y="2428"/>
                      </a:lnTo>
                      <a:lnTo>
                        <a:pt x="16865" y="2428"/>
                      </a:lnTo>
                      <a:lnTo>
                        <a:pt x="16698" y="2574"/>
                      </a:lnTo>
                      <a:lnTo>
                        <a:pt x="16510" y="2574"/>
                      </a:lnTo>
                      <a:lnTo>
                        <a:pt x="16426" y="2491"/>
                      </a:lnTo>
                      <a:lnTo>
                        <a:pt x="16238" y="2470"/>
                      </a:lnTo>
                      <a:lnTo>
                        <a:pt x="16091" y="2365"/>
                      </a:lnTo>
                      <a:lnTo>
                        <a:pt x="15986" y="2302"/>
                      </a:lnTo>
                      <a:lnTo>
                        <a:pt x="15798" y="2219"/>
                      </a:lnTo>
                      <a:lnTo>
                        <a:pt x="15714" y="2260"/>
                      </a:lnTo>
                      <a:lnTo>
                        <a:pt x="15589" y="2386"/>
                      </a:lnTo>
                      <a:lnTo>
                        <a:pt x="15380" y="2595"/>
                      </a:lnTo>
                      <a:lnTo>
                        <a:pt x="15338" y="2721"/>
                      </a:lnTo>
                      <a:lnTo>
                        <a:pt x="15233" y="2825"/>
                      </a:lnTo>
                      <a:lnTo>
                        <a:pt x="15170" y="2951"/>
                      </a:lnTo>
                      <a:lnTo>
                        <a:pt x="15087" y="2951"/>
                      </a:lnTo>
                      <a:lnTo>
                        <a:pt x="15024" y="2909"/>
                      </a:lnTo>
                      <a:lnTo>
                        <a:pt x="14940" y="2951"/>
                      </a:lnTo>
                      <a:lnTo>
                        <a:pt x="15045" y="3202"/>
                      </a:lnTo>
                      <a:lnTo>
                        <a:pt x="15170" y="3683"/>
                      </a:lnTo>
                      <a:lnTo>
                        <a:pt x="15296" y="4081"/>
                      </a:lnTo>
                      <a:lnTo>
                        <a:pt x="15359" y="4416"/>
                      </a:lnTo>
                      <a:lnTo>
                        <a:pt x="15338" y="4729"/>
                      </a:lnTo>
                      <a:lnTo>
                        <a:pt x="15191" y="4980"/>
                      </a:lnTo>
                      <a:lnTo>
                        <a:pt x="15087" y="5127"/>
                      </a:lnTo>
                      <a:lnTo>
                        <a:pt x="15087" y="5190"/>
                      </a:lnTo>
                      <a:lnTo>
                        <a:pt x="15296" y="5441"/>
                      </a:lnTo>
                      <a:lnTo>
                        <a:pt x="15442" y="5504"/>
                      </a:lnTo>
                      <a:lnTo>
                        <a:pt x="15442" y="5357"/>
                      </a:lnTo>
                      <a:lnTo>
                        <a:pt x="15484" y="5420"/>
                      </a:lnTo>
                      <a:lnTo>
                        <a:pt x="15589" y="5357"/>
                      </a:lnTo>
                      <a:lnTo>
                        <a:pt x="15673" y="5357"/>
                      </a:lnTo>
                      <a:lnTo>
                        <a:pt x="15589" y="5441"/>
                      </a:lnTo>
                      <a:lnTo>
                        <a:pt x="15589" y="5525"/>
                      </a:lnTo>
                      <a:lnTo>
                        <a:pt x="15882" y="5755"/>
                      </a:lnTo>
                      <a:lnTo>
                        <a:pt x="15798" y="5817"/>
                      </a:lnTo>
                      <a:lnTo>
                        <a:pt x="15673" y="5776"/>
                      </a:lnTo>
                      <a:lnTo>
                        <a:pt x="15652" y="5859"/>
                      </a:lnTo>
                      <a:lnTo>
                        <a:pt x="15610" y="6152"/>
                      </a:lnTo>
                      <a:lnTo>
                        <a:pt x="15610" y="6278"/>
                      </a:lnTo>
                      <a:lnTo>
                        <a:pt x="15673" y="6341"/>
                      </a:lnTo>
                      <a:lnTo>
                        <a:pt x="15756" y="6257"/>
                      </a:lnTo>
                      <a:lnTo>
                        <a:pt x="15882" y="6236"/>
                      </a:lnTo>
                      <a:lnTo>
                        <a:pt x="15986" y="6278"/>
                      </a:lnTo>
                      <a:lnTo>
                        <a:pt x="16028" y="6361"/>
                      </a:lnTo>
                      <a:lnTo>
                        <a:pt x="16196" y="6299"/>
                      </a:lnTo>
                      <a:lnTo>
                        <a:pt x="16384" y="6361"/>
                      </a:lnTo>
                      <a:lnTo>
                        <a:pt x="16530" y="6445"/>
                      </a:lnTo>
                      <a:lnTo>
                        <a:pt x="16384" y="6508"/>
                      </a:lnTo>
                      <a:lnTo>
                        <a:pt x="16405" y="6654"/>
                      </a:lnTo>
                      <a:lnTo>
                        <a:pt x="16384" y="6759"/>
                      </a:lnTo>
                      <a:lnTo>
                        <a:pt x="16196" y="6780"/>
                      </a:lnTo>
                      <a:lnTo>
                        <a:pt x="16217" y="6696"/>
                      </a:lnTo>
                      <a:lnTo>
                        <a:pt x="16112" y="6613"/>
                      </a:lnTo>
                      <a:lnTo>
                        <a:pt x="16028" y="6675"/>
                      </a:lnTo>
                      <a:lnTo>
                        <a:pt x="15882" y="6654"/>
                      </a:lnTo>
                      <a:lnTo>
                        <a:pt x="15819" y="6592"/>
                      </a:lnTo>
                      <a:lnTo>
                        <a:pt x="15777" y="6445"/>
                      </a:lnTo>
                      <a:lnTo>
                        <a:pt x="15673" y="6403"/>
                      </a:lnTo>
                      <a:lnTo>
                        <a:pt x="15610" y="6403"/>
                      </a:lnTo>
                      <a:lnTo>
                        <a:pt x="15484" y="6299"/>
                      </a:lnTo>
                      <a:lnTo>
                        <a:pt x="15505" y="6131"/>
                      </a:lnTo>
                      <a:lnTo>
                        <a:pt x="15652" y="5776"/>
                      </a:lnTo>
                      <a:lnTo>
                        <a:pt x="15610" y="5671"/>
                      </a:lnTo>
                      <a:lnTo>
                        <a:pt x="15568" y="5671"/>
                      </a:lnTo>
                      <a:lnTo>
                        <a:pt x="15463" y="5776"/>
                      </a:lnTo>
                      <a:lnTo>
                        <a:pt x="15463" y="6131"/>
                      </a:lnTo>
                      <a:lnTo>
                        <a:pt x="15401" y="6341"/>
                      </a:lnTo>
                      <a:lnTo>
                        <a:pt x="15296" y="6445"/>
                      </a:lnTo>
                      <a:lnTo>
                        <a:pt x="15296" y="6508"/>
                      </a:lnTo>
                      <a:lnTo>
                        <a:pt x="15380" y="6382"/>
                      </a:lnTo>
                      <a:lnTo>
                        <a:pt x="15463" y="6382"/>
                      </a:lnTo>
                      <a:lnTo>
                        <a:pt x="15505" y="6445"/>
                      </a:lnTo>
                      <a:lnTo>
                        <a:pt x="15652" y="6445"/>
                      </a:lnTo>
                      <a:lnTo>
                        <a:pt x="15694" y="6571"/>
                      </a:lnTo>
                      <a:lnTo>
                        <a:pt x="15694" y="6780"/>
                      </a:lnTo>
                      <a:lnTo>
                        <a:pt x="15589" y="6905"/>
                      </a:lnTo>
                      <a:lnTo>
                        <a:pt x="15442" y="6968"/>
                      </a:lnTo>
                      <a:lnTo>
                        <a:pt x="15442" y="6968"/>
                      </a:lnTo>
                      <a:lnTo>
                        <a:pt x="15589" y="6780"/>
                      </a:lnTo>
                      <a:lnTo>
                        <a:pt x="15589" y="6696"/>
                      </a:lnTo>
                      <a:lnTo>
                        <a:pt x="15505" y="6675"/>
                      </a:lnTo>
                      <a:lnTo>
                        <a:pt x="15463" y="6613"/>
                      </a:lnTo>
                      <a:lnTo>
                        <a:pt x="15380" y="6675"/>
                      </a:lnTo>
                      <a:lnTo>
                        <a:pt x="15191" y="6801"/>
                      </a:lnTo>
                      <a:lnTo>
                        <a:pt x="15191" y="6905"/>
                      </a:lnTo>
                      <a:lnTo>
                        <a:pt x="15087" y="6926"/>
                      </a:lnTo>
                      <a:lnTo>
                        <a:pt x="14982" y="6989"/>
                      </a:lnTo>
                      <a:lnTo>
                        <a:pt x="14961" y="6885"/>
                      </a:lnTo>
                      <a:lnTo>
                        <a:pt x="14898" y="6864"/>
                      </a:lnTo>
                      <a:lnTo>
                        <a:pt x="14752" y="6864"/>
                      </a:lnTo>
                      <a:lnTo>
                        <a:pt x="14668" y="6822"/>
                      </a:lnTo>
                      <a:lnTo>
                        <a:pt x="14647" y="6696"/>
                      </a:lnTo>
                      <a:lnTo>
                        <a:pt x="14564" y="6675"/>
                      </a:lnTo>
                      <a:lnTo>
                        <a:pt x="14522" y="6696"/>
                      </a:lnTo>
                      <a:lnTo>
                        <a:pt x="14417" y="6696"/>
                      </a:lnTo>
                      <a:lnTo>
                        <a:pt x="14417" y="6613"/>
                      </a:lnTo>
                      <a:lnTo>
                        <a:pt x="14334" y="6571"/>
                      </a:lnTo>
                      <a:lnTo>
                        <a:pt x="14250" y="6613"/>
                      </a:lnTo>
                      <a:lnTo>
                        <a:pt x="14208" y="6613"/>
                      </a:lnTo>
                      <a:lnTo>
                        <a:pt x="14208" y="6487"/>
                      </a:lnTo>
                      <a:lnTo>
                        <a:pt x="14145" y="6403"/>
                      </a:lnTo>
                      <a:lnTo>
                        <a:pt x="14145" y="6341"/>
                      </a:lnTo>
                      <a:lnTo>
                        <a:pt x="14250" y="6299"/>
                      </a:lnTo>
                      <a:lnTo>
                        <a:pt x="14396" y="6131"/>
                      </a:lnTo>
                      <a:lnTo>
                        <a:pt x="14459" y="6131"/>
                      </a:lnTo>
                      <a:lnTo>
                        <a:pt x="14543" y="6048"/>
                      </a:lnTo>
                      <a:lnTo>
                        <a:pt x="14543" y="5964"/>
                      </a:lnTo>
                      <a:lnTo>
                        <a:pt x="14396" y="5817"/>
                      </a:lnTo>
                      <a:lnTo>
                        <a:pt x="14313" y="5755"/>
                      </a:lnTo>
                      <a:lnTo>
                        <a:pt x="14208" y="5755"/>
                      </a:lnTo>
                      <a:lnTo>
                        <a:pt x="14020" y="5859"/>
                      </a:lnTo>
                      <a:lnTo>
                        <a:pt x="13915" y="5859"/>
                      </a:lnTo>
                      <a:lnTo>
                        <a:pt x="13810" y="5776"/>
                      </a:lnTo>
                      <a:lnTo>
                        <a:pt x="13706" y="5776"/>
                      </a:lnTo>
                      <a:lnTo>
                        <a:pt x="13371" y="5922"/>
                      </a:lnTo>
                      <a:lnTo>
                        <a:pt x="13329" y="5964"/>
                      </a:lnTo>
                      <a:lnTo>
                        <a:pt x="13392" y="6027"/>
                      </a:lnTo>
                      <a:lnTo>
                        <a:pt x="13517" y="6131"/>
                      </a:lnTo>
                      <a:lnTo>
                        <a:pt x="13497" y="6152"/>
                      </a:lnTo>
                      <a:lnTo>
                        <a:pt x="13392" y="6131"/>
                      </a:lnTo>
                      <a:lnTo>
                        <a:pt x="13287" y="6131"/>
                      </a:lnTo>
                      <a:lnTo>
                        <a:pt x="13225" y="6069"/>
                      </a:lnTo>
                      <a:lnTo>
                        <a:pt x="13120" y="6048"/>
                      </a:lnTo>
                      <a:lnTo>
                        <a:pt x="12911" y="6027"/>
                      </a:lnTo>
                      <a:lnTo>
                        <a:pt x="12701" y="6048"/>
                      </a:lnTo>
                      <a:lnTo>
                        <a:pt x="12639" y="6089"/>
                      </a:lnTo>
                      <a:lnTo>
                        <a:pt x="12639" y="6152"/>
                      </a:lnTo>
                      <a:lnTo>
                        <a:pt x="12534" y="6152"/>
                      </a:lnTo>
                      <a:lnTo>
                        <a:pt x="12492" y="6131"/>
                      </a:lnTo>
                      <a:lnTo>
                        <a:pt x="12429" y="6131"/>
                      </a:lnTo>
                      <a:lnTo>
                        <a:pt x="12262" y="6236"/>
                      </a:lnTo>
                      <a:lnTo>
                        <a:pt x="12262" y="6278"/>
                      </a:lnTo>
                      <a:lnTo>
                        <a:pt x="12178" y="6299"/>
                      </a:lnTo>
                      <a:lnTo>
                        <a:pt x="12011" y="6382"/>
                      </a:lnTo>
                      <a:lnTo>
                        <a:pt x="11865" y="6466"/>
                      </a:lnTo>
                      <a:lnTo>
                        <a:pt x="11802" y="6466"/>
                      </a:lnTo>
                      <a:lnTo>
                        <a:pt x="11823" y="6403"/>
                      </a:lnTo>
                      <a:lnTo>
                        <a:pt x="11844" y="6341"/>
                      </a:lnTo>
                      <a:lnTo>
                        <a:pt x="11739" y="6382"/>
                      </a:lnTo>
                      <a:lnTo>
                        <a:pt x="11634" y="6508"/>
                      </a:lnTo>
                      <a:lnTo>
                        <a:pt x="11634" y="6571"/>
                      </a:lnTo>
                      <a:lnTo>
                        <a:pt x="11802" y="6759"/>
                      </a:lnTo>
                      <a:lnTo>
                        <a:pt x="11948" y="6989"/>
                      </a:lnTo>
                      <a:lnTo>
                        <a:pt x="12116" y="7031"/>
                      </a:lnTo>
                      <a:lnTo>
                        <a:pt x="12241" y="7198"/>
                      </a:lnTo>
                      <a:lnTo>
                        <a:pt x="12367" y="7282"/>
                      </a:lnTo>
                      <a:lnTo>
                        <a:pt x="12429" y="7408"/>
                      </a:lnTo>
                      <a:lnTo>
                        <a:pt x="12534" y="7429"/>
                      </a:lnTo>
                      <a:lnTo>
                        <a:pt x="12660" y="7512"/>
                      </a:lnTo>
                      <a:lnTo>
                        <a:pt x="12597" y="7533"/>
                      </a:lnTo>
                      <a:lnTo>
                        <a:pt x="12429" y="7533"/>
                      </a:lnTo>
                      <a:lnTo>
                        <a:pt x="12388" y="7429"/>
                      </a:lnTo>
                      <a:lnTo>
                        <a:pt x="12262" y="7324"/>
                      </a:lnTo>
                      <a:lnTo>
                        <a:pt x="12178" y="7282"/>
                      </a:lnTo>
                      <a:lnTo>
                        <a:pt x="12137" y="7282"/>
                      </a:lnTo>
                      <a:lnTo>
                        <a:pt x="12011" y="7408"/>
                      </a:lnTo>
                      <a:lnTo>
                        <a:pt x="11885" y="7408"/>
                      </a:lnTo>
                      <a:lnTo>
                        <a:pt x="11802" y="7303"/>
                      </a:lnTo>
                      <a:lnTo>
                        <a:pt x="11906" y="7198"/>
                      </a:lnTo>
                      <a:lnTo>
                        <a:pt x="11906" y="7136"/>
                      </a:lnTo>
                      <a:lnTo>
                        <a:pt x="11823" y="7136"/>
                      </a:lnTo>
                      <a:lnTo>
                        <a:pt x="11739" y="7282"/>
                      </a:lnTo>
                      <a:lnTo>
                        <a:pt x="11781" y="7512"/>
                      </a:lnTo>
                      <a:lnTo>
                        <a:pt x="11802" y="7554"/>
                      </a:lnTo>
                      <a:lnTo>
                        <a:pt x="11802" y="7638"/>
                      </a:lnTo>
                      <a:lnTo>
                        <a:pt x="11676" y="7742"/>
                      </a:lnTo>
                      <a:lnTo>
                        <a:pt x="11593" y="7910"/>
                      </a:lnTo>
                      <a:lnTo>
                        <a:pt x="11572" y="8056"/>
                      </a:lnTo>
                      <a:lnTo>
                        <a:pt x="11593" y="8224"/>
                      </a:lnTo>
                      <a:lnTo>
                        <a:pt x="11802" y="8454"/>
                      </a:lnTo>
                      <a:lnTo>
                        <a:pt x="11990" y="8538"/>
                      </a:lnTo>
                      <a:lnTo>
                        <a:pt x="12116" y="8663"/>
                      </a:lnTo>
                      <a:lnTo>
                        <a:pt x="12199" y="8663"/>
                      </a:lnTo>
                      <a:lnTo>
                        <a:pt x="12346" y="8558"/>
                      </a:lnTo>
                      <a:lnTo>
                        <a:pt x="12492" y="8496"/>
                      </a:lnTo>
                      <a:lnTo>
                        <a:pt x="12639" y="8579"/>
                      </a:lnTo>
                      <a:lnTo>
                        <a:pt x="12890" y="8600"/>
                      </a:lnTo>
                      <a:lnTo>
                        <a:pt x="12994" y="8684"/>
                      </a:lnTo>
                      <a:lnTo>
                        <a:pt x="13015" y="8810"/>
                      </a:lnTo>
                      <a:lnTo>
                        <a:pt x="13078" y="8851"/>
                      </a:lnTo>
                      <a:lnTo>
                        <a:pt x="13141" y="8789"/>
                      </a:lnTo>
                      <a:lnTo>
                        <a:pt x="13141" y="8642"/>
                      </a:lnTo>
                      <a:lnTo>
                        <a:pt x="13162" y="8579"/>
                      </a:lnTo>
                      <a:lnTo>
                        <a:pt x="13266" y="8642"/>
                      </a:lnTo>
                      <a:lnTo>
                        <a:pt x="13266" y="8705"/>
                      </a:lnTo>
                      <a:lnTo>
                        <a:pt x="13162" y="8851"/>
                      </a:lnTo>
                      <a:lnTo>
                        <a:pt x="13162" y="8956"/>
                      </a:lnTo>
                      <a:lnTo>
                        <a:pt x="13204" y="8956"/>
                      </a:lnTo>
                      <a:lnTo>
                        <a:pt x="13371" y="8810"/>
                      </a:lnTo>
                      <a:lnTo>
                        <a:pt x="13413" y="8747"/>
                      </a:lnTo>
                      <a:lnTo>
                        <a:pt x="13601" y="8684"/>
                      </a:lnTo>
                      <a:lnTo>
                        <a:pt x="13831" y="8538"/>
                      </a:lnTo>
                      <a:lnTo>
                        <a:pt x="13999" y="8496"/>
                      </a:lnTo>
                      <a:lnTo>
                        <a:pt x="14082" y="8391"/>
                      </a:lnTo>
                      <a:lnTo>
                        <a:pt x="14124" y="8391"/>
                      </a:lnTo>
                      <a:lnTo>
                        <a:pt x="14145" y="8475"/>
                      </a:lnTo>
                      <a:lnTo>
                        <a:pt x="14208" y="8496"/>
                      </a:lnTo>
                      <a:lnTo>
                        <a:pt x="14396" y="8370"/>
                      </a:lnTo>
                      <a:lnTo>
                        <a:pt x="14543" y="8370"/>
                      </a:lnTo>
                      <a:lnTo>
                        <a:pt x="14606" y="8328"/>
                      </a:lnTo>
                      <a:lnTo>
                        <a:pt x="14543" y="8391"/>
                      </a:lnTo>
                      <a:lnTo>
                        <a:pt x="14417" y="8475"/>
                      </a:lnTo>
                      <a:lnTo>
                        <a:pt x="14417" y="8538"/>
                      </a:lnTo>
                      <a:lnTo>
                        <a:pt x="14459" y="8558"/>
                      </a:lnTo>
                      <a:lnTo>
                        <a:pt x="14354" y="8747"/>
                      </a:lnTo>
                      <a:lnTo>
                        <a:pt x="14208" y="8768"/>
                      </a:lnTo>
                      <a:lnTo>
                        <a:pt x="14145" y="8705"/>
                      </a:lnTo>
                      <a:lnTo>
                        <a:pt x="14082" y="8705"/>
                      </a:lnTo>
                      <a:lnTo>
                        <a:pt x="13915" y="8851"/>
                      </a:lnTo>
                      <a:lnTo>
                        <a:pt x="13915" y="8872"/>
                      </a:lnTo>
                      <a:lnTo>
                        <a:pt x="14041" y="8893"/>
                      </a:lnTo>
                      <a:lnTo>
                        <a:pt x="14124" y="8977"/>
                      </a:lnTo>
                      <a:lnTo>
                        <a:pt x="14124" y="9123"/>
                      </a:lnTo>
                      <a:lnTo>
                        <a:pt x="13936" y="9333"/>
                      </a:lnTo>
                      <a:lnTo>
                        <a:pt x="13915" y="9479"/>
                      </a:lnTo>
                      <a:lnTo>
                        <a:pt x="13873" y="9542"/>
                      </a:lnTo>
                      <a:lnTo>
                        <a:pt x="13831" y="9626"/>
                      </a:lnTo>
                      <a:lnTo>
                        <a:pt x="13873" y="9688"/>
                      </a:lnTo>
                      <a:lnTo>
                        <a:pt x="13894" y="9751"/>
                      </a:lnTo>
                      <a:lnTo>
                        <a:pt x="13873" y="9856"/>
                      </a:lnTo>
                      <a:lnTo>
                        <a:pt x="13748" y="10002"/>
                      </a:lnTo>
                      <a:lnTo>
                        <a:pt x="13643" y="10065"/>
                      </a:lnTo>
                      <a:lnTo>
                        <a:pt x="13538" y="10065"/>
                      </a:lnTo>
                      <a:lnTo>
                        <a:pt x="13476" y="10128"/>
                      </a:lnTo>
                      <a:lnTo>
                        <a:pt x="13371" y="10232"/>
                      </a:lnTo>
                      <a:lnTo>
                        <a:pt x="13287" y="10253"/>
                      </a:lnTo>
                      <a:lnTo>
                        <a:pt x="13162" y="10232"/>
                      </a:lnTo>
                      <a:lnTo>
                        <a:pt x="12994" y="10128"/>
                      </a:lnTo>
                      <a:lnTo>
                        <a:pt x="12953" y="10149"/>
                      </a:lnTo>
                      <a:lnTo>
                        <a:pt x="12890" y="10107"/>
                      </a:lnTo>
                      <a:lnTo>
                        <a:pt x="12806" y="10002"/>
                      </a:lnTo>
                      <a:lnTo>
                        <a:pt x="12785" y="10023"/>
                      </a:lnTo>
                      <a:lnTo>
                        <a:pt x="12681" y="10170"/>
                      </a:lnTo>
                      <a:lnTo>
                        <a:pt x="12555" y="10253"/>
                      </a:lnTo>
                      <a:lnTo>
                        <a:pt x="12471" y="10358"/>
                      </a:lnTo>
                      <a:lnTo>
                        <a:pt x="12241" y="10442"/>
                      </a:lnTo>
                      <a:lnTo>
                        <a:pt x="12157" y="10483"/>
                      </a:lnTo>
                      <a:lnTo>
                        <a:pt x="12053" y="10483"/>
                      </a:lnTo>
                      <a:lnTo>
                        <a:pt x="11948" y="10462"/>
                      </a:lnTo>
                      <a:lnTo>
                        <a:pt x="11760" y="10462"/>
                      </a:lnTo>
                      <a:lnTo>
                        <a:pt x="11634" y="10567"/>
                      </a:lnTo>
                      <a:lnTo>
                        <a:pt x="11509" y="10567"/>
                      </a:lnTo>
                      <a:lnTo>
                        <a:pt x="11425" y="10630"/>
                      </a:lnTo>
                      <a:lnTo>
                        <a:pt x="11425" y="10755"/>
                      </a:lnTo>
                      <a:lnTo>
                        <a:pt x="11341" y="10965"/>
                      </a:lnTo>
                      <a:lnTo>
                        <a:pt x="11279" y="11048"/>
                      </a:lnTo>
                      <a:lnTo>
                        <a:pt x="11279" y="10965"/>
                      </a:lnTo>
                      <a:lnTo>
                        <a:pt x="11132" y="10839"/>
                      </a:lnTo>
                      <a:lnTo>
                        <a:pt x="10986" y="10839"/>
                      </a:lnTo>
                      <a:lnTo>
                        <a:pt x="10902" y="10860"/>
                      </a:lnTo>
                      <a:lnTo>
                        <a:pt x="10923" y="10944"/>
                      </a:lnTo>
                      <a:lnTo>
                        <a:pt x="11007" y="10986"/>
                      </a:lnTo>
                      <a:lnTo>
                        <a:pt x="10965" y="11090"/>
                      </a:lnTo>
                      <a:lnTo>
                        <a:pt x="10902" y="11090"/>
                      </a:lnTo>
                      <a:lnTo>
                        <a:pt x="10860" y="10986"/>
                      </a:lnTo>
                      <a:lnTo>
                        <a:pt x="10756" y="10881"/>
                      </a:lnTo>
                      <a:lnTo>
                        <a:pt x="10693" y="10881"/>
                      </a:lnTo>
                      <a:lnTo>
                        <a:pt x="10546" y="11048"/>
                      </a:lnTo>
                      <a:lnTo>
                        <a:pt x="10484" y="11174"/>
                      </a:lnTo>
                      <a:lnTo>
                        <a:pt x="10400" y="11195"/>
                      </a:lnTo>
                      <a:lnTo>
                        <a:pt x="10337" y="11195"/>
                      </a:lnTo>
                      <a:lnTo>
                        <a:pt x="10065" y="11425"/>
                      </a:lnTo>
                      <a:lnTo>
                        <a:pt x="10023" y="11613"/>
                      </a:lnTo>
                      <a:lnTo>
                        <a:pt x="9960" y="11634"/>
                      </a:lnTo>
                      <a:lnTo>
                        <a:pt x="9835" y="11676"/>
                      </a:lnTo>
                      <a:lnTo>
                        <a:pt x="9730" y="11613"/>
                      </a:lnTo>
                      <a:lnTo>
                        <a:pt x="9709" y="11634"/>
                      </a:lnTo>
                      <a:lnTo>
                        <a:pt x="9814" y="11781"/>
                      </a:lnTo>
                      <a:lnTo>
                        <a:pt x="9772" y="11843"/>
                      </a:lnTo>
                      <a:lnTo>
                        <a:pt x="9709" y="11843"/>
                      </a:lnTo>
                      <a:lnTo>
                        <a:pt x="9647" y="11739"/>
                      </a:lnTo>
                      <a:lnTo>
                        <a:pt x="9605" y="11739"/>
                      </a:lnTo>
                      <a:lnTo>
                        <a:pt x="9542" y="11843"/>
                      </a:lnTo>
                      <a:lnTo>
                        <a:pt x="9416" y="12011"/>
                      </a:lnTo>
                      <a:lnTo>
                        <a:pt x="9416" y="12095"/>
                      </a:lnTo>
                      <a:lnTo>
                        <a:pt x="9521" y="12241"/>
                      </a:lnTo>
                      <a:lnTo>
                        <a:pt x="9542" y="12367"/>
                      </a:lnTo>
                      <a:lnTo>
                        <a:pt x="9521" y="12471"/>
                      </a:lnTo>
                      <a:lnTo>
                        <a:pt x="9458" y="12576"/>
                      </a:lnTo>
                      <a:lnTo>
                        <a:pt x="9500" y="12680"/>
                      </a:lnTo>
                      <a:lnTo>
                        <a:pt x="9563" y="12659"/>
                      </a:lnTo>
                      <a:lnTo>
                        <a:pt x="9647" y="12576"/>
                      </a:lnTo>
                      <a:lnTo>
                        <a:pt x="9668" y="12639"/>
                      </a:lnTo>
                      <a:lnTo>
                        <a:pt x="9709" y="12785"/>
                      </a:lnTo>
                      <a:lnTo>
                        <a:pt x="9647" y="12827"/>
                      </a:lnTo>
                      <a:lnTo>
                        <a:pt x="9605" y="12869"/>
                      </a:lnTo>
                      <a:lnTo>
                        <a:pt x="9626" y="12931"/>
                      </a:lnTo>
                      <a:lnTo>
                        <a:pt x="9709" y="12931"/>
                      </a:lnTo>
                      <a:lnTo>
                        <a:pt x="9751" y="12869"/>
                      </a:lnTo>
                      <a:lnTo>
                        <a:pt x="9835" y="12869"/>
                      </a:lnTo>
                      <a:lnTo>
                        <a:pt x="9856" y="12931"/>
                      </a:lnTo>
                      <a:lnTo>
                        <a:pt x="9856" y="12973"/>
                      </a:lnTo>
                      <a:lnTo>
                        <a:pt x="9981" y="12994"/>
                      </a:lnTo>
                      <a:lnTo>
                        <a:pt x="10086" y="13057"/>
                      </a:lnTo>
                      <a:lnTo>
                        <a:pt x="10232" y="13057"/>
                      </a:lnTo>
                      <a:lnTo>
                        <a:pt x="10337" y="12973"/>
                      </a:lnTo>
                      <a:lnTo>
                        <a:pt x="10379" y="12764"/>
                      </a:lnTo>
                      <a:lnTo>
                        <a:pt x="10463" y="12680"/>
                      </a:lnTo>
                      <a:lnTo>
                        <a:pt x="10672" y="12680"/>
                      </a:lnTo>
                      <a:lnTo>
                        <a:pt x="10756" y="12639"/>
                      </a:lnTo>
                      <a:lnTo>
                        <a:pt x="10651" y="12764"/>
                      </a:lnTo>
                      <a:lnTo>
                        <a:pt x="10546" y="12764"/>
                      </a:lnTo>
                      <a:lnTo>
                        <a:pt x="10358" y="12952"/>
                      </a:lnTo>
                      <a:lnTo>
                        <a:pt x="10337" y="13057"/>
                      </a:lnTo>
                      <a:lnTo>
                        <a:pt x="10253" y="13141"/>
                      </a:lnTo>
                      <a:lnTo>
                        <a:pt x="10358" y="13266"/>
                      </a:lnTo>
                      <a:lnTo>
                        <a:pt x="10358" y="13350"/>
                      </a:lnTo>
                      <a:lnTo>
                        <a:pt x="10191" y="13392"/>
                      </a:lnTo>
                      <a:lnTo>
                        <a:pt x="10149" y="13350"/>
                      </a:lnTo>
                      <a:lnTo>
                        <a:pt x="10149" y="13266"/>
                      </a:lnTo>
                      <a:lnTo>
                        <a:pt x="10086" y="13203"/>
                      </a:lnTo>
                      <a:lnTo>
                        <a:pt x="9981" y="13203"/>
                      </a:lnTo>
                      <a:lnTo>
                        <a:pt x="9940" y="13099"/>
                      </a:lnTo>
                      <a:lnTo>
                        <a:pt x="9772" y="13078"/>
                      </a:lnTo>
                      <a:lnTo>
                        <a:pt x="9730" y="12994"/>
                      </a:lnTo>
                      <a:lnTo>
                        <a:pt x="9647" y="13078"/>
                      </a:lnTo>
                      <a:lnTo>
                        <a:pt x="9542" y="13099"/>
                      </a:lnTo>
                      <a:lnTo>
                        <a:pt x="9521" y="13203"/>
                      </a:lnTo>
                      <a:lnTo>
                        <a:pt x="9437" y="13266"/>
                      </a:lnTo>
                      <a:lnTo>
                        <a:pt x="9312" y="13245"/>
                      </a:lnTo>
                      <a:lnTo>
                        <a:pt x="9291" y="13308"/>
                      </a:lnTo>
                      <a:lnTo>
                        <a:pt x="9333" y="13413"/>
                      </a:lnTo>
                      <a:lnTo>
                        <a:pt x="9396" y="13413"/>
                      </a:lnTo>
                      <a:lnTo>
                        <a:pt x="9312" y="13496"/>
                      </a:lnTo>
                      <a:lnTo>
                        <a:pt x="9291" y="13664"/>
                      </a:lnTo>
                      <a:lnTo>
                        <a:pt x="9312" y="13768"/>
                      </a:lnTo>
                      <a:lnTo>
                        <a:pt x="9396" y="13768"/>
                      </a:lnTo>
                      <a:lnTo>
                        <a:pt x="9396" y="13936"/>
                      </a:lnTo>
                      <a:lnTo>
                        <a:pt x="9416" y="13999"/>
                      </a:lnTo>
                      <a:lnTo>
                        <a:pt x="9416" y="14082"/>
                      </a:lnTo>
                      <a:lnTo>
                        <a:pt x="9521" y="14187"/>
                      </a:lnTo>
                      <a:lnTo>
                        <a:pt x="9521" y="14229"/>
                      </a:lnTo>
                      <a:lnTo>
                        <a:pt x="9396" y="14250"/>
                      </a:lnTo>
                      <a:lnTo>
                        <a:pt x="9354" y="14312"/>
                      </a:lnTo>
                      <a:lnTo>
                        <a:pt x="9730" y="14501"/>
                      </a:lnTo>
                      <a:lnTo>
                        <a:pt x="9877" y="14501"/>
                      </a:lnTo>
                      <a:lnTo>
                        <a:pt x="10065" y="14417"/>
                      </a:lnTo>
                      <a:lnTo>
                        <a:pt x="10170" y="14396"/>
                      </a:lnTo>
                      <a:lnTo>
                        <a:pt x="10232" y="14438"/>
                      </a:lnTo>
                      <a:lnTo>
                        <a:pt x="10295" y="14438"/>
                      </a:lnTo>
                      <a:lnTo>
                        <a:pt x="10463" y="14229"/>
                      </a:lnTo>
                      <a:lnTo>
                        <a:pt x="10463" y="14124"/>
                      </a:lnTo>
                      <a:lnTo>
                        <a:pt x="10400" y="14040"/>
                      </a:lnTo>
                      <a:lnTo>
                        <a:pt x="10400" y="13999"/>
                      </a:lnTo>
                      <a:lnTo>
                        <a:pt x="10567" y="13915"/>
                      </a:lnTo>
                      <a:lnTo>
                        <a:pt x="10714" y="13789"/>
                      </a:lnTo>
                      <a:lnTo>
                        <a:pt x="10986" y="13622"/>
                      </a:lnTo>
                      <a:lnTo>
                        <a:pt x="11090" y="13664"/>
                      </a:lnTo>
                      <a:lnTo>
                        <a:pt x="10986" y="13664"/>
                      </a:lnTo>
                      <a:lnTo>
                        <a:pt x="10756" y="13894"/>
                      </a:lnTo>
                      <a:lnTo>
                        <a:pt x="10588" y="13978"/>
                      </a:lnTo>
                      <a:lnTo>
                        <a:pt x="10588" y="14019"/>
                      </a:lnTo>
                      <a:lnTo>
                        <a:pt x="10693" y="14103"/>
                      </a:lnTo>
                      <a:lnTo>
                        <a:pt x="10693" y="14187"/>
                      </a:lnTo>
                      <a:lnTo>
                        <a:pt x="10588" y="14333"/>
                      </a:lnTo>
                      <a:lnTo>
                        <a:pt x="10463" y="14417"/>
                      </a:lnTo>
                      <a:lnTo>
                        <a:pt x="10442" y="14543"/>
                      </a:lnTo>
                      <a:lnTo>
                        <a:pt x="10463" y="14710"/>
                      </a:lnTo>
                      <a:lnTo>
                        <a:pt x="10442" y="14815"/>
                      </a:lnTo>
                      <a:lnTo>
                        <a:pt x="10442" y="14856"/>
                      </a:lnTo>
                      <a:lnTo>
                        <a:pt x="10442" y="14961"/>
                      </a:lnTo>
                      <a:lnTo>
                        <a:pt x="10463" y="15087"/>
                      </a:lnTo>
                      <a:lnTo>
                        <a:pt x="10295" y="15149"/>
                      </a:lnTo>
                      <a:lnTo>
                        <a:pt x="10232" y="15191"/>
                      </a:lnTo>
                      <a:lnTo>
                        <a:pt x="10191" y="15275"/>
                      </a:lnTo>
                      <a:lnTo>
                        <a:pt x="10044" y="15442"/>
                      </a:lnTo>
                      <a:lnTo>
                        <a:pt x="10002" y="15463"/>
                      </a:lnTo>
                      <a:lnTo>
                        <a:pt x="10044" y="15568"/>
                      </a:lnTo>
                      <a:lnTo>
                        <a:pt x="10044" y="15672"/>
                      </a:lnTo>
                      <a:lnTo>
                        <a:pt x="10107" y="15693"/>
                      </a:lnTo>
                      <a:lnTo>
                        <a:pt x="10212" y="15672"/>
                      </a:lnTo>
                      <a:lnTo>
                        <a:pt x="10274" y="15672"/>
                      </a:lnTo>
                      <a:lnTo>
                        <a:pt x="10316" y="15714"/>
                      </a:lnTo>
                      <a:lnTo>
                        <a:pt x="10253" y="15798"/>
                      </a:lnTo>
                      <a:lnTo>
                        <a:pt x="10128" y="15798"/>
                      </a:lnTo>
                      <a:lnTo>
                        <a:pt x="10065" y="15840"/>
                      </a:lnTo>
                      <a:lnTo>
                        <a:pt x="10086" y="15903"/>
                      </a:lnTo>
                      <a:lnTo>
                        <a:pt x="10065" y="15944"/>
                      </a:lnTo>
                      <a:lnTo>
                        <a:pt x="10086" y="16028"/>
                      </a:lnTo>
                      <a:lnTo>
                        <a:pt x="10023" y="16091"/>
                      </a:lnTo>
                      <a:lnTo>
                        <a:pt x="9940" y="16112"/>
                      </a:lnTo>
                      <a:lnTo>
                        <a:pt x="9835" y="16154"/>
                      </a:lnTo>
                      <a:lnTo>
                        <a:pt x="9751" y="16133"/>
                      </a:lnTo>
                      <a:lnTo>
                        <a:pt x="9709" y="16154"/>
                      </a:lnTo>
                      <a:lnTo>
                        <a:pt x="9772" y="16216"/>
                      </a:lnTo>
                      <a:lnTo>
                        <a:pt x="9877" y="16237"/>
                      </a:lnTo>
                      <a:lnTo>
                        <a:pt x="9960" y="16300"/>
                      </a:lnTo>
                      <a:lnTo>
                        <a:pt x="10086" y="16154"/>
                      </a:lnTo>
                      <a:lnTo>
                        <a:pt x="10337" y="16007"/>
                      </a:lnTo>
                      <a:lnTo>
                        <a:pt x="10379" y="16007"/>
                      </a:lnTo>
                      <a:lnTo>
                        <a:pt x="10463" y="16028"/>
                      </a:lnTo>
                      <a:lnTo>
                        <a:pt x="10546" y="15944"/>
                      </a:lnTo>
                      <a:lnTo>
                        <a:pt x="10714" y="15882"/>
                      </a:lnTo>
                      <a:lnTo>
                        <a:pt x="10693" y="15944"/>
                      </a:lnTo>
                      <a:lnTo>
                        <a:pt x="10630" y="16007"/>
                      </a:lnTo>
                      <a:lnTo>
                        <a:pt x="10630" y="16049"/>
                      </a:lnTo>
                      <a:lnTo>
                        <a:pt x="10693" y="16091"/>
                      </a:lnTo>
                      <a:lnTo>
                        <a:pt x="10714" y="16196"/>
                      </a:lnTo>
                      <a:lnTo>
                        <a:pt x="10693" y="16237"/>
                      </a:lnTo>
                      <a:lnTo>
                        <a:pt x="10776" y="16300"/>
                      </a:lnTo>
                      <a:lnTo>
                        <a:pt x="10881" y="16216"/>
                      </a:lnTo>
                      <a:lnTo>
                        <a:pt x="10944" y="16133"/>
                      </a:lnTo>
                      <a:lnTo>
                        <a:pt x="10986" y="16196"/>
                      </a:lnTo>
                      <a:lnTo>
                        <a:pt x="10965" y="16237"/>
                      </a:lnTo>
                      <a:lnTo>
                        <a:pt x="11049" y="16363"/>
                      </a:lnTo>
                      <a:lnTo>
                        <a:pt x="11069" y="16551"/>
                      </a:lnTo>
                      <a:lnTo>
                        <a:pt x="11049" y="16656"/>
                      </a:lnTo>
                      <a:lnTo>
                        <a:pt x="11090" y="16823"/>
                      </a:lnTo>
                      <a:lnTo>
                        <a:pt x="11153" y="16823"/>
                      </a:lnTo>
                      <a:lnTo>
                        <a:pt x="11195" y="16677"/>
                      </a:lnTo>
                      <a:lnTo>
                        <a:pt x="11195" y="16572"/>
                      </a:lnTo>
                      <a:lnTo>
                        <a:pt x="11300" y="16426"/>
                      </a:lnTo>
                      <a:lnTo>
                        <a:pt x="11321" y="16321"/>
                      </a:lnTo>
                      <a:lnTo>
                        <a:pt x="11467" y="16216"/>
                      </a:lnTo>
                      <a:lnTo>
                        <a:pt x="11488" y="16216"/>
                      </a:lnTo>
                      <a:lnTo>
                        <a:pt x="11593" y="16133"/>
                      </a:lnTo>
                      <a:lnTo>
                        <a:pt x="11739" y="16133"/>
                      </a:lnTo>
                      <a:lnTo>
                        <a:pt x="11593" y="16216"/>
                      </a:lnTo>
                      <a:lnTo>
                        <a:pt x="11425" y="16405"/>
                      </a:lnTo>
                      <a:lnTo>
                        <a:pt x="11425" y="16447"/>
                      </a:lnTo>
                      <a:lnTo>
                        <a:pt x="11572" y="16614"/>
                      </a:lnTo>
                      <a:lnTo>
                        <a:pt x="11634" y="16635"/>
                      </a:lnTo>
                      <a:lnTo>
                        <a:pt x="11802" y="16551"/>
                      </a:lnTo>
                      <a:lnTo>
                        <a:pt x="12032" y="16530"/>
                      </a:lnTo>
                      <a:lnTo>
                        <a:pt x="12137" y="16447"/>
                      </a:lnTo>
                      <a:lnTo>
                        <a:pt x="12220" y="16447"/>
                      </a:lnTo>
                      <a:lnTo>
                        <a:pt x="12429" y="16342"/>
                      </a:lnTo>
                      <a:lnTo>
                        <a:pt x="12513" y="16342"/>
                      </a:lnTo>
                      <a:lnTo>
                        <a:pt x="12429" y="16363"/>
                      </a:lnTo>
                      <a:lnTo>
                        <a:pt x="12304" y="16530"/>
                      </a:lnTo>
                      <a:lnTo>
                        <a:pt x="12304" y="16572"/>
                      </a:lnTo>
                      <a:lnTo>
                        <a:pt x="12220" y="16656"/>
                      </a:lnTo>
                      <a:lnTo>
                        <a:pt x="11906" y="16844"/>
                      </a:lnTo>
                      <a:lnTo>
                        <a:pt x="11781" y="16970"/>
                      </a:lnTo>
                      <a:lnTo>
                        <a:pt x="11676" y="17158"/>
                      </a:lnTo>
                      <a:lnTo>
                        <a:pt x="11634" y="17263"/>
                      </a:lnTo>
                      <a:lnTo>
                        <a:pt x="11697" y="17367"/>
                      </a:lnTo>
                      <a:lnTo>
                        <a:pt x="11802" y="17451"/>
                      </a:lnTo>
                      <a:lnTo>
                        <a:pt x="11613" y="17409"/>
                      </a:lnTo>
                      <a:lnTo>
                        <a:pt x="11530" y="17451"/>
                      </a:lnTo>
                      <a:lnTo>
                        <a:pt x="11425" y="17577"/>
                      </a:lnTo>
                      <a:lnTo>
                        <a:pt x="11383" y="17702"/>
                      </a:lnTo>
                      <a:lnTo>
                        <a:pt x="11216" y="17869"/>
                      </a:lnTo>
                      <a:lnTo>
                        <a:pt x="11153" y="17974"/>
                      </a:lnTo>
                      <a:lnTo>
                        <a:pt x="11174" y="18016"/>
                      </a:lnTo>
                      <a:lnTo>
                        <a:pt x="11216" y="18079"/>
                      </a:lnTo>
                      <a:lnTo>
                        <a:pt x="11195" y="18141"/>
                      </a:lnTo>
                      <a:lnTo>
                        <a:pt x="11111" y="18121"/>
                      </a:lnTo>
                      <a:lnTo>
                        <a:pt x="11090" y="18037"/>
                      </a:lnTo>
                      <a:lnTo>
                        <a:pt x="11007" y="18016"/>
                      </a:lnTo>
                      <a:lnTo>
                        <a:pt x="10944" y="18121"/>
                      </a:lnTo>
                      <a:lnTo>
                        <a:pt x="10776" y="18204"/>
                      </a:lnTo>
                      <a:lnTo>
                        <a:pt x="10839" y="18288"/>
                      </a:lnTo>
                      <a:lnTo>
                        <a:pt x="10776" y="18351"/>
                      </a:lnTo>
                      <a:lnTo>
                        <a:pt x="10693" y="18330"/>
                      </a:lnTo>
                      <a:lnTo>
                        <a:pt x="10672" y="18288"/>
                      </a:lnTo>
                      <a:lnTo>
                        <a:pt x="10630" y="18330"/>
                      </a:lnTo>
                      <a:lnTo>
                        <a:pt x="10358" y="18539"/>
                      </a:lnTo>
                      <a:lnTo>
                        <a:pt x="10274" y="18644"/>
                      </a:lnTo>
                      <a:lnTo>
                        <a:pt x="10316" y="18727"/>
                      </a:lnTo>
                      <a:lnTo>
                        <a:pt x="10253" y="18769"/>
                      </a:lnTo>
                      <a:lnTo>
                        <a:pt x="10170" y="18748"/>
                      </a:lnTo>
                      <a:lnTo>
                        <a:pt x="10170" y="18644"/>
                      </a:lnTo>
                      <a:lnTo>
                        <a:pt x="10023" y="18727"/>
                      </a:lnTo>
                      <a:lnTo>
                        <a:pt x="9898" y="18811"/>
                      </a:lnTo>
                      <a:lnTo>
                        <a:pt x="9793" y="18853"/>
                      </a:lnTo>
                      <a:lnTo>
                        <a:pt x="9751" y="18937"/>
                      </a:lnTo>
                      <a:lnTo>
                        <a:pt x="9647" y="18978"/>
                      </a:lnTo>
                      <a:lnTo>
                        <a:pt x="9500" y="18978"/>
                      </a:lnTo>
                      <a:lnTo>
                        <a:pt x="9333" y="19146"/>
                      </a:lnTo>
                      <a:lnTo>
                        <a:pt x="9082" y="19250"/>
                      </a:lnTo>
                      <a:lnTo>
                        <a:pt x="8893" y="19397"/>
                      </a:lnTo>
                      <a:lnTo>
                        <a:pt x="8810" y="19564"/>
                      </a:lnTo>
                      <a:lnTo>
                        <a:pt x="8810" y="19606"/>
                      </a:lnTo>
                      <a:lnTo>
                        <a:pt x="8872" y="19711"/>
                      </a:lnTo>
                      <a:lnTo>
                        <a:pt x="8872" y="19794"/>
                      </a:lnTo>
                      <a:lnTo>
                        <a:pt x="8852" y="19815"/>
                      </a:lnTo>
                      <a:lnTo>
                        <a:pt x="8768" y="19711"/>
                      </a:lnTo>
                      <a:lnTo>
                        <a:pt x="8747" y="19711"/>
                      </a:lnTo>
                      <a:lnTo>
                        <a:pt x="8705" y="19773"/>
                      </a:lnTo>
                      <a:lnTo>
                        <a:pt x="8747" y="19857"/>
                      </a:lnTo>
                      <a:lnTo>
                        <a:pt x="8684" y="19878"/>
                      </a:lnTo>
                      <a:lnTo>
                        <a:pt x="8621" y="19794"/>
                      </a:lnTo>
                      <a:lnTo>
                        <a:pt x="8705" y="19711"/>
                      </a:lnTo>
                      <a:cubicBezTo>
                        <a:pt x="8761" y="19673"/>
                        <a:pt x="8717" y="19603"/>
                        <a:pt x="8677" y="19603"/>
                      </a:cubicBezTo>
                      <a:cubicBezTo>
                        <a:pt x="8673" y="19603"/>
                        <a:pt x="8668" y="19604"/>
                        <a:pt x="8663" y="19606"/>
                      </a:cubicBezTo>
                      <a:lnTo>
                        <a:pt x="8600" y="19585"/>
                      </a:lnTo>
                      <a:lnTo>
                        <a:pt x="8496" y="19585"/>
                      </a:lnTo>
                      <a:lnTo>
                        <a:pt x="8454" y="19564"/>
                      </a:lnTo>
                      <a:lnTo>
                        <a:pt x="8349" y="19585"/>
                      </a:lnTo>
                      <a:lnTo>
                        <a:pt x="8161" y="19606"/>
                      </a:lnTo>
                      <a:lnTo>
                        <a:pt x="8056" y="19669"/>
                      </a:lnTo>
                      <a:lnTo>
                        <a:pt x="7973" y="19773"/>
                      </a:lnTo>
                      <a:lnTo>
                        <a:pt x="7826" y="19815"/>
                      </a:lnTo>
                      <a:lnTo>
                        <a:pt x="7680" y="19899"/>
                      </a:lnTo>
                      <a:lnTo>
                        <a:pt x="7554" y="20066"/>
                      </a:lnTo>
                      <a:lnTo>
                        <a:pt x="7575" y="20108"/>
                      </a:lnTo>
                      <a:lnTo>
                        <a:pt x="7533" y="20171"/>
                      </a:lnTo>
                      <a:lnTo>
                        <a:pt x="7471" y="20171"/>
                      </a:lnTo>
                      <a:lnTo>
                        <a:pt x="7345" y="20213"/>
                      </a:lnTo>
                      <a:lnTo>
                        <a:pt x="7261" y="20276"/>
                      </a:lnTo>
                      <a:lnTo>
                        <a:pt x="7261" y="20338"/>
                      </a:lnTo>
                      <a:lnTo>
                        <a:pt x="7219" y="20338"/>
                      </a:lnTo>
                      <a:lnTo>
                        <a:pt x="7115" y="20318"/>
                      </a:lnTo>
                      <a:lnTo>
                        <a:pt x="7010" y="20338"/>
                      </a:lnTo>
                      <a:lnTo>
                        <a:pt x="6989" y="20422"/>
                      </a:lnTo>
                      <a:lnTo>
                        <a:pt x="6947" y="20548"/>
                      </a:lnTo>
                      <a:lnTo>
                        <a:pt x="6947" y="20590"/>
                      </a:lnTo>
                      <a:cubicBezTo>
                        <a:pt x="6927" y="20590"/>
                        <a:pt x="6906" y="20610"/>
                        <a:pt x="6885" y="20610"/>
                      </a:cubicBezTo>
                      <a:lnTo>
                        <a:pt x="6843" y="20590"/>
                      </a:lnTo>
                      <a:lnTo>
                        <a:pt x="6906" y="20485"/>
                      </a:lnTo>
                      <a:lnTo>
                        <a:pt x="6822" y="20380"/>
                      </a:lnTo>
                      <a:lnTo>
                        <a:pt x="6675" y="20380"/>
                      </a:lnTo>
                      <a:lnTo>
                        <a:pt x="6634" y="20422"/>
                      </a:lnTo>
                      <a:lnTo>
                        <a:pt x="6571" y="20485"/>
                      </a:lnTo>
                      <a:lnTo>
                        <a:pt x="6466" y="20485"/>
                      </a:lnTo>
                      <a:lnTo>
                        <a:pt x="6403" y="20527"/>
                      </a:lnTo>
                      <a:lnTo>
                        <a:pt x="6299" y="20422"/>
                      </a:lnTo>
                      <a:lnTo>
                        <a:pt x="6257" y="20422"/>
                      </a:lnTo>
                      <a:lnTo>
                        <a:pt x="6152" y="20610"/>
                      </a:lnTo>
                      <a:lnTo>
                        <a:pt x="6090" y="20631"/>
                      </a:lnTo>
                      <a:lnTo>
                        <a:pt x="5985" y="20715"/>
                      </a:lnTo>
                      <a:lnTo>
                        <a:pt x="5943" y="20694"/>
                      </a:lnTo>
                      <a:lnTo>
                        <a:pt x="5880" y="20736"/>
                      </a:lnTo>
                      <a:lnTo>
                        <a:pt x="5859" y="20841"/>
                      </a:lnTo>
                      <a:lnTo>
                        <a:pt x="5880" y="20945"/>
                      </a:lnTo>
                      <a:lnTo>
                        <a:pt x="5943" y="20966"/>
                      </a:lnTo>
                      <a:cubicBezTo>
                        <a:pt x="5776" y="21029"/>
                        <a:pt x="5629" y="21071"/>
                        <a:pt x="5462" y="21154"/>
                      </a:cubicBezTo>
                      <a:lnTo>
                        <a:pt x="5441" y="21071"/>
                      </a:lnTo>
                      <a:lnTo>
                        <a:pt x="5378" y="21050"/>
                      </a:lnTo>
                      <a:lnTo>
                        <a:pt x="5378" y="21154"/>
                      </a:lnTo>
                      <a:lnTo>
                        <a:pt x="5378" y="21217"/>
                      </a:lnTo>
                      <a:cubicBezTo>
                        <a:pt x="5357" y="21217"/>
                        <a:pt x="5336" y="21238"/>
                        <a:pt x="5274" y="21238"/>
                      </a:cubicBezTo>
                      <a:lnTo>
                        <a:pt x="5232" y="21217"/>
                      </a:lnTo>
                      <a:lnTo>
                        <a:pt x="5169" y="21134"/>
                      </a:lnTo>
                      <a:lnTo>
                        <a:pt x="5064" y="21154"/>
                      </a:lnTo>
                      <a:lnTo>
                        <a:pt x="5064" y="21238"/>
                      </a:lnTo>
                      <a:lnTo>
                        <a:pt x="5127" y="21280"/>
                      </a:lnTo>
                      <a:cubicBezTo>
                        <a:pt x="5106" y="21322"/>
                        <a:pt x="5043" y="21322"/>
                        <a:pt x="5022" y="21343"/>
                      </a:cubicBezTo>
                      <a:lnTo>
                        <a:pt x="4960" y="21280"/>
                      </a:lnTo>
                      <a:lnTo>
                        <a:pt x="4960" y="21364"/>
                      </a:lnTo>
                      <a:cubicBezTo>
                        <a:pt x="4939" y="21385"/>
                        <a:pt x="4918" y="21385"/>
                        <a:pt x="4897" y="21385"/>
                      </a:cubicBezTo>
                      <a:lnTo>
                        <a:pt x="4855" y="21343"/>
                      </a:lnTo>
                      <a:lnTo>
                        <a:pt x="4730" y="21322"/>
                      </a:lnTo>
                      <a:lnTo>
                        <a:pt x="4688" y="21238"/>
                      </a:lnTo>
                      <a:lnTo>
                        <a:pt x="4583" y="21238"/>
                      </a:lnTo>
                      <a:lnTo>
                        <a:pt x="4478" y="21343"/>
                      </a:lnTo>
                      <a:lnTo>
                        <a:pt x="4478" y="21426"/>
                      </a:lnTo>
                      <a:lnTo>
                        <a:pt x="4541" y="21489"/>
                      </a:lnTo>
                      <a:cubicBezTo>
                        <a:pt x="4520" y="21489"/>
                        <a:pt x="4499" y="21531"/>
                        <a:pt x="4499" y="21531"/>
                      </a:cubicBezTo>
                      <a:lnTo>
                        <a:pt x="4395" y="21468"/>
                      </a:lnTo>
                      <a:lnTo>
                        <a:pt x="4290" y="21552"/>
                      </a:lnTo>
                      <a:lnTo>
                        <a:pt x="4290" y="21594"/>
                      </a:lnTo>
                      <a:cubicBezTo>
                        <a:pt x="4081" y="21678"/>
                        <a:pt x="3893" y="21761"/>
                        <a:pt x="3683" y="21845"/>
                      </a:cubicBezTo>
                      <a:lnTo>
                        <a:pt x="3704" y="21782"/>
                      </a:lnTo>
                      <a:lnTo>
                        <a:pt x="3809" y="21740"/>
                      </a:lnTo>
                      <a:lnTo>
                        <a:pt x="3746" y="21698"/>
                      </a:lnTo>
                      <a:lnTo>
                        <a:pt x="3704" y="21573"/>
                      </a:lnTo>
                      <a:lnTo>
                        <a:pt x="3600" y="21636"/>
                      </a:lnTo>
                      <a:lnTo>
                        <a:pt x="3432" y="21636"/>
                      </a:lnTo>
                      <a:lnTo>
                        <a:pt x="3453" y="21698"/>
                      </a:lnTo>
                      <a:lnTo>
                        <a:pt x="3390" y="21803"/>
                      </a:lnTo>
                      <a:lnTo>
                        <a:pt x="3286" y="21845"/>
                      </a:lnTo>
                      <a:lnTo>
                        <a:pt x="3160" y="21970"/>
                      </a:lnTo>
                      <a:lnTo>
                        <a:pt x="3160" y="22012"/>
                      </a:lnTo>
                      <a:cubicBezTo>
                        <a:pt x="2951" y="22096"/>
                        <a:pt x="2742" y="22159"/>
                        <a:pt x="2533" y="22201"/>
                      </a:cubicBezTo>
                      <a:lnTo>
                        <a:pt x="2512" y="22180"/>
                      </a:lnTo>
                      <a:lnTo>
                        <a:pt x="2386" y="22222"/>
                      </a:lnTo>
                      <a:lnTo>
                        <a:pt x="2407" y="22263"/>
                      </a:lnTo>
                      <a:cubicBezTo>
                        <a:pt x="2344" y="22263"/>
                        <a:pt x="2302" y="22284"/>
                        <a:pt x="2240" y="22284"/>
                      </a:cubicBezTo>
                      <a:cubicBezTo>
                        <a:pt x="2177" y="22305"/>
                        <a:pt x="2093" y="22305"/>
                        <a:pt x="2009" y="22326"/>
                      </a:cubicBezTo>
                      <a:lnTo>
                        <a:pt x="1926" y="22263"/>
                      </a:lnTo>
                      <a:lnTo>
                        <a:pt x="1821" y="22368"/>
                      </a:lnTo>
                      <a:lnTo>
                        <a:pt x="1821" y="22389"/>
                      </a:lnTo>
                      <a:cubicBezTo>
                        <a:pt x="1758" y="22410"/>
                        <a:pt x="1654" y="22410"/>
                        <a:pt x="1570" y="22431"/>
                      </a:cubicBezTo>
                      <a:cubicBezTo>
                        <a:pt x="1264" y="22480"/>
                        <a:pt x="957" y="22500"/>
                        <a:pt x="651" y="22500"/>
                      </a:cubicBezTo>
                      <a:cubicBezTo>
                        <a:pt x="434" y="22500"/>
                        <a:pt x="218" y="22490"/>
                        <a:pt x="1" y="22473"/>
                      </a:cubicBezTo>
                      <a:lnTo>
                        <a:pt x="1" y="22473"/>
                      </a:lnTo>
                      <a:cubicBezTo>
                        <a:pt x="332" y="22512"/>
                        <a:pt x="664" y="22527"/>
                        <a:pt x="990" y="22527"/>
                      </a:cubicBezTo>
                      <a:cubicBezTo>
                        <a:pt x="1179" y="22527"/>
                        <a:pt x="1365" y="22522"/>
                        <a:pt x="1549" y="22514"/>
                      </a:cubicBezTo>
                      <a:lnTo>
                        <a:pt x="1549" y="22535"/>
                      </a:lnTo>
                      <a:lnTo>
                        <a:pt x="1654" y="22577"/>
                      </a:lnTo>
                      <a:lnTo>
                        <a:pt x="1612" y="22514"/>
                      </a:lnTo>
                      <a:cubicBezTo>
                        <a:pt x="2093" y="22473"/>
                        <a:pt x="2533" y="22389"/>
                        <a:pt x="2972" y="22263"/>
                      </a:cubicBezTo>
                      <a:lnTo>
                        <a:pt x="2972" y="22263"/>
                      </a:lnTo>
                      <a:lnTo>
                        <a:pt x="2867" y="22368"/>
                      </a:lnTo>
                      <a:lnTo>
                        <a:pt x="3077" y="22368"/>
                      </a:lnTo>
                      <a:lnTo>
                        <a:pt x="3223" y="22222"/>
                      </a:lnTo>
                      <a:lnTo>
                        <a:pt x="3370" y="22222"/>
                      </a:lnTo>
                      <a:lnTo>
                        <a:pt x="3453" y="22159"/>
                      </a:lnTo>
                      <a:cubicBezTo>
                        <a:pt x="3579" y="22096"/>
                        <a:pt x="3746" y="22075"/>
                        <a:pt x="3872" y="22012"/>
                      </a:cubicBezTo>
                      <a:lnTo>
                        <a:pt x="3893" y="22054"/>
                      </a:lnTo>
                      <a:lnTo>
                        <a:pt x="4081" y="22054"/>
                      </a:lnTo>
                      <a:lnTo>
                        <a:pt x="4227" y="21991"/>
                      </a:lnTo>
                      <a:lnTo>
                        <a:pt x="4290" y="21719"/>
                      </a:lnTo>
                      <a:lnTo>
                        <a:pt x="4311" y="21803"/>
                      </a:lnTo>
                      <a:lnTo>
                        <a:pt x="4374" y="21845"/>
                      </a:lnTo>
                      <a:lnTo>
                        <a:pt x="4416" y="21740"/>
                      </a:lnTo>
                      <a:lnTo>
                        <a:pt x="4458" y="21657"/>
                      </a:lnTo>
                      <a:lnTo>
                        <a:pt x="4520" y="21678"/>
                      </a:lnTo>
                      <a:lnTo>
                        <a:pt x="4562" y="21740"/>
                      </a:lnTo>
                      <a:lnTo>
                        <a:pt x="4604" y="21719"/>
                      </a:lnTo>
                      <a:lnTo>
                        <a:pt x="4688" y="21615"/>
                      </a:lnTo>
                      <a:lnTo>
                        <a:pt x="4834" y="21531"/>
                      </a:lnTo>
                      <a:lnTo>
                        <a:pt x="4834" y="21468"/>
                      </a:lnTo>
                      <a:cubicBezTo>
                        <a:pt x="5043" y="21406"/>
                        <a:pt x="5253" y="21301"/>
                        <a:pt x="5462" y="21217"/>
                      </a:cubicBezTo>
                      <a:lnTo>
                        <a:pt x="5462" y="21217"/>
                      </a:lnTo>
                      <a:lnTo>
                        <a:pt x="5420" y="21238"/>
                      </a:lnTo>
                      <a:lnTo>
                        <a:pt x="5546" y="21238"/>
                      </a:lnTo>
                      <a:lnTo>
                        <a:pt x="5504" y="21196"/>
                      </a:lnTo>
                      <a:cubicBezTo>
                        <a:pt x="5839" y="21050"/>
                        <a:pt x="6173" y="20903"/>
                        <a:pt x="6508" y="20778"/>
                      </a:cubicBezTo>
                      <a:lnTo>
                        <a:pt x="6571" y="20799"/>
                      </a:lnTo>
                      <a:lnTo>
                        <a:pt x="6759" y="20778"/>
                      </a:lnTo>
                      <a:lnTo>
                        <a:pt x="6822" y="20694"/>
                      </a:lnTo>
                      <a:lnTo>
                        <a:pt x="6989" y="20715"/>
                      </a:lnTo>
                      <a:lnTo>
                        <a:pt x="6989" y="20673"/>
                      </a:lnTo>
                      <a:lnTo>
                        <a:pt x="6927" y="20610"/>
                      </a:lnTo>
                      <a:cubicBezTo>
                        <a:pt x="7031" y="20569"/>
                        <a:pt x="7136" y="20527"/>
                        <a:pt x="7240" y="20485"/>
                      </a:cubicBezTo>
                      <a:lnTo>
                        <a:pt x="7282" y="20485"/>
                      </a:lnTo>
                      <a:cubicBezTo>
                        <a:pt x="7324" y="20464"/>
                        <a:pt x="7387" y="20422"/>
                        <a:pt x="7429" y="20422"/>
                      </a:cubicBezTo>
                      <a:lnTo>
                        <a:pt x="7450" y="20485"/>
                      </a:lnTo>
                      <a:lnTo>
                        <a:pt x="7554" y="20485"/>
                      </a:lnTo>
                      <a:lnTo>
                        <a:pt x="7617" y="20380"/>
                      </a:lnTo>
                      <a:lnTo>
                        <a:pt x="7638" y="20464"/>
                      </a:lnTo>
                      <a:lnTo>
                        <a:pt x="7659" y="20464"/>
                      </a:lnTo>
                      <a:lnTo>
                        <a:pt x="7701" y="20380"/>
                      </a:lnTo>
                      <a:lnTo>
                        <a:pt x="7763" y="20318"/>
                      </a:lnTo>
                      <a:lnTo>
                        <a:pt x="7868" y="20318"/>
                      </a:lnTo>
                      <a:lnTo>
                        <a:pt x="7973" y="20255"/>
                      </a:lnTo>
                      <a:lnTo>
                        <a:pt x="8015" y="20171"/>
                      </a:lnTo>
                      <a:cubicBezTo>
                        <a:pt x="8077" y="20150"/>
                        <a:pt x="8161" y="20087"/>
                        <a:pt x="8224" y="20066"/>
                      </a:cubicBezTo>
                      <a:lnTo>
                        <a:pt x="8224" y="20066"/>
                      </a:lnTo>
                      <a:lnTo>
                        <a:pt x="8182" y="20108"/>
                      </a:lnTo>
                      <a:lnTo>
                        <a:pt x="8182" y="20213"/>
                      </a:lnTo>
                      <a:lnTo>
                        <a:pt x="8224" y="20255"/>
                      </a:lnTo>
                      <a:lnTo>
                        <a:pt x="8370" y="20150"/>
                      </a:lnTo>
                      <a:lnTo>
                        <a:pt x="8391" y="20066"/>
                      </a:lnTo>
                      <a:lnTo>
                        <a:pt x="8475" y="20045"/>
                      </a:lnTo>
                      <a:lnTo>
                        <a:pt x="8496" y="20087"/>
                      </a:lnTo>
                      <a:lnTo>
                        <a:pt x="8538" y="20045"/>
                      </a:lnTo>
                      <a:lnTo>
                        <a:pt x="8580" y="20045"/>
                      </a:lnTo>
                      <a:lnTo>
                        <a:pt x="8600" y="20108"/>
                      </a:lnTo>
                      <a:lnTo>
                        <a:pt x="8580" y="20192"/>
                      </a:lnTo>
                      <a:lnTo>
                        <a:pt x="8642" y="20192"/>
                      </a:lnTo>
                      <a:lnTo>
                        <a:pt x="8705" y="20087"/>
                      </a:lnTo>
                      <a:lnTo>
                        <a:pt x="8789" y="20087"/>
                      </a:lnTo>
                      <a:lnTo>
                        <a:pt x="8872" y="20004"/>
                      </a:lnTo>
                      <a:lnTo>
                        <a:pt x="8977" y="20004"/>
                      </a:lnTo>
                      <a:lnTo>
                        <a:pt x="9082" y="19857"/>
                      </a:lnTo>
                      <a:lnTo>
                        <a:pt x="9186" y="19794"/>
                      </a:lnTo>
                      <a:lnTo>
                        <a:pt x="9270" y="19836"/>
                      </a:lnTo>
                      <a:lnTo>
                        <a:pt x="9270" y="19899"/>
                      </a:lnTo>
                      <a:lnTo>
                        <a:pt x="9186" y="20004"/>
                      </a:lnTo>
                      <a:lnTo>
                        <a:pt x="9103" y="20150"/>
                      </a:lnTo>
                      <a:lnTo>
                        <a:pt x="9103" y="20192"/>
                      </a:lnTo>
                      <a:lnTo>
                        <a:pt x="9165" y="20192"/>
                      </a:lnTo>
                      <a:lnTo>
                        <a:pt x="9312" y="20045"/>
                      </a:lnTo>
                      <a:lnTo>
                        <a:pt x="9312" y="19857"/>
                      </a:lnTo>
                      <a:lnTo>
                        <a:pt x="9333" y="19836"/>
                      </a:lnTo>
                      <a:lnTo>
                        <a:pt x="9396" y="19899"/>
                      </a:lnTo>
                      <a:lnTo>
                        <a:pt x="9479" y="19857"/>
                      </a:lnTo>
                      <a:lnTo>
                        <a:pt x="9542" y="19878"/>
                      </a:lnTo>
                      <a:lnTo>
                        <a:pt x="9647" y="19878"/>
                      </a:lnTo>
                      <a:lnTo>
                        <a:pt x="9751" y="19753"/>
                      </a:lnTo>
                      <a:lnTo>
                        <a:pt x="9793" y="19753"/>
                      </a:lnTo>
                      <a:lnTo>
                        <a:pt x="9814" y="19773"/>
                      </a:lnTo>
                      <a:lnTo>
                        <a:pt x="9856" y="19648"/>
                      </a:lnTo>
                      <a:lnTo>
                        <a:pt x="9919" y="19585"/>
                      </a:lnTo>
                      <a:lnTo>
                        <a:pt x="9940" y="19627"/>
                      </a:lnTo>
                      <a:lnTo>
                        <a:pt x="9919" y="19690"/>
                      </a:lnTo>
                      <a:lnTo>
                        <a:pt x="9919" y="19794"/>
                      </a:lnTo>
                      <a:lnTo>
                        <a:pt x="9960" y="19773"/>
                      </a:lnTo>
                      <a:lnTo>
                        <a:pt x="10044" y="19669"/>
                      </a:lnTo>
                      <a:lnTo>
                        <a:pt x="10002" y="19648"/>
                      </a:lnTo>
                      <a:lnTo>
                        <a:pt x="10065" y="19564"/>
                      </a:lnTo>
                      <a:lnTo>
                        <a:pt x="10065" y="19522"/>
                      </a:lnTo>
                      <a:lnTo>
                        <a:pt x="9898" y="19522"/>
                      </a:lnTo>
                      <a:lnTo>
                        <a:pt x="9856" y="19481"/>
                      </a:lnTo>
                      <a:lnTo>
                        <a:pt x="10023" y="19439"/>
                      </a:lnTo>
                      <a:lnTo>
                        <a:pt x="10212" y="19334"/>
                      </a:lnTo>
                      <a:lnTo>
                        <a:pt x="10442" y="19334"/>
                      </a:lnTo>
                      <a:lnTo>
                        <a:pt x="10484" y="19271"/>
                      </a:lnTo>
                      <a:lnTo>
                        <a:pt x="10484" y="19209"/>
                      </a:lnTo>
                      <a:lnTo>
                        <a:pt x="10442" y="19209"/>
                      </a:lnTo>
                      <a:lnTo>
                        <a:pt x="10484" y="19167"/>
                      </a:lnTo>
                      <a:lnTo>
                        <a:pt x="10567" y="19146"/>
                      </a:lnTo>
                      <a:lnTo>
                        <a:pt x="10651" y="19104"/>
                      </a:lnTo>
                      <a:lnTo>
                        <a:pt x="10693" y="19104"/>
                      </a:lnTo>
                      <a:lnTo>
                        <a:pt x="10735" y="19209"/>
                      </a:lnTo>
                      <a:lnTo>
                        <a:pt x="10839" y="19209"/>
                      </a:lnTo>
                      <a:lnTo>
                        <a:pt x="10881" y="19125"/>
                      </a:lnTo>
                      <a:lnTo>
                        <a:pt x="10860" y="19104"/>
                      </a:lnTo>
                      <a:lnTo>
                        <a:pt x="10944" y="19020"/>
                      </a:lnTo>
                      <a:lnTo>
                        <a:pt x="10944" y="18916"/>
                      </a:lnTo>
                      <a:lnTo>
                        <a:pt x="10986" y="18853"/>
                      </a:lnTo>
                      <a:lnTo>
                        <a:pt x="11049" y="18916"/>
                      </a:lnTo>
                      <a:lnTo>
                        <a:pt x="11049" y="18999"/>
                      </a:lnTo>
                      <a:lnTo>
                        <a:pt x="11090" y="19041"/>
                      </a:lnTo>
                      <a:lnTo>
                        <a:pt x="11216" y="18957"/>
                      </a:lnTo>
                      <a:lnTo>
                        <a:pt x="11279" y="18895"/>
                      </a:lnTo>
                      <a:lnTo>
                        <a:pt x="11362" y="18895"/>
                      </a:lnTo>
                      <a:lnTo>
                        <a:pt x="11404" y="18790"/>
                      </a:lnTo>
                      <a:lnTo>
                        <a:pt x="11425" y="18748"/>
                      </a:lnTo>
                      <a:lnTo>
                        <a:pt x="11488" y="18811"/>
                      </a:lnTo>
                      <a:lnTo>
                        <a:pt x="11593" y="18790"/>
                      </a:lnTo>
                      <a:lnTo>
                        <a:pt x="11718" y="18623"/>
                      </a:lnTo>
                      <a:lnTo>
                        <a:pt x="11718" y="18539"/>
                      </a:lnTo>
                      <a:lnTo>
                        <a:pt x="11613" y="18539"/>
                      </a:lnTo>
                      <a:lnTo>
                        <a:pt x="11593" y="18518"/>
                      </a:lnTo>
                      <a:lnTo>
                        <a:pt x="11739" y="18413"/>
                      </a:lnTo>
                      <a:lnTo>
                        <a:pt x="11844" y="18393"/>
                      </a:lnTo>
                      <a:lnTo>
                        <a:pt x="11927" y="18288"/>
                      </a:lnTo>
                      <a:lnTo>
                        <a:pt x="11990" y="18288"/>
                      </a:lnTo>
                      <a:lnTo>
                        <a:pt x="12011" y="18330"/>
                      </a:lnTo>
                      <a:lnTo>
                        <a:pt x="12137" y="18204"/>
                      </a:lnTo>
                      <a:lnTo>
                        <a:pt x="12241" y="18141"/>
                      </a:lnTo>
                      <a:lnTo>
                        <a:pt x="12262" y="18079"/>
                      </a:lnTo>
                      <a:lnTo>
                        <a:pt x="12346" y="18037"/>
                      </a:lnTo>
                      <a:lnTo>
                        <a:pt x="12367" y="17995"/>
                      </a:lnTo>
                      <a:lnTo>
                        <a:pt x="12450" y="17995"/>
                      </a:lnTo>
                      <a:lnTo>
                        <a:pt x="12471" y="18079"/>
                      </a:lnTo>
                      <a:lnTo>
                        <a:pt x="12534" y="18100"/>
                      </a:lnTo>
                      <a:lnTo>
                        <a:pt x="12555" y="18016"/>
                      </a:lnTo>
                      <a:lnTo>
                        <a:pt x="12660" y="18016"/>
                      </a:lnTo>
                      <a:lnTo>
                        <a:pt x="12722" y="17995"/>
                      </a:lnTo>
                      <a:lnTo>
                        <a:pt x="12722" y="17911"/>
                      </a:lnTo>
                      <a:lnTo>
                        <a:pt x="12827" y="17890"/>
                      </a:lnTo>
                      <a:lnTo>
                        <a:pt x="12848" y="17828"/>
                      </a:lnTo>
                      <a:lnTo>
                        <a:pt x="12869" y="17869"/>
                      </a:lnTo>
                      <a:lnTo>
                        <a:pt x="13036" y="17890"/>
                      </a:lnTo>
                      <a:lnTo>
                        <a:pt x="13057" y="17786"/>
                      </a:lnTo>
                      <a:lnTo>
                        <a:pt x="13099" y="17786"/>
                      </a:lnTo>
                      <a:lnTo>
                        <a:pt x="13099" y="17849"/>
                      </a:lnTo>
                      <a:lnTo>
                        <a:pt x="13162" y="17849"/>
                      </a:lnTo>
                      <a:lnTo>
                        <a:pt x="13204" y="17786"/>
                      </a:lnTo>
                      <a:lnTo>
                        <a:pt x="13266" y="17849"/>
                      </a:lnTo>
                      <a:lnTo>
                        <a:pt x="13308" y="17807"/>
                      </a:lnTo>
                      <a:lnTo>
                        <a:pt x="13371" y="17660"/>
                      </a:lnTo>
                      <a:lnTo>
                        <a:pt x="13308" y="17660"/>
                      </a:lnTo>
                      <a:lnTo>
                        <a:pt x="13266" y="17681"/>
                      </a:lnTo>
                      <a:lnTo>
                        <a:pt x="13287" y="17597"/>
                      </a:lnTo>
                      <a:lnTo>
                        <a:pt x="13350" y="17556"/>
                      </a:lnTo>
                      <a:cubicBezTo>
                        <a:pt x="13371" y="17618"/>
                        <a:pt x="13392" y="17702"/>
                        <a:pt x="13455" y="17765"/>
                      </a:cubicBezTo>
                      <a:cubicBezTo>
                        <a:pt x="13517" y="17849"/>
                        <a:pt x="13392" y="17995"/>
                        <a:pt x="13308" y="18079"/>
                      </a:cubicBezTo>
                      <a:lnTo>
                        <a:pt x="13245" y="18183"/>
                      </a:lnTo>
                      <a:lnTo>
                        <a:pt x="13266" y="18225"/>
                      </a:lnTo>
                      <a:lnTo>
                        <a:pt x="13371" y="18309"/>
                      </a:lnTo>
                      <a:lnTo>
                        <a:pt x="13350" y="18413"/>
                      </a:lnTo>
                      <a:lnTo>
                        <a:pt x="13266" y="18351"/>
                      </a:lnTo>
                      <a:lnTo>
                        <a:pt x="13245" y="18393"/>
                      </a:lnTo>
                      <a:lnTo>
                        <a:pt x="13266" y="18497"/>
                      </a:lnTo>
                      <a:lnTo>
                        <a:pt x="13162" y="18623"/>
                      </a:lnTo>
                      <a:lnTo>
                        <a:pt x="13099" y="18602"/>
                      </a:lnTo>
                      <a:lnTo>
                        <a:pt x="13099" y="18351"/>
                      </a:lnTo>
                      <a:lnTo>
                        <a:pt x="13057" y="18330"/>
                      </a:lnTo>
                      <a:lnTo>
                        <a:pt x="12890" y="18351"/>
                      </a:lnTo>
                      <a:lnTo>
                        <a:pt x="12639" y="18497"/>
                      </a:lnTo>
                      <a:lnTo>
                        <a:pt x="12471" y="18602"/>
                      </a:lnTo>
                      <a:lnTo>
                        <a:pt x="12450" y="18665"/>
                      </a:lnTo>
                      <a:lnTo>
                        <a:pt x="12471" y="18727"/>
                      </a:lnTo>
                      <a:lnTo>
                        <a:pt x="12471" y="18853"/>
                      </a:lnTo>
                      <a:lnTo>
                        <a:pt x="12450" y="18957"/>
                      </a:lnTo>
                      <a:lnTo>
                        <a:pt x="12409" y="19041"/>
                      </a:lnTo>
                      <a:lnTo>
                        <a:pt x="12409" y="19146"/>
                      </a:lnTo>
                      <a:lnTo>
                        <a:pt x="12471" y="19188"/>
                      </a:lnTo>
                      <a:lnTo>
                        <a:pt x="12555" y="19167"/>
                      </a:lnTo>
                      <a:lnTo>
                        <a:pt x="12576" y="19125"/>
                      </a:lnTo>
                      <a:lnTo>
                        <a:pt x="12555" y="19083"/>
                      </a:lnTo>
                      <a:lnTo>
                        <a:pt x="12513" y="19062"/>
                      </a:lnTo>
                      <a:lnTo>
                        <a:pt x="12555" y="19020"/>
                      </a:lnTo>
                      <a:lnTo>
                        <a:pt x="12681" y="19020"/>
                      </a:lnTo>
                      <a:lnTo>
                        <a:pt x="12660" y="19062"/>
                      </a:lnTo>
                      <a:lnTo>
                        <a:pt x="12722" y="19125"/>
                      </a:lnTo>
                      <a:lnTo>
                        <a:pt x="12785" y="19041"/>
                      </a:lnTo>
                      <a:lnTo>
                        <a:pt x="12848" y="19041"/>
                      </a:lnTo>
                      <a:lnTo>
                        <a:pt x="12764" y="19146"/>
                      </a:lnTo>
                      <a:lnTo>
                        <a:pt x="12764" y="19188"/>
                      </a:lnTo>
                      <a:lnTo>
                        <a:pt x="12555" y="19355"/>
                      </a:lnTo>
                      <a:lnTo>
                        <a:pt x="12534" y="19397"/>
                      </a:lnTo>
                      <a:lnTo>
                        <a:pt x="12639" y="19439"/>
                      </a:lnTo>
                      <a:lnTo>
                        <a:pt x="12681" y="19355"/>
                      </a:lnTo>
                      <a:lnTo>
                        <a:pt x="12764" y="19292"/>
                      </a:lnTo>
                      <a:lnTo>
                        <a:pt x="12764" y="19229"/>
                      </a:lnTo>
                      <a:lnTo>
                        <a:pt x="12890" y="19146"/>
                      </a:lnTo>
                      <a:lnTo>
                        <a:pt x="12869" y="19083"/>
                      </a:lnTo>
                      <a:lnTo>
                        <a:pt x="12932" y="19041"/>
                      </a:lnTo>
                      <a:lnTo>
                        <a:pt x="12973" y="19041"/>
                      </a:lnTo>
                      <a:lnTo>
                        <a:pt x="13036" y="18916"/>
                      </a:lnTo>
                      <a:lnTo>
                        <a:pt x="13078" y="18937"/>
                      </a:lnTo>
                      <a:lnTo>
                        <a:pt x="13183" y="18916"/>
                      </a:lnTo>
                      <a:lnTo>
                        <a:pt x="13287" y="18937"/>
                      </a:lnTo>
                      <a:lnTo>
                        <a:pt x="13455" y="18832"/>
                      </a:lnTo>
                      <a:lnTo>
                        <a:pt x="13413" y="18748"/>
                      </a:lnTo>
                      <a:lnTo>
                        <a:pt x="13287" y="18706"/>
                      </a:lnTo>
                      <a:lnTo>
                        <a:pt x="13371" y="18665"/>
                      </a:lnTo>
                      <a:lnTo>
                        <a:pt x="13497" y="18665"/>
                      </a:lnTo>
                      <a:lnTo>
                        <a:pt x="13580" y="18769"/>
                      </a:lnTo>
                      <a:lnTo>
                        <a:pt x="13664" y="18769"/>
                      </a:lnTo>
                      <a:lnTo>
                        <a:pt x="13727" y="18665"/>
                      </a:lnTo>
                      <a:lnTo>
                        <a:pt x="13685" y="18539"/>
                      </a:lnTo>
                      <a:lnTo>
                        <a:pt x="13580" y="18518"/>
                      </a:lnTo>
                      <a:lnTo>
                        <a:pt x="13622" y="18455"/>
                      </a:lnTo>
                      <a:lnTo>
                        <a:pt x="13706" y="18455"/>
                      </a:lnTo>
                      <a:lnTo>
                        <a:pt x="13789" y="18497"/>
                      </a:lnTo>
                      <a:lnTo>
                        <a:pt x="13852" y="18455"/>
                      </a:lnTo>
                      <a:lnTo>
                        <a:pt x="13894" y="18518"/>
                      </a:lnTo>
                      <a:lnTo>
                        <a:pt x="13957" y="18539"/>
                      </a:lnTo>
                      <a:lnTo>
                        <a:pt x="14041" y="18413"/>
                      </a:lnTo>
                      <a:lnTo>
                        <a:pt x="14020" y="18330"/>
                      </a:lnTo>
                      <a:lnTo>
                        <a:pt x="13957" y="18309"/>
                      </a:lnTo>
                      <a:lnTo>
                        <a:pt x="13957" y="18225"/>
                      </a:lnTo>
                      <a:lnTo>
                        <a:pt x="14062" y="18225"/>
                      </a:lnTo>
                      <a:lnTo>
                        <a:pt x="14166" y="18204"/>
                      </a:lnTo>
                      <a:lnTo>
                        <a:pt x="14124" y="18079"/>
                      </a:lnTo>
                      <a:lnTo>
                        <a:pt x="14041" y="18037"/>
                      </a:lnTo>
                      <a:lnTo>
                        <a:pt x="13957" y="18079"/>
                      </a:lnTo>
                      <a:lnTo>
                        <a:pt x="14041" y="17995"/>
                      </a:lnTo>
                      <a:cubicBezTo>
                        <a:pt x="14062" y="17974"/>
                        <a:pt x="14041" y="17932"/>
                        <a:pt x="14041" y="17932"/>
                      </a:cubicBezTo>
                      <a:lnTo>
                        <a:pt x="14145" y="17828"/>
                      </a:lnTo>
                      <a:lnTo>
                        <a:pt x="14166" y="17911"/>
                      </a:lnTo>
                      <a:lnTo>
                        <a:pt x="14229" y="17911"/>
                      </a:lnTo>
                      <a:lnTo>
                        <a:pt x="14313" y="17807"/>
                      </a:lnTo>
                      <a:lnTo>
                        <a:pt x="14354" y="17869"/>
                      </a:lnTo>
                      <a:lnTo>
                        <a:pt x="14438" y="17828"/>
                      </a:lnTo>
                      <a:lnTo>
                        <a:pt x="14417" y="17765"/>
                      </a:lnTo>
                      <a:lnTo>
                        <a:pt x="14334" y="17723"/>
                      </a:lnTo>
                      <a:lnTo>
                        <a:pt x="14396" y="17660"/>
                      </a:lnTo>
                      <a:lnTo>
                        <a:pt x="14438" y="17597"/>
                      </a:lnTo>
                      <a:lnTo>
                        <a:pt x="14396" y="17514"/>
                      </a:lnTo>
                      <a:lnTo>
                        <a:pt x="14313" y="17556"/>
                      </a:lnTo>
                      <a:lnTo>
                        <a:pt x="14292" y="17597"/>
                      </a:lnTo>
                      <a:lnTo>
                        <a:pt x="14229" y="17597"/>
                      </a:lnTo>
                      <a:lnTo>
                        <a:pt x="14250" y="17493"/>
                      </a:lnTo>
                      <a:lnTo>
                        <a:pt x="14208" y="17472"/>
                      </a:lnTo>
                      <a:lnTo>
                        <a:pt x="14103" y="17493"/>
                      </a:lnTo>
                      <a:lnTo>
                        <a:pt x="14041" y="17577"/>
                      </a:lnTo>
                      <a:lnTo>
                        <a:pt x="14103" y="17618"/>
                      </a:lnTo>
                      <a:lnTo>
                        <a:pt x="14041" y="17723"/>
                      </a:lnTo>
                      <a:lnTo>
                        <a:pt x="13999" y="17702"/>
                      </a:lnTo>
                      <a:lnTo>
                        <a:pt x="13978" y="17786"/>
                      </a:lnTo>
                      <a:lnTo>
                        <a:pt x="13894" y="17765"/>
                      </a:lnTo>
                      <a:lnTo>
                        <a:pt x="13831" y="17807"/>
                      </a:lnTo>
                      <a:lnTo>
                        <a:pt x="13873" y="17869"/>
                      </a:lnTo>
                      <a:lnTo>
                        <a:pt x="13999" y="17995"/>
                      </a:lnTo>
                      <a:lnTo>
                        <a:pt x="13831" y="18141"/>
                      </a:lnTo>
                      <a:lnTo>
                        <a:pt x="13831" y="18079"/>
                      </a:lnTo>
                      <a:lnTo>
                        <a:pt x="13727" y="17995"/>
                      </a:lnTo>
                      <a:lnTo>
                        <a:pt x="13685" y="18037"/>
                      </a:lnTo>
                      <a:lnTo>
                        <a:pt x="13706" y="18121"/>
                      </a:lnTo>
                      <a:lnTo>
                        <a:pt x="13685" y="18225"/>
                      </a:lnTo>
                      <a:lnTo>
                        <a:pt x="13622" y="18204"/>
                      </a:lnTo>
                      <a:lnTo>
                        <a:pt x="13580" y="18225"/>
                      </a:lnTo>
                      <a:lnTo>
                        <a:pt x="13517" y="18330"/>
                      </a:lnTo>
                      <a:lnTo>
                        <a:pt x="13434" y="18351"/>
                      </a:lnTo>
                      <a:lnTo>
                        <a:pt x="13434" y="18288"/>
                      </a:lnTo>
                      <a:lnTo>
                        <a:pt x="13497" y="18225"/>
                      </a:lnTo>
                      <a:lnTo>
                        <a:pt x="13497" y="18121"/>
                      </a:lnTo>
                      <a:lnTo>
                        <a:pt x="13413" y="18079"/>
                      </a:lnTo>
                      <a:lnTo>
                        <a:pt x="13371" y="18079"/>
                      </a:lnTo>
                      <a:cubicBezTo>
                        <a:pt x="13413" y="17995"/>
                        <a:pt x="13476" y="17911"/>
                        <a:pt x="13559" y="17849"/>
                      </a:cubicBezTo>
                      <a:lnTo>
                        <a:pt x="13559" y="17807"/>
                      </a:lnTo>
                      <a:cubicBezTo>
                        <a:pt x="13497" y="17702"/>
                        <a:pt x="13476" y="17597"/>
                        <a:pt x="13434" y="17493"/>
                      </a:cubicBezTo>
                      <a:lnTo>
                        <a:pt x="13476" y="17493"/>
                      </a:lnTo>
                      <a:lnTo>
                        <a:pt x="13517" y="17535"/>
                      </a:lnTo>
                      <a:lnTo>
                        <a:pt x="13538" y="17493"/>
                      </a:lnTo>
                      <a:lnTo>
                        <a:pt x="13497" y="17409"/>
                      </a:lnTo>
                      <a:lnTo>
                        <a:pt x="13413" y="17388"/>
                      </a:lnTo>
                      <a:lnTo>
                        <a:pt x="13476" y="17367"/>
                      </a:lnTo>
                      <a:lnTo>
                        <a:pt x="13580" y="17388"/>
                      </a:lnTo>
                      <a:lnTo>
                        <a:pt x="13706" y="17263"/>
                      </a:lnTo>
                      <a:lnTo>
                        <a:pt x="13831" y="17263"/>
                      </a:lnTo>
                      <a:lnTo>
                        <a:pt x="13936" y="17158"/>
                      </a:lnTo>
                      <a:lnTo>
                        <a:pt x="14020" y="17137"/>
                      </a:lnTo>
                      <a:lnTo>
                        <a:pt x="14145" y="16991"/>
                      </a:lnTo>
                      <a:lnTo>
                        <a:pt x="14145" y="16844"/>
                      </a:lnTo>
                      <a:lnTo>
                        <a:pt x="14103" y="16781"/>
                      </a:lnTo>
                      <a:lnTo>
                        <a:pt x="14082" y="16781"/>
                      </a:lnTo>
                      <a:lnTo>
                        <a:pt x="14020" y="16656"/>
                      </a:lnTo>
                      <a:lnTo>
                        <a:pt x="13957" y="16635"/>
                      </a:lnTo>
                      <a:lnTo>
                        <a:pt x="13810" y="16635"/>
                      </a:lnTo>
                      <a:lnTo>
                        <a:pt x="13831" y="16530"/>
                      </a:lnTo>
                      <a:lnTo>
                        <a:pt x="13831" y="16426"/>
                      </a:lnTo>
                      <a:lnTo>
                        <a:pt x="13999" y="16363"/>
                      </a:lnTo>
                      <a:lnTo>
                        <a:pt x="14020" y="16321"/>
                      </a:lnTo>
                      <a:lnTo>
                        <a:pt x="14103" y="16300"/>
                      </a:lnTo>
                      <a:lnTo>
                        <a:pt x="14124" y="16216"/>
                      </a:lnTo>
                      <a:lnTo>
                        <a:pt x="14103" y="16216"/>
                      </a:lnTo>
                      <a:lnTo>
                        <a:pt x="14145" y="16154"/>
                      </a:lnTo>
                      <a:lnTo>
                        <a:pt x="14250" y="16196"/>
                      </a:lnTo>
                      <a:lnTo>
                        <a:pt x="14417" y="16091"/>
                      </a:lnTo>
                      <a:lnTo>
                        <a:pt x="14522" y="16175"/>
                      </a:lnTo>
                      <a:lnTo>
                        <a:pt x="14647" y="16091"/>
                      </a:lnTo>
                      <a:lnTo>
                        <a:pt x="14626" y="16175"/>
                      </a:lnTo>
                      <a:lnTo>
                        <a:pt x="14647" y="16216"/>
                      </a:lnTo>
                      <a:lnTo>
                        <a:pt x="14731" y="16216"/>
                      </a:lnTo>
                      <a:lnTo>
                        <a:pt x="14857" y="16091"/>
                      </a:lnTo>
                      <a:lnTo>
                        <a:pt x="14836" y="16028"/>
                      </a:lnTo>
                      <a:lnTo>
                        <a:pt x="14773" y="16007"/>
                      </a:lnTo>
                      <a:lnTo>
                        <a:pt x="14752" y="15965"/>
                      </a:lnTo>
                      <a:lnTo>
                        <a:pt x="14794" y="15924"/>
                      </a:lnTo>
                      <a:lnTo>
                        <a:pt x="14919" y="15986"/>
                      </a:lnTo>
                      <a:lnTo>
                        <a:pt x="15129" y="15924"/>
                      </a:lnTo>
                      <a:lnTo>
                        <a:pt x="15170" y="15777"/>
                      </a:lnTo>
                      <a:lnTo>
                        <a:pt x="15129" y="15631"/>
                      </a:lnTo>
                      <a:lnTo>
                        <a:pt x="14961" y="15526"/>
                      </a:lnTo>
                      <a:lnTo>
                        <a:pt x="14891" y="15526"/>
                      </a:lnTo>
                      <a:lnTo>
                        <a:pt x="14919" y="15505"/>
                      </a:lnTo>
                      <a:lnTo>
                        <a:pt x="15066" y="15505"/>
                      </a:lnTo>
                      <a:lnTo>
                        <a:pt x="15150" y="15589"/>
                      </a:lnTo>
                      <a:lnTo>
                        <a:pt x="15296" y="15589"/>
                      </a:lnTo>
                      <a:lnTo>
                        <a:pt x="15401" y="15484"/>
                      </a:lnTo>
                      <a:lnTo>
                        <a:pt x="15401" y="15400"/>
                      </a:lnTo>
                      <a:lnTo>
                        <a:pt x="15673" y="15275"/>
                      </a:lnTo>
                      <a:lnTo>
                        <a:pt x="15798" y="15149"/>
                      </a:lnTo>
                      <a:lnTo>
                        <a:pt x="15924" y="15149"/>
                      </a:lnTo>
                      <a:lnTo>
                        <a:pt x="15986" y="15087"/>
                      </a:lnTo>
                      <a:lnTo>
                        <a:pt x="15986" y="15003"/>
                      </a:lnTo>
                      <a:lnTo>
                        <a:pt x="16217" y="14836"/>
                      </a:lnTo>
                      <a:lnTo>
                        <a:pt x="16426" y="14794"/>
                      </a:lnTo>
                      <a:lnTo>
                        <a:pt x="16656" y="14584"/>
                      </a:lnTo>
                      <a:lnTo>
                        <a:pt x="16844" y="14564"/>
                      </a:lnTo>
                      <a:lnTo>
                        <a:pt x="17033" y="14333"/>
                      </a:lnTo>
                      <a:lnTo>
                        <a:pt x="16949" y="14480"/>
                      </a:lnTo>
                      <a:lnTo>
                        <a:pt x="16949" y="14626"/>
                      </a:lnTo>
                      <a:lnTo>
                        <a:pt x="17012" y="14647"/>
                      </a:lnTo>
                      <a:lnTo>
                        <a:pt x="17075" y="14668"/>
                      </a:lnTo>
                      <a:lnTo>
                        <a:pt x="17116" y="14731"/>
                      </a:lnTo>
                      <a:lnTo>
                        <a:pt x="17263" y="14564"/>
                      </a:lnTo>
                      <a:lnTo>
                        <a:pt x="17367" y="14522"/>
                      </a:lnTo>
                      <a:lnTo>
                        <a:pt x="17598" y="14438"/>
                      </a:lnTo>
                      <a:lnTo>
                        <a:pt x="17681" y="14354"/>
                      </a:lnTo>
                      <a:lnTo>
                        <a:pt x="17681" y="14354"/>
                      </a:lnTo>
                      <a:lnTo>
                        <a:pt x="17639" y="14480"/>
                      </a:lnTo>
                      <a:lnTo>
                        <a:pt x="17451" y="14584"/>
                      </a:lnTo>
                      <a:lnTo>
                        <a:pt x="17326" y="14584"/>
                      </a:lnTo>
                      <a:lnTo>
                        <a:pt x="17054" y="14856"/>
                      </a:lnTo>
                      <a:lnTo>
                        <a:pt x="17033" y="14961"/>
                      </a:lnTo>
                      <a:lnTo>
                        <a:pt x="17158" y="15149"/>
                      </a:lnTo>
                      <a:lnTo>
                        <a:pt x="17179" y="15275"/>
                      </a:lnTo>
                      <a:lnTo>
                        <a:pt x="17054" y="15191"/>
                      </a:lnTo>
                      <a:lnTo>
                        <a:pt x="16949" y="15191"/>
                      </a:lnTo>
                      <a:lnTo>
                        <a:pt x="16886" y="15212"/>
                      </a:lnTo>
                      <a:lnTo>
                        <a:pt x="16823" y="15212"/>
                      </a:lnTo>
                      <a:lnTo>
                        <a:pt x="16719" y="15149"/>
                      </a:lnTo>
                      <a:lnTo>
                        <a:pt x="16698" y="14982"/>
                      </a:lnTo>
                      <a:lnTo>
                        <a:pt x="16510" y="15066"/>
                      </a:lnTo>
                      <a:lnTo>
                        <a:pt x="16405" y="15066"/>
                      </a:lnTo>
                      <a:lnTo>
                        <a:pt x="16238" y="15170"/>
                      </a:lnTo>
                      <a:lnTo>
                        <a:pt x="16091" y="15170"/>
                      </a:lnTo>
                      <a:lnTo>
                        <a:pt x="15986" y="15275"/>
                      </a:lnTo>
                      <a:lnTo>
                        <a:pt x="15986" y="15380"/>
                      </a:lnTo>
                      <a:lnTo>
                        <a:pt x="16007" y="15421"/>
                      </a:lnTo>
                      <a:lnTo>
                        <a:pt x="15903" y="15610"/>
                      </a:lnTo>
                      <a:lnTo>
                        <a:pt x="15777" y="15693"/>
                      </a:lnTo>
                      <a:lnTo>
                        <a:pt x="15714" y="15840"/>
                      </a:lnTo>
                      <a:lnTo>
                        <a:pt x="15380" y="16133"/>
                      </a:lnTo>
                      <a:lnTo>
                        <a:pt x="15296" y="16237"/>
                      </a:lnTo>
                      <a:lnTo>
                        <a:pt x="15296" y="16321"/>
                      </a:lnTo>
                      <a:lnTo>
                        <a:pt x="15401" y="16468"/>
                      </a:lnTo>
                      <a:lnTo>
                        <a:pt x="15463" y="16405"/>
                      </a:lnTo>
                      <a:lnTo>
                        <a:pt x="15505" y="16405"/>
                      </a:lnTo>
                      <a:lnTo>
                        <a:pt x="15610" y="16321"/>
                      </a:lnTo>
                      <a:lnTo>
                        <a:pt x="15694" y="16342"/>
                      </a:lnTo>
                      <a:lnTo>
                        <a:pt x="15694" y="16405"/>
                      </a:lnTo>
                      <a:lnTo>
                        <a:pt x="15484" y="16551"/>
                      </a:lnTo>
                      <a:lnTo>
                        <a:pt x="15401" y="16551"/>
                      </a:lnTo>
                      <a:lnTo>
                        <a:pt x="15359" y="16656"/>
                      </a:lnTo>
                      <a:lnTo>
                        <a:pt x="15254" y="16614"/>
                      </a:lnTo>
                      <a:lnTo>
                        <a:pt x="15170" y="16614"/>
                      </a:lnTo>
                      <a:lnTo>
                        <a:pt x="15087" y="16635"/>
                      </a:lnTo>
                      <a:lnTo>
                        <a:pt x="15087" y="16740"/>
                      </a:lnTo>
                      <a:lnTo>
                        <a:pt x="15024" y="16719"/>
                      </a:lnTo>
                      <a:lnTo>
                        <a:pt x="14919" y="16740"/>
                      </a:lnTo>
                      <a:lnTo>
                        <a:pt x="14919" y="16865"/>
                      </a:lnTo>
                      <a:lnTo>
                        <a:pt x="15066" y="17053"/>
                      </a:lnTo>
                      <a:lnTo>
                        <a:pt x="15129" y="17032"/>
                      </a:lnTo>
                      <a:lnTo>
                        <a:pt x="15170" y="16949"/>
                      </a:lnTo>
                      <a:lnTo>
                        <a:pt x="15233" y="17032"/>
                      </a:lnTo>
                      <a:lnTo>
                        <a:pt x="15275" y="16886"/>
                      </a:lnTo>
                      <a:lnTo>
                        <a:pt x="15359" y="16886"/>
                      </a:lnTo>
                      <a:lnTo>
                        <a:pt x="15359" y="16991"/>
                      </a:lnTo>
                      <a:lnTo>
                        <a:pt x="15442" y="16949"/>
                      </a:lnTo>
                      <a:lnTo>
                        <a:pt x="15463" y="16865"/>
                      </a:lnTo>
                      <a:lnTo>
                        <a:pt x="15526" y="16823"/>
                      </a:lnTo>
                      <a:lnTo>
                        <a:pt x="15652" y="16740"/>
                      </a:lnTo>
                      <a:lnTo>
                        <a:pt x="15652" y="16614"/>
                      </a:lnTo>
                      <a:lnTo>
                        <a:pt x="15714" y="16530"/>
                      </a:lnTo>
                      <a:lnTo>
                        <a:pt x="15714" y="16572"/>
                      </a:lnTo>
                      <a:lnTo>
                        <a:pt x="15673" y="16635"/>
                      </a:lnTo>
                      <a:lnTo>
                        <a:pt x="15714" y="16719"/>
                      </a:lnTo>
                      <a:lnTo>
                        <a:pt x="15840" y="16719"/>
                      </a:lnTo>
                      <a:lnTo>
                        <a:pt x="16028" y="16572"/>
                      </a:lnTo>
                      <a:lnTo>
                        <a:pt x="16175" y="16572"/>
                      </a:lnTo>
                      <a:lnTo>
                        <a:pt x="16196" y="16656"/>
                      </a:lnTo>
                      <a:lnTo>
                        <a:pt x="16258" y="16614"/>
                      </a:lnTo>
                      <a:lnTo>
                        <a:pt x="16321" y="16405"/>
                      </a:lnTo>
                      <a:lnTo>
                        <a:pt x="16447" y="16321"/>
                      </a:lnTo>
                      <a:lnTo>
                        <a:pt x="16510" y="16321"/>
                      </a:lnTo>
                      <a:lnTo>
                        <a:pt x="16363" y="16468"/>
                      </a:lnTo>
                      <a:lnTo>
                        <a:pt x="16363" y="16551"/>
                      </a:lnTo>
                      <a:lnTo>
                        <a:pt x="16447" y="16509"/>
                      </a:lnTo>
                      <a:lnTo>
                        <a:pt x="16572" y="16342"/>
                      </a:lnTo>
                      <a:lnTo>
                        <a:pt x="16656" y="16154"/>
                      </a:lnTo>
                      <a:lnTo>
                        <a:pt x="16740" y="16112"/>
                      </a:lnTo>
                      <a:lnTo>
                        <a:pt x="16740" y="16196"/>
                      </a:lnTo>
                      <a:lnTo>
                        <a:pt x="16656" y="16321"/>
                      </a:lnTo>
                      <a:lnTo>
                        <a:pt x="16656" y="16363"/>
                      </a:lnTo>
                      <a:lnTo>
                        <a:pt x="16782" y="16237"/>
                      </a:lnTo>
                      <a:lnTo>
                        <a:pt x="16844" y="16321"/>
                      </a:lnTo>
                      <a:lnTo>
                        <a:pt x="16844" y="16405"/>
                      </a:lnTo>
                      <a:lnTo>
                        <a:pt x="16970" y="16426"/>
                      </a:lnTo>
                      <a:lnTo>
                        <a:pt x="17033" y="16468"/>
                      </a:lnTo>
                      <a:lnTo>
                        <a:pt x="17095" y="16405"/>
                      </a:lnTo>
                      <a:lnTo>
                        <a:pt x="17158" y="16258"/>
                      </a:lnTo>
                      <a:lnTo>
                        <a:pt x="17305" y="16237"/>
                      </a:lnTo>
                      <a:lnTo>
                        <a:pt x="17409" y="16154"/>
                      </a:lnTo>
                      <a:lnTo>
                        <a:pt x="17347" y="16133"/>
                      </a:lnTo>
                      <a:lnTo>
                        <a:pt x="17367" y="16007"/>
                      </a:lnTo>
                      <a:lnTo>
                        <a:pt x="17577" y="15924"/>
                      </a:lnTo>
                      <a:lnTo>
                        <a:pt x="17598" y="15840"/>
                      </a:lnTo>
                      <a:lnTo>
                        <a:pt x="17598" y="15735"/>
                      </a:lnTo>
                      <a:lnTo>
                        <a:pt x="17493" y="15777"/>
                      </a:lnTo>
                      <a:lnTo>
                        <a:pt x="17409" y="15714"/>
                      </a:lnTo>
                      <a:lnTo>
                        <a:pt x="17284" y="15693"/>
                      </a:lnTo>
                      <a:lnTo>
                        <a:pt x="17347" y="15610"/>
                      </a:lnTo>
                      <a:lnTo>
                        <a:pt x="17451" y="15610"/>
                      </a:lnTo>
                      <a:lnTo>
                        <a:pt x="17514" y="15631"/>
                      </a:lnTo>
                      <a:lnTo>
                        <a:pt x="17577" y="15568"/>
                      </a:lnTo>
                      <a:lnTo>
                        <a:pt x="17577" y="15463"/>
                      </a:lnTo>
                      <a:lnTo>
                        <a:pt x="17472" y="15505"/>
                      </a:lnTo>
                      <a:lnTo>
                        <a:pt x="17367" y="15400"/>
                      </a:lnTo>
                      <a:lnTo>
                        <a:pt x="17367" y="15317"/>
                      </a:lnTo>
                      <a:lnTo>
                        <a:pt x="17514" y="15296"/>
                      </a:lnTo>
                      <a:lnTo>
                        <a:pt x="17598" y="15275"/>
                      </a:lnTo>
                      <a:lnTo>
                        <a:pt x="17660" y="15296"/>
                      </a:lnTo>
                      <a:lnTo>
                        <a:pt x="17681" y="15254"/>
                      </a:lnTo>
                      <a:lnTo>
                        <a:pt x="17619" y="15108"/>
                      </a:lnTo>
                      <a:lnTo>
                        <a:pt x="17807" y="15045"/>
                      </a:lnTo>
                      <a:lnTo>
                        <a:pt x="17911" y="15108"/>
                      </a:lnTo>
                      <a:lnTo>
                        <a:pt x="17995" y="15087"/>
                      </a:lnTo>
                      <a:lnTo>
                        <a:pt x="18121" y="15087"/>
                      </a:lnTo>
                      <a:lnTo>
                        <a:pt x="17911" y="15254"/>
                      </a:lnTo>
                      <a:lnTo>
                        <a:pt x="17911" y="15359"/>
                      </a:lnTo>
                      <a:lnTo>
                        <a:pt x="17932" y="15526"/>
                      </a:lnTo>
                      <a:lnTo>
                        <a:pt x="17995" y="15526"/>
                      </a:lnTo>
                      <a:lnTo>
                        <a:pt x="18079" y="15317"/>
                      </a:lnTo>
                      <a:lnTo>
                        <a:pt x="18142" y="15275"/>
                      </a:lnTo>
                      <a:lnTo>
                        <a:pt x="18204" y="15275"/>
                      </a:lnTo>
                      <a:lnTo>
                        <a:pt x="18183" y="15359"/>
                      </a:lnTo>
                      <a:lnTo>
                        <a:pt x="18121" y="15421"/>
                      </a:lnTo>
                      <a:lnTo>
                        <a:pt x="18142" y="15505"/>
                      </a:lnTo>
                      <a:lnTo>
                        <a:pt x="18288" y="15400"/>
                      </a:lnTo>
                      <a:lnTo>
                        <a:pt x="18309" y="15317"/>
                      </a:lnTo>
                      <a:lnTo>
                        <a:pt x="18393" y="15400"/>
                      </a:lnTo>
                      <a:lnTo>
                        <a:pt x="18497" y="15317"/>
                      </a:lnTo>
                      <a:lnTo>
                        <a:pt x="18539" y="15317"/>
                      </a:lnTo>
                      <a:lnTo>
                        <a:pt x="18644" y="15254"/>
                      </a:lnTo>
                      <a:lnTo>
                        <a:pt x="18769" y="15212"/>
                      </a:lnTo>
                      <a:lnTo>
                        <a:pt x="18874" y="15254"/>
                      </a:lnTo>
                      <a:lnTo>
                        <a:pt x="18853" y="15296"/>
                      </a:lnTo>
                      <a:lnTo>
                        <a:pt x="18727" y="15296"/>
                      </a:lnTo>
                      <a:lnTo>
                        <a:pt x="18602" y="15421"/>
                      </a:lnTo>
                      <a:lnTo>
                        <a:pt x="18686" y="15421"/>
                      </a:lnTo>
                      <a:lnTo>
                        <a:pt x="18623" y="15505"/>
                      </a:lnTo>
                      <a:lnTo>
                        <a:pt x="18686" y="15568"/>
                      </a:lnTo>
                      <a:lnTo>
                        <a:pt x="18895" y="15610"/>
                      </a:lnTo>
                      <a:lnTo>
                        <a:pt x="18958" y="15693"/>
                      </a:lnTo>
                      <a:lnTo>
                        <a:pt x="18958" y="15735"/>
                      </a:lnTo>
                      <a:lnTo>
                        <a:pt x="18832" y="15631"/>
                      </a:lnTo>
                      <a:lnTo>
                        <a:pt x="18686" y="15610"/>
                      </a:lnTo>
                      <a:lnTo>
                        <a:pt x="18581" y="15672"/>
                      </a:lnTo>
                      <a:lnTo>
                        <a:pt x="18581" y="15777"/>
                      </a:lnTo>
                      <a:lnTo>
                        <a:pt x="18644" y="15798"/>
                      </a:lnTo>
                      <a:lnTo>
                        <a:pt x="18748" y="15735"/>
                      </a:lnTo>
                      <a:lnTo>
                        <a:pt x="18832" y="15819"/>
                      </a:lnTo>
                      <a:lnTo>
                        <a:pt x="18790" y="15840"/>
                      </a:lnTo>
                      <a:lnTo>
                        <a:pt x="18644" y="15840"/>
                      </a:lnTo>
                      <a:lnTo>
                        <a:pt x="18644" y="15924"/>
                      </a:lnTo>
                      <a:lnTo>
                        <a:pt x="18811" y="15986"/>
                      </a:lnTo>
                      <a:lnTo>
                        <a:pt x="18853" y="16049"/>
                      </a:lnTo>
                      <a:lnTo>
                        <a:pt x="18790" y="16091"/>
                      </a:lnTo>
                      <a:lnTo>
                        <a:pt x="18707" y="16112"/>
                      </a:lnTo>
                      <a:lnTo>
                        <a:pt x="18707" y="16154"/>
                      </a:lnTo>
                      <a:lnTo>
                        <a:pt x="18811" y="16154"/>
                      </a:lnTo>
                      <a:lnTo>
                        <a:pt x="18916" y="16112"/>
                      </a:lnTo>
                      <a:lnTo>
                        <a:pt x="19020" y="16196"/>
                      </a:lnTo>
                      <a:lnTo>
                        <a:pt x="19125" y="16237"/>
                      </a:lnTo>
                      <a:lnTo>
                        <a:pt x="19271" y="16196"/>
                      </a:lnTo>
                      <a:lnTo>
                        <a:pt x="19334" y="16258"/>
                      </a:lnTo>
                      <a:lnTo>
                        <a:pt x="19334" y="16321"/>
                      </a:lnTo>
                      <a:lnTo>
                        <a:pt x="19251" y="16363"/>
                      </a:lnTo>
                      <a:lnTo>
                        <a:pt x="19271" y="16447"/>
                      </a:lnTo>
                      <a:lnTo>
                        <a:pt x="19334" y="16468"/>
                      </a:lnTo>
                      <a:lnTo>
                        <a:pt x="19355" y="16551"/>
                      </a:lnTo>
                      <a:lnTo>
                        <a:pt x="19439" y="16572"/>
                      </a:lnTo>
                      <a:lnTo>
                        <a:pt x="19523" y="16488"/>
                      </a:lnTo>
                      <a:lnTo>
                        <a:pt x="19481" y="16426"/>
                      </a:lnTo>
                      <a:lnTo>
                        <a:pt x="19523" y="16384"/>
                      </a:lnTo>
                      <a:lnTo>
                        <a:pt x="19648" y="16384"/>
                      </a:lnTo>
                      <a:lnTo>
                        <a:pt x="19564" y="16488"/>
                      </a:lnTo>
                      <a:lnTo>
                        <a:pt x="19564" y="16551"/>
                      </a:lnTo>
                      <a:lnTo>
                        <a:pt x="19418" y="16719"/>
                      </a:lnTo>
                      <a:lnTo>
                        <a:pt x="19443" y="16744"/>
                      </a:lnTo>
                      <a:lnTo>
                        <a:pt x="19376" y="16760"/>
                      </a:lnTo>
                      <a:lnTo>
                        <a:pt x="19418" y="16844"/>
                      </a:lnTo>
                      <a:lnTo>
                        <a:pt x="19690" y="16907"/>
                      </a:lnTo>
                      <a:lnTo>
                        <a:pt x="19774" y="16865"/>
                      </a:lnTo>
                      <a:lnTo>
                        <a:pt x="19857" y="16907"/>
                      </a:lnTo>
                      <a:lnTo>
                        <a:pt x="20108" y="16907"/>
                      </a:lnTo>
                      <a:lnTo>
                        <a:pt x="20234" y="16865"/>
                      </a:lnTo>
                      <a:lnTo>
                        <a:pt x="20297" y="16907"/>
                      </a:lnTo>
                      <a:lnTo>
                        <a:pt x="20297" y="16970"/>
                      </a:lnTo>
                      <a:lnTo>
                        <a:pt x="20380" y="16970"/>
                      </a:lnTo>
                      <a:lnTo>
                        <a:pt x="20443" y="17053"/>
                      </a:lnTo>
                      <a:lnTo>
                        <a:pt x="20527" y="17116"/>
                      </a:lnTo>
                      <a:lnTo>
                        <a:pt x="20548" y="17179"/>
                      </a:lnTo>
                      <a:lnTo>
                        <a:pt x="20652" y="17179"/>
                      </a:lnTo>
                      <a:lnTo>
                        <a:pt x="20820" y="17116"/>
                      </a:lnTo>
                      <a:lnTo>
                        <a:pt x="20841" y="17074"/>
                      </a:lnTo>
                      <a:lnTo>
                        <a:pt x="20904" y="17116"/>
                      </a:lnTo>
                      <a:lnTo>
                        <a:pt x="20904" y="17179"/>
                      </a:lnTo>
                      <a:lnTo>
                        <a:pt x="20820" y="17263"/>
                      </a:lnTo>
                      <a:lnTo>
                        <a:pt x="20715" y="17284"/>
                      </a:lnTo>
                      <a:lnTo>
                        <a:pt x="20736" y="17346"/>
                      </a:lnTo>
                      <a:lnTo>
                        <a:pt x="20904" y="17388"/>
                      </a:lnTo>
                      <a:lnTo>
                        <a:pt x="20924" y="17493"/>
                      </a:lnTo>
                      <a:lnTo>
                        <a:pt x="21008" y="17577"/>
                      </a:lnTo>
                      <a:lnTo>
                        <a:pt x="21176" y="17639"/>
                      </a:lnTo>
                      <a:lnTo>
                        <a:pt x="21385" y="17577"/>
                      </a:lnTo>
                      <a:lnTo>
                        <a:pt x="21468" y="17556"/>
                      </a:lnTo>
                      <a:lnTo>
                        <a:pt x="21489" y="17597"/>
                      </a:lnTo>
                      <a:lnTo>
                        <a:pt x="21573" y="17535"/>
                      </a:lnTo>
                      <a:lnTo>
                        <a:pt x="21740" y="17430"/>
                      </a:lnTo>
                      <a:lnTo>
                        <a:pt x="21782" y="17430"/>
                      </a:lnTo>
                      <a:lnTo>
                        <a:pt x="21740" y="17493"/>
                      </a:lnTo>
                      <a:lnTo>
                        <a:pt x="21636" y="17577"/>
                      </a:lnTo>
                      <a:lnTo>
                        <a:pt x="21594" y="17786"/>
                      </a:lnTo>
                      <a:lnTo>
                        <a:pt x="21552" y="17911"/>
                      </a:lnTo>
                      <a:lnTo>
                        <a:pt x="21468" y="17911"/>
                      </a:lnTo>
                      <a:lnTo>
                        <a:pt x="21343" y="17849"/>
                      </a:lnTo>
                      <a:lnTo>
                        <a:pt x="21280" y="17869"/>
                      </a:lnTo>
                      <a:lnTo>
                        <a:pt x="21364" y="17995"/>
                      </a:lnTo>
                      <a:lnTo>
                        <a:pt x="21385" y="18100"/>
                      </a:lnTo>
                      <a:lnTo>
                        <a:pt x="21468" y="18162"/>
                      </a:lnTo>
                      <a:lnTo>
                        <a:pt x="21573" y="18121"/>
                      </a:lnTo>
                      <a:lnTo>
                        <a:pt x="21657" y="18162"/>
                      </a:lnTo>
                      <a:lnTo>
                        <a:pt x="21636" y="18225"/>
                      </a:lnTo>
                      <a:lnTo>
                        <a:pt x="21552" y="18225"/>
                      </a:lnTo>
                      <a:lnTo>
                        <a:pt x="21552" y="18288"/>
                      </a:lnTo>
                      <a:lnTo>
                        <a:pt x="21720" y="18434"/>
                      </a:lnTo>
                      <a:lnTo>
                        <a:pt x="21761" y="18413"/>
                      </a:lnTo>
                      <a:lnTo>
                        <a:pt x="21887" y="18434"/>
                      </a:lnTo>
                      <a:lnTo>
                        <a:pt x="21950" y="18330"/>
                      </a:lnTo>
                      <a:lnTo>
                        <a:pt x="22075" y="18100"/>
                      </a:lnTo>
                      <a:lnTo>
                        <a:pt x="22033" y="18288"/>
                      </a:lnTo>
                      <a:lnTo>
                        <a:pt x="22033" y="18413"/>
                      </a:lnTo>
                      <a:lnTo>
                        <a:pt x="21992" y="18497"/>
                      </a:lnTo>
                      <a:lnTo>
                        <a:pt x="21950" y="18518"/>
                      </a:lnTo>
                      <a:lnTo>
                        <a:pt x="21866" y="18623"/>
                      </a:lnTo>
                      <a:lnTo>
                        <a:pt x="21887" y="18706"/>
                      </a:lnTo>
                      <a:lnTo>
                        <a:pt x="21971" y="18748"/>
                      </a:lnTo>
                      <a:lnTo>
                        <a:pt x="21929" y="18811"/>
                      </a:lnTo>
                      <a:lnTo>
                        <a:pt x="21929" y="19062"/>
                      </a:lnTo>
                      <a:lnTo>
                        <a:pt x="21971" y="19125"/>
                      </a:lnTo>
                      <a:lnTo>
                        <a:pt x="22054" y="19125"/>
                      </a:lnTo>
                      <a:lnTo>
                        <a:pt x="22033" y="19229"/>
                      </a:lnTo>
                      <a:lnTo>
                        <a:pt x="22054" y="19334"/>
                      </a:lnTo>
                      <a:lnTo>
                        <a:pt x="22243" y="19522"/>
                      </a:lnTo>
                      <a:lnTo>
                        <a:pt x="22284" y="19543"/>
                      </a:lnTo>
                      <a:lnTo>
                        <a:pt x="22284" y="19585"/>
                      </a:lnTo>
                      <a:lnTo>
                        <a:pt x="22347" y="19543"/>
                      </a:lnTo>
                      <a:lnTo>
                        <a:pt x="22389" y="19627"/>
                      </a:lnTo>
                      <a:lnTo>
                        <a:pt x="22473" y="19585"/>
                      </a:lnTo>
                      <a:lnTo>
                        <a:pt x="22452" y="19543"/>
                      </a:lnTo>
                      <a:lnTo>
                        <a:pt x="22473" y="19481"/>
                      </a:lnTo>
                      <a:lnTo>
                        <a:pt x="22515" y="19543"/>
                      </a:lnTo>
                      <a:lnTo>
                        <a:pt x="22598" y="19564"/>
                      </a:lnTo>
                      <a:lnTo>
                        <a:pt x="22661" y="19481"/>
                      </a:lnTo>
                      <a:lnTo>
                        <a:pt x="22577" y="19334"/>
                      </a:lnTo>
                      <a:lnTo>
                        <a:pt x="22515" y="19334"/>
                      </a:lnTo>
                      <a:lnTo>
                        <a:pt x="22473" y="19355"/>
                      </a:lnTo>
                      <a:lnTo>
                        <a:pt x="22452" y="19334"/>
                      </a:lnTo>
                      <a:lnTo>
                        <a:pt x="22515" y="19229"/>
                      </a:lnTo>
                      <a:lnTo>
                        <a:pt x="22515" y="19146"/>
                      </a:lnTo>
                      <a:lnTo>
                        <a:pt x="22494" y="19062"/>
                      </a:lnTo>
                      <a:lnTo>
                        <a:pt x="22410" y="19041"/>
                      </a:lnTo>
                      <a:lnTo>
                        <a:pt x="22410" y="18999"/>
                      </a:lnTo>
                      <a:lnTo>
                        <a:pt x="22473" y="18937"/>
                      </a:lnTo>
                      <a:lnTo>
                        <a:pt x="22494" y="18811"/>
                      </a:lnTo>
                      <a:lnTo>
                        <a:pt x="22577" y="18811"/>
                      </a:lnTo>
                      <a:lnTo>
                        <a:pt x="22577" y="18916"/>
                      </a:lnTo>
                      <a:lnTo>
                        <a:pt x="22598" y="18999"/>
                      </a:lnTo>
                      <a:lnTo>
                        <a:pt x="22682" y="18895"/>
                      </a:lnTo>
                      <a:lnTo>
                        <a:pt x="22703" y="18957"/>
                      </a:lnTo>
                      <a:lnTo>
                        <a:pt x="22766" y="19041"/>
                      </a:lnTo>
                      <a:lnTo>
                        <a:pt x="22703" y="19146"/>
                      </a:lnTo>
                      <a:lnTo>
                        <a:pt x="22724" y="19229"/>
                      </a:lnTo>
                      <a:lnTo>
                        <a:pt x="22787" y="19250"/>
                      </a:lnTo>
                      <a:lnTo>
                        <a:pt x="22891" y="19146"/>
                      </a:lnTo>
                      <a:lnTo>
                        <a:pt x="22933" y="19146"/>
                      </a:lnTo>
                      <a:lnTo>
                        <a:pt x="22912" y="19229"/>
                      </a:lnTo>
                      <a:lnTo>
                        <a:pt x="22828" y="19313"/>
                      </a:lnTo>
                      <a:lnTo>
                        <a:pt x="22828" y="19376"/>
                      </a:lnTo>
                      <a:lnTo>
                        <a:pt x="22870" y="19481"/>
                      </a:lnTo>
                      <a:lnTo>
                        <a:pt x="22808" y="19627"/>
                      </a:lnTo>
                      <a:lnTo>
                        <a:pt x="22828" y="19669"/>
                      </a:lnTo>
                      <a:lnTo>
                        <a:pt x="22891" y="19669"/>
                      </a:lnTo>
                      <a:lnTo>
                        <a:pt x="22891" y="19857"/>
                      </a:lnTo>
                      <a:cubicBezTo>
                        <a:pt x="22891" y="19899"/>
                        <a:pt x="22870" y="19983"/>
                        <a:pt x="22870" y="20045"/>
                      </a:cubicBezTo>
                      <a:lnTo>
                        <a:pt x="22828" y="20087"/>
                      </a:lnTo>
                      <a:lnTo>
                        <a:pt x="22808" y="20004"/>
                      </a:lnTo>
                      <a:lnTo>
                        <a:pt x="22870" y="19941"/>
                      </a:lnTo>
                      <a:lnTo>
                        <a:pt x="22870" y="19857"/>
                      </a:lnTo>
                      <a:lnTo>
                        <a:pt x="22766" y="19794"/>
                      </a:lnTo>
                      <a:lnTo>
                        <a:pt x="22598" y="19836"/>
                      </a:lnTo>
                      <a:lnTo>
                        <a:pt x="22577" y="19878"/>
                      </a:lnTo>
                      <a:lnTo>
                        <a:pt x="22515" y="19899"/>
                      </a:lnTo>
                      <a:lnTo>
                        <a:pt x="22473" y="19794"/>
                      </a:lnTo>
                      <a:lnTo>
                        <a:pt x="22410" y="19941"/>
                      </a:lnTo>
                      <a:lnTo>
                        <a:pt x="22452" y="20066"/>
                      </a:lnTo>
                      <a:lnTo>
                        <a:pt x="22515" y="20108"/>
                      </a:lnTo>
                      <a:lnTo>
                        <a:pt x="22473" y="20192"/>
                      </a:lnTo>
                      <a:lnTo>
                        <a:pt x="22410" y="20150"/>
                      </a:lnTo>
                      <a:lnTo>
                        <a:pt x="22368" y="20255"/>
                      </a:lnTo>
                      <a:lnTo>
                        <a:pt x="22452" y="20401"/>
                      </a:lnTo>
                      <a:lnTo>
                        <a:pt x="22410" y="20506"/>
                      </a:lnTo>
                      <a:lnTo>
                        <a:pt x="22494" y="20569"/>
                      </a:lnTo>
                      <a:lnTo>
                        <a:pt x="22410" y="20631"/>
                      </a:lnTo>
                      <a:lnTo>
                        <a:pt x="22515" y="20778"/>
                      </a:lnTo>
                      <a:lnTo>
                        <a:pt x="22619" y="20778"/>
                      </a:lnTo>
                      <a:lnTo>
                        <a:pt x="22703" y="20694"/>
                      </a:lnTo>
                      <a:lnTo>
                        <a:pt x="22703" y="20569"/>
                      </a:lnTo>
                      <a:lnTo>
                        <a:pt x="22619" y="20401"/>
                      </a:lnTo>
                      <a:lnTo>
                        <a:pt x="22661" y="20297"/>
                      </a:lnTo>
                      <a:lnTo>
                        <a:pt x="22787" y="20527"/>
                      </a:lnTo>
                      <a:lnTo>
                        <a:pt x="22787" y="20631"/>
                      </a:lnTo>
                      <a:lnTo>
                        <a:pt x="22787" y="20694"/>
                      </a:lnTo>
                      <a:cubicBezTo>
                        <a:pt x="22766" y="20694"/>
                        <a:pt x="22724" y="20694"/>
                        <a:pt x="22724" y="20715"/>
                      </a:cubicBezTo>
                      <a:lnTo>
                        <a:pt x="22724" y="20736"/>
                      </a:lnTo>
                      <a:lnTo>
                        <a:pt x="22682" y="20799"/>
                      </a:lnTo>
                      <a:lnTo>
                        <a:pt x="22577" y="20841"/>
                      </a:lnTo>
                      <a:lnTo>
                        <a:pt x="22598" y="20924"/>
                      </a:lnTo>
                      <a:lnTo>
                        <a:pt x="22682" y="21008"/>
                      </a:lnTo>
                      <a:lnTo>
                        <a:pt x="22598" y="21092"/>
                      </a:lnTo>
                      <a:lnTo>
                        <a:pt x="22598" y="21196"/>
                      </a:lnTo>
                      <a:lnTo>
                        <a:pt x="22536" y="21259"/>
                      </a:lnTo>
                      <a:lnTo>
                        <a:pt x="22431" y="21301"/>
                      </a:lnTo>
                      <a:lnTo>
                        <a:pt x="22431" y="21343"/>
                      </a:lnTo>
                      <a:lnTo>
                        <a:pt x="22577" y="21364"/>
                      </a:lnTo>
                      <a:lnTo>
                        <a:pt x="22536" y="21426"/>
                      </a:lnTo>
                      <a:lnTo>
                        <a:pt x="22494" y="21447"/>
                      </a:lnTo>
                      <a:lnTo>
                        <a:pt x="22494" y="21531"/>
                      </a:lnTo>
                      <a:lnTo>
                        <a:pt x="22536" y="21531"/>
                      </a:lnTo>
                      <a:lnTo>
                        <a:pt x="22619" y="21510"/>
                      </a:lnTo>
                      <a:lnTo>
                        <a:pt x="22640" y="21552"/>
                      </a:lnTo>
                      <a:lnTo>
                        <a:pt x="22598" y="21615"/>
                      </a:lnTo>
                      <a:lnTo>
                        <a:pt x="22515" y="21636"/>
                      </a:lnTo>
                      <a:lnTo>
                        <a:pt x="22473" y="21719"/>
                      </a:lnTo>
                      <a:lnTo>
                        <a:pt x="22494" y="21866"/>
                      </a:lnTo>
                      <a:lnTo>
                        <a:pt x="22536" y="21929"/>
                      </a:lnTo>
                      <a:lnTo>
                        <a:pt x="22515" y="21991"/>
                      </a:lnTo>
                      <a:lnTo>
                        <a:pt x="22536" y="22075"/>
                      </a:lnTo>
                      <a:lnTo>
                        <a:pt x="22598" y="22054"/>
                      </a:lnTo>
                      <a:lnTo>
                        <a:pt x="22619" y="21970"/>
                      </a:lnTo>
                      <a:lnTo>
                        <a:pt x="22640" y="21845"/>
                      </a:lnTo>
                      <a:lnTo>
                        <a:pt x="22703" y="21678"/>
                      </a:lnTo>
                      <a:lnTo>
                        <a:pt x="22745" y="21615"/>
                      </a:lnTo>
                      <a:lnTo>
                        <a:pt x="22787" y="21406"/>
                      </a:lnTo>
                      <a:lnTo>
                        <a:pt x="22828" y="21343"/>
                      </a:lnTo>
                      <a:lnTo>
                        <a:pt x="22844" y="21204"/>
                      </a:lnTo>
                      <a:lnTo>
                        <a:pt x="22870" y="21217"/>
                      </a:lnTo>
                      <a:cubicBezTo>
                        <a:pt x="22870" y="21301"/>
                        <a:pt x="22870" y="21364"/>
                        <a:pt x="22891" y="21447"/>
                      </a:cubicBezTo>
                      <a:lnTo>
                        <a:pt x="22870" y="21426"/>
                      </a:lnTo>
                      <a:lnTo>
                        <a:pt x="22808" y="21510"/>
                      </a:lnTo>
                      <a:lnTo>
                        <a:pt x="22808" y="21636"/>
                      </a:lnTo>
                      <a:lnTo>
                        <a:pt x="22870" y="21678"/>
                      </a:lnTo>
                      <a:lnTo>
                        <a:pt x="22787" y="21782"/>
                      </a:lnTo>
                      <a:lnTo>
                        <a:pt x="22891" y="21845"/>
                      </a:lnTo>
                      <a:lnTo>
                        <a:pt x="22891" y="21929"/>
                      </a:lnTo>
                      <a:lnTo>
                        <a:pt x="22828" y="21970"/>
                      </a:lnTo>
                      <a:lnTo>
                        <a:pt x="22766" y="21929"/>
                      </a:lnTo>
                      <a:lnTo>
                        <a:pt x="22703" y="21991"/>
                      </a:lnTo>
                      <a:lnTo>
                        <a:pt x="22703" y="22054"/>
                      </a:lnTo>
                      <a:lnTo>
                        <a:pt x="22661" y="22138"/>
                      </a:lnTo>
                      <a:lnTo>
                        <a:pt x="22619" y="22201"/>
                      </a:lnTo>
                      <a:lnTo>
                        <a:pt x="22682" y="22263"/>
                      </a:lnTo>
                      <a:lnTo>
                        <a:pt x="22766" y="22054"/>
                      </a:lnTo>
                      <a:lnTo>
                        <a:pt x="22787" y="22096"/>
                      </a:lnTo>
                      <a:lnTo>
                        <a:pt x="22724" y="22201"/>
                      </a:lnTo>
                      <a:lnTo>
                        <a:pt x="22828" y="22180"/>
                      </a:lnTo>
                      <a:lnTo>
                        <a:pt x="22891" y="22096"/>
                      </a:lnTo>
                      <a:lnTo>
                        <a:pt x="22891" y="21991"/>
                      </a:lnTo>
                      <a:lnTo>
                        <a:pt x="23017" y="21845"/>
                      </a:lnTo>
                      <a:cubicBezTo>
                        <a:pt x="23017" y="21929"/>
                        <a:pt x="23017" y="21991"/>
                        <a:pt x="23038" y="22075"/>
                      </a:cubicBezTo>
                      <a:lnTo>
                        <a:pt x="23017" y="22096"/>
                      </a:lnTo>
                      <a:lnTo>
                        <a:pt x="23080" y="22159"/>
                      </a:lnTo>
                      <a:cubicBezTo>
                        <a:pt x="23101" y="22201"/>
                        <a:pt x="23101" y="22284"/>
                        <a:pt x="23121" y="22326"/>
                      </a:cubicBezTo>
                      <a:lnTo>
                        <a:pt x="23080" y="22473"/>
                      </a:lnTo>
                      <a:lnTo>
                        <a:pt x="23080" y="22556"/>
                      </a:lnTo>
                      <a:lnTo>
                        <a:pt x="23038" y="22640"/>
                      </a:lnTo>
                      <a:lnTo>
                        <a:pt x="22933" y="22682"/>
                      </a:lnTo>
                      <a:lnTo>
                        <a:pt x="22912" y="22724"/>
                      </a:lnTo>
                      <a:lnTo>
                        <a:pt x="22933" y="22786"/>
                      </a:lnTo>
                      <a:lnTo>
                        <a:pt x="23017" y="22745"/>
                      </a:lnTo>
                      <a:lnTo>
                        <a:pt x="23101" y="22786"/>
                      </a:lnTo>
                      <a:lnTo>
                        <a:pt x="23101" y="22828"/>
                      </a:lnTo>
                      <a:lnTo>
                        <a:pt x="22996" y="22912"/>
                      </a:lnTo>
                      <a:lnTo>
                        <a:pt x="22996" y="22954"/>
                      </a:lnTo>
                      <a:lnTo>
                        <a:pt x="22975" y="23038"/>
                      </a:lnTo>
                      <a:lnTo>
                        <a:pt x="22912" y="23038"/>
                      </a:lnTo>
                      <a:lnTo>
                        <a:pt x="22870" y="23100"/>
                      </a:lnTo>
                      <a:lnTo>
                        <a:pt x="22891" y="23142"/>
                      </a:lnTo>
                      <a:lnTo>
                        <a:pt x="22975" y="23142"/>
                      </a:lnTo>
                      <a:lnTo>
                        <a:pt x="23017" y="23205"/>
                      </a:lnTo>
                      <a:lnTo>
                        <a:pt x="23038" y="23142"/>
                      </a:lnTo>
                      <a:lnTo>
                        <a:pt x="23121" y="23121"/>
                      </a:lnTo>
                      <a:lnTo>
                        <a:pt x="23184" y="23163"/>
                      </a:lnTo>
                      <a:lnTo>
                        <a:pt x="23101" y="23226"/>
                      </a:lnTo>
                      <a:lnTo>
                        <a:pt x="23080" y="23268"/>
                      </a:lnTo>
                      <a:lnTo>
                        <a:pt x="23121" y="23351"/>
                      </a:lnTo>
                      <a:lnTo>
                        <a:pt x="23038" y="23435"/>
                      </a:lnTo>
                      <a:lnTo>
                        <a:pt x="23017" y="23519"/>
                      </a:lnTo>
                      <a:lnTo>
                        <a:pt x="23121" y="23582"/>
                      </a:lnTo>
                      <a:lnTo>
                        <a:pt x="23101" y="23686"/>
                      </a:lnTo>
                      <a:lnTo>
                        <a:pt x="23142" y="23749"/>
                      </a:lnTo>
                      <a:lnTo>
                        <a:pt x="23247" y="23749"/>
                      </a:lnTo>
                      <a:lnTo>
                        <a:pt x="23310" y="23686"/>
                      </a:lnTo>
                      <a:lnTo>
                        <a:pt x="23247" y="23623"/>
                      </a:lnTo>
                      <a:lnTo>
                        <a:pt x="23310" y="23561"/>
                      </a:lnTo>
                      <a:lnTo>
                        <a:pt x="23247" y="23519"/>
                      </a:lnTo>
                      <a:lnTo>
                        <a:pt x="23205" y="23519"/>
                      </a:lnTo>
                      <a:lnTo>
                        <a:pt x="23247" y="23435"/>
                      </a:lnTo>
                      <a:lnTo>
                        <a:pt x="23331" y="23414"/>
                      </a:lnTo>
                      <a:lnTo>
                        <a:pt x="23435" y="23331"/>
                      </a:lnTo>
                      <a:lnTo>
                        <a:pt x="23435" y="23247"/>
                      </a:lnTo>
                      <a:lnTo>
                        <a:pt x="23393" y="23226"/>
                      </a:lnTo>
                      <a:lnTo>
                        <a:pt x="23310" y="23226"/>
                      </a:lnTo>
                      <a:lnTo>
                        <a:pt x="23310" y="23205"/>
                      </a:lnTo>
                      <a:lnTo>
                        <a:pt x="23414" y="23121"/>
                      </a:lnTo>
                      <a:lnTo>
                        <a:pt x="23393" y="23017"/>
                      </a:lnTo>
                      <a:lnTo>
                        <a:pt x="23247" y="22912"/>
                      </a:lnTo>
                      <a:lnTo>
                        <a:pt x="23310" y="22807"/>
                      </a:lnTo>
                      <a:lnTo>
                        <a:pt x="23331" y="22828"/>
                      </a:lnTo>
                      <a:lnTo>
                        <a:pt x="23414" y="22828"/>
                      </a:lnTo>
                      <a:lnTo>
                        <a:pt x="23414" y="22766"/>
                      </a:lnTo>
                      <a:lnTo>
                        <a:pt x="23310" y="22661"/>
                      </a:lnTo>
                      <a:lnTo>
                        <a:pt x="23373" y="22661"/>
                      </a:lnTo>
                      <a:lnTo>
                        <a:pt x="23373" y="22473"/>
                      </a:lnTo>
                      <a:lnTo>
                        <a:pt x="23247" y="22389"/>
                      </a:lnTo>
                      <a:lnTo>
                        <a:pt x="23226" y="22410"/>
                      </a:lnTo>
                      <a:lnTo>
                        <a:pt x="23142" y="22347"/>
                      </a:lnTo>
                      <a:lnTo>
                        <a:pt x="23163" y="22305"/>
                      </a:lnTo>
                      <a:lnTo>
                        <a:pt x="23163" y="22284"/>
                      </a:lnTo>
                      <a:lnTo>
                        <a:pt x="23247" y="22180"/>
                      </a:lnTo>
                      <a:lnTo>
                        <a:pt x="23205" y="22096"/>
                      </a:lnTo>
                      <a:cubicBezTo>
                        <a:pt x="23205" y="22054"/>
                        <a:pt x="23226" y="21991"/>
                        <a:pt x="23226" y="21950"/>
                      </a:cubicBezTo>
                      <a:lnTo>
                        <a:pt x="23226" y="21887"/>
                      </a:lnTo>
                      <a:lnTo>
                        <a:pt x="23268" y="21929"/>
                      </a:lnTo>
                      <a:lnTo>
                        <a:pt x="23352" y="21866"/>
                      </a:lnTo>
                      <a:lnTo>
                        <a:pt x="23310" y="21761"/>
                      </a:lnTo>
                      <a:lnTo>
                        <a:pt x="23352" y="21719"/>
                      </a:lnTo>
                      <a:lnTo>
                        <a:pt x="23352" y="21573"/>
                      </a:lnTo>
                      <a:lnTo>
                        <a:pt x="23414" y="21552"/>
                      </a:lnTo>
                      <a:lnTo>
                        <a:pt x="23435" y="21719"/>
                      </a:lnTo>
                      <a:lnTo>
                        <a:pt x="23477" y="21678"/>
                      </a:lnTo>
                      <a:lnTo>
                        <a:pt x="23519" y="21657"/>
                      </a:lnTo>
                      <a:lnTo>
                        <a:pt x="23519" y="21678"/>
                      </a:lnTo>
                      <a:lnTo>
                        <a:pt x="23519" y="21719"/>
                      </a:lnTo>
                      <a:lnTo>
                        <a:pt x="23477" y="21761"/>
                      </a:lnTo>
                      <a:lnTo>
                        <a:pt x="23477" y="21845"/>
                      </a:lnTo>
                      <a:lnTo>
                        <a:pt x="23540" y="21887"/>
                      </a:lnTo>
                      <a:lnTo>
                        <a:pt x="23665" y="21866"/>
                      </a:lnTo>
                      <a:lnTo>
                        <a:pt x="23749" y="21761"/>
                      </a:lnTo>
                      <a:lnTo>
                        <a:pt x="23728" y="21719"/>
                      </a:lnTo>
                      <a:cubicBezTo>
                        <a:pt x="23749" y="21657"/>
                        <a:pt x="23770" y="21573"/>
                        <a:pt x="23791" y="21510"/>
                      </a:cubicBezTo>
                      <a:lnTo>
                        <a:pt x="23833" y="21531"/>
                      </a:lnTo>
                      <a:lnTo>
                        <a:pt x="23854" y="21636"/>
                      </a:lnTo>
                      <a:lnTo>
                        <a:pt x="23958" y="21719"/>
                      </a:lnTo>
                      <a:lnTo>
                        <a:pt x="24000" y="21719"/>
                      </a:lnTo>
                      <a:lnTo>
                        <a:pt x="23937" y="21740"/>
                      </a:lnTo>
                      <a:lnTo>
                        <a:pt x="23854" y="21740"/>
                      </a:lnTo>
                      <a:lnTo>
                        <a:pt x="23833" y="21782"/>
                      </a:lnTo>
                      <a:cubicBezTo>
                        <a:pt x="23749" y="21824"/>
                        <a:pt x="23665" y="21866"/>
                        <a:pt x="23665" y="21970"/>
                      </a:cubicBezTo>
                      <a:cubicBezTo>
                        <a:pt x="23665" y="22054"/>
                        <a:pt x="23665" y="22096"/>
                        <a:pt x="23686" y="22180"/>
                      </a:cubicBezTo>
                      <a:lnTo>
                        <a:pt x="23665" y="22159"/>
                      </a:lnTo>
                      <a:lnTo>
                        <a:pt x="23665" y="22138"/>
                      </a:lnTo>
                      <a:lnTo>
                        <a:pt x="23645" y="22159"/>
                      </a:lnTo>
                      <a:cubicBezTo>
                        <a:pt x="23624" y="22159"/>
                        <a:pt x="23603" y="22138"/>
                        <a:pt x="23561" y="22138"/>
                      </a:cubicBezTo>
                      <a:lnTo>
                        <a:pt x="23624" y="22075"/>
                      </a:lnTo>
                      <a:lnTo>
                        <a:pt x="23645" y="21991"/>
                      </a:lnTo>
                      <a:lnTo>
                        <a:pt x="23456" y="21970"/>
                      </a:lnTo>
                      <a:lnTo>
                        <a:pt x="23352" y="22075"/>
                      </a:lnTo>
                      <a:lnTo>
                        <a:pt x="23414" y="22180"/>
                      </a:lnTo>
                      <a:lnTo>
                        <a:pt x="23435" y="22180"/>
                      </a:lnTo>
                      <a:cubicBezTo>
                        <a:pt x="23414" y="22201"/>
                        <a:pt x="23414" y="22222"/>
                        <a:pt x="23414" y="22263"/>
                      </a:cubicBezTo>
                      <a:cubicBezTo>
                        <a:pt x="23435" y="22284"/>
                        <a:pt x="23435" y="22326"/>
                        <a:pt x="23456" y="22368"/>
                      </a:cubicBezTo>
                      <a:cubicBezTo>
                        <a:pt x="23498" y="22389"/>
                        <a:pt x="23519" y="22431"/>
                        <a:pt x="23540" y="22494"/>
                      </a:cubicBezTo>
                      <a:lnTo>
                        <a:pt x="23561" y="22494"/>
                      </a:lnTo>
                      <a:cubicBezTo>
                        <a:pt x="23561" y="22494"/>
                        <a:pt x="23561" y="22514"/>
                        <a:pt x="23582" y="22514"/>
                      </a:cubicBezTo>
                      <a:cubicBezTo>
                        <a:pt x="23624" y="22577"/>
                        <a:pt x="23665" y="22577"/>
                        <a:pt x="23686" y="22598"/>
                      </a:cubicBezTo>
                      <a:lnTo>
                        <a:pt x="23665" y="22619"/>
                      </a:lnTo>
                      <a:lnTo>
                        <a:pt x="23540" y="22724"/>
                      </a:lnTo>
                      <a:lnTo>
                        <a:pt x="23540" y="22828"/>
                      </a:lnTo>
                      <a:lnTo>
                        <a:pt x="23603" y="22933"/>
                      </a:lnTo>
                      <a:lnTo>
                        <a:pt x="23728" y="22828"/>
                      </a:lnTo>
                      <a:lnTo>
                        <a:pt x="23812" y="22682"/>
                      </a:lnTo>
                      <a:lnTo>
                        <a:pt x="23812" y="22619"/>
                      </a:lnTo>
                      <a:lnTo>
                        <a:pt x="23875" y="22598"/>
                      </a:lnTo>
                      <a:lnTo>
                        <a:pt x="24021" y="22473"/>
                      </a:lnTo>
                      <a:lnTo>
                        <a:pt x="24042" y="22514"/>
                      </a:lnTo>
                      <a:lnTo>
                        <a:pt x="24251" y="22514"/>
                      </a:lnTo>
                      <a:lnTo>
                        <a:pt x="24168" y="22619"/>
                      </a:lnTo>
                      <a:lnTo>
                        <a:pt x="24189" y="22640"/>
                      </a:lnTo>
                      <a:lnTo>
                        <a:pt x="24314" y="22640"/>
                      </a:lnTo>
                      <a:lnTo>
                        <a:pt x="24314" y="22703"/>
                      </a:lnTo>
                      <a:lnTo>
                        <a:pt x="24209" y="22807"/>
                      </a:lnTo>
                      <a:cubicBezTo>
                        <a:pt x="24189" y="22807"/>
                        <a:pt x="24168" y="22828"/>
                        <a:pt x="24147" y="22828"/>
                      </a:cubicBezTo>
                      <a:lnTo>
                        <a:pt x="24168" y="22724"/>
                      </a:lnTo>
                      <a:lnTo>
                        <a:pt x="24105" y="22598"/>
                      </a:lnTo>
                      <a:lnTo>
                        <a:pt x="23979" y="22598"/>
                      </a:lnTo>
                      <a:lnTo>
                        <a:pt x="23979" y="22640"/>
                      </a:lnTo>
                      <a:lnTo>
                        <a:pt x="23875" y="22703"/>
                      </a:lnTo>
                      <a:lnTo>
                        <a:pt x="23833" y="22849"/>
                      </a:lnTo>
                      <a:lnTo>
                        <a:pt x="23833" y="22912"/>
                      </a:lnTo>
                      <a:lnTo>
                        <a:pt x="23728" y="23017"/>
                      </a:lnTo>
                      <a:lnTo>
                        <a:pt x="23749" y="23100"/>
                      </a:lnTo>
                      <a:lnTo>
                        <a:pt x="23937" y="23017"/>
                      </a:lnTo>
                      <a:cubicBezTo>
                        <a:pt x="23937" y="23038"/>
                        <a:pt x="23958" y="23038"/>
                        <a:pt x="23958" y="23038"/>
                      </a:cubicBezTo>
                      <a:lnTo>
                        <a:pt x="23854" y="23121"/>
                      </a:lnTo>
                      <a:lnTo>
                        <a:pt x="23770" y="23247"/>
                      </a:lnTo>
                      <a:lnTo>
                        <a:pt x="23833" y="23310"/>
                      </a:lnTo>
                      <a:lnTo>
                        <a:pt x="24000" y="23163"/>
                      </a:lnTo>
                      <a:lnTo>
                        <a:pt x="24063" y="23100"/>
                      </a:lnTo>
                      <a:cubicBezTo>
                        <a:pt x="24084" y="23121"/>
                        <a:pt x="24105" y="23121"/>
                        <a:pt x="24147" y="23142"/>
                      </a:cubicBezTo>
                      <a:lnTo>
                        <a:pt x="24147" y="23163"/>
                      </a:lnTo>
                      <a:lnTo>
                        <a:pt x="24168" y="23226"/>
                      </a:lnTo>
                      <a:lnTo>
                        <a:pt x="24189" y="23268"/>
                      </a:lnTo>
                      <a:lnTo>
                        <a:pt x="24000" y="23268"/>
                      </a:lnTo>
                      <a:lnTo>
                        <a:pt x="23937" y="23351"/>
                      </a:lnTo>
                      <a:lnTo>
                        <a:pt x="23937" y="23414"/>
                      </a:lnTo>
                      <a:lnTo>
                        <a:pt x="24000" y="23414"/>
                      </a:lnTo>
                      <a:lnTo>
                        <a:pt x="24063" y="23372"/>
                      </a:lnTo>
                      <a:lnTo>
                        <a:pt x="24168" y="23372"/>
                      </a:lnTo>
                      <a:lnTo>
                        <a:pt x="24168" y="23414"/>
                      </a:lnTo>
                      <a:lnTo>
                        <a:pt x="24063" y="23477"/>
                      </a:lnTo>
                      <a:lnTo>
                        <a:pt x="23937" y="23477"/>
                      </a:lnTo>
                      <a:lnTo>
                        <a:pt x="23875" y="23540"/>
                      </a:lnTo>
                      <a:lnTo>
                        <a:pt x="23854" y="23665"/>
                      </a:lnTo>
                      <a:lnTo>
                        <a:pt x="23896" y="23770"/>
                      </a:lnTo>
                      <a:lnTo>
                        <a:pt x="23979" y="23728"/>
                      </a:lnTo>
                      <a:lnTo>
                        <a:pt x="24000" y="23644"/>
                      </a:lnTo>
                      <a:lnTo>
                        <a:pt x="24084" y="23644"/>
                      </a:lnTo>
                      <a:lnTo>
                        <a:pt x="24189" y="23582"/>
                      </a:lnTo>
                      <a:lnTo>
                        <a:pt x="24314" y="23435"/>
                      </a:lnTo>
                      <a:lnTo>
                        <a:pt x="24461" y="23247"/>
                      </a:lnTo>
                      <a:lnTo>
                        <a:pt x="24502" y="23017"/>
                      </a:lnTo>
                      <a:lnTo>
                        <a:pt x="24628" y="22745"/>
                      </a:lnTo>
                      <a:lnTo>
                        <a:pt x="24691" y="22724"/>
                      </a:lnTo>
                      <a:lnTo>
                        <a:pt x="24691" y="22703"/>
                      </a:lnTo>
                      <a:lnTo>
                        <a:pt x="24691" y="22661"/>
                      </a:lnTo>
                      <a:lnTo>
                        <a:pt x="24670" y="22661"/>
                      </a:lnTo>
                      <a:lnTo>
                        <a:pt x="24712" y="22619"/>
                      </a:lnTo>
                      <a:lnTo>
                        <a:pt x="24712" y="22577"/>
                      </a:lnTo>
                      <a:lnTo>
                        <a:pt x="24753" y="22514"/>
                      </a:lnTo>
                      <a:lnTo>
                        <a:pt x="24712" y="22473"/>
                      </a:lnTo>
                      <a:lnTo>
                        <a:pt x="24670" y="22452"/>
                      </a:lnTo>
                      <a:lnTo>
                        <a:pt x="24670" y="22347"/>
                      </a:lnTo>
                      <a:lnTo>
                        <a:pt x="24607" y="22242"/>
                      </a:lnTo>
                      <a:lnTo>
                        <a:pt x="24481" y="22159"/>
                      </a:lnTo>
                      <a:lnTo>
                        <a:pt x="24398" y="22096"/>
                      </a:lnTo>
                      <a:lnTo>
                        <a:pt x="24377" y="22033"/>
                      </a:lnTo>
                      <a:lnTo>
                        <a:pt x="24272" y="21866"/>
                      </a:lnTo>
                      <a:lnTo>
                        <a:pt x="24189" y="21845"/>
                      </a:lnTo>
                      <a:lnTo>
                        <a:pt x="24084" y="21845"/>
                      </a:lnTo>
                      <a:lnTo>
                        <a:pt x="24084" y="21782"/>
                      </a:lnTo>
                      <a:lnTo>
                        <a:pt x="24126" y="21740"/>
                      </a:lnTo>
                      <a:lnTo>
                        <a:pt x="24084" y="21657"/>
                      </a:lnTo>
                      <a:lnTo>
                        <a:pt x="24042" y="21615"/>
                      </a:lnTo>
                      <a:lnTo>
                        <a:pt x="24021" y="21531"/>
                      </a:lnTo>
                      <a:lnTo>
                        <a:pt x="24063" y="21468"/>
                      </a:lnTo>
                      <a:lnTo>
                        <a:pt x="24126" y="21447"/>
                      </a:lnTo>
                      <a:lnTo>
                        <a:pt x="24084" y="21406"/>
                      </a:lnTo>
                      <a:lnTo>
                        <a:pt x="24021" y="21343"/>
                      </a:lnTo>
                      <a:lnTo>
                        <a:pt x="23958" y="21343"/>
                      </a:lnTo>
                      <a:lnTo>
                        <a:pt x="23958" y="21259"/>
                      </a:lnTo>
                      <a:lnTo>
                        <a:pt x="24063" y="21217"/>
                      </a:lnTo>
                      <a:lnTo>
                        <a:pt x="24042" y="20799"/>
                      </a:lnTo>
                      <a:lnTo>
                        <a:pt x="24042" y="20380"/>
                      </a:lnTo>
                      <a:lnTo>
                        <a:pt x="24084" y="20025"/>
                      </a:lnTo>
                      <a:lnTo>
                        <a:pt x="24063" y="19941"/>
                      </a:lnTo>
                      <a:lnTo>
                        <a:pt x="24063" y="19836"/>
                      </a:lnTo>
                      <a:lnTo>
                        <a:pt x="24126" y="19732"/>
                      </a:lnTo>
                      <a:lnTo>
                        <a:pt x="24084" y="19627"/>
                      </a:lnTo>
                      <a:lnTo>
                        <a:pt x="24042" y="19543"/>
                      </a:lnTo>
                      <a:lnTo>
                        <a:pt x="24021" y="19334"/>
                      </a:lnTo>
                      <a:lnTo>
                        <a:pt x="23875" y="19167"/>
                      </a:lnTo>
                      <a:lnTo>
                        <a:pt x="23833" y="18957"/>
                      </a:lnTo>
                      <a:lnTo>
                        <a:pt x="23854" y="18853"/>
                      </a:lnTo>
                      <a:lnTo>
                        <a:pt x="23728" y="18518"/>
                      </a:lnTo>
                      <a:lnTo>
                        <a:pt x="23749" y="18434"/>
                      </a:lnTo>
                      <a:lnTo>
                        <a:pt x="23833" y="18288"/>
                      </a:lnTo>
                      <a:lnTo>
                        <a:pt x="23812" y="18204"/>
                      </a:lnTo>
                      <a:lnTo>
                        <a:pt x="23812" y="18100"/>
                      </a:lnTo>
                      <a:lnTo>
                        <a:pt x="23665" y="17995"/>
                      </a:lnTo>
                      <a:lnTo>
                        <a:pt x="23498" y="17995"/>
                      </a:lnTo>
                      <a:lnTo>
                        <a:pt x="23289" y="18058"/>
                      </a:lnTo>
                      <a:lnTo>
                        <a:pt x="23226" y="18079"/>
                      </a:lnTo>
                      <a:lnTo>
                        <a:pt x="23017" y="18162"/>
                      </a:lnTo>
                      <a:lnTo>
                        <a:pt x="22891" y="18288"/>
                      </a:lnTo>
                      <a:lnTo>
                        <a:pt x="22724" y="18518"/>
                      </a:lnTo>
                      <a:lnTo>
                        <a:pt x="22598" y="18602"/>
                      </a:lnTo>
                      <a:lnTo>
                        <a:pt x="22410" y="18623"/>
                      </a:lnTo>
                      <a:lnTo>
                        <a:pt x="22201" y="18644"/>
                      </a:lnTo>
                      <a:lnTo>
                        <a:pt x="22159" y="18644"/>
                      </a:lnTo>
                      <a:lnTo>
                        <a:pt x="22159" y="18581"/>
                      </a:lnTo>
                      <a:lnTo>
                        <a:pt x="22264" y="18413"/>
                      </a:lnTo>
                      <a:lnTo>
                        <a:pt x="22201" y="18267"/>
                      </a:lnTo>
                      <a:lnTo>
                        <a:pt x="22054" y="17597"/>
                      </a:lnTo>
                      <a:lnTo>
                        <a:pt x="21950" y="17325"/>
                      </a:lnTo>
                      <a:lnTo>
                        <a:pt x="21887" y="17179"/>
                      </a:lnTo>
                      <a:lnTo>
                        <a:pt x="22033" y="16928"/>
                      </a:lnTo>
                      <a:lnTo>
                        <a:pt x="21740" y="16886"/>
                      </a:lnTo>
                      <a:lnTo>
                        <a:pt x="21531" y="17032"/>
                      </a:lnTo>
                      <a:lnTo>
                        <a:pt x="21406" y="16970"/>
                      </a:lnTo>
                      <a:lnTo>
                        <a:pt x="21029" y="16970"/>
                      </a:lnTo>
                      <a:lnTo>
                        <a:pt x="27704" y="4792"/>
                      </a:lnTo>
                      <a:lnTo>
                        <a:pt x="27683" y="4729"/>
                      </a:lnTo>
                      <a:lnTo>
                        <a:pt x="27536" y="4708"/>
                      </a:lnTo>
                      <a:lnTo>
                        <a:pt x="27474" y="4729"/>
                      </a:lnTo>
                      <a:lnTo>
                        <a:pt x="27411" y="4667"/>
                      </a:lnTo>
                      <a:lnTo>
                        <a:pt x="27369" y="4416"/>
                      </a:lnTo>
                      <a:lnTo>
                        <a:pt x="27306" y="4290"/>
                      </a:lnTo>
                      <a:lnTo>
                        <a:pt x="27222" y="4248"/>
                      </a:lnTo>
                      <a:lnTo>
                        <a:pt x="27202" y="4102"/>
                      </a:lnTo>
                      <a:lnTo>
                        <a:pt x="27118" y="3955"/>
                      </a:lnTo>
                      <a:lnTo>
                        <a:pt x="27076" y="3892"/>
                      </a:lnTo>
                      <a:lnTo>
                        <a:pt x="26867" y="3892"/>
                      </a:lnTo>
                      <a:lnTo>
                        <a:pt x="26846" y="3934"/>
                      </a:lnTo>
                      <a:lnTo>
                        <a:pt x="26678" y="3892"/>
                      </a:lnTo>
                      <a:lnTo>
                        <a:pt x="26532" y="3934"/>
                      </a:lnTo>
                      <a:lnTo>
                        <a:pt x="26448" y="3872"/>
                      </a:lnTo>
                      <a:lnTo>
                        <a:pt x="26386" y="3892"/>
                      </a:lnTo>
                      <a:lnTo>
                        <a:pt x="26344" y="3872"/>
                      </a:lnTo>
                      <a:lnTo>
                        <a:pt x="26323" y="3892"/>
                      </a:lnTo>
                      <a:lnTo>
                        <a:pt x="26239" y="3892"/>
                      </a:lnTo>
                      <a:lnTo>
                        <a:pt x="26239" y="3872"/>
                      </a:lnTo>
                      <a:lnTo>
                        <a:pt x="26281" y="3872"/>
                      </a:lnTo>
                      <a:lnTo>
                        <a:pt x="26281" y="3830"/>
                      </a:lnTo>
                      <a:lnTo>
                        <a:pt x="26176" y="3746"/>
                      </a:lnTo>
                      <a:lnTo>
                        <a:pt x="26114" y="3767"/>
                      </a:lnTo>
                      <a:lnTo>
                        <a:pt x="26030" y="3746"/>
                      </a:lnTo>
                      <a:lnTo>
                        <a:pt x="26051" y="3725"/>
                      </a:lnTo>
                      <a:lnTo>
                        <a:pt x="26114" y="3683"/>
                      </a:lnTo>
                      <a:lnTo>
                        <a:pt x="26051" y="3641"/>
                      </a:lnTo>
                      <a:lnTo>
                        <a:pt x="25967" y="3641"/>
                      </a:lnTo>
                      <a:lnTo>
                        <a:pt x="25904" y="3620"/>
                      </a:lnTo>
                      <a:lnTo>
                        <a:pt x="25904" y="3558"/>
                      </a:lnTo>
                      <a:lnTo>
                        <a:pt x="25821" y="3474"/>
                      </a:lnTo>
                      <a:lnTo>
                        <a:pt x="25737" y="3411"/>
                      </a:lnTo>
                      <a:lnTo>
                        <a:pt x="25716" y="3411"/>
                      </a:lnTo>
                      <a:lnTo>
                        <a:pt x="25653" y="3369"/>
                      </a:lnTo>
                      <a:lnTo>
                        <a:pt x="25611" y="3369"/>
                      </a:lnTo>
                      <a:lnTo>
                        <a:pt x="25549" y="3432"/>
                      </a:lnTo>
                      <a:lnTo>
                        <a:pt x="25549" y="3369"/>
                      </a:lnTo>
                      <a:lnTo>
                        <a:pt x="25528" y="3328"/>
                      </a:lnTo>
                      <a:lnTo>
                        <a:pt x="25444" y="3265"/>
                      </a:lnTo>
                      <a:lnTo>
                        <a:pt x="25381" y="3369"/>
                      </a:lnTo>
                      <a:lnTo>
                        <a:pt x="25318" y="3328"/>
                      </a:lnTo>
                      <a:lnTo>
                        <a:pt x="25318" y="3244"/>
                      </a:lnTo>
                      <a:lnTo>
                        <a:pt x="25381" y="3223"/>
                      </a:lnTo>
                      <a:lnTo>
                        <a:pt x="25339" y="3160"/>
                      </a:lnTo>
                      <a:lnTo>
                        <a:pt x="25277" y="3139"/>
                      </a:lnTo>
                      <a:lnTo>
                        <a:pt x="25193" y="3160"/>
                      </a:lnTo>
                      <a:lnTo>
                        <a:pt x="25193" y="3160"/>
                      </a:lnTo>
                      <a:lnTo>
                        <a:pt x="25214" y="3118"/>
                      </a:lnTo>
                      <a:lnTo>
                        <a:pt x="25214" y="3056"/>
                      </a:lnTo>
                      <a:lnTo>
                        <a:pt x="25109" y="3014"/>
                      </a:lnTo>
                      <a:lnTo>
                        <a:pt x="25025" y="2909"/>
                      </a:lnTo>
                      <a:lnTo>
                        <a:pt x="25067" y="2888"/>
                      </a:lnTo>
                      <a:lnTo>
                        <a:pt x="25025" y="2825"/>
                      </a:lnTo>
                      <a:lnTo>
                        <a:pt x="24963" y="2804"/>
                      </a:lnTo>
                      <a:lnTo>
                        <a:pt x="24900" y="2846"/>
                      </a:lnTo>
                      <a:lnTo>
                        <a:pt x="24691" y="3056"/>
                      </a:lnTo>
                      <a:lnTo>
                        <a:pt x="24461" y="3202"/>
                      </a:lnTo>
                      <a:lnTo>
                        <a:pt x="24670" y="3035"/>
                      </a:lnTo>
                      <a:lnTo>
                        <a:pt x="24795" y="2846"/>
                      </a:lnTo>
                      <a:lnTo>
                        <a:pt x="24921" y="2721"/>
                      </a:lnTo>
                      <a:lnTo>
                        <a:pt x="24963" y="2595"/>
                      </a:lnTo>
                      <a:lnTo>
                        <a:pt x="24879" y="2532"/>
                      </a:lnTo>
                      <a:lnTo>
                        <a:pt x="24712" y="2428"/>
                      </a:lnTo>
                      <a:lnTo>
                        <a:pt x="24586" y="2428"/>
                      </a:lnTo>
                      <a:lnTo>
                        <a:pt x="24440" y="2491"/>
                      </a:lnTo>
                      <a:lnTo>
                        <a:pt x="24356" y="2491"/>
                      </a:lnTo>
                      <a:lnTo>
                        <a:pt x="24293" y="2512"/>
                      </a:lnTo>
                      <a:lnTo>
                        <a:pt x="24147" y="2532"/>
                      </a:lnTo>
                      <a:lnTo>
                        <a:pt x="23979" y="2721"/>
                      </a:lnTo>
                      <a:lnTo>
                        <a:pt x="23854" y="2825"/>
                      </a:lnTo>
                      <a:lnTo>
                        <a:pt x="23854" y="2825"/>
                      </a:lnTo>
                      <a:lnTo>
                        <a:pt x="23958" y="2700"/>
                      </a:lnTo>
                      <a:lnTo>
                        <a:pt x="23937" y="2532"/>
                      </a:lnTo>
                      <a:lnTo>
                        <a:pt x="23958" y="2407"/>
                      </a:lnTo>
                      <a:lnTo>
                        <a:pt x="23958" y="2302"/>
                      </a:lnTo>
                      <a:lnTo>
                        <a:pt x="23770" y="2198"/>
                      </a:lnTo>
                      <a:lnTo>
                        <a:pt x="23770" y="2156"/>
                      </a:lnTo>
                      <a:lnTo>
                        <a:pt x="23875" y="2093"/>
                      </a:lnTo>
                      <a:lnTo>
                        <a:pt x="23979" y="2093"/>
                      </a:lnTo>
                      <a:lnTo>
                        <a:pt x="23979" y="2051"/>
                      </a:lnTo>
                      <a:lnTo>
                        <a:pt x="23707" y="1884"/>
                      </a:lnTo>
                      <a:lnTo>
                        <a:pt x="23665" y="1800"/>
                      </a:lnTo>
                      <a:lnTo>
                        <a:pt x="23728" y="1737"/>
                      </a:lnTo>
                      <a:lnTo>
                        <a:pt x="23875" y="1654"/>
                      </a:lnTo>
                      <a:lnTo>
                        <a:pt x="23958" y="1570"/>
                      </a:lnTo>
                      <a:lnTo>
                        <a:pt x="23917" y="1486"/>
                      </a:lnTo>
                      <a:lnTo>
                        <a:pt x="23854" y="1361"/>
                      </a:lnTo>
                      <a:lnTo>
                        <a:pt x="23812" y="1361"/>
                      </a:lnTo>
                      <a:lnTo>
                        <a:pt x="23749" y="1382"/>
                      </a:lnTo>
                      <a:lnTo>
                        <a:pt x="23707" y="1319"/>
                      </a:lnTo>
                      <a:lnTo>
                        <a:pt x="23624" y="1256"/>
                      </a:lnTo>
                      <a:lnTo>
                        <a:pt x="23519" y="1256"/>
                      </a:lnTo>
                      <a:lnTo>
                        <a:pt x="23393" y="1214"/>
                      </a:lnTo>
                      <a:lnTo>
                        <a:pt x="23331" y="1172"/>
                      </a:lnTo>
                      <a:lnTo>
                        <a:pt x="23247" y="1214"/>
                      </a:lnTo>
                      <a:lnTo>
                        <a:pt x="23121" y="1214"/>
                      </a:lnTo>
                      <a:lnTo>
                        <a:pt x="23080" y="1319"/>
                      </a:lnTo>
                      <a:lnTo>
                        <a:pt x="23080" y="1361"/>
                      </a:lnTo>
                      <a:lnTo>
                        <a:pt x="22996" y="1256"/>
                      </a:lnTo>
                      <a:lnTo>
                        <a:pt x="23038" y="1151"/>
                      </a:lnTo>
                      <a:lnTo>
                        <a:pt x="23101" y="1131"/>
                      </a:lnTo>
                      <a:lnTo>
                        <a:pt x="23101" y="1026"/>
                      </a:lnTo>
                      <a:lnTo>
                        <a:pt x="23142" y="942"/>
                      </a:lnTo>
                      <a:lnTo>
                        <a:pt x="23205" y="921"/>
                      </a:lnTo>
                      <a:lnTo>
                        <a:pt x="23205" y="817"/>
                      </a:lnTo>
                      <a:lnTo>
                        <a:pt x="23226" y="712"/>
                      </a:lnTo>
                      <a:lnTo>
                        <a:pt x="23205" y="649"/>
                      </a:lnTo>
                      <a:lnTo>
                        <a:pt x="23184" y="649"/>
                      </a:lnTo>
                      <a:lnTo>
                        <a:pt x="23038" y="796"/>
                      </a:lnTo>
                      <a:lnTo>
                        <a:pt x="23017" y="900"/>
                      </a:lnTo>
                      <a:lnTo>
                        <a:pt x="22996" y="900"/>
                      </a:lnTo>
                      <a:lnTo>
                        <a:pt x="22912" y="838"/>
                      </a:lnTo>
                      <a:lnTo>
                        <a:pt x="22808" y="900"/>
                      </a:lnTo>
                      <a:lnTo>
                        <a:pt x="22787" y="942"/>
                      </a:lnTo>
                      <a:lnTo>
                        <a:pt x="22808" y="1047"/>
                      </a:lnTo>
                      <a:lnTo>
                        <a:pt x="22724" y="1131"/>
                      </a:lnTo>
                      <a:lnTo>
                        <a:pt x="22682" y="1131"/>
                      </a:lnTo>
                      <a:lnTo>
                        <a:pt x="22661" y="1068"/>
                      </a:lnTo>
                      <a:lnTo>
                        <a:pt x="22598" y="1214"/>
                      </a:lnTo>
                      <a:lnTo>
                        <a:pt x="22598" y="1319"/>
                      </a:lnTo>
                      <a:lnTo>
                        <a:pt x="22556" y="1172"/>
                      </a:lnTo>
                      <a:lnTo>
                        <a:pt x="22556" y="1047"/>
                      </a:lnTo>
                      <a:lnTo>
                        <a:pt x="22598" y="942"/>
                      </a:lnTo>
                      <a:lnTo>
                        <a:pt x="22556" y="921"/>
                      </a:lnTo>
                      <a:lnTo>
                        <a:pt x="22473" y="1005"/>
                      </a:lnTo>
                      <a:lnTo>
                        <a:pt x="22452" y="1068"/>
                      </a:lnTo>
                      <a:lnTo>
                        <a:pt x="22368" y="1110"/>
                      </a:lnTo>
                      <a:lnTo>
                        <a:pt x="22410" y="921"/>
                      </a:lnTo>
                      <a:lnTo>
                        <a:pt x="22368" y="817"/>
                      </a:lnTo>
                      <a:lnTo>
                        <a:pt x="22264" y="817"/>
                      </a:lnTo>
                      <a:lnTo>
                        <a:pt x="22284" y="733"/>
                      </a:lnTo>
                      <a:lnTo>
                        <a:pt x="22410" y="628"/>
                      </a:lnTo>
                      <a:lnTo>
                        <a:pt x="22515" y="607"/>
                      </a:lnTo>
                      <a:lnTo>
                        <a:pt x="22661" y="712"/>
                      </a:lnTo>
                      <a:lnTo>
                        <a:pt x="22808" y="628"/>
                      </a:lnTo>
                      <a:lnTo>
                        <a:pt x="22912" y="607"/>
                      </a:lnTo>
                      <a:lnTo>
                        <a:pt x="23017" y="503"/>
                      </a:lnTo>
                      <a:lnTo>
                        <a:pt x="23017" y="440"/>
                      </a:lnTo>
                      <a:lnTo>
                        <a:pt x="23038" y="398"/>
                      </a:lnTo>
                      <a:lnTo>
                        <a:pt x="23017" y="335"/>
                      </a:lnTo>
                      <a:lnTo>
                        <a:pt x="22891" y="294"/>
                      </a:lnTo>
                      <a:lnTo>
                        <a:pt x="22828" y="294"/>
                      </a:lnTo>
                      <a:lnTo>
                        <a:pt x="22828" y="189"/>
                      </a:lnTo>
                      <a:lnTo>
                        <a:pt x="22787" y="126"/>
                      </a:lnTo>
                      <a:lnTo>
                        <a:pt x="22766" y="105"/>
                      </a:lnTo>
                      <a:lnTo>
                        <a:pt x="22787" y="84"/>
                      </a:lnTo>
                      <a:lnTo>
                        <a:pt x="22828" y="63"/>
                      </a:lnTo>
                      <a:lnTo>
                        <a:pt x="22870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806" name="Google Shape;7691;p67">
                  <a:extLst>
                    <a:ext uri="{FF2B5EF4-FFF2-40B4-BE49-F238E27FC236}">
                      <a16:creationId xmlns:a16="http://schemas.microsoft.com/office/drawing/2014/main" id="{991BF3BE-2C5A-7318-B711-0694B3BCB843}"/>
                    </a:ext>
                  </a:extLst>
                </p:cNvPr>
                <p:cNvSpPr/>
                <p:nvPr/>
              </p:nvSpPr>
              <p:spPr>
                <a:xfrm>
                  <a:off x="1979950" y="2384350"/>
                  <a:ext cx="816050" cy="481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642" h="19251" extrusionOk="0">
                      <a:moveTo>
                        <a:pt x="2846" y="1"/>
                      </a:moveTo>
                      <a:lnTo>
                        <a:pt x="2909" y="210"/>
                      </a:lnTo>
                      <a:lnTo>
                        <a:pt x="3035" y="273"/>
                      </a:lnTo>
                      <a:lnTo>
                        <a:pt x="2993" y="356"/>
                      </a:lnTo>
                      <a:lnTo>
                        <a:pt x="2909" y="440"/>
                      </a:lnTo>
                      <a:lnTo>
                        <a:pt x="2930" y="545"/>
                      </a:lnTo>
                      <a:lnTo>
                        <a:pt x="2993" y="586"/>
                      </a:lnTo>
                      <a:lnTo>
                        <a:pt x="2972" y="649"/>
                      </a:lnTo>
                      <a:lnTo>
                        <a:pt x="2909" y="733"/>
                      </a:lnTo>
                      <a:lnTo>
                        <a:pt x="2951" y="775"/>
                      </a:lnTo>
                      <a:lnTo>
                        <a:pt x="2951" y="858"/>
                      </a:lnTo>
                      <a:lnTo>
                        <a:pt x="2993" y="900"/>
                      </a:lnTo>
                      <a:lnTo>
                        <a:pt x="2909" y="1047"/>
                      </a:lnTo>
                      <a:lnTo>
                        <a:pt x="2825" y="1089"/>
                      </a:lnTo>
                      <a:lnTo>
                        <a:pt x="2763" y="1256"/>
                      </a:lnTo>
                      <a:lnTo>
                        <a:pt x="2721" y="1298"/>
                      </a:lnTo>
                      <a:lnTo>
                        <a:pt x="2721" y="1423"/>
                      </a:lnTo>
                      <a:lnTo>
                        <a:pt x="2637" y="1486"/>
                      </a:lnTo>
                      <a:lnTo>
                        <a:pt x="2616" y="1591"/>
                      </a:lnTo>
                      <a:lnTo>
                        <a:pt x="2470" y="1674"/>
                      </a:lnTo>
                      <a:lnTo>
                        <a:pt x="2386" y="1633"/>
                      </a:lnTo>
                      <a:lnTo>
                        <a:pt x="2344" y="1570"/>
                      </a:lnTo>
                      <a:lnTo>
                        <a:pt x="2428" y="1465"/>
                      </a:lnTo>
                      <a:lnTo>
                        <a:pt x="2449" y="1507"/>
                      </a:lnTo>
                      <a:lnTo>
                        <a:pt x="2532" y="1465"/>
                      </a:lnTo>
                      <a:lnTo>
                        <a:pt x="2553" y="1528"/>
                      </a:lnTo>
                      <a:lnTo>
                        <a:pt x="2595" y="1486"/>
                      </a:lnTo>
                      <a:lnTo>
                        <a:pt x="2595" y="1361"/>
                      </a:lnTo>
                      <a:lnTo>
                        <a:pt x="2658" y="1214"/>
                      </a:lnTo>
                      <a:lnTo>
                        <a:pt x="2742" y="1151"/>
                      </a:lnTo>
                      <a:lnTo>
                        <a:pt x="2742" y="1047"/>
                      </a:lnTo>
                      <a:lnTo>
                        <a:pt x="2700" y="1068"/>
                      </a:lnTo>
                      <a:lnTo>
                        <a:pt x="2553" y="1172"/>
                      </a:lnTo>
                      <a:lnTo>
                        <a:pt x="2512" y="1214"/>
                      </a:lnTo>
                      <a:lnTo>
                        <a:pt x="2428" y="1214"/>
                      </a:lnTo>
                      <a:lnTo>
                        <a:pt x="2428" y="1172"/>
                      </a:lnTo>
                      <a:lnTo>
                        <a:pt x="2532" y="1068"/>
                      </a:lnTo>
                      <a:lnTo>
                        <a:pt x="2658" y="1005"/>
                      </a:lnTo>
                      <a:lnTo>
                        <a:pt x="2700" y="963"/>
                      </a:lnTo>
                      <a:lnTo>
                        <a:pt x="2658" y="879"/>
                      </a:lnTo>
                      <a:lnTo>
                        <a:pt x="2616" y="879"/>
                      </a:lnTo>
                      <a:lnTo>
                        <a:pt x="2532" y="900"/>
                      </a:lnTo>
                      <a:lnTo>
                        <a:pt x="2470" y="796"/>
                      </a:lnTo>
                      <a:lnTo>
                        <a:pt x="2407" y="754"/>
                      </a:lnTo>
                      <a:lnTo>
                        <a:pt x="2135" y="754"/>
                      </a:lnTo>
                      <a:lnTo>
                        <a:pt x="2009" y="649"/>
                      </a:lnTo>
                      <a:lnTo>
                        <a:pt x="1716" y="419"/>
                      </a:lnTo>
                      <a:lnTo>
                        <a:pt x="1696" y="440"/>
                      </a:lnTo>
                      <a:lnTo>
                        <a:pt x="1675" y="545"/>
                      </a:lnTo>
                      <a:lnTo>
                        <a:pt x="1591" y="754"/>
                      </a:lnTo>
                      <a:lnTo>
                        <a:pt x="1591" y="858"/>
                      </a:lnTo>
                      <a:lnTo>
                        <a:pt x="1654" y="1068"/>
                      </a:lnTo>
                      <a:lnTo>
                        <a:pt x="1591" y="1382"/>
                      </a:lnTo>
                      <a:lnTo>
                        <a:pt x="1612" y="1507"/>
                      </a:lnTo>
                      <a:lnTo>
                        <a:pt x="1591" y="1674"/>
                      </a:lnTo>
                      <a:lnTo>
                        <a:pt x="1612" y="1737"/>
                      </a:lnTo>
                      <a:lnTo>
                        <a:pt x="1675" y="1737"/>
                      </a:lnTo>
                      <a:lnTo>
                        <a:pt x="1696" y="1800"/>
                      </a:lnTo>
                      <a:lnTo>
                        <a:pt x="1654" y="1884"/>
                      </a:lnTo>
                      <a:lnTo>
                        <a:pt x="1591" y="1884"/>
                      </a:lnTo>
                      <a:lnTo>
                        <a:pt x="1570" y="1946"/>
                      </a:lnTo>
                      <a:lnTo>
                        <a:pt x="1591" y="2009"/>
                      </a:lnTo>
                      <a:lnTo>
                        <a:pt x="1696" y="2030"/>
                      </a:lnTo>
                      <a:lnTo>
                        <a:pt x="1654" y="2135"/>
                      </a:lnTo>
                      <a:lnTo>
                        <a:pt x="1654" y="2239"/>
                      </a:lnTo>
                      <a:lnTo>
                        <a:pt x="1591" y="2323"/>
                      </a:lnTo>
                      <a:lnTo>
                        <a:pt x="1549" y="2302"/>
                      </a:lnTo>
                      <a:lnTo>
                        <a:pt x="1507" y="2344"/>
                      </a:lnTo>
                      <a:lnTo>
                        <a:pt x="1507" y="2428"/>
                      </a:lnTo>
                      <a:lnTo>
                        <a:pt x="1675" y="2449"/>
                      </a:lnTo>
                      <a:lnTo>
                        <a:pt x="1821" y="2470"/>
                      </a:lnTo>
                      <a:lnTo>
                        <a:pt x="1926" y="2553"/>
                      </a:lnTo>
                      <a:lnTo>
                        <a:pt x="2072" y="2553"/>
                      </a:lnTo>
                      <a:lnTo>
                        <a:pt x="2114" y="2637"/>
                      </a:lnTo>
                      <a:lnTo>
                        <a:pt x="2135" y="2783"/>
                      </a:lnTo>
                      <a:lnTo>
                        <a:pt x="2093" y="2658"/>
                      </a:lnTo>
                      <a:lnTo>
                        <a:pt x="1988" y="2574"/>
                      </a:lnTo>
                      <a:lnTo>
                        <a:pt x="1905" y="2616"/>
                      </a:lnTo>
                      <a:lnTo>
                        <a:pt x="1821" y="2553"/>
                      </a:lnTo>
                      <a:lnTo>
                        <a:pt x="1612" y="2532"/>
                      </a:lnTo>
                      <a:lnTo>
                        <a:pt x="1570" y="2470"/>
                      </a:lnTo>
                      <a:lnTo>
                        <a:pt x="1507" y="2511"/>
                      </a:lnTo>
                      <a:lnTo>
                        <a:pt x="1507" y="2616"/>
                      </a:lnTo>
                      <a:lnTo>
                        <a:pt x="1403" y="2763"/>
                      </a:lnTo>
                      <a:lnTo>
                        <a:pt x="1403" y="2846"/>
                      </a:lnTo>
                      <a:lnTo>
                        <a:pt x="1403" y="2930"/>
                      </a:lnTo>
                      <a:lnTo>
                        <a:pt x="1340" y="3076"/>
                      </a:lnTo>
                      <a:lnTo>
                        <a:pt x="1277" y="3202"/>
                      </a:lnTo>
                      <a:lnTo>
                        <a:pt x="1131" y="3558"/>
                      </a:lnTo>
                      <a:lnTo>
                        <a:pt x="1089" y="3809"/>
                      </a:lnTo>
                      <a:lnTo>
                        <a:pt x="942" y="4102"/>
                      </a:lnTo>
                      <a:lnTo>
                        <a:pt x="921" y="4415"/>
                      </a:lnTo>
                      <a:lnTo>
                        <a:pt x="838" y="4541"/>
                      </a:lnTo>
                      <a:lnTo>
                        <a:pt x="733" y="4667"/>
                      </a:lnTo>
                      <a:lnTo>
                        <a:pt x="649" y="4855"/>
                      </a:lnTo>
                      <a:lnTo>
                        <a:pt x="608" y="4939"/>
                      </a:lnTo>
                      <a:lnTo>
                        <a:pt x="566" y="5043"/>
                      </a:lnTo>
                      <a:lnTo>
                        <a:pt x="419" y="5231"/>
                      </a:lnTo>
                      <a:lnTo>
                        <a:pt x="356" y="5336"/>
                      </a:lnTo>
                      <a:lnTo>
                        <a:pt x="398" y="5566"/>
                      </a:lnTo>
                      <a:lnTo>
                        <a:pt x="336" y="5776"/>
                      </a:lnTo>
                      <a:lnTo>
                        <a:pt x="336" y="5922"/>
                      </a:lnTo>
                      <a:lnTo>
                        <a:pt x="419" y="6027"/>
                      </a:lnTo>
                      <a:lnTo>
                        <a:pt x="356" y="6110"/>
                      </a:lnTo>
                      <a:lnTo>
                        <a:pt x="336" y="6194"/>
                      </a:lnTo>
                      <a:lnTo>
                        <a:pt x="398" y="6340"/>
                      </a:lnTo>
                      <a:lnTo>
                        <a:pt x="356" y="6592"/>
                      </a:lnTo>
                      <a:lnTo>
                        <a:pt x="315" y="6717"/>
                      </a:lnTo>
                      <a:lnTo>
                        <a:pt x="231" y="6759"/>
                      </a:lnTo>
                      <a:lnTo>
                        <a:pt x="252" y="6843"/>
                      </a:lnTo>
                      <a:lnTo>
                        <a:pt x="294" y="6864"/>
                      </a:lnTo>
                      <a:lnTo>
                        <a:pt x="231" y="7031"/>
                      </a:lnTo>
                      <a:lnTo>
                        <a:pt x="84" y="7136"/>
                      </a:lnTo>
                      <a:lnTo>
                        <a:pt x="1" y="7261"/>
                      </a:lnTo>
                      <a:lnTo>
                        <a:pt x="1" y="7387"/>
                      </a:lnTo>
                      <a:lnTo>
                        <a:pt x="105" y="7554"/>
                      </a:lnTo>
                      <a:lnTo>
                        <a:pt x="210" y="7763"/>
                      </a:lnTo>
                      <a:lnTo>
                        <a:pt x="210" y="7993"/>
                      </a:lnTo>
                      <a:lnTo>
                        <a:pt x="189" y="8119"/>
                      </a:lnTo>
                      <a:lnTo>
                        <a:pt x="126" y="8203"/>
                      </a:lnTo>
                      <a:lnTo>
                        <a:pt x="126" y="8286"/>
                      </a:lnTo>
                      <a:lnTo>
                        <a:pt x="147" y="8370"/>
                      </a:lnTo>
                      <a:lnTo>
                        <a:pt x="189" y="8496"/>
                      </a:lnTo>
                      <a:lnTo>
                        <a:pt x="126" y="8579"/>
                      </a:lnTo>
                      <a:lnTo>
                        <a:pt x="105" y="8642"/>
                      </a:lnTo>
                      <a:lnTo>
                        <a:pt x="126" y="8726"/>
                      </a:lnTo>
                      <a:lnTo>
                        <a:pt x="356" y="9102"/>
                      </a:lnTo>
                      <a:lnTo>
                        <a:pt x="398" y="9207"/>
                      </a:lnTo>
                      <a:lnTo>
                        <a:pt x="356" y="9270"/>
                      </a:lnTo>
                      <a:lnTo>
                        <a:pt x="398" y="9353"/>
                      </a:lnTo>
                      <a:lnTo>
                        <a:pt x="524" y="9479"/>
                      </a:lnTo>
                      <a:lnTo>
                        <a:pt x="545" y="9542"/>
                      </a:lnTo>
                      <a:lnTo>
                        <a:pt x="628" y="9542"/>
                      </a:lnTo>
                      <a:lnTo>
                        <a:pt x="628" y="9437"/>
                      </a:lnTo>
                      <a:lnTo>
                        <a:pt x="628" y="9312"/>
                      </a:lnTo>
                      <a:lnTo>
                        <a:pt x="712" y="9333"/>
                      </a:lnTo>
                      <a:lnTo>
                        <a:pt x="733" y="9312"/>
                      </a:lnTo>
                      <a:lnTo>
                        <a:pt x="733" y="9353"/>
                      </a:lnTo>
                      <a:lnTo>
                        <a:pt x="838" y="9353"/>
                      </a:lnTo>
                      <a:lnTo>
                        <a:pt x="859" y="9416"/>
                      </a:lnTo>
                      <a:lnTo>
                        <a:pt x="984" y="9437"/>
                      </a:lnTo>
                      <a:lnTo>
                        <a:pt x="880" y="9437"/>
                      </a:lnTo>
                      <a:lnTo>
                        <a:pt x="817" y="9479"/>
                      </a:lnTo>
                      <a:lnTo>
                        <a:pt x="754" y="9437"/>
                      </a:lnTo>
                      <a:lnTo>
                        <a:pt x="712" y="9437"/>
                      </a:lnTo>
                      <a:lnTo>
                        <a:pt x="712" y="9521"/>
                      </a:lnTo>
                      <a:lnTo>
                        <a:pt x="754" y="9542"/>
                      </a:lnTo>
                      <a:lnTo>
                        <a:pt x="754" y="9688"/>
                      </a:lnTo>
                      <a:lnTo>
                        <a:pt x="817" y="9793"/>
                      </a:lnTo>
                      <a:lnTo>
                        <a:pt x="838" y="9835"/>
                      </a:lnTo>
                      <a:lnTo>
                        <a:pt x="733" y="9793"/>
                      </a:lnTo>
                      <a:lnTo>
                        <a:pt x="670" y="9688"/>
                      </a:lnTo>
                      <a:lnTo>
                        <a:pt x="649" y="9646"/>
                      </a:lnTo>
                      <a:lnTo>
                        <a:pt x="608" y="9688"/>
                      </a:lnTo>
                      <a:lnTo>
                        <a:pt x="608" y="9772"/>
                      </a:lnTo>
                      <a:lnTo>
                        <a:pt x="545" y="9835"/>
                      </a:lnTo>
                      <a:lnTo>
                        <a:pt x="566" y="9877"/>
                      </a:lnTo>
                      <a:lnTo>
                        <a:pt x="545" y="9981"/>
                      </a:lnTo>
                      <a:lnTo>
                        <a:pt x="545" y="10086"/>
                      </a:lnTo>
                      <a:lnTo>
                        <a:pt x="608" y="10107"/>
                      </a:lnTo>
                      <a:lnTo>
                        <a:pt x="628" y="10211"/>
                      </a:lnTo>
                      <a:lnTo>
                        <a:pt x="733" y="10274"/>
                      </a:lnTo>
                      <a:lnTo>
                        <a:pt x="775" y="10358"/>
                      </a:lnTo>
                      <a:lnTo>
                        <a:pt x="775" y="10421"/>
                      </a:lnTo>
                      <a:lnTo>
                        <a:pt x="712" y="10504"/>
                      </a:lnTo>
                      <a:lnTo>
                        <a:pt x="649" y="10504"/>
                      </a:lnTo>
                      <a:lnTo>
                        <a:pt x="649" y="10567"/>
                      </a:lnTo>
                      <a:lnTo>
                        <a:pt x="670" y="10672"/>
                      </a:lnTo>
                      <a:lnTo>
                        <a:pt x="670" y="10797"/>
                      </a:lnTo>
                      <a:lnTo>
                        <a:pt x="712" y="10839"/>
                      </a:lnTo>
                      <a:lnTo>
                        <a:pt x="775" y="10923"/>
                      </a:lnTo>
                      <a:lnTo>
                        <a:pt x="817" y="11111"/>
                      </a:lnTo>
                      <a:lnTo>
                        <a:pt x="942" y="11362"/>
                      </a:lnTo>
                      <a:lnTo>
                        <a:pt x="1026" y="11509"/>
                      </a:lnTo>
                      <a:lnTo>
                        <a:pt x="1068" y="11530"/>
                      </a:lnTo>
                      <a:lnTo>
                        <a:pt x="1047" y="11571"/>
                      </a:lnTo>
                      <a:lnTo>
                        <a:pt x="1047" y="11613"/>
                      </a:lnTo>
                      <a:lnTo>
                        <a:pt x="1152" y="11718"/>
                      </a:lnTo>
                      <a:lnTo>
                        <a:pt x="1172" y="11843"/>
                      </a:lnTo>
                      <a:lnTo>
                        <a:pt x="1152" y="11990"/>
                      </a:lnTo>
                      <a:lnTo>
                        <a:pt x="1131" y="12094"/>
                      </a:lnTo>
                      <a:lnTo>
                        <a:pt x="1089" y="12136"/>
                      </a:lnTo>
                      <a:lnTo>
                        <a:pt x="1131" y="12199"/>
                      </a:lnTo>
                      <a:lnTo>
                        <a:pt x="1172" y="12262"/>
                      </a:lnTo>
                      <a:lnTo>
                        <a:pt x="1382" y="12262"/>
                      </a:lnTo>
                      <a:lnTo>
                        <a:pt x="1486" y="12283"/>
                      </a:lnTo>
                      <a:lnTo>
                        <a:pt x="1591" y="12346"/>
                      </a:lnTo>
                      <a:lnTo>
                        <a:pt x="1675" y="12366"/>
                      </a:lnTo>
                      <a:lnTo>
                        <a:pt x="1821" y="12366"/>
                      </a:lnTo>
                      <a:lnTo>
                        <a:pt x="1884" y="12450"/>
                      </a:lnTo>
                      <a:lnTo>
                        <a:pt x="1884" y="12555"/>
                      </a:lnTo>
                      <a:lnTo>
                        <a:pt x="2030" y="12618"/>
                      </a:lnTo>
                      <a:lnTo>
                        <a:pt x="2135" y="12618"/>
                      </a:lnTo>
                      <a:lnTo>
                        <a:pt x="2281" y="12680"/>
                      </a:lnTo>
                      <a:lnTo>
                        <a:pt x="2302" y="12722"/>
                      </a:lnTo>
                      <a:lnTo>
                        <a:pt x="2302" y="12827"/>
                      </a:lnTo>
                      <a:lnTo>
                        <a:pt x="2344" y="12869"/>
                      </a:lnTo>
                      <a:lnTo>
                        <a:pt x="2407" y="12827"/>
                      </a:lnTo>
                      <a:lnTo>
                        <a:pt x="2470" y="12827"/>
                      </a:lnTo>
                      <a:lnTo>
                        <a:pt x="2616" y="12973"/>
                      </a:lnTo>
                      <a:lnTo>
                        <a:pt x="2805" y="13245"/>
                      </a:lnTo>
                      <a:lnTo>
                        <a:pt x="2825" y="13434"/>
                      </a:lnTo>
                      <a:lnTo>
                        <a:pt x="2805" y="13559"/>
                      </a:lnTo>
                      <a:lnTo>
                        <a:pt x="2805" y="13664"/>
                      </a:lnTo>
                      <a:lnTo>
                        <a:pt x="4185" y="13643"/>
                      </a:lnTo>
                      <a:lnTo>
                        <a:pt x="4206" y="13706"/>
                      </a:lnTo>
                      <a:lnTo>
                        <a:pt x="4206" y="13747"/>
                      </a:lnTo>
                      <a:lnTo>
                        <a:pt x="6131" y="14647"/>
                      </a:lnTo>
                      <a:lnTo>
                        <a:pt x="7784" y="14689"/>
                      </a:lnTo>
                      <a:lnTo>
                        <a:pt x="7826" y="14480"/>
                      </a:lnTo>
                      <a:lnTo>
                        <a:pt x="8747" y="14501"/>
                      </a:lnTo>
                      <a:lnTo>
                        <a:pt x="8872" y="14584"/>
                      </a:lnTo>
                      <a:lnTo>
                        <a:pt x="8935" y="14710"/>
                      </a:lnTo>
                      <a:lnTo>
                        <a:pt x="8998" y="14773"/>
                      </a:lnTo>
                      <a:lnTo>
                        <a:pt x="9019" y="14815"/>
                      </a:lnTo>
                      <a:lnTo>
                        <a:pt x="9082" y="14815"/>
                      </a:lnTo>
                      <a:lnTo>
                        <a:pt x="9123" y="14898"/>
                      </a:lnTo>
                      <a:lnTo>
                        <a:pt x="9103" y="14961"/>
                      </a:lnTo>
                      <a:lnTo>
                        <a:pt x="9207" y="14982"/>
                      </a:lnTo>
                      <a:lnTo>
                        <a:pt x="9270" y="15066"/>
                      </a:lnTo>
                      <a:lnTo>
                        <a:pt x="9270" y="15107"/>
                      </a:lnTo>
                      <a:lnTo>
                        <a:pt x="9228" y="15170"/>
                      </a:lnTo>
                      <a:lnTo>
                        <a:pt x="9312" y="15191"/>
                      </a:lnTo>
                      <a:lnTo>
                        <a:pt x="9395" y="15233"/>
                      </a:lnTo>
                      <a:lnTo>
                        <a:pt x="9437" y="15317"/>
                      </a:lnTo>
                      <a:lnTo>
                        <a:pt x="9458" y="15442"/>
                      </a:lnTo>
                      <a:lnTo>
                        <a:pt x="9500" y="15484"/>
                      </a:lnTo>
                      <a:lnTo>
                        <a:pt x="9521" y="15505"/>
                      </a:lnTo>
                      <a:lnTo>
                        <a:pt x="9542" y="15526"/>
                      </a:lnTo>
                      <a:lnTo>
                        <a:pt x="9626" y="15610"/>
                      </a:lnTo>
                      <a:lnTo>
                        <a:pt x="9626" y="15693"/>
                      </a:lnTo>
                      <a:lnTo>
                        <a:pt x="9605" y="15714"/>
                      </a:lnTo>
                      <a:lnTo>
                        <a:pt x="9521" y="15735"/>
                      </a:lnTo>
                      <a:lnTo>
                        <a:pt x="9521" y="15756"/>
                      </a:lnTo>
                      <a:lnTo>
                        <a:pt x="9626" y="15903"/>
                      </a:lnTo>
                      <a:lnTo>
                        <a:pt x="9709" y="15965"/>
                      </a:lnTo>
                      <a:lnTo>
                        <a:pt x="9730" y="16070"/>
                      </a:lnTo>
                      <a:lnTo>
                        <a:pt x="9730" y="16112"/>
                      </a:lnTo>
                      <a:lnTo>
                        <a:pt x="9751" y="16112"/>
                      </a:lnTo>
                      <a:lnTo>
                        <a:pt x="9793" y="16133"/>
                      </a:lnTo>
                      <a:lnTo>
                        <a:pt x="9835" y="16133"/>
                      </a:lnTo>
                      <a:lnTo>
                        <a:pt x="9877" y="16154"/>
                      </a:lnTo>
                      <a:lnTo>
                        <a:pt x="9919" y="16216"/>
                      </a:lnTo>
                      <a:lnTo>
                        <a:pt x="9919" y="16237"/>
                      </a:lnTo>
                      <a:lnTo>
                        <a:pt x="9960" y="16279"/>
                      </a:lnTo>
                      <a:lnTo>
                        <a:pt x="10023" y="16279"/>
                      </a:lnTo>
                      <a:lnTo>
                        <a:pt x="10149" y="16342"/>
                      </a:lnTo>
                      <a:lnTo>
                        <a:pt x="10170" y="16384"/>
                      </a:lnTo>
                      <a:lnTo>
                        <a:pt x="10253" y="16426"/>
                      </a:lnTo>
                      <a:lnTo>
                        <a:pt x="10379" y="16467"/>
                      </a:lnTo>
                      <a:lnTo>
                        <a:pt x="10400" y="16530"/>
                      </a:lnTo>
                      <a:lnTo>
                        <a:pt x="10463" y="16530"/>
                      </a:lnTo>
                      <a:lnTo>
                        <a:pt x="10504" y="16488"/>
                      </a:lnTo>
                      <a:lnTo>
                        <a:pt x="10504" y="16467"/>
                      </a:lnTo>
                      <a:lnTo>
                        <a:pt x="10609" y="16384"/>
                      </a:lnTo>
                      <a:lnTo>
                        <a:pt x="10672" y="16384"/>
                      </a:lnTo>
                      <a:lnTo>
                        <a:pt x="10672" y="16342"/>
                      </a:lnTo>
                      <a:lnTo>
                        <a:pt x="10672" y="16321"/>
                      </a:lnTo>
                      <a:lnTo>
                        <a:pt x="10714" y="16237"/>
                      </a:lnTo>
                      <a:lnTo>
                        <a:pt x="10797" y="16070"/>
                      </a:lnTo>
                      <a:lnTo>
                        <a:pt x="10839" y="16028"/>
                      </a:lnTo>
                      <a:lnTo>
                        <a:pt x="10923" y="16007"/>
                      </a:lnTo>
                      <a:lnTo>
                        <a:pt x="10965" y="16007"/>
                      </a:lnTo>
                      <a:lnTo>
                        <a:pt x="10986" y="16028"/>
                      </a:lnTo>
                      <a:lnTo>
                        <a:pt x="11027" y="16028"/>
                      </a:lnTo>
                      <a:lnTo>
                        <a:pt x="11069" y="15944"/>
                      </a:lnTo>
                      <a:lnTo>
                        <a:pt x="11174" y="15944"/>
                      </a:lnTo>
                      <a:lnTo>
                        <a:pt x="11279" y="15965"/>
                      </a:lnTo>
                      <a:lnTo>
                        <a:pt x="11383" y="15944"/>
                      </a:lnTo>
                      <a:lnTo>
                        <a:pt x="11404" y="15965"/>
                      </a:lnTo>
                      <a:lnTo>
                        <a:pt x="11425" y="16007"/>
                      </a:lnTo>
                      <a:lnTo>
                        <a:pt x="11509" y="16007"/>
                      </a:lnTo>
                      <a:lnTo>
                        <a:pt x="11592" y="16028"/>
                      </a:lnTo>
                      <a:lnTo>
                        <a:pt x="11634" y="16133"/>
                      </a:lnTo>
                      <a:lnTo>
                        <a:pt x="11739" y="16216"/>
                      </a:lnTo>
                      <a:lnTo>
                        <a:pt x="11844" y="16363"/>
                      </a:lnTo>
                      <a:lnTo>
                        <a:pt x="11864" y="16467"/>
                      </a:lnTo>
                      <a:lnTo>
                        <a:pt x="11927" y="16530"/>
                      </a:lnTo>
                      <a:lnTo>
                        <a:pt x="11927" y="16593"/>
                      </a:lnTo>
                      <a:lnTo>
                        <a:pt x="11927" y="16760"/>
                      </a:lnTo>
                      <a:lnTo>
                        <a:pt x="12011" y="16781"/>
                      </a:lnTo>
                      <a:lnTo>
                        <a:pt x="12032" y="16865"/>
                      </a:lnTo>
                      <a:lnTo>
                        <a:pt x="12116" y="17074"/>
                      </a:lnTo>
                      <a:lnTo>
                        <a:pt x="12157" y="17095"/>
                      </a:lnTo>
                      <a:lnTo>
                        <a:pt x="12178" y="17179"/>
                      </a:lnTo>
                      <a:lnTo>
                        <a:pt x="12262" y="17221"/>
                      </a:lnTo>
                      <a:lnTo>
                        <a:pt x="12283" y="17325"/>
                      </a:lnTo>
                      <a:lnTo>
                        <a:pt x="12346" y="17430"/>
                      </a:lnTo>
                      <a:lnTo>
                        <a:pt x="12450" y="17514"/>
                      </a:lnTo>
                      <a:lnTo>
                        <a:pt x="12429" y="17618"/>
                      </a:lnTo>
                      <a:lnTo>
                        <a:pt x="12429" y="17723"/>
                      </a:lnTo>
                      <a:lnTo>
                        <a:pt x="12429" y="17786"/>
                      </a:lnTo>
                      <a:lnTo>
                        <a:pt x="12429" y="17807"/>
                      </a:lnTo>
                      <a:lnTo>
                        <a:pt x="12555" y="18141"/>
                      </a:lnTo>
                      <a:lnTo>
                        <a:pt x="12534" y="18309"/>
                      </a:lnTo>
                      <a:lnTo>
                        <a:pt x="12576" y="18351"/>
                      </a:lnTo>
                      <a:lnTo>
                        <a:pt x="12597" y="18351"/>
                      </a:lnTo>
                      <a:lnTo>
                        <a:pt x="12660" y="18372"/>
                      </a:lnTo>
                      <a:lnTo>
                        <a:pt x="12743" y="18372"/>
                      </a:lnTo>
                      <a:lnTo>
                        <a:pt x="12806" y="18413"/>
                      </a:lnTo>
                      <a:lnTo>
                        <a:pt x="12911" y="18518"/>
                      </a:lnTo>
                      <a:lnTo>
                        <a:pt x="13099" y="18560"/>
                      </a:lnTo>
                      <a:lnTo>
                        <a:pt x="13204" y="18644"/>
                      </a:lnTo>
                      <a:lnTo>
                        <a:pt x="13308" y="18644"/>
                      </a:lnTo>
                      <a:lnTo>
                        <a:pt x="13329" y="18727"/>
                      </a:lnTo>
                      <a:lnTo>
                        <a:pt x="13392" y="18748"/>
                      </a:lnTo>
                      <a:lnTo>
                        <a:pt x="13476" y="18581"/>
                      </a:lnTo>
                      <a:lnTo>
                        <a:pt x="13496" y="18455"/>
                      </a:lnTo>
                      <a:lnTo>
                        <a:pt x="13476" y="18372"/>
                      </a:lnTo>
                      <a:lnTo>
                        <a:pt x="13476" y="18120"/>
                      </a:lnTo>
                      <a:lnTo>
                        <a:pt x="13413" y="18037"/>
                      </a:lnTo>
                      <a:lnTo>
                        <a:pt x="13496" y="17911"/>
                      </a:lnTo>
                      <a:lnTo>
                        <a:pt x="13538" y="17723"/>
                      </a:lnTo>
                      <a:lnTo>
                        <a:pt x="13622" y="17618"/>
                      </a:lnTo>
                      <a:lnTo>
                        <a:pt x="13580" y="17409"/>
                      </a:lnTo>
                      <a:lnTo>
                        <a:pt x="13685" y="17367"/>
                      </a:lnTo>
                      <a:lnTo>
                        <a:pt x="13789" y="17284"/>
                      </a:lnTo>
                      <a:lnTo>
                        <a:pt x="13727" y="17200"/>
                      </a:lnTo>
                      <a:lnTo>
                        <a:pt x="13831" y="17074"/>
                      </a:lnTo>
                      <a:lnTo>
                        <a:pt x="13894" y="17095"/>
                      </a:lnTo>
                      <a:lnTo>
                        <a:pt x="13999" y="17053"/>
                      </a:lnTo>
                      <a:lnTo>
                        <a:pt x="13957" y="16907"/>
                      </a:lnTo>
                      <a:lnTo>
                        <a:pt x="13957" y="16907"/>
                      </a:lnTo>
                      <a:lnTo>
                        <a:pt x="14040" y="16970"/>
                      </a:lnTo>
                      <a:lnTo>
                        <a:pt x="14145" y="16907"/>
                      </a:lnTo>
                      <a:lnTo>
                        <a:pt x="14103" y="16865"/>
                      </a:lnTo>
                      <a:lnTo>
                        <a:pt x="14208" y="16781"/>
                      </a:lnTo>
                      <a:lnTo>
                        <a:pt x="14250" y="16802"/>
                      </a:lnTo>
                      <a:lnTo>
                        <a:pt x="14312" y="16781"/>
                      </a:lnTo>
                      <a:lnTo>
                        <a:pt x="14375" y="16865"/>
                      </a:lnTo>
                      <a:lnTo>
                        <a:pt x="14271" y="16949"/>
                      </a:lnTo>
                      <a:lnTo>
                        <a:pt x="14354" y="16949"/>
                      </a:lnTo>
                      <a:lnTo>
                        <a:pt x="14459" y="16844"/>
                      </a:lnTo>
                      <a:lnTo>
                        <a:pt x="14543" y="16844"/>
                      </a:lnTo>
                      <a:lnTo>
                        <a:pt x="14794" y="16739"/>
                      </a:lnTo>
                      <a:lnTo>
                        <a:pt x="14982" y="16551"/>
                      </a:lnTo>
                      <a:lnTo>
                        <a:pt x="15066" y="16551"/>
                      </a:lnTo>
                      <a:lnTo>
                        <a:pt x="15108" y="16488"/>
                      </a:lnTo>
                      <a:lnTo>
                        <a:pt x="15087" y="16384"/>
                      </a:lnTo>
                      <a:lnTo>
                        <a:pt x="15108" y="16258"/>
                      </a:lnTo>
                      <a:lnTo>
                        <a:pt x="15045" y="16112"/>
                      </a:lnTo>
                      <a:lnTo>
                        <a:pt x="15087" y="16175"/>
                      </a:lnTo>
                      <a:lnTo>
                        <a:pt x="15170" y="16175"/>
                      </a:lnTo>
                      <a:lnTo>
                        <a:pt x="15275" y="16070"/>
                      </a:lnTo>
                      <a:lnTo>
                        <a:pt x="15275" y="16028"/>
                      </a:lnTo>
                      <a:lnTo>
                        <a:pt x="15317" y="16133"/>
                      </a:lnTo>
                      <a:lnTo>
                        <a:pt x="15254" y="16237"/>
                      </a:lnTo>
                      <a:lnTo>
                        <a:pt x="15275" y="16321"/>
                      </a:lnTo>
                      <a:lnTo>
                        <a:pt x="15275" y="16426"/>
                      </a:lnTo>
                      <a:lnTo>
                        <a:pt x="15401" y="16384"/>
                      </a:lnTo>
                      <a:lnTo>
                        <a:pt x="15484" y="16258"/>
                      </a:lnTo>
                      <a:lnTo>
                        <a:pt x="15568" y="16258"/>
                      </a:lnTo>
                      <a:lnTo>
                        <a:pt x="15631" y="16216"/>
                      </a:lnTo>
                      <a:lnTo>
                        <a:pt x="15840" y="16154"/>
                      </a:lnTo>
                      <a:lnTo>
                        <a:pt x="16007" y="16154"/>
                      </a:lnTo>
                      <a:lnTo>
                        <a:pt x="16258" y="16237"/>
                      </a:lnTo>
                      <a:lnTo>
                        <a:pt x="16321" y="16279"/>
                      </a:lnTo>
                      <a:lnTo>
                        <a:pt x="16635" y="16321"/>
                      </a:lnTo>
                      <a:lnTo>
                        <a:pt x="16740" y="16279"/>
                      </a:lnTo>
                      <a:lnTo>
                        <a:pt x="16740" y="16237"/>
                      </a:lnTo>
                      <a:lnTo>
                        <a:pt x="16740" y="16154"/>
                      </a:lnTo>
                      <a:lnTo>
                        <a:pt x="16844" y="16133"/>
                      </a:lnTo>
                      <a:lnTo>
                        <a:pt x="16928" y="16154"/>
                      </a:lnTo>
                      <a:lnTo>
                        <a:pt x="16865" y="16216"/>
                      </a:lnTo>
                      <a:lnTo>
                        <a:pt x="16928" y="16237"/>
                      </a:lnTo>
                      <a:lnTo>
                        <a:pt x="16991" y="16216"/>
                      </a:lnTo>
                      <a:lnTo>
                        <a:pt x="17053" y="16258"/>
                      </a:lnTo>
                      <a:lnTo>
                        <a:pt x="17053" y="16342"/>
                      </a:lnTo>
                      <a:lnTo>
                        <a:pt x="17074" y="16384"/>
                      </a:lnTo>
                      <a:lnTo>
                        <a:pt x="17200" y="16363"/>
                      </a:lnTo>
                      <a:lnTo>
                        <a:pt x="17242" y="16426"/>
                      </a:lnTo>
                      <a:lnTo>
                        <a:pt x="17158" y="16488"/>
                      </a:lnTo>
                      <a:lnTo>
                        <a:pt x="17095" y="16551"/>
                      </a:lnTo>
                      <a:lnTo>
                        <a:pt x="17179" y="16572"/>
                      </a:lnTo>
                      <a:lnTo>
                        <a:pt x="17263" y="16551"/>
                      </a:lnTo>
                      <a:lnTo>
                        <a:pt x="17346" y="16593"/>
                      </a:lnTo>
                      <a:lnTo>
                        <a:pt x="17493" y="16656"/>
                      </a:lnTo>
                      <a:lnTo>
                        <a:pt x="17556" y="16572"/>
                      </a:lnTo>
                      <a:lnTo>
                        <a:pt x="17618" y="16530"/>
                      </a:lnTo>
                      <a:lnTo>
                        <a:pt x="17723" y="16593"/>
                      </a:lnTo>
                      <a:lnTo>
                        <a:pt x="17786" y="16656"/>
                      </a:lnTo>
                      <a:lnTo>
                        <a:pt x="17870" y="16635"/>
                      </a:lnTo>
                      <a:lnTo>
                        <a:pt x="17870" y="16467"/>
                      </a:lnTo>
                      <a:lnTo>
                        <a:pt x="17807" y="16363"/>
                      </a:lnTo>
                      <a:lnTo>
                        <a:pt x="17911" y="16363"/>
                      </a:lnTo>
                      <a:lnTo>
                        <a:pt x="18016" y="16488"/>
                      </a:lnTo>
                      <a:lnTo>
                        <a:pt x="18100" y="16530"/>
                      </a:lnTo>
                      <a:lnTo>
                        <a:pt x="18142" y="16593"/>
                      </a:lnTo>
                      <a:lnTo>
                        <a:pt x="18204" y="16593"/>
                      </a:lnTo>
                      <a:lnTo>
                        <a:pt x="18288" y="16635"/>
                      </a:lnTo>
                      <a:lnTo>
                        <a:pt x="18288" y="16760"/>
                      </a:lnTo>
                      <a:lnTo>
                        <a:pt x="18309" y="16677"/>
                      </a:lnTo>
                      <a:lnTo>
                        <a:pt x="18414" y="16656"/>
                      </a:lnTo>
                      <a:lnTo>
                        <a:pt x="18414" y="16635"/>
                      </a:lnTo>
                      <a:lnTo>
                        <a:pt x="18288" y="16530"/>
                      </a:lnTo>
                      <a:lnTo>
                        <a:pt x="18100" y="16447"/>
                      </a:lnTo>
                      <a:lnTo>
                        <a:pt x="18037" y="16363"/>
                      </a:lnTo>
                      <a:lnTo>
                        <a:pt x="18037" y="16258"/>
                      </a:lnTo>
                      <a:lnTo>
                        <a:pt x="18225" y="16175"/>
                      </a:lnTo>
                      <a:lnTo>
                        <a:pt x="18288" y="16154"/>
                      </a:lnTo>
                      <a:lnTo>
                        <a:pt x="18183" y="16112"/>
                      </a:lnTo>
                      <a:lnTo>
                        <a:pt x="18121" y="16049"/>
                      </a:lnTo>
                      <a:lnTo>
                        <a:pt x="18100" y="16049"/>
                      </a:lnTo>
                      <a:lnTo>
                        <a:pt x="18016" y="16112"/>
                      </a:lnTo>
                      <a:lnTo>
                        <a:pt x="17932" y="16154"/>
                      </a:lnTo>
                      <a:lnTo>
                        <a:pt x="17932" y="16070"/>
                      </a:lnTo>
                      <a:lnTo>
                        <a:pt x="18037" y="15944"/>
                      </a:lnTo>
                      <a:lnTo>
                        <a:pt x="18246" y="15861"/>
                      </a:lnTo>
                      <a:lnTo>
                        <a:pt x="18330" y="15798"/>
                      </a:lnTo>
                      <a:lnTo>
                        <a:pt x="18665" y="15735"/>
                      </a:lnTo>
                      <a:lnTo>
                        <a:pt x="18811" y="15756"/>
                      </a:lnTo>
                      <a:lnTo>
                        <a:pt x="18874" y="15735"/>
                      </a:lnTo>
                      <a:lnTo>
                        <a:pt x="18958" y="15735"/>
                      </a:lnTo>
                      <a:lnTo>
                        <a:pt x="19020" y="15651"/>
                      </a:lnTo>
                      <a:lnTo>
                        <a:pt x="19062" y="15547"/>
                      </a:lnTo>
                      <a:lnTo>
                        <a:pt x="19146" y="15547"/>
                      </a:lnTo>
                      <a:lnTo>
                        <a:pt x="19125" y="15631"/>
                      </a:lnTo>
                      <a:lnTo>
                        <a:pt x="19125" y="15714"/>
                      </a:lnTo>
                      <a:lnTo>
                        <a:pt x="19250" y="15819"/>
                      </a:lnTo>
                      <a:lnTo>
                        <a:pt x="19334" y="15756"/>
                      </a:lnTo>
                      <a:lnTo>
                        <a:pt x="19481" y="15756"/>
                      </a:lnTo>
                      <a:lnTo>
                        <a:pt x="19585" y="15735"/>
                      </a:lnTo>
                      <a:lnTo>
                        <a:pt x="19648" y="15798"/>
                      </a:lnTo>
                      <a:lnTo>
                        <a:pt x="19815" y="15756"/>
                      </a:lnTo>
                      <a:lnTo>
                        <a:pt x="19878" y="15798"/>
                      </a:lnTo>
                      <a:lnTo>
                        <a:pt x="20004" y="15714"/>
                      </a:lnTo>
                      <a:lnTo>
                        <a:pt x="20108" y="15714"/>
                      </a:lnTo>
                      <a:lnTo>
                        <a:pt x="20129" y="15735"/>
                      </a:lnTo>
                      <a:lnTo>
                        <a:pt x="20087" y="15756"/>
                      </a:lnTo>
                      <a:lnTo>
                        <a:pt x="19962" y="15756"/>
                      </a:lnTo>
                      <a:lnTo>
                        <a:pt x="19920" y="15798"/>
                      </a:lnTo>
                      <a:lnTo>
                        <a:pt x="20087" y="15819"/>
                      </a:lnTo>
                      <a:lnTo>
                        <a:pt x="20213" y="15819"/>
                      </a:lnTo>
                      <a:lnTo>
                        <a:pt x="20318" y="15903"/>
                      </a:lnTo>
                      <a:lnTo>
                        <a:pt x="20401" y="15944"/>
                      </a:lnTo>
                      <a:lnTo>
                        <a:pt x="20338" y="15861"/>
                      </a:lnTo>
                      <a:lnTo>
                        <a:pt x="20338" y="15819"/>
                      </a:lnTo>
                      <a:lnTo>
                        <a:pt x="20401" y="15819"/>
                      </a:lnTo>
                      <a:lnTo>
                        <a:pt x="20422" y="15861"/>
                      </a:lnTo>
                      <a:lnTo>
                        <a:pt x="20527" y="15944"/>
                      </a:lnTo>
                      <a:lnTo>
                        <a:pt x="20506" y="16007"/>
                      </a:lnTo>
                      <a:lnTo>
                        <a:pt x="20443" y="15944"/>
                      </a:lnTo>
                      <a:lnTo>
                        <a:pt x="20422" y="15965"/>
                      </a:lnTo>
                      <a:lnTo>
                        <a:pt x="20548" y="16049"/>
                      </a:lnTo>
                      <a:lnTo>
                        <a:pt x="20610" y="16133"/>
                      </a:lnTo>
                      <a:lnTo>
                        <a:pt x="20652" y="16175"/>
                      </a:lnTo>
                      <a:lnTo>
                        <a:pt x="20631" y="16216"/>
                      </a:lnTo>
                      <a:lnTo>
                        <a:pt x="20610" y="16154"/>
                      </a:lnTo>
                      <a:lnTo>
                        <a:pt x="20590" y="16216"/>
                      </a:lnTo>
                      <a:lnTo>
                        <a:pt x="20610" y="16258"/>
                      </a:lnTo>
                      <a:lnTo>
                        <a:pt x="20799" y="16237"/>
                      </a:lnTo>
                      <a:lnTo>
                        <a:pt x="20903" y="16216"/>
                      </a:lnTo>
                      <a:lnTo>
                        <a:pt x="21029" y="16070"/>
                      </a:lnTo>
                      <a:lnTo>
                        <a:pt x="21113" y="16070"/>
                      </a:lnTo>
                      <a:lnTo>
                        <a:pt x="21113" y="16049"/>
                      </a:lnTo>
                      <a:lnTo>
                        <a:pt x="21175" y="15965"/>
                      </a:lnTo>
                      <a:lnTo>
                        <a:pt x="21280" y="15965"/>
                      </a:lnTo>
                      <a:lnTo>
                        <a:pt x="21364" y="16007"/>
                      </a:lnTo>
                      <a:lnTo>
                        <a:pt x="21489" y="16049"/>
                      </a:lnTo>
                      <a:lnTo>
                        <a:pt x="21552" y="16258"/>
                      </a:lnTo>
                      <a:lnTo>
                        <a:pt x="21636" y="16321"/>
                      </a:lnTo>
                      <a:lnTo>
                        <a:pt x="21657" y="16321"/>
                      </a:lnTo>
                      <a:lnTo>
                        <a:pt x="21678" y="16447"/>
                      </a:lnTo>
                      <a:lnTo>
                        <a:pt x="21761" y="16488"/>
                      </a:lnTo>
                      <a:lnTo>
                        <a:pt x="21803" y="16488"/>
                      </a:lnTo>
                      <a:lnTo>
                        <a:pt x="21803" y="16551"/>
                      </a:lnTo>
                      <a:lnTo>
                        <a:pt x="21866" y="16635"/>
                      </a:lnTo>
                      <a:lnTo>
                        <a:pt x="21950" y="16656"/>
                      </a:lnTo>
                      <a:lnTo>
                        <a:pt x="22012" y="16781"/>
                      </a:lnTo>
                      <a:lnTo>
                        <a:pt x="21991" y="16907"/>
                      </a:lnTo>
                      <a:lnTo>
                        <a:pt x="21908" y="17179"/>
                      </a:lnTo>
                      <a:lnTo>
                        <a:pt x="21803" y="17409"/>
                      </a:lnTo>
                      <a:lnTo>
                        <a:pt x="21803" y="17493"/>
                      </a:lnTo>
                      <a:lnTo>
                        <a:pt x="21887" y="17597"/>
                      </a:lnTo>
                      <a:lnTo>
                        <a:pt x="21908" y="17576"/>
                      </a:lnTo>
                      <a:lnTo>
                        <a:pt x="21971" y="17493"/>
                      </a:lnTo>
                      <a:lnTo>
                        <a:pt x="21971" y="17430"/>
                      </a:lnTo>
                      <a:lnTo>
                        <a:pt x="21991" y="17388"/>
                      </a:lnTo>
                      <a:lnTo>
                        <a:pt x="22075" y="17430"/>
                      </a:lnTo>
                      <a:lnTo>
                        <a:pt x="22096" y="17535"/>
                      </a:lnTo>
                      <a:lnTo>
                        <a:pt x="21950" y="17744"/>
                      </a:lnTo>
                      <a:lnTo>
                        <a:pt x="21971" y="17807"/>
                      </a:lnTo>
                      <a:lnTo>
                        <a:pt x="21991" y="17911"/>
                      </a:lnTo>
                      <a:lnTo>
                        <a:pt x="22054" y="18016"/>
                      </a:lnTo>
                      <a:lnTo>
                        <a:pt x="22075" y="18058"/>
                      </a:lnTo>
                      <a:lnTo>
                        <a:pt x="22117" y="18037"/>
                      </a:lnTo>
                      <a:lnTo>
                        <a:pt x="22159" y="18141"/>
                      </a:lnTo>
                      <a:lnTo>
                        <a:pt x="22201" y="18100"/>
                      </a:lnTo>
                      <a:lnTo>
                        <a:pt x="22201" y="18058"/>
                      </a:lnTo>
                      <a:lnTo>
                        <a:pt x="22222" y="18100"/>
                      </a:lnTo>
                      <a:lnTo>
                        <a:pt x="22368" y="18058"/>
                      </a:lnTo>
                      <a:lnTo>
                        <a:pt x="22368" y="18058"/>
                      </a:lnTo>
                      <a:lnTo>
                        <a:pt x="22263" y="18141"/>
                      </a:lnTo>
                      <a:lnTo>
                        <a:pt x="22222" y="18246"/>
                      </a:lnTo>
                      <a:lnTo>
                        <a:pt x="22201" y="18309"/>
                      </a:lnTo>
                      <a:lnTo>
                        <a:pt x="22201" y="18351"/>
                      </a:lnTo>
                      <a:lnTo>
                        <a:pt x="22368" y="18455"/>
                      </a:lnTo>
                      <a:lnTo>
                        <a:pt x="22368" y="18581"/>
                      </a:lnTo>
                      <a:lnTo>
                        <a:pt x="22368" y="18748"/>
                      </a:lnTo>
                      <a:lnTo>
                        <a:pt x="22410" y="18769"/>
                      </a:lnTo>
                      <a:lnTo>
                        <a:pt x="22494" y="18769"/>
                      </a:lnTo>
                      <a:lnTo>
                        <a:pt x="22535" y="18853"/>
                      </a:lnTo>
                      <a:lnTo>
                        <a:pt x="22515" y="18957"/>
                      </a:lnTo>
                      <a:lnTo>
                        <a:pt x="22682" y="19062"/>
                      </a:lnTo>
                      <a:lnTo>
                        <a:pt x="22598" y="19083"/>
                      </a:lnTo>
                      <a:lnTo>
                        <a:pt x="22724" y="19146"/>
                      </a:lnTo>
                      <a:lnTo>
                        <a:pt x="22787" y="19188"/>
                      </a:lnTo>
                      <a:lnTo>
                        <a:pt x="22891" y="19250"/>
                      </a:lnTo>
                      <a:lnTo>
                        <a:pt x="22996" y="19188"/>
                      </a:lnTo>
                      <a:lnTo>
                        <a:pt x="23100" y="19167"/>
                      </a:lnTo>
                      <a:lnTo>
                        <a:pt x="23100" y="18999"/>
                      </a:lnTo>
                      <a:lnTo>
                        <a:pt x="23163" y="18895"/>
                      </a:lnTo>
                      <a:lnTo>
                        <a:pt x="23226" y="18769"/>
                      </a:lnTo>
                      <a:lnTo>
                        <a:pt x="23331" y="18560"/>
                      </a:lnTo>
                      <a:lnTo>
                        <a:pt x="23310" y="18455"/>
                      </a:lnTo>
                      <a:lnTo>
                        <a:pt x="23351" y="18413"/>
                      </a:lnTo>
                      <a:lnTo>
                        <a:pt x="23351" y="18225"/>
                      </a:lnTo>
                      <a:lnTo>
                        <a:pt x="23331" y="18162"/>
                      </a:lnTo>
                      <a:lnTo>
                        <a:pt x="23414" y="18120"/>
                      </a:lnTo>
                      <a:lnTo>
                        <a:pt x="23351" y="17932"/>
                      </a:lnTo>
                      <a:lnTo>
                        <a:pt x="23247" y="17848"/>
                      </a:lnTo>
                      <a:lnTo>
                        <a:pt x="23205" y="17493"/>
                      </a:lnTo>
                      <a:lnTo>
                        <a:pt x="23142" y="17430"/>
                      </a:lnTo>
                      <a:lnTo>
                        <a:pt x="23163" y="17263"/>
                      </a:lnTo>
                      <a:lnTo>
                        <a:pt x="23205" y="17116"/>
                      </a:lnTo>
                      <a:lnTo>
                        <a:pt x="23163" y="17011"/>
                      </a:lnTo>
                      <a:lnTo>
                        <a:pt x="23100" y="16907"/>
                      </a:lnTo>
                      <a:lnTo>
                        <a:pt x="23038" y="16656"/>
                      </a:lnTo>
                      <a:lnTo>
                        <a:pt x="22996" y="16551"/>
                      </a:lnTo>
                      <a:lnTo>
                        <a:pt x="22954" y="16279"/>
                      </a:lnTo>
                      <a:lnTo>
                        <a:pt x="22912" y="16133"/>
                      </a:lnTo>
                      <a:lnTo>
                        <a:pt x="22933" y="15903"/>
                      </a:lnTo>
                      <a:lnTo>
                        <a:pt x="22912" y="15714"/>
                      </a:lnTo>
                      <a:lnTo>
                        <a:pt x="22933" y="15379"/>
                      </a:lnTo>
                      <a:lnTo>
                        <a:pt x="22933" y="15170"/>
                      </a:lnTo>
                      <a:lnTo>
                        <a:pt x="23038" y="15003"/>
                      </a:lnTo>
                      <a:lnTo>
                        <a:pt x="23121" y="14856"/>
                      </a:lnTo>
                      <a:lnTo>
                        <a:pt x="23226" y="14815"/>
                      </a:lnTo>
                      <a:lnTo>
                        <a:pt x="23268" y="14752"/>
                      </a:lnTo>
                      <a:lnTo>
                        <a:pt x="23331" y="14752"/>
                      </a:lnTo>
                      <a:lnTo>
                        <a:pt x="23414" y="14605"/>
                      </a:lnTo>
                      <a:lnTo>
                        <a:pt x="23414" y="14543"/>
                      </a:lnTo>
                      <a:lnTo>
                        <a:pt x="23372" y="14501"/>
                      </a:lnTo>
                      <a:lnTo>
                        <a:pt x="23414" y="14480"/>
                      </a:lnTo>
                      <a:lnTo>
                        <a:pt x="23540" y="14480"/>
                      </a:lnTo>
                      <a:lnTo>
                        <a:pt x="23561" y="14396"/>
                      </a:lnTo>
                      <a:lnTo>
                        <a:pt x="23665" y="14396"/>
                      </a:lnTo>
                      <a:lnTo>
                        <a:pt x="23686" y="14354"/>
                      </a:lnTo>
                      <a:lnTo>
                        <a:pt x="23875" y="14333"/>
                      </a:lnTo>
                      <a:lnTo>
                        <a:pt x="23937" y="14250"/>
                      </a:lnTo>
                      <a:lnTo>
                        <a:pt x="24063" y="14250"/>
                      </a:lnTo>
                      <a:lnTo>
                        <a:pt x="24084" y="14187"/>
                      </a:lnTo>
                      <a:lnTo>
                        <a:pt x="24168" y="14187"/>
                      </a:lnTo>
                      <a:lnTo>
                        <a:pt x="24209" y="14229"/>
                      </a:lnTo>
                      <a:lnTo>
                        <a:pt x="24314" y="14082"/>
                      </a:lnTo>
                      <a:lnTo>
                        <a:pt x="24314" y="14040"/>
                      </a:lnTo>
                      <a:lnTo>
                        <a:pt x="24377" y="14040"/>
                      </a:lnTo>
                      <a:lnTo>
                        <a:pt x="24481" y="13957"/>
                      </a:lnTo>
                      <a:lnTo>
                        <a:pt x="24481" y="13873"/>
                      </a:lnTo>
                      <a:lnTo>
                        <a:pt x="24691" y="13601"/>
                      </a:lnTo>
                      <a:lnTo>
                        <a:pt x="24795" y="13496"/>
                      </a:lnTo>
                      <a:lnTo>
                        <a:pt x="24984" y="13496"/>
                      </a:lnTo>
                      <a:lnTo>
                        <a:pt x="25025" y="13517"/>
                      </a:lnTo>
                      <a:lnTo>
                        <a:pt x="25088" y="13517"/>
                      </a:lnTo>
                      <a:lnTo>
                        <a:pt x="25193" y="13329"/>
                      </a:lnTo>
                      <a:lnTo>
                        <a:pt x="25465" y="13099"/>
                      </a:lnTo>
                      <a:lnTo>
                        <a:pt x="25737" y="12931"/>
                      </a:lnTo>
                      <a:lnTo>
                        <a:pt x="25862" y="12910"/>
                      </a:lnTo>
                      <a:lnTo>
                        <a:pt x="25925" y="12890"/>
                      </a:lnTo>
                      <a:lnTo>
                        <a:pt x="25988" y="12890"/>
                      </a:lnTo>
                      <a:lnTo>
                        <a:pt x="25988" y="12910"/>
                      </a:lnTo>
                      <a:lnTo>
                        <a:pt x="26092" y="12910"/>
                      </a:lnTo>
                      <a:lnTo>
                        <a:pt x="26197" y="12785"/>
                      </a:lnTo>
                      <a:lnTo>
                        <a:pt x="26155" y="12785"/>
                      </a:lnTo>
                      <a:lnTo>
                        <a:pt x="26134" y="12722"/>
                      </a:lnTo>
                      <a:lnTo>
                        <a:pt x="26030" y="12827"/>
                      </a:lnTo>
                      <a:lnTo>
                        <a:pt x="25883" y="12806"/>
                      </a:lnTo>
                      <a:lnTo>
                        <a:pt x="25820" y="12722"/>
                      </a:lnTo>
                      <a:lnTo>
                        <a:pt x="25925" y="12785"/>
                      </a:lnTo>
                      <a:lnTo>
                        <a:pt x="26051" y="12701"/>
                      </a:lnTo>
                      <a:lnTo>
                        <a:pt x="26030" y="12680"/>
                      </a:lnTo>
                      <a:lnTo>
                        <a:pt x="26092" y="12618"/>
                      </a:lnTo>
                      <a:lnTo>
                        <a:pt x="26051" y="12555"/>
                      </a:lnTo>
                      <a:lnTo>
                        <a:pt x="25925" y="12513"/>
                      </a:lnTo>
                      <a:lnTo>
                        <a:pt x="25862" y="12471"/>
                      </a:lnTo>
                      <a:lnTo>
                        <a:pt x="25946" y="12471"/>
                      </a:lnTo>
                      <a:lnTo>
                        <a:pt x="26030" y="12492"/>
                      </a:lnTo>
                      <a:lnTo>
                        <a:pt x="26092" y="12471"/>
                      </a:lnTo>
                      <a:lnTo>
                        <a:pt x="26092" y="12387"/>
                      </a:lnTo>
                      <a:lnTo>
                        <a:pt x="26155" y="12513"/>
                      </a:lnTo>
                      <a:lnTo>
                        <a:pt x="26239" y="12492"/>
                      </a:lnTo>
                      <a:lnTo>
                        <a:pt x="26302" y="12555"/>
                      </a:lnTo>
                      <a:lnTo>
                        <a:pt x="26364" y="12513"/>
                      </a:lnTo>
                      <a:lnTo>
                        <a:pt x="26385" y="12408"/>
                      </a:lnTo>
                      <a:lnTo>
                        <a:pt x="26511" y="12304"/>
                      </a:lnTo>
                      <a:lnTo>
                        <a:pt x="26553" y="12304"/>
                      </a:lnTo>
                      <a:lnTo>
                        <a:pt x="26574" y="12199"/>
                      </a:lnTo>
                      <a:lnTo>
                        <a:pt x="26553" y="12094"/>
                      </a:lnTo>
                      <a:lnTo>
                        <a:pt x="26511" y="12094"/>
                      </a:lnTo>
                      <a:lnTo>
                        <a:pt x="26448" y="12241"/>
                      </a:lnTo>
                      <a:lnTo>
                        <a:pt x="26448" y="12283"/>
                      </a:lnTo>
                      <a:lnTo>
                        <a:pt x="26385" y="12262"/>
                      </a:lnTo>
                      <a:lnTo>
                        <a:pt x="26364" y="12094"/>
                      </a:lnTo>
                      <a:lnTo>
                        <a:pt x="26344" y="12074"/>
                      </a:lnTo>
                      <a:lnTo>
                        <a:pt x="26092" y="12094"/>
                      </a:lnTo>
                      <a:lnTo>
                        <a:pt x="25967" y="12157"/>
                      </a:lnTo>
                      <a:lnTo>
                        <a:pt x="25988" y="12074"/>
                      </a:lnTo>
                      <a:lnTo>
                        <a:pt x="25988" y="11927"/>
                      </a:lnTo>
                      <a:lnTo>
                        <a:pt x="26051" y="11885"/>
                      </a:lnTo>
                      <a:lnTo>
                        <a:pt x="26092" y="11990"/>
                      </a:lnTo>
                      <a:lnTo>
                        <a:pt x="26176" y="12032"/>
                      </a:lnTo>
                      <a:lnTo>
                        <a:pt x="26239" y="11969"/>
                      </a:lnTo>
                      <a:lnTo>
                        <a:pt x="26385" y="11948"/>
                      </a:lnTo>
                      <a:lnTo>
                        <a:pt x="26406" y="11885"/>
                      </a:lnTo>
                      <a:lnTo>
                        <a:pt x="26490" y="11885"/>
                      </a:lnTo>
                      <a:lnTo>
                        <a:pt x="26511" y="11843"/>
                      </a:lnTo>
                      <a:lnTo>
                        <a:pt x="26490" y="11718"/>
                      </a:lnTo>
                      <a:lnTo>
                        <a:pt x="26448" y="11655"/>
                      </a:lnTo>
                      <a:lnTo>
                        <a:pt x="26469" y="11613"/>
                      </a:lnTo>
                      <a:lnTo>
                        <a:pt x="26511" y="11634"/>
                      </a:lnTo>
                      <a:lnTo>
                        <a:pt x="26574" y="11530"/>
                      </a:lnTo>
                      <a:lnTo>
                        <a:pt x="26511" y="11425"/>
                      </a:lnTo>
                      <a:lnTo>
                        <a:pt x="26469" y="11362"/>
                      </a:lnTo>
                      <a:lnTo>
                        <a:pt x="26385" y="11404"/>
                      </a:lnTo>
                      <a:lnTo>
                        <a:pt x="26302" y="11362"/>
                      </a:lnTo>
                      <a:lnTo>
                        <a:pt x="26260" y="11237"/>
                      </a:lnTo>
                      <a:lnTo>
                        <a:pt x="26176" y="11237"/>
                      </a:lnTo>
                      <a:lnTo>
                        <a:pt x="26092" y="11195"/>
                      </a:lnTo>
                      <a:lnTo>
                        <a:pt x="26030" y="11111"/>
                      </a:lnTo>
                      <a:lnTo>
                        <a:pt x="26030" y="11111"/>
                      </a:lnTo>
                      <a:lnTo>
                        <a:pt x="26092" y="11153"/>
                      </a:lnTo>
                      <a:lnTo>
                        <a:pt x="26260" y="11153"/>
                      </a:lnTo>
                      <a:lnTo>
                        <a:pt x="26302" y="11257"/>
                      </a:lnTo>
                      <a:lnTo>
                        <a:pt x="26385" y="11299"/>
                      </a:lnTo>
                      <a:lnTo>
                        <a:pt x="26406" y="11216"/>
                      </a:lnTo>
                      <a:lnTo>
                        <a:pt x="26281" y="11090"/>
                      </a:lnTo>
                      <a:lnTo>
                        <a:pt x="26385" y="11111"/>
                      </a:lnTo>
                      <a:lnTo>
                        <a:pt x="26406" y="11048"/>
                      </a:lnTo>
                      <a:lnTo>
                        <a:pt x="26448" y="11027"/>
                      </a:lnTo>
                      <a:lnTo>
                        <a:pt x="26406" y="10944"/>
                      </a:lnTo>
                      <a:lnTo>
                        <a:pt x="26281" y="10881"/>
                      </a:lnTo>
                      <a:lnTo>
                        <a:pt x="26239" y="10713"/>
                      </a:lnTo>
                      <a:lnTo>
                        <a:pt x="26281" y="10734"/>
                      </a:lnTo>
                      <a:lnTo>
                        <a:pt x="26344" y="10839"/>
                      </a:lnTo>
                      <a:lnTo>
                        <a:pt x="26406" y="10839"/>
                      </a:lnTo>
                      <a:lnTo>
                        <a:pt x="26448" y="10734"/>
                      </a:lnTo>
                      <a:lnTo>
                        <a:pt x="26448" y="10630"/>
                      </a:lnTo>
                      <a:lnTo>
                        <a:pt x="26344" y="10588"/>
                      </a:lnTo>
                      <a:lnTo>
                        <a:pt x="26197" y="10421"/>
                      </a:lnTo>
                      <a:lnTo>
                        <a:pt x="26092" y="10379"/>
                      </a:lnTo>
                      <a:lnTo>
                        <a:pt x="26030" y="10274"/>
                      </a:lnTo>
                      <a:lnTo>
                        <a:pt x="25946" y="10253"/>
                      </a:lnTo>
                      <a:lnTo>
                        <a:pt x="25946" y="10149"/>
                      </a:lnTo>
                      <a:lnTo>
                        <a:pt x="26030" y="10044"/>
                      </a:lnTo>
                      <a:lnTo>
                        <a:pt x="25967" y="10149"/>
                      </a:lnTo>
                      <a:lnTo>
                        <a:pt x="25988" y="10190"/>
                      </a:lnTo>
                      <a:lnTo>
                        <a:pt x="26051" y="10211"/>
                      </a:lnTo>
                      <a:lnTo>
                        <a:pt x="26134" y="10316"/>
                      </a:lnTo>
                      <a:lnTo>
                        <a:pt x="26239" y="10358"/>
                      </a:lnTo>
                      <a:lnTo>
                        <a:pt x="26364" y="10504"/>
                      </a:lnTo>
                      <a:lnTo>
                        <a:pt x="26385" y="10504"/>
                      </a:lnTo>
                      <a:lnTo>
                        <a:pt x="26406" y="10274"/>
                      </a:lnTo>
                      <a:lnTo>
                        <a:pt x="26406" y="10169"/>
                      </a:lnTo>
                      <a:lnTo>
                        <a:pt x="26406" y="10086"/>
                      </a:lnTo>
                      <a:lnTo>
                        <a:pt x="26385" y="10044"/>
                      </a:lnTo>
                      <a:lnTo>
                        <a:pt x="26406" y="9856"/>
                      </a:lnTo>
                      <a:lnTo>
                        <a:pt x="26448" y="9793"/>
                      </a:lnTo>
                      <a:lnTo>
                        <a:pt x="26409" y="9728"/>
                      </a:lnTo>
                      <a:lnTo>
                        <a:pt x="26409" y="9728"/>
                      </a:lnTo>
                      <a:lnTo>
                        <a:pt x="26490" y="9667"/>
                      </a:lnTo>
                      <a:lnTo>
                        <a:pt x="26616" y="9563"/>
                      </a:lnTo>
                      <a:lnTo>
                        <a:pt x="26657" y="9458"/>
                      </a:lnTo>
                      <a:lnTo>
                        <a:pt x="26657" y="9437"/>
                      </a:lnTo>
                      <a:lnTo>
                        <a:pt x="26678" y="9458"/>
                      </a:lnTo>
                      <a:lnTo>
                        <a:pt x="26657" y="9584"/>
                      </a:lnTo>
                      <a:lnTo>
                        <a:pt x="26678" y="9625"/>
                      </a:lnTo>
                      <a:lnTo>
                        <a:pt x="26574" y="9667"/>
                      </a:lnTo>
                      <a:lnTo>
                        <a:pt x="26511" y="9793"/>
                      </a:lnTo>
                      <a:lnTo>
                        <a:pt x="26595" y="9960"/>
                      </a:lnTo>
                      <a:lnTo>
                        <a:pt x="26574" y="10107"/>
                      </a:lnTo>
                      <a:lnTo>
                        <a:pt x="26490" y="10253"/>
                      </a:lnTo>
                      <a:lnTo>
                        <a:pt x="26490" y="10358"/>
                      </a:lnTo>
                      <a:lnTo>
                        <a:pt x="26595" y="10462"/>
                      </a:lnTo>
                      <a:lnTo>
                        <a:pt x="26616" y="10400"/>
                      </a:lnTo>
                      <a:lnTo>
                        <a:pt x="26657" y="10462"/>
                      </a:lnTo>
                      <a:lnTo>
                        <a:pt x="26699" y="10462"/>
                      </a:lnTo>
                      <a:lnTo>
                        <a:pt x="26699" y="10483"/>
                      </a:lnTo>
                      <a:lnTo>
                        <a:pt x="26678" y="10525"/>
                      </a:lnTo>
                      <a:lnTo>
                        <a:pt x="26699" y="10609"/>
                      </a:lnTo>
                      <a:lnTo>
                        <a:pt x="26825" y="10609"/>
                      </a:lnTo>
                      <a:lnTo>
                        <a:pt x="26762" y="10672"/>
                      </a:lnTo>
                      <a:lnTo>
                        <a:pt x="26762" y="10693"/>
                      </a:lnTo>
                      <a:lnTo>
                        <a:pt x="26699" y="10797"/>
                      </a:lnTo>
                      <a:lnTo>
                        <a:pt x="26699" y="10881"/>
                      </a:lnTo>
                      <a:lnTo>
                        <a:pt x="26657" y="10985"/>
                      </a:lnTo>
                      <a:lnTo>
                        <a:pt x="26616" y="11111"/>
                      </a:lnTo>
                      <a:lnTo>
                        <a:pt x="26616" y="11216"/>
                      </a:lnTo>
                      <a:lnTo>
                        <a:pt x="26657" y="11153"/>
                      </a:lnTo>
                      <a:lnTo>
                        <a:pt x="26678" y="11111"/>
                      </a:lnTo>
                      <a:lnTo>
                        <a:pt x="26783" y="10902"/>
                      </a:lnTo>
                      <a:lnTo>
                        <a:pt x="26804" y="10944"/>
                      </a:lnTo>
                      <a:lnTo>
                        <a:pt x="26804" y="11006"/>
                      </a:lnTo>
                      <a:lnTo>
                        <a:pt x="26825" y="10944"/>
                      </a:lnTo>
                      <a:lnTo>
                        <a:pt x="26825" y="10881"/>
                      </a:lnTo>
                      <a:lnTo>
                        <a:pt x="26909" y="10776"/>
                      </a:lnTo>
                      <a:lnTo>
                        <a:pt x="26992" y="10525"/>
                      </a:lnTo>
                      <a:lnTo>
                        <a:pt x="27118" y="10462"/>
                      </a:lnTo>
                      <a:lnTo>
                        <a:pt x="27222" y="10253"/>
                      </a:lnTo>
                      <a:lnTo>
                        <a:pt x="27222" y="10086"/>
                      </a:lnTo>
                      <a:lnTo>
                        <a:pt x="27139" y="9897"/>
                      </a:lnTo>
                      <a:lnTo>
                        <a:pt x="27097" y="9856"/>
                      </a:lnTo>
                      <a:lnTo>
                        <a:pt x="27076" y="9688"/>
                      </a:lnTo>
                      <a:lnTo>
                        <a:pt x="27013" y="9625"/>
                      </a:lnTo>
                      <a:lnTo>
                        <a:pt x="27013" y="9521"/>
                      </a:lnTo>
                      <a:lnTo>
                        <a:pt x="27076" y="9416"/>
                      </a:lnTo>
                      <a:lnTo>
                        <a:pt x="27181" y="9312"/>
                      </a:lnTo>
                      <a:lnTo>
                        <a:pt x="27306" y="9249"/>
                      </a:lnTo>
                      <a:lnTo>
                        <a:pt x="27118" y="9458"/>
                      </a:lnTo>
                      <a:lnTo>
                        <a:pt x="27076" y="9542"/>
                      </a:lnTo>
                      <a:lnTo>
                        <a:pt x="27118" y="9625"/>
                      </a:lnTo>
                      <a:lnTo>
                        <a:pt x="27243" y="9751"/>
                      </a:lnTo>
                      <a:lnTo>
                        <a:pt x="27327" y="9730"/>
                      </a:lnTo>
                      <a:lnTo>
                        <a:pt x="27390" y="9772"/>
                      </a:lnTo>
                      <a:lnTo>
                        <a:pt x="27327" y="9939"/>
                      </a:lnTo>
                      <a:lnTo>
                        <a:pt x="27327" y="9939"/>
                      </a:lnTo>
                      <a:lnTo>
                        <a:pt x="27411" y="9877"/>
                      </a:lnTo>
                      <a:lnTo>
                        <a:pt x="27432" y="9897"/>
                      </a:lnTo>
                      <a:lnTo>
                        <a:pt x="27515" y="9793"/>
                      </a:lnTo>
                      <a:lnTo>
                        <a:pt x="27515" y="9730"/>
                      </a:lnTo>
                      <a:lnTo>
                        <a:pt x="27557" y="9730"/>
                      </a:lnTo>
                      <a:lnTo>
                        <a:pt x="27620" y="9646"/>
                      </a:lnTo>
                      <a:lnTo>
                        <a:pt x="27704" y="9625"/>
                      </a:lnTo>
                      <a:lnTo>
                        <a:pt x="27745" y="9458"/>
                      </a:lnTo>
                      <a:lnTo>
                        <a:pt x="27808" y="9374"/>
                      </a:lnTo>
                      <a:lnTo>
                        <a:pt x="27850" y="9374"/>
                      </a:lnTo>
                      <a:lnTo>
                        <a:pt x="27913" y="9270"/>
                      </a:lnTo>
                      <a:lnTo>
                        <a:pt x="27934" y="9207"/>
                      </a:lnTo>
                      <a:lnTo>
                        <a:pt x="27934" y="9144"/>
                      </a:lnTo>
                      <a:lnTo>
                        <a:pt x="27976" y="9040"/>
                      </a:lnTo>
                      <a:lnTo>
                        <a:pt x="27976" y="8998"/>
                      </a:lnTo>
                      <a:lnTo>
                        <a:pt x="28038" y="8914"/>
                      </a:lnTo>
                      <a:lnTo>
                        <a:pt x="28017" y="8830"/>
                      </a:lnTo>
                      <a:lnTo>
                        <a:pt x="27955" y="8789"/>
                      </a:lnTo>
                      <a:lnTo>
                        <a:pt x="27913" y="8705"/>
                      </a:lnTo>
                      <a:lnTo>
                        <a:pt x="28059" y="8621"/>
                      </a:lnTo>
                      <a:lnTo>
                        <a:pt x="28059" y="8537"/>
                      </a:lnTo>
                      <a:lnTo>
                        <a:pt x="28164" y="8475"/>
                      </a:lnTo>
                      <a:lnTo>
                        <a:pt x="28248" y="8433"/>
                      </a:lnTo>
                      <a:lnTo>
                        <a:pt x="28436" y="8328"/>
                      </a:lnTo>
                      <a:lnTo>
                        <a:pt x="28561" y="8328"/>
                      </a:lnTo>
                      <a:lnTo>
                        <a:pt x="28750" y="8203"/>
                      </a:lnTo>
                      <a:lnTo>
                        <a:pt x="28813" y="8203"/>
                      </a:lnTo>
                      <a:lnTo>
                        <a:pt x="28854" y="8224"/>
                      </a:lnTo>
                      <a:lnTo>
                        <a:pt x="29085" y="8203"/>
                      </a:lnTo>
                      <a:lnTo>
                        <a:pt x="29189" y="8265"/>
                      </a:lnTo>
                      <a:lnTo>
                        <a:pt x="29336" y="8203"/>
                      </a:lnTo>
                      <a:lnTo>
                        <a:pt x="29587" y="8203"/>
                      </a:lnTo>
                      <a:lnTo>
                        <a:pt x="29629" y="8182"/>
                      </a:lnTo>
                      <a:lnTo>
                        <a:pt x="29608" y="8119"/>
                      </a:lnTo>
                      <a:lnTo>
                        <a:pt x="29608" y="7972"/>
                      </a:lnTo>
                      <a:lnTo>
                        <a:pt x="29608" y="7847"/>
                      </a:lnTo>
                      <a:lnTo>
                        <a:pt x="29733" y="7952"/>
                      </a:lnTo>
                      <a:lnTo>
                        <a:pt x="29733" y="8077"/>
                      </a:lnTo>
                      <a:lnTo>
                        <a:pt x="29712" y="8161"/>
                      </a:lnTo>
                      <a:lnTo>
                        <a:pt x="29796" y="8161"/>
                      </a:lnTo>
                      <a:lnTo>
                        <a:pt x="29901" y="8056"/>
                      </a:lnTo>
                      <a:lnTo>
                        <a:pt x="30005" y="7868"/>
                      </a:lnTo>
                      <a:lnTo>
                        <a:pt x="30047" y="7972"/>
                      </a:lnTo>
                      <a:lnTo>
                        <a:pt x="30047" y="8056"/>
                      </a:lnTo>
                      <a:lnTo>
                        <a:pt x="30131" y="8077"/>
                      </a:lnTo>
                      <a:lnTo>
                        <a:pt x="30382" y="7952"/>
                      </a:lnTo>
                      <a:lnTo>
                        <a:pt x="30466" y="7805"/>
                      </a:lnTo>
                      <a:lnTo>
                        <a:pt x="30424" y="7596"/>
                      </a:lnTo>
                      <a:lnTo>
                        <a:pt x="30361" y="7638"/>
                      </a:lnTo>
                      <a:lnTo>
                        <a:pt x="30361" y="7742"/>
                      </a:lnTo>
                      <a:lnTo>
                        <a:pt x="30319" y="7868"/>
                      </a:lnTo>
                      <a:lnTo>
                        <a:pt x="30152" y="7868"/>
                      </a:lnTo>
                      <a:lnTo>
                        <a:pt x="30131" y="7763"/>
                      </a:lnTo>
                      <a:lnTo>
                        <a:pt x="30068" y="7575"/>
                      </a:lnTo>
                      <a:lnTo>
                        <a:pt x="29922" y="7491"/>
                      </a:lnTo>
                      <a:lnTo>
                        <a:pt x="29922" y="7449"/>
                      </a:lnTo>
                      <a:lnTo>
                        <a:pt x="30131" y="7261"/>
                      </a:lnTo>
                      <a:lnTo>
                        <a:pt x="30131" y="7177"/>
                      </a:lnTo>
                      <a:lnTo>
                        <a:pt x="30047" y="7177"/>
                      </a:lnTo>
                      <a:lnTo>
                        <a:pt x="30047" y="7115"/>
                      </a:lnTo>
                      <a:lnTo>
                        <a:pt x="30131" y="7052"/>
                      </a:lnTo>
                      <a:lnTo>
                        <a:pt x="30152" y="6968"/>
                      </a:lnTo>
                      <a:lnTo>
                        <a:pt x="30214" y="6905"/>
                      </a:lnTo>
                      <a:lnTo>
                        <a:pt x="30277" y="6696"/>
                      </a:lnTo>
                      <a:lnTo>
                        <a:pt x="30486" y="6529"/>
                      </a:lnTo>
                      <a:lnTo>
                        <a:pt x="30570" y="6382"/>
                      </a:lnTo>
                      <a:lnTo>
                        <a:pt x="30633" y="6382"/>
                      </a:lnTo>
                      <a:lnTo>
                        <a:pt x="30696" y="6278"/>
                      </a:lnTo>
                      <a:lnTo>
                        <a:pt x="30696" y="6340"/>
                      </a:lnTo>
                      <a:lnTo>
                        <a:pt x="30779" y="6382"/>
                      </a:lnTo>
                      <a:lnTo>
                        <a:pt x="30842" y="6299"/>
                      </a:lnTo>
                      <a:lnTo>
                        <a:pt x="30905" y="6173"/>
                      </a:lnTo>
                      <a:lnTo>
                        <a:pt x="30905" y="6299"/>
                      </a:lnTo>
                      <a:lnTo>
                        <a:pt x="30989" y="6299"/>
                      </a:lnTo>
                      <a:lnTo>
                        <a:pt x="31051" y="6173"/>
                      </a:lnTo>
                      <a:lnTo>
                        <a:pt x="31093" y="6215"/>
                      </a:lnTo>
                      <a:lnTo>
                        <a:pt x="31156" y="6173"/>
                      </a:lnTo>
                      <a:lnTo>
                        <a:pt x="31261" y="6006"/>
                      </a:lnTo>
                      <a:lnTo>
                        <a:pt x="31407" y="5796"/>
                      </a:lnTo>
                      <a:lnTo>
                        <a:pt x="31386" y="5922"/>
                      </a:lnTo>
                      <a:lnTo>
                        <a:pt x="31407" y="6006"/>
                      </a:lnTo>
                      <a:lnTo>
                        <a:pt x="31512" y="6006"/>
                      </a:lnTo>
                      <a:lnTo>
                        <a:pt x="31616" y="5880"/>
                      </a:lnTo>
                      <a:lnTo>
                        <a:pt x="31742" y="5880"/>
                      </a:lnTo>
                      <a:lnTo>
                        <a:pt x="31784" y="6006"/>
                      </a:lnTo>
                      <a:lnTo>
                        <a:pt x="31846" y="6006"/>
                      </a:lnTo>
                      <a:lnTo>
                        <a:pt x="31951" y="5880"/>
                      </a:lnTo>
                      <a:lnTo>
                        <a:pt x="32035" y="5922"/>
                      </a:lnTo>
                      <a:lnTo>
                        <a:pt x="32098" y="5901"/>
                      </a:lnTo>
                      <a:lnTo>
                        <a:pt x="32202" y="5817"/>
                      </a:lnTo>
                      <a:lnTo>
                        <a:pt x="32307" y="5817"/>
                      </a:lnTo>
                      <a:lnTo>
                        <a:pt x="32432" y="5755"/>
                      </a:lnTo>
                      <a:lnTo>
                        <a:pt x="32474" y="5817"/>
                      </a:lnTo>
                      <a:lnTo>
                        <a:pt x="32558" y="5796"/>
                      </a:lnTo>
                      <a:lnTo>
                        <a:pt x="32642" y="5713"/>
                      </a:lnTo>
                      <a:lnTo>
                        <a:pt x="32537" y="5650"/>
                      </a:lnTo>
                      <a:lnTo>
                        <a:pt x="32474" y="5713"/>
                      </a:lnTo>
                      <a:lnTo>
                        <a:pt x="32411" y="5650"/>
                      </a:lnTo>
                      <a:lnTo>
                        <a:pt x="32453" y="5504"/>
                      </a:lnTo>
                      <a:lnTo>
                        <a:pt x="32223" y="5378"/>
                      </a:lnTo>
                      <a:lnTo>
                        <a:pt x="32202" y="5357"/>
                      </a:lnTo>
                      <a:lnTo>
                        <a:pt x="32223" y="5294"/>
                      </a:lnTo>
                      <a:lnTo>
                        <a:pt x="32223" y="5252"/>
                      </a:lnTo>
                      <a:lnTo>
                        <a:pt x="32223" y="5169"/>
                      </a:lnTo>
                      <a:lnTo>
                        <a:pt x="32244" y="5085"/>
                      </a:lnTo>
                      <a:lnTo>
                        <a:pt x="32202" y="5022"/>
                      </a:lnTo>
                      <a:lnTo>
                        <a:pt x="32139" y="4959"/>
                      </a:lnTo>
                      <a:lnTo>
                        <a:pt x="32098" y="4939"/>
                      </a:lnTo>
                      <a:lnTo>
                        <a:pt x="32118" y="4855"/>
                      </a:lnTo>
                      <a:lnTo>
                        <a:pt x="32244" y="4123"/>
                      </a:lnTo>
                      <a:lnTo>
                        <a:pt x="32244" y="3934"/>
                      </a:lnTo>
                      <a:lnTo>
                        <a:pt x="32014" y="3725"/>
                      </a:lnTo>
                      <a:lnTo>
                        <a:pt x="31951" y="3788"/>
                      </a:lnTo>
                      <a:lnTo>
                        <a:pt x="31805" y="3725"/>
                      </a:lnTo>
                      <a:lnTo>
                        <a:pt x="31700" y="3767"/>
                      </a:lnTo>
                      <a:lnTo>
                        <a:pt x="31616" y="3683"/>
                      </a:lnTo>
                      <a:lnTo>
                        <a:pt x="31533" y="3662"/>
                      </a:lnTo>
                      <a:lnTo>
                        <a:pt x="31512" y="3662"/>
                      </a:lnTo>
                      <a:lnTo>
                        <a:pt x="31407" y="3767"/>
                      </a:lnTo>
                      <a:lnTo>
                        <a:pt x="31365" y="3830"/>
                      </a:lnTo>
                      <a:lnTo>
                        <a:pt x="31156" y="4081"/>
                      </a:lnTo>
                      <a:lnTo>
                        <a:pt x="31072" y="4206"/>
                      </a:lnTo>
                      <a:lnTo>
                        <a:pt x="31072" y="4311"/>
                      </a:lnTo>
                      <a:lnTo>
                        <a:pt x="30905" y="4395"/>
                      </a:lnTo>
                      <a:lnTo>
                        <a:pt x="30905" y="4520"/>
                      </a:lnTo>
                      <a:lnTo>
                        <a:pt x="30863" y="4625"/>
                      </a:lnTo>
                      <a:lnTo>
                        <a:pt x="30696" y="4813"/>
                      </a:lnTo>
                      <a:lnTo>
                        <a:pt x="30633" y="4834"/>
                      </a:lnTo>
                      <a:lnTo>
                        <a:pt x="30445" y="5043"/>
                      </a:lnTo>
                      <a:lnTo>
                        <a:pt x="30424" y="5127"/>
                      </a:lnTo>
                      <a:lnTo>
                        <a:pt x="30340" y="5169"/>
                      </a:lnTo>
                      <a:lnTo>
                        <a:pt x="30235" y="5148"/>
                      </a:lnTo>
                      <a:lnTo>
                        <a:pt x="30173" y="5148"/>
                      </a:lnTo>
                      <a:lnTo>
                        <a:pt x="30131" y="5190"/>
                      </a:lnTo>
                      <a:lnTo>
                        <a:pt x="30068" y="5190"/>
                      </a:lnTo>
                      <a:lnTo>
                        <a:pt x="29942" y="5336"/>
                      </a:lnTo>
                      <a:lnTo>
                        <a:pt x="28269" y="5294"/>
                      </a:lnTo>
                      <a:lnTo>
                        <a:pt x="28059" y="5336"/>
                      </a:lnTo>
                      <a:lnTo>
                        <a:pt x="27955" y="5441"/>
                      </a:lnTo>
                      <a:lnTo>
                        <a:pt x="27829" y="5483"/>
                      </a:lnTo>
                      <a:lnTo>
                        <a:pt x="27704" y="5566"/>
                      </a:lnTo>
                      <a:lnTo>
                        <a:pt x="27453" y="5817"/>
                      </a:lnTo>
                      <a:lnTo>
                        <a:pt x="27285" y="5859"/>
                      </a:lnTo>
                      <a:lnTo>
                        <a:pt x="27181" y="5922"/>
                      </a:lnTo>
                      <a:lnTo>
                        <a:pt x="26699" y="6299"/>
                      </a:lnTo>
                      <a:lnTo>
                        <a:pt x="25611" y="6612"/>
                      </a:lnTo>
                      <a:lnTo>
                        <a:pt x="25569" y="6864"/>
                      </a:lnTo>
                      <a:lnTo>
                        <a:pt x="25318" y="6968"/>
                      </a:lnTo>
                      <a:lnTo>
                        <a:pt x="23331" y="7491"/>
                      </a:lnTo>
                      <a:lnTo>
                        <a:pt x="23247" y="7324"/>
                      </a:lnTo>
                      <a:lnTo>
                        <a:pt x="23351" y="7177"/>
                      </a:lnTo>
                      <a:lnTo>
                        <a:pt x="23561" y="7073"/>
                      </a:lnTo>
                      <a:lnTo>
                        <a:pt x="23665" y="6947"/>
                      </a:lnTo>
                      <a:lnTo>
                        <a:pt x="23728" y="6822"/>
                      </a:lnTo>
                      <a:lnTo>
                        <a:pt x="23770" y="6696"/>
                      </a:lnTo>
                      <a:lnTo>
                        <a:pt x="23833" y="5922"/>
                      </a:lnTo>
                      <a:lnTo>
                        <a:pt x="23456" y="4143"/>
                      </a:lnTo>
                      <a:lnTo>
                        <a:pt x="23100" y="3871"/>
                      </a:lnTo>
                      <a:lnTo>
                        <a:pt x="22954" y="3683"/>
                      </a:lnTo>
                      <a:lnTo>
                        <a:pt x="20652" y="2616"/>
                      </a:lnTo>
                      <a:lnTo>
                        <a:pt x="20548" y="2553"/>
                      </a:lnTo>
                      <a:lnTo>
                        <a:pt x="20422" y="2511"/>
                      </a:lnTo>
                      <a:lnTo>
                        <a:pt x="20380" y="2449"/>
                      </a:lnTo>
                      <a:lnTo>
                        <a:pt x="20087" y="2449"/>
                      </a:lnTo>
                      <a:lnTo>
                        <a:pt x="20066" y="2344"/>
                      </a:lnTo>
                      <a:lnTo>
                        <a:pt x="19983" y="2302"/>
                      </a:lnTo>
                      <a:lnTo>
                        <a:pt x="19899" y="2344"/>
                      </a:lnTo>
                      <a:lnTo>
                        <a:pt x="19711" y="2344"/>
                      </a:lnTo>
                      <a:lnTo>
                        <a:pt x="19606" y="2323"/>
                      </a:lnTo>
                      <a:lnTo>
                        <a:pt x="19543" y="2239"/>
                      </a:lnTo>
                      <a:lnTo>
                        <a:pt x="19439" y="2198"/>
                      </a:lnTo>
                      <a:lnTo>
                        <a:pt x="19230" y="2135"/>
                      </a:lnTo>
                      <a:lnTo>
                        <a:pt x="19167" y="2009"/>
                      </a:lnTo>
                      <a:lnTo>
                        <a:pt x="19083" y="2009"/>
                      </a:lnTo>
                      <a:lnTo>
                        <a:pt x="18958" y="1905"/>
                      </a:lnTo>
                      <a:lnTo>
                        <a:pt x="18853" y="1905"/>
                      </a:lnTo>
                      <a:lnTo>
                        <a:pt x="18769" y="1884"/>
                      </a:lnTo>
                      <a:lnTo>
                        <a:pt x="18644" y="1905"/>
                      </a:lnTo>
                      <a:lnTo>
                        <a:pt x="18623" y="1926"/>
                      </a:lnTo>
                      <a:lnTo>
                        <a:pt x="18560" y="1842"/>
                      </a:lnTo>
                      <a:lnTo>
                        <a:pt x="18434" y="1821"/>
                      </a:lnTo>
                      <a:lnTo>
                        <a:pt x="18414" y="1800"/>
                      </a:lnTo>
                      <a:lnTo>
                        <a:pt x="18309" y="1737"/>
                      </a:lnTo>
                      <a:lnTo>
                        <a:pt x="18288" y="1716"/>
                      </a:lnTo>
                      <a:lnTo>
                        <a:pt x="18204" y="1633"/>
                      </a:lnTo>
                      <a:lnTo>
                        <a:pt x="18204" y="1612"/>
                      </a:lnTo>
                      <a:lnTo>
                        <a:pt x="18079" y="1507"/>
                      </a:lnTo>
                      <a:lnTo>
                        <a:pt x="17932" y="1507"/>
                      </a:lnTo>
                      <a:lnTo>
                        <a:pt x="17807" y="1486"/>
                      </a:lnTo>
                      <a:lnTo>
                        <a:pt x="2846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</p:grpSp>
        </p:grpSp>
        <p:grpSp>
          <p:nvGrpSpPr>
            <p:cNvPr id="586" name="Google Shape;7692;p67">
              <a:extLst>
                <a:ext uri="{FF2B5EF4-FFF2-40B4-BE49-F238E27FC236}">
                  <a16:creationId xmlns:a16="http://schemas.microsoft.com/office/drawing/2014/main" id="{D4FC91B9-0B9E-B53B-8E1B-4D05168870D1}"/>
                </a:ext>
              </a:extLst>
            </p:cNvPr>
            <p:cNvGrpSpPr/>
            <p:nvPr/>
          </p:nvGrpSpPr>
          <p:grpSpPr>
            <a:xfrm>
              <a:off x="2605700" y="3152850"/>
              <a:ext cx="594125" cy="616250"/>
              <a:chOff x="2605700" y="3152850"/>
              <a:chExt cx="594125" cy="616250"/>
            </a:xfrm>
            <a:grpFill/>
          </p:grpSpPr>
          <p:sp>
            <p:nvSpPr>
              <p:cNvPr id="801" name="Google Shape;7693;p67">
                <a:extLst>
                  <a:ext uri="{FF2B5EF4-FFF2-40B4-BE49-F238E27FC236}">
                    <a16:creationId xmlns:a16="http://schemas.microsoft.com/office/drawing/2014/main" id="{CC5BC4F4-24D6-8F66-3F76-C7BC47E2CCB6}"/>
                  </a:ext>
                </a:extLst>
              </p:cNvPr>
              <p:cNvSpPr/>
              <p:nvPr/>
            </p:nvSpPr>
            <p:spPr>
              <a:xfrm>
                <a:off x="2605700" y="3152850"/>
                <a:ext cx="379825" cy="616250"/>
              </a:xfrm>
              <a:custGeom>
                <a:avLst/>
                <a:gdLst/>
                <a:ahLst/>
                <a:cxnLst/>
                <a:rect l="l" t="t" r="r" b="b"/>
                <a:pathLst>
                  <a:path w="15193" h="24650" extrusionOk="0">
                    <a:moveTo>
                      <a:pt x="14024" y="2338"/>
                    </a:moveTo>
                    <a:lnTo>
                      <a:pt x="8818" y="0"/>
                    </a:lnTo>
                    <a:lnTo>
                      <a:pt x="4037" y="1594"/>
                    </a:lnTo>
                    <a:lnTo>
                      <a:pt x="0" y="7225"/>
                    </a:lnTo>
                    <a:lnTo>
                      <a:pt x="2018" y="11156"/>
                    </a:lnTo>
                    <a:lnTo>
                      <a:pt x="7331" y="12325"/>
                    </a:lnTo>
                    <a:lnTo>
                      <a:pt x="10518" y="17531"/>
                    </a:lnTo>
                    <a:lnTo>
                      <a:pt x="11049" y="22843"/>
                    </a:lnTo>
                    <a:lnTo>
                      <a:pt x="13705" y="24650"/>
                    </a:lnTo>
                    <a:lnTo>
                      <a:pt x="15193" y="18700"/>
                    </a:lnTo>
                    <a:lnTo>
                      <a:pt x="12218" y="5844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2" name="Google Shape;7694;p67">
                <a:extLst>
                  <a:ext uri="{FF2B5EF4-FFF2-40B4-BE49-F238E27FC236}">
                    <a16:creationId xmlns:a16="http://schemas.microsoft.com/office/drawing/2014/main" id="{3E8E2778-D7A2-94DC-CCA9-5646AB721597}"/>
                  </a:ext>
                </a:extLst>
              </p:cNvPr>
              <p:cNvSpPr/>
              <p:nvPr/>
            </p:nvSpPr>
            <p:spPr>
              <a:xfrm>
                <a:off x="2632775" y="3168475"/>
                <a:ext cx="567050" cy="590050"/>
              </a:xfrm>
              <a:custGeom>
                <a:avLst/>
                <a:gdLst/>
                <a:ahLst/>
                <a:cxnLst/>
                <a:rect l="l" t="t" r="r" b="b"/>
                <a:pathLst>
                  <a:path w="22682" h="23602" extrusionOk="0">
                    <a:moveTo>
                      <a:pt x="13852" y="21070"/>
                    </a:moveTo>
                    <a:lnTo>
                      <a:pt x="13894" y="21091"/>
                    </a:lnTo>
                    <a:lnTo>
                      <a:pt x="13977" y="21217"/>
                    </a:lnTo>
                    <a:lnTo>
                      <a:pt x="14103" y="21384"/>
                    </a:lnTo>
                    <a:lnTo>
                      <a:pt x="14166" y="21384"/>
                    </a:lnTo>
                    <a:lnTo>
                      <a:pt x="14208" y="21342"/>
                    </a:lnTo>
                    <a:lnTo>
                      <a:pt x="14228" y="21384"/>
                    </a:lnTo>
                    <a:lnTo>
                      <a:pt x="14228" y="21489"/>
                    </a:lnTo>
                    <a:lnTo>
                      <a:pt x="14187" y="21489"/>
                    </a:lnTo>
                    <a:lnTo>
                      <a:pt x="14124" y="21698"/>
                    </a:lnTo>
                    <a:lnTo>
                      <a:pt x="13998" y="21928"/>
                    </a:lnTo>
                    <a:lnTo>
                      <a:pt x="13873" y="21928"/>
                    </a:lnTo>
                    <a:lnTo>
                      <a:pt x="13852" y="22075"/>
                    </a:lnTo>
                    <a:lnTo>
                      <a:pt x="13789" y="22158"/>
                    </a:lnTo>
                    <a:lnTo>
                      <a:pt x="13768" y="22158"/>
                    </a:lnTo>
                    <a:lnTo>
                      <a:pt x="13643" y="22242"/>
                    </a:lnTo>
                    <a:lnTo>
                      <a:pt x="13559" y="22326"/>
                    </a:lnTo>
                    <a:lnTo>
                      <a:pt x="13559" y="22367"/>
                    </a:lnTo>
                    <a:lnTo>
                      <a:pt x="13454" y="22388"/>
                    </a:lnTo>
                    <a:lnTo>
                      <a:pt x="13392" y="22451"/>
                    </a:lnTo>
                    <a:lnTo>
                      <a:pt x="13392" y="22472"/>
                    </a:lnTo>
                    <a:lnTo>
                      <a:pt x="13329" y="22347"/>
                    </a:lnTo>
                    <a:lnTo>
                      <a:pt x="13371" y="22242"/>
                    </a:lnTo>
                    <a:lnTo>
                      <a:pt x="13454" y="22179"/>
                    </a:lnTo>
                    <a:lnTo>
                      <a:pt x="13454" y="22116"/>
                    </a:lnTo>
                    <a:lnTo>
                      <a:pt x="13559" y="22012"/>
                    </a:lnTo>
                    <a:lnTo>
                      <a:pt x="13559" y="21928"/>
                    </a:lnTo>
                    <a:lnTo>
                      <a:pt x="13601" y="21970"/>
                    </a:lnTo>
                    <a:lnTo>
                      <a:pt x="13684" y="21970"/>
                    </a:lnTo>
                    <a:lnTo>
                      <a:pt x="13789" y="21865"/>
                    </a:lnTo>
                    <a:lnTo>
                      <a:pt x="13789" y="21761"/>
                    </a:lnTo>
                    <a:lnTo>
                      <a:pt x="13810" y="21740"/>
                    </a:lnTo>
                    <a:lnTo>
                      <a:pt x="13810" y="21614"/>
                    </a:lnTo>
                    <a:lnTo>
                      <a:pt x="13873" y="21551"/>
                    </a:lnTo>
                    <a:lnTo>
                      <a:pt x="13915" y="21551"/>
                    </a:lnTo>
                    <a:lnTo>
                      <a:pt x="13977" y="21447"/>
                    </a:lnTo>
                    <a:lnTo>
                      <a:pt x="13956" y="21384"/>
                    </a:lnTo>
                    <a:lnTo>
                      <a:pt x="13894" y="21300"/>
                    </a:lnTo>
                    <a:lnTo>
                      <a:pt x="13894" y="21112"/>
                    </a:lnTo>
                    <a:lnTo>
                      <a:pt x="13852" y="21070"/>
                    </a:lnTo>
                    <a:close/>
                    <a:moveTo>
                      <a:pt x="7617" y="0"/>
                    </a:moveTo>
                    <a:lnTo>
                      <a:pt x="7617" y="147"/>
                    </a:lnTo>
                    <a:lnTo>
                      <a:pt x="7575" y="272"/>
                    </a:lnTo>
                    <a:lnTo>
                      <a:pt x="7282" y="481"/>
                    </a:lnTo>
                    <a:lnTo>
                      <a:pt x="7094" y="502"/>
                    </a:lnTo>
                    <a:lnTo>
                      <a:pt x="6842" y="607"/>
                    </a:lnTo>
                    <a:lnTo>
                      <a:pt x="6738" y="565"/>
                    </a:lnTo>
                    <a:lnTo>
                      <a:pt x="6570" y="586"/>
                    </a:lnTo>
                    <a:lnTo>
                      <a:pt x="6382" y="732"/>
                    </a:lnTo>
                    <a:lnTo>
                      <a:pt x="6215" y="795"/>
                    </a:lnTo>
                    <a:lnTo>
                      <a:pt x="6152" y="732"/>
                    </a:lnTo>
                    <a:lnTo>
                      <a:pt x="5901" y="774"/>
                    </a:lnTo>
                    <a:lnTo>
                      <a:pt x="5692" y="774"/>
                    </a:lnTo>
                    <a:lnTo>
                      <a:pt x="5503" y="670"/>
                    </a:lnTo>
                    <a:lnTo>
                      <a:pt x="5315" y="628"/>
                    </a:lnTo>
                    <a:lnTo>
                      <a:pt x="5169" y="586"/>
                    </a:lnTo>
                    <a:lnTo>
                      <a:pt x="5169" y="586"/>
                    </a:lnTo>
                    <a:lnTo>
                      <a:pt x="5231" y="711"/>
                    </a:lnTo>
                    <a:lnTo>
                      <a:pt x="5378" y="774"/>
                    </a:lnTo>
                    <a:lnTo>
                      <a:pt x="5503" y="879"/>
                    </a:lnTo>
                    <a:lnTo>
                      <a:pt x="5545" y="984"/>
                    </a:lnTo>
                    <a:lnTo>
                      <a:pt x="5399" y="1235"/>
                    </a:lnTo>
                    <a:lnTo>
                      <a:pt x="5420" y="1297"/>
                    </a:lnTo>
                    <a:lnTo>
                      <a:pt x="5441" y="1339"/>
                    </a:lnTo>
                    <a:lnTo>
                      <a:pt x="5420" y="1528"/>
                    </a:lnTo>
                    <a:lnTo>
                      <a:pt x="5692" y="1611"/>
                    </a:lnTo>
                    <a:lnTo>
                      <a:pt x="5859" y="1569"/>
                    </a:lnTo>
                    <a:lnTo>
                      <a:pt x="6047" y="1611"/>
                    </a:lnTo>
                    <a:lnTo>
                      <a:pt x="6047" y="1716"/>
                    </a:lnTo>
                    <a:lnTo>
                      <a:pt x="5922" y="1758"/>
                    </a:lnTo>
                    <a:lnTo>
                      <a:pt x="5650" y="1820"/>
                    </a:lnTo>
                    <a:lnTo>
                      <a:pt x="5608" y="1862"/>
                    </a:lnTo>
                    <a:lnTo>
                      <a:pt x="5545" y="1925"/>
                    </a:lnTo>
                    <a:lnTo>
                      <a:pt x="5503" y="2072"/>
                    </a:lnTo>
                    <a:lnTo>
                      <a:pt x="5210" y="2239"/>
                    </a:lnTo>
                    <a:lnTo>
                      <a:pt x="5106" y="2344"/>
                    </a:lnTo>
                    <a:lnTo>
                      <a:pt x="4897" y="2469"/>
                    </a:lnTo>
                    <a:lnTo>
                      <a:pt x="4771" y="2616"/>
                    </a:lnTo>
                    <a:lnTo>
                      <a:pt x="4541" y="2616"/>
                    </a:lnTo>
                    <a:lnTo>
                      <a:pt x="4394" y="2595"/>
                    </a:lnTo>
                    <a:lnTo>
                      <a:pt x="4164" y="2406"/>
                    </a:lnTo>
                    <a:lnTo>
                      <a:pt x="3955" y="2260"/>
                    </a:lnTo>
                    <a:lnTo>
                      <a:pt x="3809" y="2281"/>
                    </a:lnTo>
                    <a:lnTo>
                      <a:pt x="3809" y="2134"/>
                    </a:lnTo>
                    <a:lnTo>
                      <a:pt x="3767" y="1988"/>
                    </a:lnTo>
                    <a:lnTo>
                      <a:pt x="3662" y="1883"/>
                    </a:lnTo>
                    <a:lnTo>
                      <a:pt x="3641" y="1820"/>
                    </a:lnTo>
                    <a:lnTo>
                      <a:pt x="3495" y="1862"/>
                    </a:lnTo>
                    <a:lnTo>
                      <a:pt x="3390" y="1988"/>
                    </a:lnTo>
                    <a:lnTo>
                      <a:pt x="3306" y="1988"/>
                    </a:lnTo>
                    <a:lnTo>
                      <a:pt x="3244" y="1946"/>
                    </a:lnTo>
                    <a:lnTo>
                      <a:pt x="3139" y="1946"/>
                    </a:lnTo>
                    <a:lnTo>
                      <a:pt x="3076" y="2030"/>
                    </a:lnTo>
                    <a:lnTo>
                      <a:pt x="2407" y="2030"/>
                    </a:lnTo>
                    <a:lnTo>
                      <a:pt x="2386" y="2197"/>
                    </a:lnTo>
                    <a:lnTo>
                      <a:pt x="2448" y="2344"/>
                    </a:lnTo>
                    <a:lnTo>
                      <a:pt x="2658" y="2385"/>
                    </a:lnTo>
                    <a:lnTo>
                      <a:pt x="2720" y="2553"/>
                    </a:lnTo>
                    <a:lnTo>
                      <a:pt x="2679" y="2616"/>
                    </a:lnTo>
                    <a:lnTo>
                      <a:pt x="2762" y="2699"/>
                    </a:lnTo>
                    <a:lnTo>
                      <a:pt x="2720" y="2804"/>
                    </a:lnTo>
                    <a:lnTo>
                      <a:pt x="2595" y="2720"/>
                    </a:lnTo>
                    <a:lnTo>
                      <a:pt x="2197" y="2867"/>
                    </a:lnTo>
                    <a:lnTo>
                      <a:pt x="2239" y="3180"/>
                    </a:lnTo>
                    <a:lnTo>
                      <a:pt x="2344" y="3306"/>
                    </a:lnTo>
                    <a:lnTo>
                      <a:pt x="2553" y="3452"/>
                    </a:lnTo>
                    <a:lnTo>
                      <a:pt x="2679" y="3724"/>
                    </a:lnTo>
                    <a:lnTo>
                      <a:pt x="2679" y="3913"/>
                    </a:lnTo>
                    <a:lnTo>
                      <a:pt x="2679" y="3976"/>
                    </a:lnTo>
                    <a:lnTo>
                      <a:pt x="2365" y="5189"/>
                    </a:lnTo>
                    <a:lnTo>
                      <a:pt x="2260" y="5503"/>
                    </a:lnTo>
                    <a:lnTo>
                      <a:pt x="2281" y="5545"/>
                    </a:lnTo>
                    <a:lnTo>
                      <a:pt x="2239" y="5629"/>
                    </a:lnTo>
                    <a:lnTo>
                      <a:pt x="2093" y="5608"/>
                    </a:lnTo>
                    <a:lnTo>
                      <a:pt x="2093" y="5587"/>
                    </a:lnTo>
                    <a:lnTo>
                      <a:pt x="1967" y="5503"/>
                    </a:lnTo>
                    <a:lnTo>
                      <a:pt x="1821" y="5503"/>
                    </a:lnTo>
                    <a:lnTo>
                      <a:pt x="1758" y="5482"/>
                    </a:lnTo>
                    <a:lnTo>
                      <a:pt x="1716" y="5545"/>
                    </a:lnTo>
                    <a:lnTo>
                      <a:pt x="1319" y="5691"/>
                    </a:lnTo>
                    <a:lnTo>
                      <a:pt x="1026" y="5733"/>
                    </a:lnTo>
                    <a:lnTo>
                      <a:pt x="942" y="5817"/>
                    </a:lnTo>
                    <a:lnTo>
                      <a:pt x="879" y="5838"/>
                    </a:lnTo>
                    <a:lnTo>
                      <a:pt x="733" y="5963"/>
                    </a:lnTo>
                    <a:lnTo>
                      <a:pt x="607" y="6026"/>
                    </a:lnTo>
                    <a:lnTo>
                      <a:pt x="503" y="6110"/>
                    </a:lnTo>
                    <a:lnTo>
                      <a:pt x="523" y="6256"/>
                    </a:lnTo>
                    <a:lnTo>
                      <a:pt x="482" y="6340"/>
                    </a:lnTo>
                    <a:lnTo>
                      <a:pt x="503" y="6424"/>
                    </a:lnTo>
                    <a:lnTo>
                      <a:pt x="356" y="6570"/>
                    </a:lnTo>
                    <a:lnTo>
                      <a:pt x="398" y="6779"/>
                    </a:lnTo>
                    <a:lnTo>
                      <a:pt x="461" y="6884"/>
                    </a:lnTo>
                    <a:lnTo>
                      <a:pt x="356" y="6968"/>
                    </a:lnTo>
                    <a:lnTo>
                      <a:pt x="272" y="6947"/>
                    </a:lnTo>
                    <a:lnTo>
                      <a:pt x="105" y="7051"/>
                    </a:lnTo>
                    <a:lnTo>
                      <a:pt x="105" y="7156"/>
                    </a:lnTo>
                    <a:lnTo>
                      <a:pt x="63" y="7198"/>
                    </a:lnTo>
                    <a:lnTo>
                      <a:pt x="84" y="7282"/>
                    </a:lnTo>
                    <a:lnTo>
                      <a:pt x="63" y="7407"/>
                    </a:lnTo>
                    <a:lnTo>
                      <a:pt x="0" y="7512"/>
                    </a:lnTo>
                    <a:lnTo>
                      <a:pt x="63" y="7616"/>
                    </a:lnTo>
                    <a:lnTo>
                      <a:pt x="42" y="7700"/>
                    </a:lnTo>
                    <a:lnTo>
                      <a:pt x="189" y="7846"/>
                    </a:lnTo>
                    <a:lnTo>
                      <a:pt x="482" y="8307"/>
                    </a:lnTo>
                    <a:lnTo>
                      <a:pt x="314" y="8474"/>
                    </a:lnTo>
                    <a:lnTo>
                      <a:pt x="691" y="8453"/>
                    </a:lnTo>
                    <a:lnTo>
                      <a:pt x="879" y="8474"/>
                    </a:lnTo>
                    <a:lnTo>
                      <a:pt x="1005" y="8662"/>
                    </a:lnTo>
                    <a:lnTo>
                      <a:pt x="1026" y="8830"/>
                    </a:lnTo>
                    <a:lnTo>
                      <a:pt x="1256" y="8830"/>
                    </a:lnTo>
                    <a:lnTo>
                      <a:pt x="1549" y="8851"/>
                    </a:lnTo>
                    <a:lnTo>
                      <a:pt x="1779" y="8621"/>
                    </a:lnTo>
                    <a:lnTo>
                      <a:pt x="1988" y="8474"/>
                    </a:lnTo>
                    <a:lnTo>
                      <a:pt x="2051" y="8537"/>
                    </a:lnTo>
                    <a:lnTo>
                      <a:pt x="2030" y="8662"/>
                    </a:lnTo>
                    <a:lnTo>
                      <a:pt x="1967" y="8725"/>
                    </a:lnTo>
                    <a:lnTo>
                      <a:pt x="1967" y="8934"/>
                    </a:lnTo>
                    <a:lnTo>
                      <a:pt x="1988" y="9269"/>
                    </a:lnTo>
                    <a:lnTo>
                      <a:pt x="1988" y="9395"/>
                    </a:lnTo>
                    <a:lnTo>
                      <a:pt x="2072" y="9478"/>
                    </a:lnTo>
                    <a:lnTo>
                      <a:pt x="2176" y="9458"/>
                    </a:lnTo>
                    <a:lnTo>
                      <a:pt x="2281" y="9416"/>
                    </a:lnTo>
                    <a:lnTo>
                      <a:pt x="2469" y="9416"/>
                    </a:lnTo>
                    <a:lnTo>
                      <a:pt x="2511" y="9458"/>
                    </a:lnTo>
                    <a:lnTo>
                      <a:pt x="3076" y="9458"/>
                    </a:lnTo>
                    <a:lnTo>
                      <a:pt x="3223" y="9353"/>
                    </a:lnTo>
                    <a:lnTo>
                      <a:pt x="3306" y="9353"/>
                    </a:lnTo>
                    <a:lnTo>
                      <a:pt x="3432" y="9248"/>
                    </a:lnTo>
                    <a:lnTo>
                      <a:pt x="3557" y="9248"/>
                    </a:lnTo>
                    <a:lnTo>
                      <a:pt x="3725" y="9186"/>
                    </a:lnTo>
                    <a:lnTo>
                      <a:pt x="3829" y="8934"/>
                    </a:lnTo>
                    <a:lnTo>
                      <a:pt x="4081" y="8746"/>
                    </a:lnTo>
                    <a:lnTo>
                      <a:pt x="4269" y="8725"/>
                    </a:lnTo>
                    <a:lnTo>
                      <a:pt x="4457" y="8621"/>
                    </a:lnTo>
                    <a:lnTo>
                      <a:pt x="4583" y="8621"/>
                    </a:lnTo>
                    <a:lnTo>
                      <a:pt x="4687" y="8683"/>
                    </a:lnTo>
                    <a:lnTo>
                      <a:pt x="4813" y="8621"/>
                    </a:lnTo>
                    <a:lnTo>
                      <a:pt x="4897" y="8662"/>
                    </a:lnTo>
                    <a:lnTo>
                      <a:pt x="4876" y="8788"/>
                    </a:lnTo>
                    <a:lnTo>
                      <a:pt x="4959" y="8997"/>
                    </a:lnTo>
                    <a:lnTo>
                      <a:pt x="5085" y="9374"/>
                    </a:lnTo>
                    <a:lnTo>
                      <a:pt x="5169" y="9646"/>
                    </a:lnTo>
                    <a:lnTo>
                      <a:pt x="5106" y="9751"/>
                    </a:lnTo>
                    <a:lnTo>
                      <a:pt x="5210" y="9960"/>
                    </a:lnTo>
                    <a:lnTo>
                      <a:pt x="5357" y="10002"/>
                    </a:lnTo>
                    <a:lnTo>
                      <a:pt x="5399" y="10190"/>
                    </a:lnTo>
                    <a:lnTo>
                      <a:pt x="5524" y="10274"/>
                    </a:lnTo>
                    <a:lnTo>
                      <a:pt x="5713" y="10357"/>
                    </a:lnTo>
                    <a:lnTo>
                      <a:pt x="5838" y="10462"/>
                    </a:lnTo>
                    <a:lnTo>
                      <a:pt x="5901" y="10420"/>
                    </a:lnTo>
                    <a:lnTo>
                      <a:pt x="6131" y="10357"/>
                    </a:lnTo>
                    <a:lnTo>
                      <a:pt x="6340" y="10587"/>
                    </a:lnTo>
                    <a:lnTo>
                      <a:pt x="6508" y="10525"/>
                    </a:lnTo>
                    <a:lnTo>
                      <a:pt x="6717" y="10755"/>
                    </a:lnTo>
                    <a:lnTo>
                      <a:pt x="6822" y="10755"/>
                    </a:lnTo>
                    <a:lnTo>
                      <a:pt x="7073" y="10839"/>
                    </a:lnTo>
                    <a:lnTo>
                      <a:pt x="7240" y="10880"/>
                    </a:lnTo>
                    <a:lnTo>
                      <a:pt x="7261" y="11048"/>
                    </a:lnTo>
                    <a:lnTo>
                      <a:pt x="7366" y="11069"/>
                    </a:lnTo>
                    <a:lnTo>
                      <a:pt x="7512" y="11152"/>
                    </a:lnTo>
                    <a:lnTo>
                      <a:pt x="7868" y="11131"/>
                    </a:lnTo>
                    <a:lnTo>
                      <a:pt x="8098" y="11257"/>
                    </a:lnTo>
                    <a:lnTo>
                      <a:pt x="8140" y="11362"/>
                    </a:lnTo>
                    <a:lnTo>
                      <a:pt x="8119" y="11634"/>
                    </a:lnTo>
                    <a:lnTo>
                      <a:pt x="8182" y="11843"/>
                    </a:lnTo>
                    <a:lnTo>
                      <a:pt x="8098" y="11968"/>
                    </a:lnTo>
                    <a:lnTo>
                      <a:pt x="8307" y="12324"/>
                    </a:lnTo>
                    <a:lnTo>
                      <a:pt x="8286" y="12596"/>
                    </a:lnTo>
                    <a:lnTo>
                      <a:pt x="9290" y="12617"/>
                    </a:lnTo>
                    <a:lnTo>
                      <a:pt x="9353" y="12973"/>
                    </a:lnTo>
                    <a:lnTo>
                      <a:pt x="9332" y="13224"/>
                    </a:lnTo>
                    <a:lnTo>
                      <a:pt x="9604" y="13287"/>
                    </a:lnTo>
                    <a:lnTo>
                      <a:pt x="9897" y="13810"/>
                    </a:lnTo>
                    <a:lnTo>
                      <a:pt x="9918" y="14103"/>
                    </a:lnTo>
                    <a:lnTo>
                      <a:pt x="9646" y="14688"/>
                    </a:lnTo>
                    <a:lnTo>
                      <a:pt x="9667" y="14772"/>
                    </a:lnTo>
                    <a:lnTo>
                      <a:pt x="9583" y="14856"/>
                    </a:lnTo>
                    <a:lnTo>
                      <a:pt x="9646" y="14919"/>
                    </a:lnTo>
                    <a:lnTo>
                      <a:pt x="9604" y="15044"/>
                    </a:lnTo>
                    <a:lnTo>
                      <a:pt x="9751" y="15149"/>
                    </a:lnTo>
                    <a:lnTo>
                      <a:pt x="9751" y="15337"/>
                    </a:lnTo>
                    <a:lnTo>
                      <a:pt x="9855" y="15525"/>
                    </a:lnTo>
                    <a:lnTo>
                      <a:pt x="9793" y="15860"/>
                    </a:lnTo>
                    <a:lnTo>
                      <a:pt x="9814" y="15986"/>
                    </a:lnTo>
                    <a:lnTo>
                      <a:pt x="9772" y="16111"/>
                    </a:lnTo>
                    <a:lnTo>
                      <a:pt x="9814" y="16258"/>
                    </a:lnTo>
                    <a:lnTo>
                      <a:pt x="10023" y="16216"/>
                    </a:lnTo>
                    <a:lnTo>
                      <a:pt x="10107" y="16279"/>
                    </a:lnTo>
                    <a:lnTo>
                      <a:pt x="10379" y="16258"/>
                    </a:lnTo>
                    <a:lnTo>
                      <a:pt x="10525" y="16300"/>
                    </a:lnTo>
                    <a:lnTo>
                      <a:pt x="10797" y="16195"/>
                    </a:lnTo>
                    <a:lnTo>
                      <a:pt x="10923" y="16300"/>
                    </a:lnTo>
                    <a:lnTo>
                      <a:pt x="11027" y="16321"/>
                    </a:lnTo>
                    <a:lnTo>
                      <a:pt x="11069" y="16467"/>
                    </a:lnTo>
                    <a:lnTo>
                      <a:pt x="11236" y="17095"/>
                    </a:lnTo>
                    <a:lnTo>
                      <a:pt x="11341" y="17304"/>
                    </a:lnTo>
                    <a:lnTo>
                      <a:pt x="11446" y="17325"/>
                    </a:lnTo>
                    <a:lnTo>
                      <a:pt x="11676" y="17199"/>
                    </a:lnTo>
                    <a:lnTo>
                      <a:pt x="11801" y="17241"/>
                    </a:lnTo>
                    <a:lnTo>
                      <a:pt x="11885" y="17325"/>
                    </a:lnTo>
                    <a:lnTo>
                      <a:pt x="11969" y="17346"/>
                    </a:lnTo>
                    <a:lnTo>
                      <a:pt x="11906" y="17450"/>
                    </a:lnTo>
                    <a:lnTo>
                      <a:pt x="11885" y="17994"/>
                    </a:lnTo>
                    <a:lnTo>
                      <a:pt x="11864" y="18057"/>
                    </a:lnTo>
                    <a:lnTo>
                      <a:pt x="11822" y="18078"/>
                    </a:lnTo>
                    <a:lnTo>
                      <a:pt x="11822" y="18162"/>
                    </a:lnTo>
                    <a:lnTo>
                      <a:pt x="11801" y="18204"/>
                    </a:lnTo>
                    <a:lnTo>
                      <a:pt x="11801" y="18287"/>
                    </a:lnTo>
                    <a:lnTo>
                      <a:pt x="11906" y="18204"/>
                    </a:lnTo>
                    <a:lnTo>
                      <a:pt x="12178" y="18245"/>
                    </a:lnTo>
                    <a:lnTo>
                      <a:pt x="12178" y="18350"/>
                    </a:lnTo>
                    <a:lnTo>
                      <a:pt x="12283" y="18580"/>
                    </a:lnTo>
                    <a:lnTo>
                      <a:pt x="12283" y="18769"/>
                    </a:lnTo>
                    <a:lnTo>
                      <a:pt x="12303" y="18999"/>
                    </a:lnTo>
                    <a:lnTo>
                      <a:pt x="12324" y="19208"/>
                    </a:lnTo>
                    <a:lnTo>
                      <a:pt x="12303" y="19292"/>
                    </a:lnTo>
                    <a:lnTo>
                      <a:pt x="12199" y="19292"/>
                    </a:lnTo>
                    <a:lnTo>
                      <a:pt x="12073" y="19354"/>
                    </a:lnTo>
                    <a:lnTo>
                      <a:pt x="12031" y="19417"/>
                    </a:lnTo>
                    <a:lnTo>
                      <a:pt x="11969" y="19501"/>
                    </a:lnTo>
                    <a:lnTo>
                      <a:pt x="11927" y="19459"/>
                    </a:lnTo>
                    <a:lnTo>
                      <a:pt x="11697" y="19626"/>
                    </a:lnTo>
                    <a:lnTo>
                      <a:pt x="11655" y="19710"/>
                    </a:lnTo>
                    <a:lnTo>
                      <a:pt x="11571" y="19731"/>
                    </a:lnTo>
                    <a:lnTo>
                      <a:pt x="11362" y="19919"/>
                    </a:lnTo>
                    <a:lnTo>
                      <a:pt x="11278" y="19940"/>
                    </a:lnTo>
                    <a:lnTo>
                      <a:pt x="11278" y="20066"/>
                    </a:lnTo>
                    <a:lnTo>
                      <a:pt x="11195" y="20087"/>
                    </a:lnTo>
                    <a:lnTo>
                      <a:pt x="11132" y="20087"/>
                    </a:lnTo>
                    <a:lnTo>
                      <a:pt x="10943" y="20338"/>
                    </a:lnTo>
                    <a:lnTo>
                      <a:pt x="10923" y="20401"/>
                    </a:lnTo>
                    <a:lnTo>
                      <a:pt x="10923" y="20547"/>
                    </a:lnTo>
                    <a:lnTo>
                      <a:pt x="10839" y="20568"/>
                    </a:lnTo>
                    <a:lnTo>
                      <a:pt x="10776" y="20652"/>
                    </a:lnTo>
                    <a:lnTo>
                      <a:pt x="10671" y="20861"/>
                    </a:lnTo>
                    <a:lnTo>
                      <a:pt x="10609" y="20924"/>
                    </a:lnTo>
                    <a:lnTo>
                      <a:pt x="10504" y="21091"/>
                    </a:lnTo>
                    <a:lnTo>
                      <a:pt x="10504" y="21133"/>
                    </a:lnTo>
                    <a:lnTo>
                      <a:pt x="10399" y="21217"/>
                    </a:lnTo>
                    <a:lnTo>
                      <a:pt x="10358" y="21279"/>
                    </a:lnTo>
                    <a:lnTo>
                      <a:pt x="10441" y="21279"/>
                    </a:lnTo>
                    <a:lnTo>
                      <a:pt x="10504" y="21300"/>
                    </a:lnTo>
                    <a:lnTo>
                      <a:pt x="10776" y="21217"/>
                    </a:lnTo>
                    <a:lnTo>
                      <a:pt x="10923" y="21300"/>
                    </a:lnTo>
                    <a:lnTo>
                      <a:pt x="11048" y="21489"/>
                    </a:lnTo>
                    <a:lnTo>
                      <a:pt x="11153" y="21530"/>
                    </a:lnTo>
                    <a:lnTo>
                      <a:pt x="11236" y="21698"/>
                    </a:lnTo>
                    <a:lnTo>
                      <a:pt x="11362" y="21928"/>
                    </a:lnTo>
                    <a:lnTo>
                      <a:pt x="11446" y="21928"/>
                    </a:lnTo>
                    <a:lnTo>
                      <a:pt x="11550" y="21803"/>
                    </a:lnTo>
                    <a:lnTo>
                      <a:pt x="11592" y="21803"/>
                    </a:lnTo>
                    <a:lnTo>
                      <a:pt x="11718" y="22012"/>
                    </a:lnTo>
                    <a:lnTo>
                      <a:pt x="11885" y="22075"/>
                    </a:lnTo>
                    <a:lnTo>
                      <a:pt x="12011" y="22116"/>
                    </a:lnTo>
                    <a:lnTo>
                      <a:pt x="12136" y="22242"/>
                    </a:lnTo>
                    <a:lnTo>
                      <a:pt x="12136" y="22388"/>
                    </a:lnTo>
                    <a:lnTo>
                      <a:pt x="12241" y="22367"/>
                    </a:lnTo>
                    <a:lnTo>
                      <a:pt x="12492" y="22472"/>
                    </a:lnTo>
                    <a:lnTo>
                      <a:pt x="12617" y="22639"/>
                    </a:lnTo>
                    <a:lnTo>
                      <a:pt x="12743" y="22849"/>
                    </a:lnTo>
                    <a:lnTo>
                      <a:pt x="12868" y="22911"/>
                    </a:lnTo>
                    <a:lnTo>
                      <a:pt x="12848" y="23079"/>
                    </a:lnTo>
                    <a:lnTo>
                      <a:pt x="12743" y="23225"/>
                    </a:lnTo>
                    <a:lnTo>
                      <a:pt x="12806" y="23414"/>
                    </a:lnTo>
                    <a:lnTo>
                      <a:pt x="12827" y="23476"/>
                    </a:lnTo>
                    <a:lnTo>
                      <a:pt x="12848" y="23497"/>
                    </a:lnTo>
                    <a:lnTo>
                      <a:pt x="12931" y="23581"/>
                    </a:lnTo>
                    <a:lnTo>
                      <a:pt x="12952" y="23602"/>
                    </a:lnTo>
                    <a:lnTo>
                      <a:pt x="13161" y="23414"/>
                    </a:lnTo>
                    <a:lnTo>
                      <a:pt x="13245" y="23225"/>
                    </a:lnTo>
                    <a:lnTo>
                      <a:pt x="13350" y="22849"/>
                    </a:lnTo>
                    <a:lnTo>
                      <a:pt x="13433" y="22577"/>
                    </a:lnTo>
                    <a:lnTo>
                      <a:pt x="13454" y="22535"/>
                    </a:lnTo>
                    <a:lnTo>
                      <a:pt x="13426" y="22507"/>
                    </a:lnTo>
                    <a:lnTo>
                      <a:pt x="13426" y="22507"/>
                    </a:lnTo>
                    <a:lnTo>
                      <a:pt x="13496" y="22535"/>
                    </a:lnTo>
                    <a:lnTo>
                      <a:pt x="13873" y="22242"/>
                    </a:lnTo>
                    <a:lnTo>
                      <a:pt x="14061" y="22033"/>
                    </a:lnTo>
                    <a:lnTo>
                      <a:pt x="14312" y="21551"/>
                    </a:lnTo>
                    <a:lnTo>
                      <a:pt x="14417" y="21321"/>
                    </a:lnTo>
                    <a:lnTo>
                      <a:pt x="14521" y="21028"/>
                    </a:lnTo>
                    <a:lnTo>
                      <a:pt x="14793" y="20547"/>
                    </a:lnTo>
                    <a:lnTo>
                      <a:pt x="15044" y="20233"/>
                    </a:lnTo>
                    <a:lnTo>
                      <a:pt x="15107" y="20129"/>
                    </a:lnTo>
                    <a:lnTo>
                      <a:pt x="15065" y="20087"/>
                    </a:lnTo>
                    <a:lnTo>
                      <a:pt x="15065" y="20024"/>
                    </a:lnTo>
                    <a:lnTo>
                      <a:pt x="15128" y="19982"/>
                    </a:lnTo>
                    <a:lnTo>
                      <a:pt x="15170" y="19857"/>
                    </a:lnTo>
                    <a:lnTo>
                      <a:pt x="15254" y="19815"/>
                    </a:lnTo>
                    <a:lnTo>
                      <a:pt x="15233" y="19710"/>
                    </a:lnTo>
                    <a:lnTo>
                      <a:pt x="15254" y="19626"/>
                    </a:lnTo>
                    <a:lnTo>
                      <a:pt x="15233" y="19606"/>
                    </a:lnTo>
                    <a:lnTo>
                      <a:pt x="15296" y="19585"/>
                    </a:lnTo>
                    <a:lnTo>
                      <a:pt x="15296" y="19480"/>
                    </a:lnTo>
                    <a:lnTo>
                      <a:pt x="15191" y="19313"/>
                    </a:lnTo>
                    <a:lnTo>
                      <a:pt x="15191" y="19229"/>
                    </a:lnTo>
                    <a:lnTo>
                      <a:pt x="15212" y="19166"/>
                    </a:lnTo>
                    <a:lnTo>
                      <a:pt x="15191" y="19082"/>
                    </a:lnTo>
                    <a:lnTo>
                      <a:pt x="15149" y="18915"/>
                    </a:lnTo>
                    <a:lnTo>
                      <a:pt x="15107" y="18748"/>
                    </a:lnTo>
                    <a:lnTo>
                      <a:pt x="15149" y="18685"/>
                    </a:lnTo>
                    <a:lnTo>
                      <a:pt x="15316" y="18664"/>
                    </a:lnTo>
                    <a:lnTo>
                      <a:pt x="15296" y="18559"/>
                    </a:lnTo>
                    <a:lnTo>
                      <a:pt x="15212" y="18497"/>
                    </a:lnTo>
                    <a:lnTo>
                      <a:pt x="15337" y="18476"/>
                    </a:lnTo>
                    <a:lnTo>
                      <a:pt x="15337" y="18371"/>
                    </a:lnTo>
                    <a:lnTo>
                      <a:pt x="15212" y="18308"/>
                    </a:lnTo>
                    <a:lnTo>
                      <a:pt x="15316" y="18287"/>
                    </a:lnTo>
                    <a:lnTo>
                      <a:pt x="15379" y="18183"/>
                    </a:lnTo>
                    <a:lnTo>
                      <a:pt x="15442" y="18245"/>
                    </a:lnTo>
                    <a:lnTo>
                      <a:pt x="15630" y="18057"/>
                    </a:lnTo>
                    <a:lnTo>
                      <a:pt x="15735" y="17973"/>
                    </a:lnTo>
                    <a:lnTo>
                      <a:pt x="15735" y="17932"/>
                    </a:lnTo>
                    <a:lnTo>
                      <a:pt x="15881" y="17785"/>
                    </a:lnTo>
                    <a:lnTo>
                      <a:pt x="16070" y="17681"/>
                    </a:lnTo>
                    <a:lnTo>
                      <a:pt x="16300" y="17429"/>
                    </a:lnTo>
                    <a:lnTo>
                      <a:pt x="16509" y="17409"/>
                    </a:lnTo>
                    <a:lnTo>
                      <a:pt x="16614" y="17304"/>
                    </a:lnTo>
                    <a:lnTo>
                      <a:pt x="16739" y="17199"/>
                    </a:lnTo>
                    <a:lnTo>
                      <a:pt x="16844" y="17199"/>
                    </a:lnTo>
                    <a:lnTo>
                      <a:pt x="16928" y="17241"/>
                    </a:lnTo>
                    <a:lnTo>
                      <a:pt x="17011" y="17283"/>
                    </a:lnTo>
                    <a:lnTo>
                      <a:pt x="17011" y="17199"/>
                    </a:lnTo>
                    <a:lnTo>
                      <a:pt x="17095" y="17032"/>
                    </a:lnTo>
                    <a:lnTo>
                      <a:pt x="17325" y="16885"/>
                    </a:lnTo>
                    <a:lnTo>
                      <a:pt x="17430" y="16865"/>
                    </a:lnTo>
                    <a:lnTo>
                      <a:pt x="17430" y="16802"/>
                    </a:lnTo>
                    <a:lnTo>
                      <a:pt x="17367" y="16781"/>
                    </a:lnTo>
                    <a:lnTo>
                      <a:pt x="17304" y="16739"/>
                    </a:lnTo>
                    <a:lnTo>
                      <a:pt x="17262" y="16676"/>
                    </a:lnTo>
                    <a:lnTo>
                      <a:pt x="17346" y="16634"/>
                    </a:lnTo>
                    <a:lnTo>
                      <a:pt x="17513" y="16572"/>
                    </a:lnTo>
                    <a:lnTo>
                      <a:pt x="17576" y="16593"/>
                    </a:lnTo>
                    <a:lnTo>
                      <a:pt x="17681" y="16593"/>
                    </a:lnTo>
                    <a:lnTo>
                      <a:pt x="17765" y="16530"/>
                    </a:lnTo>
                    <a:lnTo>
                      <a:pt x="17869" y="16530"/>
                    </a:lnTo>
                    <a:lnTo>
                      <a:pt x="17869" y="16593"/>
                    </a:lnTo>
                    <a:lnTo>
                      <a:pt x="17744" y="16676"/>
                    </a:lnTo>
                    <a:lnTo>
                      <a:pt x="17576" y="16697"/>
                    </a:lnTo>
                    <a:lnTo>
                      <a:pt x="17555" y="16718"/>
                    </a:lnTo>
                    <a:lnTo>
                      <a:pt x="17618" y="16739"/>
                    </a:lnTo>
                    <a:lnTo>
                      <a:pt x="17848" y="16676"/>
                    </a:lnTo>
                    <a:lnTo>
                      <a:pt x="18099" y="16572"/>
                    </a:lnTo>
                    <a:lnTo>
                      <a:pt x="18078" y="16509"/>
                    </a:lnTo>
                    <a:lnTo>
                      <a:pt x="18162" y="16467"/>
                    </a:lnTo>
                    <a:lnTo>
                      <a:pt x="18246" y="16467"/>
                    </a:lnTo>
                    <a:lnTo>
                      <a:pt x="18204" y="16509"/>
                    </a:lnTo>
                    <a:cubicBezTo>
                      <a:pt x="18204" y="16509"/>
                      <a:pt x="18204" y="16613"/>
                      <a:pt x="18246" y="16613"/>
                    </a:cubicBezTo>
                    <a:lnTo>
                      <a:pt x="18392" y="16634"/>
                    </a:lnTo>
                    <a:lnTo>
                      <a:pt x="18497" y="16593"/>
                    </a:lnTo>
                    <a:lnTo>
                      <a:pt x="18664" y="16593"/>
                    </a:lnTo>
                    <a:lnTo>
                      <a:pt x="18832" y="16613"/>
                    </a:lnTo>
                    <a:lnTo>
                      <a:pt x="18936" y="16551"/>
                    </a:lnTo>
                    <a:lnTo>
                      <a:pt x="18936" y="16488"/>
                    </a:lnTo>
                    <a:lnTo>
                      <a:pt x="18915" y="16467"/>
                    </a:lnTo>
                    <a:lnTo>
                      <a:pt x="18936" y="16404"/>
                    </a:lnTo>
                    <a:lnTo>
                      <a:pt x="19208" y="16237"/>
                    </a:lnTo>
                    <a:lnTo>
                      <a:pt x="19418" y="16153"/>
                    </a:lnTo>
                    <a:lnTo>
                      <a:pt x="19522" y="16069"/>
                    </a:lnTo>
                    <a:lnTo>
                      <a:pt x="19543" y="15986"/>
                    </a:lnTo>
                    <a:lnTo>
                      <a:pt x="19522" y="15944"/>
                    </a:lnTo>
                    <a:lnTo>
                      <a:pt x="19418" y="15735"/>
                    </a:lnTo>
                    <a:lnTo>
                      <a:pt x="19501" y="15567"/>
                    </a:lnTo>
                    <a:lnTo>
                      <a:pt x="19564" y="15463"/>
                    </a:lnTo>
                    <a:lnTo>
                      <a:pt x="19564" y="15358"/>
                    </a:lnTo>
                    <a:lnTo>
                      <a:pt x="19627" y="15316"/>
                    </a:lnTo>
                    <a:lnTo>
                      <a:pt x="19731" y="15232"/>
                    </a:lnTo>
                    <a:lnTo>
                      <a:pt x="19752" y="15128"/>
                    </a:lnTo>
                    <a:lnTo>
                      <a:pt x="19731" y="15107"/>
                    </a:lnTo>
                    <a:lnTo>
                      <a:pt x="19878" y="14835"/>
                    </a:lnTo>
                    <a:lnTo>
                      <a:pt x="20087" y="14584"/>
                    </a:lnTo>
                    <a:lnTo>
                      <a:pt x="20087" y="14479"/>
                    </a:lnTo>
                    <a:lnTo>
                      <a:pt x="20045" y="14103"/>
                    </a:lnTo>
                    <a:lnTo>
                      <a:pt x="20003" y="14082"/>
                    </a:lnTo>
                    <a:lnTo>
                      <a:pt x="20066" y="13872"/>
                    </a:lnTo>
                    <a:lnTo>
                      <a:pt x="20129" y="13789"/>
                    </a:lnTo>
                    <a:lnTo>
                      <a:pt x="20129" y="13726"/>
                    </a:lnTo>
                    <a:lnTo>
                      <a:pt x="20317" y="13580"/>
                    </a:lnTo>
                    <a:lnTo>
                      <a:pt x="20338" y="13496"/>
                    </a:lnTo>
                    <a:lnTo>
                      <a:pt x="20275" y="13287"/>
                    </a:lnTo>
                    <a:lnTo>
                      <a:pt x="20359" y="13036"/>
                    </a:lnTo>
                    <a:lnTo>
                      <a:pt x="20338" y="12826"/>
                    </a:lnTo>
                    <a:lnTo>
                      <a:pt x="20359" y="12659"/>
                    </a:lnTo>
                    <a:lnTo>
                      <a:pt x="20359" y="12596"/>
                    </a:lnTo>
                    <a:lnTo>
                      <a:pt x="20422" y="12387"/>
                    </a:lnTo>
                    <a:lnTo>
                      <a:pt x="20359" y="11592"/>
                    </a:lnTo>
                    <a:lnTo>
                      <a:pt x="20359" y="11445"/>
                    </a:lnTo>
                    <a:lnTo>
                      <a:pt x="20422" y="11341"/>
                    </a:lnTo>
                    <a:lnTo>
                      <a:pt x="20422" y="11236"/>
                    </a:lnTo>
                    <a:lnTo>
                      <a:pt x="20359" y="11278"/>
                    </a:lnTo>
                    <a:lnTo>
                      <a:pt x="20275" y="11194"/>
                    </a:lnTo>
                    <a:lnTo>
                      <a:pt x="20275" y="11131"/>
                    </a:lnTo>
                    <a:lnTo>
                      <a:pt x="20359" y="10985"/>
                    </a:lnTo>
                    <a:lnTo>
                      <a:pt x="20338" y="10859"/>
                    </a:lnTo>
                    <a:lnTo>
                      <a:pt x="20359" y="10776"/>
                    </a:lnTo>
                    <a:lnTo>
                      <a:pt x="20443" y="10755"/>
                    </a:lnTo>
                    <a:lnTo>
                      <a:pt x="20464" y="10629"/>
                    </a:lnTo>
                    <a:lnTo>
                      <a:pt x="20380" y="10504"/>
                    </a:lnTo>
                    <a:lnTo>
                      <a:pt x="20234" y="10420"/>
                    </a:lnTo>
                    <a:lnTo>
                      <a:pt x="20275" y="10399"/>
                    </a:lnTo>
                    <a:lnTo>
                      <a:pt x="20317" y="10336"/>
                    </a:lnTo>
                    <a:lnTo>
                      <a:pt x="20338" y="10399"/>
                    </a:lnTo>
                    <a:lnTo>
                      <a:pt x="20422" y="10441"/>
                    </a:lnTo>
                    <a:lnTo>
                      <a:pt x="20485" y="10462"/>
                    </a:lnTo>
                    <a:lnTo>
                      <a:pt x="20526" y="10336"/>
                    </a:lnTo>
                    <a:lnTo>
                      <a:pt x="20589" y="10336"/>
                    </a:lnTo>
                    <a:lnTo>
                      <a:pt x="20631" y="10420"/>
                    </a:lnTo>
                    <a:lnTo>
                      <a:pt x="20673" y="10441"/>
                    </a:lnTo>
                    <a:lnTo>
                      <a:pt x="20631" y="10525"/>
                    </a:lnTo>
                    <a:lnTo>
                      <a:pt x="20547" y="10567"/>
                    </a:lnTo>
                    <a:lnTo>
                      <a:pt x="20526" y="10650"/>
                    </a:lnTo>
                    <a:lnTo>
                      <a:pt x="20568" y="10650"/>
                    </a:lnTo>
                    <a:lnTo>
                      <a:pt x="20673" y="10546"/>
                    </a:lnTo>
                    <a:lnTo>
                      <a:pt x="20840" y="10462"/>
                    </a:lnTo>
                    <a:lnTo>
                      <a:pt x="21008" y="10190"/>
                    </a:lnTo>
                    <a:lnTo>
                      <a:pt x="21091" y="9981"/>
                    </a:lnTo>
                    <a:lnTo>
                      <a:pt x="21112" y="9834"/>
                    </a:lnTo>
                    <a:lnTo>
                      <a:pt x="21196" y="9771"/>
                    </a:lnTo>
                    <a:lnTo>
                      <a:pt x="21280" y="9562"/>
                    </a:lnTo>
                    <a:lnTo>
                      <a:pt x="21363" y="9374"/>
                    </a:lnTo>
                    <a:lnTo>
                      <a:pt x="21677" y="9165"/>
                    </a:lnTo>
                    <a:lnTo>
                      <a:pt x="21698" y="9060"/>
                    </a:lnTo>
                    <a:lnTo>
                      <a:pt x="21803" y="9039"/>
                    </a:lnTo>
                    <a:lnTo>
                      <a:pt x="21887" y="8934"/>
                    </a:lnTo>
                    <a:lnTo>
                      <a:pt x="22138" y="8683"/>
                    </a:lnTo>
                    <a:lnTo>
                      <a:pt x="22368" y="8370"/>
                    </a:lnTo>
                    <a:lnTo>
                      <a:pt x="22431" y="8307"/>
                    </a:lnTo>
                    <a:lnTo>
                      <a:pt x="22556" y="7993"/>
                    </a:lnTo>
                    <a:lnTo>
                      <a:pt x="22577" y="7846"/>
                    </a:lnTo>
                    <a:lnTo>
                      <a:pt x="22661" y="7742"/>
                    </a:lnTo>
                    <a:lnTo>
                      <a:pt x="22661" y="7637"/>
                    </a:lnTo>
                    <a:lnTo>
                      <a:pt x="22577" y="7533"/>
                    </a:lnTo>
                    <a:lnTo>
                      <a:pt x="22619" y="7449"/>
                    </a:lnTo>
                    <a:lnTo>
                      <a:pt x="22682" y="7449"/>
                    </a:lnTo>
                    <a:lnTo>
                      <a:pt x="22661" y="7156"/>
                    </a:lnTo>
                    <a:lnTo>
                      <a:pt x="22577" y="7093"/>
                    </a:lnTo>
                    <a:lnTo>
                      <a:pt x="22556" y="6968"/>
                    </a:lnTo>
                    <a:lnTo>
                      <a:pt x="22347" y="6528"/>
                    </a:lnTo>
                    <a:lnTo>
                      <a:pt x="22347" y="6361"/>
                    </a:lnTo>
                    <a:lnTo>
                      <a:pt x="22326" y="6193"/>
                    </a:lnTo>
                    <a:lnTo>
                      <a:pt x="21949" y="6026"/>
                    </a:lnTo>
                    <a:lnTo>
                      <a:pt x="21740" y="6026"/>
                    </a:lnTo>
                    <a:lnTo>
                      <a:pt x="21594" y="6110"/>
                    </a:lnTo>
                    <a:lnTo>
                      <a:pt x="21489" y="5942"/>
                    </a:lnTo>
                    <a:lnTo>
                      <a:pt x="21342" y="5921"/>
                    </a:lnTo>
                    <a:lnTo>
                      <a:pt x="21217" y="5796"/>
                    </a:lnTo>
                    <a:lnTo>
                      <a:pt x="21070" y="5712"/>
                    </a:lnTo>
                    <a:lnTo>
                      <a:pt x="20966" y="5691"/>
                    </a:lnTo>
                    <a:lnTo>
                      <a:pt x="20694" y="5398"/>
                    </a:lnTo>
                    <a:lnTo>
                      <a:pt x="20485" y="5105"/>
                    </a:lnTo>
                    <a:lnTo>
                      <a:pt x="20380" y="5085"/>
                    </a:lnTo>
                    <a:lnTo>
                      <a:pt x="20254" y="4959"/>
                    </a:lnTo>
                    <a:lnTo>
                      <a:pt x="20129" y="4959"/>
                    </a:lnTo>
                    <a:lnTo>
                      <a:pt x="19773" y="4687"/>
                    </a:lnTo>
                    <a:lnTo>
                      <a:pt x="19627" y="4687"/>
                    </a:lnTo>
                    <a:lnTo>
                      <a:pt x="19438" y="4603"/>
                    </a:lnTo>
                    <a:lnTo>
                      <a:pt x="19334" y="4666"/>
                    </a:lnTo>
                    <a:lnTo>
                      <a:pt x="19187" y="4666"/>
                    </a:lnTo>
                    <a:lnTo>
                      <a:pt x="19083" y="4603"/>
                    </a:lnTo>
                    <a:lnTo>
                      <a:pt x="18978" y="4666"/>
                    </a:lnTo>
                    <a:lnTo>
                      <a:pt x="18915" y="4750"/>
                    </a:lnTo>
                    <a:lnTo>
                      <a:pt x="18832" y="4666"/>
                    </a:lnTo>
                    <a:lnTo>
                      <a:pt x="18685" y="4561"/>
                    </a:lnTo>
                    <a:lnTo>
                      <a:pt x="18685" y="4666"/>
                    </a:lnTo>
                    <a:lnTo>
                      <a:pt x="18602" y="4624"/>
                    </a:lnTo>
                    <a:lnTo>
                      <a:pt x="18581" y="4687"/>
                    </a:lnTo>
                    <a:lnTo>
                      <a:pt x="18581" y="4750"/>
                    </a:lnTo>
                    <a:lnTo>
                      <a:pt x="18476" y="4666"/>
                    </a:lnTo>
                    <a:lnTo>
                      <a:pt x="18455" y="4624"/>
                    </a:lnTo>
                    <a:lnTo>
                      <a:pt x="18371" y="4582"/>
                    </a:lnTo>
                    <a:lnTo>
                      <a:pt x="18371" y="4582"/>
                    </a:lnTo>
                    <a:lnTo>
                      <a:pt x="18392" y="4645"/>
                    </a:lnTo>
                    <a:lnTo>
                      <a:pt x="18371" y="4666"/>
                    </a:lnTo>
                    <a:lnTo>
                      <a:pt x="18183" y="4582"/>
                    </a:lnTo>
                    <a:lnTo>
                      <a:pt x="18141" y="4582"/>
                    </a:lnTo>
                    <a:lnTo>
                      <a:pt x="17995" y="4561"/>
                    </a:lnTo>
                    <a:lnTo>
                      <a:pt x="17702" y="4394"/>
                    </a:lnTo>
                    <a:lnTo>
                      <a:pt x="17555" y="4394"/>
                    </a:lnTo>
                    <a:lnTo>
                      <a:pt x="17555" y="4436"/>
                    </a:lnTo>
                    <a:lnTo>
                      <a:pt x="17597" y="4478"/>
                    </a:lnTo>
                    <a:lnTo>
                      <a:pt x="17555" y="4520"/>
                    </a:lnTo>
                    <a:lnTo>
                      <a:pt x="17472" y="4478"/>
                    </a:lnTo>
                    <a:lnTo>
                      <a:pt x="17451" y="4520"/>
                    </a:lnTo>
                    <a:lnTo>
                      <a:pt x="17430" y="4561"/>
                    </a:lnTo>
                    <a:lnTo>
                      <a:pt x="17325" y="4603"/>
                    </a:lnTo>
                    <a:lnTo>
                      <a:pt x="17262" y="4666"/>
                    </a:lnTo>
                    <a:lnTo>
                      <a:pt x="17241" y="4792"/>
                    </a:lnTo>
                    <a:lnTo>
                      <a:pt x="17200" y="4687"/>
                    </a:lnTo>
                    <a:lnTo>
                      <a:pt x="17158" y="4603"/>
                    </a:lnTo>
                    <a:lnTo>
                      <a:pt x="17116" y="4645"/>
                    </a:lnTo>
                    <a:lnTo>
                      <a:pt x="17116" y="4750"/>
                    </a:lnTo>
                    <a:lnTo>
                      <a:pt x="17011" y="4917"/>
                    </a:lnTo>
                    <a:lnTo>
                      <a:pt x="17011" y="5085"/>
                    </a:lnTo>
                    <a:lnTo>
                      <a:pt x="16990" y="4917"/>
                    </a:lnTo>
                    <a:lnTo>
                      <a:pt x="17011" y="4771"/>
                    </a:lnTo>
                    <a:lnTo>
                      <a:pt x="16990" y="4645"/>
                    </a:lnTo>
                    <a:lnTo>
                      <a:pt x="17032" y="4457"/>
                    </a:lnTo>
                    <a:lnTo>
                      <a:pt x="17095" y="4394"/>
                    </a:lnTo>
                    <a:lnTo>
                      <a:pt x="17032" y="4373"/>
                    </a:lnTo>
                    <a:lnTo>
                      <a:pt x="16928" y="4373"/>
                    </a:lnTo>
                    <a:lnTo>
                      <a:pt x="17053" y="4248"/>
                    </a:lnTo>
                    <a:lnTo>
                      <a:pt x="16907" y="4059"/>
                    </a:lnTo>
                    <a:lnTo>
                      <a:pt x="16823" y="3913"/>
                    </a:lnTo>
                    <a:lnTo>
                      <a:pt x="16739" y="3913"/>
                    </a:lnTo>
                    <a:lnTo>
                      <a:pt x="16614" y="3871"/>
                    </a:lnTo>
                    <a:lnTo>
                      <a:pt x="16530" y="3976"/>
                    </a:lnTo>
                    <a:lnTo>
                      <a:pt x="16467" y="4017"/>
                    </a:lnTo>
                    <a:lnTo>
                      <a:pt x="16425" y="3934"/>
                    </a:lnTo>
                    <a:lnTo>
                      <a:pt x="16384" y="3913"/>
                    </a:lnTo>
                    <a:lnTo>
                      <a:pt x="16363" y="3829"/>
                    </a:lnTo>
                    <a:lnTo>
                      <a:pt x="16279" y="3766"/>
                    </a:lnTo>
                    <a:lnTo>
                      <a:pt x="16195" y="3766"/>
                    </a:lnTo>
                    <a:lnTo>
                      <a:pt x="16153" y="3724"/>
                    </a:lnTo>
                    <a:lnTo>
                      <a:pt x="16070" y="3704"/>
                    </a:lnTo>
                    <a:lnTo>
                      <a:pt x="16007" y="3745"/>
                    </a:lnTo>
                    <a:lnTo>
                      <a:pt x="16007" y="3704"/>
                    </a:lnTo>
                    <a:lnTo>
                      <a:pt x="15965" y="3662"/>
                    </a:lnTo>
                    <a:lnTo>
                      <a:pt x="15902" y="3599"/>
                    </a:lnTo>
                    <a:lnTo>
                      <a:pt x="15840" y="3620"/>
                    </a:lnTo>
                    <a:lnTo>
                      <a:pt x="15693" y="3599"/>
                    </a:lnTo>
                    <a:lnTo>
                      <a:pt x="15526" y="3494"/>
                    </a:lnTo>
                    <a:lnTo>
                      <a:pt x="15463" y="3494"/>
                    </a:lnTo>
                    <a:lnTo>
                      <a:pt x="15442" y="3536"/>
                    </a:lnTo>
                    <a:lnTo>
                      <a:pt x="15337" y="3452"/>
                    </a:lnTo>
                    <a:lnTo>
                      <a:pt x="15254" y="3452"/>
                    </a:lnTo>
                    <a:lnTo>
                      <a:pt x="15233" y="3536"/>
                    </a:lnTo>
                    <a:lnTo>
                      <a:pt x="15170" y="3536"/>
                    </a:lnTo>
                    <a:lnTo>
                      <a:pt x="15149" y="3452"/>
                    </a:lnTo>
                    <a:lnTo>
                      <a:pt x="15024" y="3452"/>
                    </a:lnTo>
                    <a:lnTo>
                      <a:pt x="14919" y="3515"/>
                    </a:lnTo>
                    <a:lnTo>
                      <a:pt x="14856" y="3620"/>
                    </a:lnTo>
                    <a:lnTo>
                      <a:pt x="14856" y="3704"/>
                    </a:lnTo>
                    <a:lnTo>
                      <a:pt x="14731" y="3829"/>
                    </a:lnTo>
                    <a:lnTo>
                      <a:pt x="14584" y="3934"/>
                    </a:lnTo>
                    <a:lnTo>
                      <a:pt x="14375" y="4059"/>
                    </a:lnTo>
                    <a:lnTo>
                      <a:pt x="14270" y="4185"/>
                    </a:lnTo>
                    <a:lnTo>
                      <a:pt x="14208" y="4352"/>
                    </a:lnTo>
                    <a:lnTo>
                      <a:pt x="14187" y="4499"/>
                    </a:lnTo>
                    <a:lnTo>
                      <a:pt x="14124" y="4582"/>
                    </a:lnTo>
                    <a:lnTo>
                      <a:pt x="14019" y="4687"/>
                    </a:lnTo>
                    <a:lnTo>
                      <a:pt x="14019" y="4771"/>
                    </a:lnTo>
                    <a:lnTo>
                      <a:pt x="14061" y="4896"/>
                    </a:lnTo>
                    <a:lnTo>
                      <a:pt x="14019" y="5105"/>
                    </a:lnTo>
                    <a:lnTo>
                      <a:pt x="13998" y="4980"/>
                    </a:lnTo>
                    <a:lnTo>
                      <a:pt x="13915" y="4854"/>
                    </a:lnTo>
                    <a:lnTo>
                      <a:pt x="13915" y="4750"/>
                    </a:lnTo>
                    <a:lnTo>
                      <a:pt x="13998" y="4645"/>
                    </a:lnTo>
                    <a:lnTo>
                      <a:pt x="14103" y="4561"/>
                    </a:lnTo>
                    <a:lnTo>
                      <a:pt x="14082" y="4394"/>
                    </a:lnTo>
                    <a:lnTo>
                      <a:pt x="14124" y="4269"/>
                    </a:lnTo>
                    <a:lnTo>
                      <a:pt x="14124" y="4185"/>
                    </a:lnTo>
                    <a:lnTo>
                      <a:pt x="14061" y="4185"/>
                    </a:lnTo>
                    <a:lnTo>
                      <a:pt x="13915" y="4248"/>
                    </a:lnTo>
                    <a:lnTo>
                      <a:pt x="13768" y="4185"/>
                    </a:lnTo>
                    <a:lnTo>
                      <a:pt x="13643" y="4185"/>
                    </a:lnTo>
                    <a:lnTo>
                      <a:pt x="13538" y="4227"/>
                    </a:lnTo>
                    <a:lnTo>
                      <a:pt x="13454" y="4164"/>
                    </a:lnTo>
                    <a:lnTo>
                      <a:pt x="13538" y="4164"/>
                    </a:lnTo>
                    <a:lnTo>
                      <a:pt x="13643" y="4080"/>
                    </a:lnTo>
                    <a:lnTo>
                      <a:pt x="13747" y="4059"/>
                    </a:lnTo>
                    <a:lnTo>
                      <a:pt x="13915" y="4080"/>
                    </a:lnTo>
                    <a:lnTo>
                      <a:pt x="14019" y="4059"/>
                    </a:lnTo>
                    <a:lnTo>
                      <a:pt x="14103" y="3955"/>
                    </a:lnTo>
                    <a:lnTo>
                      <a:pt x="14166" y="3955"/>
                    </a:lnTo>
                    <a:lnTo>
                      <a:pt x="14208" y="4017"/>
                    </a:lnTo>
                    <a:lnTo>
                      <a:pt x="14270" y="3976"/>
                    </a:lnTo>
                    <a:lnTo>
                      <a:pt x="14375" y="3934"/>
                    </a:lnTo>
                    <a:lnTo>
                      <a:pt x="14521" y="3871"/>
                    </a:lnTo>
                    <a:lnTo>
                      <a:pt x="14521" y="3745"/>
                    </a:lnTo>
                    <a:lnTo>
                      <a:pt x="14689" y="3557"/>
                    </a:lnTo>
                    <a:lnTo>
                      <a:pt x="14689" y="3432"/>
                    </a:lnTo>
                    <a:lnTo>
                      <a:pt x="14731" y="3348"/>
                    </a:lnTo>
                    <a:lnTo>
                      <a:pt x="14731" y="3243"/>
                    </a:lnTo>
                    <a:lnTo>
                      <a:pt x="14584" y="3222"/>
                    </a:lnTo>
                    <a:lnTo>
                      <a:pt x="14438" y="3118"/>
                    </a:lnTo>
                    <a:lnTo>
                      <a:pt x="14333" y="3118"/>
                    </a:lnTo>
                    <a:lnTo>
                      <a:pt x="14187" y="3222"/>
                    </a:lnTo>
                    <a:lnTo>
                      <a:pt x="14061" y="3222"/>
                    </a:lnTo>
                    <a:lnTo>
                      <a:pt x="13852" y="3139"/>
                    </a:lnTo>
                    <a:lnTo>
                      <a:pt x="13643" y="3118"/>
                    </a:lnTo>
                    <a:lnTo>
                      <a:pt x="13475" y="3285"/>
                    </a:lnTo>
                    <a:lnTo>
                      <a:pt x="13475" y="3348"/>
                    </a:lnTo>
                    <a:lnTo>
                      <a:pt x="13538" y="3390"/>
                    </a:lnTo>
                    <a:lnTo>
                      <a:pt x="13559" y="3432"/>
                    </a:lnTo>
                    <a:lnTo>
                      <a:pt x="13475" y="3432"/>
                    </a:lnTo>
                    <a:lnTo>
                      <a:pt x="13433" y="3452"/>
                    </a:lnTo>
                    <a:lnTo>
                      <a:pt x="13371" y="3557"/>
                    </a:lnTo>
                    <a:lnTo>
                      <a:pt x="13350" y="3494"/>
                    </a:lnTo>
                    <a:lnTo>
                      <a:pt x="13287" y="3452"/>
                    </a:lnTo>
                    <a:lnTo>
                      <a:pt x="13161" y="3515"/>
                    </a:lnTo>
                    <a:lnTo>
                      <a:pt x="13036" y="3704"/>
                    </a:lnTo>
                    <a:lnTo>
                      <a:pt x="12848" y="3913"/>
                    </a:lnTo>
                    <a:lnTo>
                      <a:pt x="12973" y="3724"/>
                    </a:lnTo>
                    <a:lnTo>
                      <a:pt x="12973" y="3599"/>
                    </a:lnTo>
                    <a:lnTo>
                      <a:pt x="13015" y="3515"/>
                    </a:lnTo>
                    <a:lnTo>
                      <a:pt x="13015" y="3432"/>
                    </a:lnTo>
                    <a:lnTo>
                      <a:pt x="12952" y="3432"/>
                    </a:lnTo>
                    <a:lnTo>
                      <a:pt x="12848" y="3536"/>
                    </a:lnTo>
                    <a:lnTo>
                      <a:pt x="12806" y="3662"/>
                    </a:lnTo>
                    <a:lnTo>
                      <a:pt x="12743" y="3829"/>
                    </a:lnTo>
                    <a:lnTo>
                      <a:pt x="12638" y="3871"/>
                    </a:lnTo>
                    <a:lnTo>
                      <a:pt x="12722" y="3704"/>
                    </a:lnTo>
                    <a:lnTo>
                      <a:pt x="12743" y="3557"/>
                    </a:lnTo>
                    <a:lnTo>
                      <a:pt x="12952" y="3306"/>
                    </a:lnTo>
                    <a:lnTo>
                      <a:pt x="13015" y="3118"/>
                    </a:lnTo>
                    <a:lnTo>
                      <a:pt x="13078" y="3013"/>
                    </a:lnTo>
                    <a:lnTo>
                      <a:pt x="13182" y="2971"/>
                    </a:lnTo>
                    <a:lnTo>
                      <a:pt x="13329" y="2888"/>
                    </a:lnTo>
                    <a:lnTo>
                      <a:pt x="13392" y="2867"/>
                    </a:lnTo>
                    <a:lnTo>
                      <a:pt x="13496" y="2699"/>
                    </a:lnTo>
                    <a:lnTo>
                      <a:pt x="13768" y="2448"/>
                    </a:lnTo>
                    <a:lnTo>
                      <a:pt x="13789" y="2364"/>
                    </a:lnTo>
                    <a:lnTo>
                      <a:pt x="13852" y="2302"/>
                    </a:lnTo>
                    <a:lnTo>
                      <a:pt x="13789" y="2239"/>
                    </a:lnTo>
                    <a:lnTo>
                      <a:pt x="13810" y="2155"/>
                    </a:lnTo>
                    <a:lnTo>
                      <a:pt x="13852" y="2134"/>
                    </a:lnTo>
                    <a:lnTo>
                      <a:pt x="13852" y="2030"/>
                    </a:lnTo>
                    <a:lnTo>
                      <a:pt x="13747" y="1946"/>
                    </a:lnTo>
                    <a:lnTo>
                      <a:pt x="13601" y="1946"/>
                    </a:lnTo>
                    <a:lnTo>
                      <a:pt x="13580" y="1988"/>
                    </a:lnTo>
                    <a:lnTo>
                      <a:pt x="13538" y="1883"/>
                    </a:lnTo>
                    <a:lnTo>
                      <a:pt x="13454" y="1674"/>
                    </a:lnTo>
                    <a:lnTo>
                      <a:pt x="13329" y="1360"/>
                    </a:lnTo>
                    <a:lnTo>
                      <a:pt x="13224" y="1214"/>
                    </a:lnTo>
                    <a:lnTo>
                      <a:pt x="13140" y="1004"/>
                    </a:lnTo>
                    <a:lnTo>
                      <a:pt x="13140" y="879"/>
                    </a:lnTo>
                    <a:lnTo>
                      <a:pt x="13120" y="732"/>
                    </a:lnTo>
                    <a:lnTo>
                      <a:pt x="13057" y="691"/>
                    </a:lnTo>
                    <a:lnTo>
                      <a:pt x="13036" y="586"/>
                    </a:lnTo>
                    <a:lnTo>
                      <a:pt x="12952" y="460"/>
                    </a:lnTo>
                    <a:lnTo>
                      <a:pt x="12931" y="481"/>
                    </a:lnTo>
                    <a:lnTo>
                      <a:pt x="12931" y="565"/>
                    </a:lnTo>
                    <a:lnTo>
                      <a:pt x="12868" y="628"/>
                    </a:lnTo>
                    <a:lnTo>
                      <a:pt x="12743" y="711"/>
                    </a:lnTo>
                    <a:lnTo>
                      <a:pt x="12701" y="795"/>
                    </a:lnTo>
                    <a:lnTo>
                      <a:pt x="12555" y="984"/>
                    </a:lnTo>
                    <a:lnTo>
                      <a:pt x="12408" y="1151"/>
                    </a:lnTo>
                    <a:lnTo>
                      <a:pt x="12408" y="1256"/>
                    </a:lnTo>
                    <a:lnTo>
                      <a:pt x="12303" y="1507"/>
                    </a:lnTo>
                    <a:lnTo>
                      <a:pt x="12199" y="1653"/>
                    </a:lnTo>
                    <a:lnTo>
                      <a:pt x="12115" y="1779"/>
                    </a:lnTo>
                    <a:lnTo>
                      <a:pt x="12011" y="1820"/>
                    </a:lnTo>
                    <a:lnTo>
                      <a:pt x="11969" y="1862"/>
                    </a:lnTo>
                    <a:lnTo>
                      <a:pt x="11927" y="1967"/>
                    </a:lnTo>
                    <a:lnTo>
                      <a:pt x="11822" y="2051"/>
                    </a:lnTo>
                    <a:lnTo>
                      <a:pt x="11759" y="2030"/>
                    </a:lnTo>
                    <a:lnTo>
                      <a:pt x="11759" y="1862"/>
                    </a:lnTo>
                    <a:lnTo>
                      <a:pt x="11697" y="1841"/>
                    </a:lnTo>
                    <a:lnTo>
                      <a:pt x="11676" y="1779"/>
                    </a:lnTo>
                    <a:lnTo>
                      <a:pt x="11613" y="1779"/>
                    </a:lnTo>
                    <a:lnTo>
                      <a:pt x="11550" y="1820"/>
                    </a:lnTo>
                    <a:lnTo>
                      <a:pt x="11487" y="1883"/>
                    </a:lnTo>
                    <a:lnTo>
                      <a:pt x="11383" y="1862"/>
                    </a:lnTo>
                    <a:lnTo>
                      <a:pt x="11299" y="1779"/>
                    </a:lnTo>
                    <a:lnTo>
                      <a:pt x="11299" y="1737"/>
                    </a:lnTo>
                    <a:lnTo>
                      <a:pt x="11278" y="1716"/>
                    </a:lnTo>
                    <a:lnTo>
                      <a:pt x="11257" y="1611"/>
                    </a:lnTo>
                    <a:lnTo>
                      <a:pt x="11236" y="1548"/>
                    </a:lnTo>
                    <a:lnTo>
                      <a:pt x="11153" y="1528"/>
                    </a:lnTo>
                    <a:lnTo>
                      <a:pt x="11048" y="1423"/>
                    </a:lnTo>
                    <a:lnTo>
                      <a:pt x="10881" y="1423"/>
                    </a:lnTo>
                    <a:lnTo>
                      <a:pt x="10776" y="1465"/>
                    </a:lnTo>
                    <a:lnTo>
                      <a:pt x="10546" y="1465"/>
                    </a:lnTo>
                    <a:lnTo>
                      <a:pt x="10420" y="1444"/>
                    </a:lnTo>
                    <a:lnTo>
                      <a:pt x="10316" y="1528"/>
                    </a:lnTo>
                    <a:lnTo>
                      <a:pt x="10295" y="1632"/>
                    </a:lnTo>
                    <a:lnTo>
                      <a:pt x="10399" y="1737"/>
                    </a:lnTo>
                    <a:lnTo>
                      <a:pt x="10420" y="1820"/>
                    </a:lnTo>
                    <a:lnTo>
                      <a:pt x="10462" y="1946"/>
                    </a:lnTo>
                    <a:lnTo>
                      <a:pt x="10441" y="1988"/>
                    </a:lnTo>
                    <a:lnTo>
                      <a:pt x="10337" y="1988"/>
                    </a:lnTo>
                    <a:lnTo>
                      <a:pt x="10190" y="1946"/>
                    </a:lnTo>
                    <a:lnTo>
                      <a:pt x="10148" y="1925"/>
                    </a:lnTo>
                    <a:lnTo>
                      <a:pt x="9918" y="1925"/>
                    </a:lnTo>
                    <a:lnTo>
                      <a:pt x="9814" y="1946"/>
                    </a:lnTo>
                    <a:lnTo>
                      <a:pt x="9772" y="1883"/>
                    </a:lnTo>
                    <a:lnTo>
                      <a:pt x="9604" y="1883"/>
                    </a:lnTo>
                    <a:lnTo>
                      <a:pt x="9479" y="1946"/>
                    </a:lnTo>
                    <a:lnTo>
                      <a:pt x="9395" y="2134"/>
                    </a:lnTo>
                    <a:lnTo>
                      <a:pt x="9165" y="2134"/>
                    </a:lnTo>
                    <a:lnTo>
                      <a:pt x="9039" y="2155"/>
                    </a:lnTo>
                    <a:lnTo>
                      <a:pt x="8998" y="2197"/>
                    </a:lnTo>
                    <a:lnTo>
                      <a:pt x="8935" y="2302"/>
                    </a:lnTo>
                    <a:lnTo>
                      <a:pt x="8788" y="2302"/>
                    </a:lnTo>
                    <a:lnTo>
                      <a:pt x="8767" y="2281"/>
                    </a:lnTo>
                    <a:lnTo>
                      <a:pt x="8684" y="2302"/>
                    </a:lnTo>
                    <a:lnTo>
                      <a:pt x="8621" y="2385"/>
                    </a:lnTo>
                    <a:lnTo>
                      <a:pt x="8537" y="2364"/>
                    </a:lnTo>
                    <a:lnTo>
                      <a:pt x="8307" y="2176"/>
                    </a:lnTo>
                    <a:lnTo>
                      <a:pt x="8223" y="2072"/>
                    </a:lnTo>
                    <a:lnTo>
                      <a:pt x="8223" y="1988"/>
                    </a:lnTo>
                    <a:lnTo>
                      <a:pt x="8098" y="1862"/>
                    </a:lnTo>
                    <a:lnTo>
                      <a:pt x="7993" y="1758"/>
                    </a:lnTo>
                    <a:lnTo>
                      <a:pt x="7993" y="1653"/>
                    </a:lnTo>
                    <a:lnTo>
                      <a:pt x="8014" y="1569"/>
                    </a:lnTo>
                    <a:lnTo>
                      <a:pt x="7993" y="1528"/>
                    </a:lnTo>
                    <a:lnTo>
                      <a:pt x="8014" y="1423"/>
                    </a:lnTo>
                    <a:lnTo>
                      <a:pt x="8056" y="1339"/>
                    </a:lnTo>
                    <a:lnTo>
                      <a:pt x="8056" y="1214"/>
                    </a:lnTo>
                    <a:lnTo>
                      <a:pt x="8161" y="1025"/>
                    </a:lnTo>
                    <a:lnTo>
                      <a:pt x="8202" y="879"/>
                    </a:lnTo>
                    <a:lnTo>
                      <a:pt x="8307" y="732"/>
                    </a:lnTo>
                    <a:lnTo>
                      <a:pt x="8307" y="691"/>
                    </a:lnTo>
                    <a:lnTo>
                      <a:pt x="8202" y="691"/>
                    </a:lnTo>
                    <a:lnTo>
                      <a:pt x="8140" y="607"/>
                    </a:lnTo>
                    <a:lnTo>
                      <a:pt x="8119" y="523"/>
                    </a:lnTo>
                    <a:lnTo>
                      <a:pt x="7993" y="523"/>
                    </a:lnTo>
                    <a:lnTo>
                      <a:pt x="7889" y="481"/>
                    </a:lnTo>
                    <a:lnTo>
                      <a:pt x="7930" y="398"/>
                    </a:lnTo>
                    <a:lnTo>
                      <a:pt x="8014" y="293"/>
                    </a:lnTo>
                    <a:lnTo>
                      <a:pt x="8014" y="147"/>
                    </a:lnTo>
                    <a:lnTo>
                      <a:pt x="7910" y="0"/>
                    </a:lnTo>
                    <a:lnTo>
                      <a:pt x="7784" y="0"/>
                    </a:lnTo>
                    <a:lnTo>
                      <a:pt x="7721" y="63"/>
                    </a:lnTo>
                    <a:lnTo>
                      <a:pt x="767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587" name="Google Shape;7695;p67">
              <a:extLst>
                <a:ext uri="{FF2B5EF4-FFF2-40B4-BE49-F238E27FC236}">
                  <a16:creationId xmlns:a16="http://schemas.microsoft.com/office/drawing/2014/main" id="{0E98EA3D-CA0C-C610-1C6B-866D387DF794}"/>
                </a:ext>
              </a:extLst>
            </p:cNvPr>
            <p:cNvGrpSpPr/>
            <p:nvPr/>
          </p:nvGrpSpPr>
          <p:grpSpPr>
            <a:xfrm>
              <a:off x="2680375" y="3423800"/>
              <a:ext cx="182975" cy="761050"/>
              <a:chOff x="2680375" y="3423800"/>
              <a:chExt cx="182975" cy="761050"/>
            </a:xfrm>
            <a:grpFill/>
          </p:grpSpPr>
          <p:sp>
            <p:nvSpPr>
              <p:cNvPr id="799" name="Google Shape;7696;p67">
                <a:extLst>
                  <a:ext uri="{FF2B5EF4-FFF2-40B4-BE49-F238E27FC236}">
                    <a16:creationId xmlns:a16="http://schemas.microsoft.com/office/drawing/2014/main" id="{50747E42-FD1E-407C-7DE9-EB67BA4D4AED}"/>
                  </a:ext>
                </a:extLst>
              </p:cNvPr>
              <p:cNvSpPr/>
              <p:nvPr/>
            </p:nvSpPr>
            <p:spPr>
              <a:xfrm>
                <a:off x="2698650" y="3423800"/>
                <a:ext cx="164700" cy="703875"/>
              </a:xfrm>
              <a:custGeom>
                <a:avLst/>
                <a:gdLst/>
                <a:ahLst/>
                <a:cxnLst/>
                <a:rect l="l" t="t" r="r" b="b"/>
                <a:pathLst>
                  <a:path w="6588" h="28155" extrusionOk="0">
                    <a:moveTo>
                      <a:pt x="319" y="4568"/>
                    </a:moveTo>
                    <a:lnTo>
                      <a:pt x="107" y="1274"/>
                    </a:lnTo>
                    <a:lnTo>
                      <a:pt x="319" y="0"/>
                    </a:lnTo>
                    <a:lnTo>
                      <a:pt x="6588" y="4356"/>
                    </a:lnTo>
                    <a:lnTo>
                      <a:pt x="4994" y="7331"/>
                    </a:lnTo>
                    <a:lnTo>
                      <a:pt x="1913" y="16149"/>
                    </a:lnTo>
                    <a:lnTo>
                      <a:pt x="2656" y="24330"/>
                    </a:lnTo>
                    <a:lnTo>
                      <a:pt x="4144" y="28155"/>
                    </a:lnTo>
                    <a:lnTo>
                      <a:pt x="1700" y="27836"/>
                    </a:lnTo>
                    <a:lnTo>
                      <a:pt x="532" y="25605"/>
                    </a:lnTo>
                    <a:lnTo>
                      <a:pt x="1063" y="22736"/>
                    </a:lnTo>
                    <a:lnTo>
                      <a:pt x="0" y="17530"/>
                    </a:lnTo>
                    <a:lnTo>
                      <a:pt x="638" y="14024"/>
                    </a:lnTo>
                    <a:lnTo>
                      <a:pt x="213" y="11793"/>
                    </a:lnTo>
                    <a:lnTo>
                      <a:pt x="744" y="775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0" name="Google Shape;7697;p67">
                <a:extLst>
                  <a:ext uri="{FF2B5EF4-FFF2-40B4-BE49-F238E27FC236}">
                    <a16:creationId xmlns:a16="http://schemas.microsoft.com/office/drawing/2014/main" id="{D67B5696-212B-7DF8-99A5-2C4E216FEB74}"/>
                  </a:ext>
                </a:extLst>
              </p:cNvPr>
              <p:cNvSpPr/>
              <p:nvPr/>
            </p:nvSpPr>
            <p:spPr>
              <a:xfrm>
                <a:off x="2680375" y="3510050"/>
                <a:ext cx="137075" cy="674800"/>
              </a:xfrm>
              <a:custGeom>
                <a:avLst/>
                <a:gdLst/>
                <a:ahLst/>
                <a:cxnLst/>
                <a:rect l="l" t="t" r="r" b="b"/>
                <a:pathLst>
                  <a:path w="5483" h="26992" extrusionOk="0">
                    <a:moveTo>
                      <a:pt x="984" y="23016"/>
                    </a:moveTo>
                    <a:lnTo>
                      <a:pt x="984" y="23121"/>
                    </a:lnTo>
                    <a:lnTo>
                      <a:pt x="1026" y="23058"/>
                    </a:lnTo>
                    <a:lnTo>
                      <a:pt x="1088" y="23016"/>
                    </a:lnTo>
                    <a:close/>
                    <a:moveTo>
                      <a:pt x="1047" y="0"/>
                    </a:moveTo>
                    <a:lnTo>
                      <a:pt x="984" y="105"/>
                    </a:lnTo>
                    <a:lnTo>
                      <a:pt x="963" y="209"/>
                    </a:lnTo>
                    <a:lnTo>
                      <a:pt x="1068" y="314"/>
                    </a:lnTo>
                    <a:lnTo>
                      <a:pt x="1005" y="419"/>
                    </a:lnTo>
                    <a:lnTo>
                      <a:pt x="900" y="502"/>
                    </a:lnTo>
                    <a:lnTo>
                      <a:pt x="837" y="461"/>
                    </a:lnTo>
                    <a:lnTo>
                      <a:pt x="691" y="544"/>
                    </a:lnTo>
                    <a:lnTo>
                      <a:pt x="565" y="628"/>
                    </a:lnTo>
                    <a:lnTo>
                      <a:pt x="628" y="670"/>
                    </a:lnTo>
                    <a:lnTo>
                      <a:pt x="628" y="837"/>
                    </a:lnTo>
                    <a:lnTo>
                      <a:pt x="586" y="963"/>
                    </a:lnTo>
                    <a:lnTo>
                      <a:pt x="628" y="1130"/>
                    </a:lnTo>
                    <a:lnTo>
                      <a:pt x="733" y="1549"/>
                    </a:lnTo>
                    <a:lnTo>
                      <a:pt x="733" y="1695"/>
                    </a:lnTo>
                    <a:lnTo>
                      <a:pt x="691" y="1800"/>
                    </a:lnTo>
                    <a:lnTo>
                      <a:pt x="649" y="1883"/>
                    </a:lnTo>
                    <a:lnTo>
                      <a:pt x="691" y="2093"/>
                    </a:lnTo>
                    <a:lnTo>
                      <a:pt x="775" y="2302"/>
                    </a:lnTo>
                    <a:lnTo>
                      <a:pt x="858" y="2490"/>
                    </a:lnTo>
                    <a:lnTo>
                      <a:pt x="858" y="2762"/>
                    </a:lnTo>
                    <a:lnTo>
                      <a:pt x="837" y="2846"/>
                    </a:lnTo>
                    <a:lnTo>
                      <a:pt x="796" y="2909"/>
                    </a:lnTo>
                    <a:lnTo>
                      <a:pt x="837" y="3327"/>
                    </a:lnTo>
                    <a:lnTo>
                      <a:pt x="837" y="3432"/>
                    </a:lnTo>
                    <a:lnTo>
                      <a:pt x="754" y="3474"/>
                    </a:lnTo>
                    <a:lnTo>
                      <a:pt x="670" y="3536"/>
                    </a:lnTo>
                    <a:lnTo>
                      <a:pt x="670" y="3766"/>
                    </a:lnTo>
                    <a:lnTo>
                      <a:pt x="691" y="3829"/>
                    </a:lnTo>
                    <a:lnTo>
                      <a:pt x="775" y="3766"/>
                    </a:lnTo>
                    <a:lnTo>
                      <a:pt x="837" y="3829"/>
                    </a:lnTo>
                    <a:lnTo>
                      <a:pt x="754" y="3892"/>
                    </a:lnTo>
                    <a:lnTo>
                      <a:pt x="754" y="4499"/>
                    </a:lnTo>
                    <a:lnTo>
                      <a:pt x="837" y="4729"/>
                    </a:lnTo>
                    <a:lnTo>
                      <a:pt x="858" y="4917"/>
                    </a:lnTo>
                    <a:lnTo>
                      <a:pt x="837" y="5064"/>
                    </a:lnTo>
                    <a:lnTo>
                      <a:pt x="733" y="5231"/>
                    </a:lnTo>
                    <a:lnTo>
                      <a:pt x="733" y="5399"/>
                    </a:lnTo>
                    <a:lnTo>
                      <a:pt x="837" y="5566"/>
                    </a:lnTo>
                    <a:lnTo>
                      <a:pt x="796" y="5712"/>
                    </a:lnTo>
                    <a:lnTo>
                      <a:pt x="796" y="5984"/>
                    </a:lnTo>
                    <a:lnTo>
                      <a:pt x="754" y="6089"/>
                    </a:lnTo>
                    <a:lnTo>
                      <a:pt x="754" y="6256"/>
                    </a:lnTo>
                    <a:lnTo>
                      <a:pt x="775" y="6340"/>
                    </a:lnTo>
                    <a:lnTo>
                      <a:pt x="775" y="6403"/>
                    </a:lnTo>
                    <a:lnTo>
                      <a:pt x="670" y="6570"/>
                    </a:lnTo>
                    <a:lnTo>
                      <a:pt x="670" y="6717"/>
                    </a:lnTo>
                    <a:lnTo>
                      <a:pt x="628" y="6821"/>
                    </a:lnTo>
                    <a:lnTo>
                      <a:pt x="649" y="7010"/>
                    </a:lnTo>
                    <a:lnTo>
                      <a:pt x="628" y="7093"/>
                    </a:lnTo>
                    <a:lnTo>
                      <a:pt x="524" y="7303"/>
                    </a:lnTo>
                    <a:lnTo>
                      <a:pt x="524" y="7407"/>
                    </a:lnTo>
                    <a:lnTo>
                      <a:pt x="628" y="7554"/>
                    </a:lnTo>
                    <a:lnTo>
                      <a:pt x="649" y="7721"/>
                    </a:lnTo>
                    <a:lnTo>
                      <a:pt x="733" y="7826"/>
                    </a:lnTo>
                    <a:lnTo>
                      <a:pt x="649" y="7867"/>
                    </a:lnTo>
                    <a:lnTo>
                      <a:pt x="586" y="8014"/>
                    </a:lnTo>
                    <a:lnTo>
                      <a:pt x="670" y="8119"/>
                    </a:lnTo>
                    <a:lnTo>
                      <a:pt x="586" y="8202"/>
                    </a:lnTo>
                    <a:lnTo>
                      <a:pt x="524" y="8244"/>
                    </a:lnTo>
                    <a:lnTo>
                      <a:pt x="524" y="8391"/>
                    </a:lnTo>
                    <a:lnTo>
                      <a:pt x="544" y="8537"/>
                    </a:lnTo>
                    <a:lnTo>
                      <a:pt x="544" y="8663"/>
                    </a:lnTo>
                    <a:lnTo>
                      <a:pt x="670" y="8997"/>
                    </a:lnTo>
                    <a:lnTo>
                      <a:pt x="670" y="9186"/>
                    </a:lnTo>
                    <a:lnTo>
                      <a:pt x="628" y="9228"/>
                    </a:lnTo>
                    <a:lnTo>
                      <a:pt x="628" y="9332"/>
                    </a:lnTo>
                    <a:lnTo>
                      <a:pt x="754" y="9520"/>
                    </a:lnTo>
                    <a:lnTo>
                      <a:pt x="754" y="9730"/>
                    </a:lnTo>
                    <a:lnTo>
                      <a:pt x="733" y="9855"/>
                    </a:lnTo>
                    <a:lnTo>
                      <a:pt x="733" y="9918"/>
                    </a:lnTo>
                    <a:lnTo>
                      <a:pt x="754" y="10023"/>
                    </a:lnTo>
                    <a:lnTo>
                      <a:pt x="733" y="10106"/>
                    </a:lnTo>
                    <a:lnTo>
                      <a:pt x="691" y="10211"/>
                    </a:lnTo>
                    <a:lnTo>
                      <a:pt x="733" y="10253"/>
                    </a:lnTo>
                    <a:lnTo>
                      <a:pt x="858" y="10441"/>
                    </a:lnTo>
                    <a:lnTo>
                      <a:pt x="879" y="10546"/>
                    </a:lnTo>
                    <a:lnTo>
                      <a:pt x="837" y="10650"/>
                    </a:lnTo>
                    <a:lnTo>
                      <a:pt x="754" y="10692"/>
                    </a:lnTo>
                    <a:lnTo>
                      <a:pt x="670" y="10860"/>
                    </a:lnTo>
                    <a:lnTo>
                      <a:pt x="670" y="10901"/>
                    </a:lnTo>
                    <a:lnTo>
                      <a:pt x="733" y="10964"/>
                    </a:lnTo>
                    <a:lnTo>
                      <a:pt x="670" y="11090"/>
                    </a:lnTo>
                    <a:lnTo>
                      <a:pt x="586" y="11173"/>
                    </a:lnTo>
                    <a:lnTo>
                      <a:pt x="586" y="11278"/>
                    </a:lnTo>
                    <a:lnTo>
                      <a:pt x="565" y="11466"/>
                    </a:lnTo>
                    <a:lnTo>
                      <a:pt x="524" y="11571"/>
                    </a:lnTo>
                    <a:lnTo>
                      <a:pt x="524" y="11676"/>
                    </a:lnTo>
                    <a:lnTo>
                      <a:pt x="482" y="11717"/>
                    </a:lnTo>
                    <a:lnTo>
                      <a:pt x="482" y="11843"/>
                    </a:lnTo>
                    <a:lnTo>
                      <a:pt x="419" y="11927"/>
                    </a:lnTo>
                    <a:lnTo>
                      <a:pt x="419" y="11989"/>
                    </a:lnTo>
                    <a:lnTo>
                      <a:pt x="461" y="12052"/>
                    </a:lnTo>
                    <a:lnTo>
                      <a:pt x="377" y="12157"/>
                    </a:lnTo>
                    <a:lnTo>
                      <a:pt x="377" y="12324"/>
                    </a:lnTo>
                    <a:lnTo>
                      <a:pt x="377" y="12429"/>
                    </a:lnTo>
                    <a:lnTo>
                      <a:pt x="314" y="12471"/>
                    </a:lnTo>
                    <a:lnTo>
                      <a:pt x="314" y="12575"/>
                    </a:lnTo>
                    <a:lnTo>
                      <a:pt x="272" y="12659"/>
                    </a:lnTo>
                    <a:lnTo>
                      <a:pt x="272" y="12743"/>
                    </a:lnTo>
                    <a:lnTo>
                      <a:pt x="314" y="12847"/>
                    </a:lnTo>
                    <a:lnTo>
                      <a:pt x="314" y="12952"/>
                    </a:lnTo>
                    <a:lnTo>
                      <a:pt x="231" y="13057"/>
                    </a:lnTo>
                    <a:lnTo>
                      <a:pt x="147" y="13057"/>
                    </a:lnTo>
                    <a:lnTo>
                      <a:pt x="63" y="12994"/>
                    </a:lnTo>
                    <a:lnTo>
                      <a:pt x="0" y="13015"/>
                    </a:lnTo>
                    <a:lnTo>
                      <a:pt x="0" y="13098"/>
                    </a:lnTo>
                    <a:lnTo>
                      <a:pt x="21" y="13224"/>
                    </a:lnTo>
                    <a:lnTo>
                      <a:pt x="21" y="13412"/>
                    </a:lnTo>
                    <a:lnTo>
                      <a:pt x="105" y="13517"/>
                    </a:lnTo>
                    <a:lnTo>
                      <a:pt x="231" y="13621"/>
                    </a:lnTo>
                    <a:lnTo>
                      <a:pt x="252" y="13747"/>
                    </a:lnTo>
                    <a:lnTo>
                      <a:pt x="231" y="13914"/>
                    </a:lnTo>
                    <a:lnTo>
                      <a:pt x="398" y="14228"/>
                    </a:lnTo>
                    <a:lnTo>
                      <a:pt x="440" y="14312"/>
                    </a:lnTo>
                    <a:lnTo>
                      <a:pt x="524" y="14375"/>
                    </a:lnTo>
                    <a:lnTo>
                      <a:pt x="524" y="14563"/>
                    </a:lnTo>
                    <a:lnTo>
                      <a:pt x="461" y="14835"/>
                    </a:lnTo>
                    <a:lnTo>
                      <a:pt x="419" y="14856"/>
                    </a:lnTo>
                    <a:lnTo>
                      <a:pt x="440" y="14940"/>
                    </a:lnTo>
                    <a:lnTo>
                      <a:pt x="419" y="15002"/>
                    </a:lnTo>
                    <a:lnTo>
                      <a:pt x="356" y="14982"/>
                    </a:lnTo>
                    <a:lnTo>
                      <a:pt x="314" y="14982"/>
                    </a:lnTo>
                    <a:lnTo>
                      <a:pt x="272" y="15086"/>
                    </a:lnTo>
                    <a:lnTo>
                      <a:pt x="314" y="15191"/>
                    </a:lnTo>
                    <a:lnTo>
                      <a:pt x="377" y="15254"/>
                    </a:lnTo>
                    <a:lnTo>
                      <a:pt x="335" y="15484"/>
                    </a:lnTo>
                    <a:lnTo>
                      <a:pt x="356" y="15588"/>
                    </a:lnTo>
                    <a:lnTo>
                      <a:pt x="314" y="15672"/>
                    </a:lnTo>
                    <a:lnTo>
                      <a:pt x="356" y="15714"/>
                    </a:lnTo>
                    <a:lnTo>
                      <a:pt x="335" y="15798"/>
                    </a:lnTo>
                    <a:lnTo>
                      <a:pt x="314" y="15818"/>
                    </a:lnTo>
                    <a:lnTo>
                      <a:pt x="335" y="15881"/>
                    </a:lnTo>
                    <a:lnTo>
                      <a:pt x="524" y="16153"/>
                    </a:lnTo>
                    <a:lnTo>
                      <a:pt x="565" y="16216"/>
                    </a:lnTo>
                    <a:lnTo>
                      <a:pt x="565" y="16362"/>
                    </a:lnTo>
                    <a:lnTo>
                      <a:pt x="524" y="16342"/>
                    </a:lnTo>
                    <a:lnTo>
                      <a:pt x="377" y="16342"/>
                    </a:lnTo>
                    <a:lnTo>
                      <a:pt x="314" y="16425"/>
                    </a:lnTo>
                    <a:lnTo>
                      <a:pt x="314" y="16467"/>
                    </a:lnTo>
                    <a:lnTo>
                      <a:pt x="356" y="16530"/>
                    </a:lnTo>
                    <a:lnTo>
                      <a:pt x="356" y="16614"/>
                    </a:lnTo>
                    <a:lnTo>
                      <a:pt x="314" y="16655"/>
                    </a:lnTo>
                    <a:lnTo>
                      <a:pt x="272" y="16739"/>
                    </a:lnTo>
                    <a:lnTo>
                      <a:pt x="314" y="16823"/>
                    </a:lnTo>
                    <a:lnTo>
                      <a:pt x="335" y="16844"/>
                    </a:lnTo>
                    <a:lnTo>
                      <a:pt x="377" y="16969"/>
                    </a:lnTo>
                    <a:lnTo>
                      <a:pt x="419" y="17304"/>
                    </a:lnTo>
                    <a:lnTo>
                      <a:pt x="356" y="17451"/>
                    </a:lnTo>
                    <a:lnTo>
                      <a:pt x="482" y="17492"/>
                    </a:lnTo>
                    <a:lnTo>
                      <a:pt x="670" y="17471"/>
                    </a:lnTo>
                    <a:lnTo>
                      <a:pt x="670" y="17409"/>
                    </a:lnTo>
                    <a:lnTo>
                      <a:pt x="670" y="17283"/>
                    </a:lnTo>
                    <a:lnTo>
                      <a:pt x="733" y="17199"/>
                    </a:lnTo>
                    <a:lnTo>
                      <a:pt x="837" y="17241"/>
                    </a:lnTo>
                    <a:lnTo>
                      <a:pt x="858" y="17199"/>
                    </a:lnTo>
                    <a:lnTo>
                      <a:pt x="733" y="17095"/>
                    </a:lnTo>
                    <a:lnTo>
                      <a:pt x="775" y="17053"/>
                    </a:lnTo>
                    <a:lnTo>
                      <a:pt x="649" y="16927"/>
                    </a:lnTo>
                    <a:lnTo>
                      <a:pt x="649" y="16844"/>
                    </a:lnTo>
                    <a:lnTo>
                      <a:pt x="733" y="16844"/>
                    </a:lnTo>
                    <a:lnTo>
                      <a:pt x="837" y="16886"/>
                    </a:lnTo>
                    <a:lnTo>
                      <a:pt x="837" y="16865"/>
                    </a:lnTo>
                    <a:lnTo>
                      <a:pt x="775" y="16823"/>
                    </a:lnTo>
                    <a:lnTo>
                      <a:pt x="649" y="16718"/>
                    </a:lnTo>
                    <a:lnTo>
                      <a:pt x="775" y="16739"/>
                    </a:lnTo>
                    <a:lnTo>
                      <a:pt x="775" y="16634"/>
                    </a:lnTo>
                    <a:lnTo>
                      <a:pt x="754" y="16572"/>
                    </a:lnTo>
                    <a:lnTo>
                      <a:pt x="754" y="16425"/>
                    </a:lnTo>
                    <a:lnTo>
                      <a:pt x="733" y="16362"/>
                    </a:lnTo>
                    <a:cubicBezTo>
                      <a:pt x="733" y="16321"/>
                      <a:pt x="754" y="16258"/>
                      <a:pt x="775" y="16237"/>
                    </a:cubicBezTo>
                    <a:lnTo>
                      <a:pt x="837" y="16258"/>
                    </a:lnTo>
                    <a:lnTo>
                      <a:pt x="879" y="16237"/>
                    </a:lnTo>
                    <a:cubicBezTo>
                      <a:pt x="879" y="16342"/>
                      <a:pt x="900" y="16467"/>
                      <a:pt x="900" y="16572"/>
                    </a:cubicBezTo>
                    <a:lnTo>
                      <a:pt x="1068" y="17764"/>
                    </a:lnTo>
                    <a:lnTo>
                      <a:pt x="1047" y="17785"/>
                    </a:lnTo>
                    <a:lnTo>
                      <a:pt x="1068" y="17869"/>
                    </a:lnTo>
                    <a:lnTo>
                      <a:pt x="1068" y="18036"/>
                    </a:lnTo>
                    <a:lnTo>
                      <a:pt x="1005" y="18078"/>
                    </a:lnTo>
                    <a:lnTo>
                      <a:pt x="1047" y="18120"/>
                    </a:lnTo>
                    <a:lnTo>
                      <a:pt x="1047" y="18287"/>
                    </a:lnTo>
                    <a:lnTo>
                      <a:pt x="1005" y="18350"/>
                    </a:lnTo>
                    <a:lnTo>
                      <a:pt x="1047" y="18434"/>
                    </a:lnTo>
                    <a:lnTo>
                      <a:pt x="1047" y="18455"/>
                    </a:lnTo>
                    <a:cubicBezTo>
                      <a:pt x="1047" y="18643"/>
                      <a:pt x="1005" y="18852"/>
                      <a:pt x="963" y="19041"/>
                    </a:cubicBezTo>
                    <a:cubicBezTo>
                      <a:pt x="921" y="19187"/>
                      <a:pt x="900" y="19334"/>
                      <a:pt x="858" y="19459"/>
                    </a:cubicBezTo>
                    <a:lnTo>
                      <a:pt x="796" y="19480"/>
                    </a:lnTo>
                    <a:lnTo>
                      <a:pt x="691" y="19564"/>
                    </a:lnTo>
                    <a:lnTo>
                      <a:pt x="649" y="19564"/>
                    </a:lnTo>
                    <a:lnTo>
                      <a:pt x="649" y="19501"/>
                    </a:lnTo>
                    <a:lnTo>
                      <a:pt x="754" y="19480"/>
                    </a:lnTo>
                    <a:lnTo>
                      <a:pt x="837" y="19438"/>
                    </a:lnTo>
                    <a:lnTo>
                      <a:pt x="837" y="19271"/>
                    </a:lnTo>
                    <a:lnTo>
                      <a:pt x="775" y="19250"/>
                    </a:lnTo>
                    <a:lnTo>
                      <a:pt x="670" y="19292"/>
                    </a:lnTo>
                    <a:lnTo>
                      <a:pt x="461" y="19292"/>
                    </a:lnTo>
                    <a:lnTo>
                      <a:pt x="377" y="19271"/>
                    </a:lnTo>
                    <a:lnTo>
                      <a:pt x="293" y="19292"/>
                    </a:lnTo>
                    <a:lnTo>
                      <a:pt x="293" y="19375"/>
                    </a:lnTo>
                    <a:lnTo>
                      <a:pt x="356" y="19501"/>
                    </a:lnTo>
                    <a:lnTo>
                      <a:pt x="398" y="19501"/>
                    </a:lnTo>
                    <a:lnTo>
                      <a:pt x="440" y="19585"/>
                    </a:lnTo>
                    <a:lnTo>
                      <a:pt x="356" y="19585"/>
                    </a:lnTo>
                    <a:lnTo>
                      <a:pt x="335" y="19689"/>
                    </a:lnTo>
                    <a:lnTo>
                      <a:pt x="252" y="19752"/>
                    </a:lnTo>
                    <a:lnTo>
                      <a:pt x="189" y="19857"/>
                    </a:lnTo>
                    <a:lnTo>
                      <a:pt x="42" y="19919"/>
                    </a:lnTo>
                    <a:lnTo>
                      <a:pt x="42" y="20003"/>
                    </a:lnTo>
                    <a:lnTo>
                      <a:pt x="189" y="20192"/>
                    </a:lnTo>
                    <a:lnTo>
                      <a:pt x="272" y="20192"/>
                    </a:lnTo>
                    <a:lnTo>
                      <a:pt x="335" y="20129"/>
                    </a:lnTo>
                    <a:lnTo>
                      <a:pt x="335" y="20066"/>
                    </a:lnTo>
                    <a:lnTo>
                      <a:pt x="231" y="20024"/>
                    </a:lnTo>
                    <a:lnTo>
                      <a:pt x="231" y="19982"/>
                    </a:lnTo>
                    <a:lnTo>
                      <a:pt x="272" y="19878"/>
                    </a:lnTo>
                    <a:lnTo>
                      <a:pt x="440" y="19878"/>
                    </a:lnTo>
                    <a:lnTo>
                      <a:pt x="461" y="19857"/>
                    </a:lnTo>
                    <a:lnTo>
                      <a:pt x="482" y="19982"/>
                    </a:lnTo>
                    <a:lnTo>
                      <a:pt x="586" y="20066"/>
                    </a:lnTo>
                    <a:lnTo>
                      <a:pt x="712" y="20066"/>
                    </a:lnTo>
                    <a:lnTo>
                      <a:pt x="754" y="20003"/>
                    </a:lnTo>
                    <a:lnTo>
                      <a:pt x="754" y="20003"/>
                    </a:lnTo>
                    <a:cubicBezTo>
                      <a:pt x="670" y="20317"/>
                      <a:pt x="649" y="20631"/>
                      <a:pt x="649" y="20924"/>
                    </a:cubicBezTo>
                    <a:lnTo>
                      <a:pt x="586" y="20966"/>
                    </a:lnTo>
                    <a:lnTo>
                      <a:pt x="649" y="21008"/>
                    </a:lnTo>
                    <a:lnTo>
                      <a:pt x="649" y="21154"/>
                    </a:lnTo>
                    <a:lnTo>
                      <a:pt x="565" y="21028"/>
                    </a:lnTo>
                    <a:lnTo>
                      <a:pt x="461" y="21008"/>
                    </a:lnTo>
                    <a:lnTo>
                      <a:pt x="440" y="21049"/>
                    </a:lnTo>
                    <a:lnTo>
                      <a:pt x="440" y="21133"/>
                    </a:lnTo>
                    <a:lnTo>
                      <a:pt x="461" y="21259"/>
                    </a:lnTo>
                    <a:lnTo>
                      <a:pt x="565" y="21280"/>
                    </a:lnTo>
                    <a:lnTo>
                      <a:pt x="649" y="21342"/>
                    </a:lnTo>
                    <a:lnTo>
                      <a:pt x="649" y="21384"/>
                    </a:lnTo>
                    <a:lnTo>
                      <a:pt x="691" y="21552"/>
                    </a:lnTo>
                    <a:lnTo>
                      <a:pt x="754" y="21572"/>
                    </a:lnTo>
                    <a:cubicBezTo>
                      <a:pt x="754" y="21635"/>
                      <a:pt x="775" y="21656"/>
                      <a:pt x="796" y="21698"/>
                    </a:cubicBezTo>
                    <a:lnTo>
                      <a:pt x="670" y="21656"/>
                    </a:lnTo>
                    <a:lnTo>
                      <a:pt x="649" y="21635"/>
                    </a:lnTo>
                    <a:lnTo>
                      <a:pt x="586" y="21677"/>
                    </a:lnTo>
                    <a:lnTo>
                      <a:pt x="649" y="21865"/>
                    </a:lnTo>
                    <a:lnTo>
                      <a:pt x="649" y="21949"/>
                    </a:lnTo>
                    <a:lnTo>
                      <a:pt x="691" y="21970"/>
                    </a:lnTo>
                    <a:lnTo>
                      <a:pt x="796" y="21803"/>
                    </a:lnTo>
                    <a:lnTo>
                      <a:pt x="858" y="21782"/>
                    </a:lnTo>
                    <a:cubicBezTo>
                      <a:pt x="879" y="21844"/>
                      <a:pt x="900" y="21886"/>
                      <a:pt x="921" y="21970"/>
                    </a:cubicBezTo>
                    <a:lnTo>
                      <a:pt x="921" y="22012"/>
                    </a:lnTo>
                    <a:lnTo>
                      <a:pt x="816" y="22054"/>
                    </a:lnTo>
                    <a:lnTo>
                      <a:pt x="921" y="22284"/>
                    </a:lnTo>
                    <a:lnTo>
                      <a:pt x="963" y="22409"/>
                    </a:lnTo>
                    <a:cubicBezTo>
                      <a:pt x="963" y="22493"/>
                      <a:pt x="984" y="22577"/>
                      <a:pt x="1005" y="22640"/>
                    </a:cubicBezTo>
                    <a:lnTo>
                      <a:pt x="984" y="22681"/>
                    </a:lnTo>
                    <a:lnTo>
                      <a:pt x="984" y="22744"/>
                    </a:lnTo>
                    <a:lnTo>
                      <a:pt x="921" y="22807"/>
                    </a:lnTo>
                    <a:lnTo>
                      <a:pt x="1005" y="22849"/>
                    </a:lnTo>
                    <a:lnTo>
                      <a:pt x="1026" y="22932"/>
                    </a:lnTo>
                    <a:lnTo>
                      <a:pt x="1068" y="22932"/>
                    </a:lnTo>
                    <a:cubicBezTo>
                      <a:pt x="1068" y="22953"/>
                      <a:pt x="1068" y="22995"/>
                      <a:pt x="1088" y="23016"/>
                    </a:cubicBezTo>
                    <a:cubicBezTo>
                      <a:pt x="1130" y="23163"/>
                      <a:pt x="1193" y="23330"/>
                      <a:pt x="1235" y="23456"/>
                    </a:cubicBezTo>
                    <a:lnTo>
                      <a:pt x="1277" y="23518"/>
                    </a:lnTo>
                    <a:cubicBezTo>
                      <a:pt x="1277" y="23539"/>
                      <a:pt x="1277" y="23539"/>
                      <a:pt x="1298" y="23560"/>
                    </a:cubicBezTo>
                    <a:lnTo>
                      <a:pt x="1235" y="23665"/>
                    </a:lnTo>
                    <a:lnTo>
                      <a:pt x="1193" y="23728"/>
                    </a:lnTo>
                    <a:lnTo>
                      <a:pt x="1235" y="23749"/>
                    </a:lnTo>
                    <a:lnTo>
                      <a:pt x="1381" y="23728"/>
                    </a:lnTo>
                    <a:lnTo>
                      <a:pt x="1444" y="23874"/>
                    </a:lnTo>
                    <a:lnTo>
                      <a:pt x="1423" y="23874"/>
                    </a:lnTo>
                    <a:lnTo>
                      <a:pt x="1444" y="23937"/>
                    </a:lnTo>
                    <a:lnTo>
                      <a:pt x="1486" y="23958"/>
                    </a:lnTo>
                    <a:lnTo>
                      <a:pt x="1423" y="24000"/>
                    </a:lnTo>
                    <a:lnTo>
                      <a:pt x="1402" y="24062"/>
                    </a:lnTo>
                    <a:lnTo>
                      <a:pt x="1423" y="24146"/>
                    </a:lnTo>
                    <a:lnTo>
                      <a:pt x="1486" y="24167"/>
                    </a:lnTo>
                    <a:lnTo>
                      <a:pt x="1549" y="24188"/>
                    </a:lnTo>
                    <a:lnTo>
                      <a:pt x="1507" y="24104"/>
                    </a:lnTo>
                    <a:lnTo>
                      <a:pt x="1549" y="24083"/>
                    </a:lnTo>
                    <a:cubicBezTo>
                      <a:pt x="1612" y="24167"/>
                      <a:pt x="1653" y="24272"/>
                      <a:pt x="1716" y="24355"/>
                    </a:cubicBezTo>
                    <a:lnTo>
                      <a:pt x="1716" y="24397"/>
                    </a:lnTo>
                    <a:lnTo>
                      <a:pt x="1653" y="24460"/>
                    </a:lnTo>
                    <a:lnTo>
                      <a:pt x="1695" y="24481"/>
                    </a:lnTo>
                    <a:lnTo>
                      <a:pt x="1737" y="24460"/>
                    </a:lnTo>
                    <a:lnTo>
                      <a:pt x="1758" y="24418"/>
                    </a:lnTo>
                    <a:cubicBezTo>
                      <a:pt x="1967" y="24753"/>
                      <a:pt x="2218" y="25004"/>
                      <a:pt x="2469" y="25234"/>
                    </a:cubicBezTo>
                    <a:lnTo>
                      <a:pt x="2449" y="25234"/>
                    </a:lnTo>
                    <a:lnTo>
                      <a:pt x="2365" y="25192"/>
                    </a:lnTo>
                    <a:lnTo>
                      <a:pt x="2260" y="25150"/>
                    </a:lnTo>
                    <a:lnTo>
                      <a:pt x="2156" y="25150"/>
                    </a:lnTo>
                    <a:lnTo>
                      <a:pt x="2072" y="25109"/>
                    </a:lnTo>
                    <a:lnTo>
                      <a:pt x="1946" y="24983"/>
                    </a:lnTo>
                    <a:lnTo>
                      <a:pt x="1863" y="24920"/>
                    </a:lnTo>
                    <a:lnTo>
                      <a:pt x="1842" y="24983"/>
                    </a:lnTo>
                    <a:lnTo>
                      <a:pt x="1863" y="25088"/>
                    </a:lnTo>
                    <a:lnTo>
                      <a:pt x="1946" y="25213"/>
                    </a:lnTo>
                    <a:lnTo>
                      <a:pt x="2072" y="25234"/>
                    </a:lnTo>
                    <a:lnTo>
                      <a:pt x="2239" y="25318"/>
                    </a:lnTo>
                    <a:lnTo>
                      <a:pt x="2281" y="25401"/>
                    </a:lnTo>
                    <a:lnTo>
                      <a:pt x="2365" y="25401"/>
                    </a:lnTo>
                    <a:lnTo>
                      <a:pt x="2428" y="25360"/>
                    </a:lnTo>
                    <a:lnTo>
                      <a:pt x="2574" y="25422"/>
                    </a:lnTo>
                    <a:lnTo>
                      <a:pt x="2679" y="25464"/>
                    </a:lnTo>
                    <a:lnTo>
                      <a:pt x="2783" y="25464"/>
                    </a:lnTo>
                    <a:cubicBezTo>
                      <a:pt x="2804" y="25464"/>
                      <a:pt x="2846" y="25506"/>
                      <a:pt x="2846" y="25527"/>
                    </a:cubicBezTo>
                    <a:lnTo>
                      <a:pt x="2804" y="25527"/>
                    </a:lnTo>
                    <a:lnTo>
                      <a:pt x="2700" y="25569"/>
                    </a:lnTo>
                    <a:lnTo>
                      <a:pt x="2658" y="25548"/>
                    </a:lnTo>
                    <a:lnTo>
                      <a:pt x="2595" y="25506"/>
                    </a:lnTo>
                    <a:lnTo>
                      <a:pt x="2532" y="25506"/>
                    </a:lnTo>
                    <a:lnTo>
                      <a:pt x="2490" y="25548"/>
                    </a:lnTo>
                    <a:lnTo>
                      <a:pt x="2490" y="25611"/>
                    </a:lnTo>
                    <a:lnTo>
                      <a:pt x="2595" y="25653"/>
                    </a:lnTo>
                    <a:lnTo>
                      <a:pt x="2658" y="25757"/>
                    </a:lnTo>
                    <a:lnTo>
                      <a:pt x="2762" y="25799"/>
                    </a:lnTo>
                    <a:lnTo>
                      <a:pt x="2867" y="25925"/>
                    </a:lnTo>
                    <a:lnTo>
                      <a:pt x="2951" y="25945"/>
                    </a:lnTo>
                    <a:lnTo>
                      <a:pt x="3076" y="25925"/>
                    </a:lnTo>
                    <a:lnTo>
                      <a:pt x="3118" y="25945"/>
                    </a:lnTo>
                    <a:lnTo>
                      <a:pt x="3118" y="26029"/>
                    </a:lnTo>
                    <a:lnTo>
                      <a:pt x="3202" y="26092"/>
                    </a:lnTo>
                    <a:lnTo>
                      <a:pt x="3285" y="26071"/>
                    </a:lnTo>
                    <a:lnTo>
                      <a:pt x="3265" y="26029"/>
                    </a:lnTo>
                    <a:lnTo>
                      <a:pt x="3327" y="25945"/>
                    </a:lnTo>
                    <a:lnTo>
                      <a:pt x="3327" y="25883"/>
                    </a:lnTo>
                    <a:lnTo>
                      <a:pt x="3285" y="25862"/>
                    </a:lnTo>
                    <a:lnTo>
                      <a:pt x="3327" y="25841"/>
                    </a:lnTo>
                    <a:lnTo>
                      <a:pt x="3411" y="25841"/>
                    </a:lnTo>
                    <a:lnTo>
                      <a:pt x="3369" y="25757"/>
                    </a:lnTo>
                    <a:lnTo>
                      <a:pt x="3285" y="25736"/>
                    </a:lnTo>
                    <a:lnTo>
                      <a:pt x="3160" y="25757"/>
                    </a:lnTo>
                    <a:lnTo>
                      <a:pt x="3118" y="25715"/>
                    </a:lnTo>
                    <a:lnTo>
                      <a:pt x="3118" y="25715"/>
                    </a:lnTo>
                    <a:cubicBezTo>
                      <a:pt x="3141" y="25721"/>
                      <a:pt x="3164" y="25724"/>
                      <a:pt x="3189" y="25724"/>
                    </a:cubicBezTo>
                    <a:cubicBezTo>
                      <a:pt x="3256" y="25724"/>
                      <a:pt x="3329" y="25704"/>
                      <a:pt x="3390" y="25673"/>
                    </a:cubicBezTo>
                    <a:lnTo>
                      <a:pt x="3411" y="25715"/>
                    </a:lnTo>
                    <a:lnTo>
                      <a:pt x="3578" y="25736"/>
                    </a:lnTo>
                    <a:lnTo>
                      <a:pt x="3683" y="25778"/>
                    </a:lnTo>
                    <a:lnTo>
                      <a:pt x="3746" y="25778"/>
                    </a:lnTo>
                    <a:lnTo>
                      <a:pt x="3829" y="25841"/>
                    </a:lnTo>
                    <a:lnTo>
                      <a:pt x="3892" y="25778"/>
                    </a:lnTo>
                    <a:lnTo>
                      <a:pt x="3955" y="25653"/>
                    </a:lnTo>
                    <a:lnTo>
                      <a:pt x="3913" y="25464"/>
                    </a:lnTo>
                    <a:lnTo>
                      <a:pt x="3934" y="25401"/>
                    </a:lnTo>
                    <a:lnTo>
                      <a:pt x="3934" y="25318"/>
                    </a:lnTo>
                    <a:lnTo>
                      <a:pt x="3955" y="25150"/>
                    </a:lnTo>
                    <a:lnTo>
                      <a:pt x="3955" y="25109"/>
                    </a:lnTo>
                    <a:cubicBezTo>
                      <a:pt x="4018" y="25213"/>
                      <a:pt x="4060" y="25318"/>
                      <a:pt x="4143" y="25422"/>
                    </a:cubicBezTo>
                    <a:lnTo>
                      <a:pt x="4122" y="25527"/>
                    </a:lnTo>
                    <a:lnTo>
                      <a:pt x="4060" y="25632"/>
                    </a:lnTo>
                    <a:lnTo>
                      <a:pt x="4122" y="25736"/>
                    </a:lnTo>
                    <a:lnTo>
                      <a:pt x="4060" y="25820"/>
                    </a:lnTo>
                    <a:lnTo>
                      <a:pt x="4060" y="25883"/>
                    </a:lnTo>
                    <a:lnTo>
                      <a:pt x="4164" y="25945"/>
                    </a:lnTo>
                    <a:lnTo>
                      <a:pt x="4269" y="25966"/>
                    </a:lnTo>
                    <a:lnTo>
                      <a:pt x="4332" y="25987"/>
                    </a:lnTo>
                    <a:lnTo>
                      <a:pt x="4373" y="25945"/>
                    </a:lnTo>
                    <a:lnTo>
                      <a:pt x="4248" y="25841"/>
                    </a:lnTo>
                    <a:lnTo>
                      <a:pt x="4332" y="25757"/>
                    </a:lnTo>
                    <a:lnTo>
                      <a:pt x="4562" y="26155"/>
                    </a:lnTo>
                    <a:lnTo>
                      <a:pt x="4562" y="26155"/>
                    </a:lnTo>
                    <a:lnTo>
                      <a:pt x="4520" y="26134"/>
                    </a:lnTo>
                    <a:lnTo>
                      <a:pt x="4332" y="26050"/>
                    </a:lnTo>
                    <a:lnTo>
                      <a:pt x="4227" y="25987"/>
                    </a:lnTo>
                    <a:lnTo>
                      <a:pt x="4206" y="26029"/>
                    </a:lnTo>
                    <a:lnTo>
                      <a:pt x="4248" y="26071"/>
                    </a:lnTo>
                    <a:lnTo>
                      <a:pt x="4520" y="26197"/>
                    </a:lnTo>
                    <a:lnTo>
                      <a:pt x="4541" y="26259"/>
                    </a:lnTo>
                    <a:lnTo>
                      <a:pt x="4436" y="26259"/>
                    </a:lnTo>
                    <a:lnTo>
                      <a:pt x="4436" y="26322"/>
                    </a:lnTo>
                    <a:lnTo>
                      <a:pt x="4373" y="26322"/>
                    </a:lnTo>
                    <a:lnTo>
                      <a:pt x="4353" y="26238"/>
                    </a:lnTo>
                    <a:lnTo>
                      <a:pt x="4227" y="26155"/>
                    </a:lnTo>
                    <a:lnTo>
                      <a:pt x="4206" y="26176"/>
                    </a:lnTo>
                    <a:lnTo>
                      <a:pt x="4206" y="26259"/>
                    </a:lnTo>
                    <a:lnTo>
                      <a:pt x="4122" y="26259"/>
                    </a:lnTo>
                    <a:lnTo>
                      <a:pt x="3934" y="26280"/>
                    </a:lnTo>
                    <a:lnTo>
                      <a:pt x="3892" y="26322"/>
                    </a:lnTo>
                    <a:lnTo>
                      <a:pt x="3934" y="26364"/>
                    </a:lnTo>
                    <a:lnTo>
                      <a:pt x="3913" y="26385"/>
                    </a:lnTo>
                    <a:lnTo>
                      <a:pt x="3809" y="26364"/>
                    </a:lnTo>
                    <a:lnTo>
                      <a:pt x="3704" y="26385"/>
                    </a:lnTo>
                    <a:lnTo>
                      <a:pt x="3725" y="26448"/>
                    </a:lnTo>
                    <a:lnTo>
                      <a:pt x="3850" y="26469"/>
                    </a:lnTo>
                    <a:lnTo>
                      <a:pt x="3955" y="26469"/>
                    </a:lnTo>
                    <a:lnTo>
                      <a:pt x="3997" y="26427"/>
                    </a:lnTo>
                    <a:lnTo>
                      <a:pt x="4018" y="26385"/>
                    </a:lnTo>
                    <a:lnTo>
                      <a:pt x="4101" y="26427"/>
                    </a:lnTo>
                    <a:lnTo>
                      <a:pt x="4206" y="26490"/>
                    </a:lnTo>
                    <a:lnTo>
                      <a:pt x="4248" y="26469"/>
                    </a:lnTo>
                    <a:lnTo>
                      <a:pt x="4269" y="26531"/>
                    </a:lnTo>
                    <a:lnTo>
                      <a:pt x="4269" y="26573"/>
                    </a:lnTo>
                    <a:lnTo>
                      <a:pt x="4353" y="26636"/>
                    </a:lnTo>
                    <a:lnTo>
                      <a:pt x="4269" y="26678"/>
                    </a:lnTo>
                    <a:lnTo>
                      <a:pt x="4227" y="26782"/>
                    </a:lnTo>
                    <a:lnTo>
                      <a:pt x="4269" y="26866"/>
                    </a:lnTo>
                    <a:lnTo>
                      <a:pt x="4353" y="26866"/>
                    </a:lnTo>
                    <a:lnTo>
                      <a:pt x="4436" y="26887"/>
                    </a:lnTo>
                    <a:lnTo>
                      <a:pt x="4541" y="26992"/>
                    </a:lnTo>
                    <a:lnTo>
                      <a:pt x="4625" y="26992"/>
                    </a:lnTo>
                    <a:lnTo>
                      <a:pt x="4646" y="26971"/>
                    </a:lnTo>
                    <a:lnTo>
                      <a:pt x="4562" y="26908"/>
                    </a:lnTo>
                    <a:lnTo>
                      <a:pt x="4457" y="26845"/>
                    </a:lnTo>
                    <a:lnTo>
                      <a:pt x="4436" y="26782"/>
                    </a:lnTo>
                    <a:lnTo>
                      <a:pt x="4457" y="26782"/>
                    </a:lnTo>
                    <a:lnTo>
                      <a:pt x="4541" y="26803"/>
                    </a:lnTo>
                    <a:lnTo>
                      <a:pt x="4625" y="26762"/>
                    </a:lnTo>
                    <a:lnTo>
                      <a:pt x="4646" y="26699"/>
                    </a:lnTo>
                    <a:lnTo>
                      <a:pt x="4562" y="26678"/>
                    </a:lnTo>
                    <a:lnTo>
                      <a:pt x="4520" y="26636"/>
                    </a:lnTo>
                    <a:lnTo>
                      <a:pt x="4750" y="26531"/>
                    </a:lnTo>
                    <a:lnTo>
                      <a:pt x="4855" y="26469"/>
                    </a:lnTo>
                    <a:lnTo>
                      <a:pt x="4938" y="26490"/>
                    </a:lnTo>
                    <a:cubicBezTo>
                      <a:pt x="4959" y="26531"/>
                      <a:pt x="4959" y="26552"/>
                      <a:pt x="4980" y="26552"/>
                    </a:cubicBezTo>
                    <a:lnTo>
                      <a:pt x="5001" y="26552"/>
                    </a:lnTo>
                    <a:lnTo>
                      <a:pt x="5001" y="26531"/>
                    </a:lnTo>
                    <a:lnTo>
                      <a:pt x="5294" y="26594"/>
                    </a:lnTo>
                    <a:lnTo>
                      <a:pt x="5357" y="26573"/>
                    </a:lnTo>
                    <a:lnTo>
                      <a:pt x="5357" y="26510"/>
                    </a:lnTo>
                    <a:lnTo>
                      <a:pt x="5482" y="26510"/>
                    </a:lnTo>
                    <a:lnTo>
                      <a:pt x="5420" y="26322"/>
                    </a:lnTo>
                    <a:lnTo>
                      <a:pt x="5357" y="26322"/>
                    </a:lnTo>
                    <a:lnTo>
                      <a:pt x="5252" y="26238"/>
                    </a:lnTo>
                    <a:lnTo>
                      <a:pt x="5106" y="26176"/>
                    </a:lnTo>
                    <a:lnTo>
                      <a:pt x="5106" y="26113"/>
                    </a:lnTo>
                    <a:lnTo>
                      <a:pt x="5273" y="26218"/>
                    </a:lnTo>
                    <a:lnTo>
                      <a:pt x="5399" y="26238"/>
                    </a:lnTo>
                    <a:lnTo>
                      <a:pt x="5148" y="25171"/>
                    </a:lnTo>
                    <a:lnTo>
                      <a:pt x="5106" y="25171"/>
                    </a:lnTo>
                    <a:lnTo>
                      <a:pt x="5106" y="25129"/>
                    </a:lnTo>
                    <a:lnTo>
                      <a:pt x="4959" y="24481"/>
                    </a:lnTo>
                    <a:lnTo>
                      <a:pt x="4792" y="24544"/>
                    </a:lnTo>
                    <a:lnTo>
                      <a:pt x="4750" y="24585"/>
                    </a:lnTo>
                    <a:lnTo>
                      <a:pt x="4666" y="24502"/>
                    </a:lnTo>
                    <a:lnTo>
                      <a:pt x="4583" y="24481"/>
                    </a:lnTo>
                    <a:lnTo>
                      <a:pt x="4562" y="24544"/>
                    </a:lnTo>
                    <a:cubicBezTo>
                      <a:pt x="4562" y="24502"/>
                      <a:pt x="4541" y="24502"/>
                      <a:pt x="4541" y="24481"/>
                    </a:cubicBezTo>
                    <a:lnTo>
                      <a:pt x="4541" y="24334"/>
                    </a:lnTo>
                    <a:lnTo>
                      <a:pt x="4625" y="24272"/>
                    </a:lnTo>
                    <a:lnTo>
                      <a:pt x="4750" y="24251"/>
                    </a:lnTo>
                    <a:lnTo>
                      <a:pt x="4897" y="24334"/>
                    </a:lnTo>
                    <a:lnTo>
                      <a:pt x="4980" y="24272"/>
                    </a:lnTo>
                    <a:lnTo>
                      <a:pt x="5001" y="24272"/>
                    </a:lnTo>
                    <a:lnTo>
                      <a:pt x="4855" y="24146"/>
                    </a:lnTo>
                    <a:lnTo>
                      <a:pt x="4520" y="23937"/>
                    </a:lnTo>
                    <a:lnTo>
                      <a:pt x="4457" y="23874"/>
                    </a:lnTo>
                    <a:lnTo>
                      <a:pt x="3725" y="23874"/>
                    </a:lnTo>
                    <a:lnTo>
                      <a:pt x="3306" y="23958"/>
                    </a:lnTo>
                    <a:lnTo>
                      <a:pt x="3202" y="23895"/>
                    </a:lnTo>
                    <a:lnTo>
                      <a:pt x="2930" y="23874"/>
                    </a:lnTo>
                    <a:lnTo>
                      <a:pt x="2846" y="23644"/>
                    </a:lnTo>
                    <a:lnTo>
                      <a:pt x="2783" y="23435"/>
                    </a:lnTo>
                    <a:lnTo>
                      <a:pt x="2658" y="23330"/>
                    </a:lnTo>
                    <a:lnTo>
                      <a:pt x="2637" y="22995"/>
                    </a:lnTo>
                    <a:lnTo>
                      <a:pt x="2637" y="22828"/>
                    </a:lnTo>
                    <a:lnTo>
                      <a:pt x="2511" y="22828"/>
                    </a:lnTo>
                    <a:lnTo>
                      <a:pt x="2323" y="22912"/>
                    </a:lnTo>
                    <a:lnTo>
                      <a:pt x="2218" y="23016"/>
                    </a:lnTo>
                    <a:lnTo>
                      <a:pt x="2093" y="23016"/>
                    </a:lnTo>
                    <a:lnTo>
                      <a:pt x="1842" y="22577"/>
                    </a:lnTo>
                    <a:cubicBezTo>
                      <a:pt x="1821" y="22493"/>
                      <a:pt x="1800" y="22409"/>
                      <a:pt x="1800" y="22326"/>
                    </a:cubicBezTo>
                    <a:lnTo>
                      <a:pt x="1884" y="21844"/>
                    </a:lnTo>
                    <a:lnTo>
                      <a:pt x="2009" y="21656"/>
                    </a:lnTo>
                    <a:lnTo>
                      <a:pt x="2218" y="21447"/>
                    </a:lnTo>
                    <a:lnTo>
                      <a:pt x="2260" y="21154"/>
                    </a:lnTo>
                    <a:lnTo>
                      <a:pt x="2218" y="20840"/>
                    </a:lnTo>
                    <a:lnTo>
                      <a:pt x="2135" y="20610"/>
                    </a:lnTo>
                    <a:lnTo>
                      <a:pt x="2197" y="20338"/>
                    </a:lnTo>
                    <a:lnTo>
                      <a:pt x="2302" y="20212"/>
                    </a:lnTo>
                    <a:lnTo>
                      <a:pt x="2197" y="19961"/>
                    </a:lnTo>
                    <a:lnTo>
                      <a:pt x="2218" y="19815"/>
                    </a:lnTo>
                    <a:lnTo>
                      <a:pt x="2323" y="19710"/>
                    </a:lnTo>
                    <a:lnTo>
                      <a:pt x="2239" y="19480"/>
                    </a:lnTo>
                    <a:lnTo>
                      <a:pt x="2197" y="19166"/>
                    </a:lnTo>
                    <a:lnTo>
                      <a:pt x="2114" y="19020"/>
                    </a:lnTo>
                    <a:lnTo>
                      <a:pt x="2114" y="18915"/>
                    </a:lnTo>
                    <a:lnTo>
                      <a:pt x="2260" y="18769"/>
                    </a:lnTo>
                    <a:lnTo>
                      <a:pt x="2260" y="18643"/>
                    </a:lnTo>
                    <a:lnTo>
                      <a:pt x="2135" y="18434"/>
                    </a:lnTo>
                    <a:lnTo>
                      <a:pt x="1946" y="18308"/>
                    </a:lnTo>
                    <a:lnTo>
                      <a:pt x="1821" y="18308"/>
                    </a:lnTo>
                    <a:lnTo>
                      <a:pt x="1800" y="18329"/>
                    </a:lnTo>
                    <a:lnTo>
                      <a:pt x="1716" y="18246"/>
                    </a:lnTo>
                    <a:lnTo>
                      <a:pt x="1779" y="18141"/>
                    </a:lnTo>
                    <a:lnTo>
                      <a:pt x="2030" y="18141"/>
                    </a:lnTo>
                    <a:lnTo>
                      <a:pt x="2156" y="17995"/>
                    </a:lnTo>
                    <a:lnTo>
                      <a:pt x="2156" y="17869"/>
                    </a:lnTo>
                    <a:lnTo>
                      <a:pt x="2093" y="17827"/>
                    </a:lnTo>
                    <a:lnTo>
                      <a:pt x="2009" y="17890"/>
                    </a:lnTo>
                    <a:lnTo>
                      <a:pt x="1905" y="17869"/>
                    </a:lnTo>
                    <a:lnTo>
                      <a:pt x="1842" y="17597"/>
                    </a:lnTo>
                    <a:lnTo>
                      <a:pt x="1737" y="17367"/>
                    </a:lnTo>
                    <a:lnTo>
                      <a:pt x="1737" y="17199"/>
                    </a:lnTo>
                    <a:lnTo>
                      <a:pt x="1737" y="17032"/>
                    </a:lnTo>
                    <a:lnTo>
                      <a:pt x="1570" y="16969"/>
                    </a:lnTo>
                    <a:lnTo>
                      <a:pt x="1570" y="16948"/>
                    </a:lnTo>
                    <a:cubicBezTo>
                      <a:pt x="1528" y="16865"/>
                      <a:pt x="1528" y="16760"/>
                      <a:pt x="1507" y="16676"/>
                    </a:cubicBezTo>
                    <a:lnTo>
                      <a:pt x="1486" y="16362"/>
                    </a:lnTo>
                    <a:lnTo>
                      <a:pt x="1612" y="16300"/>
                    </a:lnTo>
                    <a:lnTo>
                      <a:pt x="1633" y="16132"/>
                    </a:lnTo>
                    <a:lnTo>
                      <a:pt x="1591" y="16028"/>
                    </a:lnTo>
                    <a:lnTo>
                      <a:pt x="1486" y="15986"/>
                    </a:lnTo>
                    <a:lnTo>
                      <a:pt x="1423" y="15714"/>
                    </a:lnTo>
                    <a:lnTo>
                      <a:pt x="1402" y="15358"/>
                    </a:lnTo>
                    <a:lnTo>
                      <a:pt x="1423" y="14940"/>
                    </a:lnTo>
                    <a:lnTo>
                      <a:pt x="1319" y="14751"/>
                    </a:lnTo>
                    <a:lnTo>
                      <a:pt x="1298" y="14542"/>
                    </a:lnTo>
                    <a:lnTo>
                      <a:pt x="1507" y="14249"/>
                    </a:lnTo>
                    <a:lnTo>
                      <a:pt x="1528" y="13935"/>
                    </a:lnTo>
                    <a:lnTo>
                      <a:pt x="1695" y="13852"/>
                    </a:lnTo>
                    <a:lnTo>
                      <a:pt x="1779" y="13747"/>
                    </a:lnTo>
                    <a:lnTo>
                      <a:pt x="1423" y="13077"/>
                    </a:lnTo>
                    <a:lnTo>
                      <a:pt x="1486" y="12847"/>
                    </a:lnTo>
                    <a:lnTo>
                      <a:pt x="1486" y="12680"/>
                    </a:lnTo>
                    <a:lnTo>
                      <a:pt x="1486" y="12282"/>
                    </a:lnTo>
                    <a:lnTo>
                      <a:pt x="1612" y="12052"/>
                    </a:lnTo>
                    <a:lnTo>
                      <a:pt x="1737" y="11927"/>
                    </a:lnTo>
                    <a:lnTo>
                      <a:pt x="1716" y="11717"/>
                    </a:lnTo>
                    <a:lnTo>
                      <a:pt x="1612" y="11529"/>
                    </a:lnTo>
                    <a:lnTo>
                      <a:pt x="1528" y="11445"/>
                    </a:lnTo>
                    <a:lnTo>
                      <a:pt x="1674" y="11278"/>
                    </a:lnTo>
                    <a:lnTo>
                      <a:pt x="1633" y="11027"/>
                    </a:lnTo>
                    <a:lnTo>
                      <a:pt x="1737" y="10797"/>
                    </a:lnTo>
                    <a:lnTo>
                      <a:pt x="1842" y="10776"/>
                    </a:lnTo>
                    <a:lnTo>
                      <a:pt x="1884" y="10504"/>
                    </a:lnTo>
                    <a:lnTo>
                      <a:pt x="1821" y="10064"/>
                    </a:lnTo>
                    <a:lnTo>
                      <a:pt x="1737" y="9981"/>
                    </a:lnTo>
                    <a:lnTo>
                      <a:pt x="1674" y="9646"/>
                    </a:lnTo>
                    <a:lnTo>
                      <a:pt x="1591" y="9458"/>
                    </a:lnTo>
                    <a:lnTo>
                      <a:pt x="1444" y="9248"/>
                    </a:lnTo>
                    <a:lnTo>
                      <a:pt x="1423" y="9144"/>
                    </a:lnTo>
                    <a:lnTo>
                      <a:pt x="1319" y="9018"/>
                    </a:lnTo>
                    <a:lnTo>
                      <a:pt x="1277" y="8725"/>
                    </a:lnTo>
                    <a:lnTo>
                      <a:pt x="1298" y="8516"/>
                    </a:lnTo>
                    <a:lnTo>
                      <a:pt x="1444" y="8453"/>
                    </a:lnTo>
                    <a:lnTo>
                      <a:pt x="1444" y="8160"/>
                    </a:lnTo>
                    <a:lnTo>
                      <a:pt x="1528" y="8056"/>
                    </a:lnTo>
                    <a:lnTo>
                      <a:pt x="1528" y="7784"/>
                    </a:lnTo>
                    <a:lnTo>
                      <a:pt x="1423" y="7616"/>
                    </a:lnTo>
                    <a:lnTo>
                      <a:pt x="1402" y="7240"/>
                    </a:lnTo>
                    <a:lnTo>
                      <a:pt x="1486" y="7156"/>
                    </a:lnTo>
                    <a:lnTo>
                      <a:pt x="1528" y="6738"/>
                    </a:lnTo>
                    <a:lnTo>
                      <a:pt x="1633" y="6591"/>
                    </a:lnTo>
                    <a:lnTo>
                      <a:pt x="1800" y="6194"/>
                    </a:lnTo>
                    <a:lnTo>
                      <a:pt x="1946" y="6047"/>
                    </a:lnTo>
                    <a:lnTo>
                      <a:pt x="2051" y="5984"/>
                    </a:lnTo>
                    <a:lnTo>
                      <a:pt x="2135" y="5880"/>
                    </a:lnTo>
                    <a:lnTo>
                      <a:pt x="2093" y="5838"/>
                    </a:lnTo>
                    <a:lnTo>
                      <a:pt x="2093" y="5671"/>
                    </a:lnTo>
                    <a:lnTo>
                      <a:pt x="2030" y="5587"/>
                    </a:lnTo>
                    <a:lnTo>
                      <a:pt x="1946" y="5545"/>
                    </a:lnTo>
                    <a:lnTo>
                      <a:pt x="1988" y="5440"/>
                    </a:lnTo>
                    <a:lnTo>
                      <a:pt x="2093" y="5357"/>
                    </a:lnTo>
                    <a:lnTo>
                      <a:pt x="2093" y="5210"/>
                    </a:lnTo>
                    <a:lnTo>
                      <a:pt x="1946" y="5043"/>
                    </a:lnTo>
                    <a:lnTo>
                      <a:pt x="1925" y="4854"/>
                    </a:lnTo>
                    <a:lnTo>
                      <a:pt x="2009" y="4729"/>
                    </a:lnTo>
                    <a:lnTo>
                      <a:pt x="1988" y="4624"/>
                    </a:lnTo>
                    <a:lnTo>
                      <a:pt x="1842" y="4520"/>
                    </a:lnTo>
                    <a:lnTo>
                      <a:pt x="1905" y="4373"/>
                    </a:lnTo>
                    <a:lnTo>
                      <a:pt x="2574" y="3997"/>
                    </a:lnTo>
                    <a:lnTo>
                      <a:pt x="2741" y="3348"/>
                    </a:lnTo>
                    <a:lnTo>
                      <a:pt x="2658" y="3181"/>
                    </a:lnTo>
                    <a:lnTo>
                      <a:pt x="2553" y="3222"/>
                    </a:lnTo>
                    <a:lnTo>
                      <a:pt x="2511" y="3285"/>
                    </a:lnTo>
                    <a:lnTo>
                      <a:pt x="2344" y="3285"/>
                    </a:lnTo>
                    <a:lnTo>
                      <a:pt x="1925" y="2134"/>
                    </a:lnTo>
                    <a:lnTo>
                      <a:pt x="1633" y="1883"/>
                    </a:lnTo>
                    <a:lnTo>
                      <a:pt x="1570" y="1779"/>
                    </a:lnTo>
                    <a:lnTo>
                      <a:pt x="1695" y="1465"/>
                    </a:lnTo>
                    <a:lnTo>
                      <a:pt x="1633" y="1360"/>
                    </a:lnTo>
                    <a:lnTo>
                      <a:pt x="1716" y="1193"/>
                    </a:lnTo>
                    <a:lnTo>
                      <a:pt x="1695" y="1130"/>
                    </a:lnTo>
                    <a:lnTo>
                      <a:pt x="1423" y="921"/>
                    </a:lnTo>
                    <a:lnTo>
                      <a:pt x="1360" y="774"/>
                    </a:lnTo>
                    <a:lnTo>
                      <a:pt x="1319" y="607"/>
                    </a:lnTo>
                    <a:lnTo>
                      <a:pt x="1298" y="544"/>
                    </a:lnTo>
                    <a:lnTo>
                      <a:pt x="1319" y="440"/>
                    </a:lnTo>
                    <a:lnTo>
                      <a:pt x="1298" y="335"/>
                    </a:lnTo>
                    <a:lnTo>
                      <a:pt x="1256" y="293"/>
                    </a:lnTo>
                    <a:lnTo>
                      <a:pt x="1151" y="189"/>
                    </a:lnTo>
                    <a:lnTo>
                      <a:pt x="1151" y="21"/>
                    </a:lnTo>
                    <a:lnTo>
                      <a:pt x="1109" y="21"/>
                    </a:lnTo>
                    <a:lnTo>
                      <a:pt x="104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588" name="Google Shape;7698;p67">
              <a:extLst>
                <a:ext uri="{FF2B5EF4-FFF2-40B4-BE49-F238E27FC236}">
                  <a16:creationId xmlns:a16="http://schemas.microsoft.com/office/drawing/2014/main" id="{27B39522-12C3-9FE0-2902-21FA590C1F0C}"/>
                </a:ext>
              </a:extLst>
            </p:cNvPr>
            <p:cNvGrpSpPr/>
            <p:nvPr/>
          </p:nvGrpSpPr>
          <p:grpSpPr>
            <a:xfrm>
              <a:off x="3918000" y="3561900"/>
              <a:ext cx="236225" cy="207100"/>
              <a:chOff x="3918000" y="3561900"/>
              <a:chExt cx="236225" cy="207100"/>
            </a:xfrm>
            <a:grpFill/>
          </p:grpSpPr>
          <p:sp>
            <p:nvSpPr>
              <p:cNvPr id="797" name="Google Shape;7699;p67">
                <a:extLst>
                  <a:ext uri="{FF2B5EF4-FFF2-40B4-BE49-F238E27FC236}">
                    <a16:creationId xmlns:a16="http://schemas.microsoft.com/office/drawing/2014/main" id="{7E7BE817-C09C-7F24-0826-75A636B66DAD}"/>
                  </a:ext>
                </a:extLst>
              </p:cNvPr>
              <p:cNvSpPr/>
              <p:nvPr/>
            </p:nvSpPr>
            <p:spPr>
              <a:xfrm>
                <a:off x="3925800" y="3561900"/>
                <a:ext cx="228425" cy="170000"/>
              </a:xfrm>
              <a:custGeom>
                <a:avLst/>
                <a:gdLst/>
                <a:ahLst/>
                <a:cxnLst/>
                <a:rect l="l" t="t" r="r" b="b"/>
                <a:pathLst>
                  <a:path w="9137" h="6800" extrusionOk="0">
                    <a:moveTo>
                      <a:pt x="0" y="4356"/>
                    </a:moveTo>
                    <a:lnTo>
                      <a:pt x="1381" y="1594"/>
                    </a:lnTo>
                    <a:lnTo>
                      <a:pt x="7012" y="0"/>
                    </a:lnTo>
                    <a:lnTo>
                      <a:pt x="9137" y="532"/>
                    </a:lnTo>
                    <a:lnTo>
                      <a:pt x="8500" y="2444"/>
                    </a:lnTo>
                    <a:lnTo>
                      <a:pt x="6906" y="5206"/>
                    </a:lnTo>
                    <a:lnTo>
                      <a:pt x="3719" y="680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98" name="Google Shape;7700;p67">
                <a:extLst>
                  <a:ext uri="{FF2B5EF4-FFF2-40B4-BE49-F238E27FC236}">
                    <a16:creationId xmlns:a16="http://schemas.microsoft.com/office/drawing/2014/main" id="{9EDDC01E-BB6B-8E2D-883D-CB884357EBE4}"/>
                  </a:ext>
                </a:extLst>
              </p:cNvPr>
              <p:cNvSpPr/>
              <p:nvPr/>
            </p:nvSpPr>
            <p:spPr>
              <a:xfrm>
                <a:off x="3918000" y="3569675"/>
                <a:ext cx="229150" cy="199325"/>
              </a:xfrm>
              <a:custGeom>
                <a:avLst/>
                <a:gdLst/>
                <a:ahLst/>
                <a:cxnLst/>
                <a:rect l="l" t="t" r="r" b="b"/>
                <a:pathLst>
                  <a:path w="9166" h="7973" extrusionOk="0">
                    <a:moveTo>
                      <a:pt x="6696" y="3976"/>
                    </a:moveTo>
                    <a:lnTo>
                      <a:pt x="6738" y="4018"/>
                    </a:lnTo>
                    <a:lnTo>
                      <a:pt x="6780" y="3997"/>
                    </a:lnTo>
                    <a:lnTo>
                      <a:pt x="6843" y="4039"/>
                    </a:lnTo>
                    <a:lnTo>
                      <a:pt x="6926" y="4018"/>
                    </a:lnTo>
                    <a:lnTo>
                      <a:pt x="7052" y="4122"/>
                    </a:lnTo>
                    <a:lnTo>
                      <a:pt x="7136" y="4353"/>
                    </a:lnTo>
                    <a:lnTo>
                      <a:pt x="7136" y="4499"/>
                    </a:lnTo>
                    <a:lnTo>
                      <a:pt x="7094" y="4583"/>
                    </a:lnTo>
                    <a:lnTo>
                      <a:pt x="6989" y="4625"/>
                    </a:lnTo>
                    <a:lnTo>
                      <a:pt x="6989" y="4708"/>
                    </a:lnTo>
                    <a:lnTo>
                      <a:pt x="7031" y="4750"/>
                    </a:lnTo>
                    <a:lnTo>
                      <a:pt x="7031" y="4834"/>
                    </a:lnTo>
                    <a:lnTo>
                      <a:pt x="6926" y="4918"/>
                    </a:lnTo>
                    <a:lnTo>
                      <a:pt x="6843" y="4876"/>
                    </a:lnTo>
                    <a:lnTo>
                      <a:pt x="6738" y="4918"/>
                    </a:lnTo>
                    <a:lnTo>
                      <a:pt x="6675" y="4959"/>
                    </a:lnTo>
                    <a:lnTo>
                      <a:pt x="6571" y="5001"/>
                    </a:lnTo>
                    <a:lnTo>
                      <a:pt x="6508" y="5127"/>
                    </a:lnTo>
                    <a:lnTo>
                      <a:pt x="6466" y="5169"/>
                    </a:lnTo>
                    <a:lnTo>
                      <a:pt x="6424" y="5231"/>
                    </a:lnTo>
                    <a:lnTo>
                      <a:pt x="6320" y="5231"/>
                    </a:lnTo>
                    <a:lnTo>
                      <a:pt x="6194" y="5169"/>
                    </a:lnTo>
                    <a:lnTo>
                      <a:pt x="6152" y="5106"/>
                    </a:lnTo>
                    <a:lnTo>
                      <a:pt x="6069" y="5022"/>
                    </a:lnTo>
                    <a:lnTo>
                      <a:pt x="6069" y="4918"/>
                    </a:lnTo>
                    <a:lnTo>
                      <a:pt x="5985" y="4834"/>
                    </a:lnTo>
                    <a:lnTo>
                      <a:pt x="5964" y="4771"/>
                    </a:lnTo>
                    <a:lnTo>
                      <a:pt x="5880" y="4708"/>
                    </a:lnTo>
                    <a:lnTo>
                      <a:pt x="5838" y="4604"/>
                    </a:lnTo>
                    <a:lnTo>
                      <a:pt x="5901" y="4541"/>
                    </a:lnTo>
                    <a:lnTo>
                      <a:pt x="6069" y="4415"/>
                    </a:lnTo>
                    <a:lnTo>
                      <a:pt x="6110" y="4248"/>
                    </a:lnTo>
                    <a:lnTo>
                      <a:pt x="6257" y="4164"/>
                    </a:lnTo>
                    <a:lnTo>
                      <a:pt x="6466" y="4122"/>
                    </a:lnTo>
                    <a:lnTo>
                      <a:pt x="6508" y="4081"/>
                    </a:lnTo>
                    <a:lnTo>
                      <a:pt x="6592" y="4018"/>
                    </a:lnTo>
                    <a:lnTo>
                      <a:pt x="6613" y="3976"/>
                    </a:lnTo>
                    <a:close/>
                    <a:moveTo>
                      <a:pt x="7659" y="1"/>
                    </a:moveTo>
                    <a:lnTo>
                      <a:pt x="7470" y="21"/>
                    </a:lnTo>
                    <a:lnTo>
                      <a:pt x="7387" y="21"/>
                    </a:lnTo>
                    <a:lnTo>
                      <a:pt x="7345" y="63"/>
                    </a:lnTo>
                    <a:lnTo>
                      <a:pt x="7240" y="63"/>
                    </a:lnTo>
                    <a:lnTo>
                      <a:pt x="7178" y="126"/>
                    </a:lnTo>
                    <a:lnTo>
                      <a:pt x="7178" y="168"/>
                    </a:lnTo>
                    <a:lnTo>
                      <a:pt x="7157" y="252"/>
                    </a:lnTo>
                    <a:lnTo>
                      <a:pt x="7073" y="273"/>
                    </a:lnTo>
                    <a:lnTo>
                      <a:pt x="7010" y="356"/>
                    </a:lnTo>
                    <a:lnTo>
                      <a:pt x="6843" y="356"/>
                    </a:lnTo>
                    <a:lnTo>
                      <a:pt x="6822" y="335"/>
                    </a:lnTo>
                    <a:lnTo>
                      <a:pt x="6717" y="356"/>
                    </a:lnTo>
                    <a:lnTo>
                      <a:pt x="6592" y="461"/>
                    </a:lnTo>
                    <a:lnTo>
                      <a:pt x="6529" y="524"/>
                    </a:lnTo>
                    <a:lnTo>
                      <a:pt x="6445" y="565"/>
                    </a:lnTo>
                    <a:lnTo>
                      <a:pt x="6424" y="628"/>
                    </a:lnTo>
                    <a:lnTo>
                      <a:pt x="6341" y="649"/>
                    </a:lnTo>
                    <a:lnTo>
                      <a:pt x="6299" y="691"/>
                    </a:lnTo>
                    <a:lnTo>
                      <a:pt x="6236" y="733"/>
                    </a:lnTo>
                    <a:lnTo>
                      <a:pt x="6173" y="754"/>
                    </a:lnTo>
                    <a:lnTo>
                      <a:pt x="6006" y="963"/>
                    </a:lnTo>
                    <a:lnTo>
                      <a:pt x="5985" y="1089"/>
                    </a:lnTo>
                    <a:lnTo>
                      <a:pt x="6006" y="1151"/>
                    </a:lnTo>
                    <a:lnTo>
                      <a:pt x="6006" y="1214"/>
                    </a:lnTo>
                    <a:lnTo>
                      <a:pt x="5922" y="1256"/>
                    </a:lnTo>
                    <a:lnTo>
                      <a:pt x="5901" y="1298"/>
                    </a:lnTo>
                    <a:lnTo>
                      <a:pt x="5859" y="1319"/>
                    </a:lnTo>
                    <a:lnTo>
                      <a:pt x="5776" y="1402"/>
                    </a:lnTo>
                    <a:lnTo>
                      <a:pt x="5755" y="1486"/>
                    </a:lnTo>
                    <a:lnTo>
                      <a:pt x="5713" y="1507"/>
                    </a:lnTo>
                    <a:lnTo>
                      <a:pt x="5692" y="1570"/>
                    </a:lnTo>
                    <a:lnTo>
                      <a:pt x="5608" y="1570"/>
                    </a:lnTo>
                    <a:lnTo>
                      <a:pt x="5545" y="1612"/>
                    </a:lnTo>
                    <a:lnTo>
                      <a:pt x="5399" y="1633"/>
                    </a:lnTo>
                    <a:lnTo>
                      <a:pt x="5357" y="1737"/>
                    </a:lnTo>
                    <a:lnTo>
                      <a:pt x="5357" y="1905"/>
                    </a:lnTo>
                    <a:lnTo>
                      <a:pt x="5294" y="1967"/>
                    </a:lnTo>
                    <a:lnTo>
                      <a:pt x="5294" y="2030"/>
                    </a:lnTo>
                    <a:lnTo>
                      <a:pt x="5273" y="2135"/>
                    </a:lnTo>
                    <a:lnTo>
                      <a:pt x="5294" y="2197"/>
                    </a:lnTo>
                    <a:lnTo>
                      <a:pt x="5169" y="2260"/>
                    </a:lnTo>
                    <a:lnTo>
                      <a:pt x="5085" y="2239"/>
                    </a:lnTo>
                    <a:lnTo>
                      <a:pt x="5043" y="2197"/>
                    </a:lnTo>
                    <a:lnTo>
                      <a:pt x="4834" y="2197"/>
                    </a:lnTo>
                    <a:lnTo>
                      <a:pt x="4709" y="2218"/>
                    </a:lnTo>
                    <a:lnTo>
                      <a:pt x="4604" y="2197"/>
                    </a:lnTo>
                    <a:lnTo>
                      <a:pt x="4520" y="2218"/>
                    </a:lnTo>
                    <a:lnTo>
                      <a:pt x="4311" y="2093"/>
                    </a:lnTo>
                    <a:lnTo>
                      <a:pt x="4227" y="2093"/>
                    </a:lnTo>
                    <a:lnTo>
                      <a:pt x="4185" y="2009"/>
                    </a:lnTo>
                    <a:lnTo>
                      <a:pt x="3997" y="1988"/>
                    </a:lnTo>
                    <a:lnTo>
                      <a:pt x="3872" y="2009"/>
                    </a:lnTo>
                    <a:lnTo>
                      <a:pt x="3704" y="2135"/>
                    </a:lnTo>
                    <a:lnTo>
                      <a:pt x="3621" y="2365"/>
                    </a:lnTo>
                    <a:lnTo>
                      <a:pt x="3516" y="2469"/>
                    </a:lnTo>
                    <a:lnTo>
                      <a:pt x="3349" y="2553"/>
                    </a:lnTo>
                    <a:lnTo>
                      <a:pt x="3286" y="2637"/>
                    </a:lnTo>
                    <a:lnTo>
                      <a:pt x="3181" y="2721"/>
                    </a:lnTo>
                    <a:lnTo>
                      <a:pt x="3056" y="2742"/>
                    </a:lnTo>
                    <a:lnTo>
                      <a:pt x="2972" y="2783"/>
                    </a:lnTo>
                    <a:lnTo>
                      <a:pt x="2846" y="2762"/>
                    </a:lnTo>
                    <a:lnTo>
                      <a:pt x="2763" y="2825"/>
                    </a:lnTo>
                    <a:lnTo>
                      <a:pt x="2616" y="2783"/>
                    </a:lnTo>
                    <a:lnTo>
                      <a:pt x="2449" y="2825"/>
                    </a:lnTo>
                    <a:lnTo>
                      <a:pt x="2449" y="2721"/>
                    </a:lnTo>
                    <a:lnTo>
                      <a:pt x="2532" y="2532"/>
                    </a:lnTo>
                    <a:lnTo>
                      <a:pt x="2532" y="2365"/>
                    </a:lnTo>
                    <a:lnTo>
                      <a:pt x="2365" y="2051"/>
                    </a:lnTo>
                    <a:lnTo>
                      <a:pt x="2323" y="1905"/>
                    </a:lnTo>
                    <a:lnTo>
                      <a:pt x="2135" y="1779"/>
                    </a:lnTo>
                    <a:lnTo>
                      <a:pt x="2051" y="3871"/>
                    </a:lnTo>
                    <a:lnTo>
                      <a:pt x="1821" y="3871"/>
                    </a:lnTo>
                    <a:lnTo>
                      <a:pt x="1675" y="3934"/>
                    </a:lnTo>
                    <a:lnTo>
                      <a:pt x="1612" y="4039"/>
                    </a:lnTo>
                    <a:lnTo>
                      <a:pt x="1528" y="4081"/>
                    </a:lnTo>
                    <a:lnTo>
                      <a:pt x="1486" y="4122"/>
                    </a:lnTo>
                    <a:lnTo>
                      <a:pt x="1486" y="4248"/>
                    </a:lnTo>
                    <a:lnTo>
                      <a:pt x="1403" y="4227"/>
                    </a:lnTo>
                    <a:lnTo>
                      <a:pt x="1319" y="4227"/>
                    </a:lnTo>
                    <a:lnTo>
                      <a:pt x="1277" y="4143"/>
                    </a:lnTo>
                    <a:lnTo>
                      <a:pt x="1193" y="4143"/>
                    </a:lnTo>
                    <a:lnTo>
                      <a:pt x="1152" y="4206"/>
                    </a:lnTo>
                    <a:lnTo>
                      <a:pt x="1047" y="4185"/>
                    </a:lnTo>
                    <a:lnTo>
                      <a:pt x="984" y="4143"/>
                    </a:lnTo>
                    <a:lnTo>
                      <a:pt x="880" y="4185"/>
                    </a:lnTo>
                    <a:lnTo>
                      <a:pt x="754" y="4102"/>
                    </a:lnTo>
                    <a:lnTo>
                      <a:pt x="566" y="4039"/>
                    </a:lnTo>
                    <a:lnTo>
                      <a:pt x="482" y="3871"/>
                    </a:lnTo>
                    <a:lnTo>
                      <a:pt x="545" y="3725"/>
                    </a:lnTo>
                    <a:lnTo>
                      <a:pt x="440" y="3725"/>
                    </a:lnTo>
                    <a:lnTo>
                      <a:pt x="356" y="3599"/>
                    </a:lnTo>
                    <a:lnTo>
                      <a:pt x="231" y="3662"/>
                    </a:lnTo>
                    <a:lnTo>
                      <a:pt x="168" y="3767"/>
                    </a:lnTo>
                    <a:lnTo>
                      <a:pt x="210" y="3788"/>
                    </a:lnTo>
                    <a:lnTo>
                      <a:pt x="210" y="3871"/>
                    </a:lnTo>
                    <a:lnTo>
                      <a:pt x="64" y="3892"/>
                    </a:lnTo>
                    <a:lnTo>
                      <a:pt x="1" y="3934"/>
                    </a:lnTo>
                    <a:lnTo>
                      <a:pt x="22" y="4122"/>
                    </a:lnTo>
                    <a:lnTo>
                      <a:pt x="210" y="4248"/>
                    </a:lnTo>
                    <a:lnTo>
                      <a:pt x="336" y="4625"/>
                    </a:lnTo>
                    <a:lnTo>
                      <a:pt x="336" y="4771"/>
                    </a:lnTo>
                    <a:lnTo>
                      <a:pt x="461" y="5085"/>
                    </a:lnTo>
                    <a:lnTo>
                      <a:pt x="545" y="5441"/>
                    </a:lnTo>
                    <a:lnTo>
                      <a:pt x="691" y="5650"/>
                    </a:lnTo>
                    <a:lnTo>
                      <a:pt x="691" y="5775"/>
                    </a:lnTo>
                    <a:lnTo>
                      <a:pt x="859" y="6027"/>
                    </a:lnTo>
                    <a:lnTo>
                      <a:pt x="859" y="6110"/>
                    </a:lnTo>
                    <a:lnTo>
                      <a:pt x="900" y="6299"/>
                    </a:lnTo>
                    <a:lnTo>
                      <a:pt x="880" y="6487"/>
                    </a:lnTo>
                    <a:lnTo>
                      <a:pt x="796" y="6550"/>
                    </a:lnTo>
                    <a:lnTo>
                      <a:pt x="754" y="6550"/>
                    </a:lnTo>
                    <a:lnTo>
                      <a:pt x="691" y="6508"/>
                    </a:lnTo>
                    <a:lnTo>
                      <a:pt x="649" y="6550"/>
                    </a:lnTo>
                    <a:lnTo>
                      <a:pt x="649" y="6717"/>
                    </a:lnTo>
                    <a:lnTo>
                      <a:pt x="733" y="6863"/>
                    </a:lnTo>
                    <a:lnTo>
                      <a:pt x="838" y="6968"/>
                    </a:lnTo>
                    <a:lnTo>
                      <a:pt x="942" y="7156"/>
                    </a:lnTo>
                    <a:lnTo>
                      <a:pt x="859" y="7282"/>
                    </a:lnTo>
                    <a:lnTo>
                      <a:pt x="880" y="7449"/>
                    </a:lnTo>
                    <a:lnTo>
                      <a:pt x="838" y="7554"/>
                    </a:lnTo>
                    <a:lnTo>
                      <a:pt x="838" y="7659"/>
                    </a:lnTo>
                    <a:lnTo>
                      <a:pt x="900" y="7700"/>
                    </a:lnTo>
                    <a:lnTo>
                      <a:pt x="900" y="7596"/>
                    </a:lnTo>
                    <a:lnTo>
                      <a:pt x="1005" y="7533"/>
                    </a:lnTo>
                    <a:lnTo>
                      <a:pt x="1152" y="7554"/>
                    </a:lnTo>
                    <a:lnTo>
                      <a:pt x="1172" y="7679"/>
                    </a:lnTo>
                    <a:lnTo>
                      <a:pt x="1110" y="7721"/>
                    </a:lnTo>
                    <a:lnTo>
                      <a:pt x="1172" y="7742"/>
                    </a:lnTo>
                    <a:lnTo>
                      <a:pt x="1256" y="7679"/>
                    </a:lnTo>
                    <a:lnTo>
                      <a:pt x="1361" y="7742"/>
                    </a:lnTo>
                    <a:lnTo>
                      <a:pt x="1361" y="7868"/>
                    </a:lnTo>
                    <a:lnTo>
                      <a:pt x="1403" y="7847"/>
                    </a:lnTo>
                    <a:lnTo>
                      <a:pt x="1696" y="7972"/>
                    </a:lnTo>
                    <a:lnTo>
                      <a:pt x="1737" y="7951"/>
                    </a:lnTo>
                    <a:lnTo>
                      <a:pt x="1800" y="7972"/>
                    </a:lnTo>
                    <a:lnTo>
                      <a:pt x="1821" y="7889"/>
                    </a:lnTo>
                    <a:lnTo>
                      <a:pt x="1926" y="7868"/>
                    </a:lnTo>
                    <a:lnTo>
                      <a:pt x="2051" y="7742"/>
                    </a:lnTo>
                    <a:lnTo>
                      <a:pt x="2198" y="7763"/>
                    </a:lnTo>
                    <a:lnTo>
                      <a:pt x="2219" y="7721"/>
                    </a:lnTo>
                    <a:lnTo>
                      <a:pt x="2344" y="7721"/>
                    </a:lnTo>
                    <a:lnTo>
                      <a:pt x="2512" y="7763"/>
                    </a:lnTo>
                    <a:lnTo>
                      <a:pt x="2574" y="7742"/>
                    </a:lnTo>
                    <a:lnTo>
                      <a:pt x="2721" y="7742"/>
                    </a:lnTo>
                    <a:lnTo>
                      <a:pt x="2742" y="7679"/>
                    </a:lnTo>
                    <a:lnTo>
                      <a:pt x="2784" y="7638"/>
                    </a:lnTo>
                    <a:lnTo>
                      <a:pt x="2867" y="7596"/>
                    </a:lnTo>
                    <a:lnTo>
                      <a:pt x="2930" y="7638"/>
                    </a:lnTo>
                    <a:lnTo>
                      <a:pt x="2951" y="7533"/>
                    </a:lnTo>
                    <a:lnTo>
                      <a:pt x="3035" y="7470"/>
                    </a:lnTo>
                    <a:lnTo>
                      <a:pt x="3349" y="7470"/>
                    </a:lnTo>
                    <a:lnTo>
                      <a:pt x="3474" y="7554"/>
                    </a:lnTo>
                    <a:lnTo>
                      <a:pt x="3558" y="7533"/>
                    </a:lnTo>
                    <a:lnTo>
                      <a:pt x="3558" y="7470"/>
                    </a:lnTo>
                    <a:lnTo>
                      <a:pt x="3725" y="7449"/>
                    </a:lnTo>
                    <a:lnTo>
                      <a:pt x="3997" y="7533"/>
                    </a:lnTo>
                    <a:lnTo>
                      <a:pt x="4081" y="7575"/>
                    </a:lnTo>
                    <a:lnTo>
                      <a:pt x="4353" y="7638"/>
                    </a:lnTo>
                    <a:lnTo>
                      <a:pt x="4395" y="7596"/>
                    </a:lnTo>
                    <a:lnTo>
                      <a:pt x="4353" y="7533"/>
                    </a:lnTo>
                    <a:lnTo>
                      <a:pt x="4437" y="7449"/>
                    </a:lnTo>
                    <a:lnTo>
                      <a:pt x="4541" y="7449"/>
                    </a:lnTo>
                    <a:lnTo>
                      <a:pt x="4667" y="7491"/>
                    </a:lnTo>
                    <a:lnTo>
                      <a:pt x="4876" y="7491"/>
                    </a:lnTo>
                    <a:lnTo>
                      <a:pt x="4876" y="7470"/>
                    </a:lnTo>
                    <a:lnTo>
                      <a:pt x="4813" y="7387"/>
                    </a:lnTo>
                    <a:lnTo>
                      <a:pt x="4855" y="7303"/>
                    </a:lnTo>
                    <a:lnTo>
                      <a:pt x="5022" y="7240"/>
                    </a:lnTo>
                    <a:lnTo>
                      <a:pt x="5190" y="7240"/>
                    </a:lnTo>
                    <a:lnTo>
                      <a:pt x="5253" y="7303"/>
                    </a:lnTo>
                    <a:lnTo>
                      <a:pt x="5378" y="7303"/>
                    </a:lnTo>
                    <a:lnTo>
                      <a:pt x="5504" y="7219"/>
                    </a:lnTo>
                    <a:lnTo>
                      <a:pt x="5713" y="7156"/>
                    </a:lnTo>
                    <a:lnTo>
                      <a:pt x="5713" y="7135"/>
                    </a:lnTo>
                    <a:lnTo>
                      <a:pt x="5859" y="7073"/>
                    </a:lnTo>
                    <a:lnTo>
                      <a:pt x="5922" y="6968"/>
                    </a:lnTo>
                    <a:lnTo>
                      <a:pt x="6320" y="6717"/>
                    </a:lnTo>
                    <a:lnTo>
                      <a:pt x="6424" y="6612"/>
                    </a:lnTo>
                    <a:lnTo>
                      <a:pt x="6424" y="6591"/>
                    </a:lnTo>
                    <a:lnTo>
                      <a:pt x="6508" y="6591"/>
                    </a:lnTo>
                    <a:lnTo>
                      <a:pt x="7115" y="5985"/>
                    </a:lnTo>
                    <a:lnTo>
                      <a:pt x="7136" y="5922"/>
                    </a:lnTo>
                    <a:lnTo>
                      <a:pt x="7198" y="5922"/>
                    </a:lnTo>
                    <a:lnTo>
                      <a:pt x="7282" y="5796"/>
                    </a:lnTo>
                    <a:lnTo>
                      <a:pt x="7387" y="5755"/>
                    </a:lnTo>
                    <a:lnTo>
                      <a:pt x="7429" y="5587"/>
                    </a:lnTo>
                    <a:lnTo>
                      <a:pt x="7596" y="5399"/>
                    </a:lnTo>
                    <a:lnTo>
                      <a:pt x="7847" y="5022"/>
                    </a:lnTo>
                    <a:lnTo>
                      <a:pt x="7910" y="4834"/>
                    </a:lnTo>
                    <a:lnTo>
                      <a:pt x="8014" y="4834"/>
                    </a:lnTo>
                    <a:lnTo>
                      <a:pt x="8077" y="4708"/>
                    </a:lnTo>
                    <a:lnTo>
                      <a:pt x="8077" y="4646"/>
                    </a:lnTo>
                    <a:lnTo>
                      <a:pt x="8182" y="4520"/>
                    </a:lnTo>
                    <a:lnTo>
                      <a:pt x="8266" y="4394"/>
                    </a:lnTo>
                    <a:lnTo>
                      <a:pt x="8391" y="4311"/>
                    </a:lnTo>
                    <a:lnTo>
                      <a:pt x="8433" y="4227"/>
                    </a:lnTo>
                    <a:lnTo>
                      <a:pt x="8538" y="4185"/>
                    </a:lnTo>
                    <a:lnTo>
                      <a:pt x="8579" y="4122"/>
                    </a:lnTo>
                    <a:lnTo>
                      <a:pt x="8621" y="4122"/>
                    </a:lnTo>
                    <a:lnTo>
                      <a:pt x="8789" y="3934"/>
                    </a:lnTo>
                    <a:lnTo>
                      <a:pt x="8810" y="3830"/>
                    </a:lnTo>
                    <a:lnTo>
                      <a:pt x="8893" y="3725"/>
                    </a:lnTo>
                    <a:lnTo>
                      <a:pt x="8935" y="3516"/>
                    </a:lnTo>
                    <a:lnTo>
                      <a:pt x="9019" y="3348"/>
                    </a:lnTo>
                    <a:lnTo>
                      <a:pt x="9040" y="3160"/>
                    </a:lnTo>
                    <a:lnTo>
                      <a:pt x="9123" y="2951"/>
                    </a:lnTo>
                    <a:lnTo>
                      <a:pt x="9103" y="2951"/>
                    </a:lnTo>
                    <a:lnTo>
                      <a:pt x="9165" y="2846"/>
                    </a:lnTo>
                    <a:lnTo>
                      <a:pt x="9165" y="2825"/>
                    </a:lnTo>
                    <a:lnTo>
                      <a:pt x="9061" y="2825"/>
                    </a:lnTo>
                    <a:lnTo>
                      <a:pt x="8935" y="2762"/>
                    </a:lnTo>
                    <a:lnTo>
                      <a:pt x="8830" y="2762"/>
                    </a:lnTo>
                    <a:lnTo>
                      <a:pt x="8768" y="2825"/>
                    </a:lnTo>
                    <a:lnTo>
                      <a:pt x="8768" y="2909"/>
                    </a:lnTo>
                    <a:lnTo>
                      <a:pt x="8726" y="3014"/>
                    </a:lnTo>
                    <a:lnTo>
                      <a:pt x="8663" y="3034"/>
                    </a:lnTo>
                    <a:lnTo>
                      <a:pt x="8454" y="3034"/>
                    </a:lnTo>
                    <a:lnTo>
                      <a:pt x="8266" y="2930"/>
                    </a:lnTo>
                    <a:lnTo>
                      <a:pt x="8182" y="2804"/>
                    </a:lnTo>
                    <a:lnTo>
                      <a:pt x="8140" y="2742"/>
                    </a:lnTo>
                    <a:lnTo>
                      <a:pt x="8098" y="2658"/>
                    </a:lnTo>
                    <a:lnTo>
                      <a:pt x="8161" y="2532"/>
                    </a:lnTo>
                    <a:lnTo>
                      <a:pt x="8286" y="2281"/>
                    </a:lnTo>
                    <a:lnTo>
                      <a:pt x="8307" y="2177"/>
                    </a:lnTo>
                    <a:lnTo>
                      <a:pt x="8412" y="2114"/>
                    </a:lnTo>
                    <a:lnTo>
                      <a:pt x="8579" y="2197"/>
                    </a:lnTo>
                    <a:lnTo>
                      <a:pt x="8663" y="2260"/>
                    </a:lnTo>
                    <a:lnTo>
                      <a:pt x="8768" y="2323"/>
                    </a:lnTo>
                    <a:lnTo>
                      <a:pt x="8768" y="2135"/>
                    </a:lnTo>
                    <a:lnTo>
                      <a:pt x="8768" y="1988"/>
                    </a:lnTo>
                    <a:lnTo>
                      <a:pt x="8810" y="1800"/>
                    </a:lnTo>
                    <a:lnTo>
                      <a:pt x="8810" y="1361"/>
                    </a:lnTo>
                    <a:lnTo>
                      <a:pt x="8789" y="1214"/>
                    </a:lnTo>
                    <a:lnTo>
                      <a:pt x="8747" y="1109"/>
                    </a:lnTo>
                    <a:lnTo>
                      <a:pt x="8747" y="1005"/>
                    </a:lnTo>
                    <a:lnTo>
                      <a:pt x="8747" y="984"/>
                    </a:lnTo>
                    <a:lnTo>
                      <a:pt x="8747" y="733"/>
                    </a:lnTo>
                    <a:lnTo>
                      <a:pt x="8684" y="586"/>
                    </a:lnTo>
                    <a:lnTo>
                      <a:pt x="8642" y="440"/>
                    </a:lnTo>
                    <a:lnTo>
                      <a:pt x="8621" y="273"/>
                    </a:lnTo>
                    <a:lnTo>
                      <a:pt x="8517" y="168"/>
                    </a:lnTo>
                    <a:lnTo>
                      <a:pt x="8328" y="126"/>
                    </a:lnTo>
                    <a:lnTo>
                      <a:pt x="8182" y="147"/>
                    </a:lnTo>
                    <a:lnTo>
                      <a:pt x="8098" y="168"/>
                    </a:lnTo>
                    <a:lnTo>
                      <a:pt x="8056" y="147"/>
                    </a:lnTo>
                    <a:lnTo>
                      <a:pt x="7910" y="105"/>
                    </a:lnTo>
                    <a:lnTo>
                      <a:pt x="7847" y="105"/>
                    </a:lnTo>
                    <a:lnTo>
                      <a:pt x="7784" y="21"/>
                    </a:lnTo>
                    <a:lnTo>
                      <a:pt x="7659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589" name="Google Shape;7701;p67">
              <a:extLst>
                <a:ext uri="{FF2B5EF4-FFF2-40B4-BE49-F238E27FC236}">
                  <a16:creationId xmlns:a16="http://schemas.microsoft.com/office/drawing/2014/main" id="{BB5AC3B9-A897-E8C4-E2C5-E173F7A7D4A6}"/>
                </a:ext>
              </a:extLst>
            </p:cNvPr>
            <p:cNvSpPr/>
            <p:nvPr/>
          </p:nvSpPr>
          <p:spPr>
            <a:xfrm>
              <a:off x="2736350" y="2969700"/>
              <a:ext cx="39250" cy="12050"/>
            </a:xfrm>
            <a:custGeom>
              <a:avLst/>
              <a:gdLst/>
              <a:ahLst/>
              <a:cxnLst/>
              <a:rect l="l" t="t" r="r" b="b"/>
              <a:pathLst>
                <a:path w="1570" h="482" extrusionOk="0">
                  <a:moveTo>
                    <a:pt x="189" y="0"/>
                  </a:moveTo>
                  <a:lnTo>
                    <a:pt x="126" y="84"/>
                  </a:lnTo>
                  <a:lnTo>
                    <a:pt x="21" y="147"/>
                  </a:lnTo>
                  <a:lnTo>
                    <a:pt x="21" y="209"/>
                  </a:lnTo>
                  <a:lnTo>
                    <a:pt x="0" y="272"/>
                  </a:lnTo>
                  <a:lnTo>
                    <a:pt x="42" y="377"/>
                  </a:lnTo>
                  <a:lnTo>
                    <a:pt x="314" y="377"/>
                  </a:lnTo>
                  <a:lnTo>
                    <a:pt x="398" y="398"/>
                  </a:lnTo>
                  <a:lnTo>
                    <a:pt x="607" y="356"/>
                  </a:lnTo>
                  <a:lnTo>
                    <a:pt x="691" y="377"/>
                  </a:lnTo>
                  <a:lnTo>
                    <a:pt x="837" y="293"/>
                  </a:lnTo>
                  <a:cubicBezTo>
                    <a:pt x="1026" y="398"/>
                    <a:pt x="1235" y="356"/>
                    <a:pt x="1423" y="481"/>
                  </a:cubicBezTo>
                  <a:lnTo>
                    <a:pt x="1570" y="460"/>
                  </a:lnTo>
                  <a:lnTo>
                    <a:pt x="1528" y="398"/>
                  </a:lnTo>
                  <a:lnTo>
                    <a:pt x="1444" y="460"/>
                  </a:lnTo>
                  <a:lnTo>
                    <a:pt x="1444" y="440"/>
                  </a:lnTo>
                  <a:cubicBezTo>
                    <a:pt x="1360" y="377"/>
                    <a:pt x="1318" y="356"/>
                    <a:pt x="1235" y="335"/>
                  </a:cubicBezTo>
                  <a:lnTo>
                    <a:pt x="1277" y="293"/>
                  </a:lnTo>
                  <a:lnTo>
                    <a:pt x="1130" y="251"/>
                  </a:lnTo>
                  <a:lnTo>
                    <a:pt x="1046" y="335"/>
                  </a:lnTo>
                  <a:cubicBezTo>
                    <a:pt x="1005" y="335"/>
                    <a:pt x="942" y="335"/>
                    <a:pt x="921" y="293"/>
                  </a:cubicBezTo>
                  <a:lnTo>
                    <a:pt x="921" y="272"/>
                  </a:lnTo>
                  <a:lnTo>
                    <a:pt x="1046" y="147"/>
                  </a:lnTo>
                  <a:lnTo>
                    <a:pt x="942" y="105"/>
                  </a:lnTo>
                  <a:lnTo>
                    <a:pt x="921" y="42"/>
                  </a:lnTo>
                  <a:lnTo>
                    <a:pt x="837" y="0"/>
                  </a:lnTo>
                  <a:lnTo>
                    <a:pt x="607" y="42"/>
                  </a:lnTo>
                  <a:lnTo>
                    <a:pt x="18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0" name="Google Shape;7702;p67">
              <a:extLst>
                <a:ext uri="{FF2B5EF4-FFF2-40B4-BE49-F238E27FC236}">
                  <a16:creationId xmlns:a16="http://schemas.microsoft.com/office/drawing/2014/main" id="{287AA4B5-BD25-22AD-9684-146916F60E53}"/>
                </a:ext>
              </a:extLst>
            </p:cNvPr>
            <p:cNvSpPr/>
            <p:nvPr/>
          </p:nvSpPr>
          <p:spPr>
            <a:xfrm>
              <a:off x="2668350" y="2948250"/>
              <a:ext cx="55475" cy="36625"/>
            </a:xfrm>
            <a:custGeom>
              <a:avLst/>
              <a:gdLst/>
              <a:ahLst/>
              <a:cxnLst/>
              <a:rect l="l" t="t" r="r" b="b"/>
              <a:pathLst>
                <a:path w="2219" h="1465" extrusionOk="0">
                  <a:moveTo>
                    <a:pt x="481" y="0"/>
                  </a:moveTo>
                  <a:lnTo>
                    <a:pt x="293" y="42"/>
                  </a:lnTo>
                  <a:lnTo>
                    <a:pt x="230" y="147"/>
                  </a:lnTo>
                  <a:lnTo>
                    <a:pt x="230" y="209"/>
                  </a:lnTo>
                  <a:lnTo>
                    <a:pt x="189" y="314"/>
                  </a:lnTo>
                  <a:lnTo>
                    <a:pt x="230" y="398"/>
                  </a:lnTo>
                  <a:lnTo>
                    <a:pt x="189" y="523"/>
                  </a:lnTo>
                  <a:lnTo>
                    <a:pt x="105" y="586"/>
                  </a:lnTo>
                  <a:lnTo>
                    <a:pt x="84" y="607"/>
                  </a:lnTo>
                  <a:lnTo>
                    <a:pt x="126" y="733"/>
                  </a:lnTo>
                  <a:lnTo>
                    <a:pt x="126" y="837"/>
                  </a:lnTo>
                  <a:lnTo>
                    <a:pt x="126" y="900"/>
                  </a:lnTo>
                  <a:lnTo>
                    <a:pt x="0" y="1046"/>
                  </a:lnTo>
                  <a:lnTo>
                    <a:pt x="0" y="1109"/>
                  </a:lnTo>
                  <a:lnTo>
                    <a:pt x="63" y="1130"/>
                  </a:lnTo>
                  <a:lnTo>
                    <a:pt x="126" y="1256"/>
                  </a:lnTo>
                  <a:lnTo>
                    <a:pt x="84" y="1339"/>
                  </a:lnTo>
                  <a:lnTo>
                    <a:pt x="189" y="1402"/>
                  </a:lnTo>
                  <a:lnTo>
                    <a:pt x="230" y="1444"/>
                  </a:lnTo>
                  <a:lnTo>
                    <a:pt x="293" y="1465"/>
                  </a:lnTo>
                  <a:lnTo>
                    <a:pt x="377" y="1318"/>
                  </a:lnTo>
                  <a:lnTo>
                    <a:pt x="502" y="1130"/>
                  </a:lnTo>
                  <a:lnTo>
                    <a:pt x="502" y="1088"/>
                  </a:lnTo>
                  <a:lnTo>
                    <a:pt x="544" y="984"/>
                  </a:lnTo>
                  <a:lnTo>
                    <a:pt x="607" y="1046"/>
                  </a:lnTo>
                  <a:lnTo>
                    <a:pt x="691" y="1046"/>
                  </a:lnTo>
                  <a:lnTo>
                    <a:pt x="753" y="921"/>
                  </a:lnTo>
                  <a:lnTo>
                    <a:pt x="837" y="984"/>
                  </a:lnTo>
                  <a:lnTo>
                    <a:pt x="837" y="1088"/>
                  </a:lnTo>
                  <a:lnTo>
                    <a:pt x="921" y="1130"/>
                  </a:lnTo>
                  <a:lnTo>
                    <a:pt x="1067" y="1088"/>
                  </a:lnTo>
                  <a:lnTo>
                    <a:pt x="1235" y="942"/>
                  </a:lnTo>
                  <a:lnTo>
                    <a:pt x="1381" y="900"/>
                  </a:lnTo>
                  <a:lnTo>
                    <a:pt x="1569" y="921"/>
                  </a:lnTo>
                  <a:lnTo>
                    <a:pt x="1674" y="900"/>
                  </a:lnTo>
                  <a:lnTo>
                    <a:pt x="1758" y="942"/>
                  </a:lnTo>
                  <a:lnTo>
                    <a:pt x="1883" y="984"/>
                  </a:lnTo>
                  <a:lnTo>
                    <a:pt x="2072" y="1005"/>
                  </a:lnTo>
                  <a:lnTo>
                    <a:pt x="2093" y="921"/>
                  </a:lnTo>
                  <a:lnTo>
                    <a:pt x="2176" y="921"/>
                  </a:lnTo>
                  <a:lnTo>
                    <a:pt x="2218" y="816"/>
                  </a:lnTo>
                  <a:lnTo>
                    <a:pt x="2176" y="733"/>
                  </a:lnTo>
                  <a:lnTo>
                    <a:pt x="1946" y="607"/>
                  </a:lnTo>
                  <a:lnTo>
                    <a:pt x="1862" y="607"/>
                  </a:lnTo>
                  <a:lnTo>
                    <a:pt x="1695" y="565"/>
                  </a:lnTo>
                  <a:lnTo>
                    <a:pt x="1632" y="565"/>
                  </a:lnTo>
                  <a:lnTo>
                    <a:pt x="1465" y="502"/>
                  </a:lnTo>
                  <a:lnTo>
                    <a:pt x="1277" y="398"/>
                  </a:lnTo>
                  <a:lnTo>
                    <a:pt x="1172" y="398"/>
                  </a:lnTo>
                  <a:lnTo>
                    <a:pt x="1256" y="377"/>
                  </a:lnTo>
                  <a:lnTo>
                    <a:pt x="1423" y="419"/>
                  </a:lnTo>
                  <a:lnTo>
                    <a:pt x="1674" y="419"/>
                  </a:lnTo>
                  <a:lnTo>
                    <a:pt x="1779" y="398"/>
                  </a:lnTo>
                  <a:lnTo>
                    <a:pt x="1695" y="356"/>
                  </a:lnTo>
                  <a:lnTo>
                    <a:pt x="1632" y="356"/>
                  </a:lnTo>
                  <a:lnTo>
                    <a:pt x="1444" y="314"/>
                  </a:lnTo>
                  <a:lnTo>
                    <a:pt x="1360" y="147"/>
                  </a:lnTo>
                  <a:lnTo>
                    <a:pt x="1256" y="147"/>
                  </a:lnTo>
                  <a:lnTo>
                    <a:pt x="1214" y="168"/>
                  </a:lnTo>
                  <a:lnTo>
                    <a:pt x="1130" y="105"/>
                  </a:lnTo>
                  <a:lnTo>
                    <a:pt x="649" y="0"/>
                  </a:lnTo>
                  <a:lnTo>
                    <a:pt x="586" y="42"/>
                  </a:lnTo>
                  <a:lnTo>
                    <a:pt x="48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1" name="Google Shape;7703;p67">
              <a:extLst>
                <a:ext uri="{FF2B5EF4-FFF2-40B4-BE49-F238E27FC236}">
                  <a16:creationId xmlns:a16="http://schemas.microsoft.com/office/drawing/2014/main" id="{4DB61BD3-4CD8-7401-C592-304FC3E69BA2}"/>
                </a:ext>
              </a:extLst>
            </p:cNvPr>
            <p:cNvSpPr/>
            <p:nvPr/>
          </p:nvSpPr>
          <p:spPr>
            <a:xfrm>
              <a:off x="2980100" y="1451675"/>
              <a:ext cx="608375" cy="778925"/>
            </a:xfrm>
            <a:custGeom>
              <a:avLst/>
              <a:gdLst/>
              <a:ahLst/>
              <a:cxnLst/>
              <a:rect l="l" t="t" r="r" b="b"/>
              <a:pathLst>
                <a:path w="24335" h="31157" extrusionOk="0">
                  <a:moveTo>
                    <a:pt x="19167" y="16300"/>
                  </a:moveTo>
                  <a:lnTo>
                    <a:pt x="19161" y="16311"/>
                  </a:lnTo>
                  <a:lnTo>
                    <a:pt x="19167" y="16321"/>
                  </a:lnTo>
                  <a:lnTo>
                    <a:pt x="19167" y="16300"/>
                  </a:lnTo>
                  <a:close/>
                  <a:moveTo>
                    <a:pt x="16572" y="17849"/>
                  </a:moveTo>
                  <a:lnTo>
                    <a:pt x="16593" y="17870"/>
                  </a:lnTo>
                  <a:lnTo>
                    <a:pt x="16509" y="17870"/>
                  </a:lnTo>
                  <a:lnTo>
                    <a:pt x="16509" y="17849"/>
                  </a:lnTo>
                  <a:close/>
                  <a:moveTo>
                    <a:pt x="4771" y="22933"/>
                  </a:moveTo>
                  <a:lnTo>
                    <a:pt x="4813" y="22996"/>
                  </a:lnTo>
                  <a:lnTo>
                    <a:pt x="4792" y="23038"/>
                  </a:lnTo>
                  <a:lnTo>
                    <a:pt x="4750" y="23038"/>
                  </a:lnTo>
                  <a:lnTo>
                    <a:pt x="4688" y="23059"/>
                  </a:lnTo>
                  <a:lnTo>
                    <a:pt x="4709" y="23142"/>
                  </a:lnTo>
                  <a:lnTo>
                    <a:pt x="4792" y="23205"/>
                  </a:lnTo>
                  <a:lnTo>
                    <a:pt x="4960" y="23205"/>
                  </a:lnTo>
                  <a:lnTo>
                    <a:pt x="4981" y="23163"/>
                  </a:lnTo>
                  <a:lnTo>
                    <a:pt x="4960" y="23121"/>
                  </a:lnTo>
                  <a:lnTo>
                    <a:pt x="4960" y="23059"/>
                  </a:lnTo>
                  <a:lnTo>
                    <a:pt x="5001" y="23038"/>
                  </a:lnTo>
                  <a:lnTo>
                    <a:pt x="5127" y="23059"/>
                  </a:lnTo>
                  <a:lnTo>
                    <a:pt x="5169" y="23121"/>
                  </a:lnTo>
                  <a:lnTo>
                    <a:pt x="5106" y="23163"/>
                  </a:lnTo>
                  <a:lnTo>
                    <a:pt x="4960" y="23226"/>
                  </a:lnTo>
                  <a:lnTo>
                    <a:pt x="4750" y="23226"/>
                  </a:lnTo>
                  <a:lnTo>
                    <a:pt x="4750" y="23268"/>
                  </a:lnTo>
                  <a:lnTo>
                    <a:pt x="4855" y="23435"/>
                  </a:lnTo>
                  <a:lnTo>
                    <a:pt x="4981" y="23519"/>
                  </a:lnTo>
                  <a:lnTo>
                    <a:pt x="5064" y="23540"/>
                  </a:lnTo>
                  <a:lnTo>
                    <a:pt x="5085" y="23519"/>
                  </a:lnTo>
                  <a:lnTo>
                    <a:pt x="5190" y="23477"/>
                  </a:lnTo>
                  <a:lnTo>
                    <a:pt x="5211" y="23540"/>
                  </a:lnTo>
                  <a:lnTo>
                    <a:pt x="5190" y="23561"/>
                  </a:lnTo>
                  <a:lnTo>
                    <a:pt x="5127" y="23561"/>
                  </a:lnTo>
                  <a:lnTo>
                    <a:pt x="5064" y="23582"/>
                  </a:lnTo>
                  <a:lnTo>
                    <a:pt x="4897" y="23540"/>
                  </a:lnTo>
                  <a:lnTo>
                    <a:pt x="4771" y="23477"/>
                  </a:lnTo>
                  <a:lnTo>
                    <a:pt x="4646" y="23352"/>
                  </a:lnTo>
                  <a:lnTo>
                    <a:pt x="4541" y="23310"/>
                  </a:lnTo>
                  <a:lnTo>
                    <a:pt x="4436" y="23310"/>
                  </a:lnTo>
                  <a:lnTo>
                    <a:pt x="4332" y="23205"/>
                  </a:lnTo>
                  <a:lnTo>
                    <a:pt x="4185" y="23142"/>
                  </a:lnTo>
                  <a:lnTo>
                    <a:pt x="4164" y="23121"/>
                  </a:lnTo>
                  <a:lnTo>
                    <a:pt x="4081" y="23121"/>
                  </a:lnTo>
                  <a:lnTo>
                    <a:pt x="4018" y="23142"/>
                  </a:lnTo>
                  <a:lnTo>
                    <a:pt x="3913" y="23142"/>
                  </a:lnTo>
                  <a:lnTo>
                    <a:pt x="3892" y="23132"/>
                  </a:lnTo>
                  <a:lnTo>
                    <a:pt x="3892" y="23132"/>
                  </a:lnTo>
                  <a:lnTo>
                    <a:pt x="3913" y="23121"/>
                  </a:lnTo>
                  <a:lnTo>
                    <a:pt x="3976" y="23121"/>
                  </a:lnTo>
                  <a:lnTo>
                    <a:pt x="4123" y="23100"/>
                  </a:lnTo>
                  <a:lnTo>
                    <a:pt x="4164" y="23038"/>
                  </a:lnTo>
                  <a:lnTo>
                    <a:pt x="4185" y="23038"/>
                  </a:lnTo>
                  <a:lnTo>
                    <a:pt x="4185" y="23100"/>
                  </a:lnTo>
                  <a:lnTo>
                    <a:pt x="4248" y="23121"/>
                  </a:lnTo>
                  <a:lnTo>
                    <a:pt x="4332" y="23121"/>
                  </a:lnTo>
                  <a:lnTo>
                    <a:pt x="4436" y="23247"/>
                  </a:lnTo>
                  <a:lnTo>
                    <a:pt x="4478" y="23268"/>
                  </a:lnTo>
                  <a:lnTo>
                    <a:pt x="4562" y="23226"/>
                  </a:lnTo>
                  <a:lnTo>
                    <a:pt x="4604" y="23142"/>
                  </a:lnTo>
                  <a:lnTo>
                    <a:pt x="4604" y="23059"/>
                  </a:lnTo>
                  <a:lnTo>
                    <a:pt x="4583" y="23017"/>
                  </a:lnTo>
                  <a:lnTo>
                    <a:pt x="4583" y="22954"/>
                  </a:lnTo>
                  <a:lnTo>
                    <a:pt x="4688" y="22954"/>
                  </a:lnTo>
                  <a:lnTo>
                    <a:pt x="4709" y="22933"/>
                  </a:lnTo>
                  <a:close/>
                  <a:moveTo>
                    <a:pt x="4269" y="25193"/>
                  </a:moveTo>
                  <a:lnTo>
                    <a:pt x="4290" y="25277"/>
                  </a:lnTo>
                  <a:lnTo>
                    <a:pt x="4395" y="25297"/>
                  </a:lnTo>
                  <a:lnTo>
                    <a:pt x="4436" y="25339"/>
                  </a:lnTo>
                  <a:lnTo>
                    <a:pt x="4353" y="25339"/>
                  </a:lnTo>
                  <a:lnTo>
                    <a:pt x="4290" y="25318"/>
                  </a:lnTo>
                  <a:lnTo>
                    <a:pt x="4123" y="25318"/>
                  </a:lnTo>
                  <a:lnTo>
                    <a:pt x="4060" y="25381"/>
                  </a:lnTo>
                  <a:lnTo>
                    <a:pt x="4039" y="25318"/>
                  </a:lnTo>
                  <a:lnTo>
                    <a:pt x="3976" y="25339"/>
                  </a:lnTo>
                  <a:lnTo>
                    <a:pt x="3955" y="25444"/>
                  </a:lnTo>
                  <a:lnTo>
                    <a:pt x="3913" y="25486"/>
                  </a:lnTo>
                  <a:lnTo>
                    <a:pt x="3851" y="25528"/>
                  </a:lnTo>
                  <a:lnTo>
                    <a:pt x="3725" y="25549"/>
                  </a:lnTo>
                  <a:lnTo>
                    <a:pt x="3641" y="25611"/>
                  </a:lnTo>
                  <a:lnTo>
                    <a:pt x="3725" y="25528"/>
                  </a:lnTo>
                  <a:lnTo>
                    <a:pt x="3830" y="25507"/>
                  </a:lnTo>
                  <a:lnTo>
                    <a:pt x="3872" y="25444"/>
                  </a:lnTo>
                  <a:lnTo>
                    <a:pt x="3913" y="25381"/>
                  </a:lnTo>
                  <a:lnTo>
                    <a:pt x="3955" y="25318"/>
                  </a:lnTo>
                  <a:lnTo>
                    <a:pt x="4018" y="25318"/>
                  </a:lnTo>
                  <a:lnTo>
                    <a:pt x="4227" y="25193"/>
                  </a:lnTo>
                  <a:close/>
                  <a:moveTo>
                    <a:pt x="16614" y="1"/>
                  </a:moveTo>
                  <a:lnTo>
                    <a:pt x="16530" y="22"/>
                  </a:lnTo>
                  <a:lnTo>
                    <a:pt x="16489" y="84"/>
                  </a:lnTo>
                  <a:lnTo>
                    <a:pt x="16489" y="168"/>
                  </a:lnTo>
                  <a:lnTo>
                    <a:pt x="16509" y="273"/>
                  </a:lnTo>
                  <a:lnTo>
                    <a:pt x="16509" y="336"/>
                  </a:lnTo>
                  <a:lnTo>
                    <a:pt x="16468" y="398"/>
                  </a:lnTo>
                  <a:lnTo>
                    <a:pt x="16405" y="336"/>
                  </a:lnTo>
                  <a:lnTo>
                    <a:pt x="16384" y="210"/>
                  </a:lnTo>
                  <a:lnTo>
                    <a:pt x="16321" y="126"/>
                  </a:lnTo>
                  <a:lnTo>
                    <a:pt x="16279" y="126"/>
                  </a:lnTo>
                  <a:lnTo>
                    <a:pt x="16216" y="84"/>
                  </a:lnTo>
                  <a:lnTo>
                    <a:pt x="16175" y="64"/>
                  </a:lnTo>
                  <a:lnTo>
                    <a:pt x="16154" y="105"/>
                  </a:lnTo>
                  <a:lnTo>
                    <a:pt x="16112" y="210"/>
                  </a:lnTo>
                  <a:lnTo>
                    <a:pt x="16070" y="273"/>
                  </a:lnTo>
                  <a:lnTo>
                    <a:pt x="15986" y="231"/>
                  </a:lnTo>
                  <a:lnTo>
                    <a:pt x="15903" y="273"/>
                  </a:lnTo>
                  <a:lnTo>
                    <a:pt x="15882" y="377"/>
                  </a:lnTo>
                  <a:lnTo>
                    <a:pt x="15924" y="440"/>
                  </a:lnTo>
                  <a:lnTo>
                    <a:pt x="15965" y="503"/>
                  </a:lnTo>
                  <a:lnTo>
                    <a:pt x="15882" y="587"/>
                  </a:lnTo>
                  <a:lnTo>
                    <a:pt x="15777" y="712"/>
                  </a:lnTo>
                  <a:lnTo>
                    <a:pt x="15777" y="754"/>
                  </a:lnTo>
                  <a:lnTo>
                    <a:pt x="15861" y="796"/>
                  </a:lnTo>
                  <a:lnTo>
                    <a:pt x="15882" y="838"/>
                  </a:lnTo>
                  <a:lnTo>
                    <a:pt x="15840" y="901"/>
                  </a:lnTo>
                  <a:lnTo>
                    <a:pt x="15777" y="901"/>
                  </a:lnTo>
                  <a:lnTo>
                    <a:pt x="15631" y="817"/>
                  </a:lnTo>
                  <a:lnTo>
                    <a:pt x="15421" y="817"/>
                  </a:lnTo>
                  <a:lnTo>
                    <a:pt x="15380" y="963"/>
                  </a:lnTo>
                  <a:lnTo>
                    <a:pt x="15421" y="1131"/>
                  </a:lnTo>
                  <a:lnTo>
                    <a:pt x="15484" y="1277"/>
                  </a:lnTo>
                  <a:lnTo>
                    <a:pt x="15631" y="1340"/>
                  </a:lnTo>
                  <a:lnTo>
                    <a:pt x="15672" y="1382"/>
                  </a:lnTo>
                  <a:lnTo>
                    <a:pt x="15672" y="1445"/>
                  </a:lnTo>
                  <a:lnTo>
                    <a:pt x="15547" y="1403"/>
                  </a:lnTo>
                  <a:lnTo>
                    <a:pt x="15421" y="1340"/>
                  </a:lnTo>
                  <a:lnTo>
                    <a:pt x="15317" y="1152"/>
                  </a:lnTo>
                  <a:lnTo>
                    <a:pt x="15128" y="1026"/>
                  </a:lnTo>
                  <a:lnTo>
                    <a:pt x="15045" y="963"/>
                  </a:lnTo>
                  <a:lnTo>
                    <a:pt x="15024" y="1026"/>
                  </a:lnTo>
                  <a:lnTo>
                    <a:pt x="15045" y="1068"/>
                  </a:lnTo>
                  <a:lnTo>
                    <a:pt x="15045" y="1173"/>
                  </a:lnTo>
                  <a:lnTo>
                    <a:pt x="15066" y="1256"/>
                  </a:lnTo>
                  <a:lnTo>
                    <a:pt x="15128" y="1340"/>
                  </a:lnTo>
                  <a:lnTo>
                    <a:pt x="15128" y="1465"/>
                  </a:lnTo>
                  <a:lnTo>
                    <a:pt x="15045" y="1549"/>
                  </a:lnTo>
                  <a:lnTo>
                    <a:pt x="15045" y="1382"/>
                  </a:lnTo>
                  <a:lnTo>
                    <a:pt x="15003" y="1256"/>
                  </a:lnTo>
                  <a:lnTo>
                    <a:pt x="14919" y="1110"/>
                  </a:lnTo>
                  <a:lnTo>
                    <a:pt x="14919" y="1026"/>
                  </a:lnTo>
                  <a:lnTo>
                    <a:pt x="14836" y="921"/>
                  </a:lnTo>
                  <a:lnTo>
                    <a:pt x="14731" y="859"/>
                  </a:lnTo>
                  <a:lnTo>
                    <a:pt x="14647" y="984"/>
                  </a:lnTo>
                  <a:lnTo>
                    <a:pt x="14605" y="1068"/>
                  </a:lnTo>
                  <a:lnTo>
                    <a:pt x="14543" y="984"/>
                  </a:lnTo>
                  <a:lnTo>
                    <a:pt x="14605" y="921"/>
                  </a:lnTo>
                  <a:lnTo>
                    <a:pt x="14605" y="859"/>
                  </a:lnTo>
                  <a:lnTo>
                    <a:pt x="14522" y="817"/>
                  </a:lnTo>
                  <a:lnTo>
                    <a:pt x="14501" y="733"/>
                  </a:lnTo>
                  <a:lnTo>
                    <a:pt x="14480" y="691"/>
                  </a:lnTo>
                  <a:lnTo>
                    <a:pt x="14375" y="691"/>
                  </a:lnTo>
                  <a:lnTo>
                    <a:pt x="14292" y="733"/>
                  </a:lnTo>
                  <a:lnTo>
                    <a:pt x="14271" y="712"/>
                  </a:lnTo>
                  <a:lnTo>
                    <a:pt x="14292" y="628"/>
                  </a:lnTo>
                  <a:lnTo>
                    <a:pt x="14375" y="545"/>
                  </a:lnTo>
                  <a:lnTo>
                    <a:pt x="14271" y="566"/>
                  </a:lnTo>
                  <a:lnTo>
                    <a:pt x="14166" y="670"/>
                  </a:lnTo>
                  <a:lnTo>
                    <a:pt x="14124" y="754"/>
                  </a:lnTo>
                  <a:lnTo>
                    <a:pt x="14020" y="817"/>
                  </a:lnTo>
                  <a:lnTo>
                    <a:pt x="13957" y="838"/>
                  </a:lnTo>
                  <a:lnTo>
                    <a:pt x="13852" y="984"/>
                  </a:lnTo>
                  <a:lnTo>
                    <a:pt x="13810" y="984"/>
                  </a:lnTo>
                  <a:lnTo>
                    <a:pt x="13768" y="880"/>
                  </a:lnTo>
                  <a:lnTo>
                    <a:pt x="13685" y="817"/>
                  </a:lnTo>
                  <a:lnTo>
                    <a:pt x="13643" y="817"/>
                  </a:lnTo>
                  <a:lnTo>
                    <a:pt x="13601" y="880"/>
                  </a:lnTo>
                  <a:lnTo>
                    <a:pt x="13580" y="963"/>
                  </a:lnTo>
                  <a:lnTo>
                    <a:pt x="13601" y="1089"/>
                  </a:lnTo>
                  <a:lnTo>
                    <a:pt x="13768" y="1193"/>
                  </a:lnTo>
                  <a:lnTo>
                    <a:pt x="13768" y="1256"/>
                  </a:lnTo>
                  <a:lnTo>
                    <a:pt x="13685" y="1256"/>
                  </a:lnTo>
                  <a:lnTo>
                    <a:pt x="13643" y="1382"/>
                  </a:lnTo>
                  <a:lnTo>
                    <a:pt x="13643" y="1507"/>
                  </a:lnTo>
                  <a:lnTo>
                    <a:pt x="13768" y="1591"/>
                  </a:lnTo>
                  <a:lnTo>
                    <a:pt x="13852" y="1570"/>
                  </a:lnTo>
                  <a:lnTo>
                    <a:pt x="13915" y="1507"/>
                  </a:lnTo>
                  <a:lnTo>
                    <a:pt x="14103" y="1507"/>
                  </a:lnTo>
                  <a:lnTo>
                    <a:pt x="14229" y="1675"/>
                  </a:lnTo>
                  <a:lnTo>
                    <a:pt x="14333" y="1717"/>
                  </a:lnTo>
                  <a:lnTo>
                    <a:pt x="14396" y="1800"/>
                  </a:lnTo>
                  <a:lnTo>
                    <a:pt x="14375" y="1863"/>
                  </a:lnTo>
                  <a:lnTo>
                    <a:pt x="14375" y="1926"/>
                  </a:lnTo>
                  <a:lnTo>
                    <a:pt x="14396" y="2072"/>
                  </a:lnTo>
                  <a:lnTo>
                    <a:pt x="14333" y="2219"/>
                  </a:lnTo>
                  <a:lnTo>
                    <a:pt x="14333" y="2302"/>
                  </a:lnTo>
                  <a:lnTo>
                    <a:pt x="14417" y="2407"/>
                  </a:lnTo>
                  <a:lnTo>
                    <a:pt x="14417" y="2533"/>
                  </a:lnTo>
                  <a:lnTo>
                    <a:pt x="14438" y="2616"/>
                  </a:lnTo>
                  <a:lnTo>
                    <a:pt x="14543" y="2700"/>
                  </a:lnTo>
                  <a:lnTo>
                    <a:pt x="14626" y="2700"/>
                  </a:lnTo>
                  <a:lnTo>
                    <a:pt x="14710" y="2784"/>
                  </a:lnTo>
                  <a:lnTo>
                    <a:pt x="14836" y="2846"/>
                  </a:lnTo>
                  <a:lnTo>
                    <a:pt x="14836" y="2909"/>
                  </a:lnTo>
                  <a:lnTo>
                    <a:pt x="14856" y="2993"/>
                  </a:lnTo>
                  <a:lnTo>
                    <a:pt x="14731" y="2888"/>
                  </a:lnTo>
                  <a:lnTo>
                    <a:pt x="14584" y="2805"/>
                  </a:lnTo>
                  <a:lnTo>
                    <a:pt x="14417" y="2805"/>
                  </a:lnTo>
                  <a:lnTo>
                    <a:pt x="14333" y="2742"/>
                  </a:lnTo>
                  <a:lnTo>
                    <a:pt x="14312" y="2679"/>
                  </a:lnTo>
                  <a:lnTo>
                    <a:pt x="14312" y="2533"/>
                  </a:lnTo>
                  <a:lnTo>
                    <a:pt x="14271" y="2323"/>
                  </a:lnTo>
                  <a:lnTo>
                    <a:pt x="14312" y="2219"/>
                  </a:lnTo>
                  <a:lnTo>
                    <a:pt x="14312" y="2114"/>
                  </a:lnTo>
                  <a:lnTo>
                    <a:pt x="14208" y="2009"/>
                  </a:lnTo>
                  <a:lnTo>
                    <a:pt x="14208" y="1926"/>
                  </a:lnTo>
                  <a:lnTo>
                    <a:pt x="14166" y="1779"/>
                  </a:lnTo>
                  <a:lnTo>
                    <a:pt x="14103" y="1737"/>
                  </a:lnTo>
                  <a:lnTo>
                    <a:pt x="14020" y="1696"/>
                  </a:lnTo>
                  <a:lnTo>
                    <a:pt x="13957" y="1654"/>
                  </a:lnTo>
                  <a:lnTo>
                    <a:pt x="13852" y="1633"/>
                  </a:lnTo>
                  <a:lnTo>
                    <a:pt x="13748" y="1675"/>
                  </a:lnTo>
                  <a:lnTo>
                    <a:pt x="13601" y="1696"/>
                  </a:lnTo>
                  <a:lnTo>
                    <a:pt x="13538" y="1675"/>
                  </a:lnTo>
                  <a:lnTo>
                    <a:pt x="13476" y="1675"/>
                  </a:lnTo>
                  <a:lnTo>
                    <a:pt x="13434" y="1863"/>
                  </a:lnTo>
                  <a:lnTo>
                    <a:pt x="13476" y="1905"/>
                  </a:lnTo>
                  <a:lnTo>
                    <a:pt x="13476" y="2009"/>
                  </a:lnTo>
                  <a:lnTo>
                    <a:pt x="13434" y="2072"/>
                  </a:lnTo>
                  <a:lnTo>
                    <a:pt x="13266" y="1989"/>
                  </a:lnTo>
                  <a:lnTo>
                    <a:pt x="13078" y="1779"/>
                  </a:lnTo>
                  <a:lnTo>
                    <a:pt x="13036" y="1779"/>
                  </a:lnTo>
                  <a:lnTo>
                    <a:pt x="12973" y="1821"/>
                  </a:lnTo>
                  <a:lnTo>
                    <a:pt x="12931" y="1821"/>
                  </a:lnTo>
                  <a:lnTo>
                    <a:pt x="12869" y="1758"/>
                  </a:lnTo>
                  <a:lnTo>
                    <a:pt x="12701" y="1717"/>
                  </a:lnTo>
                  <a:lnTo>
                    <a:pt x="12639" y="1779"/>
                  </a:lnTo>
                  <a:lnTo>
                    <a:pt x="12639" y="1884"/>
                  </a:lnTo>
                  <a:lnTo>
                    <a:pt x="12701" y="2009"/>
                  </a:lnTo>
                  <a:lnTo>
                    <a:pt x="12639" y="2093"/>
                  </a:lnTo>
                  <a:lnTo>
                    <a:pt x="12701" y="2198"/>
                  </a:lnTo>
                  <a:lnTo>
                    <a:pt x="12743" y="2344"/>
                  </a:lnTo>
                  <a:lnTo>
                    <a:pt x="12722" y="2491"/>
                  </a:lnTo>
                  <a:lnTo>
                    <a:pt x="12743" y="2533"/>
                  </a:lnTo>
                  <a:lnTo>
                    <a:pt x="12764" y="2700"/>
                  </a:lnTo>
                  <a:lnTo>
                    <a:pt x="12743" y="2742"/>
                  </a:lnTo>
                  <a:lnTo>
                    <a:pt x="12743" y="2846"/>
                  </a:lnTo>
                  <a:lnTo>
                    <a:pt x="12827" y="3014"/>
                  </a:lnTo>
                  <a:lnTo>
                    <a:pt x="12848" y="3118"/>
                  </a:lnTo>
                  <a:lnTo>
                    <a:pt x="12827" y="3265"/>
                  </a:lnTo>
                  <a:lnTo>
                    <a:pt x="12827" y="3349"/>
                  </a:lnTo>
                  <a:lnTo>
                    <a:pt x="12911" y="3453"/>
                  </a:lnTo>
                  <a:lnTo>
                    <a:pt x="12931" y="3579"/>
                  </a:lnTo>
                  <a:lnTo>
                    <a:pt x="12931" y="3662"/>
                  </a:lnTo>
                  <a:lnTo>
                    <a:pt x="13057" y="3767"/>
                  </a:lnTo>
                  <a:lnTo>
                    <a:pt x="13120" y="3851"/>
                  </a:lnTo>
                  <a:lnTo>
                    <a:pt x="13120" y="3955"/>
                  </a:lnTo>
                  <a:lnTo>
                    <a:pt x="13162" y="3997"/>
                  </a:lnTo>
                  <a:lnTo>
                    <a:pt x="13245" y="3997"/>
                  </a:lnTo>
                  <a:lnTo>
                    <a:pt x="13245" y="4060"/>
                  </a:lnTo>
                  <a:lnTo>
                    <a:pt x="13266" y="4123"/>
                  </a:lnTo>
                  <a:lnTo>
                    <a:pt x="13371" y="4186"/>
                  </a:lnTo>
                  <a:lnTo>
                    <a:pt x="13392" y="4206"/>
                  </a:lnTo>
                  <a:lnTo>
                    <a:pt x="13371" y="4227"/>
                  </a:lnTo>
                  <a:lnTo>
                    <a:pt x="13266" y="4227"/>
                  </a:lnTo>
                  <a:lnTo>
                    <a:pt x="13224" y="4206"/>
                  </a:lnTo>
                  <a:lnTo>
                    <a:pt x="13141" y="4206"/>
                  </a:lnTo>
                  <a:lnTo>
                    <a:pt x="13078" y="4165"/>
                  </a:lnTo>
                  <a:lnTo>
                    <a:pt x="13078" y="4081"/>
                  </a:lnTo>
                  <a:lnTo>
                    <a:pt x="13057" y="4018"/>
                  </a:lnTo>
                  <a:lnTo>
                    <a:pt x="12973" y="3997"/>
                  </a:lnTo>
                  <a:lnTo>
                    <a:pt x="12911" y="4018"/>
                  </a:lnTo>
                  <a:lnTo>
                    <a:pt x="12848" y="4018"/>
                  </a:lnTo>
                  <a:lnTo>
                    <a:pt x="12827" y="3976"/>
                  </a:lnTo>
                  <a:lnTo>
                    <a:pt x="12827" y="3872"/>
                  </a:lnTo>
                  <a:lnTo>
                    <a:pt x="12806" y="3851"/>
                  </a:lnTo>
                  <a:lnTo>
                    <a:pt x="12743" y="3893"/>
                  </a:lnTo>
                  <a:lnTo>
                    <a:pt x="12659" y="4060"/>
                  </a:lnTo>
                  <a:lnTo>
                    <a:pt x="12534" y="4102"/>
                  </a:lnTo>
                  <a:lnTo>
                    <a:pt x="12450" y="4102"/>
                  </a:lnTo>
                  <a:lnTo>
                    <a:pt x="12325" y="3997"/>
                  </a:lnTo>
                  <a:lnTo>
                    <a:pt x="12220" y="3997"/>
                  </a:lnTo>
                  <a:lnTo>
                    <a:pt x="12178" y="3914"/>
                  </a:lnTo>
                  <a:lnTo>
                    <a:pt x="12178" y="3809"/>
                  </a:lnTo>
                  <a:lnTo>
                    <a:pt x="12199" y="3683"/>
                  </a:lnTo>
                  <a:lnTo>
                    <a:pt x="12115" y="3495"/>
                  </a:lnTo>
                  <a:lnTo>
                    <a:pt x="12074" y="3453"/>
                  </a:lnTo>
                  <a:lnTo>
                    <a:pt x="12032" y="3328"/>
                  </a:lnTo>
                  <a:lnTo>
                    <a:pt x="12032" y="3244"/>
                  </a:lnTo>
                  <a:lnTo>
                    <a:pt x="12095" y="3181"/>
                  </a:lnTo>
                  <a:lnTo>
                    <a:pt x="12115" y="3139"/>
                  </a:lnTo>
                  <a:lnTo>
                    <a:pt x="12095" y="2867"/>
                  </a:lnTo>
                  <a:lnTo>
                    <a:pt x="12011" y="2742"/>
                  </a:lnTo>
                  <a:lnTo>
                    <a:pt x="11906" y="2595"/>
                  </a:lnTo>
                  <a:lnTo>
                    <a:pt x="11906" y="2491"/>
                  </a:lnTo>
                  <a:lnTo>
                    <a:pt x="11802" y="2240"/>
                  </a:lnTo>
                  <a:lnTo>
                    <a:pt x="11760" y="2135"/>
                  </a:lnTo>
                  <a:lnTo>
                    <a:pt x="11676" y="2093"/>
                  </a:lnTo>
                  <a:lnTo>
                    <a:pt x="11655" y="2009"/>
                  </a:lnTo>
                  <a:lnTo>
                    <a:pt x="11571" y="1989"/>
                  </a:lnTo>
                  <a:lnTo>
                    <a:pt x="11467" y="1968"/>
                  </a:lnTo>
                  <a:lnTo>
                    <a:pt x="11383" y="1905"/>
                  </a:lnTo>
                  <a:lnTo>
                    <a:pt x="11279" y="1926"/>
                  </a:lnTo>
                  <a:lnTo>
                    <a:pt x="11237" y="1989"/>
                  </a:lnTo>
                  <a:lnTo>
                    <a:pt x="11237" y="2114"/>
                  </a:lnTo>
                  <a:lnTo>
                    <a:pt x="11195" y="2177"/>
                  </a:lnTo>
                  <a:lnTo>
                    <a:pt x="11237" y="2240"/>
                  </a:lnTo>
                  <a:lnTo>
                    <a:pt x="11195" y="2323"/>
                  </a:lnTo>
                  <a:lnTo>
                    <a:pt x="11132" y="2533"/>
                  </a:lnTo>
                  <a:lnTo>
                    <a:pt x="11132" y="2658"/>
                  </a:lnTo>
                  <a:lnTo>
                    <a:pt x="11153" y="2825"/>
                  </a:lnTo>
                  <a:lnTo>
                    <a:pt x="11195" y="2867"/>
                  </a:lnTo>
                  <a:lnTo>
                    <a:pt x="11174" y="3035"/>
                  </a:lnTo>
                  <a:lnTo>
                    <a:pt x="11132" y="3181"/>
                  </a:lnTo>
                  <a:lnTo>
                    <a:pt x="11153" y="3286"/>
                  </a:lnTo>
                  <a:lnTo>
                    <a:pt x="11153" y="3495"/>
                  </a:lnTo>
                  <a:lnTo>
                    <a:pt x="11090" y="3537"/>
                  </a:lnTo>
                  <a:lnTo>
                    <a:pt x="11048" y="3474"/>
                  </a:lnTo>
                  <a:lnTo>
                    <a:pt x="10986" y="3453"/>
                  </a:lnTo>
                  <a:lnTo>
                    <a:pt x="10944" y="3495"/>
                  </a:lnTo>
                  <a:lnTo>
                    <a:pt x="10860" y="3474"/>
                  </a:lnTo>
                  <a:lnTo>
                    <a:pt x="10839" y="3453"/>
                  </a:lnTo>
                  <a:lnTo>
                    <a:pt x="10755" y="3432"/>
                  </a:lnTo>
                  <a:lnTo>
                    <a:pt x="10630" y="3390"/>
                  </a:lnTo>
                  <a:lnTo>
                    <a:pt x="10546" y="3328"/>
                  </a:lnTo>
                  <a:lnTo>
                    <a:pt x="10504" y="3328"/>
                  </a:lnTo>
                  <a:lnTo>
                    <a:pt x="10462" y="3349"/>
                  </a:lnTo>
                  <a:lnTo>
                    <a:pt x="10504" y="3432"/>
                  </a:lnTo>
                  <a:lnTo>
                    <a:pt x="10567" y="3495"/>
                  </a:lnTo>
                  <a:lnTo>
                    <a:pt x="10567" y="3558"/>
                  </a:lnTo>
                  <a:lnTo>
                    <a:pt x="10546" y="3600"/>
                  </a:lnTo>
                  <a:lnTo>
                    <a:pt x="10525" y="3662"/>
                  </a:lnTo>
                  <a:lnTo>
                    <a:pt x="10462" y="3662"/>
                  </a:lnTo>
                  <a:lnTo>
                    <a:pt x="10442" y="3641"/>
                  </a:lnTo>
                  <a:lnTo>
                    <a:pt x="10358" y="3641"/>
                  </a:lnTo>
                  <a:lnTo>
                    <a:pt x="10316" y="3579"/>
                  </a:lnTo>
                  <a:lnTo>
                    <a:pt x="10316" y="3432"/>
                  </a:lnTo>
                  <a:lnTo>
                    <a:pt x="10232" y="3286"/>
                  </a:lnTo>
                  <a:lnTo>
                    <a:pt x="10211" y="3160"/>
                  </a:lnTo>
                  <a:lnTo>
                    <a:pt x="10190" y="3056"/>
                  </a:lnTo>
                  <a:lnTo>
                    <a:pt x="10107" y="2972"/>
                  </a:lnTo>
                  <a:lnTo>
                    <a:pt x="10107" y="2909"/>
                  </a:lnTo>
                  <a:lnTo>
                    <a:pt x="10044" y="2825"/>
                  </a:lnTo>
                  <a:lnTo>
                    <a:pt x="9981" y="2909"/>
                  </a:lnTo>
                  <a:lnTo>
                    <a:pt x="10023" y="2993"/>
                  </a:lnTo>
                  <a:lnTo>
                    <a:pt x="9981" y="3035"/>
                  </a:lnTo>
                  <a:lnTo>
                    <a:pt x="9981" y="3118"/>
                  </a:lnTo>
                  <a:lnTo>
                    <a:pt x="9939" y="3202"/>
                  </a:lnTo>
                  <a:lnTo>
                    <a:pt x="9898" y="3244"/>
                  </a:lnTo>
                  <a:lnTo>
                    <a:pt x="9814" y="3265"/>
                  </a:lnTo>
                  <a:lnTo>
                    <a:pt x="9772" y="3369"/>
                  </a:lnTo>
                  <a:lnTo>
                    <a:pt x="9667" y="3537"/>
                  </a:lnTo>
                  <a:lnTo>
                    <a:pt x="9584" y="3621"/>
                  </a:lnTo>
                  <a:lnTo>
                    <a:pt x="9584" y="3662"/>
                  </a:lnTo>
                  <a:lnTo>
                    <a:pt x="9521" y="3725"/>
                  </a:lnTo>
                  <a:lnTo>
                    <a:pt x="9458" y="3851"/>
                  </a:lnTo>
                  <a:lnTo>
                    <a:pt x="9395" y="3851"/>
                  </a:lnTo>
                  <a:lnTo>
                    <a:pt x="9374" y="3788"/>
                  </a:lnTo>
                  <a:lnTo>
                    <a:pt x="9395" y="3683"/>
                  </a:lnTo>
                  <a:lnTo>
                    <a:pt x="9479" y="3579"/>
                  </a:lnTo>
                  <a:lnTo>
                    <a:pt x="9500" y="3474"/>
                  </a:lnTo>
                  <a:lnTo>
                    <a:pt x="9563" y="3432"/>
                  </a:lnTo>
                  <a:lnTo>
                    <a:pt x="9667" y="3369"/>
                  </a:lnTo>
                  <a:lnTo>
                    <a:pt x="9709" y="3244"/>
                  </a:lnTo>
                  <a:lnTo>
                    <a:pt x="9793" y="3160"/>
                  </a:lnTo>
                  <a:lnTo>
                    <a:pt x="9814" y="3077"/>
                  </a:lnTo>
                  <a:lnTo>
                    <a:pt x="9814" y="3035"/>
                  </a:lnTo>
                  <a:lnTo>
                    <a:pt x="9772" y="2993"/>
                  </a:lnTo>
                  <a:lnTo>
                    <a:pt x="9793" y="2930"/>
                  </a:lnTo>
                  <a:lnTo>
                    <a:pt x="9877" y="2909"/>
                  </a:lnTo>
                  <a:lnTo>
                    <a:pt x="9898" y="2825"/>
                  </a:lnTo>
                  <a:lnTo>
                    <a:pt x="9898" y="2742"/>
                  </a:lnTo>
                  <a:lnTo>
                    <a:pt x="9939" y="2637"/>
                  </a:lnTo>
                  <a:lnTo>
                    <a:pt x="10023" y="2470"/>
                  </a:lnTo>
                  <a:lnTo>
                    <a:pt x="10023" y="2365"/>
                  </a:lnTo>
                  <a:lnTo>
                    <a:pt x="10086" y="2198"/>
                  </a:lnTo>
                  <a:lnTo>
                    <a:pt x="10107" y="1947"/>
                  </a:lnTo>
                  <a:lnTo>
                    <a:pt x="10086" y="1863"/>
                  </a:lnTo>
                  <a:lnTo>
                    <a:pt x="9918" y="1842"/>
                  </a:lnTo>
                  <a:lnTo>
                    <a:pt x="9814" y="1863"/>
                  </a:lnTo>
                  <a:lnTo>
                    <a:pt x="9709" y="1947"/>
                  </a:lnTo>
                  <a:lnTo>
                    <a:pt x="9605" y="1884"/>
                  </a:lnTo>
                  <a:lnTo>
                    <a:pt x="9521" y="1863"/>
                  </a:lnTo>
                  <a:lnTo>
                    <a:pt x="9479" y="1884"/>
                  </a:lnTo>
                  <a:lnTo>
                    <a:pt x="9500" y="1968"/>
                  </a:lnTo>
                  <a:lnTo>
                    <a:pt x="9584" y="2051"/>
                  </a:lnTo>
                  <a:lnTo>
                    <a:pt x="9584" y="2198"/>
                  </a:lnTo>
                  <a:lnTo>
                    <a:pt x="9563" y="2281"/>
                  </a:lnTo>
                  <a:lnTo>
                    <a:pt x="9500" y="2219"/>
                  </a:lnTo>
                  <a:lnTo>
                    <a:pt x="9479" y="2093"/>
                  </a:lnTo>
                  <a:lnTo>
                    <a:pt x="9395" y="2009"/>
                  </a:lnTo>
                  <a:lnTo>
                    <a:pt x="9312" y="1989"/>
                  </a:lnTo>
                  <a:lnTo>
                    <a:pt x="9165" y="2114"/>
                  </a:lnTo>
                  <a:lnTo>
                    <a:pt x="9165" y="2219"/>
                  </a:lnTo>
                  <a:lnTo>
                    <a:pt x="9207" y="2302"/>
                  </a:lnTo>
                  <a:lnTo>
                    <a:pt x="9165" y="2386"/>
                  </a:lnTo>
                  <a:lnTo>
                    <a:pt x="9061" y="2386"/>
                  </a:lnTo>
                  <a:lnTo>
                    <a:pt x="9061" y="2323"/>
                  </a:lnTo>
                  <a:lnTo>
                    <a:pt x="9061" y="2219"/>
                  </a:lnTo>
                  <a:lnTo>
                    <a:pt x="9040" y="2114"/>
                  </a:lnTo>
                  <a:lnTo>
                    <a:pt x="8956" y="2072"/>
                  </a:lnTo>
                  <a:lnTo>
                    <a:pt x="8747" y="2072"/>
                  </a:lnTo>
                  <a:lnTo>
                    <a:pt x="8538" y="2156"/>
                  </a:lnTo>
                  <a:lnTo>
                    <a:pt x="8307" y="2156"/>
                  </a:lnTo>
                  <a:lnTo>
                    <a:pt x="8140" y="2093"/>
                  </a:lnTo>
                  <a:lnTo>
                    <a:pt x="8056" y="2093"/>
                  </a:lnTo>
                  <a:lnTo>
                    <a:pt x="7994" y="2114"/>
                  </a:lnTo>
                  <a:lnTo>
                    <a:pt x="7910" y="2093"/>
                  </a:lnTo>
                  <a:lnTo>
                    <a:pt x="7805" y="2093"/>
                  </a:lnTo>
                  <a:lnTo>
                    <a:pt x="7701" y="2177"/>
                  </a:lnTo>
                  <a:lnTo>
                    <a:pt x="7680" y="2219"/>
                  </a:lnTo>
                  <a:lnTo>
                    <a:pt x="7722" y="2302"/>
                  </a:lnTo>
                  <a:lnTo>
                    <a:pt x="7722" y="2386"/>
                  </a:lnTo>
                  <a:lnTo>
                    <a:pt x="7784" y="2491"/>
                  </a:lnTo>
                  <a:lnTo>
                    <a:pt x="7805" y="2533"/>
                  </a:lnTo>
                  <a:lnTo>
                    <a:pt x="7784" y="2616"/>
                  </a:lnTo>
                  <a:lnTo>
                    <a:pt x="7722" y="2784"/>
                  </a:lnTo>
                  <a:lnTo>
                    <a:pt x="7742" y="2930"/>
                  </a:lnTo>
                  <a:lnTo>
                    <a:pt x="7889" y="3118"/>
                  </a:lnTo>
                  <a:lnTo>
                    <a:pt x="7889" y="3223"/>
                  </a:lnTo>
                  <a:lnTo>
                    <a:pt x="7910" y="3432"/>
                  </a:lnTo>
                  <a:lnTo>
                    <a:pt x="7889" y="3453"/>
                  </a:lnTo>
                  <a:lnTo>
                    <a:pt x="7826" y="3411"/>
                  </a:lnTo>
                  <a:lnTo>
                    <a:pt x="7784" y="3307"/>
                  </a:lnTo>
                  <a:lnTo>
                    <a:pt x="7638" y="3160"/>
                  </a:lnTo>
                  <a:lnTo>
                    <a:pt x="7596" y="3118"/>
                  </a:lnTo>
                  <a:lnTo>
                    <a:pt x="7596" y="2909"/>
                  </a:lnTo>
                  <a:lnTo>
                    <a:pt x="7617" y="2700"/>
                  </a:lnTo>
                  <a:lnTo>
                    <a:pt x="7617" y="2595"/>
                  </a:lnTo>
                  <a:lnTo>
                    <a:pt x="7512" y="2428"/>
                  </a:lnTo>
                  <a:lnTo>
                    <a:pt x="7512" y="2323"/>
                  </a:lnTo>
                  <a:lnTo>
                    <a:pt x="7491" y="2281"/>
                  </a:lnTo>
                  <a:lnTo>
                    <a:pt x="7429" y="2261"/>
                  </a:lnTo>
                  <a:lnTo>
                    <a:pt x="7303" y="2302"/>
                  </a:lnTo>
                  <a:lnTo>
                    <a:pt x="7177" y="2386"/>
                  </a:lnTo>
                  <a:lnTo>
                    <a:pt x="7010" y="2407"/>
                  </a:lnTo>
                  <a:lnTo>
                    <a:pt x="6947" y="2470"/>
                  </a:lnTo>
                  <a:lnTo>
                    <a:pt x="6905" y="2595"/>
                  </a:lnTo>
                  <a:lnTo>
                    <a:pt x="6947" y="2700"/>
                  </a:lnTo>
                  <a:lnTo>
                    <a:pt x="6905" y="2825"/>
                  </a:lnTo>
                  <a:lnTo>
                    <a:pt x="6843" y="2930"/>
                  </a:lnTo>
                  <a:lnTo>
                    <a:pt x="6801" y="2993"/>
                  </a:lnTo>
                  <a:lnTo>
                    <a:pt x="6843" y="3035"/>
                  </a:lnTo>
                  <a:lnTo>
                    <a:pt x="6885" y="3035"/>
                  </a:lnTo>
                  <a:lnTo>
                    <a:pt x="6947" y="3056"/>
                  </a:lnTo>
                  <a:lnTo>
                    <a:pt x="6947" y="3202"/>
                  </a:lnTo>
                  <a:lnTo>
                    <a:pt x="6885" y="3307"/>
                  </a:lnTo>
                  <a:lnTo>
                    <a:pt x="6738" y="3411"/>
                  </a:lnTo>
                  <a:lnTo>
                    <a:pt x="6633" y="3411"/>
                  </a:lnTo>
                  <a:lnTo>
                    <a:pt x="6592" y="3453"/>
                  </a:lnTo>
                  <a:lnTo>
                    <a:pt x="6571" y="3558"/>
                  </a:lnTo>
                  <a:lnTo>
                    <a:pt x="6529" y="3621"/>
                  </a:lnTo>
                  <a:lnTo>
                    <a:pt x="6487" y="3683"/>
                  </a:lnTo>
                  <a:lnTo>
                    <a:pt x="6529" y="3767"/>
                  </a:lnTo>
                  <a:lnTo>
                    <a:pt x="6487" y="3830"/>
                  </a:lnTo>
                  <a:lnTo>
                    <a:pt x="6424" y="3830"/>
                  </a:lnTo>
                  <a:lnTo>
                    <a:pt x="6382" y="3851"/>
                  </a:lnTo>
                  <a:lnTo>
                    <a:pt x="6236" y="3872"/>
                  </a:lnTo>
                  <a:lnTo>
                    <a:pt x="6131" y="3830"/>
                  </a:lnTo>
                  <a:lnTo>
                    <a:pt x="6089" y="3767"/>
                  </a:lnTo>
                  <a:lnTo>
                    <a:pt x="6089" y="3683"/>
                  </a:lnTo>
                  <a:lnTo>
                    <a:pt x="6048" y="3662"/>
                  </a:lnTo>
                  <a:lnTo>
                    <a:pt x="5985" y="3662"/>
                  </a:lnTo>
                  <a:lnTo>
                    <a:pt x="5964" y="3621"/>
                  </a:lnTo>
                  <a:lnTo>
                    <a:pt x="5943" y="3537"/>
                  </a:lnTo>
                  <a:lnTo>
                    <a:pt x="5838" y="3537"/>
                  </a:lnTo>
                  <a:lnTo>
                    <a:pt x="5797" y="3579"/>
                  </a:lnTo>
                  <a:lnTo>
                    <a:pt x="5755" y="3641"/>
                  </a:lnTo>
                  <a:lnTo>
                    <a:pt x="5671" y="3641"/>
                  </a:lnTo>
                  <a:lnTo>
                    <a:pt x="5629" y="3662"/>
                  </a:lnTo>
                  <a:lnTo>
                    <a:pt x="5629" y="3830"/>
                  </a:lnTo>
                  <a:lnTo>
                    <a:pt x="5608" y="3893"/>
                  </a:lnTo>
                  <a:lnTo>
                    <a:pt x="5608" y="3997"/>
                  </a:lnTo>
                  <a:lnTo>
                    <a:pt x="5650" y="4165"/>
                  </a:lnTo>
                  <a:lnTo>
                    <a:pt x="5629" y="4353"/>
                  </a:lnTo>
                  <a:lnTo>
                    <a:pt x="5566" y="4416"/>
                  </a:lnTo>
                  <a:lnTo>
                    <a:pt x="5525" y="4416"/>
                  </a:lnTo>
                  <a:lnTo>
                    <a:pt x="5545" y="4206"/>
                  </a:lnTo>
                  <a:lnTo>
                    <a:pt x="5545" y="4060"/>
                  </a:lnTo>
                  <a:lnTo>
                    <a:pt x="5525" y="3976"/>
                  </a:lnTo>
                  <a:lnTo>
                    <a:pt x="5525" y="3767"/>
                  </a:lnTo>
                  <a:lnTo>
                    <a:pt x="5504" y="3662"/>
                  </a:lnTo>
                  <a:lnTo>
                    <a:pt x="5462" y="3641"/>
                  </a:lnTo>
                  <a:lnTo>
                    <a:pt x="5420" y="3662"/>
                  </a:lnTo>
                  <a:lnTo>
                    <a:pt x="5336" y="3662"/>
                  </a:lnTo>
                  <a:lnTo>
                    <a:pt x="5253" y="3767"/>
                  </a:lnTo>
                  <a:lnTo>
                    <a:pt x="5190" y="3788"/>
                  </a:lnTo>
                  <a:lnTo>
                    <a:pt x="5085" y="3872"/>
                  </a:lnTo>
                  <a:lnTo>
                    <a:pt x="5043" y="3955"/>
                  </a:lnTo>
                  <a:lnTo>
                    <a:pt x="5043" y="4039"/>
                  </a:lnTo>
                  <a:lnTo>
                    <a:pt x="4918" y="4186"/>
                  </a:lnTo>
                  <a:lnTo>
                    <a:pt x="4876" y="4206"/>
                  </a:lnTo>
                  <a:lnTo>
                    <a:pt x="4834" y="4165"/>
                  </a:lnTo>
                  <a:lnTo>
                    <a:pt x="4729" y="4165"/>
                  </a:lnTo>
                  <a:lnTo>
                    <a:pt x="4688" y="4186"/>
                  </a:lnTo>
                  <a:lnTo>
                    <a:pt x="4688" y="4248"/>
                  </a:lnTo>
                  <a:lnTo>
                    <a:pt x="4771" y="4269"/>
                  </a:lnTo>
                  <a:lnTo>
                    <a:pt x="4792" y="4290"/>
                  </a:lnTo>
                  <a:lnTo>
                    <a:pt x="4709" y="4311"/>
                  </a:lnTo>
                  <a:lnTo>
                    <a:pt x="4562" y="4311"/>
                  </a:lnTo>
                  <a:lnTo>
                    <a:pt x="4478" y="4353"/>
                  </a:lnTo>
                  <a:lnTo>
                    <a:pt x="4416" y="4416"/>
                  </a:lnTo>
                  <a:lnTo>
                    <a:pt x="4248" y="4478"/>
                  </a:lnTo>
                  <a:lnTo>
                    <a:pt x="4248" y="4520"/>
                  </a:lnTo>
                  <a:lnTo>
                    <a:pt x="4185" y="4583"/>
                  </a:lnTo>
                  <a:lnTo>
                    <a:pt x="4081" y="4625"/>
                  </a:lnTo>
                  <a:lnTo>
                    <a:pt x="3997" y="4625"/>
                  </a:lnTo>
                  <a:lnTo>
                    <a:pt x="3976" y="4688"/>
                  </a:lnTo>
                  <a:lnTo>
                    <a:pt x="3976" y="4771"/>
                  </a:lnTo>
                  <a:lnTo>
                    <a:pt x="4039" y="4813"/>
                  </a:lnTo>
                  <a:lnTo>
                    <a:pt x="3997" y="4876"/>
                  </a:lnTo>
                  <a:lnTo>
                    <a:pt x="3955" y="4897"/>
                  </a:lnTo>
                  <a:lnTo>
                    <a:pt x="3892" y="4939"/>
                  </a:lnTo>
                  <a:lnTo>
                    <a:pt x="3851" y="5022"/>
                  </a:lnTo>
                  <a:lnTo>
                    <a:pt x="3767" y="5043"/>
                  </a:lnTo>
                  <a:lnTo>
                    <a:pt x="3746" y="5127"/>
                  </a:lnTo>
                  <a:lnTo>
                    <a:pt x="3746" y="5169"/>
                  </a:lnTo>
                  <a:lnTo>
                    <a:pt x="3767" y="5211"/>
                  </a:lnTo>
                  <a:lnTo>
                    <a:pt x="3767" y="5294"/>
                  </a:lnTo>
                  <a:lnTo>
                    <a:pt x="3767" y="5336"/>
                  </a:lnTo>
                  <a:lnTo>
                    <a:pt x="3830" y="5357"/>
                  </a:lnTo>
                  <a:lnTo>
                    <a:pt x="3892" y="5357"/>
                  </a:lnTo>
                  <a:lnTo>
                    <a:pt x="3976" y="5420"/>
                  </a:lnTo>
                  <a:lnTo>
                    <a:pt x="4039" y="5420"/>
                  </a:lnTo>
                  <a:lnTo>
                    <a:pt x="4081" y="5357"/>
                  </a:lnTo>
                  <a:lnTo>
                    <a:pt x="4144" y="5357"/>
                  </a:lnTo>
                  <a:lnTo>
                    <a:pt x="4248" y="5441"/>
                  </a:lnTo>
                  <a:lnTo>
                    <a:pt x="4269" y="5525"/>
                  </a:lnTo>
                  <a:lnTo>
                    <a:pt x="4353" y="5525"/>
                  </a:lnTo>
                  <a:lnTo>
                    <a:pt x="4457" y="5441"/>
                  </a:lnTo>
                  <a:lnTo>
                    <a:pt x="4499" y="5441"/>
                  </a:lnTo>
                  <a:lnTo>
                    <a:pt x="4604" y="5462"/>
                  </a:lnTo>
                  <a:lnTo>
                    <a:pt x="4792" y="5462"/>
                  </a:lnTo>
                  <a:lnTo>
                    <a:pt x="4834" y="5441"/>
                  </a:lnTo>
                  <a:lnTo>
                    <a:pt x="4834" y="5336"/>
                  </a:lnTo>
                  <a:lnTo>
                    <a:pt x="4918" y="5253"/>
                  </a:lnTo>
                  <a:lnTo>
                    <a:pt x="4939" y="5253"/>
                  </a:lnTo>
                  <a:lnTo>
                    <a:pt x="4939" y="5357"/>
                  </a:lnTo>
                  <a:lnTo>
                    <a:pt x="4981" y="5378"/>
                  </a:lnTo>
                  <a:lnTo>
                    <a:pt x="4939" y="5441"/>
                  </a:lnTo>
                  <a:lnTo>
                    <a:pt x="4813" y="5483"/>
                  </a:lnTo>
                  <a:lnTo>
                    <a:pt x="4709" y="5566"/>
                  </a:lnTo>
                  <a:lnTo>
                    <a:pt x="4562" y="5546"/>
                  </a:lnTo>
                  <a:lnTo>
                    <a:pt x="4457" y="5566"/>
                  </a:lnTo>
                  <a:lnTo>
                    <a:pt x="4416" y="5629"/>
                  </a:lnTo>
                  <a:lnTo>
                    <a:pt x="4416" y="5671"/>
                  </a:lnTo>
                  <a:lnTo>
                    <a:pt x="4520" y="5755"/>
                  </a:lnTo>
                  <a:lnTo>
                    <a:pt x="4667" y="5755"/>
                  </a:lnTo>
                  <a:lnTo>
                    <a:pt x="4688" y="5776"/>
                  </a:lnTo>
                  <a:lnTo>
                    <a:pt x="4667" y="5859"/>
                  </a:lnTo>
                  <a:lnTo>
                    <a:pt x="4520" y="5943"/>
                  </a:lnTo>
                  <a:lnTo>
                    <a:pt x="4290" y="5943"/>
                  </a:lnTo>
                  <a:lnTo>
                    <a:pt x="4206" y="6048"/>
                  </a:lnTo>
                  <a:lnTo>
                    <a:pt x="4206" y="6152"/>
                  </a:lnTo>
                  <a:lnTo>
                    <a:pt x="4290" y="6194"/>
                  </a:lnTo>
                  <a:lnTo>
                    <a:pt x="4269" y="6299"/>
                  </a:lnTo>
                  <a:lnTo>
                    <a:pt x="4185" y="6320"/>
                  </a:lnTo>
                  <a:lnTo>
                    <a:pt x="4081" y="6487"/>
                  </a:lnTo>
                  <a:lnTo>
                    <a:pt x="4039" y="6571"/>
                  </a:lnTo>
                  <a:lnTo>
                    <a:pt x="3892" y="6613"/>
                  </a:lnTo>
                  <a:lnTo>
                    <a:pt x="3788" y="6738"/>
                  </a:lnTo>
                  <a:lnTo>
                    <a:pt x="3725" y="6843"/>
                  </a:lnTo>
                  <a:lnTo>
                    <a:pt x="3620" y="6947"/>
                  </a:lnTo>
                  <a:lnTo>
                    <a:pt x="3620" y="7010"/>
                  </a:lnTo>
                  <a:lnTo>
                    <a:pt x="3537" y="7031"/>
                  </a:lnTo>
                  <a:lnTo>
                    <a:pt x="3453" y="7031"/>
                  </a:lnTo>
                  <a:lnTo>
                    <a:pt x="3348" y="6947"/>
                  </a:lnTo>
                  <a:lnTo>
                    <a:pt x="3307" y="6906"/>
                  </a:lnTo>
                  <a:lnTo>
                    <a:pt x="3202" y="6885"/>
                  </a:lnTo>
                  <a:lnTo>
                    <a:pt x="3139" y="6822"/>
                  </a:lnTo>
                  <a:lnTo>
                    <a:pt x="3014" y="6801"/>
                  </a:lnTo>
                  <a:lnTo>
                    <a:pt x="2888" y="6822"/>
                  </a:lnTo>
                  <a:lnTo>
                    <a:pt x="2784" y="6885"/>
                  </a:lnTo>
                  <a:lnTo>
                    <a:pt x="2679" y="6843"/>
                  </a:lnTo>
                  <a:lnTo>
                    <a:pt x="2616" y="6822"/>
                  </a:lnTo>
                  <a:lnTo>
                    <a:pt x="2512" y="6843"/>
                  </a:lnTo>
                  <a:lnTo>
                    <a:pt x="2344" y="6843"/>
                  </a:lnTo>
                  <a:lnTo>
                    <a:pt x="2177" y="6927"/>
                  </a:lnTo>
                  <a:lnTo>
                    <a:pt x="2156" y="7010"/>
                  </a:lnTo>
                  <a:lnTo>
                    <a:pt x="2198" y="7052"/>
                  </a:lnTo>
                  <a:lnTo>
                    <a:pt x="2177" y="7115"/>
                  </a:lnTo>
                  <a:lnTo>
                    <a:pt x="2156" y="7052"/>
                  </a:lnTo>
                  <a:lnTo>
                    <a:pt x="2072" y="7052"/>
                  </a:lnTo>
                  <a:lnTo>
                    <a:pt x="1654" y="7157"/>
                  </a:lnTo>
                  <a:lnTo>
                    <a:pt x="1549" y="7157"/>
                  </a:lnTo>
                  <a:lnTo>
                    <a:pt x="1486" y="7199"/>
                  </a:lnTo>
                  <a:lnTo>
                    <a:pt x="1465" y="7199"/>
                  </a:lnTo>
                  <a:lnTo>
                    <a:pt x="1382" y="7157"/>
                  </a:lnTo>
                  <a:lnTo>
                    <a:pt x="1319" y="7219"/>
                  </a:lnTo>
                  <a:lnTo>
                    <a:pt x="1277" y="7261"/>
                  </a:lnTo>
                  <a:lnTo>
                    <a:pt x="1214" y="7303"/>
                  </a:lnTo>
                  <a:lnTo>
                    <a:pt x="1172" y="7261"/>
                  </a:lnTo>
                  <a:lnTo>
                    <a:pt x="1172" y="7240"/>
                  </a:lnTo>
                  <a:lnTo>
                    <a:pt x="1110" y="7219"/>
                  </a:lnTo>
                  <a:lnTo>
                    <a:pt x="1026" y="7219"/>
                  </a:lnTo>
                  <a:lnTo>
                    <a:pt x="942" y="7261"/>
                  </a:lnTo>
                  <a:lnTo>
                    <a:pt x="859" y="7261"/>
                  </a:lnTo>
                  <a:lnTo>
                    <a:pt x="817" y="7240"/>
                  </a:lnTo>
                  <a:lnTo>
                    <a:pt x="733" y="7240"/>
                  </a:lnTo>
                  <a:lnTo>
                    <a:pt x="691" y="7303"/>
                  </a:lnTo>
                  <a:lnTo>
                    <a:pt x="607" y="7324"/>
                  </a:lnTo>
                  <a:lnTo>
                    <a:pt x="607" y="7366"/>
                  </a:lnTo>
                  <a:lnTo>
                    <a:pt x="607" y="7429"/>
                  </a:lnTo>
                  <a:lnTo>
                    <a:pt x="419" y="7512"/>
                  </a:lnTo>
                  <a:lnTo>
                    <a:pt x="315" y="7512"/>
                  </a:lnTo>
                  <a:lnTo>
                    <a:pt x="294" y="7554"/>
                  </a:lnTo>
                  <a:lnTo>
                    <a:pt x="335" y="7638"/>
                  </a:lnTo>
                  <a:lnTo>
                    <a:pt x="419" y="7638"/>
                  </a:lnTo>
                  <a:lnTo>
                    <a:pt x="482" y="7659"/>
                  </a:lnTo>
                  <a:lnTo>
                    <a:pt x="482" y="7722"/>
                  </a:lnTo>
                  <a:lnTo>
                    <a:pt x="398" y="7722"/>
                  </a:lnTo>
                  <a:lnTo>
                    <a:pt x="377" y="7680"/>
                  </a:lnTo>
                  <a:lnTo>
                    <a:pt x="335" y="7722"/>
                  </a:lnTo>
                  <a:lnTo>
                    <a:pt x="294" y="7784"/>
                  </a:lnTo>
                  <a:lnTo>
                    <a:pt x="189" y="7847"/>
                  </a:lnTo>
                  <a:lnTo>
                    <a:pt x="105" y="7868"/>
                  </a:lnTo>
                  <a:lnTo>
                    <a:pt x="168" y="7931"/>
                  </a:lnTo>
                  <a:lnTo>
                    <a:pt x="273" y="7973"/>
                  </a:lnTo>
                  <a:lnTo>
                    <a:pt x="315" y="8035"/>
                  </a:lnTo>
                  <a:lnTo>
                    <a:pt x="419" y="8266"/>
                  </a:lnTo>
                  <a:lnTo>
                    <a:pt x="482" y="8307"/>
                  </a:lnTo>
                  <a:lnTo>
                    <a:pt x="587" y="8307"/>
                  </a:lnTo>
                  <a:lnTo>
                    <a:pt x="628" y="8349"/>
                  </a:lnTo>
                  <a:lnTo>
                    <a:pt x="649" y="8391"/>
                  </a:lnTo>
                  <a:lnTo>
                    <a:pt x="607" y="8454"/>
                  </a:lnTo>
                  <a:lnTo>
                    <a:pt x="545" y="8496"/>
                  </a:lnTo>
                  <a:lnTo>
                    <a:pt x="524" y="8559"/>
                  </a:lnTo>
                  <a:lnTo>
                    <a:pt x="587" y="8621"/>
                  </a:lnTo>
                  <a:lnTo>
                    <a:pt x="691" y="8663"/>
                  </a:lnTo>
                  <a:lnTo>
                    <a:pt x="817" y="8621"/>
                  </a:lnTo>
                  <a:lnTo>
                    <a:pt x="921" y="8559"/>
                  </a:lnTo>
                  <a:lnTo>
                    <a:pt x="963" y="8496"/>
                  </a:lnTo>
                  <a:lnTo>
                    <a:pt x="1005" y="8475"/>
                  </a:lnTo>
                  <a:lnTo>
                    <a:pt x="1047" y="8496"/>
                  </a:lnTo>
                  <a:lnTo>
                    <a:pt x="1068" y="8559"/>
                  </a:lnTo>
                  <a:lnTo>
                    <a:pt x="1005" y="8684"/>
                  </a:lnTo>
                  <a:lnTo>
                    <a:pt x="900" y="8726"/>
                  </a:lnTo>
                  <a:lnTo>
                    <a:pt x="796" y="8768"/>
                  </a:lnTo>
                  <a:lnTo>
                    <a:pt x="754" y="8810"/>
                  </a:lnTo>
                  <a:lnTo>
                    <a:pt x="796" y="8893"/>
                  </a:lnTo>
                  <a:lnTo>
                    <a:pt x="900" y="8914"/>
                  </a:lnTo>
                  <a:lnTo>
                    <a:pt x="963" y="8872"/>
                  </a:lnTo>
                  <a:lnTo>
                    <a:pt x="1110" y="8810"/>
                  </a:lnTo>
                  <a:lnTo>
                    <a:pt x="1151" y="8831"/>
                  </a:lnTo>
                  <a:lnTo>
                    <a:pt x="1151" y="8872"/>
                  </a:lnTo>
                  <a:lnTo>
                    <a:pt x="963" y="8935"/>
                  </a:lnTo>
                  <a:lnTo>
                    <a:pt x="838" y="8998"/>
                  </a:lnTo>
                  <a:lnTo>
                    <a:pt x="817" y="9040"/>
                  </a:lnTo>
                  <a:lnTo>
                    <a:pt x="1005" y="9228"/>
                  </a:lnTo>
                  <a:lnTo>
                    <a:pt x="1131" y="9291"/>
                  </a:lnTo>
                  <a:lnTo>
                    <a:pt x="1277" y="9291"/>
                  </a:lnTo>
                  <a:lnTo>
                    <a:pt x="1340" y="9228"/>
                  </a:lnTo>
                  <a:lnTo>
                    <a:pt x="1361" y="9103"/>
                  </a:lnTo>
                  <a:lnTo>
                    <a:pt x="1319" y="9040"/>
                  </a:lnTo>
                  <a:lnTo>
                    <a:pt x="1277" y="8998"/>
                  </a:lnTo>
                  <a:lnTo>
                    <a:pt x="1319" y="8977"/>
                  </a:lnTo>
                  <a:lnTo>
                    <a:pt x="1361" y="8977"/>
                  </a:lnTo>
                  <a:lnTo>
                    <a:pt x="1444" y="9082"/>
                  </a:lnTo>
                  <a:lnTo>
                    <a:pt x="1465" y="9103"/>
                  </a:lnTo>
                  <a:lnTo>
                    <a:pt x="1465" y="9144"/>
                  </a:lnTo>
                  <a:lnTo>
                    <a:pt x="1570" y="9207"/>
                  </a:lnTo>
                  <a:lnTo>
                    <a:pt x="1758" y="9228"/>
                  </a:lnTo>
                  <a:lnTo>
                    <a:pt x="1884" y="9228"/>
                  </a:lnTo>
                  <a:lnTo>
                    <a:pt x="1988" y="9144"/>
                  </a:lnTo>
                  <a:lnTo>
                    <a:pt x="2051" y="9123"/>
                  </a:lnTo>
                  <a:lnTo>
                    <a:pt x="2114" y="9144"/>
                  </a:lnTo>
                  <a:lnTo>
                    <a:pt x="2114" y="9228"/>
                  </a:lnTo>
                  <a:lnTo>
                    <a:pt x="2177" y="9291"/>
                  </a:lnTo>
                  <a:lnTo>
                    <a:pt x="2219" y="9291"/>
                  </a:lnTo>
                  <a:lnTo>
                    <a:pt x="2281" y="9312"/>
                  </a:lnTo>
                  <a:lnTo>
                    <a:pt x="2302" y="9458"/>
                  </a:lnTo>
                  <a:lnTo>
                    <a:pt x="2260" y="9458"/>
                  </a:lnTo>
                  <a:lnTo>
                    <a:pt x="2114" y="9542"/>
                  </a:lnTo>
                  <a:lnTo>
                    <a:pt x="2114" y="9626"/>
                  </a:lnTo>
                  <a:lnTo>
                    <a:pt x="2156" y="9667"/>
                  </a:lnTo>
                  <a:lnTo>
                    <a:pt x="2156" y="9730"/>
                  </a:lnTo>
                  <a:lnTo>
                    <a:pt x="2072" y="9667"/>
                  </a:lnTo>
                  <a:lnTo>
                    <a:pt x="2051" y="9647"/>
                  </a:lnTo>
                  <a:lnTo>
                    <a:pt x="1968" y="9626"/>
                  </a:lnTo>
                  <a:lnTo>
                    <a:pt x="1884" y="9542"/>
                  </a:lnTo>
                  <a:lnTo>
                    <a:pt x="1696" y="9458"/>
                  </a:lnTo>
                  <a:lnTo>
                    <a:pt x="1465" y="9458"/>
                  </a:lnTo>
                  <a:lnTo>
                    <a:pt x="1319" y="9437"/>
                  </a:lnTo>
                  <a:lnTo>
                    <a:pt x="1110" y="9500"/>
                  </a:lnTo>
                  <a:lnTo>
                    <a:pt x="1110" y="9542"/>
                  </a:lnTo>
                  <a:lnTo>
                    <a:pt x="1214" y="9626"/>
                  </a:lnTo>
                  <a:lnTo>
                    <a:pt x="1361" y="9647"/>
                  </a:lnTo>
                  <a:lnTo>
                    <a:pt x="1486" y="9667"/>
                  </a:lnTo>
                  <a:lnTo>
                    <a:pt x="1654" y="9772"/>
                  </a:lnTo>
                  <a:lnTo>
                    <a:pt x="1842" y="9856"/>
                  </a:lnTo>
                  <a:lnTo>
                    <a:pt x="1947" y="9856"/>
                  </a:lnTo>
                  <a:lnTo>
                    <a:pt x="2009" y="9877"/>
                  </a:lnTo>
                  <a:lnTo>
                    <a:pt x="1884" y="9940"/>
                  </a:lnTo>
                  <a:lnTo>
                    <a:pt x="1654" y="9940"/>
                  </a:lnTo>
                  <a:lnTo>
                    <a:pt x="1444" y="9814"/>
                  </a:lnTo>
                  <a:lnTo>
                    <a:pt x="1361" y="9751"/>
                  </a:lnTo>
                  <a:lnTo>
                    <a:pt x="1214" y="9751"/>
                  </a:lnTo>
                  <a:lnTo>
                    <a:pt x="1005" y="9647"/>
                  </a:lnTo>
                  <a:lnTo>
                    <a:pt x="796" y="9647"/>
                  </a:lnTo>
                  <a:lnTo>
                    <a:pt x="649" y="9563"/>
                  </a:lnTo>
                  <a:lnTo>
                    <a:pt x="482" y="9521"/>
                  </a:lnTo>
                  <a:lnTo>
                    <a:pt x="294" y="9605"/>
                  </a:lnTo>
                  <a:lnTo>
                    <a:pt x="294" y="9730"/>
                  </a:lnTo>
                  <a:lnTo>
                    <a:pt x="231" y="9667"/>
                  </a:lnTo>
                  <a:lnTo>
                    <a:pt x="168" y="9667"/>
                  </a:lnTo>
                  <a:lnTo>
                    <a:pt x="105" y="9730"/>
                  </a:lnTo>
                  <a:lnTo>
                    <a:pt x="63" y="9730"/>
                  </a:lnTo>
                  <a:lnTo>
                    <a:pt x="1" y="9814"/>
                  </a:lnTo>
                  <a:lnTo>
                    <a:pt x="1" y="9877"/>
                  </a:lnTo>
                  <a:lnTo>
                    <a:pt x="1" y="9960"/>
                  </a:lnTo>
                  <a:lnTo>
                    <a:pt x="63" y="9940"/>
                  </a:lnTo>
                  <a:lnTo>
                    <a:pt x="105" y="9940"/>
                  </a:lnTo>
                  <a:lnTo>
                    <a:pt x="147" y="9960"/>
                  </a:lnTo>
                  <a:lnTo>
                    <a:pt x="63" y="10023"/>
                  </a:lnTo>
                  <a:lnTo>
                    <a:pt x="22" y="10086"/>
                  </a:lnTo>
                  <a:lnTo>
                    <a:pt x="63" y="10191"/>
                  </a:lnTo>
                  <a:lnTo>
                    <a:pt x="189" y="10253"/>
                  </a:lnTo>
                  <a:lnTo>
                    <a:pt x="273" y="10170"/>
                  </a:lnTo>
                  <a:lnTo>
                    <a:pt x="315" y="10149"/>
                  </a:lnTo>
                  <a:lnTo>
                    <a:pt x="377" y="10149"/>
                  </a:lnTo>
                  <a:lnTo>
                    <a:pt x="440" y="10023"/>
                  </a:lnTo>
                  <a:lnTo>
                    <a:pt x="503" y="9981"/>
                  </a:lnTo>
                  <a:lnTo>
                    <a:pt x="587" y="9981"/>
                  </a:lnTo>
                  <a:lnTo>
                    <a:pt x="524" y="10044"/>
                  </a:lnTo>
                  <a:lnTo>
                    <a:pt x="482" y="10170"/>
                  </a:lnTo>
                  <a:lnTo>
                    <a:pt x="398" y="10232"/>
                  </a:lnTo>
                  <a:lnTo>
                    <a:pt x="315" y="10274"/>
                  </a:lnTo>
                  <a:lnTo>
                    <a:pt x="356" y="10442"/>
                  </a:lnTo>
                  <a:lnTo>
                    <a:pt x="503" y="10588"/>
                  </a:lnTo>
                  <a:lnTo>
                    <a:pt x="566" y="10546"/>
                  </a:lnTo>
                  <a:lnTo>
                    <a:pt x="607" y="10546"/>
                  </a:lnTo>
                  <a:lnTo>
                    <a:pt x="775" y="10609"/>
                  </a:lnTo>
                  <a:lnTo>
                    <a:pt x="879" y="10609"/>
                  </a:lnTo>
                  <a:lnTo>
                    <a:pt x="879" y="10672"/>
                  </a:lnTo>
                  <a:lnTo>
                    <a:pt x="817" y="10756"/>
                  </a:lnTo>
                  <a:lnTo>
                    <a:pt x="733" y="10797"/>
                  </a:lnTo>
                  <a:lnTo>
                    <a:pt x="712" y="10776"/>
                  </a:lnTo>
                  <a:lnTo>
                    <a:pt x="545" y="10776"/>
                  </a:lnTo>
                  <a:lnTo>
                    <a:pt x="482" y="10797"/>
                  </a:lnTo>
                  <a:lnTo>
                    <a:pt x="419" y="10881"/>
                  </a:lnTo>
                  <a:lnTo>
                    <a:pt x="273" y="10881"/>
                  </a:lnTo>
                  <a:lnTo>
                    <a:pt x="210" y="10923"/>
                  </a:lnTo>
                  <a:lnTo>
                    <a:pt x="210" y="11069"/>
                  </a:lnTo>
                  <a:lnTo>
                    <a:pt x="294" y="11174"/>
                  </a:lnTo>
                  <a:lnTo>
                    <a:pt x="335" y="11237"/>
                  </a:lnTo>
                  <a:lnTo>
                    <a:pt x="419" y="11425"/>
                  </a:lnTo>
                  <a:lnTo>
                    <a:pt x="545" y="11488"/>
                  </a:lnTo>
                  <a:lnTo>
                    <a:pt x="503" y="11509"/>
                  </a:lnTo>
                  <a:lnTo>
                    <a:pt x="503" y="11530"/>
                  </a:lnTo>
                  <a:lnTo>
                    <a:pt x="587" y="11592"/>
                  </a:lnTo>
                  <a:lnTo>
                    <a:pt x="670" y="11697"/>
                  </a:lnTo>
                  <a:lnTo>
                    <a:pt x="754" y="11760"/>
                  </a:lnTo>
                  <a:lnTo>
                    <a:pt x="859" y="11823"/>
                  </a:lnTo>
                  <a:lnTo>
                    <a:pt x="963" y="11927"/>
                  </a:lnTo>
                  <a:lnTo>
                    <a:pt x="1047" y="11969"/>
                  </a:lnTo>
                  <a:lnTo>
                    <a:pt x="1068" y="11948"/>
                  </a:lnTo>
                  <a:lnTo>
                    <a:pt x="1068" y="11864"/>
                  </a:lnTo>
                  <a:lnTo>
                    <a:pt x="1047" y="11718"/>
                  </a:lnTo>
                  <a:lnTo>
                    <a:pt x="1047" y="11634"/>
                  </a:lnTo>
                  <a:lnTo>
                    <a:pt x="1110" y="11592"/>
                  </a:lnTo>
                  <a:lnTo>
                    <a:pt x="1131" y="11488"/>
                  </a:lnTo>
                  <a:lnTo>
                    <a:pt x="1131" y="11404"/>
                  </a:lnTo>
                  <a:lnTo>
                    <a:pt x="1172" y="11383"/>
                  </a:lnTo>
                  <a:lnTo>
                    <a:pt x="1214" y="11383"/>
                  </a:lnTo>
                  <a:lnTo>
                    <a:pt x="1235" y="11488"/>
                  </a:lnTo>
                  <a:lnTo>
                    <a:pt x="1277" y="11592"/>
                  </a:lnTo>
                  <a:lnTo>
                    <a:pt x="1277" y="11655"/>
                  </a:lnTo>
                  <a:lnTo>
                    <a:pt x="1319" y="11718"/>
                  </a:lnTo>
                  <a:lnTo>
                    <a:pt x="1340" y="11697"/>
                  </a:lnTo>
                  <a:lnTo>
                    <a:pt x="1361" y="11634"/>
                  </a:lnTo>
                  <a:lnTo>
                    <a:pt x="1444" y="11634"/>
                  </a:lnTo>
                  <a:lnTo>
                    <a:pt x="1549" y="11551"/>
                  </a:lnTo>
                  <a:lnTo>
                    <a:pt x="1570" y="11592"/>
                  </a:lnTo>
                  <a:lnTo>
                    <a:pt x="1654" y="11592"/>
                  </a:lnTo>
                  <a:lnTo>
                    <a:pt x="1675" y="11634"/>
                  </a:lnTo>
                  <a:lnTo>
                    <a:pt x="1612" y="11718"/>
                  </a:lnTo>
                  <a:lnTo>
                    <a:pt x="1549" y="11823"/>
                  </a:lnTo>
                  <a:lnTo>
                    <a:pt x="1549" y="11927"/>
                  </a:lnTo>
                  <a:lnTo>
                    <a:pt x="1633" y="11948"/>
                  </a:lnTo>
                  <a:lnTo>
                    <a:pt x="1675" y="11927"/>
                  </a:lnTo>
                  <a:lnTo>
                    <a:pt x="1737" y="11739"/>
                  </a:lnTo>
                  <a:lnTo>
                    <a:pt x="1758" y="11655"/>
                  </a:lnTo>
                  <a:lnTo>
                    <a:pt x="1842" y="11697"/>
                  </a:lnTo>
                  <a:lnTo>
                    <a:pt x="1926" y="11823"/>
                  </a:lnTo>
                  <a:lnTo>
                    <a:pt x="1968" y="11844"/>
                  </a:lnTo>
                  <a:lnTo>
                    <a:pt x="2051" y="11802"/>
                  </a:lnTo>
                  <a:lnTo>
                    <a:pt x="2051" y="11718"/>
                  </a:lnTo>
                  <a:lnTo>
                    <a:pt x="2093" y="11634"/>
                  </a:lnTo>
                  <a:lnTo>
                    <a:pt x="2198" y="11634"/>
                  </a:lnTo>
                  <a:lnTo>
                    <a:pt x="2240" y="11655"/>
                  </a:lnTo>
                  <a:lnTo>
                    <a:pt x="2240" y="11760"/>
                  </a:lnTo>
                  <a:lnTo>
                    <a:pt x="2177" y="11864"/>
                  </a:lnTo>
                  <a:lnTo>
                    <a:pt x="2177" y="11969"/>
                  </a:lnTo>
                  <a:lnTo>
                    <a:pt x="2240" y="11927"/>
                  </a:lnTo>
                  <a:lnTo>
                    <a:pt x="2344" y="11844"/>
                  </a:lnTo>
                  <a:lnTo>
                    <a:pt x="2386" y="11739"/>
                  </a:lnTo>
                  <a:lnTo>
                    <a:pt x="2470" y="11655"/>
                  </a:lnTo>
                  <a:lnTo>
                    <a:pt x="2595" y="11634"/>
                  </a:lnTo>
                  <a:lnTo>
                    <a:pt x="2700" y="11655"/>
                  </a:lnTo>
                  <a:lnTo>
                    <a:pt x="2784" y="11739"/>
                  </a:lnTo>
                  <a:lnTo>
                    <a:pt x="2909" y="11802"/>
                  </a:lnTo>
                  <a:lnTo>
                    <a:pt x="3076" y="11927"/>
                  </a:lnTo>
                  <a:lnTo>
                    <a:pt x="3181" y="11948"/>
                  </a:lnTo>
                  <a:lnTo>
                    <a:pt x="3223" y="11906"/>
                  </a:lnTo>
                  <a:lnTo>
                    <a:pt x="3286" y="11906"/>
                  </a:lnTo>
                  <a:lnTo>
                    <a:pt x="3390" y="12011"/>
                  </a:lnTo>
                  <a:lnTo>
                    <a:pt x="3516" y="12116"/>
                  </a:lnTo>
                  <a:lnTo>
                    <a:pt x="3495" y="12220"/>
                  </a:lnTo>
                  <a:lnTo>
                    <a:pt x="3495" y="12241"/>
                  </a:lnTo>
                  <a:lnTo>
                    <a:pt x="3537" y="12241"/>
                  </a:lnTo>
                  <a:lnTo>
                    <a:pt x="3558" y="12220"/>
                  </a:lnTo>
                  <a:lnTo>
                    <a:pt x="3620" y="12241"/>
                  </a:lnTo>
                  <a:lnTo>
                    <a:pt x="3662" y="12325"/>
                  </a:lnTo>
                  <a:lnTo>
                    <a:pt x="3746" y="12367"/>
                  </a:lnTo>
                  <a:lnTo>
                    <a:pt x="3809" y="12429"/>
                  </a:lnTo>
                  <a:lnTo>
                    <a:pt x="3830" y="12492"/>
                  </a:lnTo>
                  <a:lnTo>
                    <a:pt x="3851" y="12534"/>
                  </a:lnTo>
                  <a:lnTo>
                    <a:pt x="3913" y="12534"/>
                  </a:lnTo>
                  <a:lnTo>
                    <a:pt x="3913" y="12471"/>
                  </a:lnTo>
                  <a:lnTo>
                    <a:pt x="3955" y="12471"/>
                  </a:lnTo>
                  <a:lnTo>
                    <a:pt x="4018" y="12492"/>
                  </a:lnTo>
                  <a:lnTo>
                    <a:pt x="4039" y="12576"/>
                  </a:lnTo>
                  <a:lnTo>
                    <a:pt x="4164" y="12681"/>
                  </a:lnTo>
                  <a:lnTo>
                    <a:pt x="4248" y="12785"/>
                  </a:lnTo>
                  <a:lnTo>
                    <a:pt x="4290" y="12806"/>
                  </a:lnTo>
                  <a:lnTo>
                    <a:pt x="4353" y="12869"/>
                  </a:lnTo>
                  <a:lnTo>
                    <a:pt x="4332" y="12953"/>
                  </a:lnTo>
                  <a:lnTo>
                    <a:pt x="4353" y="12973"/>
                  </a:lnTo>
                  <a:lnTo>
                    <a:pt x="4353" y="13015"/>
                  </a:lnTo>
                  <a:lnTo>
                    <a:pt x="4290" y="13078"/>
                  </a:lnTo>
                  <a:lnTo>
                    <a:pt x="4248" y="13183"/>
                  </a:lnTo>
                  <a:lnTo>
                    <a:pt x="4164" y="13225"/>
                  </a:lnTo>
                  <a:lnTo>
                    <a:pt x="4164" y="13266"/>
                  </a:lnTo>
                  <a:lnTo>
                    <a:pt x="4269" y="13266"/>
                  </a:lnTo>
                  <a:lnTo>
                    <a:pt x="4290" y="13287"/>
                  </a:lnTo>
                  <a:lnTo>
                    <a:pt x="4269" y="13329"/>
                  </a:lnTo>
                  <a:lnTo>
                    <a:pt x="4227" y="13371"/>
                  </a:lnTo>
                  <a:lnTo>
                    <a:pt x="4123" y="13476"/>
                  </a:lnTo>
                  <a:lnTo>
                    <a:pt x="4081" y="13497"/>
                  </a:lnTo>
                  <a:lnTo>
                    <a:pt x="4081" y="13538"/>
                  </a:lnTo>
                  <a:lnTo>
                    <a:pt x="4144" y="13601"/>
                  </a:lnTo>
                  <a:lnTo>
                    <a:pt x="4185" y="13685"/>
                  </a:lnTo>
                  <a:lnTo>
                    <a:pt x="4185" y="13727"/>
                  </a:lnTo>
                  <a:lnTo>
                    <a:pt x="4374" y="13894"/>
                  </a:lnTo>
                  <a:lnTo>
                    <a:pt x="4416" y="13957"/>
                  </a:lnTo>
                  <a:lnTo>
                    <a:pt x="4416" y="14061"/>
                  </a:lnTo>
                  <a:lnTo>
                    <a:pt x="4457" y="14124"/>
                  </a:lnTo>
                  <a:lnTo>
                    <a:pt x="4416" y="14166"/>
                  </a:lnTo>
                  <a:lnTo>
                    <a:pt x="4416" y="14250"/>
                  </a:lnTo>
                  <a:lnTo>
                    <a:pt x="4478" y="14333"/>
                  </a:lnTo>
                  <a:lnTo>
                    <a:pt x="4520" y="14333"/>
                  </a:lnTo>
                  <a:lnTo>
                    <a:pt x="4562" y="14354"/>
                  </a:lnTo>
                  <a:lnTo>
                    <a:pt x="4583" y="14438"/>
                  </a:lnTo>
                  <a:lnTo>
                    <a:pt x="4667" y="14543"/>
                  </a:lnTo>
                  <a:lnTo>
                    <a:pt x="4709" y="14585"/>
                  </a:lnTo>
                  <a:lnTo>
                    <a:pt x="4709" y="14668"/>
                  </a:lnTo>
                  <a:lnTo>
                    <a:pt x="4688" y="14752"/>
                  </a:lnTo>
                  <a:lnTo>
                    <a:pt x="4604" y="14773"/>
                  </a:lnTo>
                  <a:lnTo>
                    <a:pt x="4520" y="14857"/>
                  </a:lnTo>
                  <a:lnTo>
                    <a:pt x="4499" y="14940"/>
                  </a:lnTo>
                  <a:lnTo>
                    <a:pt x="4457" y="15003"/>
                  </a:lnTo>
                  <a:lnTo>
                    <a:pt x="4395" y="15003"/>
                  </a:lnTo>
                  <a:lnTo>
                    <a:pt x="4290" y="15087"/>
                  </a:lnTo>
                  <a:lnTo>
                    <a:pt x="4269" y="15149"/>
                  </a:lnTo>
                  <a:lnTo>
                    <a:pt x="4311" y="15170"/>
                  </a:lnTo>
                  <a:lnTo>
                    <a:pt x="4374" y="15149"/>
                  </a:lnTo>
                  <a:lnTo>
                    <a:pt x="4416" y="15087"/>
                  </a:lnTo>
                  <a:lnTo>
                    <a:pt x="4478" y="15087"/>
                  </a:lnTo>
                  <a:lnTo>
                    <a:pt x="4583" y="14982"/>
                  </a:lnTo>
                  <a:lnTo>
                    <a:pt x="4688" y="14982"/>
                  </a:lnTo>
                  <a:lnTo>
                    <a:pt x="4667" y="15108"/>
                  </a:lnTo>
                  <a:lnTo>
                    <a:pt x="4625" y="15170"/>
                  </a:lnTo>
                  <a:lnTo>
                    <a:pt x="4667" y="15254"/>
                  </a:lnTo>
                  <a:lnTo>
                    <a:pt x="4667" y="15317"/>
                  </a:lnTo>
                  <a:lnTo>
                    <a:pt x="4709" y="15421"/>
                  </a:lnTo>
                  <a:lnTo>
                    <a:pt x="4729" y="15526"/>
                  </a:lnTo>
                  <a:lnTo>
                    <a:pt x="4688" y="15631"/>
                  </a:lnTo>
                  <a:lnTo>
                    <a:pt x="4688" y="15694"/>
                  </a:lnTo>
                  <a:lnTo>
                    <a:pt x="4709" y="15777"/>
                  </a:lnTo>
                  <a:lnTo>
                    <a:pt x="4709" y="15798"/>
                  </a:lnTo>
                  <a:lnTo>
                    <a:pt x="4667" y="15735"/>
                  </a:lnTo>
                  <a:lnTo>
                    <a:pt x="4604" y="15777"/>
                  </a:lnTo>
                  <a:lnTo>
                    <a:pt x="4625" y="15903"/>
                  </a:lnTo>
                  <a:lnTo>
                    <a:pt x="4688" y="16007"/>
                  </a:lnTo>
                  <a:lnTo>
                    <a:pt x="4688" y="16049"/>
                  </a:lnTo>
                  <a:lnTo>
                    <a:pt x="4667" y="16049"/>
                  </a:lnTo>
                  <a:lnTo>
                    <a:pt x="4604" y="16112"/>
                  </a:lnTo>
                  <a:lnTo>
                    <a:pt x="4625" y="16196"/>
                  </a:lnTo>
                  <a:lnTo>
                    <a:pt x="4667" y="16238"/>
                  </a:lnTo>
                  <a:lnTo>
                    <a:pt x="4729" y="16238"/>
                  </a:lnTo>
                  <a:lnTo>
                    <a:pt x="4792" y="16300"/>
                  </a:lnTo>
                  <a:lnTo>
                    <a:pt x="4792" y="16342"/>
                  </a:lnTo>
                  <a:lnTo>
                    <a:pt x="4729" y="16405"/>
                  </a:lnTo>
                  <a:lnTo>
                    <a:pt x="4729" y="16468"/>
                  </a:lnTo>
                  <a:lnTo>
                    <a:pt x="4667" y="16551"/>
                  </a:lnTo>
                  <a:lnTo>
                    <a:pt x="4604" y="16572"/>
                  </a:lnTo>
                  <a:lnTo>
                    <a:pt x="4520" y="16551"/>
                  </a:lnTo>
                  <a:lnTo>
                    <a:pt x="4478" y="16572"/>
                  </a:lnTo>
                  <a:lnTo>
                    <a:pt x="4478" y="16635"/>
                  </a:lnTo>
                  <a:lnTo>
                    <a:pt x="4562" y="16656"/>
                  </a:lnTo>
                  <a:lnTo>
                    <a:pt x="4625" y="16656"/>
                  </a:lnTo>
                  <a:lnTo>
                    <a:pt x="4688" y="16719"/>
                  </a:lnTo>
                  <a:lnTo>
                    <a:pt x="4729" y="16719"/>
                  </a:lnTo>
                  <a:lnTo>
                    <a:pt x="4813" y="16740"/>
                  </a:lnTo>
                  <a:lnTo>
                    <a:pt x="4855" y="16782"/>
                  </a:lnTo>
                  <a:lnTo>
                    <a:pt x="4855" y="16886"/>
                  </a:lnTo>
                  <a:lnTo>
                    <a:pt x="4876" y="17033"/>
                  </a:lnTo>
                  <a:lnTo>
                    <a:pt x="4771" y="17137"/>
                  </a:lnTo>
                  <a:lnTo>
                    <a:pt x="4750" y="17200"/>
                  </a:lnTo>
                  <a:lnTo>
                    <a:pt x="4792" y="17263"/>
                  </a:lnTo>
                  <a:lnTo>
                    <a:pt x="4709" y="17409"/>
                  </a:lnTo>
                  <a:lnTo>
                    <a:pt x="4604" y="17472"/>
                  </a:lnTo>
                  <a:lnTo>
                    <a:pt x="4541" y="17472"/>
                  </a:lnTo>
                  <a:lnTo>
                    <a:pt x="4478" y="17409"/>
                  </a:lnTo>
                  <a:lnTo>
                    <a:pt x="4436" y="17409"/>
                  </a:lnTo>
                  <a:lnTo>
                    <a:pt x="4332" y="17493"/>
                  </a:lnTo>
                  <a:lnTo>
                    <a:pt x="4290" y="17577"/>
                  </a:lnTo>
                  <a:lnTo>
                    <a:pt x="4332" y="17598"/>
                  </a:lnTo>
                  <a:lnTo>
                    <a:pt x="4374" y="17598"/>
                  </a:lnTo>
                  <a:lnTo>
                    <a:pt x="4541" y="17618"/>
                  </a:lnTo>
                  <a:lnTo>
                    <a:pt x="4583" y="17577"/>
                  </a:lnTo>
                  <a:lnTo>
                    <a:pt x="4604" y="17556"/>
                  </a:lnTo>
                  <a:lnTo>
                    <a:pt x="4646" y="17577"/>
                  </a:lnTo>
                  <a:lnTo>
                    <a:pt x="4646" y="17618"/>
                  </a:lnTo>
                  <a:lnTo>
                    <a:pt x="4667" y="17660"/>
                  </a:lnTo>
                  <a:lnTo>
                    <a:pt x="4604" y="17702"/>
                  </a:lnTo>
                  <a:lnTo>
                    <a:pt x="4562" y="17702"/>
                  </a:lnTo>
                  <a:lnTo>
                    <a:pt x="4541" y="17723"/>
                  </a:lnTo>
                  <a:lnTo>
                    <a:pt x="4541" y="17807"/>
                  </a:lnTo>
                  <a:lnTo>
                    <a:pt x="4499" y="17828"/>
                  </a:lnTo>
                  <a:lnTo>
                    <a:pt x="4436" y="17828"/>
                  </a:lnTo>
                  <a:lnTo>
                    <a:pt x="4290" y="17932"/>
                  </a:lnTo>
                  <a:lnTo>
                    <a:pt x="4185" y="17995"/>
                  </a:lnTo>
                  <a:lnTo>
                    <a:pt x="4185" y="18037"/>
                  </a:lnTo>
                  <a:lnTo>
                    <a:pt x="4269" y="18121"/>
                  </a:lnTo>
                  <a:lnTo>
                    <a:pt x="4395" y="18142"/>
                  </a:lnTo>
                  <a:lnTo>
                    <a:pt x="4499" y="18121"/>
                  </a:lnTo>
                  <a:lnTo>
                    <a:pt x="4583" y="18016"/>
                  </a:lnTo>
                  <a:lnTo>
                    <a:pt x="4646" y="17911"/>
                  </a:lnTo>
                  <a:lnTo>
                    <a:pt x="4688" y="17870"/>
                  </a:lnTo>
                  <a:lnTo>
                    <a:pt x="4709" y="17870"/>
                  </a:lnTo>
                  <a:lnTo>
                    <a:pt x="4709" y="17911"/>
                  </a:lnTo>
                  <a:lnTo>
                    <a:pt x="4604" y="18079"/>
                  </a:lnTo>
                  <a:lnTo>
                    <a:pt x="4478" y="18204"/>
                  </a:lnTo>
                  <a:lnTo>
                    <a:pt x="4436" y="18183"/>
                  </a:lnTo>
                  <a:lnTo>
                    <a:pt x="4269" y="18204"/>
                  </a:lnTo>
                  <a:lnTo>
                    <a:pt x="4227" y="18225"/>
                  </a:lnTo>
                  <a:lnTo>
                    <a:pt x="4164" y="18309"/>
                  </a:lnTo>
                  <a:lnTo>
                    <a:pt x="4144" y="18288"/>
                  </a:lnTo>
                  <a:lnTo>
                    <a:pt x="4039" y="18288"/>
                  </a:lnTo>
                  <a:lnTo>
                    <a:pt x="3934" y="18330"/>
                  </a:lnTo>
                  <a:lnTo>
                    <a:pt x="3934" y="18393"/>
                  </a:lnTo>
                  <a:lnTo>
                    <a:pt x="3955" y="18414"/>
                  </a:lnTo>
                  <a:lnTo>
                    <a:pt x="3976" y="18455"/>
                  </a:lnTo>
                  <a:lnTo>
                    <a:pt x="3955" y="18539"/>
                  </a:lnTo>
                  <a:lnTo>
                    <a:pt x="4018" y="18665"/>
                  </a:lnTo>
                  <a:lnTo>
                    <a:pt x="4039" y="18665"/>
                  </a:lnTo>
                  <a:lnTo>
                    <a:pt x="4060" y="18602"/>
                  </a:lnTo>
                  <a:lnTo>
                    <a:pt x="4123" y="18602"/>
                  </a:lnTo>
                  <a:lnTo>
                    <a:pt x="4164" y="18644"/>
                  </a:lnTo>
                  <a:lnTo>
                    <a:pt x="4185" y="18707"/>
                  </a:lnTo>
                  <a:lnTo>
                    <a:pt x="4185" y="18769"/>
                  </a:lnTo>
                  <a:lnTo>
                    <a:pt x="4248" y="18832"/>
                  </a:lnTo>
                  <a:lnTo>
                    <a:pt x="4374" y="18832"/>
                  </a:lnTo>
                  <a:lnTo>
                    <a:pt x="4457" y="18769"/>
                  </a:lnTo>
                  <a:lnTo>
                    <a:pt x="4478" y="18748"/>
                  </a:lnTo>
                  <a:lnTo>
                    <a:pt x="4541" y="18748"/>
                  </a:lnTo>
                  <a:lnTo>
                    <a:pt x="4646" y="18727"/>
                  </a:lnTo>
                  <a:lnTo>
                    <a:pt x="4688" y="18665"/>
                  </a:lnTo>
                  <a:lnTo>
                    <a:pt x="4709" y="18560"/>
                  </a:lnTo>
                  <a:lnTo>
                    <a:pt x="4688" y="18497"/>
                  </a:lnTo>
                  <a:lnTo>
                    <a:pt x="4646" y="18434"/>
                  </a:lnTo>
                  <a:lnTo>
                    <a:pt x="4750" y="18434"/>
                  </a:lnTo>
                  <a:lnTo>
                    <a:pt x="4750" y="18393"/>
                  </a:lnTo>
                  <a:lnTo>
                    <a:pt x="4771" y="18225"/>
                  </a:lnTo>
                  <a:lnTo>
                    <a:pt x="4813" y="18309"/>
                  </a:lnTo>
                  <a:lnTo>
                    <a:pt x="4876" y="18351"/>
                  </a:lnTo>
                  <a:lnTo>
                    <a:pt x="4918" y="18351"/>
                  </a:lnTo>
                  <a:lnTo>
                    <a:pt x="4981" y="18288"/>
                  </a:lnTo>
                  <a:lnTo>
                    <a:pt x="4981" y="18121"/>
                  </a:lnTo>
                  <a:lnTo>
                    <a:pt x="4981" y="18016"/>
                  </a:lnTo>
                  <a:lnTo>
                    <a:pt x="4918" y="17911"/>
                  </a:lnTo>
                  <a:lnTo>
                    <a:pt x="4897" y="17828"/>
                  </a:lnTo>
                  <a:lnTo>
                    <a:pt x="4918" y="17618"/>
                  </a:lnTo>
                  <a:lnTo>
                    <a:pt x="4960" y="17577"/>
                  </a:lnTo>
                  <a:lnTo>
                    <a:pt x="4981" y="17577"/>
                  </a:lnTo>
                  <a:lnTo>
                    <a:pt x="4981" y="17660"/>
                  </a:lnTo>
                  <a:lnTo>
                    <a:pt x="4960" y="17723"/>
                  </a:lnTo>
                  <a:lnTo>
                    <a:pt x="4981" y="17828"/>
                  </a:lnTo>
                  <a:lnTo>
                    <a:pt x="5022" y="17932"/>
                  </a:lnTo>
                  <a:lnTo>
                    <a:pt x="5022" y="18079"/>
                  </a:lnTo>
                  <a:lnTo>
                    <a:pt x="5001" y="18204"/>
                  </a:lnTo>
                  <a:lnTo>
                    <a:pt x="5001" y="18309"/>
                  </a:lnTo>
                  <a:lnTo>
                    <a:pt x="5064" y="18309"/>
                  </a:lnTo>
                  <a:lnTo>
                    <a:pt x="5085" y="18288"/>
                  </a:lnTo>
                  <a:lnTo>
                    <a:pt x="5169" y="18225"/>
                  </a:lnTo>
                  <a:lnTo>
                    <a:pt x="5169" y="18183"/>
                  </a:lnTo>
                  <a:lnTo>
                    <a:pt x="5273" y="18037"/>
                  </a:lnTo>
                  <a:lnTo>
                    <a:pt x="5378" y="17995"/>
                  </a:lnTo>
                  <a:lnTo>
                    <a:pt x="5420" y="17995"/>
                  </a:lnTo>
                  <a:lnTo>
                    <a:pt x="5420" y="18016"/>
                  </a:lnTo>
                  <a:lnTo>
                    <a:pt x="5336" y="18079"/>
                  </a:lnTo>
                  <a:lnTo>
                    <a:pt x="5294" y="18121"/>
                  </a:lnTo>
                  <a:lnTo>
                    <a:pt x="5232" y="18246"/>
                  </a:lnTo>
                  <a:lnTo>
                    <a:pt x="5169" y="18330"/>
                  </a:lnTo>
                  <a:lnTo>
                    <a:pt x="5169" y="18393"/>
                  </a:lnTo>
                  <a:lnTo>
                    <a:pt x="5211" y="18414"/>
                  </a:lnTo>
                  <a:lnTo>
                    <a:pt x="5294" y="18414"/>
                  </a:lnTo>
                  <a:lnTo>
                    <a:pt x="5336" y="18434"/>
                  </a:lnTo>
                  <a:lnTo>
                    <a:pt x="5399" y="18518"/>
                  </a:lnTo>
                  <a:lnTo>
                    <a:pt x="5483" y="18539"/>
                  </a:lnTo>
                  <a:lnTo>
                    <a:pt x="5587" y="18518"/>
                  </a:lnTo>
                  <a:lnTo>
                    <a:pt x="5650" y="18455"/>
                  </a:lnTo>
                  <a:lnTo>
                    <a:pt x="5713" y="18455"/>
                  </a:lnTo>
                  <a:lnTo>
                    <a:pt x="5734" y="18497"/>
                  </a:lnTo>
                  <a:lnTo>
                    <a:pt x="5734" y="18539"/>
                  </a:lnTo>
                  <a:lnTo>
                    <a:pt x="5608" y="18623"/>
                  </a:lnTo>
                  <a:lnTo>
                    <a:pt x="5420" y="18665"/>
                  </a:lnTo>
                  <a:lnTo>
                    <a:pt x="5294" y="18665"/>
                  </a:lnTo>
                  <a:lnTo>
                    <a:pt x="5211" y="18727"/>
                  </a:lnTo>
                  <a:lnTo>
                    <a:pt x="5169" y="18769"/>
                  </a:lnTo>
                  <a:lnTo>
                    <a:pt x="5169" y="18832"/>
                  </a:lnTo>
                  <a:lnTo>
                    <a:pt x="5190" y="18853"/>
                  </a:lnTo>
                  <a:lnTo>
                    <a:pt x="5315" y="18832"/>
                  </a:lnTo>
                  <a:lnTo>
                    <a:pt x="5378" y="18853"/>
                  </a:lnTo>
                  <a:lnTo>
                    <a:pt x="5420" y="18832"/>
                  </a:lnTo>
                  <a:lnTo>
                    <a:pt x="5504" y="18769"/>
                  </a:lnTo>
                  <a:lnTo>
                    <a:pt x="5629" y="18769"/>
                  </a:lnTo>
                  <a:lnTo>
                    <a:pt x="5650" y="18811"/>
                  </a:lnTo>
                  <a:lnTo>
                    <a:pt x="5629" y="18853"/>
                  </a:lnTo>
                  <a:lnTo>
                    <a:pt x="5545" y="18874"/>
                  </a:lnTo>
                  <a:lnTo>
                    <a:pt x="5483" y="18937"/>
                  </a:lnTo>
                  <a:lnTo>
                    <a:pt x="5336" y="18937"/>
                  </a:lnTo>
                  <a:lnTo>
                    <a:pt x="5294" y="19020"/>
                  </a:lnTo>
                  <a:lnTo>
                    <a:pt x="5273" y="19083"/>
                  </a:lnTo>
                  <a:lnTo>
                    <a:pt x="5211" y="19146"/>
                  </a:lnTo>
                  <a:lnTo>
                    <a:pt x="5211" y="19188"/>
                  </a:lnTo>
                  <a:lnTo>
                    <a:pt x="5273" y="19188"/>
                  </a:lnTo>
                  <a:lnTo>
                    <a:pt x="5420" y="19062"/>
                  </a:lnTo>
                  <a:lnTo>
                    <a:pt x="5483" y="19041"/>
                  </a:lnTo>
                  <a:lnTo>
                    <a:pt x="5545" y="19041"/>
                  </a:lnTo>
                  <a:lnTo>
                    <a:pt x="5587" y="19020"/>
                  </a:lnTo>
                  <a:lnTo>
                    <a:pt x="5629" y="19020"/>
                  </a:lnTo>
                  <a:lnTo>
                    <a:pt x="5692" y="19083"/>
                  </a:lnTo>
                  <a:lnTo>
                    <a:pt x="5692" y="19146"/>
                  </a:lnTo>
                  <a:lnTo>
                    <a:pt x="5650" y="19188"/>
                  </a:lnTo>
                  <a:lnTo>
                    <a:pt x="5587" y="19146"/>
                  </a:lnTo>
                  <a:lnTo>
                    <a:pt x="5525" y="19125"/>
                  </a:lnTo>
                  <a:lnTo>
                    <a:pt x="5399" y="19167"/>
                  </a:lnTo>
                  <a:lnTo>
                    <a:pt x="5378" y="19230"/>
                  </a:lnTo>
                  <a:lnTo>
                    <a:pt x="5399" y="19271"/>
                  </a:lnTo>
                  <a:lnTo>
                    <a:pt x="5587" y="19271"/>
                  </a:lnTo>
                  <a:lnTo>
                    <a:pt x="5650" y="19230"/>
                  </a:lnTo>
                  <a:lnTo>
                    <a:pt x="5713" y="19230"/>
                  </a:lnTo>
                  <a:lnTo>
                    <a:pt x="5797" y="19334"/>
                  </a:lnTo>
                  <a:lnTo>
                    <a:pt x="5797" y="19397"/>
                  </a:lnTo>
                  <a:lnTo>
                    <a:pt x="5734" y="19439"/>
                  </a:lnTo>
                  <a:lnTo>
                    <a:pt x="5525" y="19355"/>
                  </a:lnTo>
                  <a:lnTo>
                    <a:pt x="5420" y="19292"/>
                  </a:lnTo>
                  <a:lnTo>
                    <a:pt x="5399" y="19355"/>
                  </a:lnTo>
                  <a:lnTo>
                    <a:pt x="5420" y="19439"/>
                  </a:lnTo>
                  <a:lnTo>
                    <a:pt x="5525" y="19502"/>
                  </a:lnTo>
                  <a:lnTo>
                    <a:pt x="5629" y="19648"/>
                  </a:lnTo>
                  <a:lnTo>
                    <a:pt x="5692" y="19753"/>
                  </a:lnTo>
                  <a:lnTo>
                    <a:pt x="5629" y="19753"/>
                  </a:lnTo>
                  <a:lnTo>
                    <a:pt x="5545" y="19648"/>
                  </a:lnTo>
                  <a:lnTo>
                    <a:pt x="5525" y="19648"/>
                  </a:lnTo>
                  <a:lnTo>
                    <a:pt x="5504" y="19690"/>
                  </a:lnTo>
                  <a:lnTo>
                    <a:pt x="5525" y="19774"/>
                  </a:lnTo>
                  <a:lnTo>
                    <a:pt x="5650" y="19878"/>
                  </a:lnTo>
                  <a:lnTo>
                    <a:pt x="5797" y="19983"/>
                  </a:lnTo>
                  <a:lnTo>
                    <a:pt x="5797" y="20025"/>
                  </a:lnTo>
                  <a:lnTo>
                    <a:pt x="5734" y="20025"/>
                  </a:lnTo>
                  <a:lnTo>
                    <a:pt x="5734" y="20087"/>
                  </a:lnTo>
                  <a:lnTo>
                    <a:pt x="5692" y="20087"/>
                  </a:lnTo>
                  <a:lnTo>
                    <a:pt x="5587" y="19983"/>
                  </a:lnTo>
                  <a:lnTo>
                    <a:pt x="5545" y="19983"/>
                  </a:lnTo>
                  <a:lnTo>
                    <a:pt x="5545" y="20025"/>
                  </a:lnTo>
                  <a:lnTo>
                    <a:pt x="5650" y="20171"/>
                  </a:lnTo>
                  <a:lnTo>
                    <a:pt x="5713" y="20213"/>
                  </a:lnTo>
                  <a:lnTo>
                    <a:pt x="5755" y="20213"/>
                  </a:lnTo>
                  <a:lnTo>
                    <a:pt x="5817" y="20192"/>
                  </a:lnTo>
                  <a:lnTo>
                    <a:pt x="5838" y="20213"/>
                  </a:lnTo>
                  <a:lnTo>
                    <a:pt x="5797" y="20297"/>
                  </a:lnTo>
                  <a:lnTo>
                    <a:pt x="5734" y="20318"/>
                  </a:lnTo>
                  <a:lnTo>
                    <a:pt x="5629" y="20276"/>
                  </a:lnTo>
                  <a:lnTo>
                    <a:pt x="5545" y="20192"/>
                  </a:lnTo>
                  <a:lnTo>
                    <a:pt x="5441" y="20108"/>
                  </a:lnTo>
                  <a:lnTo>
                    <a:pt x="5378" y="20004"/>
                  </a:lnTo>
                  <a:lnTo>
                    <a:pt x="5294" y="19795"/>
                  </a:lnTo>
                  <a:lnTo>
                    <a:pt x="5232" y="19711"/>
                  </a:lnTo>
                  <a:lnTo>
                    <a:pt x="5169" y="19690"/>
                  </a:lnTo>
                  <a:lnTo>
                    <a:pt x="5085" y="19648"/>
                  </a:lnTo>
                  <a:lnTo>
                    <a:pt x="4981" y="19606"/>
                  </a:lnTo>
                  <a:lnTo>
                    <a:pt x="4876" y="19606"/>
                  </a:lnTo>
                  <a:lnTo>
                    <a:pt x="4813" y="19585"/>
                  </a:lnTo>
                  <a:lnTo>
                    <a:pt x="4750" y="19585"/>
                  </a:lnTo>
                  <a:lnTo>
                    <a:pt x="4646" y="19564"/>
                  </a:lnTo>
                  <a:lnTo>
                    <a:pt x="4541" y="19460"/>
                  </a:lnTo>
                  <a:lnTo>
                    <a:pt x="4436" y="19460"/>
                  </a:lnTo>
                  <a:lnTo>
                    <a:pt x="4353" y="19439"/>
                  </a:lnTo>
                  <a:lnTo>
                    <a:pt x="4290" y="19460"/>
                  </a:lnTo>
                  <a:lnTo>
                    <a:pt x="4185" y="19460"/>
                  </a:lnTo>
                  <a:lnTo>
                    <a:pt x="4060" y="19564"/>
                  </a:lnTo>
                  <a:lnTo>
                    <a:pt x="4060" y="19606"/>
                  </a:lnTo>
                  <a:lnTo>
                    <a:pt x="4123" y="19669"/>
                  </a:lnTo>
                  <a:lnTo>
                    <a:pt x="4185" y="19753"/>
                  </a:lnTo>
                  <a:lnTo>
                    <a:pt x="4248" y="19878"/>
                  </a:lnTo>
                  <a:lnTo>
                    <a:pt x="4248" y="19962"/>
                  </a:lnTo>
                  <a:lnTo>
                    <a:pt x="4353" y="20067"/>
                  </a:lnTo>
                  <a:lnTo>
                    <a:pt x="4499" y="20108"/>
                  </a:lnTo>
                  <a:lnTo>
                    <a:pt x="4709" y="20192"/>
                  </a:lnTo>
                  <a:lnTo>
                    <a:pt x="4855" y="20276"/>
                  </a:lnTo>
                  <a:lnTo>
                    <a:pt x="4897" y="20380"/>
                  </a:lnTo>
                  <a:lnTo>
                    <a:pt x="4897" y="20422"/>
                  </a:lnTo>
                  <a:lnTo>
                    <a:pt x="4981" y="20443"/>
                  </a:lnTo>
                  <a:lnTo>
                    <a:pt x="5064" y="20443"/>
                  </a:lnTo>
                  <a:lnTo>
                    <a:pt x="5127" y="20527"/>
                  </a:lnTo>
                  <a:lnTo>
                    <a:pt x="5211" y="20548"/>
                  </a:lnTo>
                  <a:lnTo>
                    <a:pt x="5273" y="20527"/>
                  </a:lnTo>
                  <a:lnTo>
                    <a:pt x="5315" y="20590"/>
                  </a:lnTo>
                  <a:lnTo>
                    <a:pt x="5399" y="20590"/>
                  </a:lnTo>
                  <a:lnTo>
                    <a:pt x="5441" y="20548"/>
                  </a:lnTo>
                  <a:lnTo>
                    <a:pt x="5504" y="20631"/>
                  </a:lnTo>
                  <a:lnTo>
                    <a:pt x="5608" y="20631"/>
                  </a:lnTo>
                  <a:lnTo>
                    <a:pt x="5692" y="20548"/>
                  </a:lnTo>
                  <a:lnTo>
                    <a:pt x="5797" y="20548"/>
                  </a:lnTo>
                  <a:lnTo>
                    <a:pt x="5838" y="20590"/>
                  </a:lnTo>
                  <a:lnTo>
                    <a:pt x="5838" y="20652"/>
                  </a:lnTo>
                  <a:lnTo>
                    <a:pt x="5755" y="20652"/>
                  </a:lnTo>
                  <a:lnTo>
                    <a:pt x="5692" y="20694"/>
                  </a:lnTo>
                  <a:lnTo>
                    <a:pt x="5692" y="20736"/>
                  </a:lnTo>
                  <a:lnTo>
                    <a:pt x="5755" y="20736"/>
                  </a:lnTo>
                  <a:lnTo>
                    <a:pt x="5817" y="20820"/>
                  </a:lnTo>
                  <a:lnTo>
                    <a:pt x="5734" y="20862"/>
                  </a:lnTo>
                  <a:lnTo>
                    <a:pt x="5734" y="20903"/>
                  </a:lnTo>
                  <a:lnTo>
                    <a:pt x="5650" y="20924"/>
                  </a:lnTo>
                  <a:lnTo>
                    <a:pt x="5608" y="20966"/>
                  </a:lnTo>
                  <a:lnTo>
                    <a:pt x="5504" y="21029"/>
                  </a:lnTo>
                  <a:lnTo>
                    <a:pt x="5483" y="21071"/>
                  </a:lnTo>
                  <a:lnTo>
                    <a:pt x="5504" y="21113"/>
                  </a:lnTo>
                  <a:lnTo>
                    <a:pt x="5608" y="21113"/>
                  </a:lnTo>
                  <a:lnTo>
                    <a:pt x="5692" y="21134"/>
                  </a:lnTo>
                  <a:lnTo>
                    <a:pt x="5713" y="21175"/>
                  </a:lnTo>
                  <a:lnTo>
                    <a:pt x="5629" y="21175"/>
                  </a:lnTo>
                  <a:lnTo>
                    <a:pt x="5587" y="21217"/>
                  </a:lnTo>
                  <a:lnTo>
                    <a:pt x="5545" y="21175"/>
                  </a:lnTo>
                  <a:lnTo>
                    <a:pt x="5504" y="21238"/>
                  </a:lnTo>
                  <a:lnTo>
                    <a:pt x="5420" y="21364"/>
                  </a:lnTo>
                  <a:lnTo>
                    <a:pt x="5378" y="21364"/>
                  </a:lnTo>
                  <a:lnTo>
                    <a:pt x="5315" y="21427"/>
                  </a:lnTo>
                  <a:lnTo>
                    <a:pt x="5315" y="21468"/>
                  </a:lnTo>
                  <a:lnTo>
                    <a:pt x="5399" y="21489"/>
                  </a:lnTo>
                  <a:lnTo>
                    <a:pt x="5441" y="21489"/>
                  </a:lnTo>
                  <a:lnTo>
                    <a:pt x="5504" y="21468"/>
                  </a:lnTo>
                  <a:lnTo>
                    <a:pt x="5525" y="21489"/>
                  </a:lnTo>
                  <a:lnTo>
                    <a:pt x="5545" y="21552"/>
                  </a:lnTo>
                  <a:lnTo>
                    <a:pt x="5608" y="21552"/>
                  </a:lnTo>
                  <a:lnTo>
                    <a:pt x="5650" y="21573"/>
                  </a:lnTo>
                  <a:lnTo>
                    <a:pt x="5650" y="21636"/>
                  </a:lnTo>
                  <a:lnTo>
                    <a:pt x="5545" y="21657"/>
                  </a:lnTo>
                  <a:lnTo>
                    <a:pt x="5483" y="21678"/>
                  </a:lnTo>
                  <a:lnTo>
                    <a:pt x="5483" y="21699"/>
                  </a:lnTo>
                  <a:lnTo>
                    <a:pt x="5608" y="21699"/>
                  </a:lnTo>
                  <a:lnTo>
                    <a:pt x="5650" y="21761"/>
                  </a:lnTo>
                  <a:lnTo>
                    <a:pt x="5650" y="21803"/>
                  </a:lnTo>
                  <a:lnTo>
                    <a:pt x="5608" y="21803"/>
                  </a:lnTo>
                  <a:lnTo>
                    <a:pt x="5545" y="21782"/>
                  </a:lnTo>
                  <a:lnTo>
                    <a:pt x="5525" y="21803"/>
                  </a:lnTo>
                  <a:lnTo>
                    <a:pt x="5483" y="21803"/>
                  </a:lnTo>
                  <a:lnTo>
                    <a:pt x="5420" y="21761"/>
                  </a:lnTo>
                  <a:lnTo>
                    <a:pt x="5336" y="21761"/>
                  </a:lnTo>
                  <a:lnTo>
                    <a:pt x="5232" y="21740"/>
                  </a:lnTo>
                  <a:lnTo>
                    <a:pt x="5232" y="21678"/>
                  </a:lnTo>
                  <a:lnTo>
                    <a:pt x="5273" y="21657"/>
                  </a:lnTo>
                  <a:lnTo>
                    <a:pt x="5211" y="21552"/>
                  </a:lnTo>
                  <a:lnTo>
                    <a:pt x="5190" y="21531"/>
                  </a:lnTo>
                  <a:lnTo>
                    <a:pt x="5127" y="21552"/>
                  </a:lnTo>
                  <a:lnTo>
                    <a:pt x="5127" y="21657"/>
                  </a:lnTo>
                  <a:lnTo>
                    <a:pt x="5064" y="21866"/>
                  </a:lnTo>
                  <a:lnTo>
                    <a:pt x="5001" y="21950"/>
                  </a:lnTo>
                  <a:lnTo>
                    <a:pt x="5022" y="21992"/>
                  </a:lnTo>
                  <a:lnTo>
                    <a:pt x="5085" y="21992"/>
                  </a:lnTo>
                  <a:lnTo>
                    <a:pt x="5169" y="21950"/>
                  </a:lnTo>
                  <a:lnTo>
                    <a:pt x="5190" y="21950"/>
                  </a:lnTo>
                  <a:lnTo>
                    <a:pt x="5169" y="21992"/>
                  </a:lnTo>
                  <a:lnTo>
                    <a:pt x="5085" y="22054"/>
                  </a:lnTo>
                  <a:lnTo>
                    <a:pt x="5022" y="22096"/>
                  </a:lnTo>
                  <a:lnTo>
                    <a:pt x="4981" y="22117"/>
                  </a:lnTo>
                  <a:lnTo>
                    <a:pt x="4981" y="22180"/>
                  </a:lnTo>
                  <a:lnTo>
                    <a:pt x="4855" y="22159"/>
                  </a:lnTo>
                  <a:lnTo>
                    <a:pt x="4750" y="22159"/>
                  </a:lnTo>
                  <a:lnTo>
                    <a:pt x="4646" y="22180"/>
                  </a:lnTo>
                  <a:lnTo>
                    <a:pt x="4604" y="22159"/>
                  </a:lnTo>
                  <a:lnTo>
                    <a:pt x="4478" y="22159"/>
                  </a:lnTo>
                  <a:lnTo>
                    <a:pt x="4395" y="22180"/>
                  </a:lnTo>
                  <a:lnTo>
                    <a:pt x="4248" y="22264"/>
                  </a:lnTo>
                  <a:lnTo>
                    <a:pt x="4123" y="22284"/>
                  </a:lnTo>
                  <a:lnTo>
                    <a:pt x="4144" y="22305"/>
                  </a:lnTo>
                  <a:lnTo>
                    <a:pt x="4248" y="22284"/>
                  </a:lnTo>
                  <a:lnTo>
                    <a:pt x="4290" y="22284"/>
                  </a:lnTo>
                  <a:lnTo>
                    <a:pt x="4248" y="22326"/>
                  </a:lnTo>
                  <a:lnTo>
                    <a:pt x="4185" y="22368"/>
                  </a:lnTo>
                  <a:lnTo>
                    <a:pt x="4227" y="22410"/>
                  </a:lnTo>
                  <a:lnTo>
                    <a:pt x="4290" y="22431"/>
                  </a:lnTo>
                  <a:lnTo>
                    <a:pt x="4353" y="22515"/>
                  </a:lnTo>
                  <a:lnTo>
                    <a:pt x="4457" y="22494"/>
                  </a:lnTo>
                  <a:lnTo>
                    <a:pt x="4541" y="22515"/>
                  </a:lnTo>
                  <a:lnTo>
                    <a:pt x="4583" y="22494"/>
                  </a:lnTo>
                  <a:lnTo>
                    <a:pt x="4709" y="22494"/>
                  </a:lnTo>
                  <a:lnTo>
                    <a:pt x="4750" y="22473"/>
                  </a:lnTo>
                  <a:lnTo>
                    <a:pt x="4667" y="22410"/>
                  </a:lnTo>
                  <a:lnTo>
                    <a:pt x="4646" y="22389"/>
                  </a:lnTo>
                  <a:lnTo>
                    <a:pt x="4688" y="22326"/>
                  </a:lnTo>
                  <a:lnTo>
                    <a:pt x="4855" y="22326"/>
                  </a:lnTo>
                  <a:lnTo>
                    <a:pt x="4918" y="22305"/>
                  </a:lnTo>
                  <a:lnTo>
                    <a:pt x="5001" y="22305"/>
                  </a:lnTo>
                  <a:lnTo>
                    <a:pt x="5001" y="22326"/>
                  </a:lnTo>
                  <a:lnTo>
                    <a:pt x="4960" y="22368"/>
                  </a:lnTo>
                  <a:lnTo>
                    <a:pt x="4918" y="22431"/>
                  </a:lnTo>
                  <a:lnTo>
                    <a:pt x="4918" y="22515"/>
                  </a:lnTo>
                  <a:lnTo>
                    <a:pt x="4792" y="22577"/>
                  </a:lnTo>
                  <a:lnTo>
                    <a:pt x="4792" y="22619"/>
                  </a:lnTo>
                  <a:lnTo>
                    <a:pt x="4813" y="22682"/>
                  </a:lnTo>
                  <a:lnTo>
                    <a:pt x="5064" y="22849"/>
                  </a:lnTo>
                  <a:lnTo>
                    <a:pt x="5169" y="22933"/>
                  </a:lnTo>
                  <a:lnTo>
                    <a:pt x="5169" y="22954"/>
                  </a:lnTo>
                  <a:lnTo>
                    <a:pt x="5085" y="22954"/>
                  </a:lnTo>
                  <a:lnTo>
                    <a:pt x="5064" y="22933"/>
                  </a:lnTo>
                  <a:lnTo>
                    <a:pt x="4960" y="22891"/>
                  </a:lnTo>
                  <a:lnTo>
                    <a:pt x="4813" y="22808"/>
                  </a:lnTo>
                  <a:lnTo>
                    <a:pt x="4771" y="22745"/>
                  </a:lnTo>
                  <a:lnTo>
                    <a:pt x="4667" y="22745"/>
                  </a:lnTo>
                  <a:lnTo>
                    <a:pt x="4604" y="22787"/>
                  </a:lnTo>
                  <a:lnTo>
                    <a:pt x="4541" y="22808"/>
                  </a:lnTo>
                  <a:lnTo>
                    <a:pt x="4332" y="22682"/>
                  </a:lnTo>
                  <a:lnTo>
                    <a:pt x="4290" y="22598"/>
                  </a:lnTo>
                  <a:lnTo>
                    <a:pt x="4248" y="22515"/>
                  </a:lnTo>
                  <a:lnTo>
                    <a:pt x="4227" y="22515"/>
                  </a:lnTo>
                  <a:lnTo>
                    <a:pt x="4248" y="22619"/>
                  </a:lnTo>
                  <a:lnTo>
                    <a:pt x="4269" y="22703"/>
                  </a:lnTo>
                  <a:lnTo>
                    <a:pt x="4248" y="22724"/>
                  </a:lnTo>
                  <a:lnTo>
                    <a:pt x="4144" y="22619"/>
                  </a:lnTo>
                  <a:lnTo>
                    <a:pt x="4039" y="22494"/>
                  </a:lnTo>
                  <a:lnTo>
                    <a:pt x="3913" y="22431"/>
                  </a:lnTo>
                  <a:lnTo>
                    <a:pt x="3851" y="22473"/>
                  </a:lnTo>
                  <a:lnTo>
                    <a:pt x="3872" y="22515"/>
                  </a:lnTo>
                  <a:lnTo>
                    <a:pt x="3955" y="22536"/>
                  </a:lnTo>
                  <a:lnTo>
                    <a:pt x="3976" y="22619"/>
                  </a:lnTo>
                  <a:lnTo>
                    <a:pt x="4123" y="22745"/>
                  </a:lnTo>
                  <a:lnTo>
                    <a:pt x="4164" y="22808"/>
                  </a:lnTo>
                  <a:lnTo>
                    <a:pt x="4227" y="22808"/>
                  </a:lnTo>
                  <a:lnTo>
                    <a:pt x="4290" y="22828"/>
                  </a:lnTo>
                  <a:lnTo>
                    <a:pt x="4332" y="22891"/>
                  </a:lnTo>
                  <a:lnTo>
                    <a:pt x="4164" y="22891"/>
                  </a:lnTo>
                  <a:lnTo>
                    <a:pt x="4060" y="22828"/>
                  </a:lnTo>
                  <a:lnTo>
                    <a:pt x="3976" y="22787"/>
                  </a:lnTo>
                  <a:lnTo>
                    <a:pt x="3934" y="22787"/>
                  </a:lnTo>
                  <a:lnTo>
                    <a:pt x="3913" y="22849"/>
                  </a:lnTo>
                  <a:lnTo>
                    <a:pt x="3913" y="22912"/>
                  </a:lnTo>
                  <a:lnTo>
                    <a:pt x="3851" y="22954"/>
                  </a:lnTo>
                  <a:lnTo>
                    <a:pt x="3830" y="22954"/>
                  </a:lnTo>
                  <a:lnTo>
                    <a:pt x="3830" y="23017"/>
                  </a:lnTo>
                  <a:lnTo>
                    <a:pt x="3767" y="23059"/>
                  </a:lnTo>
                  <a:lnTo>
                    <a:pt x="3725" y="23100"/>
                  </a:lnTo>
                  <a:lnTo>
                    <a:pt x="3600" y="23247"/>
                  </a:lnTo>
                  <a:lnTo>
                    <a:pt x="3600" y="23310"/>
                  </a:lnTo>
                  <a:lnTo>
                    <a:pt x="3627" y="23324"/>
                  </a:lnTo>
                  <a:lnTo>
                    <a:pt x="3627" y="23324"/>
                  </a:lnTo>
                  <a:lnTo>
                    <a:pt x="3558" y="23352"/>
                  </a:lnTo>
                  <a:lnTo>
                    <a:pt x="3495" y="23414"/>
                  </a:lnTo>
                  <a:lnTo>
                    <a:pt x="3390" y="23456"/>
                  </a:lnTo>
                  <a:lnTo>
                    <a:pt x="3328" y="23561"/>
                  </a:lnTo>
                  <a:lnTo>
                    <a:pt x="3328" y="23644"/>
                  </a:lnTo>
                  <a:lnTo>
                    <a:pt x="3348" y="23665"/>
                  </a:lnTo>
                  <a:lnTo>
                    <a:pt x="3432" y="23624"/>
                  </a:lnTo>
                  <a:lnTo>
                    <a:pt x="3537" y="23582"/>
                  </a:lnTo>
                  <a:lnTo>
                    <a:pt x="3600" y="23624"/>
                  </a:lnTo>
                  <a:lnTo>
                    <a:pt x="3620" y="23644"/>
                  </a:lnTo>
                  <a:lnTo>
                    <a:pt x="3725" y="23644"/>
                  </a:lnTo>
                  <a:lnTo>
                    <a:pt x="3913" y="23582"/>
                  </a:lnTo>
                  <a:lnTo>
                    <a:pt x="4060" y="23582"/>
                  </a:lnTo>
                  <a:lnTo>
                    <a:pt x="4185" y="23644"/>
                  </a:lnTo>
                  <a:lnTo>
                    <a:pt x="4185" y="23686"/>
                  </a:lnTo>
                  <a:lnTo>
                    <a:pt x="4144" y="23728"/>
                  </a:lnTo>
                  <a:lnTo>
                    <a:pt x="4018" y="23686"/>
                  </a:lnTo>
                  <a:lnTo>
                    <a:pt x="3934" y="23728"/>
                  </a:lnTo>
                  <a:lnTo>
                    <a:pt x="3558" y="23686"/>
                  </a:lnTo>
                  <a:lnTo>
                    <a:pt x="3453" y="23686"/>
                  </a:lnTo>
                  <a:lnTo>
                    <a:pt x="3432" y="23728"/>
                  </a:lnTo>
                  <a:lnTo>
                    <a:pt x="3286" y="23728"/>
                  </a:lnTo>
                  <a:lnTo>
                    <a:pt x="3286" y="23770"/>
                  </a:lnTo>
                  <a:lnTo>
                    <a:pt x="3307" y="23791"/>
                  </a:lnTo>
                  <a:lnTo>
                    <a:pt x="3411" y="23791"/>
                  </a:lnTo>
                  <a:lnTo>
                    <a:pt x="3432" y="23833"/>
                  </a:lnTo>
                  <a:lnTo>
                    <a:pt x="3390" y="23854"/>
                  </a:lnTo>
                  <a:lnTo>
                    <a:pt x="3307" y="23833"/>
                  </a:lnTo>
                  <a:lnTo>
                    <a:pt x="3202" y="23833"/>
                  </a:lnTo>
                  <a:lnTo>
                    <a:pt x="3202" y="23854"/>
                  </a:lnTo>
                  <a:lnTo>
                    <a:pt x="3244" y="23896"/>
                  </a:lnTo>
                  <a:lnTo>
                    <a:pt x="3348" y="23896"/>
                  </a:lnTo>
                  <a:lnTo>
                    <a:pt x="3620" y="23979"/>
                  </a:lnTo>
                  <a:lnTo>
                    <a:pt x="3704" y="23979"/>
                  </a:lnTo>
                  <a:lnTo>
                    <a:pt x="3746" y="23958"/>
                  </a:lnTo>
                  <a:lnTo>
                    <a:pt x="3830" y="23958"/>
                  </a:lnTo>
                  <a:lnTo>
                    <a:pt x="3851" y="23979"/>
                  </a:lnTo>
                  <a:lnTo>
                    <a:pt x="3851" y="24063"/>
                  </a:lnTo>
                  <a:lnTo>
                    <a:pt x="3872" y="24147"/>
                  </a:lnTo>
                  <a:lnTo>
                    <a:pt x="3830" y="24168"/>
                  </a:lnTo>
                  <a:lnTo>
                    <a:pt x="3746" y="24147"/>
                  </a:lnTo>
                  <a:lnTo>
                    <a:pt x="3725" y="24168"/>
                  </a:lnTo>
                  <a:lnTo>
                    <a:pt x="3704" y="24147"/>
                  </a:lnTo>
                  <a:lnTo>
                    <a:pt x="3600" y="24168"/>
                  </a:lnTo>
                  <a:lnTo>
                    <a:pt x="3600" y="24209"/>
                  </a:lnTo>
                  <a:lnTo>
                    <a:pt x="3620" y="24251"/>
                  </a:lnTo>
                  <a:lnTo>
                    <a:pt x="3662" y="24251"/>
                  </a:lnTo>
                  <a:lnTo>
                    <a:pt x="3746" y="24272"/>
                  </a:lnTo>
                  <a:lnTo>
                    <a:pt x="3767" y="24293"/>
                  </a:lnTo>
                  <a:lnTo>
                    <a:pt x="3662" y="24356"/>
                  </a:lnTo>
                  <a:lnTo>
                    <a:pt x="3600" y="24356"/>
                  </a:lnTo>
                  <a:lnTo>
                    <a:pt x="3495" y="24293"/>
                  </a:lnTo>
                  <a:lnTo>
                    <a:pt x="3390" y="24335"/>
                  </a:lnTo>
                  <a:lnTo>
                    <a:pt x="3390" y="24377"/>
                  </a:lnTo>
                  <a:lnTo>
                    <a:pt x="3411" y="24460"/>
                  </a:lnTo>
                  <a:lnTo>
                    <a:pt x="3453" y="24481"/>
                  </a:lnTo>
                  <a:lnTo>
                    <a:pt x="3516" y="24460"/>
                  </a:lnTo>
                  <a:lnTo>
                    <a:pt x="3620" y="24460"/>
                  </a:lnTo>
                  <a:lnTo>
                    <a:pt x="3704" y="24502"/>
                  </a:lnTo>
                  <a:lnTo>
                    <a:pt x="3725" y="24565"/>
                  </a:lnTo>
                  <a:lnTo>
                    <a:pt x="3495" y="24565"/>
                  </a:lnTo>
                  <a:lnTo>
                    <a:pt x="3432" y="24586"/>
                  </a:lnTo>
                  <a:lnTo>
                    <a:pt x="3348" y="24544"/>
                  </a:lnTo>
                  <a:lnTo>
                    <a:pt x="3307" y="24544"/>
                  </a:lnTo>
                  <a:lnTo>
                    <a:pt x="3244" y="24607"/>
                  </a:lnTo>
                  <a:lnTo>
                    <a:pt x="3244" y="24816"/>
                  </a:lnTo>
                  <a:lnTo>
                    <a:pt x="3223" y="24879"/>
                  </a:lnTo>
                  <a:lnTo>
                    <a:pt x="3244" y="24921"/>
                  </a:lnTo>
                  <a:lnTo>
                    <a:pt x="3328" y="24921"/>
                  </a:lnTo>
                  <a:lnTo>
                    <a:pt x="3558" y="24816"/>
                  </a:lnTo>
                  <a:lnTo>
                    <a:pt x="3620" y="24774"/>
                  </a:lnTo>
                  <a:lnTo>
                    <a:pt x="3809" y="24712"/>
                  </a:lnTo>
                  <a:lnTo>
                    <a:pt x="3913" y="24670"/>
                  </a:lnTo>
                  <a:lnTo>
                    <a:pt x="3976" y="24544"/>
                  </a:lnTo>
                  <a:lnTo>
                    <a:pt x="4123" y="24398"/>
                  </a:lnTo>
                  <a:lnTo>
                    <a:pt x="4395" y="24272"/>
                  </a:lnTo>
                  <a:lnTo>
                    <a:pt x="4541" y="24230"/>
                  </a:lnTo>
                  <a:lnTo>
                    <a:pt x="4604" y="24251"/>
                  </a:lnTo>
                  <a:lnTo>
                    <a:pt x="4604" y="24293"/>
                  </a:lnTo>
                  <a:lnTo>
                    <a:pt x="4562" y="24335"/>
                  </a:lnTo>
                  <a:lnTo>
                    <a:pt x="4478" y="24335"/>
                  </a:lnTo>
                  <a:lnTo>
                    <a:pt x="4332" y="24377"/>
                  </a:lnTo>
                  <a:lnTo>
                    <a:pt x="4144" y="24460"/>
                  </a:lnTo>
                  <a:lnTo>
                    <a:pt x="3955" y="24670"/>
                  </a:lnTo>
                  <a:lnTo>
                    <a:pt x="3872" y="24774"/>
                  </a:lnTo>
                  <a:lnTo>
                    <a:pt x="3725" y="24795"/>
                  </a:lnTo>
                  <a:lnTo>
                    <a:pt x="3641" y="24816"/>
                  </a:lnTo>
                  <a:lnTo>
                    <a:pt x="3495" y="24921"/>
                  </a:lnTo>
                  <a:lnTo>
                    <a:pt x="3328" y="24984"/>
                  </a:lnTo>
                  <a:lnTo>
                    <a:pt x="3244" y="25005"/>
                  </a:lnTo>
                  <a:lnTo>
                    <a:pt x="3223" y="25067"/>
                  </a:lnTo>
                  <a:lnTo>
                    <a:pt x="3307" y="25067"/>
                  </a:lnTo>
                  <a:lnTo>
                    <a:pt x="3348" y="25025"/>
                  </a:lnTo>
                  <a:lnTo>
                    <a:pt x="3411" y="25067"/>
                  </a:lnTo>
                  <a:lnTo>
                    <a:pt x="3411" y="25109"/>
                  </a:lnTo>
                  <a:lnTo>
                    <a:pt x="3516" y="25067"/>
                  </a:lnTo>
                  <a:lnTo>
                    <a:pt x="3558" y="25005"/>
                  </a:lnTo>
                  <a:lnTo>
                    <a:pt x="3620" y="25005"/>
                  </a:lnTo>
                  <a:lnTo>
                    <a:pt x="3704" y="25088"/>
                  </a:lnTo>
                  <a:lnTo>
                    <a:pt x="3746" y="25088"/>
                  </a:lnTo>
                  <a:lnTo>
                    <a:pt x="3830" y="25025"/>
                  </a:lnTo>
                  <a:lnTo>
                    <a:pt x="3934" y="24963"/>
                  </a:lnTo>
                  <a:lnTo>
                    <a:pt x="4018" y="24963"/>
                  </a:lnTo>
                  <a:lnTo>
                    <a:pt x="4039" y="24984"/>
                  </a:lnTo>
                  <a:lnTo>
                    <a:pt x="4018" y="25025"/>
                  </a:lnTo>
                  <a:lnTo>
                    <a:pt x="3934" y="25025"/>
                  </a:lnTo>
                  <a:lnTo>
                    <a:pt x="3851" y="25109"/>
                  </a:lnTo>
                  <a:lnTo>
                    <a:pt x="3767" y="25130"/>
                  </a:lnTo>
                  <a:lnTo>
                    <a:pt x="3662" y="25130"/>
                  </a:lnTo>
                  <a:lnTo>
                    <a:pt x="3620" y="25088"/>
                  </a:lnTo>
                  <a:lnTo>
                    <a:pt x="3558" y="25109"/>
                  </a:lnTo>
                  <a:lnTo>
                    <a:pt x="3516" y="25172"/>
                  </a:lnTo>
                  <a:lnTo>
                    <a:pt x="3390" y="25214"/>
                  </a:lnTo>
                  <a:lnTo>
                    <a:pt x="3348" y="25235"/>
                  </a:lnTo>
                  <a:lnTo>
                    <a:pt x="3432" y="25297"/>
                  </a:lnTo>
                  <a:lnTo>
                    <a:pt x="3495" y="25297"/>
                  </a:lnTo>
                  <a:lnTo>
                    <a:pt x="3600" y="25339"/>
                  </a:lnTo>
                  <a:lnTo>
                    <a:pt x="3516" y="25423"/>
                  </a:lnTo>
                  <a:lnTo>
                    <a:pt x="3516" y="25486"/>
                  </a:lnTo>
                  <a:lnTo>
                    <a:pt x="3600" y="25507"/>
                  </a:lnTo>
                  <a:lnTo>
                    <a:pt x="3558" y="25549"/>
                  </a:lnTo>
                  <a:lnTo>
                    <a:pt x="3600" y="25611"/>
                  </a:lnTo>
                  <a:lnTo>
                    <a:pt x="3537" y="25611"/>
                  </a:lnTo>
                  <a:lnTo>
                    <a:pt x="3453" y="25695"/>
                  </a:lnTo>
                  <a:lnTo>
                    <a:pt x="3495" y="25758"/>
                  </a:lnTo>
                  <a:lnTo>
                    <a:pt x="3537" y="25758"/>
                  </a:lnTo>
                  <a:lnTo>
                    <a:pt x="3600" y="25716"/>
                  </a:lnTo>
                  <a:lnTo>
                    <a:pt x="3620" y="25716"/>
                  </a:lnTo>
                  <a:lnTo>
                    <a:pt x="3641" y="25821"/>
                  </a:lnTo>
                  <a:lnTo>
                    <a:pt x="3641" y="25904"/>
                  </a:lnTo>
                  <a:lnTo>
                    <a:pt x="3558" y="25946"/>
                  </a:lnTo>
                  <a:lnTo>
                    <a:pt x="3558" y="26113"/>
                  </a:lnTo>
                  <a:lnTo>
                    <a:pt x="3620" y="26176"/>
                  </a:lnTo>
                  <a:lnTo>
                    <a:pt x="3704" y="26176"/>
                  </a:lnTo>
                  <a:lnTo>
                    <a:pt x="3767" y="26134"/>
                  </a:lnTo>
                  <a:lnTo>
                    <a:pt x="3809" y="26051"/>
                  </a:lnTo>
                  <a:lnTo>
                    <a:pt x="3851" y="26072"/>
                  </a:lnTo>
                  <a:lnTo>
                    <a:pt x="3913" y="26030"/>
                  </a:lnTo>
                  <a:lnTo>
                    <a:pt x="3955" y="26030"/>
                  </a:lnTo>
                  <a:lnTo>
                    <a:pt x="4018" y="26072"/>
                  </a:lnTo>
                  <a:lnTo>
                    <a:pt x="3976" y="26113"/>
                  </a:lnTo>
                  <a:lnTo>
                    <a:pt x="3872" y="26176"/>
                  </a:lnTo>
                  <a:lnTo>
                    <a:pt x="3809" y="26176"/>
                  </a:lnTo>
                  <a:lnTo>
                    <a:pt x="3641" y="26239"/>
                  </a:lnTo>
                  <a:lnTo>
                    <a:pt x="3558" y="26281"/>
                  </a:lnTo>
                  <a:lnTo>
                    <a:pt x="3558" y="26365"/>
                  </a:lnTo>
                  <a:lnTo>
                    <a:pt x="3537" y="26448"/>
                  </a:lnTo>
                  <a:lnTo>
                    <a:pt x="3620" y="26490"/>
                  </a:lnTo>
                  <a:lnTo>
                    <a:pt x="3558" y="26553"/>
                  </a:lnTo>
                  <a:lnTo>
                    <a:pt x="3537" y="26657"/>
                  </a:lnTo>
                  <a:lnTo>
                    <a:pt x="3558" y="26783"/>
                  </a:lnTo>
                  <a:lnTo>
                    <a:pt x="3620" y="26783"/>
                  </a:lnTo>
                  <a:lnTo>
                    <a:pt x="3704" y="26637"/>
                  </a:lnTo>
                  <a:lnTo>
                    <a:pt x="3746" y="26595"/>
                  </a:lnTo>
                  <a:lnTo>
                    <a:pt x="3872" y="26469"/>
                  </a:lnTo>
                  <a:lnTo>
                    <a:pt x="3934" y="26469"/>
                  </a:lnTo>
                  <a:lnTo>
                    <a:pt x="3976" y="26385"/>
                  </a:lnTo>
                  <a:lnTo>
                    <a:pt x="4060" y="26365"/>
                  </a:lnTo>
                  <a:lnTo>
                    <a:pt x="4060" y="26385"/>
                  </a:lnTo>
                  <a:lnTo>
                    <a:pt x="4018" y="26448"/>
                  </a:lnTo>
                  <a:lnTo>
                    <a:pt x="4018" y="26490"/>
                  </a:lnTo>
                  <a:lnTo>
                    <a:pt x="4039" y="26532"/>
                  </a:lnTo>
                  <a:lnTo>
                    <a:pt x="4123" y="26490"/>
                  </a:lnTo>
                  <a:lnTo>
                    <a:pt x="4248" y="26365"/>
                  </a:lnTo>
                  <a:lnTo>
                    <a:pt x="4269" y="26323"/>
                  </a:lnTo>
                  <a:lnTo>
                    <a:pt x="4332" y="26385"/>
                  </a:lnTo>
                  <a:lnTo>
                    <a:pt x="4374" y="26385"/>
                  </a:lnTo>
                  <a:lnTo>
                    <a:pt x="4436" y="26344"/>
                  </a:lnTo>
                  <a:lnTo>
                    <a:pt x="4499" y="26344"/>
                  </a:lnTo>
                  <a:lnTo>
                    <a:pt x="4499" y="26365"/>
                  </a:lnTo>
                  <a:lnTo>
                    <a:pt x="4436" y="26448"/>
                  </a:lnTo>
                  <a:lnTo>
                    <a:pt x="4436" y="26637"/>
                  </a:lnTo>
                  <a:lnTo>
                    <a:pt x="4478" y="26657"/>
                  </a:lnTo>
                  <a:lnTo>
                    <a:pt x="4541" y="26741"/>
                  </a:lnTo>
                  <a:lnTo>
                    <a:pt x="4499" y="26762"/>
                  </a:lnTo>
                  <a:lnTo>
                    <a:pt x="4436" y="26741"/>
                  </a:lnTo>
                  <a:lnTo>
                    <a:pt x="4332" y="26637"/>
                  </a:lnTo>
                  <a:lnTo>
                    <a:pt x="4269" y="26553"/>
                  </a:lnTo>
                  <a:lnTo>
                    <a:pt x="4227" y="26553"/>
                  </a:lnTo>
                  <a:lnTo>
                    <a:pt x="4164" y="26574"/>
                  </a:lnTo>
                  <a:lnTo>
                    <a:pt x="4081" y="26574"/>
                  </a:lnTo>
                  <a:lnTo>
                    <a:pt x="4060" y="26637"/>
                  </a:lnTo>
                  <a:lnTo>
                    <a:pt x="4123" y="26678"/>
                  </a:lnTo>
                  <a:lnTo>
                    <a:pt x="4164" y="26678"/>
                  </a:lnTo>
                  <a:lnTo>
                    <a:pt x="4248" y="26783"/>
                  </a:lnTo>
                  <a:lnTo>
                    <a:pt x="4290" y="26804"/>
                  </a:lnTo>
                  <a:lnTo>
                    <a:pt x="4269" y="26867"/>
                  </a:lnTo>
                  <a:lnTo>
                    <a:pt x="4185" y="26783"/>
                  </a:lnTo>
                  <a:lnTo>
                    <a:pt x="4144" y="26762"/>
                  </a:lnTo>
                  <a:lnTo>
                    <a:pt x="4060" y="26762"/>
                  </a:lnTo>
                  <a:lnTo>
                    <a:pt x="3955" y="26888"/>
                  </a:lnTo>
                  <a:lnTo>
                    <a:pt x="3872" y="26950"/>
                  </a:lnTo>
                  <a:lnTo>
                    <a:pt x="3704" y="26950"/>
                  </a:lnTo>
                  <a:lnTo>
                    <a:pt x="3662" y="26971"/>
                  </a:lnTo>
                  <a:lnTo>
                    <a:pt x="3725" y="26992"/>
                  </a:lnTo>
                  <a:lnTo>
                    <a:pt x="3830" y="26992"/>
                  </a:lnTo>
                  <a:lnTo>
                    <a:pt x="3892" y="26971"/>
                  </a:lnTo>
                  <a:lnTo>
                    <a:pt x="4060" y="26950"/>
                  </a:lnTo>
                  <a:lnTo>
                    <a:pt x="4164" y="26888"/>
                  </a:lnTo>
                  <a:lnTo>
                    <a:pt x="4248" y="26909"/>
                  </a:lnTo>
                  <a:lnTo>
                    <a:pt x="4353" y="26909"/>
                  </a:lnTo>
                  <a:lnTo>
                    <a:pt x="4311" y="26950"/>
                  </a:lnTo>
                  <a:lnTo>
                    <a:pt x="4248" y="27013"/>
                  </a:lnTo>
                  <a:lnTo>
                    <a:pt x="4102" y="27013"/>
                  </a:lnTo>
                  <a:lnTo>
                    <a:pt x="3976" y="27055"/>
                  </a:lnTo>
                  <a:lnTo>
                    <a:pt x="3767" y="27055"/>
                  </a:lnTo>
                  <a:lnTo>
                    <a:pt x="3662" y="27076"/>
                  </a:lnTo>
                  <a:lnTo>
                    <a:pt x="3641" y="27160"/>
                  </a:lnTo>
                  <a:lnTo>
                    <a:pt x="3662" y="27222"/>
                  </a:lnTo>
                  <a:lnTo>
                    <a:pt x="3767" y="27264"/>
                  </a:lnTo>
                  <a:lnTo>
                    <a:pt x="3872" y="27222"/>
                  </a:lnTo>
                  <a:lnTo>
                    <a:pt x="3892" y="27264"/>
                  </a:lnTo>
                  <a:lnTo>
                    <a:pt x="3830" y="27306"/>
                  </a:lnTo>
                  <a:lnTo>
                    <a:pt x="3725" y="27306"/>
                  </a:lnTo>
                  <a:lnTo>
                    <a:pt x="3662" y="27390"/>
                  </a:lnTo>
                  <a:lnTo>
                    <a:pt x="3683" y="27473"/>
                  </a:lnTo>
                  <a:lnTo>
                    <a:pt x="3767" y="27515"/>
                  </a:lnTo>
                  <a:lnTo>
                    <a:pt x="3830" y="27473"/>
                  </a:lnTo>
                  <a:lnTo>
                    <a:pt x="3851" y="27411"/>
                  </a:lnTo>
                  <a:lnTo>
                    <a:pt x="3934" y="27411"/>
                  </a:lnTo>
                  <a:lnTo>
                    <a:pt x="3976" y="27432"/>
                  </a:lnTo>
                  <a:lnTo>
                    <a:pt x="4060" y="27432"/>
                  </a:lnTo>
                  <a:lnTo>
                    <a:pt x="4144" y="27411"/>
                  </a:lnTo>
                  <a:lnTo>
                    <a:pt x="4185" y="27390"/>
                  </a:lnTo>
                  <a:lnTo>
                    <a:pt x="4227" y="27411"/>
                  </a:lnTo>
                  <a:lnTo>
                    <a:pt x="4164" y="27473"/>
                  </a:lnTo>
                  <a:lnTo>
                    <a:pt x="4039" y="27515"/>
                  </a:lnTo>
                  <a:lnTo>
                    <a:pt x="3976" y="27494"/>
                  </a:lnTo>
                  <a:lnTo>
                    <a:pt x="3913" y="27473"/>
                  </a:lnTo>
                  <a:lnTo>
                    <a:pt x="3851" y="27473"/>
                  </a:lnTo>
                  <a:lnTo>
                    <a:pt x="3913" y="27515"/>
                  </a:lnTo>
                  <a:lnTo>
                    <a:pt x="3976" y="27515"/>
                  </a:lnTo>
                  <a:lnTo>
                    <a:pt x="4039" y="27536"/>
                  </a:lnTo>
                  <a:lnTo>
                    <a:pt x="3976" y="27578"/>
                  </a:lnTo>
                  <a:lnTo>
                    <a:pt x="3851" y="27578"/>
                  </a:lnTo>
                  <a:lnTo>
                    <a:pt x="3746" y="27641"/>
                  </a:lnTo>
                  <a:lnTo>
                    <a:pt x="3809" y="27704"/>
                  </a:lnTo>
                  <a:lnTo>
                    <a:pt x="3851" y="27704"/>
                  </a:lnTo>
                  <a:lnTo>
                    <a:pt x="3913" y="27683"/>
                  </a:lnTo>
                  <a:lnTo>
                    <a:pt x="4039" y="27683"/>
                  </a:lnTo>
                  <a:lnTo>
                    <a:pt x="4081" y="27704"/>
                  </a:lnTo>
                  <a:lnTo>
                    <a:pt x="4144" y="27704"/>
                  </a:lnTo>
                  <a:lnTo>
                    <a:pt x="4081" y="27746"/>
                  </a:lnTo>
                  <a:lnTo>
                    <a:pt x="3955" y="27787"/>
                  </a:lnTo>
                  <a:lnTo>
                    <a:pt x="3872" y="27746"/>
                  </a:lnTo>
                  <a:lnTo>
                    <a:pt x="3809" y="27787"/>
                  </a:lnTo>
                  <a:lnTo>
                    <a:pt x="3767" y="27829"/>
                  </a:lnTo>
                  <a:lnTo>
                    <a:pt x="3809" y="27892"/>
                  </a:lnTo>
                  <a:lnTo>
                    <a:pt x="3851" y="27892"/>
                  </a:lnTo>
                  <a:lnTo>
                    <a:pt x="3934" y="27829"/>
                  </a:lnTo>
                  <a:lnTo>
                    <a:pt x="4018" y="27829"/>
                  </a:lnTo>
                  <a:lnTo>
                    <a:pt x="4081" y="27892"/>
                  </a:lnTo>
                  <a:lnTo>
                    <a:pt x="4081" y="27934"/>
                  </a:lnTo>
                  <a:lnTo>
                    <a:pt x="3934" y="27997"/>
                  </a:lnTo>
                  <a:lnTo>
                    <a:pt x="3892" y="28038"/>
                  </a:lnTo>
                  <a:lnTo>
                    <a:pt x="3955" y="28143"/>
                  </a:lnTo>
                  <a:lnTo>
                    <a:pt x="3997" y="28143"/>
                  </a:lnTo>
                  <a:lnTo>
                    <a:pt x="4039" y="28122"/>
                  </a:lnTo>
                  <a:lnTo>
                    <a:pt x="4102" y="28122"/>
                  </a:lnTo>
                  <a:lnTo>
                    <a:pt x="4164" y="28206"/>
                  </a:lnTo>
                  <a:lnTo>
                    <a:pt x="4185" y="28143"/>
                  </a:lnTo>
                  <a:lnTo>
                    <a:pt x="4227" y="28122"/>
                  </a:lnTo>
                  <a:lnTo>
                    <a:pt x="4269" y="28143"/>
                  </a:lnTo>
                  <a:lnTo>
                    <a:pt x="4248" y="28206"/>
                  </a:lnTo>
                  <a:lnTo>
                    <a:pt x="4206" y="28248"/>
                  </a:lnTo>
                  <a:lnTo>
                    <a:pt x="4269" y="28310"/>
                  </a:lnTo>
                  <a:lnTo>
                    <a:pt x="4164" y="28436"/>
                  </a:lnTo>
                  <a:lnTo>
                    <a:pt x="4144" y="28436"/>
                  </a:lnTo>
                  <a:lnTo>
                    <a:pt x="4081" y="28520"/>
                  </a:lnTo>
                  <a:lnTo>
                    <a:pt x="4039" y="28582"/>
                  </a:lnTo>
                  <a:lnTo>
                    <a:pt x="4039" y="28624"/>
                  </a:lnTo>
                  <a:lnTo>
                    <a:pt x="4102" y="28624"/>
                  </a:lnTo>
                  <a:lnTo>
                    <a:pt x="4164" y="28582"/>
                  </a:lnTo>
                  <a:lnTo>
                    <a:pt x="4248" y="28624"/>
                  </a:lnTo>
                  <a:lnTo>
                    <a:pt x="4269" y="28687"/>
                  </a:lnTo>
                  <a:lnTo>
                    <a:pt x="4227" y="28750"/>
                  </a:lnTo>
                  <a:lnTo>
                    <a:pt x="4227" y="28771"/>
                  </a:lnTo>
                  <a:lnTo>
                    <a:pt x="4290" y="28771"/>
                  </a:lnTo>
                  <a:lnTo>
                    <a:pt x="4353" y="28792"/>
                  </a:lnTo>
                  <a:lnTo>
                    <a:pt x="4353" y="28854"/>
                  </a:lnTo>
                  <a:lnTo>
                    <a:pt x="4290" y="28896"/>
                  </a:lnTo>
                  <a:lnTo>
                    <a:pt x="4353" y="28959"/>
                  </a:lnTo>
                  <a:lnTo>
                    <a:pt x="4332" y="29043"/>
                  </a:lnTo>
                  <a:lnTo>
                    <a:pt x="4248" y="29085"/>
                  </a:lnTo>
                  <a:lnTo>
                    <a:pt x="4206" y="29147"/>
                  </a:lnTo>
                  <a:lnTo>
                    <a:pt x="4311" y="29147"/>
                  </a:lnTo>
                  <a:lnTo>
                    <a:pt x="4374" y="29085"/>
                  </a:lnTo>
                  <a:lnTo>
                    <a:pt x="4395" y="29043"/>
                  </a:lnTo>
                  <a:lnTo>
                    <a:pt x="4520" y="28980"/>
                  </a:lnTo>
                  <a:lnTo>
                    <a:pt x="4562" y="29001"/>
                  </a:lnTo>
                  <a:lnTo>
                    <a:pt x="4499" y="29064"/>
                  </a:lnTo>
                  <a:lnTo>
                    <a:pt x="4541" y="29106"/>
                  </a:lnTo>
                  <a:lnTo>
                    <a:pt x="4457" y="29168"/>
                  </a:lnTo>
                  <a:lnTo>
                    <a:pt x="4395" y="29210"/>
                  </a:lnTo>
                  <a:lnTo>
                    <a:pt x="4332" y="29210"/>
                  </a:lnTo>
                  <a:lnTo>
                    <a:pt x="4248" y="29252"/>
                  </a:lnTo>
                  <a:lnTo>
                    <a:pt x="4185" y="29294"/>
                  </a:lnTo>
                  <a:lnTo>
                    <a:pt x="4248" y="29357"/>
                  </a:lnTo>
                  <a:lnTo>
                    <a:pt x="4332" y="29294"/>
                  </a:lnTo>
                  <a:lnTo>
                    <a:pt x="4374" y="29252"/>
                  </a:lnTo>
                  <a:lnTo>
                    <a:pt x="4478" y="29273"/>
                  </a:lnTo>
                  <a:lnTo>
                    <a:pt x="4499" y="29294"/>
                  </a:lnTo>
                  <a:lnTo>
                    <a:pt x="4457" y="29357"/>
                  </a:lnTo>
                  <a:lnTo>
                    <a:pt x="4332" y="29398"/>
                  </a:lnTo>
                  <a:lnTo>
                    <a:pt x="4332" y="29503"/>
                  </a:lnTo>
                  <a:lnTo>
                    <a:pt x="4269" y="29566"/>
                  </a:lnTo>
                  <a:lnTo>
                    <a:pt x="4185" y="29587"/>
                  </a:lnTo>
                  <a:lnTo>
                    <a:pt x="4164" y="29629"/>
                  </a:lnTo>
                  <a:lnTo>
                    <a:pt x="4248" y="29691"/>
                  </a:lnTo>
                  <a:lnTo>
                    <a:pt x="4374" y="29670"/>
                  </a:lnTo>
                  <a:lnTo>
                    <a:pt x="4457" y="29608"/>
                  </a:lnTo>
                  <a:lnTo>
                    <a:pt x="4562" y="29587"/>
                  </a:lnTo>
                  <a:lnTo>
                    <a:pt x="4625" y="29587"/>
                  </a:lnTo>
                  <a:lnTo>
                    <a:pt x="4667" y="29629"/>
                  </a:lnTo>
                  <a:lnTo>
                    <a:pt x="4625" y="29691"/>
                  </a:lnTo>
                  <a:lnTo>
                    <a:pt x="4562" y="29691"/>
                  </a:lnTo>
                  <a:lnTo>
                    <a:pt x="4416" y="29733"/>
                  </a:lnTo>
                  <a:lnTo>
                    <a:pt x="4416" y="29775"/>
                  </a:lnTo>
                  <a:lnTo>
                    <a:pt x="4499" y="29775"/>
                  </a:lnTo>
                  <a:lnTo>
                    <a:pt x="4541" y="29817"/>
                  </a:lnTo>
                  <a:lnTo>
                    <a:pt x="4457" y="29901"/>
                  </a:lnTo>
                  <a:lnTo>
                    <a:pt x="4478" y="29984"/>
                  </a:lnTo>
                  <a:lnTo>
                    <a:pt x="4562" y="30005"/>
                  </a:lnTo>
                  <a:lnTo>
                    <a:pt x="4688" y="29901"/>
                  </a:lnTo>
                  <a:lnTo>
                    <a:pt x="4750" y="29880"/>
                  </a:lnTo>
                  <a:lnTo>
                    <a:pt x="4771" y="29901"/>
                  </a:lnTo>
                  <a:lnTo>
                    <a:pt x="4855" y="29984"/>
                  </a:lnTo>
                  <a:lnTo>
                    <a:pt x="4855" y="30089"/>
                  </a:lnTo>
                  <a:lnTo>
                    <a:pt x="4918" y="30131"/>
                  </a:lnTo>
                  <a:lnTo>
                    <a:pt x="4918" y="30152"/>
                  </a:lnTo>
                  <a:lnTo>
                    <a:pt x="4876" y="30214"/>
                  </a:lnTo>
                  <a:lnTo>
                    <a:pt x="4792" y="30214"/>
                  </a:lnTo>
                  <a:lnTo>
                    <a:pt x="4750" y="30298"/>
                  </a:lnTo>
                  <a:lnTo>
                    <a:pt x="4771" y="30340"/>
                  </a:lnTo>
                  <a:lnTo>
                    <a:pt x="4918" y="30361"/>
                  </a:lnTo>
                  <a:lnTo>
                    <a:pt x="4981" y="30340"/>
                  </a:lnTo>
                  <a:lnTo>
                    <a:pt x="4960" y="30298"/>
                  </a:lnTo>
                  <a:lnTo>
                    <a:pt x="4960" y="30235"/>
                  </a:lnTo>
                  <a:lnTo>
                    <a:pt x="5001" y="30214"/>
                  </a:lnTo>
                  <a:lnTo>
                    <a:pt x="5064" y="30235"/>
                  </a:lnTo>
                  <a:lnTo>
                    <a:pt x="5127" y="30194"/>
                  </a:lnTo>
                  <a:lnTo>
                    <a:pt x="5211" y="30152"/>
                  </a:lnTo>
                  <a:lnTo>
                    <a:pt x="5273" y="30214"/>
                  </a:lnTo>
                  <a:lnTo>
                    <a:pt x="5315" y="30235"/>
                  </a:lnTo>
                  <a:lnTo>
                    <a:pt x="5378" y="30214"/>
                  </a:lnTo>
                  <a:lnTo>
                    <a:pt x="5420" y="30131"/>
                  </a:lnTo>
                  <a:lnTo>
                    <a:pt x="5483" y="30089"/>
                  </a:lnTo>
                  <a:lnTo>
                    <a:pt x="5545" y="30089"/>
                  </a:lnTo>
                  <a:lnTo>
                    <a:pt x="5629" y="30047"/>
                  </a:lnTo>
                  <a:lnTo>
                    <a:pt x="5713" y="30089"/>
                  </a:lnTo>
                  <a:lnTo>
                    <a:pt x="5755" y="30026"/>
                  </a:lnTo>
                  <a:lnTo>
                    <a:pt x="5755" y="29984"/>
                  </a:lnTo>
                  <a:lnTo>
                    <a:pt x="5713" y="29922"/>
                  </a:lnTo>
                  <a:lnTo>
                    <a:pt x="5713" y="29880"/>
                  </a:lnTo>
                  <a:lnTo>
                    <a:pt x="5755" y="29838"/>
                  </a:lnTo>
                  <a:lnTo>
                    <a:pt x="5817" y="29880"/>
                  </a:lnTo>
                  <a:lnTo>
                    <a:pt x="5859" y="29942"/>
                  </a:lnTo>
                  <a:lnTo>
                    <a:pt x="5859" y="30047"/>
                  </a:lnTo>
                  <a:lnTo>
                    <a:pt x="5797" y="30131"/>
                  </a:lnTo>
                  <a:lnTo>
                    <a:pt x="5734" y="30152"/>
                  </a:lnTo>
                  <a:lnTo>
                    <a:pt x="5692" y="30214"/>
                  </a:lnTo>
                  <a:lnTo>
                    <a:pt x="5713" y="30235"/>
                  </a:lnTo>
                  <a:lnTo>
                    <a:pt x="5838" y="30194"/>
                  </a:lnTo>
                  <a:lnTo>
                    <a:pt x="6027" y="30089"/>
                  </a:lnTo>
                  <a:lnTo>
                    <a:pt x="6131" y="29922"/>
                  </a:lnTo>
                  <a:lnTo>
                    <a:pt x="6173" y="29922"/>
                  </a:lnTo>
                  <a:lnTo>
                    <a:pt x="6215" y="30005"/>
                  </a:lnTo>
                  <a:lnTo>
                    <a:pt x="6215" y="30110"/>
                  </a:lnTo>
                  <a:lnTo>
                    <a:pt x="6131" y="30131"/>
                  </a:lnTo>
                  <a:lnTo>
                    <a:pt x="6048" y="30194"/>
                  </a:lnTo>
                  <a:lnTo>
                    <a:pt x="5964" y="30256"/>
                  </a:lnTo>
                  <a:lnTo>
                    <a:pt x="5859" y="30298"/>
                  </a:lnTo>
                  <a:lnTo>
                    <a:pt x="5838" y="30319"/>
                  </a:lnTo>
                  <a:lnTo>
                    <a:pt x="5859" y="30340"/>
                  </a:lnTo>
                  <a:lnTo>
                    <a:pt x="5964" y="30319"/>
                  </a:lnTo>
                  <a:lnTo>
                    <a:pt x="6110" y="30235"/>
                  </a:lnTo>
                  <a:lnTo>
                    <a:pt x="6131" y="30256"/>
                  </a:lnTo>
                  <a:lnTo>
                    <a:pt x="6027" y="30361"/>
                  </a:lnTo>
                  <a:lnTo>
                    <a:pt x="5943" y="30403"/>
                  </a:lnTo>
                  <a:lnTo>
                    <a:pt x="5943" y="30507"/>
                  </a:lnTo>
                  <a:lnTo>
                    <a:pt x="5797" y="30612"/>
                  </a:lnTo>
                  <a:lnTo>
                    <a:pt x="5755" y="30654"/>
                  </a:lnTo>
                  <a:lnTo>
                    <a:pt x="5817" y="30654"/>
                  </a:lnTo>
                  <a:lnTo>
                    <a:pt x="5859" y="30612"/>
                  </a:lnTo>
                  <a:lnTo>
                    <a:pt x="5901" y="30612"/>
                  </a:lnTo>
                  <a:lnTo>
                    <a:pt x="5901" y="30633"/>
                  </a:lnTo>
                  <a:lnTo>
                    <a:pt x="5922" y="30738"/>
                  </a:lnTo>
                  <a:lnTo>
                    <a:pt x="5943" y="30654"/>
                  </a:lnTo>
                  <a:lnTo>
                    <a:pt x="6027" y="30612"/>
                  </a:lnTo>
                  <a:lnTo>
                    <a:pt x="6048" y="30549"/>
                  </a:lnTo>
                  <a:lnTo>
                    <a:pt x="6110" y="30549"/>
                  </a:lnTo>
                  <a:lnTo>
                    <a:pt x="6131" y="30570"/>
                  </a:lnTo>
                  <a:lnTo>
                    <a:pt x="6048" y="30654"/>
                  </a:lnTo>
                  <a:lnTo>
                    <a:pt x="6027" y="30738"/>
                  </a:lnTo>
                  <a:lnTo>
                    <a:pt x="6048" y="30759"/>
                  </a:lnTo>
                  <a:lnTo>
                    <a:pt x="6131" y="30738"/>
                  </a:lnTo>
                  <a:lnTo>
                    <a:pt x="6173" y="30654"/>
                  </a:lnTo>
                  <a:lnTo>
                    <a:pt x="6236" y="30654"/>
                  </a:lnTo>
                  <a:lnTo>
                    <a:pt x="6320" y="30633"/>
                  </a:lnTo>
                  <a:lnTo>
                    <a:pt x="6236" y="30738"/>
                  </a:lnTo>
                  <a:lnTo>
                    <a:pt x="6215" y="30842"/>
                  </a:lnTo>
                  <a:lnTo>
                    <a:pt x="6110" y="30926"/>
                  </a:lnTo>
                  <a:lnTo>
                    <a:pt x="6110" y="30989"/>
                  </a:lnTo>
                  <a:lnTo>
                    <a:pt x="6131" y="31031"/>
                  </a:lnTo>
                  <a:lnTo>
                    <a:pt x="6236" y="30947"/>
                  </a:lnTo>
                  <a:lnTo>
                    <a:pt x="6320" y="30738"/>
                  </a:lnTo>
                  <a:lnTo>
                    <a:pt x="6382" y="30675"/>
                  </a:lnTo>
                  <a:lnTo>
                    <a:pt x="6424" y="30717"/>
                  </a:lnTo>
                  <a:lnTo>
                    <a:pt x="6320" y="30863"/>
                  </a:lnTo>
                  <a:lnTo>
                    <a:pt x="6320" y="30947"/>
                  </a:lnTo>
                  <a:lnTo>
                    <a:pt x="6257" y="31031"/>
                  </a:lnTo>
                  <a:lnTo>
                    <a:pt x="6236" y="31135"/>
                  </a:lnTo>
                  <a:lnTo>
                    <a:pt x="6278" y="31156"/>
                  </a:lnTo>
                  <a:lnTo>
                    <a:pt x="6341" y="31093"/>
                  </a:lnTo>
                  <a:lnTo>
                    <a:pt x="6341" y="31031"/>
                  </a:lnTo>
                  <a:lnTo>
                    <a:pt x="6361" y="30968"/>
                  </a:lnTo>
                  <a:lnTo>
                    <a:pt x="6424" y="30968"/>
                  </a:lnTo>
                  <a:lnTo>
                    <a:pt x="6487" y="30989"/>
                  </a:lnTo>
                  <a:lnTo>
                    <a:pt x="6487" y="30842"/>
                  </a:lnTo>
                  <a:lnTo>
                    <a:pt x="6550" y="30842"/>
                  </a:lnTo>
                  <a:lnTo>
                    <a:pt x="6592" y="30759"/>
                  </a:lnTo>
                  <a:lnTo>
                    <a:pt x="6654" y="30759"/>
                  </a:lnTo>
                  <a:lnTo>
                    <a:pt x="6654" y="30821"/>
                  </a:lnTo>
                  <a:lnTo>
                    <a:pt x="6633" y="30821"/>
                  </a:lnTo>
                  <a:lnTo>
                    <a:pt x="6592" y="30926"/>
                  </a:lnTo>
                  <a:lnTo>
                    <a:pt x="6592" y="30968"/>
                  </a:lnTo>
                  <a:lnTo>
                    <a:pt x="6759" y="30968"/>
                  </a:lnTo>
                  <a:lnTo>
                    <a:pt x="7010" y="31093"/>
                  </a:lnTo>
                  <a:lnTo>
                    <a:pt x="7052" y="31093"/>
                  </a:lnTo>
                  <a:lnTo>
                    <a:pt x="7052" y="31051"/>
                  </a:lnTo>
                  <a:lnTo>
                    <a:pt x="7094" y="30989"/>
                  </a:lnTo>
                  <a:lnTo>
                    <a:pt x="7157" y="30968"/>
                  </a:lnTo>
                  <a:lnTo>
                    <a:pt x="7157" y="30926"/>
                  </a:lnTo>
                  <a:lnTo>
                    <a:pt x="7094" y="30884"/>
                  </a:lnTo>
                  <a:lnTo>
                    <a:pt x="7073" y="30863"/>
                  </a:lnTo>
                  <a:lnTo>
                    <a:pt x="6989" y="30863"/>
                  </a:lnTo>
                  <a:lnTo>
                    <a:pt x="6968" y="30884"/>
                  </a:lnTo>
                  <a:lnTo>
                    <a:pt x="6968" y="30842"/>
                  </a:lnTo>
                  <a:lnTo>
                    <a:pt x="6989" y="30821"/>
                  </a:lnTo>
                  <a:lnTo>
                    <a:pt x="6989" y="30759"/>
                  </a:lnTo>
                  <a:lnTo>
                    <a:pt x="6885" y="30717"/>
                  </a:lnTo>
                  <a:lnTo>
                    <a:pt x="6696" y="30633"/>
                  </a:lnTo>
                  <a:lnTo>
                    <a:pt x="6675" y="30570"/>
                  </a:lnTo>
                  <a:lnTo>
                    <a:pt x="6696" y="30549"/>
                  </a:lnTo>
                  <a:lnTo>
                    <a:pt x="6780" y="30570"/>
                  </a:lnTo>
                  <a:lnTo>
                    <a:pt x="6843" y="30549"/>
                  </a:lnTo>
                  <a:lnTo>
                    <a:pt x="6864" y="30549"/>
                  </a:lnTo>
                  <a:lnTo>
                    <a:pt x="6885" y="30612"/>
                  </a:lnTo>
                  <a:lnTo>
                    <a:pt x="6968" y="30675"/>
                  </a:lnTo>
                  <a:lnTo>
                    <a:pt x="7052" y="30738"/>
                  </a:lnTo>
                  <a:lnTo>
                    <a:pt x="7115" y="30738"/>
                  </a:lnTo>
                  <a:lnTo>
                    <a:pt x="7219" y="30675"/>
                  </a:lnTo>
                  <a:lnTo>
                    <a:pt x="7303" y="30633"/>
                  </a:lnTo>
                  <a:lnTo>
                    <a:pt x="7324" y="30570"/>
                  </a:lnTo>
                  <a:lnTo>
                    <a:pt x="7261" y="30549"/>
                  </a:lnTo>
                  <a:lnTo>
                    <a:pt x="7157" y="30549"/>
                  </a:lnTo>
                  <a:lnTo>
                    <a:pt x="7094" y="30528"/>
                  </a:lnTo>
                  <a:lnTo>
                    <a:pt x="7094" y="30466"/>
                  </a:lnTo>
                  <a:lnTo>
                    <a:pt x="7219" y="30466"/>
                  </a:lnTo>
                  <a:lnTo>
                    <a:pt x="7303" y="30424"/>
                  </a:lnTo>
                  <a:lnTo>
                    <a:pt x="7303" y="30403"/>
                  </a:lnTo>
                  <a:lnTo>
                    <a:pt x="7219" y="30340"/>
                  </a:lnTo>
                  <a:lnTo>
                    <a:pt x="7157" y="30319"/>
                  </a:lnTo>
                  <a:lnTo>
                    <a:pt x="7157" y="30298"/>
                  </a:lnTo>
                  <a:lnTo>
                    <a:pt x="7198" y="30298"/>
                  </a:lnTo>
                  <a:lnTo>
                    <a:pt x="7219" y="30256"/>
                  </a:lnTo>
                  <a:lnTo>
                    <a:pt x="7198" y="30235"/>
                  </a:lnTo>
                  <a:lnTo>
                    <a:pt x="7094" y="30214"/>
                  </a:lnTo>
                  <a:lnTo>
                    <a:pt x="7052" y="30152"/>
                  </a:lnTo>
                  <a:lnTo>
                    <a:pt x="7073" y="30131"/>
                  </a:lnTo>
                  <a:lnTo>
                    <a:pt x="7157" y="30152"/>
                  </a:lnTo>
                  <a:lnTo>
                    <a:pt x="7261" y="30194"/>
                  </a:lnTo>
                  <a:lnTo>
                    <a:pt x="7408" y="30152"/>
                  </a:lnTo>
                  <a:lnTo>
                    <a:pt x="7491" y="30110"/>
                  </a:lnTo>
                  <a:lnTo>
                    <a:pt x="7512" y="30047"/>
                  </a:lnTo>
                  <a:lnTo>
                    <a:pt x="7491" y="30005"/>
                  </a:lnTo>
                  <a:lnTo>
                    <a:pt x="7387" y="29984"/>
                  </a:lnTo>
                  <a:lnTo>
                    <a:pt x="7198" y="29942"/>
                  </a:lnTo>
                  <a:lnTo>
                    <a:pt x="7115" y="29901"/>
                  </a:lnTo>
                  <a:lnTo>
                    <a:pt x="7115" y="29880"/>
                  </a:lnTo>
                  <a:lnTo>
                    <a:pt x="7177" y="29880"/>
                  </a:lnTo>
                  <a:lnTo>
                    <a:pt x="7261" y="29901"/>
                  </a:lnTo>
                  <a:lnTo>
                    <a:pt x="7408" y="29901"/>
                  </a:lnTo>
                  <a:lnTo>
                    <a:pt x="7491" y="29838"/>
                  </a:lnTo>
                  <a:lnTo>
                    <a:pt x="7491" y="29775"/>
                  </a:lnTo>
                  <a:lnTo>
                    <a:pt x="7408" y="29712"/>
                  </a:lnTo>
                  <a:lnTo>
                    <a:pt x="7324" y="29691"/>
                  </a:lnTo>
                  <a:lnTo>
                    <a:pt x="7303" y="29629"/>
                  </a:lnTo>
                  <a:lnTo>
                    <a:pt x="7366" y="29629"/>
                  </a:lnTo>
                  <a:lnTo>
                    <a:pt x="7408" y="29670"/>
                  </a:lnTo>
                  <a:lnTo>
                    <a:pt x="7429" y="29712"/>
                  </a:lnTo>
                  <a:lnTo>
                    <a:pt x="7512" y="29691"/>
                  </a:lnTo>
                  <a:lnTo>
                    <a:pt x="7575" y="29629"/>
                  </a:lnTo>
                  <a:lnTo>
                    <a:pt x="7575" y="29587"/>
                  </a:lnTo>
                  <a:lnTo>
                    <a:pt x="7512" y="29566"/>
                  </a:lnTo>
                  <a:lnTo>
                    <a:pt x="7429" y="29503"/>
                  </a:lnTo>
                  <a:lnTo>
                    <a:pt x="7429" y="29482"/>
                  </a:lnTo>
                  <a:lnTo>
                    <a:pt x="7491" y="29461"/>
                  </a:lnTo>
                  <a:lnTo>
                    <a:pt x="7512" y="29503"/>
                  </a:lnTo>
                  <a:lnTo>
                    <a:pt x="7575" y="29524"/>
                  </a:lnTo>
                  <a:lnTo>
                    <a:pt x="7638" y="29461"/>
                  </a:lnTo>
                  <a:lnTo>
                    <a:pt x="7638" y="29419"/>
                  </a:lnTo>
                  <a:lnTo>
                    <a:pt x="7533" y="29398"/>
                  </a:lnTo>
                  <a:lnTo>
                    <a:pt x="7470" y="29357"/>
                  </a:lnTo>
                  <a:lnTo>
                    <a:pt x="7429" y="29294"/>
                  </a:lnTo>
                  <a:lnTo>
                    <a:pt x="7491" y="29294"/>
                  </a:lnTo>
                  <a:lnTo>
                    <a:pt x="7575" y="29357"/>
                  </a:lnTo>
                  <a:lnTo>
                    <a:pt x="7638" y="29357"/>
                  </a:lnTo>
                  <a:lnTo>
                    <a:pt x="7701" y="29398"/>
                  </a:lnTo>
                  <a:lnTo>
                    <a:pt x="7742" y="29398"/>
                  </a:lnTo>
                  <a:lnTo>
                    <a:pt x="7784" y="29315"/>
                  </a:lnTo>
                  <a:lnTo>
                    <a:pt x="7784" y="29273"/>
                  </a:lnTo>
                  <a:lnTo>
                    <a:pt x="7826" y="29210"/>
                  </a:lnTo>
                  <a:lnTo>
                    <a:pt x="7826" y="29168"/>
                  </a:lnTo>
                  <a:lnTo>
                    <a:pt x="7805" y="29106"/>
                  </a:lnTo>
                  <a:lnTo>
                    <a:pt x="7826" y="29001"/>
                  </a:lnTo>
                  <a:lnTo>
                    <a:pt x="7826" y="28959"/>
                  </a:lnTo>
                  <a:lnTo>
                    <a:pt x="7742" y="28854"/>
                  </a:lnTo>
                  <a:lnTo>
                    <a:pt x="7617" y="28750"/>
                  </a:lnTo>
                  <a:lnTo>
                    <a:pt x="7512" y="28729"/>
                  </a:lnTo>
                  <a:lnTo>
                    <a:pt x="7470" y="28666"/>
                  </a:lnTo>
                  <a:lnTo>
                    <a:pt x="7470" y="28645"/>
                  </a:lnTo>
                  <a:lnTo>
                    <a:pt x="7533" y="28645"/>
                  </a:lnTo>
                  <a:lnTo>
                    <a:pt x="7596" y="28666"/>
                  </a:lnTo>
                  <a:lnTo>
                    <a:pt x="7722" y="28771"/>
                  </a:lnTo>
                  <a:lnTo>
                    <a:pt x="7805" y="28854"/>
                  </a:lnTo>
                  <a:lnTo>
                    <a:pt x="7889" y="28854"/>
                  </a:lnTo>
                  <a:lnTo>
                    <a:pt x="7910" y="28834"/>
                  </a:lnTo>
                  <a:lnTo>
                    <a:pt x="7889" y="28687"/>
                  </a:lnTo>
                  <a:lnTo>
                    <a:pt x="7826" y="28582"/>
                  </a:lnTo>
                  <a:lnTo>
                    <a:pt x="7701" y="28562"/>
                  </a:lnTo>
                  <a:lnTo>
                    <a:pt x="7533" y="28478"/>
                  </a:lnTo>
                  <a:lnTo>
                    <a:pt x="7491" y="28457"/>
                  </a:lnTo>
                  <a:lnTo>
                    <a:pt x="7491" y="28415"/>
                  </a:lnTo>
                  <a:lnTo>
                    <a:pt x="7533" y="28415"/>
                  </a:lnTo>
                  <a:lnTo>
                    <a:pt x="7596" y="28436"/>
                  </a:lnTo>
                  <a:lnTo>
                    <a:pt x="7638" y="28478"/>
                  </a:lnTo>
                  <a:lnTo>
                    <a:pt x="7742" y="28478"/>
                  </a:lnTo>
                  <a:lnTo>
                    <a:pt x="7805" y="28415"/>
                  </a:lnTo>
                  <a:lnTo>
                    <a:pt x="7826" y="28352"/>
                  </a:lnTo>
                  <a:lnTo>
                    <a:pt x="7826" y="28269"/>
                  </a:lnTo>
                  <a:lnTo>
                    <a:pt x="7847" y="28269"/>
                  </a:lnTo>
                  <a:lnTo>
                    <a:pt x="7910" y="28310"/>
                  </a:lnTo>
                  <a:lnTo>
                    <a:pt x="7910" y="28331"/>
                  </a:lnTo>
                  <a:lnTo>
                    <a:pt x="7910" y="28373"/>
                  </a:lnTo>
                  <a:lnTo>
                    <a:pt x="8014" y="28436"/>
                  </a:lnTo>
                  <a:lnTo>
                    <a:pt x="8056" y="28436"/>
                  </a:lnTo>
                  <a:lnTo>
                    <a:pt x="8119" y="28478"/>
                  </a:lnTo>
                  <a:lnTo>
                    <a:pt x="8161" y="28478"/>
                  </a:lnTo>
                  <a:lnTo>
                    <a:pt x="8203" y="28436"/>
                  </a:lnTo>
                  <a:lnTo>
                    <a:pt x="8245" y="28373"/>
                  </a:lnTo>
                  <a:lnTo>
                    <a:pt x="8266" y="28352"/>
                  </a:lnTo>
                  <a:lnTo>
                    <a:pt x="8245" y="28310"/>
                  </a:lnTo>
                  <a:lnTo>
                    <a:pt x="8161" y="28269"/>
                  </a:lnTo>
                  <a:lnTo>
                    <a:pt x="8014" y="28269"/>
                  </a:lnTo>
                  <a:lnTo>
                    <a:pt x="7994" y="28248"/>
                  </a:lnTo>
                  <a:lnTo>
                    <a:pt x="7994" y="28227"/>
                  </a:lnTo>
                  <a:lnTo>
                    <a:pt x="7994" y="28164"/>
                  </a:lnTo>
                  <a:lnTo>
                    <a:pt x="7931" y="28122"/>
                  </a:lnTo>
                  <a:lnTo>
                    <a:pt x="7931" y="28059"/>
                  </a:lnTo>
                  <a:lnTo>
                    <a:pt x="7994" y="28018"/>
                  </a:lnTo>
                  <a:lnTo>
                    <a:pt x="8014" y="28018"/>
                  </a:lnTo>
                  <a:lnTo>
                    <a:pt x="8056" y="28059"/>
                  </a:lnTo>
                  <a:lnTo>
                    <a:pt x="8056" y="28143"/>
                  </a:lnTo>
                  <a:lnTo>
                    <a:pt x="8119" y="28206"/>
                  </a:lnTo>
                  <a:lnTo>
                    <a:pt x="8245" y="28206"/>
                  </a:lnTo>
                  <a:lnTo>
                    <a:pt x="8307" y="28164"/>
                  </a:lnTo>
                  <a:lnTo>
                    <a:pt x="8307" y="28122"/>
                  </a:lnTo>
                  <a:lnTo>
                    <a:pt x="8266" y="28059"/>
                  </a:lnTo>
                  <a:lnTo>
                    <a:pt x="8161" y="28018"/>
                  </a:lnTo>
                  <a:lnTo>
                    <a:pt x="8098" y="27955"/>
                  </a:lnTo>
                  <a:lnTo>
                    <a:pt x="8056" y="27850"/>
                  </a:lnTo>
                  <a:lnTo>
                    <a:pt x="8098" y="27850"/>
                  </a:lnTo>
                  <a:lnTo>
                    <a:pt x="8140" y="27913"/>
                  </a:lnTo>
                  <a:lnTo>
                    <a:pt x="8245" y="27955"/>
                  </a:lnTo>
                  <a:lnTo>
                    <a:pt x="8307" y="27997"/>
                  </a:lnTo>
                  <a:lnTo>
                    <a:pt x="8370" y="28059"/>
                  </a:lnTo>
                  <a:lnTo>
                    <a:pt x="8412" y="28038"/>
                  </a:lnTo>
                  <a:lnTo>
                    <a:pt x="8412" y="27997"/>
                  </a:lnTo>
                  <a:lnTo>
                    <a:pt x="8370" y="27934"/>
                  </a:lnTo>
                  <a:lnTo>
                    <a:pt x="8266" y="27892"/>
                  </a:lnTo>
                  <a:lnTo>
                    <a:pt x="8203" y="27829"/>
                  </a:lnTo>
                  <a:lnTo>
                    <a:pt x="8203" y="27746"/>
                  </a:lnTo>
                  <a:lnTo>
                    <a:pt x="8245" y="27704"/>
                  </a:lnTo>
                  <a:lnTo>
                    <a:pt x="8266" y="27641"/>
                  </a:lnTo>
                  <a:lnTo>
                    <a:pt x="8328" y="27641"/>
                  </a:lnTo>
                  <a:lnTo>
                    <a:pt x="8349" y="27704"/>
                  </a:lnTo>
                  <a:lnTo>
                    <a:pt x="8475" y="27808"/>
                  </a:lnTo>
                  <a:lnTo>
                    <a:pt x="8558" y="27808"/>
                  </a:lnTo>
                  <a:lnTo>
                    <a:pt x="8621" y="27787"/>
                  </a:lnTo>
                  <a:lnTo>
                    <a:pt x="8684" y="27787"/>
                  </a:lnTo>
                  <a:lnTo>
                    <a:pt x="8768" y="27746"/>
                  </a:lnTo>
                  <a:lnTo>
                    <a:pt x="8789" y="27683"/>
                  </a:lnTo>
                  <a:lnTo>
                    <a:pt x="8768" y="27641"/>
                  </a:lnTo>
                  <a:lnTo>
                    <a:pt x="8684" y="27620"/>
                  </a:lnTo>
                  <a:lnTo>
                    <a:pt x="8621" y="27578"/>
                  </a:lnTo>
                  <a:lnTo>
                    <a:pt x="8517" y="27515"/>
                  </a:lnTo>
                  <a:lnTo>
                    <a:pt x="8454" y="27515"/>
                  </a:lnTo>
                  <a:lnTo>
                    <a:pt x="8370" y="27494"/>
                  </a:lnTo>
                  <a:lnTo>
                    <a:pt x="8412" y="27432"/>
                  </a:lnTo>
                  <a:lnTo>
                    <a:pt x="8433" y="27411"/>
                  </a:lnTo>
                  <a:lnTo>
                    <a:pt x="8517" y="27411"/>
                  </a:lnTo>
                  <a:lnTo>
                    <a:pt x="8579" y="27494"/>
                  </a:lnTo>
                  <a:lnTo>
                    <a:pt x="8642" y="27515"/>
                  </a:lnTo>
                  <a:lnTo>
                    <a:pt x="8684" y="27515"/>
                  </a:lnTo>
                  <a:lnTo>
                    <a:pt x="8768" y="27620"/>
                  </a:lnTo>
                  <a:lnTo>
                    <a:pt x="8851" y="27641"/>
                  </a:lnTo>
                  <a:lnTo>
                    <a:pt x="8893" y="27620"/>
                  </a:lnTo>
                  <a:lnTo>
                    <a:pt x="8935" y="27578"/>
                  </a:lnTo>
                  <a:lnTo>
                    <a:pt x="8935" y="27515"/>
                  </a:lnTo>
                  <a:lnTo>
                    <a:pt x="8935" y="27411"/>
                  </a:lnTo>
                  <a:lnTo>
                    <a:pt x="8893" y="27369"/>
                  </a:lnTo>
                  <a:lnTo>
                    <a:pt x="8851" y="27327"/>
                  </a:lnTo>
                  <a:lnTo>
                    <a:pt x="8851" y="27306"/>
                  </a:lnTo>
                  <a:lnTo>
                    <a:pt x="8956" y="27306"/>
                  </a:lnTo>
                  <a:lnTo>
                    <a:pt x="8977" y="27222"/>
                  </a:lnTo>
                  <a:lnTo>
                    <a:pt x="8977" y="27181"/>
                  </a:lnTo>
                  <a:lnTo>
                    <a:pt x="8935" y="27181"/>
                  </a:lnTo>
                  <a:lnTo>
                    <a:pt x="8872" y="27201"/>
                  </a:lnTo>
                  <a:lnTo>
                    <a:pt x="8830" y="27160"/>
                  </a:lnTo>
                  <a:lnTo>
                    <a:pt x="8768" y="27097"/>
                  </a:lnTo>
                  <a:lnTo>
                    <a:pt x="8684" y="27097"/>
                  </a:lnTo>
                  <a:lnTo>
                    <a:pt x="8558" y="27013"/>
                  </a:lnTo>
                  <a:lnTo>
                    <a:pt x="8538" y="26992"/>
                  </a:lnTo>
                  <a:lnTo>
                    <a:pt x="8579" y="26950"/>
                  </a:lnTo>
                  <a:lnTo>
                    <a:pt x="8684" y="26950"/>
                  </a:lnTo>
                  <a:lnTo>
                    <a:pt x="8789" y="26971"/>
                  </a:lnTo>
                  <a:lnTo>
                    <a:pt x="8872" y="26971"/>
                  </a:lnTo>
                  <a:lnTo>
                    <a:pt x="8893" y="26909"/>
                  </a:lnTo>
                  <a:lnTo>
                    <a:pt x="8956" y="26909"/>
                  </a:lnTo>
                  <a:lnTo>
                    <a:pt x="9040" y="26971"/>
                  </a:lnTo>
                  <a:lnTo>
                    <a:pt x="9061" y="26867"/>
                  </a:lnTo>
                  <a:lnTo>
                    <a:pt x="9040" y="26699"/>
                  </a:lnTo>
                  <a:lnTo>
                    <a:pt x="8998" y="26595"/>
                  </a:lnTo>
                  <a:lnTo>
                    <a:pt x="8956" y="26553"/>
                  </a:lnTo>
                  <a:lnTo>
                    <a:pt x="8935" y="26469"/>
                  </a:lnTo>
                  <a:lnTo>
                    <a:pt x="8935" y="26427"/>
                  </a:lnTo>
                  <a:lnTo>
                    <a:pt x="8977" y="26365"/>
                  </a:lnTo>
                  <a:lnTo>
                    <a:pt x="8956" y="26260"/>
                  </a:lnTo>
                  <a:lnTo>
                    <a:pt x="8956" y="26218"/>
                  </a:lnTo>
                  <a:lnTo>
                    <a:pt x="8977" y="26155"/>
                  </a:lnTo>
                  <a:lnTo>
                    <a:pt x="8998" y="26176"/>
                  </a:lnTo>
                  <a:lnTo>
                    <a:pt x="9040" y="26239"/>
                  </a:lnTo>
                  <a:lnTo>
                    <a:pt x="9102" y="26260"/>
                  </a:lnTo>
                  <a:lnTo>
                    <a:pt x="9102" y="26218"/>
                  </a:lnTo>
                  <a:lnTo>
                    <a:pt x="9165" y="26176"/>
                  </a:lnTo>
                  <a:lnTo>
                    <a:pt x="9207" y="26218"/>
                  </a:lnTo>
                  <a:lnTo>
                    <a:pt x="9249" y="26344"/>
                  </a:lnTo>
                  <a:lnTo>
                    <a:pt x="9291" y="26365"/>
                  </a:lnTo>
                  <a:lnTo>
                    <a:pt x="9374" y="26365"/>
                  </a:lnTo>
                  <a:lnTo>
                    <a:pt x="9479" y="26239"/>
                  </a:lnTo>
                  <a:lnTo>
                    <a:pt x="9521" y="26113"/>
                  </a:lnTo>
                  <a:lnTo>
                    <a:pt x="9521" y="26009"/>
                  </a:lnTo>
                  <a:lnTo>
                    <a:pt x="9500" y="25925"/>
                  </a:lnTo>
                  <a:lnTo>
                    <a:pt x="9500" y="25862"/>
                  </a:lnTo>
                  <a:lnTo>
                    <a:pt x="9563" y="25841"/>
                  </a:lnTo>
                  <a:lnTo>
                    <a:pt x="9605" y="25841"/>
                  </a:lnTo>
                  <a:lnTo>
                    <a:pt x="9626" y="25800"/>
                  </a:lnTo>
                  <a:lnTo>
                    <a:pt x="9667" y="25758"/>
                  </a:lnTo>
                  <a:lnTo>
                    <a:pt x="9688" y="25821"/>
                  </a:lnTo>
                  <a:lnTo>
                    <a:pt x="9730" y="25883"/>
                  </a:lnTo>
                  <a:lnTo>
                    <a:pt x="9814" y="25883"/>
                  </a:lnTo>
                  <a:lnTo>
                    <a:pt x="9877" y="25841"/>
                  </a:lnTo>
                  <a:lnTo>
                    <a:pt x="9877" y="25800"/>
                  </a:lnTo>
                  <a:lnTo>
                    <a:pt x="9877" y="25737"/>
                  </a:lnTo>
                  <a:lnTo>
                    <a:pt x="9898" y="25737"/>
                  </a:lnTo>
                  <a:lnTo>
                    <a:pt x="9918" y="25800"/>
                  </a:lnTo>
                  <a:lnTo>
                    <a:pt x="9939" y="25883"/>
                  </a:lnTo>
                  <a:lnTo>
                    <a:pt x="9981" y="25925"/>
                  </a:lnTo>
                  <a:lnTo>
                    <a:pt x="10044" y="25862"/>
                  </a:lnTo>
                  <a:lnTo>
                    <a:pt x="10107" y="25821"/>
                  </a:lnTo>
                  <a:lnTo>
                    <a:pt x="10149" y="25800"/>
                  </a:lnTo>
                  <a:lnTo>
                    <a:pt x="10211" y="25841"/>
                  </a:lnTo>
                  <a:lnTo>
                    <a:pt x="10295" y="25841"/>
                  </a:lnTo>
                  <a:lnTo>
                    <a:pt x="10358" y="25800"/>
                  </a:lnTo>
                  <a:lnTo>
                    <a:pt x="10400" y="25716"/>
                  </a:lnTo>
                  <a:lnTo>
                    <a:pt x="10421" y="25674"/>
                  </a:lnTo>
                  <a:lnTo>
                    <a:pt x="10421" y="25632"/>
                  </a:lnTo>
                  <a:lnTo>
                    <a:pt x="10358" y="25549"/>
                  </a:lnTo>
                  <a:lnTo>
                    <a:pt x="10316" y="25423"/>
                  </a:lnTo>
                  <a:lnTo>
                    <a:pt x="10295" y="25339"/>
                  </a:lnTo>
                  <a:lnTo>
                    <a:pt x="10337" y="25297"/>
                  </a:lnTo>
                  <a:lnTo>
                    <a:pt x="10358" y="25318"/>
                  </a:lnTo>
                  <a:lnTo>
                    <a:pt x="10400" y="25423"/>
                  </a:lnTo>
                  <a:lnTo>
                    <a:pt x="10442" y="25423"/>
                  </a:lnTo>
                  <a:lnTo>
                    <a:pt x="10525" y="25339"/>
                  </a:lnTo>
                  <a:lnTo>
                    <a:pt x="10546" y="25256"/>
                  </a:lnTo>
                  <a:lnTo>
                    <a:pt x="10609" y="25193"/>
                  </a:lnTo>
                  <a:lnTo>
                    <a:pt x="10630" y="25130"/>
                  </a:lnTo>
                  <a:lnTo>
                    <a:pt x="10546" y="25046"/>
                  </a:lnTo>
                  <a:lnTo>
                    <a:pt x="10546" y="25005"/>
                  </a:lnTo>
                  <a:lnTo>
                    <a:pt x="10609" y="24942"/>
                  </a:lnTo>
                  <a:lnTo>
                    <a:pt x="10651" y="24921"/>
                  </a:lnTo>
                  <a:lnTo>
                    <a:pt x="10672" y="24942"/>
                  </a:lnTo>
                  <a:lnTo>
                    <a:pt x="10672" y="24984"/>
                  </a:lnTo>
                  <a:lnTo>
                    <a:pt x="10735" y="25046"/>
                  </a:lnTo>
                  <a:lnTo>
                    <a:pt x="10839" y="25088"/>
                  </a:lnTo>
                  <a:lnTo>
                    <a:pt x="10881" y="25109"/>
                  </a:lnTo>
                  <a:lnTo>
                    <a:pt x="10839" y="25172"/>
                  </a:lnTo>
                  <a:lnTo>
                    <a:pt x="10755" y="25214"/>
                  </a:lnTo>
                  <a:lnTo>
                    <a:pt x="10714" y="25318"/>
                  </a:lnTo>
                  <a:lnTo>
                    <a:pt x="10714" y="25402"/>
                  </a:lnTo>
                  <a:lnTo>
                    <a:pt x="10839" y="25549"/>
                  </a:lnTo>
                  <a:lnTo>
                    <a:pt x="10881" y="25590"/>
                  </a:lnTo>
                  <a:lnTo>
                    <a:pt x="10923" y="25507"/>
                  </a:lnTo>
                  <a:lnTo>
                    <a:pt x="10923" y="25444"/>
                  </a:lnTo>
                  <a:lnTo>
                    <a:pt x="10944" y="25381"/>
                  </a:lnTo>
                  <a:lnTo>
                    <a:pt x="10965" y="25277"/>
                  </a:lnTo>
                  <a:lnTo>
                    <a:pt x="10986" y="25277"/>
                  </a:lnTo>
                  <a:lnTo>
                    <a:pt x="11027" y="25318"/>
                  </a:lnTo>
                  <a:lnTo>
                    <a:pt x="10986" y="25402"/>
                  </a:lnTo>
                  <a:lnTo>
                    <a:pt x="10986" y="25444"/>
                  </a:lnTo>
                  <a:lnTo>
                    <a:pt x="11048" y="25549"/>
                  </a:lnTo>
                  <a:lnTo>
                    <a:pt x="11132" y="25590"/>
                  </a:lnTo>
                  <a:lnTo>
                    <a:pt x="11195" y="25528"/>
                  </a:lnTo>
                  <a:lnTo>
                    <a:pt x="11279" y="25528"/>
                  </a:lnTo>
                  <a:lnTo>
                    <a:pt x="11299" y="25486"/>
                  </a:lnTo>
                  <a:lnTo>
                    <a:pt x="11299" y="25423"/>
                  </a:lnTo>
                  <a:lnTo>
                    <a:pt x="11341" y="25381"/>
                  </a:lnTo>
                  <a:lnTo>
                    <a:pt x="11362" y="25381"/>
                  </a:lnTo>
                  <a:lnTo>
                    <a:pt x="11383" y="25402"/>
                  </a:lnTo>
                  <a:lnTo>
                    <a:pt x="11362" y="25444"/>
                  </a:lnTo>
                  <a:lnTo>
                    <a:pt x="11362" y="25507"/>
                  </a:lnTo>
                  <a:lnTo>
                    <a:pt x="11404" y="25549"/>
                  </a:lnTo>
                  <a:lnTo>
                    <a:pt x="11488" y="25549"/>
                  </a:lnTo>
                  <a:lnTo>
                    <a:pt x="11571" y="25444"/>
                  </a:lnTo>
                  <a:lnTo>
                    <a:pt x="11718" y="25339"/>
                  </a:lnTo>
                  <a:lnTo>
                    <a:pt x="11781" y="25339"/>
                  </a:lnTo>
                  <a:lnTo>
                    <a:pt x="11823" y="25318"/>
                  </a:lnTo>
                  <a:lnTo>
                    <a:pt x="11823" y="25235"/>
                  </a:lnTo>
                  <a:lnTo>
                    <a:pt x="11781" y="25172"/>
                  </a:lnTo>
                  <a:lnTo>
                    <a:pt x="11718" y="25130"/>
                  </a:lnTo>
                  <a:lnTo>
                    <a:pt x="11676" y="25088"/>
                  </a:lnTo>
                  <a:lnTo>
                    <a:pt x="11697" y="25067"/>
                  </a:lnTo>
                  <a:lnTo>
                    <a:pt x="11760" y="25067"/>
                  </a:lnTo>
                  <a:lnTo>
                    <a:pt x="11781" y="25109"/>
                  </a:lnTo>
                  <a:lnTo>
                    <a:pt x="11885" y="25172"/>
                  </a:lnTo>
                  <a:lnTo>
                    <a:pt x="11927" y="25172"/>
                  </a:lnTo>
                  <a:lnTo>
                    <a:pt x="11927" y="25088"/>
                  </a:lnTo>
                  <a:lnTo>
                    <a:pt x="11990" y="25088"/>
                  </a:lnTo>
                  <a:lnTo>
                    <a:pt x="12011" y="25130"/>
                  </a:lnTo>
                  <a:lnTo>
                    <a:pt x="12011" y="25193"/>
                  </a:lnTo>
                  <a:lnTo>
                    <a:pt x="12032" y="25214"/>
                  </a:lnTo>
                  <a:lnTo>
                    <a:pt x="12095" y="25193"/>
                  </a:lnTo>
                  <a:lnTo>
                    <a:pt x="12220" y="25046"/>
                  </a:lnTo>
                  <a:lnTo>
                    <a:pt x="12241" y="25025"/>
                  </a:lnTo>
                  <a:lnTo>
                    <a:pt x="12241" y="25005"/>
                  </a:lnTo>
                  <a:lnTo>
                    <a:pt x="12283" y="24921"/>
                  </a:lnTo>
                  <a:lnTo>
                    <a:pt x="12304" y="24879"/>
                  </a:lnTo>
                  <a:lnTo>
                    <a:pt x="12346" y="24837"/>
                  </a:lnTo>
                  <a:lnTo>
                    <a:pt x="12346" y="24837"/>
                  </a:lnTo>
                  <a:lnTo>
                    <a:pt x="12325" y="24900"/>
                  </a:lnTo>
                  <a:lnTo>
                    <a:pt x="12346" y="24942"/>
                  </a:lnTo>
                  <a:lnTo>
                    <a:pt x="12387" y="24984"/>
                  </a:lnTo>
                  <a:lnTo>
                    <a:pt x="12429" y="24942"/>
                  </a:lnTo>
                  <a:lnTo>
                    <a:pt x="12513" y="24837"/>
                  </a:lnTo>
                  <a:lnTo>
                    <a:pt x="12534" y="24774"/>
                  </a:lnTo>
                  <a:lnTo>
                    <a:pt x="12513" y="24691"/>
                  </a:lnTo>
                  <a:lnTo>
                    <a:pt x="12513" y="24607"/>
                  </a:lnTo>
                  <a:lnTo>
                    <a:pt x="12639" y="24481"/>
                  </a:lnTo>
                  <a:lnTo>
                    <a:pt x="12722" y="24460"/>
                  </a:lnTo>
                  <a:lnTo>
                    <a:pt x="12764" y="24398"/>
                  </a:lnTo>
                  <a:lnTo>
                    <a:pt x="12743" y="24356"/>
                  </a:lnTo>
                  <a:lnTo>
                    <a:pt x="12722" y="24293"/>
                  </a:lnTo>
                  <a:lnTo>
                    <a:pt x="12722" y="24272"/>
                  </a:lnTo>
                  <a:lnTo>
                    <a:pt x="12764" y="24293"/>
                  </a:lnTo>
                  <a:lnTo>
                    <a:pt x="12827" y="24314"/>
                  </a:lnTo>
                  <a:lnTo>
                    <a:pt x="12869" y="24314"/>
                  </a:lnTo>
                  <a:lnTo>
                    <a:pt x="12911" y="24251"/>
                  </a:lnTo>
                  <a:lnTo>
                    <a:pt x="12869" y="24188"/>
                  </a:lnTo>
                  <a:lnTo>
                    <a:pt x="12827" y="24147"/>
                  </a:lnTo>
                  <a:lnTo>
                    <a:pt x="12869" y="24168"/>
                  </a:lnTo>
                  <a:lnTo>
                    <a:pt x="12931" y="24209"/>
                  </a:lnTo>
                  <a:lnTo>
                    <a:pt x="12931" y="24168"/>
                  </a:lnTo>
                  <a:lnTo>
                    <a:pt x="12952" y="24084"/>
                  </a:lnTo>
                  <a:lnTo>
                    <a:pt x="13036" y="24084"/>
                  </a:lnTo>
                  <a:lnTo>
                    <a:pt x="13120" y="24042"/>
                  </a:lnTo>
                  <a:lnTo>
                    <a:pt x="13120" y="23958"/>
                  </a:lnTo>
                  <a:lnTo>
                    <a:pt x="13120" y="23937"/>
                  </a:lnTo>
                  <a:lnTo>
                    <a:pt x="13141" y="23875"/>
                  </a:lnTo>
                  <a:lnTo>
                    <a:pt x="13224" y="23875"/>
                  </a:lnTo>
                  <a:lnTo>
                    <a:pt x="13266" y="23854"/>
                  </a:lnTo>
                  <a:lnTo>
                    <a:pt x="13350" y="23749"/>
                  </a:lnTo>
                  <a:lnTo>
                    <a:pt x="13434" y="23707"/>
                  </a:lnTo>
                  <a:lnTo>
                    <a:pt x="13476" y="23707"/>
                  </a:lnTo>
                  <a:lnTo>
                    <a:pt x="13496" y="23728"/>
                  </a:lnTo>
                  <a:lnTo>
                    <a:pt x="13580" y="23707"/>
                  </a:lnTo>
                  <a:lnTo>
                    <a:pt x="13643" y="23624"/>
                  </a:lnTo>
                  <a:lnTo>
                    <a:pt x="13664" y="23477"/>
                  </a:lnTo>
                  <a:lnTo>
                    <a:pt x="13643" y="23352"/>
                  </a:lnTo>
                  <a:lnTo>
                    <a:pt x="13580" y="23352"/>
                  </a:lnTo>
                  <a:lnTo>
                    <a:pt x="13559" y="23331"/>
                  </a:lnTo>
                  <a:lnTo>
                    <a:pt x="13580" y="23247"/>
                  </a:lnTo>
                  <a:lnTo>
                    <a:pt x="13580" y="23142"/>
                  </a:lnTo>
                  <a:lnTo>
                    <a:pt x="13559" y="23059"/>
                  </a:lnTo>
                  <a:lnTo>
                    <a:pt x="13496" y="23017"/>
                  </a:lnTo>
                  <a:lnTo>
                    <a:pt x="13476" y="22912"/>
                  </a:lnTo>
                  <a:lnTo>
                    <a:pt x="13455" y="22870"/>
                  </a:lnTo>
                  <a:lnTo>
                    <a:pt x="13455" y="22787"/>
                  </a:lnTo>
                  <a:lnTo>
                    <a:pt x="13496" y="22787"/>
                  </a:lnTo>
                  <a:lnTo>
                    <a:pt x="13559" y="22808"/>
                  </a:lnTo>
                  <a:lnTo>
                    <a:pt x="13580" y="22912"/>
                  </a:lnTo>
                  <a:lnTo>
                    <a:pt x="13643" y="22996"/>
                  </a:lnTo>
                  <a:lnTo>
                    <a:pt x="13643" y="23080"/>
                  </a:lnTo>
                  <a:lnTo>
                    <a:pt x="13685" y="23184"/>
                  </a:lnTo>
                  <a:lnTo>
                    <a:pt x="13748" y="23205"/>
                  </a:lnTo>
                  <a:lnTo>
                    <a:pt x="13789" y="23247"/>
                  </a:lnTo>
                  <a:lnTo>
                    <a:pt x="13768" y="23331"/>
                  </a:lnTo>
                  <a:lnTo>
                    <a:pt x="13789" y="23414"/>
                  </a:lnTo>
                  <a:lnTo>
                    <a:pt x="13873" y="23456"/>
                  </a:lnTo>
                  <a:lnTo>
                    <a:pt x="13915" y="23456"/>
                  </a:lnTo>
                  <a:lnTo>
                    <a:pt x="13915" y="23414"/>
                  </a:lnTo>
                  <a:lnTo>
                    <a:pt x="13957" y="23352"/>
                  </a:lnTo>
                  <a:lnTo>
                    <a:pt x="13999" y="23352"/>
                  </a:lnTo>
                  <a:lnTo>
                    <a:pt x="14061" y="23435"/>
                  </a:lnTo>
                  <a:lnTo>
                    <a:pt x="14229" y="23435"/>
                  </a:lnTo>
                  <a:lnTo>
                    <a:pt x="14292" y="23393"/>
                  </a:lnTo>
                  <a:lnTo>
                    <a:pt x="14312" y="23414"/>
                  </a:lnTo>
                  <a:lnTo>
                    <a:pt x="14375" y="23414"/>
                  </a:lnTo>
                  <a:lnTo>
                    <a:pt x="14438" y="23352"/>
                  </a:lnTo>
                  <a:lnTo>
                    <a:pt x="14480" y="23289"/>
                  </a:lnTo>
                  <a:lnTo>
                    <a:pt x="14522" y="23289"/>
                  </a:lnTo>
                  <a:lnTo>
                    <a:pt x="14522" y="23226"/>
                  </a:lnTo>
                  <a:lnTo>
                    <a:pt x="14584" y="23205"/>
                  </a:lnTo>
                  <a:lnTo>
                    <a:pt x="14626" y="23226"/>
                  </a:lnTo>
                  <a:lnTo>
                    <a:pt x="14731" y="23352"/>
                  </a:lnTo>
                  <a:lnTo>
                    <a:pt x="14752" y="23414"/>
                  </a:lnTo>
                  <a:lnTo>
                    <a:pt x="14815" y="23414"/>
                  </a:lnTo>
                  <a:lnTo>
                    <a:pt x="14856" y="23352"/>
                  </a:lnTo>
                  <a:lnTo>
                    <a:pt x="14919" y="23331"/>
                  </a:lnTo>
                  <a:lnTo>
                    <a:pt x="14919" y="23226"/>
                  </a:lnTo>
                  <a:lnTo>
                    <a:pt x="14940" y="23226"/>
                  </a:lnTo>
                  <a:lnTo>
                    <a:pt x="14961" y="23247"/>
                  </a:lnTo>
                  <a:lnTo>
                    <a:pt x="15024" y="23247"/>
                  </a:lnTo>
                  <a:lnTo>
                    <a:pt x="15024" y="23205"/>
                  </a:lnTo>
                  <a:lnTo>
                    <a:pt x="15066" y="23205"/>
                  </a:lnTo>
                  <a:lnTo>
                    <a:pt x="15108" y="23226"/>
                  </a:lnTo>
                  <a:lnTo>
                    <a:pt x="15170" y="23226"/>
                  </a:lnTo>
                  <a:lnTo>
                    <a:pt x="15212" y="23184"/>
                  </a:lnTo>
                  <a:lnTo>
                    <a:pt x="15212" y="23121"/>
                  </a:lnTo>
                  <a:lnTo>
                    <a:pt x="15254" y="23100"/>
                  </a:lnTo>
                  <a:lnTo>
                    <a:pt x="15338" y="23100"/>
                  </a:lnTo>
                  <a:lnTo>
                    <a:pt x="15359" y="23080"/>
                  </a:lnTo>
                  <a:lnTo>
                    <a:pt x="15359" y="23017"/>
                  </a:lnTo>
                  <a:lnTo>
                    <a:pt x="15380" y="23017"/>
                  </a:lnTo>
                  <a:lnTo>
                    <a:pt x="15380" y="23080"/>
                  </a:lnTo>
                  <a:lnTo>
                    <a:pt x="15442" y="23100"/>
                  </a:lnTo>
                  <a:lnTo>
                    <a:pt x="15484" y="23038"/>
                  </a:lnTo>
                  <a:lnTo>
                    <a:pt x="15526" y="22975"/>
                  </a:lnTo>
                  <a:lnTo>
                    <a:pt x="15547" y="22975"/>
                  </a:lnTo>
                  <a:lnTo>
                    <a:pt x="15589" y="23038"/>
                  </a:lnTo>
                  <a:lnTo>
                    <a:pt x="15652" y="23080"/>
                  </a:lnTo>
                  <a:lnTo>
                    <a:pt x="15693" y="22975"/>
                  </a:lnTo>
                  <a:lnTo>
                    <a:pt x="15735" y="22975"/>
                  </a:lnTo>
                  <a:lnTo>
                    <a:pt x="15756" y="23017"/>
                  </a:lnTo>
                  <a:lnTo>
                    <a:pt x="15798" y="23038"/>
                  </a:lnTo>
                  <a:lnTo>
                    <a:pt x="15861" y="23038"/>
                  </a:lnTo>
                  <a:lnTo>
                    <a:pt x="15882" y="22975"/>
                  </a:lnTo>
                  <a:lnTo>
                    <a:pt x="15944" y="22933"/>
                  </a:lnTo>
                  <a:lnTo>
                    <a:pt x="16007" y="22933"/>
                  </a:lnTo>
                  <a:lnTo>
                    <a:pt x="16112" y="22891"/>
                  </a:lnTo>
                  <a:lnTo>
                    <a:pt x="16175" y="22891"/>
                  </a:lnTo>
                  <a:lnTo>
                    <a:pt x="16196" y="22933"/>
                  </a:lnTo>
                  <a:lnTo>
                    <a:pt x="16258" y="22933"/>
                  </a:lnTo>
                  <a:lnTo>
                    <a:pt x="16279" y="22870"/>
                  </a:lnTo>
                  <a:lnTo>
                    <a:pt x="16321" y="22808"/>
                  </a:lnTo>
                  <a:lnTo>
                    <a:pt x="16426" y="22808"/>
                  </a:lnTo>
                  <a:lnTo>
                    <a:pt x="16468" y="22766"/>
                  </a:lnTo>
                  <a:lnTo>
                    <a:pt x="16572" y="22724"/>
                  </a:lnTo>
                  <a:lnTo>
                    <a:pt x="16614" y="22703"/>
                  </a:lnTo>
                  <a:lnTo>
                    <a:pt x="16614" y="22661"/>
                  </a:lnTo>
                  <a:lnTo>
                    <a:pt x="16572" y="22577"/>
                  </a:lnTo>
                  <a:lnTo>
                    <a:pt x="16572" y="22515"/>
                  </a:lnTo>
                  <a:lnTo>
                    <a:pt x="16719" y="22577"/>
                  </a:lnTo>
                  <a:lnTo>
                    <a:pt x="16802" y="22619"/>
                  </a:lnTo>
                  <a:lnTo>
                    <a:pt x="16823" y="22682"/>
                  </a:lnTo>
                  <a:lnTo>
                    <a:pt x="16886" y="22703"/>
                  </a:lnTo>
                  <a:lnTo>
                    <a:pt x="16991" y="22619"/>
                  </a:lnTo>
                  <a:lnTo>
                    <a:pt x="16991" y="22536"/>
                  </a:lnTo>
                  <a:lnTo>
                    <a:pt x="16928" y="22515"/>
                  </a:lnTo>
                  <a:lnTo>
                    <a:pt x="16928" y="22473"/>
                  </a:lnTo>
                  <a:lnTo>
                    <a:pt x="17012" y="22431"/>
                  </a:lnTo>
                  <a:lnTo>
                    <a:pt x="17033" y="22494"/>
                  </a:lnTo>
                  <a:lnTo>
                    <a:pt x="17116" y="22515"/>
                  </a:lnTo>
                  <a:lnTo>
                    <a:pt x="17158" y="22410"/>
                  </a:lnTo>
                  <a:lnTo>
                    <a:pt x="17137" y="22326"/>
                  </a:lnTo>
                  <a:lnTo>
                    <a:pt x="17137" y="22264"/>
                  </a:lnTo>
                  <a:lnTo>
                    <a:pt x="17200" y="22264"/>
                  </a:lnTo>
                  <a:lnTo>
                    <a:pt x="17221" y="22305"/>
                  </a:lnTo>
                  <a:lnTo>
                    <a:pt x="17305" y="22326"/>
                  </a:lnTo>
                  <a:lnTo>
                    <a:pt x="17346" y="22284"/>
                  </a:lnTo>
                  <a:lnTo>
                    <a:pt x="17409" y="22264"/>
                  </a:lnTo>
                  <a:lnTo>
                    <a:pt x="17451" y="22264"/>
                  </a:lnTo>
                  <a:lnTo>
                    <a:pt x="17451" y="22180"/>
                  </a:lnTo>
                  <a:lnTo>
                    <a:pt x="17430" y="22117"/>
                  </a:lnTo>
                  <a:lnTo>
                    <a:pt x="17451" y="22096"/>
                  </a:lnTo>
                  <a:lnTo>
                    <a:pt x="17514" y="22117"/>
                  </a:lnTo>
                  <a:lnTo>
                    <a:pt x="17556" y="22180"/>
                  </a:lnTo>
                  <a:lnTo>
                    <a:pt x="17639" y="22159"/>
                  </a:lnTo>
                  <a:lnTo>
                    <a:pt x="17681" y="22096"/>
                  </a:lnTo>
                  <a:lnTo>
                    <a:pt x="17681" y="22012"/>
                  </a:lnTo>
                  <a:lnTo>
                    <a:pt x="17660" y="21992"/>
                  </a:lnTo>
                  <a:lnTo>
                    <a:pt x="17660" y="21950"/>
                  </a:lnTo>
                  <a:lnTo>
                    <a:pt x="17681" y="21908"/>
                  </a:lnTo>
                  <a:lnTo>
                    <a:pt x="17786" y="21908"/>
                  </a:lnTo>
                  <a:lnTo>
                    <a:pt x="17849" y="21950"/>
                  </a:lnTo>
                  <a:lnTo>
                    <a:pt x="17869" y="21887"/>
                  </a:lnTo>
                  <a:lnTo>
                    <a:pt x="17890" y="21845"/>
                  </a:lnTo>
                  <a:lnTo>
                    <a:pt x="17953" y="21866"/>
                  </a:lnTo>
                  <a:lnTo>
                    <a:pt x="17995" y="21908"/>
                  </a:lnTo>
                  <a:lnTo>
                    <a:pt x="18058" y="21950"/>
                  </a:lnTo>
                  <a:lnTo>
                    <a:pt x="18079" y="21908"/>
                  </a:lnTo>
                  <a:lnTo>
                    <a:pt x="18079" y="21866"/>
                  </a:lnTo>
                  <a:lnTo>
                    <a:pt x="18037" y="21803"/>
                  </a:lnTo>
                  <a:lnTo>
                    <a:pt x="18037" y="21761"/>
                  </a:lnTo>
                  <a:lnTo>
                    <a:pt x="18100" y="21699"/>
                  </a:lnTo>
                  <a:lnTo>
                    <a:pt x="18162" y="21740"/>
                  </a:lnTo>
                  <a:lnTo>
                    <a:pt x="18288" y="21699"/>
                  </a:lnTo>
                  <a:lnTo>
                    <a:pt x="18393" y="21636"/>
                  </a:lnTo>
                  <a:lnTo>
                    <a:pt x="18455" y="21531"/>
                  </a:lnTo>
                  <a:lnTo>
                    <a:pt x="18455" y="21489"/>
                  </a:lnTo>
                  <a:lnTo>
                    <a:pt x="18309" y="21552"/>
                  </a:lnTo>
                  <a:lnTo>
                    <a:pt x="18183" y="21552"/>
                  </a:lnTo>
                  <a:lnTo>
                    <a:pt x="18141" y="21531"/>
                  </a:lnTo>
                  <a:lnTo>
                    <a:pt x="17890" y="21531"/>
                  </a:lnTo>
                  <a:lnTo>
                    <a:pt x="17765" y="21489"/>
                  </a:lnTo>
                  <a:lnTo>
                    <a:pt x="17639" y="21447"/>
                  </a:lnTo>
                  <a:lnTo>
                    <a:pt x="17472" y="21427"/>
                  </a:lnTo>
                  <a:lnTo>
                    <a:pt x="17325" y="21280"/>
                  </a:lnTo>
                  <a:lnTo>
                    <a:pt x="17263" y="21238"/>
                  </a:lnTo>
                  <a:lnTo>
                    <a:pt x="17221" y="21238"/>
                  </a:lnTo>
                  <a:lnTo>
                    <a:pt x="17095" y="21301"/>
                  </a:lnTo>
                  <a:lnTo>
                    <a:pt x="17053" y="21259"/>
                  </a:lnTo>
                  <a:lnTo>
                    <a:pt x="17095" y="21217"/>
                  </a:lnTo>
                  <a:lnTo>
                    <a:pt x="17095" y="21175"/>
                  </a:lnTo>
                  <a:lnTo>
                    <a:pt x="17033" y="21238"/>
                  </a:lnTo>
                  <a:lnTo>
                    <a:pt x="16886" y="21343"/>
                  </a:lnTo>
                  <a:lnTo>
                    <a:pt x="16802" y="21385"/>
                  </a:lnTo>
                  <a:lnTo>
                    <a:pt x="16635" y="21385"/>
                  </a:lnTo>
                  <a:lnTo>
                    <a:pt x="16593" y="21427"/>
                  </a:lnTo>
                  <a:lnTo>
                    <a:pt x="16530" y="21385"/>
                  </a:lnTo>
                  <a:lnTo>
                    <a:pt x="16489" y="21364"/>
                  </a:lnTo>
                  <a:cubicBezTo>
                    <a:pt x="16489" y="21364"/>
                    <a:pt x="16426" y="21385"/>
                    <a:pt x="16405" y="21385"/>
                  </a:cubicBezTo>
                  <a:lnTo>
                    <a:pt x="16321" y="21385"/>
                  </a:lnTo>
                  <a:lnTo>
                    <a:pt x="16196" y="21531"/>
                  </a:lnTo>
                  <a:lnTo>
                    <a:pt x="16154" y="21594"/>
                  </a:lnTo>
                  <a:lnTo>
                    <a:pt x="16091" y="21531"/>
                  </a:lnTo>
                  <a:lnTo>
                    <a:pt x="16049" y="21489"/>
                  </a:lnTo>
                  <a:lnTo>
                    <a:pt x="15861" y="21489"/>
                  </a:lnTo>
                  <a:lnTo>
                    <a:pt x="15777" y="21468"/>
                  </a:lnTo>
                  <a:lnTo>
                    <a:pt x="15735" y="21489"/>
                  </a:lnTo>
                  <a:lnTo>
                    <a:pt x="15672" y="21447"/>
                  </a:lnTo>
                  <a:lnTo>
                    <a:pt x="15735" y="21364"/>
                  </a:lnTo>
                  <a:lnTo>
                    <a:pt x="15840" y="21364"/>
                  </a:lnTo>
                  <a:lnTo>
                    <a:pt x="15882" y="21427"/>
                  </a:lnTo>
                  <a:lnTo>
                    <a:pt x="15965" y="21447"/>
                  </a:lnTo>
                  <a:lnTo>
                    <a:pt x="16049" y="21385"/>
                  </a:lnTo>
                  <a:lnTo>
                    <a:pt x="16175" y="21364"/>
                  </a:lnTo>
                  <a:lnTo>
                    <a:pt x="16258" y="21280"/>
                  </a:lnTo>
                  <a:lnTo>
                    <a:pt x="16321" y="21280"/>
                  </a:lnTo>
                  <a:lnTo>
                    <a:pt x="16426" y="21322"/>
                  </a:lnTo>
                  <a:lnTo>
                    <a:pt x="16530" y="21280"/>
                  </a:lnTo>
                  <a:lnTo>
                    <a:pt x="16572" y="21238"/>
                  </a:lnTo>
                  <a:lnTo>
                    <a:pt x="16530" y="21175"/>
                  </a:lnTo>
                  <a:lnTo>
                    <a:pt x="16489" y="21175"/>
                  </a:lnTo>
                  <a:lnTo>
                    <a:pt x="16468" y="21134"/>
                  </a:lnTo>
                  <a:lnTo>
                    <a:pt x="16405" y="21134"/>
                  </a:lnTo>
                  <a:lnTo>
                    <a:pt x="16300" y="21155"/>
                  </a:lnTo>
                  <a:lnTo>
                    <a:pt x="16216" y="21134"/>
                  </a:lnTo>
                  <a:lnTo>
                    <a:pt x="16049" y="21134"/>
                  </a:lnTo>
                  <a:lnTo>
                    <a:pt x="15944" y="21155"/>
                  </a:lnTo>
                  <a:lnTo>
                    <a:pt x="15840" y="21155"/>
                  </a:lnTo>
                  <a:lnTo>
                    <a:pt x="15693" y="21134"/>
                  </a:lnTo>
                  <a:lnTo>
                    <a:pt x="15672" y="21071"/>
                  </a:lnTo>
                  <a:lnTo>
                    <a:pt x="15631" y="21050"/>
                  </a:lnTo>
                  <a:lnTo>
                    <a:pt x="15526" y="21071"/>
                  </a:lnTo>
                  <a:lnTo>
                    <a:pt x="15380" y="21071"/>
                  </a:lnTo>
                  <a:lnTo>
                    <a:pt x="15212" y="21175"/>
                  </a:lnTo>
                  <a:lnTo>
                    <a:pt x="15170" y="21155"/>
                  </a:lnTo>
                  <a:lnTo>
                    <a:pt x="15212" y="21071"/>
                  </a:lnTo>
                  <a:lnTo>
                    <a:pt x="15275" y="21008"/>
                  </a:lnTo>
                  <a:lnTo>
                    <a:pt x="15463" y="21008"/>
                  </a:lnTo>
                  <a:lnTo>
                    <a:pt x="15672" y="20903"/>
                  </a:lnTo>
                  <a:lnTo>
                    <a:pt x="15756" y="20841"/>
                  </a:lnTo>
                  <a:lnTo>
                    <a:pt x="15756" y="20757"/>
                  </a:lnTo>
                  <a:lnTo>
                    <a:pt x="15777" y="20715"/>
                  </a:lnTo>
                  <a:lnTo>
                    <a:pt x="15861" y="20715"/>
                  </a:lnTo>
                  <a:lnTo>
                    <a:pt x="15903" y="20694"/>
                  </a:lnTo>
                  <a:lnTo>
                    <a:pt x="15965" y="20611"/>
                  </a:lnTo>
                  <a:lnTo>
                    <a:pt x="15944" y="20548"/>
                  </a:lnTo>
                  <a:lnTo>
                    <a:pt x="15882" y="20506"/>
                  </a:lnTo>
                  <a:lnTo>
                    <a:pt x="15798" y="20485"/>
                  </a:lnTo>
                  <a:lnTo>
                    <a:pt x="15777" y="20443"/>
                  </a:lnTo>
                  <a:lnTo>
                    <a:pt x="15861" y="20401"/>
                  </a:lnTo>
                  <a:lnTo>
                    <a:pt x="15903" y="20401"/>
                  </a:lnTo>
                  <a:lnTo>
                    <a:pt x="15903" y="20422"/>
                  </a:lnTo>
                  <a:lnTo>
                    <a:pt x="15986" y="20443"/>
                  </a:lnTo>
                  <a:lnTo>
                    <a:pt x="16007" y="20422"/>
                  </a:lnTo>
                  <a:lnTo>
                    <a:pt x="15986" y="20380"/>
                  </a:lnTo>
                  <a:lnTo>
                    <a:pt x="15965" y="20339"/>
                  </a:lnTo>
                  <a:lnTo>
                    <a:pt x="15965" y="20234"/>
                  </a:lnTo>
                  <a:lnTo>
                    <a:pt x="16007" y="20276"/>
                  </a:lnTo>
                  <a:lnTo>
                    <a:pt x="16049" y="20318"/>
                  </a:lnTo>
                  <a:lnTo>
                    <a:pt x="16049" y="20401"/>
                  </a:lnTo>
                  <a:lnTo>
                    <a:pt x="16091" y="20506"/>
                  </a:lnTo>
                  <a:lnTo>
                    <a:pt x="16175" y="20548"/>
                  </a:lnTo>
                  <a:lnTo>
                    <a:pt x="16279" y="20527"/>
                  </a:lnTo>
                  <a:lnTo>
                    <a:pt x="16405" y="20527"/>
                  </a:lnTo>
                  <a:lnTo>
                    <a:pt x="16698" y="20401"/>
                  </a:lnTo>
                  <a:lnTo>
                    <a:pt x="16781" y="20401"/>
                  </a:lnTo>
                  <a:lnTo>
                    <a:pt x="16844" y="20380"/>
                  </a:lnTo>
                  <a:lnTo>
                    <a:pt x="16907" y="20297"/>
                  </a:lnTo>
                  <a:lnTo>
                    <a:pt x="16991" y="20276"/>
                  </a:lnTo>
                  <a:lnTo>
                    <a:pt x="17033" y="20171"/>
                  </a:lnTo>
                  <a:lnTo>
                    <a:pt x="16991" y="20067"/>
                  </a:lnTo>
                  <a:lnTo>
                    <a:pt x="16949" y="19983"/>
                  </a:lnTo>
                  <a:lnTo>
                    <a:pt x="16907" y="19983"/>
                  </a:lnTo>
                  <a:lnTo>
                    <a:pt x="16802" y="19920"/>
                  </a:lnTo>
                  <a:lnTo>
                    <a:pt x="16530" y="19857"/>
                  </a:lnTo>
                  <a:lnTo>
                    <a:pt x="16489" y="19857"/>
                  </a:lnTo>
                  <a:lnTo>
                    <a:pt x="16384" y="19899"/>
                  </a:lnTo>
                  <a:lnTo>
                    <a:pt x="16321" y="19857"/>
                  </a:lnTo>
                  <a:lnTo>
                    <a:pt x="16321" y="19732"/>
                  </a:lnTo>
                  <a:lnTo>
                    <a:pt x="16300" y="19690"/>
                  </a:lnTo>
                  <a:lnTo>
                    <a:pt x="16196" y="19753"/>
                  </a:lnTo>
                  <a:lnTo>
                    <a:pt x="16112" y="19753"/>
                  </a:lnTo>
                  <a:lnTo>
                    <a:pt x="16007" y="19815"/>
                  </a:lnTo>
                  <a:lnTo>
                    <a:pt x="15944" y="19815"/>
                  </a:lnTo>
                  <a:lnTo>
                    <a:pt x="15861" y="19774"/>
                  </a:lnTo>
                  <a:lnTo>
                    <a:pt x="15861" y="19690"/>
                  </a:lnTo>
                  <a:lnTo>
                    <a:pt x="15944" y="19753"/>
                  </a:lnTo>
                  <a:lnTo>
                    <a:pt x="16007" y="19690"/>
                  </a:lnTo>
                  <a:lnTo>
                    <a:pt x="16070" y="19648"/>
                  </a:lnTo>
                  <a:lnTo>
                    <a:pt x="16196" y="19648"/>
                  </a:lnTo>
                  <a:lnTo>
                    <a:pt x="16216" y="19585"/>
                  </a:lnTo>
                  <a:lnTo>
                    <a:pt x="16175" y="19523"/>
                  </a:lnTo>
                  <a:lnTo>
                    <a:pt x="16091" y="19418"/>
                  </a:lnTo>
                  <a:lnTo>
                    <a:pt x="16049" y="19376"/>
                  </a:lnTo>
                  <a:lnTo>
                    <a:pt x="15944" y="19376"/>
                  </a:lnTo>
                  <a:lnTo>
                    <a:pt x="15965" y="19355"/>
                  </a:lnTo>
                  <a:lnTo>
                    <a:pt x="16070" y="19292"/>
                  </a:lnTo>
                  <a:lnTo>
                    <a:pt x="16070" y="19251"/>
                  </a:lnTo>
                  <a:lnTo>
                    <a:pt x="16070" y="19146"/>
                  </a:lnTo>
                  <a:lnTo>
                    <a:pt x="16091" y="19104"/>
                  </a:lnTo>
                  <a:lnTo>
                    <a:pt x="16154" y="19167"/>
                  </a:lnTo>
                  <a:lnTo>
                    <a:pt x="16175" y="19313"/>
                  </a:lnTo>
                  <a:lnTo>
                    <a:pt x="16216" y="19355"/>
                  </a:lnTo>
                  <a:lnTo>
                    <a:pt x="16216" y="19418"/>
                  </a:lnTo>
                  <a:lnTo>
                    <a:pt x="16363" y="19543"/>
                  </a:lnTo>
                  <a:lnTo>
                    <a:pt x="16363" y="19585"/>
                  </a:lnTo>
                  <a:lnTo>
                    <a:pt x="16426" y="19669"/>
                  </a:lnTo>
                  <a:lnTo>
                    <a:pt x="16489" y="19690"/>
                  </a:lnTo>
                  <a:lnTo>
                    <a:pt x="16572" y="19669"/>
                  </a:lnTo>
                  <a:lnTo>
                    <a:pt x="16614" y="19648"/>
                  </a:lnTo>
                  <a:lnTo>
                    <a:pt x="16698" y="19690"/>
                  </a:lnTo>
                  <a:lnTo>
                    <a:pt x="16802" y="19669"/>
                  </a:lnTo>
                  <a:lnTo>
                    <a:pt x="16886" y="19648"/>
                  </a:lnTo>
                  <a:lnTo>
                    <a:pt x="16928" y="19690"/>
                  </a:lnTo>
                  <a:lnTo>
                    <a:pt x="16928" y="19774"/>
                  </a:lnTo>
                  <a:lnTo>
                    <a:pt x="17116" y="20004"/>
                  </a:lnTo>
                  <a:lnTo>
                    <a:pt x="17200" y="20067"/>
                  </a:lnTo>
                  <a:lnTo>
                    <a:pt x="17221" y="20004"/>
                  </a:lnTo>
                  <a:lnTo>
                    <a:pt x="17325" y="19983"/>
                  </a:lnTo>
                  <a:lnTo>
                    <a:pt x="17346" y="19983"/>
                  </a:lnTo>
                  <a:lnTo>
                    <a:pt x="17367" y="20025"/>
                  </a:lnTo>
                  <a:lnTo>
                    <a:pt x="17346" y="20108"/>
                  </a:lnTo>
                  <a:lnTo>
                    <a:pt x="17325" y="20213"/>
                  </a:lnTo>
                  <a:lnTo>
                    <a:pt x="17346" y="20339"/>
                  </a:lnTo>
                  <a:lnTo>
                    <a:pt x="17409" y="20422"/>
                  </a:lnTo>
                  <a:lnTo>
                    <a:pt x="17451" y="20527"/>
                  </a:lnTo>
                  <a:lnTo>
                    <a:pt x="17472" y="20715"/>
                  </a:lnTo>
                  <a:lnTo>
                    <a:pt x="17535" y="20757"/>
                  </a:lnTo>
                  <a:lnTo>
                    <a:pt x="17618" y="20841"/>
                  </a:lnTo>
                  <a:lnTo>
                    <a:pt x="17681" y="21029"/>
                  </a:lnTo>
                  <a:lnTo>
                    <a:pt x="17828" y="21134"/>
                  </a:lnTo>
                  <a:lnTo>
                    <a:pt x="17869" y="21175"/>
                  </a:lnTo>
                  <a:lnTo>
                    <a:pt x="17953" y="21155"/>
                  </a:lnTo>
                  <a:lnTo>
                    <a:pt x="18037" y="21134"/>
                  </a:lnTo>
                  <a:lnTo>
                    <a:pt x="18100" y="21134"/>
                  </a:lnTo>
                  <a:lnTo>
                    <a:pt x="18141" y="21113"/>
                  </a:lnTo>
                  <a:lnTo>
                    <a:pt x="18141" y="21029"/>
                  </a:lnTo>
                  <a:lnTo>
                    <a:pt x="18141" y="20903"/>
                  </a:lnTo>
                  <a:lnTo>
                    <a:pt x="18141" y="20757"/>
                  </a:lnTo>
                  <a:lnTo>
                    <a:pt x="18162" y="20652"/>
                  </a:lnTo>
                  <a:lnTo>
                    <a:pt x="18183" y="20611"/>
                  </a:lnTo>
                  <a:lnTo>
                    <a:pt x="18204" y="20611"/>
                  </a:lnTo>
                  <a:lnTo>
                    <a:pt x="18246" y="20652"/>
                  </a:lnTo>
                  <a:lnTo>
                    <a:pt x="18204" y="20736"/>
                  </a:lnTo>
                  <a:lnTo>
                    <a:pt x="18204" y="20820"/>
                  </a:lnTo>
                  <a:lnTo>
                    <a:pt x="18267" y="20924"/>
                  </a:lnTo>
                  <a:lnTo>
                    <a:pt x="18204" y="21008"/>
                  </a:lnTo>
                  <a:lnTo>
                    <a:pt x="18204" y="21071"/>
                  </a:lnTo>
                  <a:lnTo>
                    <a:pt x="18267" y="21113"/>
                  </a:lnTo>
                  <a:lnTo>
                    <a:pt x="18309" y="21071"/>
                  </a:lnTo>
                  <a:lnTo>
                    <a:pt x="18393" y="21050"/>
                  </a:lnTo>
                  <a:lnTo>
                    <a:pt x="18455" y="21071"/>
                  </a:lnTo>
                  <a:lnTo>
                    <a:pt x="18476" y="21134"/>
                  </a:lnTo>
                  <a:lnTo>
                    <a:pt x="18455" y="21175"/>
                  </a:lnTo>
                  <a:lnTo>
                    <a:pt x="18476" y="21217"/>
                  </a:lnTo>
                  <a:lnTo>
                    <a:pt x="18581" y="21217"/>
                  </a:lnTo>
                  <a:lnTo>
                    <a:pt x="18623" y="21155"/>
                  </a:lnTo>
                  <a:lnTo>
                    <a:pt x="18623" y="21071"/>
                  </a:lnTo>
                  <a:lnTo>
                    <a:pt x="18602" y="21008"/>
                  </a:lnTo>
                  <a:lnTo>
                    <a:pt x="18602" y="20820"/>
                  </a:lnTo>
                  <a:lnTo>
                    <a:pt x="18623" y="20736"/>
                  </a:lnTo>
                  <a:lnTo>
                    <a:pt x="18623" y="20631"/>
                  </a:lnTo>
                  <a:lnTo>
                    <a:pt x="18665" y="20590"/>
                  </a:lnTo>
                  <a:lnTo>
                    <a:pt x="18623" y="20527"/>
                  </a:lnTo>
                  <a:lnTo>
                    <a:pt x="18581" y="20527"/>
                  </a:lnTo>
                  <a:lnTo>
                    <a:pt x="18602" y="20485"/>
                  </a:lnTo>
                  <a:lnTo>
                    <a:pt x="18623" y="20422"/>
                  </a:lnTo>
                  <a:lnTo>
                    <a:pt x="18602" y="20401"/>
                  </a:lnTo>
                  <a:lnTo>
                    <a:pt x="18497" y="20443"/>
                  </a:lnTo>
                  <a:lnTo>
                    <a:pt x="18497" y="20401"/>
                  </a:lnTo>
                  <a:lnTo>
                    <a:pt x="18518" y="20339"/>
                  </a:lnTo>
                  <a:lnTo>
                    <a:pt x="18623" y="20318"/>
                  </a:lnTo>
                  <a:lnTo>
                    <a:pt x="18685" y="20276"/>
                  </a:lnTo>
                  <a:lnTo>
                    <a:pt x="18685" y="20171"/>
                  </a:lnTo>
                  <a:lnTo>
                    <a:pt x="18665" y="20108"/>
                  </a:lnTo>
                  <a:lnTo>
                    <a:pt x="18602" y="20129"/>
                  </a:lnTo>
                  <a:lnTo>
                    <a:pt x="18581" y="20087"/>
                  </a:lnTo>
                  <a:lnTo>
                    <a:pt x="18623" y="20004"/>
                  </a:lnTo>
                  <a:lnTo>
                    <a:pt x="18685" y="19899"/>
                  </a:lnTo>
                  <a:lnTo>
                    <a:pt x="18685" y="19857"/>
                  </a:lnTo>
                  <a:lnTo>
                    <a:pt x="18623" y="19857"/>
                  </a:lnTo>
                  <a:lnTo>
                    <a:pt x="18560" y="19899"/>
                  </a:lnTo>
                  <a:lnTo>
                    <a:pt x="18476" y="20025"/>
                  </a:lnTo>
                  <a:lnTo>
                    <a:pt x="18455" y="20171"/>
                  </a:lnTo>
                  <a:lnTo>
                    <a:pt x="18393" y="20192"/>
                  </a:lnTo>
                  <a:lnTo>
                    <a:pt x="18393" y="20129"/>
                  </a:lnTo>
                  <a:lnTo>
                    <a:pt x="18413" y="20004"/>
                  </a:lnTo>
                  <a:lnTo>
                    <a:pt x="18413" y="19962"/>
                  </a:lnTo>
                  <a:lnTo>
                    <a:pt x="18393" y="19899"/>
                  </a:lnTo>
                  <a:lnTo>
                    <a:pt x="18393" y="19857"/>
                  </a:lnTo>
                  <a:lnTo>
                    <a:pt x="18413" y="19774"/>
                  </a:lnTo>
                  <a:lnTo>
                    <a:pt x="18497" y="19690"/>
                  </a:lnTo>
                  <a:lnTo>
                    <a:pt x="18581" y="19648"/>
                  </a:lnTo>
                  <a:lnTo>
                    <a:pt x="18602" y="19564"/>
                  </a:lnTo>
                  <a:lnTo>
                    <a:pt x="18560" y="19502"/>
                  </a:lnTo>
                  <a:lnTo>
                    <a:pt x="18476" y="19502"/>
                  </a:lnTo>
                  <a:lnTo>
                    <a:pt x="18413" y="19564"/>
                  </a:lnTo>
                  <a:lnTo>
                    <a:pt x="18393" y="19606"/>
                  </a:lnTo>
                  <a:lnTo>
                    <a:pt x="18372" y="19648"/>
                  </a:lnTo>
                  <a:lnTo>
                    <a:pt x="18393" y="19543"/>
                  </a:lnTo>
                  <a:lnTo>
                    <a:pt x="18413" y="19481"/>
                  </a:lnTo>
                  <a:lnTo>
                    <a:pt x="18393" y="19460"/>
                  </a:lnTo>
                  <a:lnTo>
                    <a:pt x="18351" y="19481"/>
                  </a:lnTo>
                  <a:lnTo>
                    <a:pt x="18246" y="19564"/>
                  </a:lnTo>
                  <a:lnTo>
                    <a:pt x="18162" y="19648"/>
                  </a:lnTo>
                  <a:lnTo>
                    <a:pt x="18162" y="19606"/>
                  </a:lnTo>
                  <a:lnTo>
                    <a:pt x="18183" y="19543"/>
                  </a:lnTo>
                  <a:lnTo>
                    <a:pt x="18246" y="19460"/>
                  </a:lnTo>
                  <a:lnTo>
                    <a:pt x="18288" y="19397"/>
                  </a:lnTo>
                  <a:lnTo>
                    <a:pt x="18351" y="19292"/>
                  </a:lnTo>
                  <a:lnTo>
                    <a:pt x="18351" y="19271"/>
                  </a:lnTo>
                  <a:lnTo>
                    <a:pt x="18288" y="19230"/>
                  </a:lnTo>
                  <a:lnTo>
                    <a:pt x="18267" y="19167"/>
                  </a:lnTo>
                  <a:lnTo>
                    <a:pt x="18204" y="19167"/>
                  </a:lnTo>
                  <a:lnTo>
                    <a:pt x="18162" y="19125"/>
                  </a:lnTo>
                  <a:lnTo>
                    <a:pt x="18141" y="19041"/>
                  </a:lnTo>
                  <a:lnTo>
                    <a:pt x="18079" y="19020"/>
                  </a:lnTo>
                  <a:lnTo>
                    <a:pt x="17995" y="18937"/>
                  </a:lnTo>
                  <a:lnTo>
                    <a:pt x="17953" y="18937"/>
                  </a:lnTo>
                  <a:lnTo>
                    <a:pt x="17932" y="18916"/>
                  </a:lnTo>
                  <a:lnTo>
                    <a:pt x="17869" y="18916"/>
                  </a:lnTo>
                  <a:lnTo>
                    <a:pt x="17869" y="18853"/>
                  </a:lnTo>
                  <a:lnTo>
                    <a:pt x="17849" y="18811"/>
                  </a:lnTo>
                  <a:lnTo>
                    <a:pt x="17660" y="18665"/>
                  </a:lnTo>
                  <a:lnTo>
                    <a:pt x="17639" y="18623"/>
                  </a:lnTo>
                  <a:lnTo>
                    <a:pt x="17535" y="18560"/>
                  </a:lnTo>
                  <a:lnTo>
                    <a:pt x="17430" y="18560"/>
                  </a:lnTo>
                  <a:lnTo>
                    <a:pt x="17325" y="18602"/>
                  </a:lnTo>
                  <a:lnTo>
                    <a:pt x="17242" y="18707"/>
                  </a:lnTo>
                  <a:lnTo>
                    <a:pt x="17242" y="18644"/>
                  </a:lnTo>
                  <a:lnTo>
                    <a:pt x="17221" y="18560"/>
                  </a:lnTo>
                  <a:lnTo>
                    <a:pt x="17053" y="18518"/>
                  </a:lnTo>
                  <a:lnTo>
                    <a:pt x="16949" y="18518"/>
                  </a:lnTo>
                  <a:lnTo>
                    <a:pt x="16844" y="18539"/>
                  </a:lnTo>
                  <a:lnTo>
                    <a:pt x="16823" y="18518"/>
                  </a:lnTo>
                  <a:lnTo>
                    <a:pt x="16907" y="18434"/>
                  </a:lnTo>
                  <a:lnTo>
                    <a:pt x="16949" y="18476"/>
                  </a:lnTo>
                  <a:lnTo>
                    <a:pt x="17137" y="18476"/>
                  </a:lnTo>
                  <a:lnTo>
                    <a:pt x="17221" y="18497"/>
                  </a:lnTo>
                  <a:lnTo>
                    <a:pt x="17325" y="18497"/>
                  </a:lnTo>
                  <a:lnTo>
                    <a:pt x="17430" y="18476"/>
                  </a:lnTo>
                  <a:lnTo>
                    <a:pt x="17472" y="18393"/>
                  </a:lnTo>
                  <a:lnTo>
                    <a:pt x="17514" y="18204"/>
                  </a:lnTo>
                  <a:lnTo>
                    <a:pt x="17472" y="18121"/>
                  </a:lnTo>
                  <a:lnTo>
                    <a:pt x="17451" y="18100"/>
                  </a:lnTo>
                  <a:lnTo>
                    <a:pt x="17409" y="18100"/>
                  </a:lnTo>
                  <a:lnTo>
                    <a:pt x="17263" y="17995"/>
                  </a:lnTo>
                  <a:lnTo>
                    <a:pt x="17221" y="17974"/>
                  </a:lnTo>
                  <a:lnTo>
                    <a:pt x="17158" y="17974"/>
                  </a:lnTo>
                  <a:lnTo>
                    <a:pt x="17053" y="18058"/>
                  </a:lnTo>
                  <a:lnTo>
                    <a:pt x="17012" y="18058"/>
                  </a:lnTo>
                  <a:lnTo>
                    <a:pt x="16928" y="18079"/>
                  </a:lnTo>
                  <a:lnTo>
                    <a:pt x="16886" y="18162"/>
                  </a:lnTo>
                  <a:lnTo>
                    <a:pt x="16844" y="18162"/>
                  </a:lnTo>
                  <a:lnTo>
                    <a:pt x="16844" y="18079"/>
                  </a:lnTo>
                  <a:lnTo>
                    <a:pt x="16823" y="18016"/>
                  </a:lnTo>
                  <a:lnTo>
                    <a:pt x="16781" y="18016"/>
                  </a:lnTo>
                  <a:lnTo>
                    <a:pt x="16635" y="18058"/>
                  </a:lnTo>
                  <a:lnTo>
                    <a:pt x="16593" y="18079"/>
                  </a:lnTo>
                  <a:lnTo>
                    <a:pt x="16530" y="18079"/>
                  </a:lnTo>
                  <a:lnTo>
                    <a:pt x="16572" y="18058"/>
                  </a:lnTo>
                  <a:lnTo>
                    <a:pt x="16677" y="17995"/>
                  </a:lnTo>
                  <a:lnTo>
                    <a:pt x="16781" y="17974"/>
                  </a:lnTo>
                  <a:lnTo>
                    <a:pt x="16802" y="17911"/>
                  </a:lnTo>
                  <a:lnTo>
                    <a:pt x="16781" y="17870"/>
                  </a:lnTo>
                  <a:lnTo>
                    <a:pt x="16719" y="17849"/>
                  </a:lnTo>
                  <a:lnTo>
                    <a:pt x="16677" y="17870"/>
                  </a:lnTo>
                  <a:lnTo>
                    <a:pt x="16719" y="17807"/>
                  </a:lnTo>
                  <a:lnTo>
                    <a:pt x="16781" y="17807"/>
                  </a:lnTo>
                  <a:lnTo>
                    <a:pt x="16823" y="17849"/>
                  </a:lnTo>
                  <a:lnTo>
                    <a:pt x="16928" y="17953"/>
                  </a:lnTo>
                  <a:lnTo>
                    <a:pt x="17012" y="17974"/>
                  </a:lnTo>
                  <a:lnTo>
                    <a:pt x="17095" y="17953"/>
                  </a:lnTo>
                  <a:lnTo>
                    <a:pt x="17200" y="17870"/>
                  </a:lnTo>
                  <a:lnTo>
                    <a:pt x="17367" y="17870"/>
                  </a:lnTo>
                  <a:lnTo>
                    <a:pt x="17430" y="17786"/>
                  </a:lnTo>
                  <a:lnTo>
                    <a:pt x="17472" y="17765"/>
                  </a:lnTo>
                  <a:lnTo>
                    <a:pt x="17514" y="17702"/>
                  </a:lnTo>
                  <a:lnTo>
                    <a:pt x="17472" y="17639"/>
                  </a:lnTo>
                  <a:lnTo>
                    <a:pt x="17409" y="17577"/>
                  </a:lnTo>
                  <a:lnTo>
                    <a:pt x="17263" y="17556"/>
                  </a:lnTo>
                  <a:lnTo>
                    <a:pt x="17200" y="17493"/>
                  </a:lnTo>
                  <a:lnTo>
                    <a:pt x="17137" y="17451"/>
                  </a:lnTo>
                  <a:lnTo>
                    <a:pt x="17033" y="17451"/>
                  </a:lnTo>
                  <a:lnTo>
                    <a:pt x="16928" y="17430"/>
                  </a:lnTo>
                  <a:lnTo>
                    <a:pt x="16844" y="17451"/>
                  </a:lnTo>
                  <a:lnTo>
                    <a:pt x="16823" y="17493"/>
                  </a:lnTo>
                  <a:lnTo>
                    <a:pt x="16740" y="17556"/>
                  </a:lnTo>
                  <a:lnTo>
                    <a:pt x="16677" y="17535"/>
                  </a:lnTo>
                  <a:lnTo>
                    <a:pt x="16593" y="17493"/>
                  </a:lnTo>
                  <a:lnTo>
                    <a:pt x="16489" y="17493"/>
                  </a:lnTo>
                  <a:lnTo>
                    <a:pt x="16468" y="17556"/>
                  </a:lnTo>
                  <a:lnTo>
                    <a:pt x="16426" y="17598"/>
                  </a:lnTo>
                  <a:lnTo>
                    <a:pt x="16384" y="17577"/>
                  </a:lnTo>
                  <a:lnTo>
                    <a:pt x="16321" y="17535"/>
                  </a:lnTo>
                  <a:lnTo>
                    <a:pt x="16300" y="17535"/>
                  </a:lnTo>
                  <a:lnTo>
                    <a:pt x="16279" y="17472"/>
                  </a:lnTo>
                  <a:lnTo>
                    <a:pt x="16321" y="17430"/>
                  </a:lnTo>
                  <a:lnTo>
                    <a:pt x="16426" y="17388"/>
                  </a:lnTo>
                  <a:lnTo>
                    <a:pt x="16572" y="17430"/>
                  </a:lnTo>
                  <a:lnTo>
                    <a:pt x="16740" y="17430"/>
                  </a:lnTo>
                  <a:lnTo>
                    <a:pt x="16802" y="17367"/>
                  </a:lnTo>
                  <a:lnTo>
                    <a:pt x="16802" y="17326"/>
                  </a:lnTo>
                  <a:lnTo>
                    <a:pt x="16740" y="17221"/>
                  </a:lnTo>
                  <a:lnTo>
                    <a:pt x="16635" y="17137"/>
                  </a:lnTo>
                  <a:lnTo>
                    <a:pt x="16530" y="17074"/>
                  </a:lnTo>
                  <a:lnTo>
                    <a:pt x="16489" y="17012"/>
                  </a:lnTo>
                  <a:lnTo>
                    <a:pt x="16489" y="16907"/>
                  </a:lnTo>
                  <a:lnTo>
                    <a:pt x="16509" y="16865"/>
                  </a:lnTo>
                  <a:lnTo>
                    <a:pt x="16572" y="16907"/>
                  </a:lnTo>
                  <a:lnTo>
                    <a:pt x="16593" y="16949"/>
                  </a:lnTo>
                  <a:lnTo>
                    <a:pt x="16593" y="17012"/>
                  </a:lnTo>
                  <a:lnTo>
                    <a:pt x="16677" y="17054"/>
                  </a:lnTo>
                  <a:lnTo>
                    <a:pt x="16802" y="17158"/>
                  </a:lnTo>
                  <a:lnTo>
                    <a:pt x="16823" y="17221"/>
                  </a:lnTo>
                  <a:lnTo>
                    <a:pt x="16886" y="17242"/>
                  </a:lnTo>
                  <a:lnTo>
                    <a:pt x="16928" y="17242"/>
                  </a:lnTo>
                  <a:lnTo>
                    <a:pt x="17012" y="17326"/>
                  </a:lnTo>
                  <a:lnTo>
                    <a:pt x="17095" y="17326"/>
                  </a:lnTo>
                  <a:lnTo>
                    <a:pt x="17200" y="17284"/>
                  </a:lnTo>
                  <a:lnTo>
                    <a:pt x="17263" y="17242"/>
                  </a:lnTo>
                  <a:lnTo>
                    <a:pt x="17346" y="17221"/>
                  </a:lnTo>
                  <a:lnTo>
                    <a:pt x="17409" y="17158"/>
                  </a:lnTo>
                  <a:lnTo>
                    <a:pt x="17472" y="17116"/>
                  </a:lnTo>
                  <a:lnTo>
                    <a:pt x="17556" y="17074"/>
                  </a:lnTo>
                  <a:lnTo>
                    <a:pt x="17606" y="17074"/>
                  </a:lnTo>
                  <a:lnTo>
                    <a:pt x="17618" y="17116"/>
                  </a:lnTo>
                  <a:lnTo>
                    <a:pt x="17618" y="17074"/>
                  </a:lnTo>
                  <a:lnTo>
                    <a:pt x="17618" y="17033"/>
                  </a:lnTo>
                  <a:lnTo>
                    <a:pt x="17577" y="16970"/>
                  </a:lnTo>
                  <a:lnTo>
                    <a:pt x="17588" y="17010"/>
                  </a:lnTo>
                  <a:lnTo>
                    <a:pt x="17472" y="16844"/>
                  </a:lnTo>
                  <a:lnTo>
                    <a:pt x="17409" y="16802"/>
                  </a:lnTo>
                  <a:lnTo>
                    <a:pt x="17409" y="16740"/>
                  </a:lnTo>
                  <a:lnTo>
                    <a:pt x="17430" y="16719"/>
                  </a:lnTo>
                  <a:lnTo>
                    <a:pt x="17472" y="16719"/>
                  </a:lnTo>
                  <a:lnTo>
                    <a:pt x="17535" y="16761"/>
                  </a:lnTo>
                  <a:lnTo>
                    <a:pt x="17535" y="16823"/>
                  </a:lnTo>
                  <a:lnTo>
                    <a:pt x="17577" y="16865"/>
                  </a:lnTo>
                  <a:lnTo>
                    <a:pt x="17681" y="17074"/>
                  </a:lnTo>
                  <a:lnTo>
                    <a:pt x="17869" y="17284"/>
                  </a:lnTo>
                  <a:lnTo>
                    <a:pt x="17890" y="17326"/>
                  </a:lnTo>
                  <a:lnTo>
                    <a:pt x="17932" y="17263"/>
                  </a:lnTo>
                  <a:lnTo>
                    <a:pt x="17932" y="17179"/>
                  </a:lnTo>
                  <a:lnTo>
                    <a:pt x="17953" y="17012"/>
                  </a:lnTo>
                  <a:lnTo>
                    <a:pt x="17953" y="16907"/>
                  </a:lnTo>
                  <a:lnTo>
                    <a:pt x="17995" y="16844"/>
                  </a:lnTo>
                  <a:lnTo>
                    <a:pt x="18058" y="16844"/>
                  </a:lnTo>
                  <a:lnTo>
                    <a:pt x="18100" y="16865"/>
                  </a:lnTo>
                  <a:lnTo>
                    <a:pt x="18100" y="16949"/>
                  </a:lnTo>
                  <a:lnTo>
                    <a:pt x="18141" y="17012"/>
                  </a:lnTo>
                  <a:lnTo>
                    <a:pt x="18183" y="17012"/>
                  </a:lnTo>
                  <a:lnTo>
                    <a:pt x="18372" y="17074"/>
                  </a:lnTo>
                  <a:lnTo>
                    <a:pt x="18518" y="17179"/>
                  </a:lnTo>
                  <a:lnTo>
                    <a:pt x="18602" y="17221"/>
                  </a:lnTo>
                  <a:lnTo>
                    <a:pt x="18665" y="17179"/>
                  </a:lnTo>
                  <a:lnTo>
                    <a:pt x="18706" y="17179"/>
                  </a:lnTo>
                  <a:lnTo>
                    <a:pt x="18769" y="17221"/>
                  </a:lnTo>
                  <a:lnTo>
                    <a:pt x="18769" y="17263"/>
                  </a:lnTo>
                  <a:lnTo>
                    <a:pt x="18602" y="17284"/>
                  </a:lnTo>
                  <a:lnTo>
                    <a:pt x="18581" y="17326"/>
                  </a:lnTo>
                  <a:lnTo>
                    <a:pt x="18476" y="17221"/>
                  </a:lnTo>
                  <a:lnTo>
                    <a:pt x="18288" y="17116"/>
                  </a:lnTo>
                  <a:lnTo>
                    <a:pt x="18246" y="17074"/>
                  </a:lnTo>
                  <a:lnTo>
                    <a:pt x="18204" y="17054"/>
                  </a:lnTo>
                  <a:lnTo>
                    <a:pt x="18162" y="17054"/>
                  </a:lnTo>
                  <a:lnTo>
                    <a:pt x="18121" y="17074"/>
                  </a:lnTo>
                  <a:lnTo>
                    <a:pt x="18121" y="17137"/>
                  </a:lnTo>
                  <a:lnTo>
                    <a:pt x="18183" y="17221"/>
                  </a:lnTo>
                  <a:lnTo>
                    <a:pt x="18413" y="17430"/>
                  </a:lnTo>
                  <a:lnTo>
                    <a:pt x="18518" y="17535"/>
                  </a:lnTo>
                  <a:lnTo>
                    <a:pt x="18685" y="17598"/>
                  </a:lnTo>
                  <a:lnTo>
                    <a:pt x="18790" y="17681"/>
                  </a:lnTo>
                  <a:lnTo>
                    <a:pt x="18832" y="17702"/>
                  </a:lnTo>
                  <a:lnTo>
                    <a:pt x="18916" y="17681"/>
                  </a:lnTo>
                  <a:lnTo>
                    <a:pt x="18937" y="17639"/>
                  </a:lnTo>
                  <a:lnTo>
                    <a:pt x="18999" y="17556"/>
                  </a:lnTo>
                  <a:lnTo>
                    <a:pt x="19125" y="17556"/>
                  </a:lnTo>
                  <a:lnTo>
                    <a:pt x="19167" y="17493"/>
                  </a:lnTo>
                  <a:lnTo>
                    <a:pt x="19167" y="17430"/>
                  </a:lnTo>
                  <a:lnTo>
                    <a:pt x="19250" y="17367"/>
                  </a:lnTo>
                  <a:lnTo>
                    <a:pt x="19313" y="17367"/>
                  </a:lnTo>
                  <a:lnTo>
                    <a:pt x="19376" y="17388"/>
                  </a:lnTo>
                  <a:lnTo>
                    <a:pt x="19460" y="17430"/>
                  </a:lnTo>
                  <a:lnTo>
                    <a:pt x="19564" y="17388"/>
                  </a:lnTo>
                  <a:lnTo>
                    <a:pt x="19669" y="17388"/>
                  </a:lnTo>
                  <a:lnTo>
                    <a:pt x="19690" y="17346"/>
                  </a:lnTo>
                  <a:lnTo>
                    <a:pt x="19732" y="17221"/>
                  </a:lnTo>
                  <a:lnTo>
                    <a:pt x="19732" y="17116"/>
                  </a:lnTo>
                  <a:lnTo>
                    <a:pt x="19774" y="17033"/>
                  </a:lnTo>
                  <a:lnTo>
                    <a:pt x="19857" y="16907"/>
                  </a:lnTo>
                  <a:lnTo>
                    <a:pt x="19857" y="16823"/>
                  </a:lnTo>
                  <a:lnTo>
                    <a:pt x="19836" y="16761"/>
                  </a:lnTo>
                  <a:lnTo>
                    <a:pt x="19753" y="16740"/>
                  </a:lnTo>
                  <a:lnTo>
                    <a:pt x="19648" y="16761"/>
                  </a:lnTo>
                  <a:lnTo>
                    <a:pt x="19627" y="16802"/>
                  </a:lnTo>
                  <a:lnTo>
                    <a:pt x="19585" y="16761"/>
                  </a:lnTo>
                  <a:lnTo>
                    <a:pt x="19543" y="16761"/>
                  </a:lnTo>
                  <a:lnTo>
                    <a:pt x="19522" y="16802"/>
                  </a:lnTo>
                  <a:lnTo>
                    <a:pt x="19439" y="16740"/>
                  </a:lnTo>
                  <a:lnTo>
                    <a:pt x="19376" y="16656"/>
                  </a:lnTo>
                  <a:lnTo>
                    <a:pt x="19334" y="16614"/>
                  </a:lnTo>
                  <a:lnTo>
                    <a:pt x="19313" y="16530"/>
                  </a:lnTo>
                  <a:lnTo>
                    <a:pt x="19271" y="16530"/>
                  </a:lnTo>
                  <a:lnTo>
                    <a:pt x="19250" y="16614"/>
                  </a:lnTo>
                  <a:lnTo>
                    <a:pt x="19250" y="16719"/>
                  </a:lnTo>
                  <a:lnTo>
                    <a:pt x="19313" y="16740"/>
                  </a:lnTo>
                  <a:lnTo>
                    <a:pt x="19313" y="16823"/>
                  </a:lnTo>
                  <a:lnTo>
                    <a:pt x="19250" y="16907"/>
                  </a:lnTo>
                  <a:lnTo>
                    <a:pt x="19229" y="17012"/>
                  </a:lnTo>
                  <a:lnTo>
                    <a:pt x="19209" y="16949"/>
                  </a:lnTo>
                  <a:lnTo>
                    <a:pt x="19229" y="16823"/>
                  </a:lnTo>
                  <a:lnTo>
                    <a:pt x="19209" y="16719"/>
                  </a:lnTo>
                  <a:lnTo>
                    <a:pt x="19146" y="16698"/>
                  </a:lnTo>
                  <a:lnTo>
                    <a:pt x="19125" y="16551"/>
                  </a:lnTo>
                  <a:lnTo>
                    <a:pt x="19062" y="16530"/>
                  </a:lnTo>
                  <a:lnTo>
                    <a:pt x="19041" y="16489"/>
                  </a:lnTo>
                  <a:lnTo>
                    <a:pt x="19041" y="16447"/>
                  </a:lnTo>
                  <a:lnTo>
                    <a:pt x="19104" y="16426"/>
                  </a:lnTo>
                  <a:lnTo>
                    <a:pt x="19161" y="16311"/>
                  </a:lnTo>
                  <a:lnTo>
                    <a:pt x="19146" y="16279"/>
                  </a:lnTo>
                  <a:lnTo>
                    <a:pt x="19104" y="16238"/>
                  </a:lnTo>
                  <a:lnTo>
                    <a:pt x="19146" y="16217"/>
                  </a:lnTo>
                  <a:lnTo>
                    <a:pt x="19229" y="16217"/>
                  </a:lnTo>
                  <a:lnTo>
                    <a:pt x="19271" y="16175"/>
                  </a:lnTo>
                  <a:lnTo>
                    <a:pt x="19313" y="16091"/>
                  </a:lnTo>
                  <a:lnTo>
                    <a:pt x="19313" y="15966"/>
                  </a:lnTo>
                  <a:lnTo>
                    <a:pt x="19271" y="15903"/>
                  </a:lnTo>
                  <a:lnTo>
                    <a:pt x="19271" y="15861"/>
                  </a:lnTo>
                  <a:lnTo>
                    <a:pt x="19334" y="15861"/>
                  </a:lnTo>
                  <a:lnTo>
                    <a:pt x="19376" y="15903"/>
                  </a:lnTo>
                  <a:lnTo>
                    <a:pt x="19439" y="15986"/>
                  </a:lnTo>
                  <a:lnTo>
                    <a:pt x="19481" y="16007"/>
                  </a:lnTo>
                  <a:lnTo>
                    <a:pt x="19564" y="16007"/>
                  </a:lnTo>
                  <a:lnTo>
                    <a:pt x="19648" y="15966"/>
                  </a:lnTo>
                  <a:lnTo>
                    <a:pt x="19732" y="15986"/>
                  </a:lnTo>
                  <a:lnTo>
                    <a:pt x="19794" y="16028"/>
                  </a:lnTo>
                  <a:lnTo>
                    <a:pt x="19899" y="16070"/>
                  </a:lnTo>
                  <a:lnTo>
                    <a:pt x="20046" y="16175"/>
                  </a:lnTo>
                  <a:lnTo>
                    <a:pt x="20046" y="16238"/>
                  </a:lnTo>
                  <a:lnTo>
                    <a:pt x="20066" y="16321"/>
                  </a:lnTo>
                  <a:lnTo>
                    <a:pt x="20108" y="16384"/>
                  </a:lnTo>
                  <a:lnTo>
                    <a:pt x="20150" y="16447"/>
                  </a:lnTo>
                  <a:lnTo>
                    <a:pt x="20192" y="16489"/>
                  </a:lnTo>
                  <a:lnTo>
                    <a:pt x="20318" y="16405"/>
                  </a:lnTo>
                  <a:lnTo>
                    <a:pt x="20422" y="16238"/>
                  </a:lnTo>
                  <a:lnTo>
                    <a:pt x="20485" y="16133"/>
                  </a:lnTo>
                  <a:lnTo>
                    <a:pt x="20422" y="16091"/>
                  </a:lnTo>
                  <a:lnTo>
                    <a:pt x="20401" y="15986"/>
                  </a:lnTo>
                  <a:lnTo>
                    <a:pt x="20464" y="15924"/>
                  </a:lnTo>
                  <a:lnTo>
                    <a:pt x="20464" y="15882"/>
                  </a:lnTo>
                  <a:lnTo>
                    <a:pt x="20359" y="15861"/>
                  </a:lnTo>
                  <a:lnTo>
                    <a:pt x="20276" y="15903"/>
                  </a:lnTo>
                  <a:lnTo>
                    <a:pt x="20255" y="15966"/>
                  </a:lnTo>
                  <a:lnTo>
                    <a:pt x="20108" y="15882"/>
                  </a:lnTo>
                  <a:lnTo>
                    <a:pt x="20046" y="15777"/>
                  </a:lnTo>
                  <a:lnTo>
                    <a:pt x="19899" y="15756"/>
                  </a:lnTo>
                  <a:lnTo>
                    <a:pt x="19857" y="15777"/>
                  </a:lnTo>
                  <a:lnTo>
                    <a:pt x="19794" y="15714"/>
                  </a:lnTo>
                  <a:lnTo>
                    <a:pt x="19794" y="15673"/>
                  </a:lnTo>
                  <a:lnTo>
                    <a:pt x="19857" y="15673"/>
                  </a:lnTo>
                  <a:lnTo>
                    <a:pt x="19899" y="15589"/>
                  </a:lnTo>
                  <a:lnTo>
                    <a:pt x="19941" y="15401"/>
                  </a:lnTo>
                  <a:lnTo>
                    <a:pt x="19962" y="15380"/>
                  </a:lnTo>
                  <a:lnTo>
                    <a:pt x="19962" y="15296"/>
                  </a:lnTo>
                  <a:lnTo>
                    <a:pt x="19836" y="15254"/>
                  </a:lnTo>
                  <a:lnTo>
                    <a:pt x="19774" y="15254"/>
                  </a:lnTo>
                  <a:lnTo>
                    <a:pt x="19669" y="15359"/>
                  </a:lnTo>
                  <a:lnTo>
                    <a:pt x="19564" y="15380"/>
                  </a:lnTo>
                  <a:lnTo>
                    <a:pt x="19460" y="15359"/>
                  </a:lnTo>
                  <a:lnTo>
                    <a:pt x="19439" y="15296"/>
                  </a:lnTo>
                  <a:lnTo>
                    <a:pt x="19418" y="15191"/>
                  </a:lnTo>
                  <a:lnTo>
                    <a:pt x="19376" y="15149"/>
                  </a:lnTo>
                  <a:lnTo>
                    <a:pt x="19376" y="15066"/>
                  </a:lnTo>
                  <a:lnTo>
                    <a:pt x="19460" y="15129"/>
                  </a:lnTo>
                  <a:lnTo>
                    <a:pt x="19481" y="15170"/>
                  </a:lnTo>
                  <a:lnTo>
                    <a:pt x="19460" y="15233"/>
                  </a:lnTo>
                  <a:lnTo>
                    <a:pt x="19481" y="15296"/>
                  </a:lnTo>
                  <a:lnTo>
                    <a:pt x="19564" y="15359"/>
                  </a:lnTo>
                  <a:lnTo>
                    <a:pt x="19648" y="15359"/>
                  </a:lnTo>
                  <a:lnTo>
                    <a:pt x="19753" y="15254"/>
                  </a:lnTo>
                  <a:lnTo>
                    <a:pt x="19836" y="15233"/>
                  </a:lnTo>
                  <a:lnTo>
                    <a:pt x="19941" y="15233"/>
                  </a:lnTo>
                  <a:lnTo>
                    <a:pt x="19983" y="15275"/>
                  </a:lnTo>
                  <a:lnTo>
                    <a:pt x="20046" y="15275"/>
                  </a:lnTo>
                  <a:lnTo>
                    <a:pt x="20066" y="15233"/>
                  </a:lnTo>
                  <a:lnTo>
                    <a:pt x="20046" y="15170"/>
                  </a:lnTo>
                  <a:lnTo>
                    <a:pt x="19836" y="14961"/>
                  </a:lnTo>
                  <a:lnTo>
                    <a:pt x="19669" y="14836"/>
                  </a:lnTo>
                  <a:lnTo>
                    <a:pt x="19522" y="14836"/>
                  </a:lnTo>
                  <a:lnTo>
                    <a:pt x="19355" y="14752"/>
                  </a:lnTo>
                  <a:lnTo>
                    <a:pt x="19271" y="14647"/>
                  </a:lnTo>
                  <a:lnTo>
                    <a:pt x="19271" y="14564"/>
                  </a:lnTo>
                  <a:lnTo>
                    <a:pt x="19271" y="14522"/>
                  </a:lnTo>
                  <a:lnTo>
                    <a:pt x="19334" y="14564"/>
                  </a:lnTo>
                  <a:lnTo>
                    <a:pt x="19376" y="14668"/>
                  </a:lnTo>
                  <a:lnTo>
                    <a:pt x="19460" y="14731"/>
                  </a:lnTo>
                  <a:lnTo>
                    <a:pt x="19585" y="14731"/>
                  </a:lnTo>
                  <a:lnTo>
                    <a:pt x="19627" y="14668"/>
                  </a:lnTo>
                  <a:lnTo>
                    <a:pt x="19627" y="14626"/>
                  </a:lnTo>
                  <a:lnTo>
                    <a:pt x="19522" y="14522"/>
                  </a:lnTo>
                  <a:lnTo>
                    <a:pt x="19481" y="14459"/>
                  </a:lnTo>
                  <a:lnTo>
                    <a:pt x="19481" y="14438"/>
                  </a:lnTo>
                  <a:lnTo>
                    <a:pt x="19522" y="14438"/>
                  </a:lnTo>
                  <a:lnTo>
                    <a:pt x="19564" y="14459"/>
                  </a:lnTo>
                  <a:lnTo>
                    <a:pt x="19690" y="14626"/>
                  </a:lnTo>
                  <a:lnTo>
                    <a:pt x="19753" y="14731"/>
                  </a:lnTo>
                  <a:lnTo>
                    <a:pt x="19753" y="14773"/>
                  </a:lnTo>
                  <a:lnTo>
                    <a:pt x="19857" y="14857"/>
                  </a:lnTo>
                  <a:lnTo>
                    <a:pt x="19962" y="14940"/>
                  </a:lnTo>
                  <a:lnTo>
                    <a:pt x="20087" y="15087"/>
                  </a:lnTo>
                  <a:lnTo>
                    <a:pt x="20171" y="15129"/>
                  </a:lnTo>
                  <a:lnTo>
                    <a:pt x="20213" y="15087"/>
                  </a:lnTo>
                  <a:lnTo>
                    <a:pt x="20276" y="15129"/>
                  </a:lnTo>
                  <a:lnTo>
                    <a:pt x="20297" y="15170"/>
                  </a:lnTo>
                  <a:lnTo>
                    <a:pt x="20213" y="15233"/>
                  </a:lnTo>
                  <a:lnTo>
                    <a:pt x="20276" y="15296"/>
                  </a:lnTo>
                  <a:lnTo>
                    <a:pt x="20318" y="15359"/>
                  </a:lnTo>
                  <a:lnTo>
                    <a:pt x="20380" y="15359"/>
                  </a:lnTo>
                  <a:lnTo>
                    <a:pt x="20422" y="15275"/>
                  </a:lnTo>
                  <a:lnTo>
                    <a:pt x="20485" y="15087"/>
                  </a:lnTo>
                  <a:lnTo>
                    <a:pt x="20506" y="15045"/>
                  </a:lnTo>
                  <a:lnTo>
                    <a:pt x="20527" y="14982"/>
                  </a:lnTo>
                  <a:lnTo>
                    <a:pt x="20506" y="14877"/>
                  </a:lnTo>
                  <a:lnTo>
                    <a:pt x="20506" y="14836"/>
                  </a:lnTo>
                  <a:lnTo>
                    <a:pt x="20506" y="14710"/>
                  </a:lnTo>
                  <a:lnTo>
                    <a:pt x="20464" y="14626"/>
                  </a:lnTo>
                  <a:lnTo>
                    <a:pt x="20464" y="14564"/>
                  </a:lnTo>
                  <a:lnTo>
                    <a:pt x="20464" y="14543"/>
                  </a:lnTo>
                  <a:lnTo>
                    <a:pt x="20506" y="14564"/>
                  </a:lnTo>
                  <a:lnTo>
                    <a:pt x="20590" y="14605"/>
                  </a:lnTo>
                  <a:lnTo>
                    <a:pt x="20610" y="14605"/>
                  </a:lnTo>
                  <a:lnTo>
                    <a:pt x="20590" y="14543"/>
                  </a:lnTo>
                  <a:lnTo>
                    <a:pt x="20506" y="14459"/>
                  </a:lnTo>
                  <a:lnTo>
                    <a:pt x="20464" y="14354"/>
                  </a:lnTo>
                  <a:lnTo>
                    <a:pt x="20401" y="14313"/>
                  </a:lnTo>
                  <a:lnTo>
                    <a:pt x="20318" y="14292"/>
                  </a:lnTo>
                  <a:lnTo>
                    <a:pt x="19962" y="14292"/>
                  </a:lnTo>
                  <a:lnTo>
                    <a:pt x="19920" y="14208"/>
                  </a:lnTo>
                  <a:lnTo>
                    <a:pt x="19836" y="14145"/>
                  </a:lnTo>
                  <a:lnTo>
                    <a:pt x="19648" y="14145"/>
                  </a:lnTo>
                  <a:lnTo>
                    <a:pt x="19564" y="14187"/>
                  </a:lnTo>
                  <a:lnTo>
                    <a:pt x="19502" y="14187"/>
                  </a:lnTo>
                  <a:lnTo>
                    <a:pt x="19460" y="14124"/>
                  </a:lnTo>
                  <a:lnTo>
                    <a:pt x="19439" y="14103"/>
                  </a:lnTo>
                  <a:lnTo>
                    <a:pt x="19460" y="14041"/>
                  </a:lnTo>
                  <a:lnTo>
                    <a:pt x="19502" y="14103"/>
                  </a:lnTo>
                  <a:lnTo>
                    <a:pt x="19543" y="14124"/>
                  </a:lnTo>
                  <a:lnTo>
                    <a:pt x="19669" y="14103"/>
                  </a:lnTo>
                  <a:lnTo>
                    <a:pt x="19836" y="14082"/>
                  </a:lnTo>
                  <a:lnTo>
                    <a:pt x="19878" y="14124"/>
                  </a:lnTo>
                  <a:lnTo>
                    <a:pt x="19941" y="14103"/>
                  </a:lnTo>
                  <a:lnTo>
                    <a:pt x="20025" y="14082"/>
                  </a:lnTo>
                  <a:lnTo>
                    <a:pt x="20087" y="14103"/>
                  </a:lnTo>
                  <a:lnTo>
                    <a:pt x="20150" y="14124"/>
                  </a:lnTo>
                  <a:lnTo>
                    <a:pt x="20192" y="14103"/>
                  </a:lnTo>
                  <a:lnTo>
                    <a:pt x="20234" y="14082"/>
                  </a:lnTo>
                  <a:lnTo>
                    <a:pt x="20234" y="14020"/>
                  </a:lnTo>
                  <a:lnTo>
                    <a:pt x="20234" y="13915"/>
                  </a:lnTo>
                  <a:lnTo>
                    <a:pt x="20234" y="13873"/>
                  </a:lnTo>
                  <a:lnTo>
                    <a:pt x="20171" y="13831"/>
                  </a:lnTo>
                  <a:lnTo>
                    <a:pt x="20129" y="13873"/>
                  </a:lnTo>
                  <a:lnTo>
                    <a:pt x="20066" y="13894"/>
                  </a:lnTo>
                  <a:lnTo>
                    <a:pt x="19983" y="13873"/>
                  </a:lnTo>
                  <a:lnTo>
                    <a:pt x="19857" y="13873"/>
                  </a:lnTo>
                  <a:lnTo>
                    <a:pt x="19815" y="13810"/>
                  </a:lnTo>
                  <a:lnTo>
                    <a:pt x="19711" y="13706"/>
                  </a:lnTo>
                  <a:lnTo>
                    <a:pt x="19606" y="13727"/>
                  </a:lnTo>
                  <a:lnTo>
                    <a:pt x="19564" y="13789"/>
                  </a:lnTo>
                  <a:lnTo>
                    <a:pt x="19543" y="13789"/>
                  </a:lnTo>
                  <a:lnTo>
                    <a:pt x="19543" y="13685"/>
                  </a:lnTo>
                  <a:lnTo>
                    <a:pt x="19543" y="13601"/>
                  </a:lnTo>
                  <a:lnTo>
                    <a:pt x="19522" y="13538"/>
                  </a:lnTo>
                  <a:lnTo>
                    <a:pt x="19313" y="13538"/>
                  </a:lnTo>
                  <a:lnTo>
                    <a:pt x="19229" y="13497"/>
                  </a:lnTo>
                  <a:lnTo>
                    <a:pt x="19250" y="13455"/>
                  </a:lnTo>
                  <a:lnTo>
                    <a:pt x="19313" y="13455"/>
                  </a:lnTo>
                  <a:lnTo>
                    <a:pt x="19418" y="13476"/>
                  </a:lnTo>
                  <a:lnTo>
                    <a:pt x="19460" y="13455"/>
                  </a:lnTo>
                  <a:lnTo>
                    <a:pt x="19460" y="13392"/>
                  </a:lnTo>
                  <a:lnTo>
                    <a:pt x="19439" y="13371"/>
                  </a:lnTo>
                  <a:lnTo>
                    <a:pt x="19481" y="13308"/>
                  </a:lnTo>
                  <a:lnTo>
                    <a:pt x="19460" y="13266"/>
                  </a:lnTo>
                  <a:lnTo>
                    <a:pt x="19439" y="13204"/>
                  </a:lnTo>
                  <a:lnTo>
                    <a:pt x="19481" y="13162"/>
                  </a:lnTo>
                  <a:lnTo>
                    <a:pt x="19460" y="13078"/>
                  </a:lnTo>
                  <a:lnTo>
                    <a:pt x="19460" y="12994"/>
                  </a:lnTo>
                  <a:lnTo>
                    <a:pt x="19522" y="12973"/>
                  </a:lnTo>
                  <a:lnTo>
                    <a:pt x="19543" y="12994"/>
                  </a:lnTo>
                  <a:lnTo>
                    <a:pt x="19543" y="13078"/>
                  </a:lnTo>
                  <a:lnTo>
                    <a:pt x="19585" y="13141"/>
                  </a:lnTo>
                  <a:lnTo>
                    <a:pt x="19648" y="13162"/>
                  </a:lnTo>
                  <a:lnTo>
                    <a:pt x="19732" y="13078"/>
                  </a:lnTo>
                  <a:lnTo>
                    <a:pt x="19857" y="12953"/>
                  </a:lnTo>
                  <a:lnTo>
                    <a:pt x="19941" y="12932"/>
                  </a:lnTo>
                  <a:lnTo>
                    <a:pt x="19941" y="12890"/>
                  </a:lnTo>
                  <a:lnTo>
                    <a:pt x="19899" y="12869"/>
                  </a:lnTo>
                  <a:lnTo>
                    <a:pt x="19794" y="12848"/>
                  </a:lnTo>
                  <a:lnTo>
                    <a:pt x="19732" y="12848"/>
                  </a:lnTo>
                  <a:lnTo>
                    <a:pt x="19690" y="12827"/>
                  </a:lnTo>
                  <a:lnTo>
                    <a:pt x="19774" y="12785"/>
                  </a:lnTo>
                  <a:lnTo>
                    <a:pt x="19878" y="12785"/>
                  </a:lnTo>
                  <a:lnTo>
                    <a:pt x="19941" y="12827"/>
                  </a:lnTo>
                  <a:lnTo>
                    <a:pt x="19983" y="12827"/>
                  </a:lnTo>
                  <a:lnTo>
                    <a:pt x="19983" y="12764"/>
                  </a:lnTo>
                  <a:lnTo>
                    <a:pt x="19962" y="12743"/>
                  </a:lnTo>
                  <a:lnTo>
                    <a:pt x="20046" y="12722"/>
                  </a:lnTo>
                  <a:lnTo>
                    <a:pt x="20150" y="12722"/>
                  </a:lnTo>
                  <a:lnTo>
                    <a:pt x="20213" y="12785"/>
                  </a:lnTo>
                  <a:lnTo>
                    <a:pt x="20276" y="12827"/>
                  </a:lnTo>
                  <a:lnTo>
                    <a:pt x="20318" y="12785"/>
                  </a:lnTo>
                  <a:lnTo>
                    <a:pt x="20380" y="12827"/>
                  </a:lnTo>
                  <a:lnTo>
                    <a:pt x="20422" y="12890"/>
                  </a:lnTo>
                  <a:lnTo>
                    <a:pt x="20401" y="12973"/>
                  </a:lnTo>
                  <a:lnTo>
                    <a:pt x="20422" y="13036"/>
                  </a:lnTo>
                  <a:lnTo>
                    <a:pt x="20506" y="13057"/>
                  </a:lnTo>
                  <a:lnTo>
                    <a:pt x="20527" y="13036"/>
                  </a:lnTo>
                  <a:lnTo>
                    <a:pt x="20590" y="13057"/>
                  </a:lnTo>
                  <a:lnTo>
                    <a:pt x="20631" y="13141"/>
                  </a:lnTo>
                  <a:lnTo>
                    <a:pt x="20778" y="13183"/>
                  </a:lnTo>
                  <a:lnTo>
                    <a:pt x="20820" y="13266"/>
                  </a:lnTo>
                  <a:lnTo>
                    <a:pt x="20841" y="13287"/>
                  </a:lnTo>
                  <a:lnTo>
                    <a:pt x="20882" y="13245"/>
                  </a:lnTo>
                  <a:lnTo>
                    <a:pt x="20903" y="13141"/>
                  </a:lnTo>
                  <a:lnTo>
                    <a:pt x="20945" y="13057"/>
                  </a:lnTo>
                  <a:lnTo>
                    <a:pt x="21008" y="12890"/>
                  </a:lnTo>
                  <a:lnTo>
                    <a:pt x="21008" y="12848"/>
                  </a:lnTo>
                  <a:lnTo>
                    <a:pt x="21029" y="12722"/>
                  </a:lnTo>
                  <a:lnTo>
                    <a:pt x="21050" y="12555"/>
                  </a:lnTo>
                  <a:lnTo>
                    <a:pt x="21092" y="12513"/>
                  </a:lnTo>
                  <a:lnTo>
                    <a:pt x="21092" y="12429"/>
                  </a:lnTo>
                  <a:lnTo>
                    <a:pt x="21050" y="12346"/>
                  </a:lnTo>
                  <a:lnTo>
                    <a:pt x="20987" y="12304"/>
                  </a:lnTo>
                  <a:lnTo>
                    <a:pt x="20924" y="12241"/>
                  </a:lnTo>
                  <a:lnTo>
                    <a:pt x="20882" y="12241"/>
                  </a:lnTo>
                  <a:lnTo>
                    <a:pt x="20841" y="12199"/>
                  </a:lnTo>
                  <a:lnTo>
                    <a:pt x="20841" y="12136"/>
                  </a:lnTo>
                  <a:lnTo>
                    <a:pt x="20757" y="12136"/>
                  </a:lnTo>
                  <a:lnTo>
                    <a:pt x="20694" y="12220"/>
                  </a:lnTo>
                  <a:lnTo>
                    <a:pt x="20590" y="12325"/>
                  </a:lnTo>
                  <a:lnTo>
                    <a:pt x="20506" y="12346"/>
                  </a:lnTo>
                  <a:lnTo>
                    <a:pt x="20464" y="12304"/>
                  </a:lnTo>
                  <a:lnTo>
                    <a:pt x="20485" y="12241"/>
                  </a:lnTo>
                  <a:lnTo>
                    <a:pt x="20485" y="12157"/>
                  </a:lnTo>
                  <a:lnTo>
                    <a:pt x="20485" y="12136"/>
                  </a:lnTo>
                  <a:lnTo>
                    <a:pt x="20380" y="12116"/>
                  </a:lnTo>
                  <a:lnTo>
                    <a:pt x="20297" y="12116"/>
                  </a:lnTo>
                  <a:lnTo>
                    <a:pt x="20276" y="12053"/>
                  </a:lnTo>
                  <a:lnTo>
                    <a:pt x="20338" y="12032"/>
                  </a:lnTo>
                  <a:lnTo>
                    <a:pt x="20338" y="12011"/>
                  </a:lnTo>
                  <a:lnTo>
                    <a:pt x="20255" y="11948"/>
                  </a:lnTo>
                  <a:lnTo>
                    <a:pt x="20213" y="11906"/>
                  </a:lnTo>
                  <a:lnTo>
                    <a:pt x="20255" y="11885"/>
                  </a:lnTo>
                  <a:lnTo>
                    <a:pt x="20276" y="11906"/>
                  </a:lnTo>
                  <a:lnTo>
                    <a:pt x="20359" y="11927"/>
                  </a:lnTo>
                  <a:lnTo>
                    <a:pt x="20359" y="11885"/>
                  </a:lnTo>
                  <a:lnTo>
                    <a:pt x="20297" y="11802"/>
                  </a:lnTo>
                  <a:lnTo>
                    <a:pt x="20276" y="11718"/>
                  </a:lnTo>
                  <a:lnTo>
                    <a:pt x="20297" y="11676"/>
                  </a:lnTo>
                  <a:lnTo>
                    <a:pt x="20359" y="11634"/>
                  </a:lnTo>
                  <a:lnTo>
                    <a:pt x="20380" y="11676"/>
                  </a:lnTo>
                  <a:lnTo>
                    <a:pt x="20443" y="11697"/>
                  </a:lnTo>
                  <a:lnTo>
                    <a:pt x="20464" y="11739"/>
                  </a:lnTo>
                  <a:lnTo>
                    <a:pt x="20590" y="11885"/>
                  </a:lnTo>
                  <a:lnTo>
                    <a:pt x="20673" y="11927"/>
                  </a:lnTo>
                  <a:lnTo>
                    <a:pt x="20757" y="11906"/>
                  </a:lnTo>
                  <a:lnTo>
                    <a:pt x="20799" y="11844"/>
                  </a:lnTo>
                  <a:lnTo>
                    <a:pt x="20757" y="11718"/>
                  </a:lnTo>
                  <a:lnTo>
                    <a:pt x="20652" y="11613"/>
                  </a:lnTo>
                  <a:lnTo>
                    <a:pt x="20569" y="11572"/>
                  </a:lnTo>
                  <a:lnTo>
                    <a:pt x="20464" y="11530"/>
                  </a:lnTo>
                  <a:lnTo>
                    <a:pt x="20443" y="11404"/>
                  </a:lnTo>
                  <a:lnTo>
                    <a:pt x="20380" y="11320"/>
                  </a:lnTo>
                  <a:lnTo>
                    <a:pt x="20338" y="11258"/>
                  </a:lnTo>
                  <a:lnTo>
                    <a:pt x="20255" y="11216"/>
                  </a:lnTo>
                  <a:lnTo>
                    <a:pt x="20171" y="11174"/>
                  </a:lnTo>
                  <a:lnTo>
                    <a:pt x="20171" y="11111"/>
                  </a:lnTo>
                  <a:lnTo>
                    <a:pt x="20234" y="11069"/>
                  </a:lnTo>
                  <a:lnTo>
                    <a:pt x="20234" y="11007"/>
                  </a:lnTo>
                  <a:lnTo>
                    <a:pt x="20192" y="10986"/>
                  </a:lnTo>
                  <a:lnTo>
                    <a:pt x="20192" y="10944"/>
                  </a:lnTo>
                  <a:lnTo>
                    <a:pt x="20255" y="10881"/>
                  </a:lnTo>
                  <a:lnTo>
                    <a:pt x="20297" y="10881"/>
                  </a:lnTo>
                  <a:lnTo>
                    <a:pt x="20359" y="10860"/>
                  </a:lnTo>
                  <a:lnTo>
                    <a:pt x="20443" y="10881"/>
                  </a:lnTo>
                  <a:lnTo>
                    <a:pt x="20485" y="10944"/>
                  </a:lnTo>
                  <a:lnTo>
                    <a:pt x="20401" y="10986"/>
                  </a:lnTo>
                  <a:lnTo>
                    <a:pt x="20464" y="10986"/>
                  </a:lnTo>
                  <a:lnTo>
                    <a:pt x="20548" y="11048"/>
                  </a:lnTo>
                  <a:lnTo>
                    <a:pt x="20548" y="11090"/>
                  </a:lnTo>
                  <a:lnTo>
                    <a:pt x="20569" y="11174"/>
                  </a:lnTo>
                  <a:lnTo>
                    <a:pt x="20652" y="11195"/>
                  </a:lnTo>
                  <a:lnTo>
                    <a:pt x="20757" y="11111"/>
                  </a:lnTo>
                  <a:lnTo>
                    <a:pt x="20799" y="10986"/>
                  </a:lnTo>
                  <a:lnTo>
                    <a:pt x="20820" y="10860"/>
                  </a:lnTo>
                  <a:lnTo>
                    <a:pt x="20882" y="10776"/>
                  </a:lnTo>
                  <a:lnTo>
                    <a:pt x="20903" y="10735"/>
                  </a:lnTo>
                  <a:lnTo>
                    <a:pt x="20882" y="10588"/>
                  </a:lnTo>
                  <a:lnTo>
                    <a:pt x="20966" y="10525"/>
                  </a:lnTo>
                  <a:lnTo>
                    <a:pt x="21029" y="10463"/>
                  </a:lnTo>
                  <a:lnTo>
                    <a:pt x="21071" y="10316"/>
                  </a:lnTo>
                  <a:lnTo>
                    <a:pt x="21029" y="10212"/>
                  </a:lnTo>
                  <a:lnTo>
                    <a:pt x="20987" y="10128"/>
                  </a:lnTo>
                  <a:lnTo>
                    <a:pt x="21029" y="9919"/>
                  </a:lnTo>
                  <a:lnTo>
                    <a:pt x="21092" y="9751"/>
                  </a:lnTo>
                  <a:lnTo>
                    <a:pt x="21092" y="9605"/>
                  </a:lnTo>
                  <a:lnTo>
                    <a:pt x="21175" y="9521"/>
                  </a:lnTo>
                  <a:lnTo>
                    <a:pt x="21175" y="9437"/>
                  </a:lnTo>
                  <a:lnTo>
                    <a:pt x="21196" y="9312"/>
                  </a:lnTo>
                  <a:lnTo>
                    <a:pt x="21196" y="9165"/>
                  </a:lnTo>
                  <a:lnTo>
                    <a:pt x="21280" y="9082"/>
                  </a:lnTo>
                  <a:lnTo>
                    <a:pt x="21343" y="8956"/>
                  </a:lnTo>
                  <a:lnTo>
                    <a:pt x="21531" y="8684"/>
                  </a:lnTo>
                  <a:lnTo>
                    <a:pt x="21615" y="8538"/>
                  </a:lnTo>
                  <a:lnTo>
                    <a:pt x="21761" y="8391"/>
                  </a:lnTo>
                  <a:lnTo>
                    <a:pt x="21824" y="8287"/>
                  </a:lnTo>
                  <a:lnTo>
                    <a:pt x="21908" y="8224"/>
                  </a:lnTo>
                  <a:lnTo>
                    <a:pt x="21950" y="8077"/>
                  </a:lnTo>
                  <a:lnTo>
                    <a:pt x="22075" y="7973"/>
                  </a:lnTo>
                  <a:lnTo>
                    <a:pt x="22117" y="7952"/>
                  </a:lnTo>
                  <a:lnTo>
                    <a:pt x="22075" y="7910"/>
                  </a:lnTo>
                  <a:lnTo>
                    <a:pt x="22012" y="7847"/>
                  </a:lnTo>
                  <a:lnTo>
                    <a:pt x="21908" y="7826"/>
                  </a:lnTo>
                  <a:lnTo>
                    <a:pt x="21845" y="7763"/>
                  </a:lnTo>
                  <a:lnTo>
                    <a:pt x="21803" y="7722"/>
                  </a:lnTo>
                  <a:lnTo>
                    <a:pt x="21719" y="7743"/>
                  </a:lnTo>
                  <a:lnTo>
                    <a:pt x="21552" y="7805"/>
                  </a:lnTo>
                  <a:lnTo>
                    <a:pt x="21406" y="7847"/>
                  </a:lnTo>
                  <a:lnTo>
                    <a:pt x="21280" y="7910"/>
                  </a:lnTo>
                  <a:lnTo>
                    <a:pt x="21196" y="8015"/>
                  </a:lnTo>
                  <a:lnTo>
                    <a:pt x="21092" y="8056"/>
                  </a:lnTo>
                  <a:lnTo>
                    <a:pt x="21071" y="8119"/>
                  </a:lnTo>
                  <a:lnTo>
                    <a:pt x="21008" y="8140"/>
                  </a:lnTo>
                  <a:lnTo>
                    <a:pt x="20903" y="8077"/>
                  </a:lnTo>
                  <a:lnTo>
                    <a:pt x="20862" y="8035"/>
                  </a:lnTo>
                  <a:lnTo>
                    <a:pt x="20862" y="7973"/>
                  </a:lnTo>
                  <a:lnTo>
                    <a:pt x="20924" y="7973"/>
                  </a:lnTo>
                  <a:lnTo>
                    <a:pt x="20987" y="7952"/>
                  </a:lnTo>
                  <a:lnTo>
                    <a:pt x="20987" y="7847"/>
                  </a:lnTo>
                  <a:lnTo>
                    <a:pt x="20966" y="7805"/>
                  </a:lnTo>
                  <a:lnTo>
                    <a:pt x="20882" y="7805"/>
                  </a:lnTo>
                  <a:lnTo>
                    <a:pt x="20820" y="7763"/>
                  </a:lnTo>
                  <a:lnTo>
                    <a:pt x="20903" y="7743"/>
                  </a:lnTo>
                  <a:lnTo>
                    <a:pt x="20966" y="7701"/>
                  </a:lnTo>
                  <a:lnTo>
                    <a:pt x="21071" y="7617"/>
                  </a:lnTo>
                  <a:lnTo>
                    <a:pt x="21134" y="7491"/>
                  </a:lnTo>
                  <a:lnTo>
                    <a:pt x="21238" y="7408"/>
                  </a:lnTo>
                  <a:lnTo>
                    <a:pt x="21322" y="7408"/>
                  </a:lnTo>
                  <a:lnTo>
                    <a:pt x="21447" y="7429"/>
                  </a:lnTo>
                  <a:lnTo>
                    <a:pt x="21698" y="7617"/>
                  </a:lnTo>
                  <a:lnTo>
                    <a:pt x="21761" y="7659"/>
                  </a:lnTo>
                  <a:lnTo>
                    <a:pt x="21970" y="7659"/>
                  </a:lnTo>
                  <a:lnTo>
                    <a:pt x="22075" y="7638"/>
                  </a:lnTo>
                  <a:lnTo>
                    <a:pt x="22180" y="7659"/>
                  </a:lnTo>
                  <a:lnTo>
                    <a:pt x="22389" y="7617"/>
                  </a:lnTo>
                  <a:lnTo>
                    <a:pt x="22494" y="7554"/>
                  </a:lnTo>
                  <a:lnTo>
                    <a:pt x="22494" y="7491"/>
                  </a:lnTo>
                  <a:lnTo>
                    <a:pt x="22473" y="7429"/>
                  </a:lnTo>
                  <a:lnTo>
                    <a:pt x="22515" y="7429"/>
                  </a:lnTo>
                  <a:lnTo>
                    <a:pt x="22598" y="7408"/>
                  </a:lnTo>
                  <a:lnTo>
                    <a:pt x="22682" y="7324"/>
                  </a:lnTo>
                  <a:lnTo>
                    <a:pt x="22682" y="7240"/>
                  </a:lnTo>
                  <a:lnTo>
                    <a:pt x="22640" y="7178"/>
                  </a:lnTo>
                  <a:lnTo>
                    <a:pt x="22535" y="7136"/>
                  </a:lnTo>
                  <a:lnTo>
                    <a:pt x="22473" y="7094"/>
                  </a:lnTo>
                  <a:lnTo>
                    <a:pt x="22431" y="7073"/>
                  </a:lnTo>
                  <a:lnTo>
                    <a:pt x="22347" y="7073"/>
                  </a:lnTo>
                  <a:lnTo>
                    <a:pt x="22263" y="7136"/>
                  </a:lnTo>
                  <a:lnTo>
                    <a:pt x="22222" y="7136"/>
                  </a:lnTo>
                  <a:lnTo>
                    <a:pt x="22138" y="7073"/>
                  </a:lnTo>
                  <a:lnTo>
                    <a:pt x="21908" y="7073"/>
                  </a:lnTo>
                  <a:lnTo>
                    <a:pt x="21761" y="7031"/>
                  </a:lnTo>
                  <a:lnTo>
                    <a:pt x="21657" y="6989"/>
                  </a:lnTo>
                  <a:lnTo>
                    <a:pt x="21594" y="6989"/>
                  </a:lnTo>
                  <a:lnTo>
                    <a:pt x="21510" y="7010"/>
                  </a:lnTo>
                  <a:lnTo>
                    <a:pt x="21196" y="7010"/>
                  </a:lnTo>
                  <a:lnTo>
                    <a:pt x="21092" y="6968"/>
                  </a:lnTo>
                  <a:lnTo>
                    <a:pt x="21196" y="6968"/>
                  </a:lnTo>
                  <a:lnTo>
                    <a:pt x="21301" y="6989"/>
                  </a:lnTo>
                  <a:lnTo>
                    <a:pt x="21406" y="6927"/>
                  </a:lnTo>
                  <a:lnTo>
                    <a:pt x="21531" y="6906"/>
                  </a:lnTo>
                  <a:lnTo>
                    <a:pt x="21636" y="6927"/>
                  </a:lnTo>
                  <a:lnTo>
                    <a:pt x="21740" y="6968"/>
                  </a:lnTo>
                  <a:lnTo>
                    <a:pt x="21782" y="6927"/>
                  </a:lnTo>
                  <a:lnTo>
                    <a:pt x="21845" y="6885"/>
                  </a:lnTo>
                  <a:lnTo>
                    <a:pt x="21950" y="6885"/>
                  </a:lnTo>
                  <a:lnTo>
                    <a:pt x="21991" y="6822"/>
                  </a:lnTo>
                  <a:lnTo>
                    <a:pt x="22054" y="6801"/>
                  </a:lnTo>
                  <a:lnTo>
                    <a:pt x="22138" y="6822"/>
                  </a:lnTo>
                  <a:lnTo>
                    <a:pt x="22180" y="6822"/>
                  </a:lnTo>
                  <a:lnTo>
                    <a:pt x="22201" y="6780"/>
                  </a:lnTo>
                  <a:lnTo>
                    <a:pt x="22242" y="6759"/>
                  </a:lnTo>
                  <a:lnTo>
                    <a:pt x="22284" y="6759"/>
                  </a:lnTo>
                  <a:lnTo>
                    <a:pt x="22305" y="6780"/>
                  </a:lnTo>
                  <a:lnTo>
                    <a:pt x="22368" y="6801"/>
                  </a:lnTo>
                  <a:lnTo>
                    <a:pt x="22410" y="6822"/>
                  </a:lnTo>
                  <a:lnTo>
                    <a:pt x="22515" y="6822"/>
                  </a:lnTo>
                  <a:lnTo>
                    <a:pt x="22619" y="6864"/>
                  </a:lnTo>
                  <a:lnTo>
                    <a:pt x="22703" y="6906"/>
                  </a:lnTo>
                  <a:lnTo>
                    <a:pt x="22891" y="6906"/>
                  </a:lnTo>
                  <a:lnTo>
                    <a:pt x="22996" y="6822"/>
                  </a:lnTo>
                  <a:lnTo>
                    <a:pt x="23184" y="6759"/>
                  </a:lnTo>
                  <a:lnTo>
                    <a:pt x="23331" y="6759"/>
                  </a:lnTo>
                  <a:lnTo>
                    <a:pt x="23351" y="6675"/>
                  </a:lnTo>
                  <a:lnTo>
                    <a:pt x="23351" y="6592"/>
                  </a:lnTo>
                  <a:lnTo>
                    <a:pt x="23310" y="6571"/>
                  </a:lnTo>
                  <a:lnTo>
                    <a:pt x="23247" y="6487"/>
                  </a:lnTo>
                  <a:lnTo>
                    <a:pt x="23247" y="6445"/>
                  </a:lnTo>
                  <a:lnTo>
                    <a:pt x="23226" y="6403"/>
                  </a:lnTo>
                  <a:lnTo>
                    <a:pt x="23226" y="6362"/>
                  </a:lnTo>
                  <a:lnTo>
                    <a:pt x="23289" y="6257"/>
                  </a:lnTo>
                  <a:lnTo>
                    <a:pt x="23351" y="6194"/>
                  </a:lnTo>
                  <a:lnTo>
                    <a:pt x="23414" y="6194"/>
                  </a:lnTo>
                  <a:lnTo>
                    <a:pt x="23561" y="6299"/>
                  </a:lnTo>
                  <a:lnTo>
                    <a:pt x="23644" y="6341"/>
                  </a:lnTo>
                  <a:lnTo>
                    <a:pt x="23707" y="6299"/>
                  </a:lnTo>
                  <a:lnTo>
                    <a:pt x="23749" y="6236"/>
                  </a:lnTo>
                  <a:lnTo>
                    <a:pt x="23854" y="6069"/>
                  </a:lnTo>
                  <a:lnTo>
                    <a:pt x="23958" y="5985"/>
                  </a:lnTo>
                  <a:lnTo>
                    <a:pt x="24042" y="5964"/>
                  </a:lnTo>
                  <a:lnTo>
                    <a:pt x="24063" y="5922"/>
                  </a:lnTo>
                  <a:lnTo>
                    <a:pt x="24167" y="5838"/>
                  </a:lnTo>
                  <a:lnTo>
                    <a:pt x="24272" y="5776"/>
                  </a:lnTo>
                  <a:lnTo>
                    <a:pt x="24335" y="5713"/>
                  </a:lnTo>
                  <a:lnTo>
                    <a:pt x="24335" y="5566"/>
                  </a:lnTo>
                  <a:lnTo>
                    <a:pt x="24272" y="5420"/>
                  </a:lnTo>
                  <a:lnTo>
                    <a:pt x="24188" y="5336"/>
                  </a:lnTo>
                  <a:lnTo>
                    <a:pt x="24167" y="5253"/>
                  </a:lnTo>
                  <a:lnTo>
                    <a:pt x="24021" y="5127"/>
                  </a:lnTo>
                  <a:lnTo>
                    <a:pt x="24021" y="5085"/>
                  </a:lnTo>
                  <a:lnTo>
                    <a:pt x="23958" y="5002"/>
                  </a:lnTo>
                  <a:lnTo>
                    <a:pt x="23854" y="4939"/>
                  </a:lnTo>
                  <a:lnTo>
                    <a:pt x="23812" y="4939"/>
                  </a:lnTo>
                  <a:lnTo>
                    <a:pt x="23728" y="4876"/>
                  </a:lnTo>
                  <a:lnTo>
                    <a:pt x="23623" y="4813"/>
                  </a:lnTo>
                  <a:lnTo>
                    <a:pt x="23498" y="4813"/>
                  </a:lnTo>
                  <a:lnTo>
                    <a:pt x="23331" y="4771"/>
                  </a:lnTo>
                  <a:lnTo>
                    <a:pt x="23184" y="4688"/>
                  </a:lnTo>
                  <a:lnTo>
                    <a:pt x="23038" y="4667"/>
                  </a:lnTo>
                  <a:lnTo>
                    <a:pt x="22975" y="4688"/>
                  </a:lnTo>
                  <a:lnTo>
                    <a:pt x="22828" y="4688"/>
                  </a:lnTo>
                  <a:lnTo>
                    <a:pt x="22682" y="4730"/>
                  </a:lnTo>
                  <a:lnTo>
                    <a:pt x="22619" y="4792"/>
                  </a:lnTo>
                  <a:lnTo>
                    <a:pt x="22515" y="4834"/>
                  </a:lnTo>
                  <a:lnTo>
                    <a:pt x="22410" y="4792"/>
                  </a:lnTo>
                  <a:lnTo>
                    <a:pt x="22389" y="4730"/>
                  </a:lnTo>
                  <a:lnTo>
                    <a:pt x="22347" y="4771"/>
                  </a:lnTo>
                  <a:lnTo>
                    <a:pt x="22305" y="4834"/>
                  </a:lnTo>
                  <a:lnTo>
                    <a:pt x="22347" y="4918"/>
                  </a:lnTo>
                  <a:lnTo>
                    <a:pt x="22347" y="5022"/>
                  </a:lnTo>
                  <a:lnTo>
                    <a:pt x="22284" y="5106"/>
                  </a:lnTo>
                  <a:lnTo>
                    <a:pt x="22242" y="5106"/>
                  </a:lnTo>
                  <a:lnTo>
                    <a:pt x="22242" y="5148"/>
                  </a:lnTo>
                  <a:lnTo>
                    <a:pt x="22263" y="5211"/>
                  </a:lnTo>
                  <a:lnTo>
                    <a:pt x="22242" y="5294"/>
                  </a:lnTo>
                  <a:lnTo>
                    <a:pt x="22138" y="5336"/>
                  </a:lnTo>
                  <a:lnTo>
                    <a:pt x="22033" y="5336"/>
                  </a:lnTo>
                  <a:lnTo>
                    <a:pt x="21970" y="5253"/>
                  </a:lnTo>
                  <a:lnTo>
                    <a:pt x="21970" y="5190"/>
                  </a:lnTo>
                  <a:lnTo>
                    <a:pt x="21929" y="5148"/>
                  </a:lnTo>
                  <a:lnTo>
                    <a:pt x="21866" y="5211"/>
                  </a:lnTo>
                  <a:lnTo>
                    <a:pt x="21866" y="5315"/>
                  </a:lnTo>
                  <a:lnTo>
                    <a:pt x="21887" y="5336"/>
                  </a:lnTo>
                  <a:lnTo>
                    <a:pt x="21845" y="5420"/>
                  </a:lnTo>
                  <a:lnTo>
                    <a:pt x="21824" y="5525"/>
                  </a:lnTo>
                  <a:lnTo>
                    <a:pt x="21782" y="5566"/>
                  </a:lnTo>
                  <a:lnTo>
                    <a:pt x="21782" y="5504"/>
                  </a:lnTo>
                  <a:lnTo>
                    <a:pt x="21824" y="5441"/>
                  </a:lnTo>
                  <a:lnTo>
                    <a:pt x="21782" y="5315"/>
                  </a:lnTo>
                  <a:lnTo>
                    <a:pt x="21740" y="5232"/>
                  </a:lnTo>
                  <a:lnTo>
                    <a:pt x="21761" y="5148"/>
                  </a:lnTo>
                  <a:lnTo>
                    <a:pt x="21761" y="5064"/>
                  </a:lnTo>
                  <a:lnTo>
                    <a:pt x="21719" y="5002"/>
                  </a:lnTo>
                  <a:lnTo>
                    <a:pt x="21719" y="4918"/>
                  </a:lnTo>
                  <a:lnTo>
                    <a:pt x="21657" y="4939"/>
                  </a:lnTo>
                  <a:lnTo>
                    <a:pt x="21636" y="5002"/>
                  </a:lnTo>
                  <a:lnTo>
                    <a:pt x="21552" y="5064"/>
                  </a:lnTo>
                  <a:lnTo>
                    <a:pt x="21552" y="5148"/>
                  </a:lnTo>
                  <a:lnTo>
                    <a:pt x="21531" y="5253"/>
                  </a:lnTo>
                  <a:lnTo>
                    <a:pt x="21364" y="5420"/>
                  </a:lnTo>
                  <a:lnTo>
                    <a:pt x="21301" y="5483"/>
                  </a:lnTo>
                  <a:lnTo>
                    <a:pt x="21217" y="5483"/>
                  </a:lnTo>
                  <a:lnTo>
                    <a:pt x="21154" y="5546"/>
                  </a:lnTo>
                  <a:lnTo>
                    <a:pt x="21050" y="5629"/>
                  </a:lnTo>
                  <a:lnTo>
                    <a:pt x="20945" y="5629"/>
                  </a:lnTo>
                  <a:lnTo>
                    <a:pt x="20841" y="5734"/>
                  </a:lnTo>
                  <a:lnTo>
                    <a:pt x="20694" y="5818"/>
                  </a:lnTo>
                  <a:lnTo>
                    <a:pt x="20422" y="5818"/>
                  </a:lnTo>
                  <a:lnTo>
                    <a:pt x="20422" y="5859"/>
                  </a:lnTo>
                  <a:lnTo>
                    <a:pt x="20359" y="5901"/>
                  </a:lnTo>
                  <a:lnTo>
                    <a:pt x="20255" y="5901"/>
                  </a:lnTo>
                  <a:lnTo>
                    <a:pt x="20171" y="5880"/>
                  </a:lnTo>
                  <a:lnTo>
                    <a:pt x="20087" y="5943"/>
                  </a:lnTo>
                  <a:lnTo>
                    <a:pt x="19711" y="6131"/>
                  </a:lnTo>
                  <a:lnTo>
                    <a:pt x="19522" y="6278"/>
                  </a:lnTo>
                  <a:lnTo>
                    <a:pt x="19502" y="6382"/>
                  </a:lnTo>
                  <a:lnTo>
                    <a:pt x="19439" y="6403"/>
                  </a:lnTo>
                  <a:lnTo>
                    <a:pt x="19229" y="6571"/>
                  </a:lnTo>
                  <a:lnTo>
                    <a:pt x="19125" y="6675"/>
                  </a:lnTo>
                  <a:lnTo>
                    <a:pt x="19104" y="6613"/>
                  </a:lnTo>
                  <a:lnTo>
                    <a:pt x="19083" y="6613"/>
                  </a:lnTo>
                  <a:lnTo>
                    <a:pt x="18978" y="6696"/>
                  </a:lnTo>
                  <a:lnTo>
                    <a:pt x="18895" y="6822"/>
                  </a:lnTo>
                  <a:lnTo>
                    <a:pt x="18790" y="6968"/>
                  </a:lnTo>
                  <a:lnTo>
                    <a:pt x="18769" y="7031"/>
                  </a:lnTo>
                  <a:lnTo>
                    <a:pt x="18727" y="7094"/>
                  </a:lnTo>
                  <a:lnTo>
                    <a:pt x="18706" y="7031"/>
                  </a:lnTo>
                  <a:lnTo>
                    <a:pt x="18748" y="6906"/>
                  </a:lnTo>
                  <a:lnTo>
                    <a:pt x="18748" y="6801"/>
                  </a:lnTo>
                  <a:lnTo>
                    <a:pt x="18748" y="6696"/>
                  </a:lnTo>
                  <a:lnTo>
                    <a:pt x="18853" y="6696"/>
                  </a:lnTo>
                  <a:lnTo>
                    <a:pt x="18895" y="6654"/>
                  </a:lnTo>
                  <a:lnTo>
                    <a:pt x="19020" y="6550"/>
                  </a:lnTo>
                  <a:lnTo>
                    <a:pt x="19104" y="6508"/>
                  </a:lnTo>
                  <a:lnTo>
                    <a:pt x="19209" y="6403"/>
                  </a:lnTo>
                  <a:lnTo>
                    <a:pt x="19355" y="6278"/>
                  </a:lnTo>
                  <a:lnTo>
                    <a:pt x="19418" y="6194"/>
                  </a:lnTo>
                  <a:lnTo>
                    <a:pt x="19522" y="6152"/>
                  </a:lnTo>
                  <a:lnTo>
                    <a:pt x="19627" y="5985"/>
                  </a:lnTo>
                  <a:lnTo>
                    <a:pt x="19669" y="5922"/>
                  </a:lnTo>
                  <a:lnTo>
                    <a:pt x="19648" y="5838"/>
                  </a:lnTo>
                  <a:lnTo>
                    <a:pt x="19669" y="5776"/>
                  </a:lnTo>
                  <a:lnTo>
                    <a:pt x="19690" y="5818"/>
                  </a:lnTo>
                  <a:lnTo>
                    <a:pt x="19753" y="5838"/>
                  </a:lnTo>
                  <a:lnTo>
                    <a:pt x="19836" y="5755"/>
                  </a:lnTo>
                  <a:lnTo>
                    <a:pt x="19941" y="5713"/>
                  </a:lnTo>
                  <a:lnTo>
                    <a:pt x="19941" y="5629"/>
                  </a:lnTo>
                  <a:lnTo>
                    <a:pt x="20004" y="5504"/>
                  </a:lnTo>
                  <a:lnTo>
                    <a:pt x="20066" y="5462"/>
                  </a:lnTo>
                  <a:lnTo>
                    <a:pt x="20150" y="5504"/>
                  </a:lnTo>
                  <a:lnTo>
                    <a:pt x="20213" y="5420"/>
                  </a:lnTo>
                  <a:lnTo>
                    <a:pt x="20297" y="5399"/>
                  </a:lnTo>
                  <a:lnTo>
                    <a:pt x="20318" y="5420"/>
                  </a:lnTo>
                  <a:lnTo>
                    <a:pt x="20401" y="5420"/>
                  </a:lnTo>
                  <a:lnTo>
                    <a:pt x="20715" y="5127"/>
                  </a:lnTo>
                  <a:lnTo>
                    <a:pt x="20778" y="5022"/>
                  </a:lnTo>
                  <a:lnTo>
                    <a:pt x="20799" y="4897"/>
                  </a:lnTo>
                  <a:lnTo>
                    <a:pt x="20882" y="4709"/>
                  </a:lnTo>
                  <a:lnTo>
                    <a:pt x="20987" y="4583"/>
                  </a:lnTo>
                  <a:lnTo>
                    <a:pt x="20987" y="4458"/>
                  </a:lnTo>
                  <a:lnTo>
                    <a:pt x="20987" y="4269"/>
                  </a:lnTo>
                  <a:lnTo>
                    <a:pt x="20945" y="4165"/>
                  </a:lnTo>
                  <a:lnTo>
                    <a:pt x="20882" y="4144"/>
                  </a:lnTo>
                  <a:lnTo>
                    <a:pt x="20736" y="4165"/>
                  </a:lnTo>
                  <a:lnTo>
                    <a:pt x="20590" y="4165"/>
                  </a:lnTo>
                  <a:lnTo>
                    <a:pt x="20464" y="4102"/>
                  </a:lnTo>
                  <a:lnTo>
                    <a:pt x="20318" y="4102"/>
                  </a:lnTo>
                  <a:lnTo>
                    <a:pt x="20255" y="4165"/>
                  </a:lnTo>
                  <a:lnTo>
                    <a:pt x="20213" y="4248"/>
                  </a:lnTo>
                  <a:lnTo>
                    <a:pt x="20255" y="4290"/>
                  </a:lnTo>
                  <a:lnTo>
                    <a:pt x="20213" y="4353"/>
                  </a:lnTo>
                  <a:lnTo>
                    <a:pt x="20213" y="4499"/>
                  </a:lnTo>
                  <a:lnTo>
                    <a:pt x="20171" y="4646"/>
                  </a:lnTo>
                  <a:lnTo>
                    <a:pt x="20066" y="4792"/>
                  </a:lnTo>
                  <a:lnTo>
                    <a:pt x="20004" y="4730"/>
                  </a:lnTo>
                  <a:lnTo>
                    <a:pt x="19941" y="4709"/>
                  </a:lnTo>
                  <a:lnTo>
                    <a:pt x="19899" y="4709"/>
                  </a:lnTo>
                  <a:lnTo>
                    <a:pt x="19857" y="4771"/>
                  </a:lnTo>
                  <a:lnTo>
                    <a:pt x="19794" y="4792"/>
                  </a:lnTo>
                  <a:lnTo>
                    <a:pt x="19732" y="4730"/>
                  </a:lnTo>
                  <a:lnTo>
                    <a:pt x="19669" y="4730"/>
                  </a:lnTo>
                  <a:cubicBezTo>
                    <a:pt x="19669" y="4730"/>
                    <a:pt x="19481" y="4688"/>
                    <a:pt x="19481" y="4646"/>
                  </a:cubicBezTo>
                  <a:lnTo>
                    <a:pt x="19271" y="4646"/>
                  </a:lnTo>
                  <a:lnTo>
                    <a:pt x="19167" y="4709"/>
                  </a:lnTo>
                  <a:lnTo>
                    <a:pt x="19020" y="4730"/>
                  </a:lnTo>
                  <a:lnTo>
                    <a:pt x="18895" y="4792"/>
                  </a:lnTo>
                  <a:lnTo>
                    <a:pt x="18832" y="4750"/>
                  </a:lnTo>
                  <a:lnTo>
                    <a:pt x="18832" y="4709"/>
                  </a:lnTo>
                  <a:lnTo>
                    <a:pt x="18853" y="4625"/>
                  </a:lnTo>
                  <a:lnTo>
                    <a:pt x="18853" y="4541"/>
                  </a:lnTo>
                  <a:lnTo>
                    <a:pt x="18895" y="4478"/>
                  </a:lnTo>
                  <a:lnTo>
                    <a:pt x="18916" y="4478"/>
                  </a:lnTo>
                  <a:lnTo>
                    <a:pt x="18957" y="4499"/>
                  </a:lnTo>
                  <a:lnTo>
                    <a:pt x="19020" y="4499"/>
                  </a:lnTo>
                  <a:lnTo>
                    <a:pt x="19146" y="4437"/>
                  </a:lnTo>
                  <a:lnTo>
                    <a:pt x="19439" y="4416"/>
                  </a:lnTo>
                  <a:lnTo>
                    <a:pt x="19481" y="4395"/>
                  </a:lnTo>
                  <a:lnTo>
                    <a:pt x="19543" y="4290"/>
                  </a:lnTo>
                  <a:lnTo>
                    <a:pt x="19564" y="4206"/>
                  </a:lnTo>
                  <a:lnTo>
                    <a:pt x="19648" y="4165"/>
                  </a:lnTo>
                  <a:lnTo>
                    <a:pt x="19669" y="4102"/>
                  </a:lnTo>
                  <a:lnTo>
                    <a:pt x="19627" y="4060"/>
                  </a:lnTo>
                  <a:lnTo>
                    <a:pt x="19627" y="3997"/>
                  </a:lnTo>
                  <a:lnTo>
                    <a:pt x="19313" y="3997"/>
                  </a:lnTo>
                  <a:lnTo>
                    <a:pt x="19125" y="3955"/>
                  </a:lnTo>
                  <a:lnTo>
                    <a:pt x="19020" y="3893"/>
                  </a:lnTo>
                  <a:lnTo>
                    <a:pt x="18937" y="3872"/>
                  </a:lnTo>
                  <a:lnTo>
                    <a:pt x="18685" y="3893"/>
                  </a:lnTo>
                  <a:lnTo>
                    <a:pt x="18560" y="3872"/>
                  </a:lnTo>
                  <a:lnTo>
                    <a:pt x="18455" y="3830"/>
                  </a:lnTo>
                  <a:lnTo>
                    <a:pt x="18288" y="3830"/>
                  </a:lnTo>
                  <a:lnTo>
                    <a:pt x="18162" y="3851"/>
                  </a:lnTo>
                  <a:lnTo>
                    <a:pt x="18100" y="3830"/>
                  </a:lnTo>
                  <a:lnTo>
                    <a:pt x="17995" y="3788"/>
                  </a:lnTo>
                  <a:lnTo>
                    <a:pt x="17932" y="3788"/>
                  </a:lnTo>
                  <a:lnTo>
                    <a:pt x="17849" y="3893"/>
                  </a:lnTo>
                  <a:lnTo>
                    <a:pt x="17849" y="3976"/>
                  </a:lnTo>
                  <a:lnTo>
                    <a:pt x="17765" y="4039"/>
                  </a:lnTo>
                  <a:lnTo>
                    <a:pt x="17744" y="4039"/>
                  </a:lnTo>
                  <a:lnTo>
                    <a:pt x="17765" y="3955"/>
                  </a:lnTo>
                  <a:lnTo>
                    <a:pt x="17765" y="3934"/>
                  </a:lnTo>
                  <a:lnTo>
                    <a:pt x="17681" y="3934"/>
                  </a:lnTo>
                  <a:lnTo>
                    <a:pt x="17451" y="3997"/>
                  </a:lnTo>
                  <a:lnTo>
                    <a:pt x="17305" y="4060"/>
                  </a:lnTo>
                  <a:lnTo>
                    <a:pt x="17221" y="4144"/>
                  </a:lnTo>
                  <a:lnTo>
                    <a:pt x="17158" y="4186"/>
                  </a:lnTo>
                  <a:lnTo>
                    <a:pt x="17053" y="4186"/>
                  </a:lnTo>
                  <a:lnTo>
                    <a:pt x="16949" y="4206"/>
                  </a:lnTo>
                  <a:lnTo>
                    <a:pt x="16886" y="4269"/>
                  </a:lnTo>
                  <a:lnTo>
                    <a:pt x="16781" y="4290"/>
                  </a:lnTo>
                  <a:lnTo>
                    <a:pt x="16698" y="4374"/>
                  </a:lnTo>
                  <a:lnTo>
                    <a:pt x="16698" y="4458"/>
                  </a:lnTo>
                  <a:lnTo>
                    <a:pt x="16635" y="4520"/>
                  </a:lnTo>
                  <a:lnTo>
                    <a:pt x="16593" y="4520"/>
                  </a:lnTo>
                  <a:lnTo>
                    <a:pt x="16530" y="4458"/>
                  </a:lnTo>
                  <a:lnTo>
                    <a:pt x="16530" y="4374"/>
                  </a:lnTo>
                  <a:lnTo>
                    <a:pt x="16509" y="4290"/>
                  </a:lnTo>
                  <a:lnTo>
                    <a:pt x="16468" y="4248"/>
                  </a:lnTo>
                  <a:lnTo>
                    <a:pt x="16468" y="4165"/>
                  </a:lnTo>
                  <a:lnTo>
                    <a:pt x="16509" y="4081"/>
                  </a:lnTo>
                  <a:lnTo>
                    <a:pt x="16593" y="4081"/>
                  </a:lnTo>
                  <a:lnTo>
                    <a:pt x="16698" y="4039"/>
                  </a:lnTo>
                  <a:lnTo>
                    <a:pt x="16802" y="4039"/>
                  </a:lnTo>
                  <a:lnTo>
                    <a:pt x="16886" y="3997"/>
                  </a:lnTo>
                  <a:lnTo>
                    <a:pt x="16928" y="3955"/>
                  </a:lnTo>
                  <a:lnTo>
                    <a:pt x="17012" y="3934"/>
                  </a:lnTo>
                  <a:lnTo>
                    <a:pt x="17158" y="3893"/>
                  </a:lnTo>
                  <a:lnTo>
                    <a:pt x="17263" y="3851"/>
                  </a:lnTo>
                  <a:lnTo>
                    <a:pt x="17346" y="3788"/>
                  </a:lnTo>
                  <a:lnTo>
                    <a:pt x="17472" y="3788"/>
                  </a:lnTo>
                  <a:lnTo>
                    <a:pt x="17556" y="3746"/>
                  </a:lnTo>
                  <a:lnTo>
                    <a:pt x="17577" y="3662"/>
                  </a:lnTo>
                  <a:lnTo>
                    <a:pt x="17556" y="3621"/>
                  </a:lnTo>
                  <a:lnTo>
                    <a:pt x="17514" y="3558"/>
                  </a:lnTo>
                  <a:lnTo>
                    <a:pt x="17346" y="3558"/>
                  </a:lnTo>
                  <a:lnTo>
                    <a:pt x="17346" y="3516"/>
                  </a:lnTo>
                  <a:lnTo>
                    <a:pt x="17430" y="3516"/>
                  </a:lnTo>
                  <a:lnTo>
                    <a:pt x="17451" y="3537"/>
                  </a:lnTo>
                  <a:lnTo>
                    <a:pt x="17535" y="3537"/>
                  </a:lnTo>
                  <a:lnTo>
                    <a:pt x="17577" y="3558"/>
                  </a:lnTo>
                  <a:lnTo>
                    <a:pt x="17618" y="3662"/>
                  </a:lnTo>
                  <a:lnTo>
                    <a:pt x="17639" y="3662"/>
                  </a:lnTo>
                  <a:lnTo>
                    <a:pt x="17660" y="3641"/>
                  </a:lnTo>
                  <a:lnTo>
                    <a:pt x="17765" y="3579"/>
                  </a:lnTo>
                  <a:lnTo>
                    <a:pt x="17890" y="3621"/>
                  </a:lnTo>
                  <a:lnTo>
                    <a:pt x="17974" y="3579"/>
                  </a:lnTo>
                  <a:lnTo>
                    <a:pt x="18058" y="3537"/>
                  </a:lnTo>
                  <a:lnTo>
                    <a:pt x="18141" y="3516"/>
                  </a:lnTo>
                  <a:lnTo>
                    <a:pt x="18246" y="3537"/>
                  </a:lnTo>
                  <a:lnTo>
                    <a:pt x="18351" y="3537"/>
                  </a:lnTo>
                  <a:lnTo>
                    <a:pt x="18455" y="3516"/>
                  </a:lnTo>
                  <a:lnTo>
                    <a:pt x="18518" y="3537"/>
                  </a:lnTo>
                  <a:lnTo>
                    <a:pt x="18602" y="3579"/>
                  </a:lnTo>
                  <a:lnTo>
                    <a:pt x="18769" y="3579"/>
                  </a:lnTo>
                  <a:lnTo>
                    <a:pt x="18790" y="3621"/>
                  </a:lnTo>
                  <a:lnTo>
                    <a:pt x="18832" y="3621"/>
                  </a:lnTo>
                  <a:lnTo>
                    <a:pt x="18978" y="3725"/>
                  </a:lnTo>
                  <a:lnTo>
                    <a:pt x="19041" y="3746"/>
                  </a:lnTo>
                  <a:lnTo>
                    <a:pt x="19146" y="3725"/>
                  </a:lnTo>
                  <a:lnTo>
                    <a:pt x="19209" y="3662"/>
                  </a:lnTo>
                  <a:lnTo>
                    <a:pt x="19292" y="3662"/>
                  </a:lnTo>
                  <a:lnTo>
                    <a:pt x="19355" y="3683"/>
                  </a:lnTo>
                  <a:lnTo>
                    <a:pt x="19439" y="3683"/>
                  </a:lnTo>
                  <a:lnTo>
                    <a:pt x="19502" y="3725"/>
                  </a:lnTo>
                  <a:lnTo>
                    <a:pt x="19564" y="3725"/>
                  </a:lnTo>
                  <a:lnTo>
                    <a:pt x="19732" y="3662"/>
                  </a:lnTo>
                  <a:lnTo>
                    <a:pt x="19815" y="3621"/>
                  </a:lnTo>
                  <a:lnTo>
                    <a:pt x="19920" y="3621"/>
                  </a:lnTo>
                  <a:lnTo>
                    <a:pt x="19983" y="3662"/>
                  </a:lnTo>
                  <a:lnTo>
                    <a:pt x="20046" y="3662"/>
                  </a:lnTo>
                  <a:lnTo>
                    <a:pt x="20129" y="3621"/>
                  </a:lnTo>
                  <a:lnTo>
                    <a:pt x="20234" y="3641"/>
                  </a:lnTo>
                  <a:lnTo>
                    <a:pt x="20338" y="3641"/>
                  </a:lnTo>
                  <a:lnTo>
                    <a:pt x="20338" y="3579"/>
                  </a:lnTo>
                  <a:lnTo>
                    <a:pt x="20276" y="3558"/>
                  </a:lnTo>
                  <a:lnTo>
                    <a:pt x="20276" y="3516"/>
                  </a:lnTo>
                  <a:lnTo>
                    <a:pt x="20297" y="3474"/>
                  </a:lnTo>
                  <a:lnTo>
                    <a:pt x="20359" y="3537"/>
                  </a:lnTo>
                  <a:lnTo>
                    <a:pt x="20401" y="3579"/>
                  </a:lnTo>
                  <a:lnTo>
                    <a:pt x="20485" y="3579"/>
                  </a:lnTo>
                  <a:lnTo>
                    <a:pt x="20548" y="3558"/>
                  </a:lnTo>
                  <a:lnTo>
                    <a:pt x="20694" y="3558"/>
                  </a:lnTo>
                  <a:lnTo>
                    <a:pt x="20903" y="3474"/>
                  </a:lnTo>
                  <a:lnTo>
                    <a:pt x="21008" y="3432"/>
                  </a:lnTo>
                  <a:lnTo>
                    <a:pt x="21029" y="3369"/>
                  </a:lnTo>
                  <a:lnTo>
                    <a:pt x="21029" y="3328"/>
                  </a:lnTo>
                  <a:lnTo>
                    <a:pt x="21092" y="3307"/>
                  </a:lnTo>
                  <a:lnTo>
                    <a:pt x="21134" y="3328"/>
                  </a:lnTo>
                  <a:lnTo>
                    <a:pt x="21217" y="3307"/>
                  </a:lnTo>
                  <a:lnTo>
                    <a:pt x="21322" y="3223"/>
                  </a:lnTo>
                  <a:lnTo>
                    <a:pt x="21406" y="3202"/>
                  </a:lnTo>
                  <a:lnTo>
                    <a:pt x="21406" y="3118"/>
                  </a:lnTo>
                  <a:lnTo>
                    <a:pt x="21426" y="3056"/>
                  </a:lnTo>
                  <a:lnTo>
                    <a:pt x="21489" y="3035"/>
                  </a:lnTo>
                  <a:lnTo>
                    <a:pt x="21489" y="2930"/>
                  </a:lnTo>
                  <a:lnTo>
                    <a:pt x="21447" y="2888"/>
                  </a:lnTo>
                  <a:lnTo>
                    <a:pt x="21343" y="2805"/>
                  </a:lnTo>
                  <a:lnTo>
                    <a:pt x="21217" y="2742"/>
                  </a:lnTo>
                  <a:lnTo>
                    <a:pt x="21113" y="2637"/>
                  </a:lnTo>
                  <a:lnTo>
                    <a:pt x="21092" y="2574"/>
                  </a:lnTo>
                  <a:lnTo>
                    <a:pt x="21029" y="2512"/>
                  </a:lnTo>
                  <a:lnTo>
                    <a:pt x="20882" y="2491"/>
                  </a:lnTo>
                  <a:lnTo>
                    <a:pt x="20799" y="2407"/>
                  </a:lnTo>
                  <a:lnTo>
                    <a:pt x="20778" y="2323"/>
                  </a:lnTo>
                  <a:lnTo>
                    <a:pt x="20715" y="2302"/>
                  </a:lnTo>
                  <a:lnTo>
                    <a:pt x="20694" y="2323"/>
                  </a:lnTo>
                  <a:lnTo>
                    <a:pt x="20610" y="2365"/>
                  </a:lnTo>
                  <a:lnTo>
                    <a:pt x="20569" y="2323"/>
                  </a:lnTo>
                  <a:lnTo>
                    <a:pt x="20548" y="2261"/>
                  </a:lnTo>
                  <a:lnTo>
                    <a:pt x="20485" y="2198"/>
                  </a:lnTo>
                  <a:lnTo>
                    <a:pt x="20255" y="2198"/>
                  </a:lnTo>
                  <a:lnTo>
                    <a:pt x="20171" y="2219"/>
                  </a:lnTo>
                  <a:lnTo>
                    <a:pt x="20171" y="2302"/>
                  </a:lnTo>
                  <a:lnTo>
                    <a:pt x="20171" y="2365"/>
                  </a:lnTo>
                  <a:lnTo>
                    <a:pt x="20129" y="2302"/>
                  </a:lnTo>
                  <a:lnTo>
                    <a:pt x="20066" y="2302"/>
                  </a:lnTo>
                  <a:lnTo>
                    <a:pt x="19920" y="2386"/>
                  </a:lnTo>
                  <a:lnTo>
                    <a:pt x="19836" y="2407"/>
                  </a:lnTo>
                  <a:lnTo>
                    <a:pt x="19711" y="2365"/>
                  </a:lnTo>
                  <a:lnTo>
                    <a:pt x="19606" y="2365"/>
                  </a:lnTo>
                  <a:lnTo>
                    <a:pt x="19522" y="2323"/>
                  </a:lnTo>
                  <a:lnTo>
                    <a:pt x="19460" y="2261"/>
                  </a:lnTo>
                  <a:lnTo>
                    <a:pt x="19460" y="2177"/>
                  </a:lnTo>
                  <a:lnTo>
                    <a:pt x="19522" y="2177"/>
                  </a:lnTo>
                  <a:lnTo>
                    <a:pt x="19564" y="2219"/>
                  </a:lnTo>
                  <a:lnTo>
                    <a:pt x="19669" y="2261"/>
                  </a:lnTo>
                  <a:lnTo>
                    <a:pt x="19711" y="2219"/>
                  </a:lnTo>
                  <a:lnTo>
                    <a:pt x="19711" y="2177"/>
                  </a:lnTo>
                  <a:lnTo>
                    <a:pt x="19606" y="2093"/>
                  </a:lnTo>
                  <a:lnTo>
                    <a:pt x="19606" y="2009"/>
                  </a:lnTo>
                  <a:lnTo>
                    <a:pt x="19627" y="1989"/>
                  </a:lnTo>
                  <a:lnTo>
                    <a:pt x="19669" y="2072"/>
                  </a:lnTo>
                  <a:lnTo>
                    <a:pt x="19774" y="2114"/>
                  </a:lnTo>
                  <a:lnTo>
                    <a:pt x="19857" y="2156"/>
                  </a:lnTo>
                  <a:lnTo>
                    <a:pt x="20025" y="2093"/>
                  </a:lnTo>
                  <a:lnTo>
                    <a:pt x="20171" y="1968"/>
                  </a:lnTo>
                  <a:lnTo>
                    <a:pt x="20171" y="1884"/>
                  </a:lnTo>
                  <a:lnTo>
                    <a:pt x="20150" y="1842"/>
                  </a:lnTo>
                  <a:lnTo>
                    <a:pt x="20087" y="1800"/>
                  </a:lnTo>
                  <a:lnTo>
                    <a:pt x="20087" y="1758"/>
                  </a:lnTo>
                  <a:lnTo>
                    <a:pt x="20150" y="1696"/>
                  </a:lnTo>
                  <a:lnTo>
                    <a:pt x="20150" y="1675"/>
                  </a:lnTo>
                  <a:lnTo>
                    <a:pt x="20046" y="1591"/>
                  </a:lnTo>
                  <a:lnTo>
                    <a:pt x="19962" y="1486"/>
                  </a:lnTo>
                  <a:lnTo>
                    <a:pt x="19920" y="1465"/>
                  </a:lnTo>
                  <a:lnTo>
                    <a:pt x="19857" y="1486"/>
                  </a:lnTo>
                  <a:lnTo>
                    <a:pt x="19774" y="1570"/>
                  </a:lnTo>
                  <a:lnTo>
                    <a:pt x="19627" y="1654"/>
                  </a:lnTo>
                  <a:lnTo>
                    <a:pt x="19439" y="1654"/>
                  </a:lnTo>
                  <a:lnTo>
                    <a:pt x="19334" y="1737"/>
                  </a:lnTo>
                  <a:lnTo>
                    <a:pt x="19292" y="1737"/>
                  </a:lnTo>
                  <a:lnTo>
                    <a:pt x="19229" y="1675"/>
                  </a:lnTo>
                  <a:lnTo>
                    <a:pt x="19188" y="1654"/>
                  </a:lnTo>
                  <a:lnTo>
                    <a:pt x="19104" y="1675"/>
                  </a:lnTo>
                  <a:lnTo>
                    <a:pt x="19020" y="1696"/>
                  </a:lnTo>
                  <a:lnTo>
                    <a:pt x="18937" y="1675"/>
                  </a:lnTo>
                  <a:lnTo>
                    <a:pt x="18874" y="1633"/>
                  </a:lnTo>
                  <a:lnTo>
                    <a:pt x="18769" y="1591"/>
                  </a:lnTo>
                  <a:lnTo>
                    <a:pt x="18685" y="1549"/>
                  </a:lnTo>
                  <a:lnTo>
                    <a:pt x="18581" y="1528"/>
                  </a:lnTo>
                  <a:lnTo>
                    <a:pt x="18476" y="1445"/>
                  </a:lnTo>
                  <a:lnTo>
                    <a:pt x="18309" y="1424"/>
                  </a:lnTo>
                  <a:lnTo>
                    <a:pt x="18100" y="1445"/>
                  </a:lnTo>
                  <a:lnTo>
                    <a:pt x="17995" y="1465"/>
                  </a:lnTo>
                  <a:lnTo>
                    <a:pt x="17849" y="1528"/>
                  </a:lnTo>
                  <a:lnTo>
                    <a:pt x="17723" y="1549"/>
                  </a:lnTo>
                  <a:lnTo>
                    <a:pt x="17577" y="1570"/>
                  </a:lnTo>
                  <a:lnTo>
                    <a:pt x="17472" y="1549"/>
                  </a:lnTo>
                  <a:lnTo>
                    <a:pt x="17346" y="1570"/>
                  </a:lnTo>
                  <a:lnTo>
                    <a:pt x="17325" y="1591"/>
                  </a:lnTo>
                  <a:lnTo>
                    <a:pt x="17346" y="1737"/>
                  </a:lnTo>
                  <a:lnTo>
                    <a:pt x="17346" y="1800"/>
                  </a:lnTo>
                  <a:lnTo>
                    <a:pt x="17305" y="1800"/>
                  </a:lnTo>
                  <a:lnTo>
                    <a:pt x="17242" y="1779"/>
                  </a:lnTo>
                  <a:lnTo>
                    <a:pt x="17158" y="1654"/>
                  </a:lnTo>
                  <a:lnTo>
                    <a:pt x="17137" y="1570"/>
                  </a:lnTo>
                  <a:lnTo>
                    <a:pt x="17095" y="1549"/>
                  </a:lnTo>
                  <a:lnTo>
                    <a:pt x="17012" y="1570"/>
                  </a:lnTo>
                  <a:lnTo>
                    <a:pt x="16698" y="1570"/>
                  </a:lnTo>
                  <a:cubicBezTo>
                    <a:pt x="16698" y="1570"/>
                    <a:pt x="16593" y="1633"/>
                    <a:pt x="16572" y="1633"/>
                  </a:cubicBezTo>
                  <a:lnTo>
                    <a:pt x="16489" y="1737"/>
                  </a:lnTo>
                  <a:lnTo>
                    <a:pt x="16426" y="1884"/>
                  </a:lnTo>
                  <a:lnTo>
                    <a:pt x="16384" y="1968"/>
                  </a:lnTo>
                  <a:lnTo>
                    <a:pt x="16363" y="1968"/>
                  </a:lnTo>
                  <a:lnTo>
                    <a:pt x="16363" y="1905"/>
                  </a:lnTo>
                  <a:lnTo>
                    <a:pt x="16405" y="1800"/>
                  </a:lnTo>
                  <a:lnTo>
                    <a:pt x="16426" y="1737"/>
                  </a:lnTo>
                  <a:lnTo>
                    <a:pt x="16405" y="1696"/>
                  </a:lnTo>
                  <a:lnTo>
                    <a:pt x="16321" y="1737"/>
                  </a:lnTo>
                  <a:lnTo>
                    <a:pt x="16196" y="1737"/>
                  </a:lnTo>
                  <a:lnTo>
                    <a:pt x="16154" y="1779"/>
                  </a:lnTo>
                  <a:lnTo>
                    <a:pt x="16154" y="1842"/>
                  </a:lnTo>
                  <a:lnTo>
                    <a:pt x="16112" y="1884"/>
                  </a:lnTo>
                  <a:lnTo>
                    <a:pt x="16112" y="1989"/>
                  </a:lnTo>
                  <a:lnTo>
                    <a:pt x="16049" y="2009"/>
                  </a:lnTo>
                  <a:lnTo>
                    <a:pt x="16007" y="1968"/>
                  </a:lnTo>
                  <a:lnTo>
                    <a:pt x="16007" y="1905"/>
                  </a:lnTo>
                  <a:lnTo>
                    <a:pt x="16070" y="1842"/>
                  </a:lnTo>
                  <a:lnTo>
                    <a:pt x="16070" y="1675"/>
                  </a:lnTo>
                  <a:lnTo>
                    <a:pt x="16091" y="1591"/>
                  </a:lnTo>
                  <a:lnTo>
                    <a:pt x="16300" y="1465"/>
                  </a:lnTo>
                  <a:lnTo>
                    <a:pt x="16426" y="1382"/>
                  </a:lnTo>
                  <a:lnTo>
                    <a:pt x="16593" y="1382"/>
                  </a:lnTo>
                  <a:lnTo>
                    <a:pt x="16719" y="1424"/>
                  </a:lnTo>
                  <a:lnTo>
                    <a:pt x="16823" y="1424"/>
                  </a:lnTo>
                  <a:lnTo>
                    <a:pt x="16844" y="1382"/>
                  </a:lnTo>
                  <a:lnTo>
                    <a:pt x="17116" y="1382"/>
                  </a:lnTo>
                  <a:lnTo>
                    <a:pt x="17200" y="1340"/>
                  </a:lnTo>
                  <a:lnTo>
                    <a:pt x="17221" y="1256"/>
                  </a:lnTo>
                  <a:lnTo>
                    <a:pt x="17158" y="1256"/>
                  </a:lnTo>
                  <a:lnTo>
                    <a:pt x="17095" y="1173"/>
                  </a:lnTo>
                  <a:lnTo>
                    <a:pt x="17095" y="1068"/>
                  </a:lnTo>
                  <a:lnTo>
                    <a:pt x="17200" y="1005"/>
                  </a:lnTo>
                  <a:lnTo>
                    <a:pt x="17263" y="963"/>
                  </a:lnTo>
                  <a:lnTo>
                    <a:pt x="17346" y="963"/>
                  </a:lnTo>
                  <a:lnTo>
                    <a:pt x="17367" y="1026"/>
                  </a:lnTo>
                  <a:lnTo>
                    <a:pt x="17346" y="1068"/>
                  </a:lnTo>
                  <a:lnTo>
                    <a:pt x="17305" y="1068"/>
                  </a:lnTo>
                  <a:lnTo>
                    <a:pt x="17346" y="1152"/>
                  </a:lnTo>
                  <a:lnTo>
                    <a:pt x="17346" y="1256"/>
                  </a:lnTo>
                  <a:lnTo>
                    <a:pt x="17409" y="1340"/>
                  </a:lnTo>
                  <a:lnTo>
                    <a:pt x="17556" y="1340"/>
                  </a:lnTo>
                  <a:lnTo>
                    <a:pt x="17681" y="1277"/>
                  </a:lnTo>
                  <a:lnTo>
                    <a:pt x="17765" y="1277"/>
                  </a:lnTo>
                  <a:lnTo>
                    <a:pt x="17869" y="1319"/>
                  </a:lnTo>
                  <a:lnTo>
                    <a:pt x="17953" y="1277"/>
                  </a:lnTo>
                  <a:lnTo>
                    <a:pt x="18141" y="1214"/>
                  </a:lnTo>
                  <a:lnTo>
                    <a:pt x="18267" y="1214"/>
                  </a:lnTo>
                  <a:lnTo>
                    <a:pt x="18309" y="1256"/>
                  </a:lnTo>
                  <a:lnTo>
                    <a:pt x="18393" y="1256"/>
                  </a:lnTo>
                  <a:lnTo>
                    <a:pt x="18455" y="1214"/>
                  </a:lnTo>
                  <a:lnTo>
                    <a:pt x="18581" y="1214"/>
                  </a:lnTo>
                  <a:lnTo>
                    <a:pt x="18685" y="1256"/>
                  </a:lnTo>
                  <a:lnTo>
                    <a:pt x="18769" y="1256"/>
                  </a:lnTo>
                  <a:lnTo>
                    <a:pt x="18853" y="1277"/>
                  </a:lnTo>
                  <a:lnTo>
                    <a:pt x="19083" y="1382"/>
                  </a:lnTo>
                  <a:lnTo>
                    <a:pt x="19209" y="1382"/>
                  </a:lnTo>
                  <a:lnTo>
                    <a:pt x="19313" y="1361"/>
                  </a:lnTo>
                  <a:lnTo>
                    <a:pt x="19439" y="1361"/>
                  </a:lnTo>
                  <a:lnTo>
                    <a:pt x="19481" y="1277"/>
                  </a:lnTo>
                  <a:lnTo>
                    <a:pt x="19564" y="1235"/>
                  </a:lnTo>
                  <a:lnTo>
                    <a:pt x="19669" y="1256"/>
                  </a:lnTo>
                  <a:lnTo>
                    <a:pt x="19774" y="1256"/>
                  </a:lnTo>
                  <a:lnTo>
                    <a:pt x="19836" y="1173"/>
                  </a:lnTo>
                  <a:lnTo>
                    <a:pt x="19836" y="1131"/>
                  </a:lnTo>
                  <a:lnTo>
                    <a:pt x="19669" y="1026"/>
                  </a:lnTo>
                  <a:lnTo>
                    <a:pt x="19585" y="963"/>
                  </a:lnTo>
                  <a:lnTo>
                    <a:pt x="19543" y="859"/>
                  </a:lnTo>
                  <a:lnTo>
                    <a:pt x="19439" y="796"/>
                  </a:lnTo>
                  <a:lnTo>
                    <a:pt x="19250" y="733"/>
                  </a:lnTo>
                  <a:lnTo>
                    <a:pt x="19167" y="649"/>
                  </a:lnTo>
                  <a:lnTo>
                    <a:pt x="19062" y="628"/>
                  </a:lnTo>
                  <a:lnTo>
                    <a:pt x="18957" y="649"/>
                  </a:lnTo>
                  <a:lnTo>
                    <a:pt x="18916" y="608"/>
                  </a:lnTo>
                  <a:lnTo>
                    <a:pt x="18853" y="545"/>
                  </a:lnTo>
                  <a:lnTo>
                    <a:pt x="18727" y="587"/>
                  </a:lnTo>
                  <a:lnTo>
                    <a:pt x="18685" y="524"/>
                  </a:lnTo>
                  <a:lnTo>
                    <a:pt x="18455" y="503"/>
                  </a:lnTo>
                  <a:lnTo>
                    <a:pt x="18309" y="398"/>
                  </a:lnTo>
                  <a:lnTo>
                    <a:pt x="18246" y="398"/>
                  </a:lnTo>
                  <a:lnTo>
                    <a:pt x="18058" y="294"/>
                  </a:lnTo>
                  <a:lnTo>
                    <a:pt x="17995" y="294"/>
                  </a:lnTo>
                  <a:lnTo>
                    <a:pt x="17995" y="315"/>
                  </a:lnTo>
                  <a:lnTo>
                    <a:pt x="17932" y="336"/>
                  </a:lnTo>
                  <a:lnTo>
                    <a:pt x="17765" y="231"/>
                  </a:lnTo>
                  <a:lnTo>
                    <a:pt x="17744" y="168"/>
                  </a:lnTo>
                  <a:lnTo>
                    <a:pt x="17681" y="105"/>
                  </a:lnTo>
                  <a:lnTo>
                    <a:pt x="17597" y="126"/>
                  </a:lnTo>
                  <a:lnTo>
                    <a:pt x="17535" y="126"/>
                  </a:lnTo>
                  <a:lnTo>
                    <a:pt x="17472" y="84"/>
                  </a:lnTo>
                  <a:lnTo>
                    <a:pt x="17263" y="84"/>
                  </a:lnTo>
                  <a:lnTo>
                    <a:pt x="17158" y="22"/>
                  </a:lnTo>
                  <a:lnTo>
                    <a:pt x="17074" y="84"/>
                  </a:lnTo>
                  <a:lnTo>
                    <a:pt x="17033" y="84"/>
                  </a:lnTo>
                  <a:lnTo>
                    <a:pt x="17012" y="64"/>
                  </a:lnTo>
                  <a:lnTo>
                    <a:pt x="16928" y="1"/>
                  </a:lnTo>
                  <a:lnTo>
                    <a:pt x="16740" y="22"/>
                  </a:lnTo>
                  <a:lnTo>
                    <a:pt x="1661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592" name="Google Shape;7704;p67">
              <a:extLst>
                <a:ext uri="{FF2B5EF4-FFF2-40B4-BE49-F238E27FC236}">
                  <a16:creationId xmlns:a16="http://schemas.microsoft.com/office/drawing/2014/main" id="{C4A5DE9B-0680-E013-926F-068BF34B870D}"/>
                </a:ext>
              </a:extLst>
            </p:cNvPr>
            <p:cNvGrpSpPr/>
            <p:nvPr/>
          </p:nvGrpSpPr>
          <p:grpSpPr>
            <a:xfrm>
              <a:off x="1922950" y="1410350"/>
              <a:ext cx="1252825" cy="1162875"/>
              <a:chOff x="1922950" y="1410350"/>
              <a:chExt cx="1252825" cy="1162875"/>
            </a:xfrm>
            <a:grpFill/>
          </p:grpSpPr>
          <p:sp>
            <p:nvSpPr>
              <p:cNvPr id="781" name="Google Shape;7705;p67">
                <a:extLst>
                  <a:ext uri="{FF2B5EF4-FFF2-40B4-BE49-F238E27FC236}">
                    <a16:creationId xmlns:a16="http://schemas.microsoft.com/office/drawing/2014/main" id="{6AAEB494-6FF8-377C-2754-940AF4089B83}"/>
                  </a:ext>
                </a:extLst>
              </p:cNvPr>
              <p:cNvSpPr/>
              <p:nvPr/>
            </p:nvSpPr>
            <p:spPr>
              <a:xfrm>
                <a:off x="1988325" y="2333100"/>
                <a:ext cx="52325" cy="65925"/>
              </a:xfrm>
              <a:custGeom>
                <a:avLst/>
                <a:gdLst/>
                <a:ahLst/>
                <a:cxnLst/>
                <a:rect l="l" t="t" r="r" b="b"/>
                <a:pathLst>
                  <a:path w="2093" h="2637" extrusionOk="0">
                    <a:moveTo>
                      <a:pt x="210" y="0"/>
                    </a:moveTo>
                    <a:lnTo>
                      <a:pt x="189" y="63"/>
                    </a:lnTo>
                    <a:lnTo>
                      <a:pt x="1" y="21"/>
                    </a:lnTo>
                    <a:lnTo>
                      <a:pt x="63" y="188"/>
                    </a:lnTo>
                    <a:lnTo>
                      <a:pt x="105" y="209"/>
                    </a:lnTo>
                    <a:lnTo>
                      <a:pt x="168" y="335"/>
                    </a:lnTo>
                    <a:lnTo>
                      <a:pt x="440" y="377"/>
                    </a:lnTo>
                    <a:lnTo>
                      <a:pt x="314" y="439"/>
                    </a:lnTo>
                    <a:lnTo>
                      <a:pt x="189" y="439"/>
                    </a:lnTo>
                    <a:lnTo>
                      <a:pt x="105" y="544"/>
                    </a:lnTo>
                    <a:lnTo>
                      <a:pt x="168" y="607"/>
                    </a:lnTo>
                    <a:lnTo>
                      <a:pt x="105" y="732"/>
                    </a:lnTo>
                    <a:lnTo>
                      <a:pt x="126" y="774"/>
                    </a:lnTo>
                    <a:lnTo>
                      <a:pt x="273" y="732"/>
                    </a:lnTo>
                    <a:lnTo>
                      <a:pt x="293" y="837"/>
                    </a:lnTo>
                    <a:lnTo>
                      <a:pt x="419" y="837"/>
                    </a:lnTo>
                    <a:lnTo>
                      <a:pt x="419" y="942"/>
                    </a:lnTo>
                    <a:lnTo>
                      <a:pt x="524" y="1025"/>
                    </a:lnTo>
                    <a:lnTo>
                      <a:pt x="649" y="963"/>
                    </a:lnTo>
                    <a:lnTo>
                      <a:pt x="503" y="1130"/>
                    </a:lnTo>
                    <a:lnTo>
                      <a:pt x="545" y="1276"/>
                    </a:lnTo>
                    <a:lnTo>
                      <a:pt x="649" y="1255"/>
                    </a:lnTo>
                    <a:lnTo>
                      <a:pt x="649" y="1151"/>
                    </a:lnTo>
                    <a:lnTo>
                      <a:pt x="817" y="1109"/>
                    </a:lnTo>
                    <a:lnTo>
                      <a:pt x="817" y="1109"/>
                    </a:lnTo>
                    <a:lnTo>
                      <a:pt x="754" y="1235"/>
                    </a:lnTo>
                    <a:lnTo>
                      <a:pt x="691" y="1339"/>
                    </a:lnTo>
                    <a:lnTo>
                      <a:pt x="691" y="1423"/>
                    </a:lnTo>
                    <a:lnTo>
                      <a:pt x="733" y="1423"/>
                    </a:lnTo>
                    <a:lnTo>
                      <a:pt x="796" y="1548"/>
                    </a:lnTo>
                    <a:lnTo>
                      <a:pt x="963" y="1528"/>
                    </a:lnTo>
                    <a:lnTo>
                      <a:pt x="963" y="1632"/>
                    </a:lnTo>
                    <a:lnTo>
                      <a:pt x="1047" y="1632"/>
                    </a:lnTo>
                    <a:lnTo>
                      <a:pt x="1068" y="1737"/>
                    </a:lnTo>
                    <a:lnTo>
                      <a:pt x="1047" y="1820"/>
                    </a:lnTo>
                    <a:lnTo>
                      <a:pt x="1172" y="1967"/>
                    </a:lnTo>
                    <a:lnTo>
                      <a:pt x="1256" y="1883"/>
                    </a:lnTo>
                    <a:lnTo>
                      <a:pt x="1319" y="1946"/>
                    </a:lnTo>
                    <a:lnTo>
                      <a:pt x="1423" y="1946"/>
                    </a:lnTo>
                    <a:lnTo>
                      <a:pt x="1256" y="2113"/>
                    </a:lnTo>
                    <a:lnTo>
                      <a:pt x="1465" y="2323"/>
                    </a:lnTo>
                    <a:lnTo>
                      <a:pt x="1549" y="2364"/>
                    </a:lnTo>
                    <a:lnTo>
                      <a:pt x="1591" y="2427"/>
                    </a:lnTo>
                    <a:lnTo>
                      <a:pt x="1946" y="2636"/>
                    </a:lnTo>
                    <a:lnTo>
                      <a:pt x="1988" y="2595"/>
                    </a:lnTo>
                    <a:lnTo>
                      <a:pt x="2093" y="2616"/>
                    </a:lnTo>
                    <a:lnTo>
                      <a:pt x="2009" y="2302"/>
                    </a:lnTo>
                    <a:lnTo>
                      <a:pt x="2051" y="2176"/>
                    </a:lnTo>
                    <a:lnTo>
                      <a:pt x="2009" y="2072"/>
                    </a:lnTo>
                    <a:lnTo>
                      <a:pt x="2009" y="1820"/>
                    </a:lnTo>
                    <a:lnTo>
                      <a:pt x="1946" y="1695"/>
                    </a:lnTo>
                    <a:lnTo>
                      <a:pt x="1674" y="1548"/>
                    </a:lnTo>
                    <a:lnTo>
                      <a:pt x="1653" y="1214"/>
                    </a:lnTo>
                    <a:lnTo>
                      <a:pt x="1528" y="1004"/>
                    </a:lnTo>
                    <a:lnTo>
                      <a:pt x="1486" y="774"/>
                    </a:lnTo>
                    <a:lnTo>
                      <a:pt x="1444" y="732"/>
                    </a:lnTo>
                    <a:lnTo>
                      <a:pt x="1319" y="711"/>
                    </a:lnTo>
                    <a:lnTo>
                      <a:pt x="1130" y="607"/>
                    </a:lnTo>
                    <a:lnTo>
                      <a:pt x="1005" y="607"/>
                    </a:lnTo>
                    <a:lnTo>
                      <a:pt x="858" y="544"/>
                    </a:lnTo>
                    <a:lnTo>
                      <a:pt x="817" y="439"/>
                    </a:lnTo>
                    <a:lnTo>
                      <a:pt x="628" y="377"/>
                    </a:lnTo>
                    <a:lnTo>
                      <a:pt x="545" y="251"/>
                    </a:lnTo>
                    <a:lnTo>
                      <a:pt x="524" y="167"/>
                    </a:lnTo>
                    <a:lnTo>
                      <a:pt x="398" y="167"/>
                    </a:lnTo>
                    <a:lnTo>
                      <a:pt x="314" y="21"/>
                    </a:lnTo>
                    <a:lnTo>
                      <a:pt x="21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2" name="Google Shape;7706;p67">
                <a:extLst>
                  <a:ext uri="{FF2B5EF4-FFF2-40B4-BE49-F238E27FC236}">
                    <a16:creationId xmlns:a16="http://schemas.microsoft.com/office/drawing/2014/main" id="{4386BEA2-1498-A2F0-E1B9-3C65A50CEC24}"/>
                  </a:ext>
                </a:extLst>
              </p:cNvPr>
              <p:cNvSpPr/>
              <p:nvPr/>
            </p:nvSpPr>
            <p:spPr>
              <a:xfrm>
                <a:off x="1953800" y="2242075"/>
                <a:ext cx="23050" cy="54425"/>
              </a:xfrm>
              <a:custGeom>
                <a:avLst/>
                <a:gdLst/>
                <a:ahLst/>
                <a:cxnLst/>
                <a:rect l="l" t="t" r="r" b="b"/>
                <a:pathLst>
                  <a:path w="922" h="2177" extrusionOk="0">
                    <a:moveTo>
                      <a:pt x="210" y="0"/>
                    </a:moveTo>
                    <a:lnTo>
                      <a:pt x="21" y="314"/>
                    </a:lnTo>
                    <a:lnTo>
                      <a:pt x="42" y="523"/>
                    </a:lnTo>
                    <a:lnTo>
                      <a:pt x="1" y="628"/>
                    </a:lnTo>
                    <a:lnTo>
                      <a:pt x="1" y="733"/>
                    </a:lnTo>
                    <a:lnTo>
                      <a:pt x="105" y="754"/>
                    </a:lnTo>
                    <a:lnTo>
                      <a:pt x="189" y="837"/>
                    </a:lnTo>
                    <a:lnTo>
                      <a:pt x="189" y="942"/>
                    </a:lnTo>
                    <a:lnTo>
                      <a:pt x="126" y="921"/>
                    </a:lnTo>
                    <a:lnTo>
                      <a:pt x="21" y="900"/>
                    </a:lnTo>
                    <a:lnTo>
                      <a:pt x="21" y="984"/>
                    </a:lnTo>
                    <a:lnTo>
                      <a:pt x="105" y="1047"/>
                    </a:lnTo>
                    <a:lnTo>
                      <a:pt x="21" y="1193"/>
                    </a:lnTo>
                    <a:lnTo>
                      <a:pt x="105" y="1214"/>
                    </a:lnTo>
                    <a:lnTo>
                      <a:pt x="210" y="1339"/>
                    </a:lnTo>
                    <a:lnTo>
                      <a:pt x="84" y="1319"/>
                    </a:lnTo>
                    <a:lnTo>
                      <a:pt x="21" y="1402"/>
                    </a:lnTo>
                    <a:lnTo>
                      <a:pt x="42" y="1507"/>
                    </a:lnTo>
                    <a:lnTo>
                      <a:pt x="210" y="1528"/>
                    </a:lnTo>
                    <a:lnTo>
                      <a:pt x="147" y="1611"/>
                    </a:lnTo>
                    <a:lnTo>
                      <a:pt x="189" y="1758"/>
                    </a:lnTo>
                    <a:lnTo>
                      <a:pt x="356" y="2135"/>
                    </a:lnTo>
                    <a:lnTo>
                      <a:pt x="503" y="2176"/>
                    </a:lnTo>
                    <a:lnTo>
                      <a:pt x="565" y="2072"/>
                    </a:lnTo>
                    <a:lnTo>
                      <a:pt x="524" y="1988"/>
                    </a:lnTo>
                    <a:lnTo>
                      <a:pt x="440" y="1988"/>
                    </a:lnTo>
                    <a:lnTo>
                      <a:pt x="398" y="1863"/>
                    </a:lnTo>
                    <a:lnTo>
                      <a:pt x="335" y="1653"/>
                    </a:lnTo>
                    <a:lnTo>
                      <a:pt x="356" y="1507"/>
                    </a:lnTo>
                    <a:lnTo>
                      <a:pt x="314" y="1402"/>
                    </a:lnTo>
                    <a:lnTo>
                      <a:pt x="398" y="1235"/>
                    </a:lnTo>
                    <a:lnTo>
                      <a:pt x="545" y="1235"/>
                    </a:lnTo>
                    <a:lnTo>
                      <a:pt x="524" y="1109"/>
                    </a:lnTo>
                    <a:lnTo>
                      <a:pt x="419" y="1109"/>
                    </a:lnTo>
                    <a:lnTo>
                      <a:pt x="335" y="1130"/>
                    </a:lnTo>
                    <a:lnTo>
                      <a:pt x="231" y="1130"/>
                    </a:lnTo>
                    <a:lnTo>
                      <a:pt x="314" y="1026"/>
                    </a:lnTo>
                    <a:lnTo>
                      <a:pt x="419" y="1026"/>
                    </a:lnTo>
                    <a:lnTo>
                      <a:pt x="545" y="921"/>
                    </a:lnTo>
                    <a:lnTo>
                      <a:pt x="565" y="733"/>
                    </a:lnTo>
                    <a:lnTo>
                      <a:pt x="670" y="607"/>
                    </a:lnTo>
                    <a:lnTo>
                      <a:pt x="712" y="419"/>
                    </a:lnTo>
                    <a:lnTo>
                      <a:pt x="921" y="210"/>
                    </a:lnTo>
                    <a:lnTo>
                      <a:pt x="858" y="189"/>
                    </a:lnTo>
                    <a:lnTo>
                      <a:pt x="670" y="272"/>
                    </a:lnTo>
                    <a:lnTo>
                      <a:pt x="545" y="461"/>
                    </a:lnTo>
                    <a:lnTo>
                      <a:pt x="461" y="628"/>
                    </a:lnTo>
                    <a:lnTo>
                      <a:pt x="335" y="670"/>
                    </a:lnTo>
                    <a:lnTo>
                      <a:pt x="335" y="586"/>
                    </a:lnTo>
                    <a:lnTo>
                      <a:pt x="252" y="523"/>
                    </a:lnTo>
                    <a:lnTo>
                      <a:pt x="461" y="461"/>
                    </a:lnTo>
                    <a:lnTo>
                      <a:pt x="565" y="377"/>
                    </a:lnTo>
                    <a:lnTo>
                      <a:pt x="607" y="231"/>
                    </a:lnTo>
                    <a:lnTo>
                      <a:pt x="607" y="168"/>
                    </a:lnTo>
                    <a:lnTo>
                      <a:pt x="503" y="105"/>
                    </a:lnTo>
                    <a:lnTo>
                      <a:pt x="440" y="189"/>
                    </a:lnTo>
                    <a:lnTo>
                      <a:pt x="356" y="210"/>
                    </a:lnTo>
                    <a:lnTo>
                      <a:pt x="398" y="63"/>
                    </a:lnTo>
                    <a:lnTo>
                      <a:pt x="21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3" name="Google Shape;7707;p67">
                <a:extLst>
                  <a:ext uri="{FF2B5EF4-FFF2-40B4-BE49-F238E27FC236}">
                    <a16:creationId xmlns:a16="http://schemas.microsoft.com/office/drawing/2014/main" id="{2535011F-5E9B-E730-0E2A-E654391FE62B}"/>
                  </a:ext>
                </a:extLst>
              </p:cNvPr>
              <p:cNvSpPr/>
              <p:nvPr/>
            </p:nvSpPr>
            <p:spPr>
              <a:xfrm>
                <a:off x="2552225" y="1885325"/>
                <a:ext cx="48150" cy="48675"/>
              </a:xfrm>
              <a:custGeom>
                <a:avLst/>
                <a:gdLst/>
                <a:ahLst/>
                <a:cxnLst/>
                <a:rect l="l" t="t" r="r" b="b"/>
                <a:pathLst>
                  <a:path w="1926" h="1947" extrusionOk="0">
                    <a:moveTo>
                      <a:pt x="1402" y="0"/>
                    </a:moveTo>
                    <a:lnTo>
                      <a:pt x="1256" y="21"/>
                    </a:lnTo>
                    <a:lnTo>
                      <a:pt x="1067" y="189"/>
                    </a:lnTo>
                    <a:lnTo>
                      <a:pt x="984" y="356"/>
                    </a:lnTo>
                    <a:lnTo>
                      <a:pt x="1046" y="544"/>
                    </a:lnTo>
                    <a:lnTo>
                      <a:pt x="942" y="524"/>
                    </a:lnTo>
                    <a:lnTo>
                      <a:pt x="900" y="356"/>
                    </a:lnTo>
                    <a:lnTo>
                      <a:pt x="858" y="356"/>
                    </a:lnTo>
                    <a:lnTo>
                      <a:pt x="837" y="503"/>
                    </a:lnTo>
                    <a:lnTo>
                      <a:pt x="753" y="503"/>
                    </a:lnTo>
                    <a:lnTo>
                      <a:pt x="795" y="607"/>
                    </a:lnTo>
                    <a:lnTo>
                      <a:pt x="753" y="712"/>
                    </a:lnTo>
                    <a:lnTo>
                      <a:pt x="649" y="712"/>
                    </a:lnTo>
                    <a:lnTo>
                      <a:pt x="586" y="816"/>
                    </a:lnTo>
                    <a:lnTo>
                      <a:pt x="419" y="775"/>
                    </a:lnTo>
                    <a:lnTo>
                      <a:pt x="335" y="837"/>
                    </a:lnTo>
                    <a:lnTo>
                      <a:pt x="251" y="816"/>
                    </a:lnTo>
                    <a:lnTo>
                      <a:pt x="0" y="963"/>
                    </a:lnTo>
                    <a:lnTo>
                      <a:pt x="21" y="1088"/>
                    </a:lnTo>
                    <a:lnTo>
                      <a:pt x="147" y="1235"/>
                    </a:lnTo>
                    <a:lnTo>
                      <a:pt x="230" y="1172"/>
                    </a:lnTo>
                    <a:lnTo>
                      <a:pt x="209" y="1088"/>
                    </a:lnTo>
                    <a:lnTo>
                      <a:pt x="251" y="1026"/>
                    </a:lnTo>
                    <a:lnTo>
                      <a:pt x="356" y="1130"/>
                    </a:lnTo>
                    <a:lnTo>
                      <a:pt x="314" y="1277"/>
                    </a:lnTo>
                    <a:lnTo>
                      <a:pt x="440" y="1381"/>
                    </a:lnTo>
                    <a:lnTo>
                      <a:pt x="523" y="1256"/>
                    </a:lnTo>
                    <a:lnTo>
                      <a:pt x="544" y="1340"/>
                    </a:lnTo>
                    <a:lnTo>
                      <a:pt x="523" y="1423"/>
                    </a:lnTo>
                    <a:lnTo>
                      <a:pt x="649" y="1591"/>
                    </a:lnTo>
                    <a:lnTo>
                      <a:pt x="753" y="1612"/>
                    </a:lnTo>
                    <a:lnTo>
                      <a:pt x="795" y="1779"/>
                    </a:lnTo>
                    <a:lnTo>
                      <a:pt x="879" y="1863"/>
                    </a:lnTo>
                    <a:lnTo>
                      <a:pt x="963" y="1716"/>
                    </a:lnTo>
                    <a:lnTo>
                      <a:pt x="984" y="1821"/>
                    </a:lnTo>
                    <a:lnTo>
                      <a:pt x="1109" y="1946"/>
                    </a:lnTo>
                    <a:lnTo>
                      <a:pt x="1214" y="1925"/>
                    </a:lnTo>
                    <a:lnTo>
                      <a:pt x="1318" y="1925"/>
                    </a:lnTo>
                    <a:lnTo>
                      <a:pt x="1423" y="1821"/>
                    </a:lnTo>
                    <a:lnTo>
                      <a:pt x="1507" y="1800"/>
                    </a:lnTo>
                    <a:lnTo>
                      <a:pt x="1632" y="1695"/>
                    </a:lnTo>
                    <a:lnTo>
                      <a:pt x="1695" y="1800"/>
                    </a:lnTo>
                    <a:lnTo>
                      <a:pt x="1737" y="1758"/>
                    </a:lnTo>
                    <a:lnTo>
                      <a:pt x="1925" y="1653"/>
                    </a:lnTo>
                    <a:lnTo>
                      <a:pt x="1925" y="1549"/>
                    </a:lnTo>
                    <a:lnTo>
                      <a:pt x="1800" y="1591"/>
                    </a:lnTo>
                    <a:lnTo>
                      <a:pt x="1716" y="1507"/>
                    </a:lnTo>
                    <a:lnTo>
                      <a:pt x="1841" y="1277"/>
                    </a:lnTo>
                    <a:lnTo>
                      <a:pt x="1883" y="1151"/>
                    </a:lnTo>
                    <a:lnTo>
                      <a:pt x="1737" y="1235"/>
                    </a:lnTo>
                    <a:lnTo>
                      <a:pt x="1674" y="1402"/>
                    </a:lnTo>
                    <a:lnTo>
                      <a:pt x="1674" y="1277"/>
                    </a:lnTo>
                    <a:lnTo>
                      <a:pt x="1737" y="1026"/>
                    </a:lnTo>
                    <a:lnTo>
                      <a:pt x="1695" y="649"/>
                    </a:lnTo>
                    <a:lnTo>
                      <a:pt x="1528" y="544"/>
                    </a:lnTo>
                    <a:lnTo>
                      <a:pt x="1528" y="419"/>
                    </a:lnTo>
                    <a:lnTo>
                      <a:pt x="1423" y="419"/>
                    </a:lnTo>
                    <a:lnTo>
                      <a:pt x="1360" y="524"/>
                    </a:lnTo>
                    <a:lnTo>
                      <a:pt x="1360" y="398"/>
                    </a:lnTo>
                    <a:lnTo>
                      <a:pt x="1423" y="314"/>
                    </a:lnTo>
                    <a:lnTo>
                      <a:pt x="1381" y="210"/>
                    </a:lnTo>
                    <a:lnTo>
                      <a:pt x="1402" y="105"/>
                    </a:lnTo>
                    <a:lnTo>
                      <a:pt x="1402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4" name="Google Shape;7708;p67">
                <a:extLst>
                  <a:ext uri="{FF2B5EF4-FFF2-40B4-BE49-F238E27FC236}">
                    <a16:creationId xmlns:a16="http://schemas.microsoft.com/office/drawing/2014/main" id="{0A0823A1-D6A6-B41E-E5C7-C8F0FC8EF1AC}"/>
                  </a:ext>
                </a:extLst>
              </p:cNvPr>
              <p:cNvSpPr/>
              <p:nvPr/>
            </p:nvSpPr>
            <p:spPr>
              <a:xfrm>
                <a:off x="2722750" y="1634775"/>
                <a:ext cx="145950" cy="133925"/>
              </a:xfrm>
              <a:custGeom>
                <a:avLst/>
                <a:gdLst/>
                <a:ahLst/>
                <a:cxnLst/>
                <a:rect l="l" t="t" r="r" b="b"/>
                <a:pathLst>
                  <a:path w="5838" h="5357" extrusionOk="0">
                    <a:moveTo>
                      <a:pt x="502" y="0"/>
                    </a:moveTo>
                    <a:lnTo>
                      <a:pt x="440" y="84"/>
                    </a:lnTo>
                    <a:lnTo>
                      <a:pt x="230" y="105"/>
                    </a:lnTo>
                    <a:lnTo>
                      <a:pt x="210" y="126"/>
                    </a:lnTo>
                    <a:lnTo>
                      <a:pt x="147" y="126"/>
                    </a:lnTo>
                    <a:lnTo>
                      <a:pt x="105" y="230"/>
                    </a:lnTo>
                    <a:lnTo>
                      <a:pt x="189" y="335"/>
                    </a:lnTo>
                    <a:lnTo>
                      <a:pt x="230" y="439"/>
                    </a:lnTo>
                    <a:lnTo>
                      <a:pt x="147" y="439"/>
                    </a:lnTo>
                    <a:lnTo>
                      <a:pt x="21" y="272"/>
                    </a:lnTo>
                    <a:lnTo>
                      <a:pt x="0" y="398"/>
                    </a:lnTo>
                    <a:lnTo>
                      <a:pt x="21" y="502"/>
                    </a:lnTo>
                    <a:lnTo>
                      <a:pt x="147" y="544"/>
                    </a:lnTo>
                    <a:lnTo>
                      <a:pt x="251" y="732"/>
                    </a:lnTo>
                    <a:lnTo>
                      <a:pt x="356" y="732"/>
                    </a:lnTo>
                    <a:lnTo>
                      <a:pt x="293" y="816"/>
                    </a:lnTo>
                    <a:lnTo>
                      <a:pt x="210" y="816"/>
                    </a:lnTo>
                    <a:lnTo>
                      <a:pt x="189" y="921"/>
                    </a:lnTo>
                    <a:lnTo>
                      <a:pt x="314" y="1109"/>
                    </a:lnTo>
                    <a:lnTo>
                      <a:pt x="440" y="1151"/>
                    </a:lnTo>
                    <a:lnTo>
                      <a:pt x="419" y="1235"/>
                    </a:lnTo>
                    <a:lnTo>
                      <a:pt x="398" y="1172"/>
                    </a:lnTo>
                    <a:lnTo>
                      <a:pt x="210" y="1151"/>
                    </a:lnTo>
                    <a:lnTo>
                      <a:pt x="210" y="1235"/>
                    </a:lnTo>
                    <a:lnTo>
                      <a:pt x="147" y="1255"/>
                    </a:lnTo>
                    <a:lnTo>
                      <a:pt x="105" y="1360"/>
                    </a:lnTo>
                    <a:lnTo>
                      <a:pt x="251" y="1276"/>
                    </a:lnTo>
                    <a:lnTo>
                      <a:pt x="335" y="1360"/>
                    </a:lnTo>
                    <a:lnTo>
                      <a:pt x="523" y="1276"/>
                    </a:lnTo>
                    <a:lnTo>
                      <a:pt x="544" y="1360"/>
                    </a:lnTo>
                    <a:lnTo>
                      <a:pt x="649" y="1381"/>
                    </a:lnTo>
                    <a:lnTo>
                      <a:pt x="670" y="1465"/>
                    </a:lnTo>
                    <a:lnTo>
                      <a:pt x="837" y="1590"/>
                    </a:lnTo>
                    <a:lnTo>
                      <a:pt x="879" y="1590"/>
                    </a:lnTo>
                    <a:lnTo>
                      <a:pt x="879" y="1527"/>
                    </a:lnTo>
                    <a:lnTo>
                      <a:pt x="942" y="1548"/>
                    </a:lnTo>
                    <a:lnTo>
                      <a:pt x="1046" y="1486"/>
                    </a:lnTo>
                    <a:lnTo>
                      <a:pt x="1130" y="1527"/>
                    </a:lnTo>
                    <a:lnTo>
                      <a:pt x="1151" y="1590"/>
                    </a:lnTo>
                    <a:lnTo>
                      <a:pt x="1130" y="1674"/>
                    </a:lnTo>
                    <a:lnTo>
                      <a:pt x="1130" y="1883"/>
                    </a:lnTo>
                    <a:lnTo>
                      <a:pt x="1067" y="2051"/>
                    </a:lnTo>
                    <a:lnTo>
                      <a:pt x="1067" y="2113"/>
                    </a:lnTo>
                    <a:lnTo>
                      <a:pt x="1151" y="2260"/>
                    </a:lnTo>
                    <a:lnTo>
                      <a:pt x="1088" y="2385"/>
                    </a:lnTo>
                    <a:lnTo>
                      <a:pt x="1088" y="2469"/>
                    </a:lnTo>
                    <a:lnTo>
                      <a:pt x="1067" y="2595"/>
                    </a:lnTo>
                    <a:lnTo>
                      <a:pt x="879" y="2699"/>
                    </a:lnTo>
                    <a:lnTo>
                      <a:pt x="754" y="2741"/>
                    </a:lnTo>
                    <a:lnTo>
                      <a:pt x="733" y="2825"/>
                    </a:lnTo>
                    <a:lnTo>
                      <a:pt x="628" y="2992"/>
                    </a:lnTo>
                    <a:lnTo>
                      <a:pt x="628" y="3055"/>
                    </a:lnTo>
                    <a:lnTo>
                      <a:pt x="523" y="3118"/>
                    </a:lnTo>
                    <a:lnTo>
                      <a:pt x="461" y="3222"/>
                    </a:lnTo>
                    <a:lnTo>
                      <a:pt x="461" y="3348"/>
                    </a:lnTo>
                    <a:lnTo>
                      <a:pt x="544" y="3369"/>
                    </a:lnTo>
                    <a:lnTo>
                      <a:pt x="544" y="3452"/>
                    </a:lnTo>
                    <a:lnTo>
                      <a:pt x="440" y="3473"/>
                    </a:lnTo>
                    <a:lnTo>
                      <a:pt x="419" y="3578"/>
                    </a:lnTo>
                    <a:lnTo>
                      <a:pt x="461" y="3641"/>
                    </a:lnTo>
                    <a:lnTo>
                      <a:pt x="398" y="3745"/>
                    </a:lnTo>
                    <a:lnTo>
                      <a:pt x="356" y="3850"/>
                    </a:lnTo>
                    <a:lnTo>
                      <a:pt x="419" y="3955"/>
                    </a:lnTo>
                    <a:lnTo>
                      <a:pt x="502" y="3976"/>
                    </a:lnTo>
                    <a:lnTo>
                      <a:pt x="502" y="4059"/>
                    </a:lnTo>
                    <a:lnTo>
                      <a:pt x="565" y="4143"/>
                    </a:lnTo>
                    <a:lnTo>
                      <a:pt x="628" y="4143"/>
                    </a:lnTo>
                    <a:lnTo>
                      <a:pt x="649" y="4038"/>
                    </a:lnTo>
                    <a:lnTo>
                      <a:pt x="670" y="3955"/>
                    </a:lnTo>
                    <a:lnTo>
                      <a:pt x="733" y="3996"/>
                    </a:lnTo>
                    <a:lnTo>
                      <a:pt x="774" y="3996"/>
                    </a:lnTo>
                    <a:lnTo>
                      <a:pt x="879" y="3871"/>
                    </a:lnTo>
                    <a:lnTo>
                      <a:pt x="942" y="3892"/>
                    </a:lnTo>
                    <a:lnTo>
                      <a:pt x="879" y="4059"/>
                    </a:lnTo>
                    <a:lnTo>
                      <a:pt x="774" y="4080"/>
                    </a:lnTo>
                    <a:lnTo>
                      <a:pt x="754" y="4143"/>
                    </a:lnTo>
                    <a:lnTo>
                      <a:pt x="816" y="4185"/>
                    </a:lnTo>
                    <a:lnTo>
                      <a:pt x="816" y="4268"/>
                    </a:lnTo>
                    <a:lnTo>
                      <a:pt x="921" y="4394"/>
                    </a:lnTo>
                    <a:lnTo>
                      <a:pt x="1026" y="4352"/>
                    </a:lnTo>
                    <a:lnTo>
                      <a:pt x="1067" y="4394"/>
                    </a:lnTo>
                    <a:lnTo>
                      <a:pt x="1193" y="4415"/>
                    </a:lnTo>
                    <a:lnTo>
                      <a:pt x="1256" y="4352"/>
                    </a:lnTo>
                    <a:lnTo>
                      <a:pt x="1402" y="4310"/>
                    </a:lnTo>
                    <a:lnTo>
                      <a:pt x="1381" y="4164"/>
                    </a:lnTo>
                    <a:lnTo>
                      <a:pt x="1465" y="4164"/>
                    </a:lnTo>
                    <a:lnTo>
                      <a:pt x="1507" y="4101"/>
                    </a:lnTo>
                    <a:lnTo>
                      <a:pt x="1507" y="4185"/>
                    </a:lnTo>
                    <a:lnTo>
                      <a:pt x="1486" y="4206"/>
                    </a:lnTo>
                    <a:lnTo>
                      <a:pt x="1507" y="4310"/>
                    </a:lnTo>
                    <a:lnTo>
                      <a:pt x="1570" y="4289"/>
                    </a:lnTo>
                    <a:lnTo>
                      <a:pt x="1653" y="4143"/>
                    </a:lnTo>
                    <a:lnTo>
                      <a:pt x="1695" y="4080"/>
                    </a:lnTo>
                    <a:lnTo>
                      <a:pt x="1716" y="4143"/>
                    </a:lnTo>
                    <a:lnTo>
                      <a:pt x="1695" y="4268"/>
                    </a:lnTo>
                    <a:lnTo>
                      <a:pt x="1570" y="4478"/>
                    </a:lnTo>
                    <a:lnTo>
                      <a:pt x="1486" y="4520"/>
                    </a:lnTo>
                    <a:lnTo>
                      <a:pt x="1486" y="4624"/>
                    </a:lnTo>
                    <a:lnTo>
                      <a:pt x="1611" y="4666"/>
                    </a:lnTo>
                    <a:lnTo>
                      <a:pt x="1695" y="4729"/>
                    </a:lnTo>
                    <a:lnTo>
                      <a:pt x="1800" y="4729"/>
                    </a:lnTo>
                    <a:lnTo>
                      <a:pt x="1821" y="4771"/>
                    </a:lnTo>
                    <a:lnTo>
                      <a:pt x="1967" y="4792"/>
                    </a:lnTo>
                    <a:lnTo>
                      <a:pt x="1988" y="4708"/>
                    </a:lnTo>
                    <a:lnTo>
                      <a:pt x="2114" y="4708"/>
                    </a:lnTo>
                    <a:lnTo>
                      <a:pt x="2072" y="4771"/>
                    </a:lnTo>
                    <a:lnTo>
                      <a:pt x="2093" y="4833"/>
                    </a:lnTo>
                    <a:lnTo>
                      <a:pt x="2176" y="4833"/>
                    </a:lnTo>
                    <a:lnTo>
                      <a:pt x="2239" y="4917"/>
                    </a:lnTo>
                    <a:lnTo>
                      <a:pt x="2323" y="4875"/>
                    </a:lnTo>
                    <a:lnTo>
                      <a:pt x="2302" y="4792"/>
                    </a:lnTo>
                    <a:lnTo>
                      <a:pt x="2281" y="4708"/>
                    </a:lnTo>
                    <a:lnTo>
                      <a:pt x="2344" y="4603"/>
                    </a:lnTo>
                    <a:lnTo>
                      <a:pt x="2386" y="4687"/>
                    </a:lnTo>
                    <a:lnTo>
                      <a:pt x="2344" y="4792"/>
                    </a:lnTo>
                    <a:lnTo>
                      <a:pt x="2386" y="4917"/>
                    </a:lnTo>
                    <a:lnTo>
                      <a:pt x="2448" y="4917"/>
                    </a:lnTo>
                    <a:lnTo>
                      <a:pt x="2490" y="4792"/>
                    </a:lnTo>
                    <a:lnTo>
                      <a:pt x="2532" y="4729"/>
                    </a:lnTo>
                    <a:lnTo>
                      <a:pt x="2616" y="4708"/>
                    </a:lnTo>
                    <a:lnTo>
                      <a:pt x="2616" y="4792"/>
                    </a:lnTo>
                    <a:lnTo>
                      <a:pt x="2553" y="4833"/>
                    </a:lnTo>
                    <a:lnTo>
                      <a:pt x="2553" y="4917"/>
                    </a:lnTo>
                    <a:lnTo>
                      <a:pt x="2720" y="4917"/>
                    </a:lnTo>
                    <a:lnTo>
                      <a:pt x="2804" y="4875"/>
                    </a:lnTo>
                    <a:lnTo>
                      <a:pt x="2867" y="4687"/>
                    </a:lnTo>
                    <a:lnTo>
                      <a:pt x="2909" y="4792"/>
                    </a:lnTo>
                    <a:lnTo>
                      <a:pt x="2846" y="4833"/>
                    </a:lnTo>
                    <a:lnTo>
                      <a:pt x="2846" y="4938"/>
                    </a:lnTo>
                    <a:lnTo>
                      <a:pt x="2971" y="4917"/>
                    </a:lnTo>
                    <a:lnTo>
                      <a:pt x="3013" y="4771"/>
                    </a:lnTo>
                    <a:lnTo>
                      <a:pt x="3055" y="4687"/>
                    </a:lnTo>
                    <a:lnTo>
                      <a:pt x="3055" y="4687"/>
                    </a:lnTo>
                    <a:lnTo>
                      <a:pt x="3034" y="4917"/>
                    </a:lnTo>
                    <a:lnTo>
                      <a:pt x="3055" y="5001"/>
                    </a:lnTo>
                    <a:lnTo>
                      <a:pt x="3160" y="5001"/>
                    </a:lnTo>
                    <a:lnTo>
                      <a:pt x="3327" y="5105"/>
                    </a:lnTo>
                    <a:lnTo>
                      <a:pt x="3432" y="5043"/>
                    </a:lnTo>
                    <a:lnTo>
                      <a:pt x="3495" y="5022"/>
                    </a:lnTo>
                    <a:lnTo>
                      <a:pt x="3536" y="5105"/>
                    </a:lnTo>
                    <a:lnTo>
                      <a:pt x="3662" y="5084"/>
                    </a:lnTo>
                    <a:lnTo>
                      <a:pt x="3746" y="5022"/>
                    </a:lnTo>
                    <a:lnTo>
                      <a:pt x="3746" y="4896"/>
                    </a:lnTo>
                    <a:lnTo>
                      <a:pt x="3850" y="4792"/>
                    </a:lnTo>
                    <a:lnTo>
                      <a:pt x="3892" y="4729"/>
                    </a:lnTo>
                    <a:lnTo>
                      <a:pt x="3850" y="4603"/>
                    </a:lnTo>
                    <a:lnTo>
                      <a:pt x="3871" y="4520"/>
                    </a:lnTo>
                    <a:lnTo>
                      <a:pt x="3913" y="4520"/>
                    </a:lnTo>
                    <a:lnTo>
                      <a:pt x="3955" y="4666"/>
                    </a:lnTo>
                    <a:lnTo>
                      <a:pt x="3997" y="4687"/>
                    </a:lnTo>
                    <a:lnTo>
                      <a:pt x="3997" y="4729"/>
                    </a:lnTo>
                    <a:lnTo>
                      <a:pt x="3913" y="4812"/>
                    </a:lnTo>
                    <a:lnTo>
                      <a:pt x="3871" y="4980"/>
                    </a:lnTo>
                    <a:lnTo>
                      <a:pt x="3892" y="5210"/>
                    </a:lnTo>
                    <a:lnTo>
                      <a:pt x="3997" y="5252"/>
                    </a:lnTo>
                    <a:lnTo>
                      <a:pt x="4101" y="5210"/>
                    </a:lnTo>
                    <a:lnTo>
                      <a:pt x="4122" y="5315"/>
                    </a:lnTo>
                    <a:lnTo>
                      <a:pt x="4227" y="5315"/>
                    </a:lnTo>
                    <a:lnTo>
                      <a:pt x="4269" y="5357"/>
                    </a:lnTo>
                    <a:lnTo>
                      <a:pt x="4373" y="5357"/>
                    </a:lnTo>
                    <a:lnTo>
                      <a:pt x="4583" y="5231"/>
                    </a:lnTo>
                    <a:lnTo>
                      <a:pt x="4687" y="5210"/>
                    </a:lnTo>
                    <a:lnTo>
                      <a:pt x="4855" y="5315"/>
                    </a:lnTo>
                    <a:lnTo>
                      <a:pt x="4938" y="5294"/>
                    </a:lnTo>
                    <a:lnTo>
                      <a:pt x="5022" y="5336"/>
                    </a:lnTo>
                    <a:lnTo>
                      <a:pt x="5064" y="5252"/>
                    </a:lnTo>
                    <a:lnTo>
                      <a:pt x="5064" y="5210"/>
                    </a:lnTo>
                    <a:lnTo>
                      <a:pt x="5147" y="5084"/>
                    </a:lnTo>
                    <a:lnTo>
                      <a:pt x="5231" y="5043"/>
                    </a:lnTo>
                    <a:lnTo>
                      <a:pt x="5231" y="5001"/>
                    </a:lnTo>
                    <a:lnTo>
                      <a:pt x="5168" y="4875"/>
                    </a:lnTo>
                    <a:lnTo>
                      <a:pt x="5168" y="4729"/>
                    </a:lnTo>
                    <a:lnTo>
                      <a:pt x="5231" y="4812"/>
                    </a:lnTo>
                    <a:lnTo>
                      <a:pt x="5231" y="4896"/>
                    </a:lnTo>
                    <a:lnTo>
                      <a:pt x="5336" y="5022"/>
                    </a:lnTo>
                    <a:lnTo>
                      <a:pt x="5378" y="4938"/>
                    </a:lnTo>
                    <a:lnTo>
                      <a:pt x="5524" y="4938"/>
                    </a:lnTo>
                    <a:lnTo>
                      <a:pt x="5566" y="4980"/>
                    </a:lnTo>
                    <a:lnTo>
                      <a:pt x="5587" y="4896"/>
                    </a:lnTo>
                    <a:lnTo>
                      <a:pt x="5566" y="4792"/>
                    </a:lnTo>
                    <a:lnTo>
                      <a:pt x="5566" y="4708"/>
                    </a:lnTo>
                    <a:lnTo>
                      <a:pt x="5524" y="4666"/>
                    </a:lnTo>
                    <a:lnTo>
                      <a:pt x="5378" y="4687"/>
                    </a:lnTo>
                    <a:lnTo>
                      <a:pt x="5252" y="4708"/>
                    </a:lnTo>
                    <a:lnTo>
                      <a:pt x="5231" y="4603"/>
                    </a:lnTo>
                    <a:lnTo>
                      <a:pt x="5273" y="4582"/>
                    </a:lnTo>
                    <a:lnTo>
                      <a:pt x="5336" y="4603"/>
                    </a:lnTo>
                    <a:lnTo>
                      <a:pt x="5461" y="4561"/>
                    </a:lnTo>
                    <a:lnTo>
                      <a:pt x="5545" y="4457"/>
                    </a:lnTo>
                    <a:lnTo>
                      <a:pt x="5587" y="4520"/>
                    </a:lnTo>
                    <a:lnTo>
                      <a:pt x="5671" y="4499"/>
                    </a:lnTo>
                    <a:lnTo>
                      <a:pt x="5733" y="4394"/>
                    </a:lnTo>
                    <a:lnTo>
                      <a:pt x="5691" y="4310"/>
                    </a:lnTo>
                    <a:lnTo>
                      <a:pt x="5775" y="4206"/>
                    </a:lnTo>
                    <a:lnTo>
                      <a:pt x="5754" y="4143"/>
                    </a:lnTo>
                    <a:lnTo>
                      <a:pt x="5796" y="4143"/>
                    </a:lnTo>
                    <a:lnTo>
                      <a:pt x="5838" y="4080"/>
                    </a:lnTo>
                    <a:lnTo>
                      <a:pt x="5691" y="4038"/>
                    </a:lnTo>
                    <a:lnTo>
                      <a:pt x="5566" y="4059"/>
                    </a:lnTo>
                    <a:lnTo>
                      <a:pt x="5629" y="3976"/>
                    </a:lnTo>
                    <a:lnTo>
                      <a:pt x="5691" y="3955"/>
                    </a:lnTo>
                    <a:lnTo>
                      <a:pt x="5691" y="3850"/>
                    </a:lnTo>
                    <a:lnTo>
                      <a:pt x="5587" y="3766"/>
                    </a:lnTo>
                    <a:lnTo>
                      <a:pt x="5357" y="3766"/>
                    </a:lnTo>
                    <a:lnTo>
                      <a:pt x="5336" y="3724"/>
                    </a:lnTo>
                    <a:lnTo>
                      <a:pt x="5336" y="3641"/>
                    </a:lnTo>
                    <a:lnTo>
                      <a:pt x="5378" y="3620"/>
                    </a:lnTo>
                    <a:lnTo>
                      <a:pt x="5357" y="3515"/>
                    </a:lnTo>
                    <a:lnTo>
                      <a:pt x="5168" y="3348"/>
                    </a:lnTo>
                    <a:lnTo>
                      <a:pt x="5106" y="3348"/>
                    </a:lnTo>
                    <a:lnTo>
                      <a:pt x="5001" y="3432"/>
                    </a:lnTo>
                    <a:lnTo>
                      <a:pt x="4834" y="3432"/>
                    </a:lnTo>
                    <a:lnTo>
                      <a:pt x="4687" y="3452"/>
                    </a:lnTo>
                    <a:lnTo>
                      <a:pt x="4478" y="3327"/>
                    </a:lnTo>
                    <a:lnTo>
                      <a:pt x="4436" y="3243"/>
                    </a:lnTo>
                    <a:lnTo>
                      <a:pt x="4394" y="3222"/>
                    </a:lnTo>
                    <a:lnTo>
                      <a:pt x="4290" y="3264"/>
                    </a:lnTo>
                    <a:lnTo>
                      <a:pt x="4206" y="3264"/>
                    </a:lnTo>
                    <a:lnTo>
                      <a:pt x="4122" y="3306"/>
                    </a:lnTo>
                    <a:lnTo>
                      <a:pt x="4018" y="3306"/>
                    </a:lnTo>
                    <a:lnTo>
                      <a:pt x="3976" y="3411"/>
                    </a:lnTo>
                    <a:lnTo>
                      <a:pt x="3913" y="3348"/>
                    </a:lnTo>
                    <a:lnTo>
                      <a:pt x="3808" y="3264"/>
                    </a:lnTo>
                    <a:lnTo>
                      <a:pt x="3704" y="3327"/>
                    </a:lnTo>
                    <a:lnTo>
                      <a:pt x="3578" y="3348"/>
                    </a:lnTo>
                    <a:lnTo>
                      <a:pt x="3578" y="3411"/>
                    </a:lnTo>
                    <a:lnTo>
                      <a:pt x="3536" y="3452"/>
                    </a:lnTo>
                    <a:lnTo>
                      <a:pt x="3536" y="3369"/>
                    </a:lnTo>
                    <a:lnTo>
                      <a:pt x="3474" y="3327"/>
                    </a:lnTo>
                    <a:lnTo>
                      <a:pt x="3369" y="3348"/>
                    </a:lnTo>
                    <a:lnTo>
                      <a:pt x="3139" y="3327"/>
                    </a:lnTo>
                    <a:lnTo>
                      <a:pt x="3076" y="3348"/>
                    </a:lnTo>
                    <a:lnTo>
                      <a:pt x="3160" y="3432"/>
                    </a:lnTo>
                    <a:lnTo>
                      <a:pt x="3160" y="3536"/>
                    </a:lnTo>
                    <a:lnTo>
                      <a:pt x="3264" y="3620"/>
                    </a:lnTo>
                    <a:lnTo>
                      <a:pt x="3139" y="3578"/>
                    </a:lnTo>
                    <a:lnTo>
                      <a:pt x="3076" y="3515"/>
                    </a:lnTo>
                    <a:lnTo>
                      <a:pt x="3013" y="3473"/>
                    </a:lnTo>
                    <a:lnTo>
                      <a:pt x="2867" y="3536"/>
                    </a:lnTo>
                    <a:lnTo>
                      <a:pt x="2804" y="3473"/>
                    </a:lnTo>
                    <a:lnTo>
                      <a:pt x="2930" y="3432"/>
                    </a:lnTo>
                    <a:lnTo>
                      <a:pt x="2930" y="3348"/>
                    </a:lnTo>
                    <a:lnTo>
                      <a:pt x="2804" y="3222"/>
                    </a:lnTo>
                    <a:lnTo>
                      <a:pt x="2825" y="3139"/>
                    </a:lnTo>
                    <a:lnTo>
                      <a:pt x="2762" y="3097"/>
                    </a:lnTo>
                    <a:lnTo>
                      <a:pt x="2637" y="3160"/>
                    </a:lnTo>
                    <a:lnTo>
                      <a:pt x="2658" y="3243"/>
                    </a:lnTo>
                    <a:lnTo>
                      <a:pt x="2637" y="3306"/>
                    </a:lnTo>
                    <a:lnTo>
                      <a:pt x="2532" y="3264"/>
                    </a:lnTo>
                    <a:lnTo>
                      <a:pt x="2595" y="3201"/>
                    </a:lnTo>
                    <a:lnTo>
                      <a:pt x="2553" y="3139"/>
                    </a:lnTo>
                    <a:lnTo>
                      <a:pt x="2448" y="3097"/>
                    </a:lnTo>
                    <a:lnTo>
                      <a:pt x="2406" y="3139"/>
                    </a:lnTo>
                    <a:lnTo>
                      <a:pt x="2323" y="3139"/>
                    </a:lnTo>
                    <a:lnTo>
                      <a:pt x="2344" y="3034"/>
                    </a:lnTo>
                    <a:lnTo>
                      <a:pt x="2344" y="2992"/>
                    </a:lnTo>
                    <a:lnTo>
                      <a:pt x="2323" y="2888"/>
                    </a:lnTo>
                    <a:lnTo>
                      <a:pt x="2218" y="2908"/>
                    </a:lnTo>
                    <a:lnTo>
                      <a:pt x="2093" y="3034"/>
                    </a:lnTo>
                    <a:lnTo>
                      <a:pt x="2114" y="3160"/>
                    </a:lnTo>
                    <a:lnTo>
                      <a:pt x="2030" y="3160"/>
                    </a:lnTo>
                    <a:lnTo>
                      <a:pt x="1988" y="3055"/>
                    </a:lnTo>
                    <a:lnTo>
                      <a:pt x="2030" y="2992"/>
                    </a:lnTo>
                    <a:lnTo>
                      <a:pt x="2030" y="2908"/>
                    </a:lnTo>
                    <a:lnTo>
                      <a:pt x="2093" y="2720"/>
                    </a:lnTo>
                    <a:lnTo>
                      <a:pt x="2009" y="2636"/>
                    </a:lnTo>
                    <a:lnTo>
                      <a:pt x="1883" y="2699"/>
                    </a:lnTo>
                    <a:lnTo>
                      <a:pt x="1883" y="2636"/>
                    </a:lnTo>
                    <a:lnTo>
                      <a:pt x="1988" y="2616"/>
                    </a:lnTo>
                    <a:lnTo>
                      <a:pt x="2030" y="2490"/>
                    </a:lnTo>
                    <a:lnTo>
                      <a:pt x="2009" y="2385"/>
                    </a:lnTo>
                    <a:lnTo>
                      <a:pt x="1925" y="2427"/>
                    </a:lnTo>
                    <a:lnTo>
                      <a:pt x="1862" y="2385"/>
                    </a:lnTo>
                    <a:lnTo>
                      <a:pt x="1800" y="2427"/>
                    </a:lnTo>
                    <a:lnTo>
                      <a:pt x="1695" y="2427"/>
                    </a:lnTo>
                    <a:lnTo>
                      <a:pt x="1758" y="2385"/>
                    </a:lnTo>
                    <a:lnTo>
                      <a:pt x="1758" y="2323"/>
                    </a:lnTo>
                    <a:lnTo>
                      <a:pt x="1653" y="2323"/>
                    </a:lnTo>
                    <a:lnTo>
                      <a:pt x="1590" y="2406"/>
                    </a:lnTo>
                    <a:lnTo>
                      <a:pt x="1444" y="2427"/>
                    </a:lnTo>
                    <a:lnTo>
                      <a:pt x="1444" y="2364"/>
                    </a:lnTo>
                    <a:lnTo>
                      <a:pt x="1507" y="2323"/>
                    </a:lnTo>
                    <a:lnTo>
                      <a:pt x="1570" y="2218"/>
                    </a:lnTo>
                    <a:lnTo>
                      <a:pt x="1590" y="2155"/>
                    </a:lnTo>
                    <a:lnTo>
                      <a:pt x="1674" y="2155"/>
                    </a:lnTo>
                    <a:lnTo>
                      <a:pt x="1779" y="2260"/>
                    </a:lnTo>
                    <a:lnTo>
                      <a:pt x="1925" y="2260"/>
                    </a:lnTo>
                    <a:lnTo>
                      <a:pt x="1904" y="2197"/>
                    </a:lnTo>
                    <a:lnTo>
                      <a:pt x="1800" y="2071"/>
                    </a:lnTo>
                    <a:lnTo>
                      <a:pt x="1695" y="2071"/>
                    </a:lnTo>
                    <a:lnTo>
                      <a:pt x="1758" y="2009"/>
                    </a:lnTo>
                    <a:lnTo>
                      <a:pt x="1611" y="1883"/>
                    </a:lnTo>
                    <a:lnTo>
                      <a:pt x="1507" y="1841"/>
                    </a:lnTo>
                    <a:lnTo>
                      <a:pt x="1570" y="1799"/>
                    </a:lnTo>
                    <a:lnTo>
                      <a:pt x="1590" y="1737"/>
                    </a:lnTo>
                    <a:lnTo>
                      <a:pt x="1653" y="1737"/>
                    </a:lnTo>
                    <a:lnTo>
                      <a:pt x="1695" y="1841"/>
                    </a:lnTo>
                    <a:lnTo>
                      <a:pt x="1800" y="1967"/>
                    </a:lnTo>
                    <a:lnTo>
                      <a:pt x="1967" y="1988"/>
                    </a:lnTo>
                    <a:lnTo>
                      <a:pt x="2030" y="2092"/>
                    </a:lnTo>
                    <a:lnTo>
                      <a:pt x="2114" y="2009"/>
                    </a:lnTo>
                    <a:lnTo>
                      <a:pt x="2176" y="2092"/>
                    </a:lnTo>
                    <a:lnTo>
                      <a:pt x="2344" y="2155"/>
                    </a:lnTo>
                    <a:lnTo>
                      <a:pt x="2448" y="2155"/>
                    </a:lnTo>
                    <a:lnTo>
                      <a:pt x="2511" y="2051"/>
                    </a:lnTo>
                    <a:lnTo>
                      <a:pt x="2490" y="1904"/>
                    </a:lnTo>
                    <a:lnTo>
                      <a:pt x="2239" y="1758"/>
                    </a:lnTo>
                    <a:lnTo>
                      <a:pt x="2134" y="1653"/>
                    </a:lnTo>
                    <a:lnTo>
                      <a:pt x="2072" y="1653"/>
                    </a:lnTo>
                    <a:lnTo>
                      <a:pt x="2030" y="1548"/>
                    </a:lnTo>
                    <a:lnTo>
                      <a:pt x="1925" y="1444"/>
                    </a:lnTo>
                    <a:lnTo>
                      <a:pt x="1883" y="1444"/>
                    </a:lnTo>
                    <a:lnTo>
                      <a:pt x="1821" y="1381"/>
                    </a:lnTo>
                    <a:lnTo>
                      <a:pt x="1883" y="1318"/>
                    </a:lnTo>
                    <a:lnTo>
                      <a:pt x="1967" y="1339"/>
                    </a:lnTo>
                    <a:lnTo>
                      <a:pt x="2030" y="1444"/>
                    </a:lnTo>
                    <a:lnTo>
                      <a:pt x="2114" y="1444"/>
                    </a:lnTo>
                    <a:lnTo>
                      <a:pt x="2134" y="1548"/>
                    </a:lnTo>
                    <a:lnTo>
                      <a:pt x="2197" y="1548"/>
                    </a:lnTo>
                    <a:lnTo>
                      <a:pt x="2239" y="1465"/>
                    </a:lnTo>
                    <a:lnTo>
                      <a:pt x="2197" y="1276"/>
                    </a:lnTo>
                    <a:lnTo>
                      <a:pt x="2072" y="1130"/>
                    </a:lnTo>
                    <a:lnTo>
                      <a:pt x="1988" y="1130"/>
                    </a:lnTo>
                    <a:lnTo>
                      <a:pt x="1967" y="1109"/>
                    </a:lnTo>
                    <a:lnTo>
                      <a:pt x="1821" y="1109"/>
                    </a:lnTo>
                    <a:lnTo>
                      <a:pt x="1695" y="1172"/>
                    </a:lnTo>
                    <a:lnTo>
                      <a:pt x="1590" y="1172"/>
                    </a:lnTo>
                    <a:lnTo>
                      <a:pt x="1486" y="1109"/>
                    </a:lnTo>
                    <a:lnTo>
                      <a:pt x="1402" y="1130"/>
                    </a:lnTo>
                    <a:lnTo>
                      <a:pt x="1360" y="1025"/>
                    </a:lnTo>
                    <a:lnTo>
                      <a:pt x="1235" y="1214"/>
                    </a:lnTo>
                    <a:lnTo>
                      <a:pt x="1067" y="1276"/>
                    </a:lnTo>
                    <a:lnTo>
                      <a:pt x="1046" y="1381"/>
                    </a:lnTo>
                    <a:lnTo>
                      <a:pt x="963" y="1423"/>
                    </a:lnTo>
                    <a:lnTo>
                      <a:pt x="963" y="1339"/>
                    </a:lnTo>
                    <a:lnTo>
                      <a:pt x="1046" y="1235"/>
                    </a:lnTo>
                    <a:lnTo>
                      <a:pt x="1088" y="1235"/>
                    </a:lnTo>
                    <a:lnTo>
                      <a:pt x="1339" y="1004"/>
                    </a:lnTo>
                    <a:lnTo>
                      <a:pt x="1360" y="921"/>
                    </a:lnTo>
                    <a:lnTo>
                      <a:pt x="1298" y="816"/>
                    </a:lnTo>
                    <a:lnTo>
                      <a:pt x="1298" y="544"/>
                    </a:lnTo>
                    <a:lnTo>
                      <a:pt x="1339" y="523"/>
                    </a:lnTo>
                    <a:lnTo>
                      <a:pt x="1256" y="419"/>
                    </a:lnTo>
                    <a:lnTo>
                      <a:pt x="1193" y="481"/>
                    </a:lnTo>
                    <a:lnTo>
                      <a:pt x="1088" y="481"/>
                    </a:lnTo>
                    <a:lnTo>
                      <a:pt x="1026" y="419"/>
                    </a:lnTo>
                    <a:lnTo>
                      <a:pt x="1026" y="314"/>
                    </a:lnTo>
                    <a:lnTo>
                      <a:pt x="1026" y="230"/>
                    </a:lnTo>
                    <a:lnTo>
                      <a:pt x="816" y="188"/>
                    </a:lnTo>
                    <a:lnTo>
                      <a:pt x="733" y="84"/>
                    </a:lnTo>
                    <a:lnTo>
                      <a:pt x="628" y="84"/>
                    </a:lnTo>
                    <a:lnTo>
                      <a:pt x="502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5" name="Google Shape;7709;p67">
                <a:extLst>
                  <a:ext uri="{FF2B5EF4-FFF2-40B4-BE49-F238E27FC236}">
                    <a16:creationId xmlns:a16="http://schemas.microsoft.com/office/drawing/2014/main" id="{91ED0974-0CEC-FB6D-71EB-08246E4E4A67}"/>
                  </a:ext>
                </a:extLst>
              </p:cNvPr>
              <p:cNvSpPr/>
              <p:nvPr/>
            </p:nvSpPr>
            <p:spPr>
              <a:xfrm>
                <a:off x="2687175" y="1694400"/>
                <a:ext cx="33500" cy="37675"/>
              </a:xfrm>
              <a:custGeom>
                <a:avLst/>
                <a:gdLst/>
                <a:ahLst/>
                <a:cxnLst/>
                <a:rect l="l" t="t" r="r" b="b"/>
                <a:pathLst>
                  <a:path w="1340" h="1507" extrusionOk="0">
                    <a:moveTo>
                      <a:pt x="796" y="0"/>
                    </a:moveTo>
                    <a:lnTo>
                      <a:pt x="670" y="21"/>
                    </a:lnTo>
                    <a:lnTo>
                      <a:pt x="607" y="84"/>
                    </a:lnTo>
                    <a:lnTo>
                      <a:pt x="691" y="147"/>
                    </a:lnTo>
                    <a:lnTo>
                      <a:pt x="691" y="231"/>
                    </a:lnTo>
                    <a:lnTo>
                      <a:pt x="628" y="210"/>
                    </a:lnTo>
                    <a:lnTo>
                      <a:pt x="565" y="147"/>
                    </a:lnTo>
                    <a:lnTo>
                      <a:pt x="461" y="126"/>
                    </a:lnTo>
                    <a:lnTo>
                      <a:pt x="419" y="210"/>
                    </a:lnTo>
                    <a:lnTo>
                      <a:pt x="524" y="210"/>
                    </a:lnTo>
                    <a:lnTo>
                      <a:pt x="565" y="251"/>
                    </a:lnTo>
                    <a:lnTo>
                      <a:pt x="524" y="293"/>
                    </a:lnTo>
                    <a:lnTo>
                      <a:pt x="398" y="314"/>
                    </a:lnTo>
                    <a:lnTo>
                      <a:pt x="356" y="335"/>
                    </a:lnTo>
                    <a:lnTo>
                      <a:pt x="398" y="440"/>
                    </a:lnTo>
                    <a:lnTo>
                      <a:pt x="419" y="461"/>
                    </a:lnTo>
                    <a:lnTo>
                      <a:pt x="419" y="523"/>
                    </a:lnTo>
                    <a:lnTo>
                      <a:pt x="293" y="461"/>
                    </a:lnTo>
                    <a:lnTo>
                      <a:pt x="168" y="503"/>
                    </a:lnTo>
                    <a:lnTo>
                      <a:pt x="84" y="565"/>
                    </a:lnTo>
                    <a:lnTo>
                      <a:pt x="42" y="712"/>
                    </a:lnTo>
                    <a:lnTo>
                      <a:pt x="0" y="733"/>
                    </a:lnTo>
                    <a:lnTo>
                      <a:pt x="0" y="754"/>
                    </a:lnTo>
                    <a:lnTo>
                      <a:pt x="63" y="754"/>
                    </a:lnTo>
                    <a:lnTo>
                      <a:pt x="42" y="837"/>
                    </a:lnTo>
                    <a:lnTo>
                      <a:pt x="42" y="879"/>
                    </a:lnTo>
                    <a:lnTo>
                      <a:pt x="63" y="921"/>
                    </a:lnTo>
                    <a:lnTo>
                      <a:pt x="147" y="816"/>
                    </a:lnTo>
                    <a:lnTo>
                      <a:pt x="168" y="837"/>
                    </a:lnTo>
                    <a:lnTo>
                      <a:pt x="105" y="963"/>
                    </a:lnTo>
                    <a:lnTo>
                      <a:pt x="147" y="1026"/>
                    </a:lnTo>
                    <a:lnTo>
                      <a:pt x="210" y="1067"/>
                    </a:lnTo>
                    <a:lnTo>
                      <a:pt x="272" y="1047"/>
                    </a:lnTo>
                    <a:lnTo>
                      <a:pt x="293" y="1067"/>
                    </a:lnTo>
                    <a:lnTo>
                      <a:pt x="314" y="1151"/>
                    </a:lnTo>
                    <a:lnTo>
                      <a:pt x="356" y="1151"/>
                    </a:lnTo>
                    <a:lnTo>
                      <a:pt x="398" y="1088"/>
                    </a:lnTo>
                    <a:lnTo>
                      <a:pt x="461" y="1130"/>
                    </a:lnTo>
                    <a:lnTo>
                      <a:pt x="461" y="1256"/>
                    </a:lnTo>
                    <a:lnTo>
                      <a:pt x="482" y="1298"/>
                    </a:lnTo>
                    <a:lnTo>
                      <a:pt x="586" y="1277"/>
                    </a:lnTo>
                    <a:lnTo>
                      <a:pt x="607" y="1402"/>
                    </a:lnTo>
                    <a:lnTo>
                      <a:pt x="712" y="1402"/>
                    </a:lnTo>
                    <a:lnTo>
                      <a:pt x="837" y="1486"/>
                    </a:lnTo>
                    <a:lnTo>
                      <a:pt x="942" y="1486"/>
                    </a:lnTo>
                    <a:lnTo>
                      <a:pt x="1005" y="1507"/>
                    </a:lnTo>
                    <a:lnTo>
                      <a:pt x="1026" y="1486"/>
                    </a:lnTo>
                    <a:lnTo>
                      <a:pt x="1005" y="1402"/>
                    </a:lnTo>
                    <a:lnTo>
                      <a:pt x="1088" y="1381"/>
                    </a:lnTo>
                    <a:lnTo>
                      <a:pt x="1151" y="1235"/>
                    </a:lnTo>
                    <a:lnTo>
                      <a:pt x="1130" y="1088"/>
                    </a:lnTo>
                    <a:lnTo>
                      <a:pt x="1214" y="942"/>
                    </a:lnTo>
                    <a:lnTo>
                      <a:pt x="1235" y="921"/>
                    </a:lnTo>
                    <a:lnTo>
                      <a:pt x="1319" y="712"/>
                    </a:lnTo>
                    <a:lnTo>
                      <a:pt x="1319" y="565"/>
                    </a:lnTo>
                    <a:lnTo>
                      <a:pt x="1340" y="523"/>
                    </a:lnTo>
                    <a:lnTo>
                      <a:pt x="1319" y="419"/>
                    </a:lnTo>
                    <a:lnTo>
                      <a:pt x="1235" y="335"/>
                    </a:lnTo>
                    <a:lnTo>
                      <a:pt x="1235" y="210"/>
                    </a:lnTo>
                    <a:lnTo>
                      <a:pt x="1193" y="147"/>
                    </a:lnTo>
                    <a:lnTo>
                      <a:pt x="1151" y="42"/>
                    </a:lnTo>
                    <a:lnTo>
                      <a:pt x="1005" y="0"/>
                    </a:lnTo>
                    <a:lnTo>
                      <a:pt x="900" y="42"/>
                    </a:lnTo>
                    <a:lnTo>
                      <a:pt x="796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6" name="Google Shape;7710;p67">
                <a:extLst>
                  <a:ext uri="{FF2B5EF4-FFF2-40B4-BE49-F238E27FC236}">
                    <a16:creationId xmlns:a16="http://schemas.microsoft.com/office/drawing/2014/main" id="{D9A6E702-C624-E31F-05A6-A578F26A2546}"/>
                  </a:ext>
                </a:extLst>
              </p:cNvPr>
              <p:cNvSpPr/>
              <p:nvPr/>
            </p:nvSpPr>
            <p:spPr>
              <a:xfrm>
                <a:off x="2605050" y="1520200"/>
                <a:ext cx="42400" cy="26175"/>
              </a:xfrm>
              <a:custGeom>
                <a:avLst/>
                <a:gdLst/>
                <a:ahLst/>
                <a:cxnLst/>
                <a:rect l="l" t="t" r="r" b="b"/>
                <a:pathLst>
                  <a:path w="1696" h="1047" extrusionOk="0">
                    <a:moveTo>
                      <a:pt x="1570" y="1"/>
                    </a:moveTo>
                    <a:lnTo>
                      <a:pt x="1486" y="64"/>
                    </a:lnTo>
                    <a:lnTo>
                      <a:pt x="1256" y="64"/>
                    </a:lnTo>
                    <a:lnTo>
                      <a:pt x="1130" y="168"/>
                    </a:lnTo>
                    <a:lnTo>
                      <a:pt x="963" y="168"/>
                    </a:lnTo>
                    <a:lnTo>
                      <a:pt x="921" y="189"/>
                    </a:lnTo>
                    <a:lnTo>
                      <a:pt x="816" y="105"/>
                    </a:lnTo>
                    <a:lnTo>
                      <a:pt x="712" y="84"/>
                    </a:lnTo>
                    <a:lnTo>
                      <a:pt x="356" y="189"/>
                    </a:lnTo>
                    <a:lnTo>
                      <a:pt x="126" y="189"/>
                    </a:lnTo>
                    <a:lnTo>
                      <a:pt x="105" y="273"/>
                    </a:lnTo>
                    <a:lnTo>
                      <a:pt x="0" y="377"/>
                    </a:lnTo>
                    <a:lnTo>
                      <a:pt x="0" y="482"/>
                    </a:lnTo>
                    <a:lnTo>
                      <a:pt x="105" y="461"/>
                    </a:lnTo>
                    <a:lnTo>
                      <a:pt x="231" y="461"/>
                    </a:lnTo>
                    <a:lnTo>
                      <a:pt x="314" y="419"/>
                    </a:lnTo>
                    <a:lnTo>
                      <a:pt x="398" y="461"/>
                    </a:lnTo>
                    <a:lnTo>
                      <a:pt x="503" y="461"/>
                    </a:lnTo>
                    <a:lnTo>
                      <a:pt x="565" y="503"/>
                    </a:lnTo>
                    <a:lnTo>
                      <a:pt x="503" y="587"/>
                    </a:lnTo>
                    <a:lnTo>
                      <a:pt x="544" y="712"/>
                    </a:lnTo>
                    <a:lnTo>
                      <a:pt x="628" y="817"/>
                    </a:lnTo>
                    <a:lnTo>
                      <a:pt x="712" y="712"/>
                    </a:lnTo>
                    <a:lnTo>
                      <a:pt x="712" y="628"/>
                    </a:lnTo>
                    <a:lnTo>
                      <a:pt x="754" y="587"/>
                    </a:lnTo>
                    <a:lnTo>
                      <a:pt x="858" y="712"/>
                    </a:lnTo>
                    <a:lnTo>
                      <a:pt x="837" y="838"/>
                    </a:lnTo>
                    <a:lnTo>
                      <a:pt x="984" y="1005"/>
                    </a:lnTo>
                    <a:lnTo>
                      <a:pt x="1088" y="984"/>
                    </a:lnTo>
                    <a:lnTo>
                      <a:pt x="1151" y="1047"/>
                    </a:lnTo>
                    <a:lnTo>
                      <a:pt x="1360" y="1047"/>
                    </a:lnTo>
                    <a:lnTo>
                      <a:pt x="1465" y="942"/>
                    </a:lnTo>
                    <a:lnTo>
                      <a:pt x="1591" y="900"/>
                    </a:lnTo>
                    <a:lnTo>
                      <a:pt x="1674" y="670"/>
                    </a:lnTo>
                    <a:lnTo>
                      <a:pt x="1591" y="503"/>
                    </a:lnTo>
                    <a:lnTo>
                      <a:pt x="1695" y="356"/>
                    </a:lnTo>
                    <a:lnTo>
                      <a:pt x="1695" y="273"/>
                    </a:lnTo>
                    <a:lnTo>
                      <a:pt x="1612" y="147"/>
                    </a:lnTo>
                    <a:lnTo>
                      <a:pt x="1653" y="64"/>
                    </a:lnTo>
                    <a:lnTo>
                      <a:pt x="1570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7" name="Google Shape;7711;p67">
                <a:extLst>
                  <a:ext uri="{FF2B5EF4-FFF2-40B4-BE49-F238E27FC236}">
                    <a16:creationId xmlns:a16="http://schemas.microsoft.com/office/drawing/2014/main" id="{A49B10D9-B3B6-1A90-A2A6-CCB55D9B2BA1}"/>
                  </a:ext>
                </a:extLst>
              </p:cNvPr>
              <p:cNvSpPr/>
              <p:nvPr/>
            </p:nvSpPr>
            <p:spPr>
              <a:xfrm>
                <a:off x="2443425" y="1547400"/>
                <a:ext cx="109875" cy="60700"/>
              </a:xfrm>
              <a:custGeom>
                <a:avLst/>
                <a:gdLst/>
                <a:ahLst/>
                <a:cxnLst/>
                <a:rect l="l" t="t" r="r" b="b"/>
                <a:pathLst>
                  <a:path w="4395" h="2428" extrusionOk="0">
                    <a:moveTo>
                      <a:pt x="4268" y="1"/>
                    </a:moveTo>
                    <a:lnTo>
                      <a:pt x="4185" y="43"/>
                    </a:lnTo>
                    <a:lnTo>
                      <a:pt x="4059" y="105"/>
                    </a:lnTo>
                    <a:lnTo>
                      <a:pt x="4059" y="252"/>
                    </a:lnTo>
                    <a:lnTo>
                      <a:pt x="4038" y="336"/>
                    </a:lnTo>
                    <a:lnTo>
                      <a:pt x="4059" y="377"/>
                    </a:lnTo>
                    <a:lnTo>
                      <a:pt x="3955" y="419"/>
                    </a:lnTo>
                    <a:lnTo>
                      <a:pt x="3934" y="315"/>
                    </a:lnTo>
                    <a:lnTo>
                      <a:pt x="3892" y="315"/>
                    </a:lnTo>
                    <a:lnTo>
                      <a:pt x="3871" y="377"/>
                    </a:lnTo>
                    <a:lnTo>
                      <a:pt x="3829" y="440"/>
                    </a:lnTo>
                    <a:lnTo>
                      <a:pt x="3766" y="357"/>
                    </a:lnTo>
                    <a:lnTo>
                      <a:pt x="3745" y="168"/>
                    </a:lnTo>
                    <a:lnTo>
                      <a:pt x="3641" y="64"/>
                    </a:lnTo>
                    <a:lnTo>
                      <a:pt x="3578" y="64"/>
                    </a:lnTo>
                    <a:lnTo>
                      <a:pt x="3557" y="126"/>
                    </a:lnTo>
                    <a:lnTo>
                      <a:pt x="3432" y="126"/>
                    </a:lnTo>
                    <a:lnTo>
                      <a:pt x="3306" y="64"/>
                    </a:lnTo>
                    <a:lnTo>
                      <a:pt x="3222" y="64"/>
                    </a:lnTo>
                    <a:lnTo>
                      <a:pt x="2992" y="43"/>
                    </a:lnTo>
                    <a:lnTo>
                      <a:pt x="2846" y="126"/>
                    </a:lnTo>
                    <a:lnTo>
                      <a:pt x="2804" y="231"/>
                    </a:lnTo>
                    <a:lnTo>
                      <a:pt x="2741" y="315"/>
                    </a:lnTo>
                    <a:lnTo>
                      <a:pt x="2699" y="273"/>
                    </a:lnTo>
                    <a:lnTo>
                      <a:pt x="2636" y="273"/>
                    </a:lnTo>
                    <a:lnTo>
                      <a:pt x="2364" y="482"/>
                    </a:lnTo>
                    <a:lnTo>
                      <a:pt x="2281" y="566"/>
                    </a:lnTo>
                    <a:lnTo>
                      <a:pt x="2197" y="566"/>
                    </a:lnTo>
                    <a:lnTo>
                      <a:pt x="2051" y="670"/>
                    </a:lnTo>
                    <a:lnTo>
                      <a:pt x="1946" y="691"/>
                    </a:lnTo>
                    <a:lnTo>
                      <a:pt x="1862" y="775"/>
                    </a:lnTo>
                    <a:lnTo>
                      <a:pt x="1841" y="859"/>
                    </a:lnTo>
                    <a:lnTo>
                      <a:pt x="1653" y="859"/>
                    </a:lnTo>
                    <a:lnTo>
                      <a:pt x="1590" y="880"/>
                    </a:lnTo>
                    <a:lnTo>
                      <a:pt x="1465" y="859"/>
                    </a:lnTo>
                    <a:lnTo>
                      <a:pt x="1423" y="901"/>
                    </a:lnTo>
                    <a:lnTo>
                      <a:pt x="1339" y="901"/>
                    </a:lnTo>
                    <a:lnTo>
                      <a:pt x="1151" y="1068"/>
                    </a:lnTo>
                    <a:lnTo>
                      <a:pt x="1025" y="1152"/>
                    </a:lnTo>
                    <a:lnTo>
                      <a:pt x="900" y="1089"/>
                    </a:lnTo>
                    <a:lnTo>
                      <a:pt x="795" y="1152"/>
                    </a:lnTo>
                    <a:lnTo>
                      <a:pt x="523" y="1193"/>
                    </a:lnTo>
                    <a:lnTo>
                      <a:pt x="398" y="1382"/>
                    </a:lnTo>
                    <a:lnTo>
                      <a:pt x="314" y="1382"/>
                    </a:lnTo>
                    <a:lnTo>
                      <a:pt x="167" y="1403"/>
                    </a:lnTo>
                    <a:lnTo>
                      <a:pt x="105" y="1528"/>
                    </a:lnTo>
                    <a:lnTo>
                      <a:pt x="209" y="1528"/>
                    </a:lnTo>
                    <a:lnTo>
                      <a:pt x="272" y="1591"/>
                    </a:lnTo>
                    <a:lnTo>
                      <a:pt x="167" y="1591"/>
                    </a:lnTo>
                    <a:lnTo>
                      <a:pt x="126" y="1633"/>
                    </a:lnTo>
                    <a:lnTo>
                      <a:pt x="209" y="1717"/>
                    </a:lnTo>
                    <a:lnTo>
                      <a:pt x="188" y="1779"/>
                    </a:lnTo>
                    <a:lnTo>
                      <a:pt x="0" y="1842"/>
                    </a:lnTo>
                    <a:lnTo>
                      <a:pt x="0" y="1905"/>
                    </a:lnTo>
                    <a:lnTo>
                      <a:pt x="126" y="1926"/>
                    </a:lnTo>
                    <a:lnTo>
                      <a:pt x="230" y="1905"/>
                    </a:lnTo>
                    <a:lnTo>
                      <a:pt x="293" y="1821"/>
                    </a:lnTo>
                    <a:lnTo>
                      <a:pt x="377" y="1800"/>
                    </a:lnTo>
                    <a:lnTo>
                      <a:pt x="481" y="1842"/>
                    </a:lnTo>
                    <a:lnTo>
                      <a:pt x="586" y="1989"/>
                    </a:lnTo>
                    <a:lnTo>
                      <a:pt x="586" y="2114"/>
                    </a:lnTo>
                    <a:lnTo>
                      <a:pt x="691" y="2156"/>
                    </a:lnTo>
                    <a:lnTo>
                      <a:pt x="732" y="2114"/>
                    </a:lnTo>
                    <a:lnTo>
                      <a:pt x="732" y="2009"/>
                    </a:lnTo>
                    <a:lnTo>
                      <a:pt x="753" y="1989"/>
                    </a:lnTo>
                    <a:lnTo>
                      <a:pt x="816" y="1821"/>
                    </a:lnTo>
                    <a:lnTo>
                      <a:pt x="858" y="1821"/>
                    </a:lnTo>
                    <a:lnTo>
                      <a:pt x="1004" y="1779"/>
                    </a:lnTo>
                    <a:lnTo>
                      <a:pt x="1067" y="1800"/>
                    </a:lnTo>
                    <a:lnTo>
                      <a:pt x="1046" y="1884"/>
                    </a:lnTo>
                    <a:lnTo>
                      <a:pt x="942" y="1926"/>
                    </a:lnTo>
                    <a:lnTo>
                      <a:pt x="900" y="2093"/>
                    </a:lnTo>
                    <a:lnTo>
                      <a:pt x="942" y="2156"/>
                    </a:lnTo>
                    <a:lnTo>
                      <a:pt x="858" y="2240"/>
                    </a:lnTo>
                    <a:lnTo>
                      <a:pt x="816" y="2323"/>
                    </a:lnTo>
                    <a:lnTo>
                      <a:pt x="858" y="2407"/>
                    </a:lnTo>
                    <a:lnTo>
                      <a:pt x="921" y="2323"/>
                    </a:lnTo>
                    <a:lnTo>
                      <a:pt x="1004" y="2344"/>
                    </a:lnTo>
                    <a:lnTo>
                      <a:pt x="1004" y="2428"/>
                    </a:lnTo>
                    <a:lnTo>
                      <a:pt x="1046" y="2428"/>
                    </a:lnTo>
                    <a:lnTo>
                      <a:pt x="1235" y="2323"/>
                    </a:lnTo>
                    <a:lnTo>
                      <a:pt x="1318" y="2219"/>
                    </a:lnTo>
                    <a:lnTo>
                      <a:pt x="1381" y="2240"/>
                    </a:lnTo>
                    <a:lnTo>
                      <a:pt x="1444" y="2135"/>
                    </a:lnTo>
                    <a:lnTo>
                      <a:pt x="1444" y="2009"/>
                    </a:lnTo>
                    <a:lnTo>
                      <a:pt x="1527" y="2009"/>
                    </a:lnTo>
                    <a:lnTo>
                      <a:pt x="1590" y="1905"/>
                    </a:lnTo>
                    <a:lnTo>
                      <a:pt x="1590" y="1779"/>
                    </a:lnTo>
                    <a:lnTo>
                      <a:pt x="1653" y="1717"/>
                    </a:lnTo>
                    <a:lnTo>
                      <a:pt x="1674" y="1779"/>
                    </a:lnTo>
                    <a:lnTo>
                      <a:pt x="1653" y="1842"/>
                    </a:lnTo>
                    <a:lnTo>
                      <a:pt x="1674" y="1926"/>
                    </a:lnTo>
                    <a:lnTo>
                      <a:pt x="1653" y="2051"/>
                    </a:lnTo>
                    <a:lnTo>
                      <a:pt x="1674" y="2198"/>
                    </a:lnTo>
                    <a:lnTo>
                      <a:pt x="1737" y="2198"/>
                    </a:lnTo>
                    <a:lnTo>
                      <a:pt x="1841" y="2051"/>
                    </a:lnTo>
                    <a:lnTo>
                      <a:pt x="1862" y="1926"/>
                    </a:lnTo>
                    <a:lnTo>
                      <a:pt x="1883" y="1884"/>
                    </a:lnTo>
                    <a:lnTo>
                      <a:pt x="1967" y="1842"/>
                    </a:lnTo>
                    <a:lnTo>
                      <a:pt x="2092" y="1696"/>
                    </a:lnTo>
                    <a:lnTo>
                      <a:pt x="2113" y="1570"/>
                    </a:lnTo>
                    <a:lnTo>
                      <a:pt x="2092" y="1465"/>
                    </a:lnTo>
                    <a:lnTo>
                      <a:pt x="2155" y="1361"/>
                    </a:lnTo>
                    <a:lnTo>
                      <a:pt x="2197" y="1486"/>
                    </a:lnTo>
                    <a:lnTo>
                      <a:pt x="2406" y="1361"/>
                    </a:lnTo>
                    <a:lnTo>
                      <a:pt x="2469" y="1193"/>
                    </a:lnTo>
                    <a:lnTo>
                      <a:pt x="2490" y="1089"/>
                    </a:lnTo>
                    <a:lnTo>
                      <a:pt x="2595" y="1068"/>
                    </a:lnTo>
                    <a:lnTo>
                      <a:pt x="2636" y="1047"/>
                    </a:lnTo>
                    <a:lnTo>
                      <a:pt x="2720" y="1089"/>
                    </a:lnTo>
                    <a:lnTo>
                      <a:pt x="2825" y="984"/>
                    </a:lnTo>
                    <a:lnTo>
                      <a:pt x="2888" y="1047"/>
                    </a:lnTo>
                    <a:lnTo>
                      <a:pt x="2825" y="1256"/>
                    </a:lnTo>
                    <a:lnTo>
                      <a:pt x="2678" y="1403"/>
                    </a:lnTo>
                    <a:lnTo>
                      <a:pt x="2636" y="1507"/>
                    </a:lnTo>
                    <a:lnTo>
                      <a:pt x="2574" y="1591"/>
                    </a:lnTo>
                    <a:lnTo>
                      <a:pt x="2574" y="1633"/>
                    </a:lnTo>
                    <a:lnTo>
                      <a:pt x="2469" y="1696"/>
                    </a:lnTo>
                    <a:lnTo>
                      <a:pt x="2323" y="1926"/>
                    </a:lnTo>
                    <a:lnTo>
                      <a:pt x="2323" y="1989"/>
                    </a:lnTo>
                    <a:lnTo>
                      <a:pt x="2385" y="2093"/>
                    </a:lnTo>
                    <a:lnTo>
                      <a:pt x="2364" y="2198"/>
                    </a:lnTo>
                    <a:lnTo>
                      <a:pt x="2427" y="2219"/>
                    </a:lnTo>
                    <a:lnTo>
                      <a:pt x="2532" y="2261"/>
                    </a:lnTo>
                    <a:lnTo>
                      <a:pt x="2616" y="2198"/>
                    </a:lnTo>
                    <a:lnTo>
                      <a:pt x="2720" y="2135"/>
                    </a:lnTo>
                    <a:lnTo>
                      <a:pt x="2741" y="2030"/>
                    </a:lnTo>
                    <a:lnTo>
                      <a:pt x="2741" y="1926"/>
                    </a:lnTo>
                    <a:lnTo>
                      <a:pt x="2825" y="1842"/>
                    </a:lnTo>
                    <a:lnTo>
                      <a:pt x="2888" y="1737"/>
                    </a:lnTo>
                    <a:lnTo>
                      <a:pt x="2950" y="1737"/>
                    </a:lnTo>
                    <a:lnTo>
                      <a:pt x="3013" y="1717"/>
                    </a:lnTo>
                    <a:lnTo>
                      <a:pt x="3097" y="1779"/>
                    </a:lnTo>
                    <a:lnTo>
                      <a:pt x="3201" y="1779"/>
                    </a:lnTo>
                    <a:lnTo>
                      <a:pt x="3243" y="1717"/>
                    </a:lnTo>
                    <a:lnTo>
                      <a:pt x="3432" y="1717"/>
                    </a:lnTo>
                    <a:lnTo>
                      <a:pt x="3515" y="1612"/>
                    </a:lnTo>
                    <a:lnTo>
                      <a:pt x="3557" y="1403"/>
                    </a:lnTo>
                    <a:lnTo>
                      <a:pt x="3662" y="1256"/>
                    </a:lnTo>
                    <a:lnTo>
                      <a:pt x="3662" y="1152"/>
                    </a:lnTo>
                    <a:lnTo>
                      <a:pt x="3683" y="1089"/>
                    </a:lnTo>
                    <a:lnTo>
                      <a:pt x="3766" y="1214"/>
                    </a:lnTo>
                    <a:lnTo>
                      <a:pt x="3871" y="1256"/>
                    </a:lnTo>
                    <a:lnTo>
                      <a:pt x="3892" y="1193"/>
                    </a:lnTo>
                    <a:lnTo>
                      <a:pt x="3892" y="1110"/>
                    </a:lnTo>
                    <a:lnTo>
                      <a:pt x="3787" y="963"/>
                    </a:lnTo>
                    <a:lnTo>
                      <a:pt x="3787" y="880"/>
                    </a:lnTo>
                    <a:lnTo>
                      <a:pt x="3934" y="775"/>
                    </a:lnTo>
                    <a:lnTo>
                      <a:pt x="4038" y="754"/>
                    </a:lnTo>
                    <a:lnTo>
                      <a:pt x="4143" y="691"/>
                    </a:lnTo>
                    <a:lnTo>
                      <a:pt x="4206" y="733"/>
                    </a:lnTo>
                    <a:lnTo>
                      <a:pt x="4289" y="733"/>
                    </a:lnTo>
                    <a:lnTo>
                      <a:pt x="4394" y="587"/>
                    </a:lnTo>
                    <a:lnTo>
                      <a:pt x="4373" y="524"/>
                    </a:lnTo>
                    <a:lnTo>
                      <a:pt x="4352" y="273"/>
                    </a:lnTo>
                    <a:lnTo>
                      <a:pt x="4373" y="231"/>
                    </a:lnTo>
                    <a:lnTo>
                      <a:pt x="4352" y="168"/>
                    </a:lnTo>
                    <a:lnTo>
                      <a:pt x="4352" y="22"/>
                    </a:lnTo>
                    <a:lnTo>
                      <a:pt x="4268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8" name="Google Shape;7712;p67">
                <a:extLst>
                  <a:ext uri="{FF2B5EF4-FFF2-40B4-BE49-F238E27FC236}">
                    <a16:creationId xmlns:a16="http://schemas.microsoft.com/office/drawing/2014/main" id="{F9500128-6FF5-01B7-FAD4-F2FA8298C918}"/>
                  </a:ext>
                </a:extLst>
              </p:cNvPr>
              <p:cNvSpPr/>
              <p:nvPr/>
            </p:nvSpPr>
            <p:spPr>
              <a:xfrm>
                <a:off x="2580975" y="1547400"/>
                <a:ext cx="48150" cy="32475"/>
              </a:xfrm>
              <a:custGeom>
                <a:avLst/>
                <a:gdLst/>
                <a:ahLst/>
                <a:cxnLst/>
                <a:rect l="l" t="t" r="r" b="b"/>
                <a:pathLst>
                  <a:path w="1926" h="1299" extrusionOk="0">
                    <a:moveTo>
                      <a:pt x="796" y="1"/>
                    </a:moveTo>
                    <a:lnTo>
                      <a:pt x="524" y="43"/>
                    </a:lnTo>
                    <a:lnTo>
                      <a:pt x="440" y="43"/>
                    </a:lnTo>
                    <a:lnTo>
                      <a:pt x="336" y="126"/>
                    </a:lnTo>
                    <a:lnTo>
                      <a:pt x="231" y="168"/>
                    </a:lnTo>
                    <a:lnTo>
                      <a:pt x="210" y="315"/>
                    </a:lnTo>
                    <a:lnTo>
                      <a:pt x="64" y="419"/>
                    </a:lnTo>
                    <a:lnTo>
                      <a:pt x="64" y="524"/>
                    </a:lnTo>
                    <a:lnTo>
                      <a:pt x="1" y="629"/>
                    </a:lnTo>
                    <a:lnTo>
                      <a:pt x="22" y="754"/>
                    </a:lnTo>
                    <a:lnTo>
                      <a:pt x="22" y="880"/>
                    </a:lnTo>
                    <a:lnTo>
                      <a:pt x="106" y="880"/>
                    </a:lnTo>
                    <a:lnTo>
                      <a:pt x="231" y="963"/>
                    </a:lnTo>
                    <a:lnTo>
                      <a:pt x="315" y="1110"/>
                    </a:lnTo>
                    <a:lnTo>
                      <a:pt x="231" y="1193"/>
                    </a:lnTo>
                    <a:lnTo>
                      <a:pt x="252" y="1214"/>
                    </a:lnTo>
                    <a:lnTo>
                      <a:pt x="378" y="1214"/>
                    </a:lnTo>
                    <a:lnTo>
                      <a:pt x="524" y="1256"/>
                    </a:lnTo>
                    <a:lnTo>
                      <a:pt x="566" y="1214"/>
                    </a:lnTo>
                    <a:lnTo>
                      <a:pt x="691" y="1298"/>
                    </a:lnTo>
                    <a:lnTo>
                      <a:pt x="838" y="1298"/>
                    </a:lnTo>
                    <a:lnTo>
                      <a:pt x="943" y="1256"/>
                    </a:lnTo>
                    <a:lnTo>
                      <a:pt x="1068" y="1256"/>
                    </a:lnTo>
                    <a:lnTo>
                      <a:pt x="1110" y="1152"/>
                    </a:lnTo>
                    <a:lnTo>
                      <a:pt x="1110" y="1089"/>
                    </a:lnTo>
                    <a:lnTo>
                      <a:pt x="1215" y="1068"/>
                    </a:lnTo>
                    <a:lnTo>
                      <a:pt x="1256" y="984"/>
                    </a:lnTo>
                    <a:lnTo>
                      <a:pt x="1403" y="796"/>
                    </a:lnTo>
                    <a:lnTo>
                      <a:pt x="1382" y="733"/>
                    </a:lnTo>
                    <a:lnTo>
                      <a:pt x="1319" y="754"/>
                    </a:lnTo>
                    <a:lnTo>
                      <a:pt x="1215" y="733"/>
                    </a:lnTo>
                    <a:lnTo>
                      <a:pt x="1215" y="670"/>
                    </a:lnTo>
                    <a:lnTo>
                      <a:pt x="1361" y="545"/>
                    </a:lnTo>
                    <a:lnTo>
                      <a:pt x="1466" y="545"/>
                    </a:lnTo>
                    <a:lnTo>
                      <a:pt x="1738" y="440"/>
                    </a:lnTo>
                    <a:lnTo>
                      <a:pt x="1821" y="461"/>
                    </a:lnTo>
                    <a:lnTo>
                      <a:pt x="1926" y="273"/>
                    </a:lnTo>
                    <a:lnTo>
                      <a:pt x="1905" y="231"/>
                    </a:lnTo>
                    <a:lnTo>
                      <a:pt x="1779" y="210"/>
                    </a:lnTo>
                    <a:lnTo>
                      <a:pt x="1717" y="147"/>
                    </a:lnTo>
                    <a:lnTo>
                      <a:pt x="1591" y="126"/>
                    </a:lnTo>
                    <a:lnTo>
                      <a:pt x="1424" y="126"/>
                    </a:lnTo>
                    <a:lnTo>
                      <a:pt x="1403" y="105"/>
                    </a:lnTo>
                    <a:lnTo>
                      <a:pt x="1256" y="43"/>
                    </a:lnTo>
                    <a:lnTo>
                      <a:pt x="1173" y="64"/>
                    </a:lnTo>
                    <a:lnTo>
                      <a:pt x="1047" y="64"/>
                    </a:lnTo>
                    <a:lnTo>
                      <a:pt x="963" y="43"/>
                    </a:lnTo>
                    <a:lnTo>
                      <a:pt x="859" y="43"/>
                    </a:lnTo>
                    <a:lnTo>
                      <a:pt x="796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9" name="Google Shape;7713;p67">
                <a:extLst>
                  <a:ext uri="{FF2B5EF4-FFF2-40B4-BE49-F238E27FC236}">
                    <a16:creationId xmlns:a16="http://schemas.microsoft.com/office/drawing/2014/main" id="{6580CA4A-EEC9-8C2D-95CA-6839ACA62C4D}"/>
                  </a:ext>
                </a:extLst>
              </p:cNvPr>
              <p:cNvSpPr/>
              <p:nvPr/>
            </p:nvSpPr>
            <p:spPr>
              <a:xfrm>
                <a:off x="2474800" y="1600250"/>
                <a:ext cx="142825" cy="88425"/>
              </a:xfrm>
              <a:custGeom>
                <a:avLst/>
                <a:gdLst/>
                <a:ahLst/>
                <a:cxnLst/>
                <a:rect l="l" t="t" r="r" b="b"/>
                <a:pathLst>
                  <a:path w="5713" h="3537" extrusionOk="0">
                    <a:moveTo>
                      <a:pt x="2177" y="0"/>
                    </a:moveTo>
                    <a:lnTo>
                      <a:pt x="1863" y="84"/>
                    </a:lnTo>
                    <a:lnTo>
                      <a:pt x="1800" y="126"/>
                    </a:lnTo>
                    <a:lnTo>
                      <a:pt x="1863" y="188"/>
                    </a:lnTo>
                    <a:lnTo>
                      <a:pt x="1863" y="293"/>
                    </a:lnTo>
                    <a:lnTo>
                      <a:pt x="1988" y="356"/>
                    </a:lnTo>
                    <a:lnTo>
                      <a:pt x="2051" y="460"/>
                    </a:lnTo>
                    <a:lnTo>
                      <a:pt x="1967" y="439"/>
                    </a:lnTo>
                    <a:lnTo>
                      <a:pt x="1842" y="335"/>
                    </a:lnTo>
                    <a:lnTo>
                      <a:pt x="1758" y="335"/>
                    </a:lnTo>
                    <a:lnTo>
                      <a:pt x="1695" y="293"/>
                    </a:lnTo>
                    <a:lnTo>
                      <a:pt x="1591" y="293"/>
                    </a:lnTo>
                    <a:lnTo>
                      <a:pt x="1465" y="335"/>
                    </a:lnTo>
                    <a:lnTo>
                      <a:pt x="1381" y="335"/>
                    </a:lnTo>
                    <a:lnTo>
                      <a:pt x="1319" y="398"/>
                    </a:lnTo>
                    <a:lnTo>
                      <a:pt x="1256" y="502"/>
                    </a:lnTo>
                    <a:lnTo>
                      <a:pt x="1130" y="607"/>
                    </a:lnTo>
                    <a:lnTo>
                      <a:pt x="1214" y="711"/>
                    </a:lnTo>
                    <a:lnTo>
                      <a:pt x="1444" y="753"/>
                    </a:lnTo>
                    <a:lnTo>
                      <a:pt x="1549" y="753"/>
                    </a:lnTo>
                    <a:lnTo>
                      <a:pt x="1653" y="837"/>
                    </a:lnTo>
                    <a:lnTo>
                      <a:pt x="1737" y="837"/>
                    </a:lnTo>
                    <a:lnTo>
                      <a:pt x="1758" y="879"/>
                    </a:lnTo>
                    <a:lnTo>
                      <a:pt x="1695" y="921"/>
                    </a:lnTo>
                    <a:lnTo>
                      <a:pt x="1570" y="879"/>
                    </a:lnTo>
                    <a:lnTo>
                      <a:pt x="1319" y="858"/>
                    </a:lnTo>
                    <a:lnTo>
                      <a:pt x="1109" y="879"/>
                    </a:lnTo>
                    <a:lnTo>
                      <a:pt x="1026" y="858"/>
                    </a:lnTo>
                    <a:lnTo>
                      <a:pt x="921" y="879"/>
                    </a:lnTo>
                    <a:lnTo>
                      <a:pt x="754" y="1046"/>
                    </a:lnTo>
                    <a:lnTo>
                      <a:pt x="607" y="1193"/>
                    </a:lnTo>
                    <a:lnTo>
                      <a:pt x="628" y="1256"/>
                    </a:lnTo>
                    <a:lnTo>
                      <a:pt x="754" y="1256"/>
                    </a:lnTo>
                    <a:lnTo>
                      <a:pt x="942" y="1297"/>
                    </a:lnTo>
                    <a:lnTo>
                      <a:pt x="1068" y="1276"/>
                    </a:lnTo>
                    <a:lnTo>
                      <a:pt x="1214" y="1276"/>
                    </a:lnTo>
                    <a:lnTo>
                      <a:pt x="1256" y="1339"/>
                    </a:lnTo>
                    <a:lnTo>
                      <a:pt x="1340" y="1381"/>
                    </a:lnTo>
                    <a:lnTo>
                      <a:pt x="1214" y="1486"/>
                    </a:lnTo>
                    <a:lnTo>
                      <a:pt x="1068" y="1486"/>
                    </a:lnTo>
                    <a:lnTo>
                      <a:pt x="963" y="1569"/>
                    </a:lnTo>
                    <a:lnTo>
                      <a:pt x="837" y="1548"/>
                    </a:lnTo>
                    <a:lnTo>
                      <a:pt x="712" y="1465"/>
                    </a:lnTo>
                    <a:lnTo>
                      <a:pt x="503" y="1465"/>
                    </a:lnTo>
                    <a:lnTo>
                      <a:pt x="419" y="1444"/>
                    </a:lnTo>
                    <a:lnTo>
                      <a:pt x="314" y="1465"/>
                    </a:lnTo>
                    <a:lnTo>
                      <a:pt x="84" y="1611"/>
                    </a:lnTo>
                    <a:lnTo>
                      <a:pt x="126" y="1674"/>
                    </a:lnTo>
                    <a:lnTo>
                      <a:pt x="126" y="1800"/>
                    </a:lnTo>
                    <a:lnTo>
                      <a:pt x="0" y="1800"/>
                    </a:lnTo>
                    <a:lnTo>
                      <a:pt x="0" y="1862"/>
                    </a:lnTo>
                    <a:lnTo>
                      <a:pt x="189" y="1988"/>
                    </a:lnTo>
                    <a:lnTo>
                      <a:pt x="314" y="2134"/>
                    </a:lnTo>
                    <a:lnTo>
                      <a:pt x="377" y="2134"/>
                    </a:lnTo>
                    <a:lnTo>
                      <a:pt x="398" y="2030"/>
                    </a:lnTo>
                    <a:lnTo>
                      <a:pt x="482" y="2072"/>
                    </a:lnTo>
                    <a:lnTo>
                      <a:pt x="419" y="2134"/>
                    </a:lnTo>
                    <a:lnTo>
                      <a:pt x="544" y="2239"/>
                    </a:lnTo>
                    <a:lnTo>
                      <a:pt x="544" y="2385"/>
                    </a:lnTo>
                    <a:lnTo>
                      <a:pt x="649" y="2427"/>
                    </a:lnTo>
                    <a:lnTo>
                      <a:pt x="733" y="2344"/>
                    </a:lnTo>
                    <a:lnTo>
                      <a:pt x="733" y="2218"/>
                    </a:lnTo>
                    <a:lnTo>
                      <a:pt x="796" y="2239"/>
                    </a:lnTo>
                    <a:lnTo>
                      <a:pt x="900" y="2239"/>
                    </a:lnTo>
                    <a:lnTo>
                      <a:pt x="837" y="2323"/>
                    </a:lnTo>
                    <a:lnTo>
                      <a:pt x="837" y="2427"/>
                    </a:lnTo>
                    <a:lnTo>
                      <a:pt x="963" y="2511"/>
                    </a:lnTo>
                    <a:lnTo>
                      <a:pt x="1068" y="2490"/>
                    </a:lnTo>
                    <a:lnTo>
                      <a:pt x="1109" y="2406"/>
                    </a:lnTo>
                    <a:lnTo>
                      <a:pt x="1277" y="2323"/>
                    </a:lnTo>
                    <a:lnTo>
                      <a:pt x="1319" y="2197"/>
                    </a:lnTo>
                    <a:lnTo>
                      <a:pt x="1340" y="2176"/>
                    </a:lnTo>
                    <a:lnTo>
                      <a:pt x="1423" y="2281"/>
                    </a:lnTo>
                    <a:lnTo>
                      <a:pt x="1465" y="2197"/>
                    </a:lnTo>
                    <a:lnTo>
                      <a:pt x="1591" y="2176"/>
                    </a:lnTo>
                    <a:lnTo>
                      <a:pt x="1674" y="2176"/>
                    </a:lnTo>
                    <a:lnTo>
                      <a:pt x="1549" y="2281"/>
                    </a:lnTo>
                    <a:lnTo>
                      <a:pt x="1423" y="2344"/>
                    </a:lnTo>
                    <a:lnTo>
                      <a:pt x="1423" y="2448"/>
                    </a:lnTo>
                    <a:lnTo>
                      <a:pt x="1570" y="2511"/>
                    </a:lnTo>
                    <a:lnTo>
                      <a:pt x="1674" y="2490"/>
                    </a:lnTo>
                    <a:lnTo>
                      <a:pt x="1737" y="2532"/>
                    </a:lnTo>
                    <a:lnTo>
                      <a:pt x="1842" y="2511"/>
                    </a:lnTo>
                    <a:lnTo>
                      <a:pt x="1946" y="2490"/>
                    </a:lnTo>
                    <a:lnTo>
                      <a:pt x="2009" y="2406"/>
                    </a:lnTo>
                    <a:lnTo>
                      <a:pt x="2093" y="2490"/>
                    </a:lnTo>
                    <a:lnTo>
                      <a:pt x="2093" y="2553"/>
                    </a:lnTo>
                    <a:lnTo>
                      <a:pt x="2260" y="2553"/>
                    </a:lnTo>
                    <a:lnTo>
                      <a:pt x="2407" y="2490"/>
                    </a:lnTo>
                    <a:lnTo>
                      <a:pt x="2407" y="2553"/>
                    </a:lnTo>
                    <a:lnTo>
                      <a:pt x="2574" y="2553"/>
                    </a:lnTo>
                    <a:lnTo>
                      <a:pt x="2637" y="2490"/>
                    </a:lnTo>
                    <a:lnTo>
                      <a:pt x="2700" y="2532"/>
                    </a:lnTo>
                    <a:lnTo>
                      <a:pt x="2616" y="2595"/>
                    </a:lnTo>
                    <a:lnTo>
                      <a:pt x="2595" y="2657"/>
                    </a:lnTo>
                    <a:lnTo>
                      <a:pt x="2323" y="2657"/>
                    </a:lnTo>
                    <a:lnTo>
                      <a:pt x="2218" y="2741"/>
                    </a:lnTo>
                    <a:lnTo>
                      <a:pt x="2156" y="2720"/>
                    </a:lnTo>
                    <a:lnTo>
                      <a:pt x="2009" y="2720"/>
                    </a:lnTo>
                    <a:lnTo>
                      <a:pt x="1842" y="2657"/>
                    </a:lnTo>
                    <a:lnTo>
                      <a:pt x="1653" y="2657"/>
                    </a:lnTo>
                    <a:lnTo>
                      <a:pt x="1486" y="2741"/>
                    </a:lnTo>
                    <a:lnTo>
                      <a:pt x="1381" y="2741"/>
                    </a:lnTo>
                    <a:lnTo>
                      <a:pt x="1256" y="2720"/>
                    </a:lnTo>
                    <a:lnTo>
                      <a:pt x="1172" y="2762"/>
                    </a:lnTo>
                    <a:lnTo>
                      <a:pt x="1005" y="2720"/>
                    </a:lnTo>
                    <a:lnTo>
                      <a:pt x="837" y="2762"/>
                    </a:lnTo>
                    <a:lnTo>
                      <a:pt x="816" y="2950"/>
                    </a:lnTo>
                    <a:lnTo>
                      <a:pt x="837" y="3034"/>
                    </a:lnTo>
                    <a:lnTo>
                      <a:pt x="796" y="3160"/>
                    </a:lnTo>
                    <a:lnTo>
                      <a:pt x="921" y="3285"/>
                    </a:lnTo>
                    <a:lnTo>
                      <a:pt x="963" y="3390"/>
                    </a:lnTo>
                    <a:lnTo>
                      <a:pt x="1130" y="3432"/>
                    </a:lnTo>
                    <a:lnTo>
                      <a:pt x="1319" y="3494"/>
                    </a:lnTo>
                    <a:lnTo>
                      <a:pt x="1465" y="3494"/>
                    </a:lnTo>
                    <a:lnTo>
                      <a:pt x="1633" y="3452"/>
                    </a:lnTo>
                    <a:lnTo>
                      <a:pt x="1779" y="3452"/>
                    </a:lnTo>
                    <a:lnTo>
                      <a:pt x="1800" y="3536"/>
                    </a:lnTo>
                    <a:lnTo>
                      <a:pt x="1946" y="3536"/>
                    </a:lnTo>
                    <a:lnTo>
                      <a:pt x="2072" y="3473"/>
                    </a:lnTo>
                    <a:lnTo>
                      <a:pt x="2093" y="3473"/>
                    </a:lnTo>
                    <a:lnTo>
                      <a:pt x="2218" y="3452"/>
                    </a:lnTo>
                    <a:lnTo>
                      <a:pt x="2260" y="3369"/>
                    </a:lnTo>
                    <a:lnTo>
                      <a:pt x="2386" y="3369"/>
                    </a:lnTo>
                    <a:lnTo>
                      <a:pt x="2428" y="3348"/>
                    </a:lnTo>
                    <a:lnTo>
                      <a:pt x="2469" y="3243"/>
                    </a:lnTo>
                    <a:lnTo>
                      <a:pt x="2532" y="3222"/>
                    </a:lnTo>
                    <a:lnTo>
                      <a:pt x="2616" y="3222"/>
                    </a:lnTo>
                    <a:lnTo>
                      <a:pt x="2679" y="3139"/>
                    </a:lnTo>
                    <a:lnTo>
                      <a:pt x="2741" y="3180"/>
                    </a:lnTo>
                    <a:lnTo>
                      <a:pt x="2909" y="3180"/>
                    </a:lnTo>
                    <a:lnTo>
                      <a:pt x="2930" y="3222"/>
                    </a:lnTo>
                    <a:lnTo>
                      <a:pt x="3055" y="3222"/>
                    </a:lnTo>
                    <a:lnTo>
                      <a:pt x="3118" y="3160"/>
                    </a:lnTo>
                    <a:lnTo>
                      <a:pt x="3306" y="3076"/>
                    </a:lnTo>
                    <a:lnTo>
                      <a:pt x="3369" y="3076"/>
                    </a:lnTo>
                    <a:lnTo>
                      <a:pt x="3453" y="3055"/>
                    </a:lnTo>
                    <a:lnTo>
                      <a:pt x="3453" y="2971"/>
                    </a:lnTo>
                    <a:lnTo>
                      <a:pt x="3537" y="3013"/>
                    </a:lnTo>
                    <a:lnTo>
                      <a:pt x="3557" y="3076"/>
                    </a:lnTo>
                    <a:lnTo>
                      <a:pt x="3516" y="3160"/>
                    </a:lnTo>
                    <a:lnTo>
                      <a:pt x="3516" y="3222"/>
                    </a:lnTo>
                    <a:lnTo>
                      <a:pt x="3662" y="3264"/>
                    </a:lnTo>
                    <a:lnTo>
                      <a:pt x="3746" y="3243"/>
                    </a:lnTo>
                    <a:lnTo>
                      <a:pt x="3767" y="3160"/>
                    </a:lnTo>
                    <a:lnTo>
                      <a:pt x="3892" y="3118"/>
                    </a:lnTo>
                    <a:lnTo>
                      <a:pt x="3934" y="3118"/>
                    </a:lnTo>
                    <a:lnTo>
                      <a:pt x="3955" y="3180"/>
                    </a:lnTo>
                    <a:lnTo>
                      <a:pt x="3871" y="3264"/>
                    </a:lnTo>
                    <a:lnTo>
                      <a:pt x="3892" y="3348"/>
                    </a:lnTo>
                    <a:lnTo>
                      <a:pt x="4039" y="3390"/>
                    </a:lnTo>
                    <a:lnTo>
                      <a:pt x="4206" y="3369"/>
                    </a:lnTo>
                    <a:lnTo>
                      <a:pt x="4394" y="3285"/>
                    </a:lnTo>
                    <a:lnTo>
                      <a:pt x="4478" y="3285"/>
                    </a:lnTo>
                    <a:lnTo>
                      <a:pt x="4583" y="3264"/>
                    </a:lnTo>
                    <a:lnTo>
                      <a:pt x="4666" y="3327"/>
                    </a:lnTo>
                    <a:lnTo>
                      <a:pt x="4708" y="3285"/>
                    </a:lnTo>
                    <a:lnTo>
                      <a:pt x="4708" y="3243"/>
                    </a:lnTo>
                    <a:lnTo>
                      <a:pt x="4771" y="3222"/>
                    </a:lnTo>
                    <a:lnTo>
                      <a:pt x="4834" y="3222"/>
                    </a:lnTo>
                    <a:lnTo>
                      <a:pt x="4876" y="3139"/>
                    </a:lnTo>
                    <a:lnTo>
                      <a:pt x="4876" y="3055"/>
                    </a:lnTo>
                    <a:lnTo>
                      <a:pt x="4980" y="2971"/>
                    </a:lnTo>
                    <a:lnTo>
                      <a:pt x="5085" y="2971"/>
                    </a:lnTo>
                    <a:lnTo>
                      <a:pt x="5190" y="2804"/>
                    </a:lnTo>
                    <a:lnTo>
                      <a:pt x="5190" y="2720"/>
                    </a:lnTo>
                    <a:lnTo>
                      <a:pt x="5210" y="2657"/>
                    </a:lnTo>
                    <a:lnTo>
                      <a:pt x="5294" y="2657"/>
                    </a:lnTo>
                    <a:lnTo>
                      <a:pt x="5399" y="2616"/>
                    </a:lnTo>
                    <a:lnTo>
                      <a:pt x="5524" y="2490"/>
                    </a:lnTo>
                    <a:lnTo>
                      <a:pt x="5650" y="2218"/>
                    </a:lnTo>
                    <a:lnTo>
                      <a:pt x="5713" y="2072"/>
                    </a:lnTo>
                    <a:lnTo>
                      <a:pt x="5650" y="1967"/>
                    </a:lnTo>
                    <a:lnTo>
                      <a:pt x="5566" y="1779"/>
                    </a:lnTo>
                    <a:lnTo>
                      <a:pt x="5441" y="1695"/>
                    </a:lnTo>
                    <a:lnTo>
                      <a:pt x="5357" y="1695"/>
                    </a:lnTo>
                    <a:lnTo>
                      <a:pt x="5190" y="1820"/>
                    </a:lnTo>
                    <a:lnTo>
                      <a:pt x="5190" y="1925"/>
                    </a:lnTo>
                    <a:lnTo>
                      <a:pt x="5106" y="2072"/>
                    </a:lnTo>
                    <a:lnTo>
                      <a:pt x="5127" y="2092"/>
                    </a:lnTo>
                    <a:lnTo>
                      <a:pt x="5106" y="2134"/>
                    </a:lnTo>
                    <a:lnTo>
                      <a:pt x="5022" y="2134"/>
                    </a:lnTo>
                    <a:lnTo>
                      <a:pt x="4918" y="2239"/>
                    </a:lnTo>
                    <a:lnTo>
                      <a:pt x="4897" y="2197"/>
                    </a:lnTo>
                    <a:lnTo>
                      <a:pt x="4980" y="2009"/>
                    </a:lnTo>
                    <a:lnTo>
                      <a:pt x="5001" y="1883"/>
                    </a:lnTo>
                    <a:lnTo>
                      <a:pt x="4834" y="1800"/>
                    </a:lnTo>
                    <a:lnTo>
                      <a:pt x="4771" y="1820"/>
                    </a:lnTo>
                    <a:lnTo>
                      <a:pt x="4687" y="1904"/>
                    </a:lnTo>
                    <a:lnTo>
                      <a:pt x="4499" y="2009"/>
                    </a:lnTo>
                    <a:lnTo>
                      <a:pt x="4457" y="2113"/>
                    </a:lnTo>
                    <a:lnTo>
                      <a:pt x="4394" y="2030"/>
                    </a:lnTo>
                    <a:lnTo>
                      <a:pt x="4415" y="1925"/>
                    </a:lnTo>
                    <a:lnTo>
                      <a:pt x="4583" y="1800"/>
                    </a:lnTo>
                    <a:lnTo>
                      <a:pt x="4771" y="1695"/>
                    </a:lnTo>
                    <a:lnTo>
                      <a:pt x="4834" y="1569"/>
                    </a:lnTo>
                    <a:lnTo>
                      <a:pt x="4813" y="1507"/>
                    </a:lnTo>
                    <a:lnTo>
                      <a:pt x="4666" y="1507"/>
                    </a:lnTo>
                    <a:lnTo>
                      <a:pt x="4562" y="1548"/>
                    </a:lnTo>
                    <a:lnTo>
                      <a:pt x="4499" y="1548"/>
                    </a:lnTo>
                    <a:lnTo>
                      <a:pt x="4499" y="1486"/>
                    </a:lnTo>
                    <a:lnTo>
                      <a:pt x="4583" y="1402"/>
                    </a:lnTo>
                    <a:lnTo>
                      <a:pt x="4771" y="1276"/>
                    </a:lnTo>
                    <a:lnTo>
                      <a:pt x="4813" y="1276"/>
                    </a:lnTo>
                    <a:lnTo>
                      <a:pt x="4876" y="1235"/>
                    </a:lnTo>
                    <a:lnTo>
                      <a:pt x="4876" y="942"/>
                    </a:lnTo>
                    <a:lnTo>
                      <a:pt x="4834" y="921"/>
                    </a:lnTo>
                    <a:lnTo>
                      <a:pt x="4834" y="753"/>
                    </a:lnTo>
                    <a:lnTo>
                      <a:pt x="4876" y="649"/>
                    </a:lnTo>
                    <a:lnTo>
                      <a:pt x="4876" y="565"/>
                    </a:lnTo>
                    <a:lnTo>
                      <a:pt x="4938" y="502"/>
                    </a:lnTo>
                    <a:lnTo>
                      <a:pt x="5022" y="502"/>
                    </a:lnTo>
                    <a:lnTo>
                      <a:pt x="5085" y="419"/>
                    </a:lnTo>
                    <a:lnTo>
                      <a:pt x="5022" y="335"/>
                    </a:lnTo>
                    <a:lnTo>
                      <a:pt x="5043" y="251"/>
                    </a:lnTo>
                    <a:lnTo>
                      <a:pt x="4897" y="188"/>
                    </a:lnTo>
                    <a:lnTo>
                      <a:pt x="4813" y="188"/>
                    </a:lnTo>
                    <a:lnTo>
                      <a:pt x="4562" y="419"/>
                    </a:lnTo>
                    <a:lnTo>
                      <a:pt x="4415" y="460"/>
                    </a:lnTo>
                    <a:lnTo>
                      <a:pt x="4374" y="565"/>
                    </a:lnTo>
                    <a:lnTo>
                      <a:pt x="4394" y="628"/>
                    </a:lnTo>
                    <a:lnTo>
                      <a:pt x="4290" y="628"/>
                    </a:lnTo>
                    <a:lnTo>
                      <a:pt x="4248" y="607"/>
                    </a:lnTo>
                    <a:lnTo>
                      <a:pt x="4143" y="649"/>
                    </a:lnTo>
                    <a:lnTo>
                      <a:pt x="4039" y="816"/>
                    </a:lnTo>
                    <a:lnTo>
                      <a:pt x="4081" y="942"/>
                    </a:lnTo>
                    <a:lnTo>
                      <a:pt x="4081" y="1067"/>
                    </a:lnTo>
                    <a:lnTo>
                      <a:pt x="4143" y="1130"/>
                    </a:lnTo>
                    <a:lnTo>
                      <a:pt x="4206" y="1297"/>
                    </a:lnTo>
                    <a:lnTo>
                      <a:pt x="4143" y="1465"/>
                    </a:lnTo>
                    <a:lnTo>
                      <a:pt x="4039" y="1465"/>
                    </a:lnTo>
                    <a:lnTo>
                      <a:pt x="3871" y="1507"/>
                    </a:lnTo>
                    <a:lnTo>
                      <a:pt x="3788" y="1507"/>
                    </a:lnTo>
                    <a:lnTo>
                      <a:pt x="3746" y="1569"/>
                    </a:lnTo>
                    <a:lnTo>
                      <a:pt x="3788" y="1674"/>
                    </a:lnTo>
                    <a:lnTo>
                      <a:pt x="3788" y="1758"/>
                    </a:lnTo>
                    <a:lnTo>
                      <a:pt x="3892" y="1883"/>
                    </a:lnTo>
                    <a:lnTo>
                      <a:pt x="3955" y="2072"/>
                    </a:lnTo>
                    <a:lnTo>
                      <a:pt x="3767" y="2134"/>
                    </a:lnTo>
                    <a:lnTo>
                      <a:pt x="3788" y="2197"/>
                    </a:lnTo>
                    <a:lnTo>
                      <a:pt x="3829" y="2239"/>
                    </a:lnTo>
                    <a:lnTo>
                      <a:pt x="3746" y="2281"/>
                    </a:lnTo>
                    <a:lnTo>
                      <a:pt x="3662" y="2134"/>
                    </a:lnTo>
                    <a:lnTo>
                      <a:pt x="3453" y="2092"/>
                    </a:lnTo>
                    <a:lnTo>
                      <a:pt x="3411" y="2113"/>
                    </a:lnTo>
                    <a:lnTo>
                      <a:pt x="3265" y="2092"/>
                    </a:lnTo>
                    <a:lnTo>
                      <a:pt x="3244" y="2009"/>
                    </a:lnTo>
                    <a:lnTo>
                      <a:pt x="3202" y="1967"/>
                    </a:lnTo>
                    <a:lnTo>
                      <a:pt x="3118" y="2030"/>
                    </a:lnTo>
                    <a:lnTo>
                      <a:pt x="2993" y="2092"/>
                    </a:lnTo>
                    <a:lnTo>
                      <a:pt x="2930" y="2030"/>
                    </a:lnTo>
                    <a:lnTo>
                      <a:pt x="2930" y="1820"/>
                    </a:lnTo>
                    <a:lnTo>
                      <a:pt x="3034" y="1758"/>
                    </a:lnTo>
                    <a:lnTo>
                      <a:pt x="3118" y="1507"/>
                    </a:lnTo>
                    <a:lnTo>
                      <a:pt x="3034" y="1507"/>
                    </a:lnTo>
                    <a:lnTo>
                      <a:pt x="2909" y="1465"/>
                    </a:lnTo>
                    <a:lnTo>
                      <a:pt x="2804" y="1486"/>
                    </a:lnTo>
                    <a:lnTo>
                      <a:pt x="2783" y="1402"/>
                    </a:lnTo>
                    <a:lnTo>
                      <a:pt x="2888" y="1381"/>
                    </a:lnTo>
                    <a:lnTo>
                      <a:pt x="2993" y="1402"/>
                    </a:lnTo>
                    <a:lnTo>
                      <a:pt x="3034" y="1339"/>
                    </a:lnTo>
                    <a:lnTo>
                      <a:pt x="3013" y="1088"/>
                    </a:lnTo>
                    <a:lnTo>
                      <a:pt x="2909" y="963"/>
                    </a:lnTo>
                    <a:lnTo>
                      <a:pt x="2951" y="879"/>
                    </a:lnTo>
                    <a:lnTo>
                      <a:pt x="3013" y="858"/>
                    </a:lnTo>
                    <a:lnTo>
                      <a:pt x="3034" y="774"/>
                    </a:lnTo>
                    <a:lnTo>
                      <a:pt x="2951" y="711"/>
                    </a:lnTo>
                    <a:lnTo>
                      <a:pt x="2951" y="649"/>
                    </a:lnTo>
                    <a:lnTo>
                      <a:pt x="2909" y="565"/>
                    </a:lnTo>
                    <a:lnTo>
                      <a:pt x="2825" y="565"/>
                    </a:lnTo>
                    <a:lnTo>
                      <a:pt x="2783" y="523"/>
                    </a:lnTo>
                    <a:lnTo>
                      <a:pt x="2700" y="565"/>
                    </a:lnTo>
                    <a:lnTo>
                      <a:pt x="2490" y="565"/>
                    </a:lnTo>
                    <a:lnTo>
                      <a:pt x="2428" y="502"/>
                    </a:lnTo>
                    <a:lnTo>
                      <a:pt x="2532" y="335"/>
                    </a:lnTo>
                    <a:lnTo>
                      <a:pt x="2616" y="293"/>
                    </a:lnTo>
                    <a:lnTo>
                      <a:pt x="2574" y="126"/>
                    </a:lnTo>
                    <a:lnTo>
                      <a:pt x="2469" y="21"/>
                    </a:lnTo>
                    <a:lnTo>
                      <a:pt x="2281" y="21"/>
                    </a:lnTo>
                    <a:lnTo>
                      <a:pt x="217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0" name="Google Shape;7714;p67">
                <a:extLst>
                  <a:ext uri="{FF2B5EF4-FFF2-40B4-BE49-F238E27FC236}">
                    <a16:creationId xmlns:a16="http://schemas.microsoft.com/office/drawing/2014/main" id="{267D6736-08AB-C572-D37D-621228B73C66}"/>
                  </a:ext>
                </a:extLst>
              </p:cNvPr>
              <p:cNvSpPr/>
              <p:nvPr/>
            </p:nvSpPr>
            <p:spPr>
              <a:xfrm>
                <a:off x="2638000" y="1637900"/>
                <a:ext cx="69075" cy="67500"/>
              </a:xfrm>
              <a:custGeom>
                <a:avLst/>
                <a:gdLst/>
                <a:ahLst/>
                <a:cxnLst/>
                <a:rect l="l" t="t" r="r" b="b"/>
                <a:pathLst>
                  <a:path w="2763" h="2700" extrusionOk="0">
                    <a:moveTo>
                      <a:pt x="1884" y="1"/>
                    </a:moveTo>
                    <a:lnTo>
                      <a:pt x="1758" y="84"/>
                    </a:lnTo>
                    <a:lnTo>
                      <a:pt x="1654" y="84"/>
                    </a:lnTo>
                    <a:lnTo>
                      <a:pt x="1612" y="126"/>
                    </a:lnTo>
                    <a:lnTo>
                      <a:pt x="1507" y="126"/>
                    </a:lnTo>
                    <a:lnTo>
                      <a:pt x="1423" y="189"/>
                    </a:lnTo>
                    <a:lnTo>
                      <a:pt x="1423" y="335"/>
                    </a:lnTo>
                    <a:lnTo>
                      <a:pt x="1403" y="398"/>
                    </a:lnTo>
                    <a:lnTo>
                      <a:pt x="1423" y="545"/>
                    </a:lnTo>
                    <a:lnTo>
                      <a:pt x="1528" y="649"/>
                    </a:lnTo>
                    <a:lnTo>
                      <a:pt x="1549" y="733"/>
                    </a:lnTo>
                    <a:lnTo>
                      <a:pt x="1549" y="733"/>
                    </a:lnTo>
                    <a:lnTo>
                      <a:pt x="1444" y="691"/>
                    </a:lnTo>
                    <a:lnTo>
                      <a:pt x="1361" y="691"/>
                    </a:lnTo>
                    <a:lnTo>
                      <a:pt x="1340" y="733"/>
                    </a:lnTo>
                    <a:lnTo>
                      <a:pt x="1528" y="858"/>
                    </a:lnTo>
                    <a:lnTo>
                      <a:pt x="1528" y="963"/>
                    </a:lnTo>
                    <a:lnTo>
                      <a:pt x="1423" y="1005"/>
                    </a:lnTo>
                    <a:lnTo>
                      <a:pt x="1403" y="1151"/>
                    </a:lnTo>
                    <a:lnTo>
                      <a:pt x="1444" y="1235"/>
                    </a:lnTo>
                    <a:lnTo>
                      <a:pt x="1340" y="1319"/>
                    </a:lnTo>
                    <a:lnTo>
                      <a:pt x="1235" y="1256"/>
                    </a:lnTo>
                    <a:lnTo>
                      <a:pt x="1235" y="1214"/>
                    </a:lnTo>
                    <a:lnTo>
                      <a:pt x="1256" y="1110"/>
                    </a:lnTo>
                    <a:lnTo>
                      <a:pt x="1235" y="796"/>
                    </a:lnTo>
                    <a:lnTo>
                      <a:pt x="1151" y="712"/>
                    </a:lnTo>
                    <a:lnTo>
                      <a:pt x="1131" y="628"/>
                    </a:lnTo>
                    <a:lnTo>
                      <a:pt x="1151" y="586"/>
                    </a:lnTo>
                    <a:lnTo>
                      <a:pt x="1151" y="482"/>
                    </a:lnTo>
                    <a:lnTo>
                      <a:pt x="1110" y="419"/>
                    </a:lnTo>
                    <a:lnTo>
                      <a:pt x="1089" y="314"/>
                    </a:lnTo>
                    <a:lnTo>
                      <a:pt x="1026" y="273"/>
                    </a:lnTo>
                    <a:lnTo>
                      <a:pt x="900" y="314"/>
                    </a:lnTo>
                    <a:lnTo>
                      <a:pt x="879" y="377"/>
                    </a:lnTo>
                    <a:lnTo>
                      <a:pt x="775" y="461"/>
                    </a:lnTo>
                    <a:lnTo>
                      <a:pt x="733" y="524"/>
                    </a:lnTo>
                    <a:lnTo>
                      <a:pt x="796" y="566"/>
                    </a:lnTo>
                    <a:lnTo>
                      <a:pt x="838" y="566"/>
                    </a:lnTo>
                    <a:lnTo>
                      <a:pt x="900" y="628"/>
                    </a:lnTo>
                    <a:lnTo>
                      <a:pt x="796" y="670"/>
                    </a:lnTo>
                    <a:lnTo>
                      <a:pt x="775" y="733"/>
                    </a:lnTo>
                    <a:lnTo>
                      <a:pt x="670" y="796"/>
                    </a:lnTo>
                    <a:lnTo>
                      <a:pt x="628" y="942"/>
                    </a:lnTo>
                    <a:lnTo>
                      <a:pt x="733" y="984"/>
                    </a:lnTo>
                    <a:lnTo>
                      <a:pt x="733" y="1026"/>
                    </a:lnTo>
                    <a:lnTo>
                      <a:pt x="607" y="1068"/>
                    </a:lnTo>
                    <a:lnTo>
                      <a:pt x="587" y="1172"/>
                    </a:lnTo>
                    <a:lnTo>
                      <a:pt x="628" y="1256"/>
                    </a:lnTo>
                    <a:lnTo>
                      <a:pt x="670" y="1361"/>
                    </a:lnTo>
                    <a:lnTo>
                      <a:pt x="607" y="1423"/>
                    </a:lnTo>
                    <a:lnTo>
                      <a:pt x="566" y="1382"/>
                    </a:lnTo>
                    <a:lnTo>
                      <a:pt x="566" y="1235"/>
                    </a:lnTo>
                    <a:lnTo>
                      <a:pt x="503" y="1214"/>
                    </a:lnTo>
                    <a:lnTo>
                      <a:pt x="503" y="1110"/>
                    </a:lnTo>
                    <a:lnTo>
                      <a:pt x="461" y="1130"/>
                    </a:lnTo>
                    <a:lnTo>
                      <a:pt x="294" y="1130"/>
                    </a:lnTo>
                    <a:lnTo>
                      <a:pt x="273" y="1214"/>
                    </a:lnTo>
                    <a:lnTo>
                      <a:pt x="335" y="1256"/>
                    </a:lnTo>
                    <a:lnTo>
                      <a:pt x="252" y="1298"/>
                    </a:lnTo>
                    <a:lnTo>
                      <a:pt x="168" y="1235"/>
                    </a:lnTo>
                    <a:lnTo>
                      <a:pt x="84" y="1298"/>
                    </a:lnTo>
                    <a:lnTo>
                      <a:pt x="1" y="1256"/>
                    </a:lnTo>
                    <a:lnTo>
                      <a:pt x="1" y="1402"/>
                    </a:lnTo>
                    <a:lnTo>
                      <a:pt x="63" y="1444"/>
                    </a:lnTo>
                    <a:lnTo>
                      <a:pt x="147" y="1444"/>
                    </a:lnTo>
                    <a:lnTo>
                      <a:pt x="189" y="1465"/>
                    </a:lnTo>
                    <a:lnTo>
                      <a:pt x="252" y="1444"/>
                    </a:lnTo>
                    <a:lnTo>
                      <a:pt x="356" y="1444"/>
                    </a:lnTo>
                    <a:lnTo>
                      <a:pt x="419" y="1465"/>
                    </a:lnTo>
                    <a:lnTo>
                      <a:pt x="503" y="1444"/>
                    </a:lnTo>
                    <a:lnTo>
                      <a:pt x="628" y="1507"/>
                    </a:lnTo>
                    <a:lnTo>
                      <a:pt x="796" y="1465"/>
                    </a:lnTo>
                    <a:lnTo>
                      <a:pt x="879" y="1528"/>
                    </a:lnTo>
                    <a:lnTo>
                      <a:pt x="984" y="1528"/>
                    </a:lnTo>
                    <a:lnTo>
                      <a:pt x="1444" y="1612"/>
                    </a:lnTo>
                    <a:lnTo>
                      <a:pt x="1507" y="1654"/>
                    </a:lnTo>
                    <a:lnTo>
                      <a:pt x="1423" y="1695"/>
                    </a:lnTo>
                    <a:lnTo>
                      <a:pt x="1298" y="1674"/>
                    </a:lnTo>
                    <a:lnTo>
                      <a:pt x="1151" y="1674"/>
                    </a:lnTo>
                    <a:lnTo>
                      <a:pt x="1047" y="1737"/>
                    </a:lnTo>
                    <a:lnTo>
                      <a:pt x="879" y="1758"/>
                    </a:lnTo>
                    <a:lnTo>
                      <a:pt x="921" y="1758"/>
                    </a:lnTo>
                    <a:lnTo>
                      <a:pt x="984" y="1800"/>
                    </a:lnTo>
                    <a:lnTo>
                      <a:pt x="921" y="1842"/>
                    </a:lnTo>
                    <a:lnTo>
                      <a:pt x="754" y="1779"/>
                    </a:lnTo>
                    <a:lnTo>
                      <a:pt x="670" y="1758"/>
                    </a:lnTo>
                    <a:lnTo>
                      <a:pt x="587" y="1800"/>
                    </a:lnTo>
                    <a:lnTo>
                      <a:pt x="607" y="1863"/>
                    </a:lnTo>
                    <a:lnTo>
                      <a:pt x="587" y="1905"/>
                    </a:lnTo>
                    <a:lnTo>
                      <a:pt x="524" y="1863"/>
                    </a:lnTo>
                    <a:lnTo>
                      <a:pt x="482" y="1863"/>
                    </a:lnTo>
                    <a:lnTo>
                      <a:pt x="503" y="1905"/>
                    </a:lnTo>
                    <a:lnTo>
                      <a:pt x="503" y="1967"/>
                    </a:lnTo>
                    <a:lnTo>
                      <a:pt x="566" y="2009"/>
                    </a:lnTo>
                    <a:lnTo>
                      <a:pt x="649" y="2051"/>
                    </a:lnTo>
                    <a:lnTo>
                      <a:pt x="607" y="2114"/>
                    </a:lnTo>
                    <a:lnTo>
                      <a:pt x="670" y="2198"/>
                    </a:lnTo>
                    <a:lnTo>
                      <a:pt x="607" y="2198"/>
                    </a:lnTo>
                    <a:lnTo>
                      <a:pt x="566" y="2114"/>
                    </a:lnTo>
                    <a:lnTo>
                      <a:pt x="503" y="2114"/>
                    </a:lnTo>
                    <a:lnTo>
                      <a:pt x="461" y="2218"/>
                    </a:lnTo>
                    <a:lnTo>
                      <a:pt x="461" y="2281"/>
                    </a:lnTo>
                    <a:lnTo>
                      <a:pt x="440" y="2323"/>
                    </a:lnTo>
                    <a:lnTo>
                      <a:pt x="440" y="2428"/>
                    </a:lnTo>
                    <a:lnTo>
                      <a:pt x="503" y="2491"/>
                    </a:lnTo>
                    <a:lnTo>
                      <a:pt x="607" y="2491"/>
                    </a:lnTo>
                    <a:lnTo>
                      <a:pt x="670" y="2532"/>
                    </a:lnTo>
                    <a:lnTo>
                      <a:pt x="712" y="2532"/>
                    </a:lnTo>
                    <a:lnTo>
                      <a:pt x="775" y="2470"/>
                    </a:lnTo>
                    <a:lnTo>
                      <a:pt x="900" y="2407"/>
                    </a:lnTo>
                    <a:lnTo>
                      <a:pt x="817" y="2511"/>
                    </a:lnTo>
                    <a:lnTo>
                      <a:pt x="859" y="2595"/>
                    </a:lnTo>
                    <a:lnTo>
                      <a:pt x="921" y="2595"/>
                    </a:lnTo>
                    <a:lnTo>
                      <a:pt x="1005" y="2511"/>
                    </a:lnTo>
                    <a:lnTo>
                      <a:pt x="1026" y="2574"/>
                    </a:lnTo>
                    <a:lnTo>
                      <a:pt x="1068" y="2679"/>
                    </a:lnTo>
                    <a:lnTo>
                      <a:pt x="1382" y="2700"/>
                    </a:lnTo>
                    <a:lnTo>
                      <a:pt x="1444" y="2595"/>
                    </a:lnTo>
                    <a:lnTo>
                      <a:pt x="1423" y="2511"/>
                    </a:lnTo>
                    <a:lnTo>
                      <a:pt x="1444" y="2407"/>
                    </a:lnTo>
                    <a:lnTo>
                      <a:pt x="1507" y="2365"/>
                    </a:lnTo>
                    <a:lnTo>
                      <a:pt x="1528" y="2407"/>
                    </a:lnTo>
                    <a:lnTo>
                      <a:pt x="1528" y="2511"/>
                    </a:lnTo>
                    <a:lnTo>
                      <a:pt x="1570" y="2616"/>
                    </a:lnTo>
                    <a:lnTo>
                      <a:pt x="1612" y="2574"/>
                    </a:lnTo>
                    <a:lnTo>
                      <a:pt x="1612" y="2470"/>
                    </a:lnTo>
                    <a:lnTo>
                      <a:pt x="1612" y="2407"/>
                    </a:lnTo>
                    <a:lnTo>
                      <a:pt x="1654" y="2323"/>
                    </a:lnTo>
                    <a:lnTo>
                      <a:pt x="1675" y="2281"/>
                    </a:lnTo>
                    <a:lnTo>
                      <a:pt x="1570" y="2302"/>
                    </a:lnTo>
                    <a:lnTo>
                      <a:pt x="1486" y="2344"/>
                    </a:lnTo>
                    <a:lnTo>
                      <a:pt x="1528" y="2239"/>
                    </a:lnTo>
                    <a:lnTo>
                      <a:pt x="1633" y="2198"/>
                    </a:lnTo>
                    <a:lnTo>
                      <a:pt x="1695" y="2135"/>
                    </a:lnTo>
                    <a:lnTo>
                      <a:pt x="1758" y="2072"/>
                    </a:lnTo>
                    <a:lnTo>
                      <a:pt x="1758" y="1988"/>
                    </a:lnTo>
                    <a:lnTo>
                      <a:pt x="1821" y="1967"/>
                    </a:lnTo>
                    <a:lnTo>
                      <a:pt x="1905" y="1988"/>
                    </a:lnTo>
                    <a:lnTo>
                      <a:pt x="1905" y="2072"/>
                    </a:lnTo>
                    <a:lnTo>
                      <a:pt x="1905" y="2156"/>
                    </a:lnTo>
                    <a:lnTo>
                      <a:pt x="1947" y="2093"/>
                    </a:lnTo>
                    <a:lnTo>
                      <a:pt x="2072" y="1926"/>
                    </a:lnTo>
                    <a:lnTo>
                      <a:pt x="2072" y="1863"/>
                    </a:lnTo>
                    <a:lnTo>
                      <a:pt x="1947" y="1779"/>
                    </a:lnTo>
                    <a:lnTo>
                      <a:pt x="1947" y="1737"/>
                    </a:lnTo>
                    <a:lnTo>
                      <a:pt x="1988" y="1674"/>
                    </a:lnTo>
                    <a:lnTo>
                      <a:pt x="2051" y="1716"/>
                    </a:lnTo>
                    <a:lnTo>
                      <a:pt x="2135" y="1716"/>
                    </a:lnTo>
                    <a:lnTo>
                      <a:pt x="2156" y="1612"/>
                    </a:lnTo>
                    <a:lnTo>
                      <a:pt x="2156" y="1549"/>
                    </a:lnTo>
                    <a:lnTo>
                      <a:pt x="2260" y="1423"/>
                    </a:lnTo>
                    <a:lnTo>
                      <a:pt x="2281" y="1340"/>
                    </a:lnTo>
                    <a:lnTo>
                      <a:pt x="2407" y="1214"/>
                    </a:lnTo>
                    <a:lnTo>
                      <a:pt x="2511" y="1151"/>
                    </a:lnTo>
                    <a:lnTo>
                      <a:pt x="2553" y="1089"/>
                    </a:lnTo>
                    <a:lnTo>
                      <a:pt x="2511" y="942"/>
                    </a:lnTo>
                    <a:lnTo>
                      <a:pt x="2616" y="775"/>
                    </a:lnTo>
                    <a:lnTo>
                      <a:pt x="2742" y="691"/>
                    </a:lnTo>
                    <a:lnTo>
                      <a:pt x="2763" y="586"/>
                    </a:lnTo>
                    <a:lnTo>
                      <a:pt x="2700" y="482"/>
                    </a:lnTo>
                    <a:lnTo>
                      <a:pt x="2595" y="461"/>
                    </a:lnTo>
                    <a:lnTo>
                      <a:pt x="2553" y="356"/>
                    </a:lnTo>
                    <a:lnTo>
                      <a:pt x="2595" y="356"/>
                    </a:lnTo>
                    <a:lnTo>
                      <a:pt x="2616" y="294"/>
                    </a:lnTo>
                    <a:lnTo>
                      <a:pt x="2595" y="252"/>
                    </a:lnTo>
                    <a:lnTo>
                      <a:pt x="2616" y="168"/>
                    </a:lnTo>
                    <a:lnTo>
                      <a:pt x="2595" y="84"/>
                    </a:lnTo>
                    <a:lnTo>
                      <a:pt x="2511" y="84"/>
                    </a:lnTo>
                    <a:lnTo>
                      <a:pt x="2553" y="147"/>
                    </a:lnTo>
                    <a:lnTo>
                      <a:pt x="2553" y="252"/>
                    </a:lnTo>
                    <a:lnTo>
                      <a:pt x="2470" y="273"/>
                    </a:lnTo>
                    <a:lnTo>
                      <a:pt x="2386" y="189"/>
                    </a:lnTo>
                    <a:lnTo>
                      <a:pt x="2302" y="273"/>
                    </a:lnTo>
                    <a:lnTo>
                      <a:pt x="2302" y="461"/>
                    </a:lnTo>
                    <a:lnTo>
                      <a:pt x="2260" y="503"/>
                    </a:lnTo>
                    <a:lnTo>
                      <a:pt x="2198" y="503"/>
                    </a:lnTo>
                    <a:lnTo>
                      <a:pt x="2156" y="566"/>
                    </a:lnTo>
                    <a:lnTo>
                      <a:pt x="2093" y="566"/>
                    </a:lnTo>
                    <a:lnTo>
                      <a:pt x="2093" y="482"/>
                    </a:lnTo>
                    <a:lnTo>
                      <a:pt x="2177" y="398"/>
                    </a:lnTo>
                    <a:lnTo>
                      <a:pt x="2219" y="168"/>
                    </a:lnTo>
                    <a:lnTo>
                      <a:pt x="2156" y="105"/>
                    </a:lnTo>
                    <a:lnTo>
                      <a:pt x="2072" y="126"/>
                    </a:lnTo>
                    <a:lnTo>
                      <a:pt x="1988" y="84"/>
                    </a:lnTo>
                    <a:lnTo>
                      <a:pt x="1967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1" name="Google Shape;7715;p67">
                <a:extLst>
                  <a:ext uri="{FF2B5EF4-FFF2-40B4-BE49-F238E27FC236}">
                    <a16:creationId xmlns:a16="http://schemas.microsoft.com/office/drawing/2014/main" id="{84A20A6A-006A-BA73-DB88-EECD04CD1A53}"/>
                  </a:ext>
                </a:extLst>
              </p:cNvPr>
              <p:cNvSpPr/>
              <p:nvPr/>
            </p:nvSpPr>
            <p:spPr>
              <a:xfrm>
                <a:off x="2686125" y="1510800"/>
                <a:ext cx="62275" cy="87900"/>
              </a:xfrm>
              <a:custGeom>
                <a:avLst/>
                <a:gdLst/>
                <a:ahLst/>
                <a:cxnLst/>
                <a:rect l="l" t="t" r="r" b="b"/>
                <a:pathLst>
                  <a:path w="2491" h="3516" extrusionOk="0">
                    <a:moveTo>
                      <a:pt x="1026" y="0"/>
                    </a:moveTo>
                    <a:lnTo>
                      <a:pt x="921" y="63"/>
                    </a:lnTo>
                    <a:lnTo>
                      <a:pt x="879" y="147"/>
                    </a:lnTo>
                    <a:lnTo>
                      <a:pt x="754" y="230"/>
                    </a:lnTo>
                    <a:lnTo>
                      <a:pt x="733" y="335"/>
                    </a:lnTo>
                    <a:lnTo>
                      <a:pt x="607" y="481"/>
                    </a:lnTo>
                    <a:lnTo>
                      <a:pt x="607" y="586"/>
                    </a:lnTo>
                    <a:lnTo>
                      <a:pt x="712" y="649"/>
                    </a:lnTo>
                    <a:lnTo>
                      <a:pt x="754" y="586"/>
                    </a:lnTo>
                    <a:lnTo>
                      <a:pt x="879" y="565"/>
                    </a:lnTo>
                    <a:lnTo>
                      <a:pt x="921" y="628"/>
                    </a:lnTo>
                    <a:lnTo>
                      <a:pt x="775" y="753"/>
                    </a:lnTo>
                    <a:lnTo>
                      <a:pt x="649" y="837"/>
                    </a:lnTo>
                    <a:lnTo>
                      <a:pt x="545" y="984"/>
                    </a:lnTo>
                    <a:lnTo>
                      <a:pt x="545" y="1046"/>
                    </a:lnTo>
                    <a:lnTo>
                      <a:pt x="712" y="963"/>
                    </a:lnTo>
                    <a:lnTo>
                      <a:pt x="858" y="837"/>
                    </a:lnTo>
                    <a:lnTo>
                      <a:pt x="942" y="837"/>
                    </a:lnTo>
                    <a:lnTo>
                      <a:pt x="1026" y="774"/>
                    </a:lnTo>
                    <a:lnTo>
                      <a:pt x="1068" y="858"/>
                    </a:lnTo>
                    <a:lnTo>
                      <a:pt x="1047" y="984"/>
                    </a:lnTo>
                    <a:lnTo>
                      <a:pt x="963" y="984"/>
                    </a:lnTo>
                    <a:lnTo>
                      <a:pt x="838" y="1109"/>
                    </a:lnTo>
                    <a:lnTo>
                      <a:pt x="775" y="1193"/>
                    </a:lnTo>
                    <a:lnTo>
                      <a:pt x="838" y="1276"/>
                    </a:lnTo>
                    <a:lnTo>
                      <a:pt x="984" y="1256"/>
                    </a:lnTo>
                    <a:lnTo>
                      <a:pt x="1089" y="1297"/>
                    </a:lnTo>
                    <a:lnTo>
                      <a:pt x="963" y="1381"/>
                    </a:lnTo>
                    <a:lnTo>
                      <a:pt x="817" y="1465"/>
                    </a:lnTo>
                    <a:lnTo>
                      <a:pt x="712" y="1402"/>
                    </a:lnTo>
                    <a:lnTo>
                      <a:pt x="712" y="1486"/>
                    </a:lnTo>
                    <a:lnTo>
                      <a:pt x="838" y="1528"/>
                    </a:lnTo>
                    <a:lnTo>
                      <a:pt x="838" y="1590"/>
                    </a:lnTo>
                    <a:lnTo>
                      <a:pt x="649" y="1779"/>
                    </a:lnTo>
                    <a:lnTo>
                      <a:pt x="607" y="1779"/>
                    </a:lnTo>
                    <a:lnTo>
                      <a:pt x="545" y="1611"/>
                    </a:lnTo>
                    <a:lnTo>
                      <a:pt x="440" y="1569"/>
                    </a:lnTo>
                    <a:lnTo>
                      <a:pt x="335" y="1423"/>
                    </a:lnTo>
                    <a:lnTo>
                      <a:pt x="126" y="1528"/>
                    </a:lnTo>
                    <a:lnTo>
                      <a:pt x="126" y="1590"/>
                    </a:lnTo>
                    <a:lnTo>
                      <a:pt x="1" y="1800"/>
                    </a:lnTo>
                    <a:lnTo>
                      <a:pt x="105" y="1925"/>
                    </a:lnTo>
                    <a:lnTo>
                      <a:pt x="105" y="2051"/>
                    </a:lnTo>
                    <a:lnTo>
                      <a:pt x="189" y="2093"/>
                    </a:lnTo>
                    <a:lnTo>
                      <a:pt x="294" y="2009"/>
                    </a:lnTo>
                    <a:lnTo>
                      <a:pt x="356" y="2009"/>
                    </a:lnTo>
                    <a:lnTo>
                      <a:pt x="545" y="2051"/>
                    </a:lnTo>
                    <a:lnTo>
                      <a:pt x="733" y="2051"/>
                    </a:lnTo>
                    <a:lnTo>
                      <a:pt x="754" y="2113"/>
                    </a:lnTo>
                    <a:lnTo>
                      <a:pt x="942" y="2051"/>
                    </a:lnTo>
                    <a:lnTo>
                      <a:pt x="942" y="2134"/>
                    </a:lnTo>
                    <a:lnTo>
                      <a:pt x="838" y="2155"/>
                    </a:lnTo>
                    <a:lnTo>
                      <a:pt x="775" y="2239"/>
                    </a:lnTo>
                    <a:lnTo>
                      <a:pt x="817" y="2344"/>
                    </a:lnTo>
                    <a:lnTo>
                      <a:pt x="963" y="2323"/>
                    </a:lnTo>
                    <a:lnTo>
                      <a:pt x="1089" y="2427"/>
                    </a:lnTo>
                    <a:lnTo>
                      <a:pt x="1172" y="2616"/>
                    </a:lnTo>
                    <a:lnTo>
                      <a:pt x="1256" y="2616"/>
                    </a:lnTo>
                    <a:lnTo>
                      <a:pt x="1298" y="2657"/>
                    </a:lnTo>
                    <a:lnTo>
                      <a:pt x="1256" y="2741"/>
                    </a:lnTo>
                    <a:lnTo>
                      <a:pt x="1256" y="2867"/>
                    </a:lnTo>
                    <a:lnTo>
                      <a:pt x="1068" y="3201"/>
                    </a:lnTo>
                    <a:lnTo>
                      <a:pt x="1130" y="3390"/>
                    </a:lnTo>
                    <a:lnTo>
                      <a:pt x="1172" y="3494"/>
                    </a:lnTo>
                    <a:lnTo>
                      <a:pt x="1256" y="3494"/>
                    </a:lnTo>
                    <a:lnTo>
                      <a:pt x="1361" y="3473"/>
                    </a:lnTo>
                    <a:lnTo>
                      <a:pt x="1403" y="3515"/>
                    </a:lnTo>
                    <a:lnTo>
                      <a:pt x="1486" y="3515"/>
                    </a:lnTo>
                    <a:lnTo>
                      <a:pt x="1654" y="3411"/>
                    </a:lnTo>
                    <a:lnTo>
                      <a:pt x="1654" y="3348"/>
                    </a:lnTo>
                    <a:lnTo>
                      <a:pt x="1758" y="3285"/>
                    </a:lnTo>
                    <a:lnTo>
                      <a:pt x="1821" y="3160"/>
                    </a:lnTo>
                    <a:lnTo>
                      <a:pt x="1863" y="3034"/>
                    </a:lnTo>
                    <a:lnTo>
                      <a:pt x="1884" y="2846"/>
                    </a:lnTo>
                    <a:lnTo>
                      <a:pt x="1988" y="2678"/>
                    </a:lnTo>
                    <a:lnTo>
                      <a:pt x="1905" y="2657"/>
                    </a:lnTo>
                    <a:lnTo>
                      <a:pt x="1905" y="2574"/>
                    </a:lnTo>
                    <a:lnTo>
                      <a:pt x="1988" y="2532"/>
                    </a:lnTo>
                    <a:lnTo>
                      <a:pt x="2072" y="2365"/>
                    </a:lnTo>
                    <a:lnTo>
                      <a:pt x="2135" y="2365"/>
                    </a:lnTo>
                    <a:lnTo>
                      <a:pt x="2219" y="2260"/>
                    </a:lnTo>
                    <a:lnTo>
                      <a:pt x="2344" y="2197"/>
                    </a:lnTo>
                    <a:lnTo>
                      <a:pt x="2386" y="2030"/>
                    </a:lnTo>
                    <a:lnTo>
                      <a:pt x="2386" y="1925"/>
                    </a:lnTo>
                    <a:lnTo>
                      <a:pt x="2491" y="1841"/>
                    </a:lnTo>
                    <a:lnTo>
                      <a:pt x="2491" y="1800"/>
                    </a:lnTo>
                    <a:lnTo>
                      <a:pt x="2428" y="1695"/>
                    </a:lnTo>
                    <a:lnTo>
                      <a:pt x="2407" y="1569"/>
                    </a:lnTo>
                    <a:lnTo>
                      <a:pt x="2344" y="1569"/>
                    </a:lnTo>
                    <a:lnTo>
                      <a:pt x="2239" y="1507"/>
                    </a:lnTo>
                    <a:lnTo>
                      <a:pt x="2114" y="1507"/>
                    </a:lnTo>
                    <a:lnTo>
                      <a:pt x="2093" y="1465"/>
                    </a:lnTo>
                    <a:lnTo>
                      <a:pt x="2135" y="1360"/>
                    </a:lnTo>
                    <a:lnTo>
                      <a:pt x="2302" y="1276"/>
                    </a:lnTo>
                    <a:lnTo>
                      <a:pt x="2302" y="1193"/>
                    </a:lnTo>
                    <a:lnTo>
                      <a:pt x="2239" y="1109"/>
                    </a:lnTo>
                    <a:lnTo>
                      <a:pt x="2239" y="984"/>
                    </a:lnTo>
                    <a:lnTo>
                      <a:pt x="2281" y="879"/>
                    </a:lnTo>
                    <a:lnTo>
                      <a:pt x="2177" y="774"/>
                    </a:lnTo>
                    <a:lnTo>
                      <a:pt x="2093" y="774"/>
                    </a:lnTo>
                    <a:lnTo>
                      <a:pt x="1967" y="858"/>
                    </a:lnTo>
                    <a:lnTo>
                      <a:pt x="1779" y="900"/>
                    </a:lnTo>
                    <a:lnTo>
                      <a:pt x="1758" y="984"/>
                    </a:lnTo>
                    <a:lnTo>
                      <a:pt x="1675" y="1088"/>
                    </a:lnTo>
                    <a:lnTo>
                      <a:pt x="1591" y="1067"/>
                    </a:lnTo>
                    <a:lnTo>
                      <a:pt x="1570" y="963"/>
                    </a:lnTo>
                    <a:lnTo>
                      <a:pt x="1695" y="900"/>
                    </a:lnTo>
                    <a:lnTo>
                      <a:pt x="1758" y="837"/>
                    </a:lnTo>
                    <a:lnTo>
                      <a:pt x="1758" y="670"/>
                    </a:lnTo>
                    <a:lnTo>
                      <a:pt x="1800" y="460"/>
                    </a:lnTo>
                    <a:lnTo>
                      <a:pt x="1758" y="356"/>
                    </a:lnTo>
                    <a:lnTo>
                      <a:pt x="1695" y="272"/>
                    </a:lnTo>
                    <a:lnTo>
                      <a:pt x="1654" y="168"/>
                    </a:lnTo>
                    <a:lnTo>
                      <a:pt x="1507" y="105"/>
                    </a:lnTo>
                    <a:lnTo>
                      <a:pt x="1403" y="147"/>
                    </a:lnTo>
                    <a:lnTo>
                      <a:pt x="1277" y="105"/>
                    </a:lnTo>
                    <a:lnTo>
                      <a:pt x="1130" y="230"/>
                    </a:lnTo>
                    <a:lnTo>
                      <a:pt x="1047" y="209"/>
                    </a:lnTo>
                    <a:lnTo>
                      <a:pt x="1047" y="21"/>
                    </a:lnTo>
                    <a:lnTo>
                      <a:pt x="1026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2" name="Google Shape;7716;p67">
                <a:extLst>
                  <a:ext uri="{FF2B5EF4-FFF2-40B4-BE49-F238E27FC236}">
                    <a16:creationId xmlns:a16="http://schemas.microsoft.com/office/drawing/2014/main" id="{3ADA3C48-D43F-A0C6-834B-45632703099E}"/>
                  </a:ext>
                </a:extLst>
              </p:cNvPr>
              <p:cNvSpPr/>
              <p:nvPr/>
            </p:nvSpPr>
            <p:spPr>
              <a:xfrm>
                <a:off x="2799125" y="1455875"/>
                <a:ext cx="96775" cy="158525"/>
              </a:xfrm>
              <a:custGeom>
                <a:avLst/>
                <a:gdLst/>
                <a:ahLst/>
                <a:cxnLst/>
                <a:rect l="l" t="t" r="r" b="b"/>
                <a:pathLst>
                  <a:path w="3871" h="6341" extrusionOk="0">
                    <a:moveTo>
                      <a:pt x="2385" y="0"/>
                    </a:moveTo>
                    <a:lnTo>
                      <a:pt x="2385" y="126"/>
                    </a:lnTo>
                    <a:lnTo>
                      <a:pt x="2302" y="272"/>
                    </a:lnTo>
                    <a:lnTo>
                      <a:pt x="2385" y="356"/>
                    </a:lnTo>
                    <a:lnTo>
                      <a:pt x="2490" y="356"/>
                    </a:lnTo>
                    <a:lnTo>
                      <a:pt x="2595" y="314"/>
                    </a:lnTo>
                    <a:lnTo>
                      <a:pt x="2741" y="377"/>
                    </a:lnTo>
                    <a:lnTo>
                      <a:pt x="2783" y="460"/>
                    </a:lnTo>
                    <a:lnTo>
                      <a:pt x="2888" y="481"/>
                    </a:lnTo>
                    <a:lnTo>
                      <a:pt x="2888" y="565"/>
                    </a:lnTo>
                    <a:lnTo>
                      <a:pt x="2699" y="733"/>
                    </a:lnTo>
                    <a:lnTo>
                      <a:pt x="2616" y="733"/>
                    </a:lnTo>
                    <a:lnTo>
                      <a:pt x="2490" y="649"/>
                    </a:lnTo>
                    <a:lnTo>
                      <a:pt x="2385" y="649"/>
                    </a:lnTo>
                    <a:lnTo>
                      <a:pt x="2281" y="628"/>
                    </a:lnTo>
                    <a:lnTo>
                      <a:pt x="2281" y="628"/>
                    </a:lnTo>
                    <a:lnTo>
                      <a:pt x="2323" y="733"/>
                    </a:lnTo>
                    <a:lnTo>
                      <a:pt x="2406" y="753"/>
                    </a:lnTo>
                    <a:lnTo>
                      <a:pt x="2323" y="837"/>
                    </a:lnTo>
                    <a:lnTo>
                      <a:pt x="2218" y="858"/>
                    </a:lnTo>
                    <a:lnTo>
                      <a:pt x="2072" y="691"/>
                    </a:lnTo>
                    <a:lnTo>
                      <a:pt x="1904" y="774"/>
                    </a:lnTo>
                    <a:lnTo>
                      <a:pt x="1862" y="942"/>
                    </a:lnTo>
                    <a:lnTo>
                      <a:pt x="1779" y="1005"/>
                    </a:lnTo>
                    <a:lnTo>
                      <a:pt x="1779" y="1088"/>
                    </a:lnTo>
                    <a:lnTo>
                      <a:pt x="1883" y="1109"/>
                    </a:lnTo>
                    <a:lnTo>
                      <a:pt x="1904" y="1256"/>
                    </a:lnTo>
                    <a:lnTo>
                      <a:pt x="2051" y="1318"/>
                    </a:lnTo>
                    <a:lnTo>
                      <a:pt x="2051" y="1381"/>
                    </a:lnTo>
                    <a:lnTo>
                      <a:pt x="1946" y="1381"/>
                    </a:lnTo>
                    <a:lnTo>
                      <a:pt x="1946" y="1465"/>
                    </a:lnTo>
                    <a:lnTo>
                      <a:pt x="1988" y="1528"/>
                    </a:lnTo>
                    <a:lnTo>
                      <a:pt x="1988" y="1611"/>
                    </a:lnTo>
                    <a:lnTo>
                      <a:pt x="1904" y="1590"/>
                    </a:lnTo>
                    <a:lnTo>
                      <a:pt x="1841" y="1528"/>
                    </a:lnTo>
                    <a:lnTo>
                      <a:pt x="1695" y="1507"/>
                    </a:lnTo>
                    <a:lnTo>
                      <a:pt x="1590" y="1423"/>
                    </a:lnTo>
                    <a:lnTo>
                      <a:pt x="1528" y="1402"/>
                    </a:lnTo>
                    <a:lnTo>
                      <a:pt x="1423" y="1486"/>
                    </a:lnTo>
                    <a:lnTo>
                      <a:pt x="1381" y="1569"/>
                    </a:lnTo>
                    <a:lnTo>
                      <a:pt x="1465" y="1674"/>
                    </a:lnTo>
                    <a:lnTo>
                      <a:pt x="1423" y="1779"/>
                    </a:lnTo>
                    <a:lnTo>
                      <a:pt x="1360" y="1737"/>
                    </a:lnTo>
                    <a:lnTo>
                      <a:pt x="1360" y="1674"/>
                    </a:lnTo>
                    <a:lnTo>
                      <a:pt x="1276" y="1611"/>
                    </a:lnTo>
                    <a:lnTo>
                      <a:pt x="1151" y="1569"/>
                    </a:lnTo>
                    <a:lnTo>
                      <a:pt x="1109" y="1569"/>
                    </a:lnTo>
                    <a:lnTo>
                      <a:pt x="1025" y="1486"/>
                    </a:lnTo>
                    <a:lnTo>
                      <a:pt x="942" y="1465"/>
                    </a:lnTo>
                    <a:lnTo>
                      <a:pt x="921" y="1528"/>
                    </a:lnTo>
                    <a:lnTo>
                      <a:pt x="963" y="1674"/>
                    </a:lnTo>
                    <a:lnTo>
                      <a:pt x="963" y="1800"/>
                    </a:lnTo>
                    <a:lnTo>
                      <a:pt x="1004" y="1946"/>
                    </a:lnTo>
                    <a:lnTo>
                      <a:pt x="1109" y="2009"/>
                    </a:lnTo>
                    <a:lnTo>
                      <a:pt x="1235" y="2030"/>
                    </a:lnTo>
                    <a:lnTo>
                      <a:pt x="1276" y="2093"/>
                    </a:lnTo>
                    <a:lnTo>
                      <a:pt x="1256" y="2113"/>
                    </a:lnTo>
                    <a:lnTo>
                      <a:pt x="1130" y="2113"/>
                    </a:lnTo>
                    <a:lnTo>
                      <a:pt x="1256" y="2197"/>
                    </a:lnTo>
                    <a:lnTo>
                      <a:pt x="1318" y="2260"/>
                    </a:lnTo>
                    <a:lnTo>
                      <a:pt x="1423" y="2344"/>
                    </a:lnTo>
                    <a:lnTo>
                      <a:pt x="1548" y="2344"/>
                    </a:lnTo>
                    <a:lnTo>
                      <a:pt x="1632" y="2260"/>
                    </a:lnTo>
                    <a:lnTo>
                      <a:pt x="1674" y="2260"/>
                    </a:lnTo>
                    <a:lnTo>
                      <a:pt x="1674" y="2344"/>
                    </a:lnTo>
                    <a:lnTo>
                      <a:pt x="1590" y="2427"/>
                    </a:lnTo>
                    <a:lnTo>
                      <a:pt x="1548" y="2616"/>
                    </a:lnTo>
                    <a:lnTo>
                      <a:pt x="1486" y="2616"/>
                    </a:lnTo>
                    <a:lnTo>
                      <a:pt x="1339" y="2469"/>
                    </a:lnTo>
                    <a:lnTo>
                      <a:pt x="1025" y="2427"/>
                    </a:lnTo>
                    <a:lnTo>
                      <a:pt x="921" y="2260"/>
                    </a:lnTo>
                    <a:lnTo>
                      <a:pt x="837" y="2239"/>
                    </a:lnTo>
                    <a:lnTo>
                      <a:pt x="795" y="2155"/>
                    </a:lnTo>
                    <a:lnTo>
                      <a:pt x="753" y="2155"/>
                    </a:lnTo>
                    <a:lnTo>
                      <a:pt x="712" y="2302"/>
                    </a:lnTo>
                    <a:lnTo>
                      <a:pt x="712" y="2344"/>
                    </a:lnTo>
                    <a:lnTo>
                      <a:pt x="649" y="2406"/>
                    </a:lnTo>
                    <a:lnTo>
                      <a:pt x="712" y="2574"/>
                    </a:lnTo>
                    <a:lnTo>
                      <a:pt x="628" y="2637"/>
                    </a:lnTo>
                    <a:lnTo>
                      <a:pt x="544" y="2616"/>
                    </a:lnTo>
                    <a:lnTo>
                      <a:pt x="544" y="2762"/>
                    </a:lnTo>
                    <a:lnTo>
                      <a:pt x="502" y="2783"/>
                    </a:lnTo>
                    <a:lnTo>
                      <a:pt x="502" y="3034"/>
                    </a:lnTo>
                    <a:lnTo>
                      <a:pt x="586" y="3097"/>
                    </a:lnTo>
                    <a:lnTo>
                      <a:pt x="732" y="3097"/>
                    </a:lnTo>
                    <a:lnTo>
                      <a:pt x="837" y="3160"/>
                    </a:lnTo>
                    <a:lnTo>
                      <a:pt x="942" y="3139"/>
                    </a:lnTo>
                    <a:lnTo>
                      <a:pt x="942" y="3181"/>
                    </a:lnTo>
                    <a:lnTo>
                      <a:pt x="858" y="3243"/>
                    </a:lnTo>
                    <a:lnTo>
                      <a:pt x="753" y="3181"/>
                    </a:lnTo>
                    <a:lnTo>
                      <a:pt x="586" y="3181"/>
                    </a:lnTo>
                    <a:lnTo>
                      <a:pt x="523" y="3160"/>
                    </a:lnTo>
                    <a:lnTo>
                      <a:pt x="419" y="3181"/>
                    </a:lnTo>
                    <a:lnTo>
                      <a:pt x="272" y="3369"/>
                    </a:lnTo>
                    <a:lnTo>
                      <a:pt x="230" y="3473"/>
                    </a:lnTo>
                    <a:lnTo>
                      <a:pt x="314" y="3557"/>
                    </a:lnTo>
                    <a:lnTo>
                      <a:pt x="293" y="3599"/>
                    </a:lnTo>
                    <a:lnTo>
                      <a:pt x="209" y="3620"/>
                    </a:lnTo>
                    <a:lnTo>
                      <a:pt x="209" y="3725"/>
                    </a:lnTo>
                    <a:lnTo>
                      <a:pt x="293" y="3787"/>
                    </a:lnTo>
                    <a:lnTo>
                      <a:pt x="335" y="3725"/>
                    </a:lnTo>
                    <a:lnTo>
                      <a:pt x="502" y="3725"/>
                    </a:lnTo>
                    <a:lnTo>
                      <a:pt x="586" y="3662"/>
                    </a:lnTo>
                    <a:lnTo>
                      <a:pt x="628" y="3704"/>
                    </a:lnTo>
                    <a:lnTo>
                      <a:pt x="628" y="3787"/>
                    </a:lnTo>
                    <a:lnTo>
                      <a:pt x="523" y="3808"/>
                    </a:lnTo>
                    <a:lnTo>
                      <a:pt x="440" y="3913"/>
                    </a:lnTo>
                    <a:lnTo>
                      <a:pt x="502" y="3976"/>
                    </a:lnTo>
                    <a:lnTo>
                      <a:pt x="586" y="3976"/>
                    </a:lnTo>
                    <a:lnTo>
                      <a:pt x="691" y="3892"/>
                    </a:lnTo>
                    <a:lnTo>
                      <a:pt x="753" y="3892"/>
                    </a:lnTo>
                    <a:lnTo>
                      <a:pt x="858" y="3808"/>
                    </a:lnTo>
                    <a:lnTo>
                      <a:pt x="858" y="3871"/>
                    </a:lnTo>
                    <a:lnTo>
                      <a:pt x="816" y="3934"/>
                    </a:lnTo>
                    <a:lnTo>
                      <a:pt x="858" y="3976"/>
                    </a:lnTo>
                    <a:lnTo>
                      <a:pt x="1046" y="3976"/>
                    </a:lnTo>
                    <a:lnTo>
                      <a:pt x="1067" y="4018"/>
                    </a:lnTo>
                    <a:lnTo>
                      <a:pt x="963" y="4038"/>
                    </a:lnTo>
                    <a:lnTo>
                      <a:pt x="963" y="4122"/>
                    </a:lnTo>
                    <a:lnTo>
                      <a:pt x="1067" y="4143"/>
                    </a:lnTo>
                    <a:lnTo>
                      <a:pt x="1172" y="4122"/>
                    </a:lnTo>
                    <a:lnTo>
                      <a:pt x="1318" y="4206"/>
                    </a:lnTo>
                    <a:lnTo>
                      <a:pt x="1590" y="4290"/>
                    </a:lnTo>
                    <a:lnTo>
                      <a:pt x="1632" y="4331"/>
                    </a:lnTo>
                    <a:lnTo>
                      <a:pt x="1381" y="4310"/>
                    </a:lnTo>
                    <a:lnTo>
                      <a:pt x="1276" y="4331"/>
                    </a:lnTo>
                    <a:lnTo>
                      <a:pt x="1130" y="4227"/>
                    </a:lnTo>
                    <a:lnTo>
                      <a:pt x="963" y="4290"/>
                    </a:lnTo>
                    <a:lnTo>
                      <a:pt x="963" y="4352"/>
                    </a:lnTo>
                    <a:lnTo>
                      <a:pt x="1130" y="4415"/>
                    </a:lnTo>
                    <a:lnTo>
                      <a:pt x="1339" y="4436"/>
                    </a:lnTo>
                    <a:lnTo>
                      <a:pt x="1569" y="4436"/>
                    </a:lnTo>
                    <a:lnTo>
                      <a:pt x="1653" y="4499"/>
                    </a:lnTo>
                    <a:lnTo>
                      <a:pt x="1423" y="4541"/>
                    </a:lnTo>
                    <a:lnTo>
                      <a:pt x="1339" y="4520"/>
                    </a:lnTo>
                    <a:lnTo>
                      <a:pt x="1109" y="4499"/>
                    </a:lnTo>
                    <a:lnTo>
                      <a:pt x="942" y="4457"/>
                    </a:lnTo>
                    <a:lnTo>
                      <a:pt x="900" y="4394"/>
                    </a:lnTo>
                    <a:lnTo>
                      <a:pt x="753" y="4352"/>
                    </a:lnTo>
                    <a:lnTo>
                      <a:pt x="607" y="4206"/>
                    </a:lnTo>
                    <a:lnTo>
                      <a:pt x="544" y="4248"/>
                    </a:lnTo>
                    <a:lnTo>
                      <a:pt x="481" y="4331"/>
                    </a:lnTo>
                    <a:lnTo>
                      <a:pt x="293" y="4352"/>
                    </a:lnTo>
                    <a:lnTo>
                      <a:pt x="209" y="4415"/>
                    </a:lnTo>
                    <a:lnTo>
                      <a:pt x="188" y="4624"/>
                    </a:lnTo>
                    <a:lnTo>
                      <a:pt x="314" y="4729"/>
                    </a:lnTo>
                    <a:lnTo>
                      <a:pt x="314" y="4854"/>
                    </a:lnTo>
                    <a:lnTo>
                      <a:pt x="272" y="4917"/>
                    </a:lnTo>
                    <a:lnTo>
                      <a:pt x="188" y="4729"/>
                    </a:lnTo>
                    <a:lnTo>
                      <a:pt x="126" y="4729"/>
                    </a:lnTo>
                    <a:lnTo>
                      <a:pt x="63" y="4980"/>
                    </a:lnTo>
                    <a:lnTo>
                      <a:pt x="84" y="5126"/>
                    </a:lnTo>
                    <a:lnTo>
                      <a:pt x="168" y="5147"/>
                    </a:lnTo>
                    <a:lnTo>
                      <a:pt x="188" y="5126"/>
                    </a:lnTo>
                    <a:lnTo>
                      <a:pt x="272" y="5126"/>
                    </a:lnTo>
                    <a:lnTo>
                      <a:pt x="335" y="5252"/>
                    </a:lnTo>
                    <a:lnTo>
                      <a:pt x="419" y="5273"/>
                    </a:lnTo>
                    <a:lnTo>
                      <a:pt x="335" y="5294"/>
                    </a:lnTo>
                    <a:lnTo>
                      <a:pt x="272" y="5336"/>
                    </a:lnTo>
                    <a:lnTo>
                      <a:pt x="188" y="5231"/>
                    </a:lnTo>
                    <a:lnTo>
                      <a:pt x="21" y="5252"/>
                    </a:lnTo>
                    <a:lnTo>
                      <a:pt x="0" y="5461"/>
                    </a:lnTo>
                    <a:lnTo>
                      <a:pt x="63" y="5503"/>
                    </a:lnTo>
                    <a:lnTo>
                      <a:pt x="126" y="5482"/>
                    </a:lnTo>
                    <a:lnTo>
                      <a:pt x="84" y="5566"/>
                    </a:lnTo>
                    <a:lnTo>
                      <a:pt x="84" y="5817"/>
                    </a:lnTo>
                    <a:lnTo>
                      <a:pt x="168" y="5754"/>
                    </a:lnTo>
                    <a:lnTo>
                      <a:pt x="230" y="5775"/>
                    </a:lnTo>
                    <a:lnTo>
                      <a:pt x="230" y="5963"/>
                    </a:lnTo>
                    <a:lnTo>
                      <a:pt x="398" y="6005"/>
                    </a:lnTo>
                    <a:lnTo>
                      <a:pt x="628" y="6173"/>
                    </a:lnTo>
                    <a:lnTo>
                      <a:pt x="732" y="6110"/>
                    </a:lnTo>
                    <a:lnTo>
                      <a:pt x="795" y="6005"/>
                    </a:lnTo>
                    <a:lnTo>
                      <a:pt x="753" y="5922"/>
                    </a:lnTo>
                    <a:lnTo>
                      <a:pt x="921" y="5922"/>
                    </a:lnTo>
                    <a:lnTo>
                      <a:pt x="942" y="6026"/>
                    </a:lnTo>
                    <a:lnTo>
                      <a:pt x="921" y="6131"/>
                    </a:lnTo>
                    <a:lnTo>
                      <a:pt x="942" y="6235"/>
                    </a:lnTo>
                    <a:lnTo>
                      <a:pt x="1004" y="6214"/>
                    </a:lnTo>
                    <a:lnTo>
                      <a:pt x="1067" y="5963"/>
                    </a:lnTo>
                    <a:lnTo>
                      <a:pt x="1067" y="5712"/>
                    </a:lnTo>
                    <a:lnTo>
                      <a:pt x="1130" y="5566"/>
                    </a:lnTo>
                    <a:lnTo>
                      <a:pt x="1256" y="5440"/>
                    </a:lnTo>
                    <a:lnTo>
                      <a:pt x="1318" y="5294"/>
                    </a:lnTo>
                    <a:lnTo>
                      <a:pt x="1318" y="5461"/>
                    </a:lnTo>
                    <a:lnTo>
                      <a:pt x="1172" y="5670"/>
                    </a:lnTo>
                    <a:lnTo>
                      <a:pt x="1151" y="5817"/>
                    </a:lnTo>
                    <a:lnTo>
                      <a:pt x="1172" y="5922"/>
                    </a:lnTo>
                    <a:lnTo>
                      <a:pt x="1130" y="6131"/>
                    </a:lnTo>
                    <a:lnTo>
                      <a:pt x="1172" y="6235"/>
                    </a:lnTo>
                    <a:lnTo>
                      <a:pt x="1151" y="6319"/>
                    </a:lnTo>
                    <a:lnTo>
                      <a:pt x="1214" y="6340"/>
                    </a:lnTo>
                    <a:lnTo>
                      <a:pt x="1256" y="6298"/>
                    </a:lnTo>
                    <a:lnTo>
                      <a:pt x="1339" y="6173"/>
                    </a:lnTo>
                    <a:lnTo>
                      <a:pt x="1528" y="5984"/>
                    </a:lnTo>
                    <a:lnTo>
                      <a:pt x="1590" y="5691"/>
                    </a:lnTo>
                    <a:lnTo>
                      <a:pt x="1674" y="5650"/>
                    </a:lnTo>
                    <a:lnTo>
                      <a:pt x="1674" y="5754"/>
                    </a:lnTo>
                    <a:lnTo>
                      <a:pt x="1632" y="5880"/>
                    </a:lnTo>
                    <a:lnTo>
                      <a:pt x="1632" y="5963"/>
                    </a:lnTo>
                    <a:lnTo>
                      <a:pt x="1737" y="5984"/>
                    </a:lnTo>
                    <a:lnTo>
                      <a:pt x="1862" y="5859"/>
                    </a:lnTo>
                    <a:lnTo>
                      <a:pt x="1946" y="5775"/>
                    </a:lnTo>
                    <a:lnTo>
                      <a:pt x="1946" y="5670"/>
                    </a:lnTo>
                    <a:lnTo>
                      <a:pt x="1841" y="5650"/>
                    </a:lnTo>
                    <a:lnTo>
                      <a:pt x="1841" y="5608"/>
                    </a:lnTo>
                    <a:lnTo>
                      <a:pt x="1946" y="5566"/>
                    </a:lnTo>
                    <a:lnTo>
                      <a:pt x="1946" y="5398"/>
                    </a:lnTo>
                    <a:lnTo>
                      <a:pt x="1904" y="5336"/>
                    </a:lnTo>
                    <a:lnTo>
                      <a:pt x="1904" y="5231"/>
                    </a:lnTo>
                    <a:lnTo>
                      <a:pt x="2072" y="5126"/>
                    </a:lnTo>
                    <a:lnTo>
                      <a:pt x="2113" y="4938"/>
                    </a:lnTo>
                    <a:lnTo>
                      <a:pt x="2218" y="4875"/>
                    </a:lnTo>
                    <a:lnTo>
                      <a:pt x="2281" y="4813"/>
                    </a:lnTo>
                    <a:lnTo>
                      <a:pt x="2281" y="4917"/>
                    </a:lnTo>
                    <a:lnTo>
                      <a:pt x="2281" y="4959"/>
                    </a:lnTo>
                    <a:lnTo>
                      <a:pt x="2197" y="4980"/>
                    </a:lnTo>
                    <a:lnTo>
                      <a:pt x="2113" y="5168"/>
                    </a:lnTo>
                    <a:lnTo>
                      <a:pt x="2051" y="5294"/>
                    </a:lnTo>
                    <a:lnTo>
                      <a:pt x="2009" y="5461"/>
                    </a:lnTo>
                    <a:lnTo>
                      <a:pt x="2072" y="5566"/>
                    </a:lnTo>
                    <a:lnTo>
                      <a:pt x="2092" y="5691"/>
                    </a:lnTo>
                    <a:lnTo>
                      <a:pt x="2155" y="5650"/>
                    </a:lnTo>
                    <a:lnTo>
                      <a:pt x="2260" y="5461"/>
                    </a:lnTo>
                    <a:lnTo>
                      <a:pt x="2469" y="5273"/>
                    </a:lnTo>
                    <a:lnTo>
                      <a:pt x="2532" y="5147"/>
                    </a:lnTo>
                    <a:lnTo>
                      <a:pt x="2532" y="4980"/>
                    </a:lnTo>
                    <a:lnTo>
                      <a:pt x="2616" y="4875"/>
                    </a:lnTo>
                    <a:lnTo>
                      <a:pt x="2699" y="4854"/>
                    </a:lnTo>
                    <a:lnTo>
                      <a:pt x="2699" y="4917"/>
                    </a:lnTo>
                    <a:lnTo>
                      <a:pt x="2678" y="4959"/>
                    </a:lnTo>
                    <a:lnTo>
                      <a:pt x="2678" y="5085"/>
                    </a:lnTo>
                    <a:lnTo>
                      <a:pt x="2741" y="5064"/>
                    </a:lnTo>
                    <a:lnTo>
                      <a:pt x="2888" y="4875"/>
                    </a:lnTo>
                    <a:lnTo>
                      <a:pt x="2971" y="4875"/>
                    </a:lnTo>
                    <a:lnTo>
                      <a:pt x="3139" y="4917"/>
                    </a:lnTo>
                    <a:lnTo>
                      <a:pt x="3327" y="4854"/>
                    </a:lnTo>
                    <a:lnTo>
                      <a:pt x="3432" y="4834"/>
                    </a:lnTo>
                    <a:lnTo>
                      <a:pt x="3494" y="4750"/>
                    </a:lnTo>
                    <a:lnTo>
                      <a:pt x="3620" y="4729"/>
                    </a:lnTo>
                    <a:lnTo>
                      <a:pt x="3662" y="4624"/>
                    </a:lnTo>
                    <a:lnTo>
                      <a:pt x="3662" y="4541"/>
                    </a:lnTo>
                    <a:lnTo>
                      <a:pt x="3683" y="4457"/>
                    </a:lnTo>
                    <a:lnTo>
                      <a:pt x="3620" y="4394"/>
                    </a:lnTo>
                    <a:lnTo>
                      <a:pt x="3662" y="4227"/>
                    </a:lnTo>
                    <a:lnTo>
                      <a:pt x="3662" y="3976"/>
                    </a:lnTo>
                    <a:lnTo>
                      <a:pt x="3620" y="3976"/>
                    </a:lnTo>
                    <a:lnTo>
                      <a:pt x="3536" y="4122"/>
                    </a:lnTo>
                    <a:lnTo>
                      <a:pt x="3411" y="4290"/>
                    </a:lnTo>
                    <a:lnTo>
                      <a:pt x="3348" y="4290"/>
                    </a:lnTo>
                    <a:lnTo>
                      <a:pt x="3348" y="4206"/>
                    </a:lnTo>
                    <a:lnTo>
                      <a:pt x="3432" y="4101"/>
                    </a:lnTo>
                    <a:lnTo>
                      <a:pt x="3536" y="4018"/>
                    </a:lnTo>
                    <a:lnTo>
                      <a:pt x="3557" y="3934"/>
                    </a:lnTo>
                    <a:lnTo>
                      <a:pt x="3432" y="3829"/>
                    </a:lnTo>
                    <a:lnTo>
                      <a:pt x="3411" y="3725"/>
                    </a:lnTo>
                    <a:lnTo>
                      <a:pt x="3348" y="3725"/>
                    </a:lnTo>
                    <a:lnTo>
                      <a:pt x="3306" y="3766"/>
                    </a:lnTo>
                    <a:lnTo>
                      <a:pt x="3264" y="3829"/>
                    </a:lnTo>
                    <a:lnTo>
                      <a:pt x="3201" y="3787"/>
                    </a:lnTo>
                    <a:lnTo>
                      <a:pt x="3097" y="3808"/>
                    </a:lnTo>
                    <a:lnTo>
                      <a:pt x="3013" y="3871"/>
                    </a:lnTo>
                    <a:lnTo>
                      <a:pt x="2909" y="3829"/>
                    </a:lnTo>
                    <a:lnTo>
                      <a:pt x="2950" y="3787"/>
                    </a:lnTo>
                    <a:lnTo>
                      <a:pt x="3222" y="3683"/>
                    </a:lnTo>
                    <a:lnTo>
                      <a:pt x="3327" y="3662"/>
                    </a:lnTo>
                    <a:lnTo>
                      <a:pt x="3536" y="3453"/>
                    </a:lnTo>
                    <a:lnTo>
                      <a:pt x="3578" y="3390"/>
                    </a:lnTo>
                    <a:lnTo>
                      <a:pt x="3725" y="3160"/>
                    </a:lnTo>
                    <a:lnTo>
                      <a:pt x="3766" y="2971"/>
                    </a:lnTo>
                    <a:lnTo>
                      <a:pt x="3725" y="2950"/>
                    </a:lnTo>
                    <a:lnTo>
                      <a:pt x="3641" y="2971"/>
                    </a:lnTo>
                    <a:lnTo>
                      <a:pt x="3578" y="3034"/>
                    </a:lnTo>
                    <a:lnTo>
                      <a:pt x="3536" y="2950"/>
                    </a:lnTo>
                    <a:lnTo>
                      <a:pt x="3578" y="2888"/>
                    </a:lnTo>
                    <a:lnTo>
                      <a:pt x="3641" y="2846"/>
                    </a:lnTo>
                    <a:lnTo>
                      <a:pt x="3725" y="2867"/>
                    </a:lnTo>
                    <a:lnTo>
                      <a:pt x="3766" y="2783"/>
                    </a:lnTo>
                    <a:lnTo>
                      <a:pt x="3766" y="2657"/>
                    </a:lnTo>
                    <a:lnTo>
                      <a:pt x="3871" y="2553"/>
                    </a:lnTo>
                    <a:lnTo>
                      <a:pt x="3871" y="2427"/>
                    </a:lnTo>
                    <a:lnTo>
                      <a:pt x="3850" y="2365"/>
                    </a:lnTo>
                    <a:lnTo>
                      <a:pt x="3850" y="2302"/>
                    </a:lnTo>
                    <a:lnTo>
                      <a:pt x="3745" y="2260"/>
                    </a:lnTo>
                    <a:lnTo>
                      <a:pt x="3641" y="2302"/>
                    </a:lnTo>
                    <a:lnTo>
                      <a:pt x="3494" y="2553"/>
                    </a:lnTo>
                    <a:lnTo>
                      <a:pt x="3494" y="2678"/>
                    </a:lnTo>
                    <a:lnTo>
                      <a:pt x="3557" y="2762"/>
                    </a:lnTo>
                    <a:lnTo>
                      <a:pt x="3473" y="2846"/>
                    </a:lnTo>
                    <a:lnTo>
                      <a:pt x="3432" y="2888"/>
                    </a:lnTo>
                    <a:lnTo>
                      <a:pt x="3369" y="2867"/>
                    </a:lnTo>
                    <a:lnTo>
                      <a:pt x="3411" y="2825"/>
                    </a:lnTo>
                    <a:lnTo>
                      <a:pt x="3348" y="2762"/>
                    </a:lnTo>
                    <a:lnTo>
                      <a:pt x="3348" y="2657"/>
                    </a:lnTo>
                    <a:lnTo>
                      <a:pt x="3453" y="2448"/>
                    </a:lnTo>
                    <a:lnTo>
                      <a:pt x="3432" y="2344"/>
                    </a:lnTo>
                    <a:lnTo>
                      <a:pt x="3453" y="2302"/>
                    </a:lnTo>
                    <a:lnTo>
                      <a:pt x="3473" y="2323"/>
                    </a:lnTo>
                    <a:lnTo>
                      <a:pt x="3557" y="2302"/>
                    </a:lnTo>
                    <a:lnTo>
                      <a:pt x="3536" y="2134"/>
                    </a:lnTo>
                    <a:lnTo>
                      <a:pt x="3453" y="2030"/>
                    </a:lnTo>
                    <a:lnTo>
                      <a:pt x="3348" y="2030"/>
                    </a:lnTo>
                    <a:lnTo>
                      <a:pt x="3222" y="2051"/>
                    </a:lnTo>
                    <a:lnTo>
                      <a:pt x="3160" y="2155"/>
                    </a:lnTo>
                    <a:lnTo>
                      <a:pt x="3139" y="2113"/>
                    </a:lnTo>
                    <a:lnTo>
                      <a:pt x="3118" y="2051"/>
                    </a:lnTo>
                    <a:lnTo>
                      <a:pt x="3139" y="1904"/>
                    </a:lnTo>
                    <a:lnTo>
                      <a:pt x="3055" y="1737"/>
                    </a:lnTo>
                    <a:lnTo>
                      <a:pt x="3097" y="1507"/>
                    </a:lnTo>
                    <a:lnTo>
                      <a:pt x="3097" y="1318"/>
                    </a:lnTo>
                    <a:lnTo>
                      <a:pt x="3139" y="1193"/>
                    </a:lnTo>
                    <a:lnTo>
                      <a:pt x="3160" y="1005"/>
                    </a:lnTo>
                    <a:lnTo>
                      <a:pt x="3139" y="858"/>
                    </a:lnTo>
                    <a:lnTo>
                      <a:pt x="3243" y="670"/>
                    </a:lnTo>
                    <a:lnTo>
                      <a:pt x="3243" y="523"/>
                    </a:lnTo>
                    <a:lnTo>
                      <a:pt x="3139" y="419"/>
                    </a:lnTo>
                    <a:lnTo>
                      <a:pt x="3118" y="272"/>
                    </a:lnTo>
                    <a:lnTo>
                      <a:pt x="2950" y="147"/>
                    </a:lnTo>
                    <a:lnTo>
                      <a:pt x="2909" y="63"/>
                    </a:lnTo>
                    <a:lnTo>
                      <a:pt x="2741" y="0"/>
                    </a:lnTo>
                    <a:lnTo>
                      <a:pt x="2699" y="21"/>
                    </a:lnTo>
                    <a:lnTo>
                      <a:pt x="2699" y="105"/>
                    </a:lnTo>
                    <a:lnTo>
                      <a:pt x="2678" y="126"/>
                    </a:lnTo>
                    <a:lnTo>
                      <a:pt x="2511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3" name="Google Shape;7717;p67">
                <a:extLst>
                  <a:ext uri="{FF2B5EF4-FFF2-40B4-BE49-F238E27FC236}">
                    <a16:creationId xmlns:a16="http://schemas.microsoft.com/office/drawing/2014/main" id="{7D4D3186-9472-86DF-F5B3-4A124B8F283C}"/>
                  </a:ext>
                </a:extLst>
              </p:cNvPr>
              <p:cNvSpPr/>
              <p:nvPr/>
            </p:nvSpPr>
            <p:spPr>
              <a:xfrm>
                <a:off x="2744725" y="1557875"/>
                <a:ext cx="36625" cy="48150"/>
              </a:xfrm>
              <a:custGeom>
                <a:avLst/>
                <a:gdLst/>
                <a:ahLst/>
                <a:cxnLst/>
                <a:rect l="l" t="t" r="r" b="b"/>
                <a:pathLst>
                  <a:path w="1465" h="1926" extrusionOk="0">
                    <a:moveTo>
                      <a:pt x="711" y="0"/>
                    </a:moveTo>
                    <a:lnTo>
                      <a:pt x="586" y="105"/>
                    </a:lnTo>
                    <a:lnTo>
                      <a:pt x="502" y="168"/>
                    </a:lnTo>
                    <a:lnTo>
                      <a:pt x="502" y="356"/>
                    </a:lnTo>
                    <a:lnTo>
                      <a:pt x="419" y="419"/>
                    </a:lnTo>
                    <a:lnTo>
                      <a:pt x="356" y="377"/>
                    </a:lnTo>
                    <a:lnTo>
                      <a:pt x="272" y="544"/>
                    </a:lnTo>
                    <a:lnTo>
                      <a:pt x="272" y="733"/>
                    </a:lnTo>
                    <a:lnTo>
                      <a:pt x="188" y="837"/>
                    </a:lnTo>
                    <a:lnTo>
                      <a:pt x="272" y="963"/>
                    </a:lnTo>
                    <a:lnTo>
                      <a:pt x="147" y="963"/>
                    </a:lnTo>
                    <a:lnTo>
                      <a:pt x="167" y="1005"/>
                    </a:lnTo>
                    <a:lnTo>
                      <a:pt x="272" y="1088"/>
                    </a:lnTo>
                    <a:lnTo>
                      <a:pt x="398" y="1256"/>
                    </a:lnTo>
                    <a:lnTo>
                      <a:pt x="377" y="1360"/>
                    </a:lnTo>
                    <a:lnTo>
                      <a:pt x="356" y="1360"/>
                    </a:lnTo>
                    <a:lnTo>
                      <a:pt x="209" y="1256"/>
                    </a:lnTo>
                    <a:lnTo>
                      <a:pt x="84" y="1256"/>
                    </a:lnTo>
                    <a:lnTo>
                      <a:pt x="63" y="1318"/>
                    </a:lnTo>
                    <a:lnTo>
                      <a:pt x="0" y="1402"/>
                    </a:lnTo>
                    <a:lnTo>
                      <a:pt x="105" y="1465"/>
                    </a:lnTo>
                    <a:lnTo>
                      <a:pt x="147" y="1590"/>
                    </a:lnTo>
                    <a:lnTo>
                      <a:pt x="188" y="1632"/>
                    </a:lnTo>
                    <a:lnTo>
                      <a:pt x="105" y="1737"/>
                    </a:lnTo>
                    <a:lnTo>
                      <a:pt x="105" y="1883"/>
                    </a:lnTo>
                    <a:lnTo>
                      <a:pt x="251" y="1821"/>
                    </a:lnTo>
                    <a:lnTo>
                      <a:pt x="272" y="1737"/>
                    </a:lnTo>
                    <a:lnTo>
                      <a:pt x="356" y="1737"/>
                    </a:lnTo>
                    <a:lnTo>
                      <a:pt x="377" y="1883"/>
                    </a:lnTo>
                    <a:lnTo>
                      <a:pt x="460" y="1883"/>
                    </a:lnTo>
                    <a:lnTo>
                      <a:pt x="607" y="1842"/>
                    </a:lnTo>
                    <a:lnTo>
                      <a:pt x="711" y="1883"/>
                    </a:lnTo>
                    <a:lnTo>
                      <a:pt x="837" y="1779"/>
                    </a:lnTo>
                    <a:lnTo>
                      <a:pt x="900" y="1821"/>
                    </a:lnTo>
                    <a:lnTo>
                      <a:pt x="900" y="1925"/>
                    </a:lnTo>
                    <a:lnTo>
                      <a:pt x="983" y="1925"/>
                    </a:lnTo>
                    <a:lnTo>
                      <a:pt x="1025" y="1883"/>
                    </a:lnTo>
                    <a:lnTo>
                      <a:pt x="1235" y="1737"/>
                    </a:lnTo>
                    <a:lnTo>
                      <a:pt x="1235" y="1632"/>
                    </a:lnTo>
                    <a:lnTo>
                      <a:pt x="1214" y="1465"/>
                    </a:lnTo>
                    <a:lnTo>
                      <a:pt x="1151" y="1465"/>
                    </a:lnTo>
                    <a:lnTo>
                      <a:pt x="1109" y="1402"/>
                    </a:lnTo>
                    <a:lnTo>
                      <a:pt x="1193" y="1360"/>
                    </a:lnTo>
                    <a:lnTo>
                      <a:pt x="1297" y="1381"/>
                    </a:lnTo>
                    <a:lnTo>
                      <a:pt x="1339" y="1298"/>
                    </a:lnTo>
                    <a:lnTo>
                      <a:pt x="1465" y="1214"/>
                    </a:lnTo>
                    <a:lnTo>
                      <a:pt x="1423" y="984"/>
                    </a:lnTo>
                    <a:lnTo>
                      <a:pt x="1360" y="900"/>
                    </a:lnTo>
                    <a:lnTo>
                      <a:pt x="1360" y="837"/>
                    </a:lnTo>
                    <a:lnTo>
                      <a:pt x="1235" y="837"/>
                    </a:lnTo>
                    <a:lnTo>
                      <a:pt x="1193" y="691"/>
                    </a:lnTo>
                    <a:lnTo>
                      <a:pt x="1193" y="649"/>
                    </a:lnTo>
                    <a:lnTo>
                      <a:pt x="1130" y="586"/>
                    </a:lnTo>
                    <a:lnTo>
                      <a:pt x="1109" y="482"/>
                    </a:lnTo>
                    <a:lnTo>
                      <a:pt x="1046" y="461"/>
                    </a:lnTo>
                    <a:lnTo>
                      <a:pt x="1004" y="377"/>
                    </a:lnTo>
                    <a:lnTo>
                      <a:pt x="1025" y="272"/>
                    </a:lnTo>
                    <a:lnTo>
                      <a:pt x="983" y="168"/>
                    </a:lnTo>
                    <a:lnTo>
                      <a:pt x="83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4" name="Google Shape;7718;p67">
                <a:extLst>
                  <a:ext uri="{FF2B5EF4-FFF2-40B4-BE49-F238E27FC236}">
                    <a16:creationId xmlns:a16="http://schemas.microsoft.com/office/drawing/2014/main" id="{2C363046-3E03-F41F-5F3B-2C3A48406EDF}"/>
                  </a:ext>
                </a:extLst>
              </p:cNvPr>
              <p:cNvSpPr/>
              <p:nvPr/>
            </p:nvSpPr>
            <p:spPr>
              <a:xfrm>
                <a:off x="2789175" y="1410350"/>
                <a:ext cx="386600" cy="302375"/>
              </a:xfrm>
              <a:custGeom>
                <a:avLst/>
                <a:gdLst/>
                <a:ahLst/>
                <a:cxnLst/>
                <a:rect l="l" t="t" r="r" b="b"/>
                <a:pathLst>
                  <a:path w="15464" h="12095" extrusionOk="0">
                    <a:moveTo>
                      <a:pt x="9625" y="1"/>
                    </a:moveTo>
                    <a:lnTo>
                      <a:pt x="9521" y="105"/>
                    </a:lnTo>
                    <a:lnTo>
                      <a:pt x="9416" y="105"/>
                    </a:lnTo>
                    <a:lnTo>
                      <a:pt x="9353" y="168"/>
                    </a:lnTo>
                    <a:lnTo>
                      <a:pt x="9416" y="252"/>
                    </a:lnTo>
                    <a:lnTo>
                      <a:pt x="9521" y="273"/>
                    </a:lnTo>
                    <a:lnTo>
                      <a:pt x="9584" y="315"/>
                    </a:lnTo>
                    <a:lnTo>
                      <a:pt x="9458" y="315"/>
                    </a:lnTo>
                    <a:lnTo>
                      <a:pt x="9395" y="377"/>
                    </a:lnTo>
                    <a:lnTo>
                      <a:pt x="9458" y="461"/>
                    </a:lnTo>
                    <a:lnTo>
                      <a:pt x="9584" y="566"/>
                    </a:lnTo>
                    <a:lnTo>
                      <a:pt x="9563" y="629"/>
                    </a:lnTo>
                    <a:lnTo>
                      <a:pt x="9521" y="691"/>
                    </a:lnTo>
                    <a:lnTo>
                      <a:pt x="9625" y="796"/>
                    </a:lnTo>
                    <a:lnTo>
                      <a:pt x="9709" y="817"/>
                    </a:lnTo>
                    <a:lnTo>
                      <a:pt x="9709" y="880"/>
                    </a:lnTo>
                    <a:lnTo>
                      <a:pt x="9605" y="901"/>
                    </a:lnTo>
                    <a:lnTo>
                      <a:pt x="9605" y="942"/>
                    </a:lnTo>
                    <a:lnTo>
                      <a:pt x="9395" y="712"/>
                    </a:lnTo>
                    <a:lnTo>
                      <a:pt x="9353" y="712"/>
                    </a:lnTo>
                    <a:lnTo>
                      <a:pt x="9312" y="796"/>
                    </a:lnTo>
                    <a:lnTo>
                      <a:pt x="9312" y="901"/>
                    </a:lnTo>
                    <a:lnTo>
                      <a:pt x="9270" y="880"/>
                    </a:lnTo>
                    <a:lnTo>
                      <a:pt x="9249" y="691"/>
                    </a:lnTo>
                    <a:lnTo>
                      <a:pt x="9270" y="566"/>
                    </a:lnTo>
                    <a:lnTo>
                      <a:pt x="9186" y="419"/>
                    </a:lnTo>
                    <a:lnTo>
                      <a:pt x="9186" y="273"/>
                    </a:lnTo>
                    <a:lnTo>
                      <a:pt x="9123" y="210"/>
                    </a:lnTo>
                    <a:lnTo>
                      <a:pt x="9081" y="252"/>
                    </a:lnTo>
                    <a:lnTo>
                      <a:pt x="8956" y="147"/>
                    </a:lnTo>
                    <a:lnTo>
                      <a:pt x="8872" y="105"/>
                    </a:lnTo>
                    <a:lnTo>
                      <a:pt x="8851" y="252"/>
                    </a:lnTo>
                    <a:lnTo>
                      <a:pt x="8872" y="461"/>
                    </a:lnTo>
                    <a:lnTo>
                      <a:pt x="8851" y="670"/>
                    </a:lnTo>
                    <a:lnTo>
                      <a:pt x="8893" y="817"/>
                    </a:lnTo>
                    <a:lnTo>
                      <a:pt x="8935" y="984"/>
                    </a:lnTo>
                    <a:lnTo>
                      <a:pt x="8935" y="1047"/>
                    </a:lnTo>
                    <a:lnTo>
                      <a:pt x="8935" y="1193"/>
                    </a:lnTo>
                    <a:lnTo>
                      <a:pt x="8872" y="1235"/>
                    </a:lnTo>
                    <a:lnTo>
                      <a:pt x="8830" y="1131"/>
                    </a:lnTo>
                    <a:lnTo>
                      <a:pt x="8788" y="984"/>
                    </a:lnTo>
                    <a:lnTo>
                      <a:pt x="8747" y="901"/>
                    </a:lnTo>
                    <a:lnTo>
                      <a:pt x="8747" y="775"/>
                    </a:lnTo>
                    <a:lnTo>
                      <a:pt x="8726" y="629"/>
                    </a:lnTo>
                    <a:lnTo>
                      <a:pt x="8684" y="482"/>
                    </a:lnTo>
                    <a:lnTo>
                      <a:pt x="8475" y="357"/>
                    </a:lnTo>
                    <a:lnTo>
                      <a:pt x="8412" y="357"/>
                    </a:lnTo>
                    <a:lnTo>
                      <a:pt x="8370" y="482"/>
                    </a:lnTo>
                    <a:lnTo>
                      <a:pt x="8349" y="524"/>
                    </a:lnTo>
                    <a:lnTo>
                      <a:pt x="8370" y="691"/>
                    </a:lnTo>
                    <a:lnTo>
                      <a:pt x="8558" y="817"/>
                    </a:lnTo>
                    <a:lnTo>
                      <a:pt x="8558" y="901"/>
                    </a:lnTo>
                    <a:lnTo>
                      <a:pt x="8370" y="880"/>
                    </a:lnTo>
                    <a:lnTo>
                      <a:pt x="8328" y="838"/>
                    </a:lnTo>
                    <a:lnTo>
                      <a:pt x="8244" y="838"/>
                    </a:lnTo>
                    <a:lnTo>
                      <a:pt x="8161" y="921"/>
                    </a:lnTo>
                    <a:lnTo>
                      <a:pt x="8244" y="1131"/>
                    </a:lnTo>
                    <a:lnTo>
                      <a:pt x="8224" y="1193"/>
                    </a:lnTo>
                    <a:lnTo>
                      <a:pt x="8077" y="1235"/>
                    </a:lnTo>
                    <a:lnTo>
                      <a:pt x="8035" y="1340"/>
                    </a:lnTo>
                    <a:lnTo>
                      <a:pt x="7952" y="1403"/>
                    </a:lnTo>
                    <a:lnTo>
                      <a:pt x="7910" y="1319"/>
                    </a:lnTo>
                    <a:lnTo>
                      <a:pt x="7910" y="1214"/>
                    </a:lnTo>
                    <a:lnTo>
                      <a:pt x="7847" y="1214"/>
                    </a:lnTo>
                    <a:lnTo>
                      <a:pt x="7784" y="1361"/>
                    </a:lnTo>
                    <a:lnTo>
                      <a:pt x="7700" y="1403"/>
                    </a:lnTo>
                    <a:lnTo>
                      <a:pt x="7680" y="1131"/>
                    </a:lnTo>
                    <a:lnTo>
                      <a:pt x="7700" y="984"/>
                    </a:lnTo>
                    <a:lnTo>
                      <a:pt x="7700" y="921"/>
                    </a:lnTo>
                    <a:lnTo>
                      <a:pt x="7491" y="838"/>
                    </a:lnTo>
                    <a:lnTo>
                      <a:pt x="7470" y="775"/>
                    </a:lnTo>
                    <a:lnTo>
                      <a:pt x="7533" y="691"/>
                    </a:lnTo>
                    <a:lnTo>
                      <a:pt x="7554" y="608"/>
                    </a:lnTo>
                    <a:lnTo>
                      <a:pt x="7470" y="566"/>
                    </a:lnTo>
                    <a:lnTo>
                      <a:pt x="7261" y="524"/>
                    </a:lnTo>
                    <a:lnTo>
                      <a:pt x="7219" y="482"/>
                    </a:lnTo>
                    <a:lnTo>
                      <a:pt x="7073" y="524"/>
                    </a:lnTo>
                    <a:lnTo>
                      <a:pt x="7031" y="629"/>
                    </a:lnTo>
                    <a:lnTo>
                      <a:pt x="7115" y="712"/>
                    </a:lnTo>
                    <a:lnTo>
                      <a:pt x="7115" y="921"/>
                    </a:lnTo>
                    <a:lnTo>
                      <a:pt x="7073" y="984"/>
                    </a:lnTo>
                    <a:lnTo>
                      <a:pt x="6968" y="942"/>
                    </a:lnTo>
                    <a:lnTo>
                      <a:pt x="6864" y="984"/>
                    </a:lnTo>
                    <a:lnTo>
                      <a:pt x="6780" y="901"/>
                    </a:lnTo>
                    <a:lnTo>
                      <a:pt x="6654" y="901"/>
                    </a:lnTo>
                    <a:lnTo>
                      <a:pt x="6633" y="1026"/>
                    </a:lnTo>
                    <a:lnTo>
                      <a:pt x="6675" y="1089"/>
                    </a:lnTo>
                    <a:lnTo>
                      <a:pt x="6738" y="1193"/>
                    </a:lnTo>
                    <a:lnTo>
                      <a:pt x="6801" y="1256"/>
                    </a:lnTo>
                    <a:lnTo>
                      <a:pt x="6801" y="1403"/>
                    </a:lnTo>
                    <a:lnTo>
                      <a:pt x="6864" y="1465"/>
                    </a:lnTo>
                    <a:lnTo>
                      <a:pt x="6905" y="1465"/>
                    </a:lnTo>
                    <a:lnTo>
                      <a:pt x="7010" y="1633"/>
                    </a:lnTo>
                    <a:lnTo>
                      <a:pt x="7010" y="1779"/>
                    </a:lnTo>
                    <a:lnTo>
                      <a:pt x="6968" y="1842"/>
                    </a:lnTo>
                    <a:lnTo>
                      <a:pt x="6989" y="1717"/>
                    </a:lnTo>
                    <a:lnTo>
                      <a:pt x="6947" y="1717"/>
                    </a:lnTo>
                    <a:lnTo>
                      <a:pt x="6843" y="1842"/>
                    </a:lnTo>
                    <a:lnTo>
                      <a:pt x="6780" y="1758"/>
                    </a:lnTo>
                    <a:lnTo>
                      <a:pt x="6780" y="1654"/>
                    </a:lnTo>
                    <a:lnTo>
                      <a:pt x="6801" y="1633"/>
                    </a:lnTo>
                    <a:lnTo>
                      <a:pt x="6780" y="1549"/>
                    </a:lnTo>
                    <a:lnTo>
                      <a:pt x="6738" y="1612"/>
                    </a:lnTo>
                    <a:lnTo>
                      <a:pt x="6654" y="1612"/>
                    </a:lnTo>
                    <a:lnTo>
                      <a:pt x="6654" y="1758"/>
                    </a:lnTo>
                    <a:lnTo>
                      <a:pt x="6592" y="1842"/>
                    </a:lnTo>
                    <a:lnTo>
                      <a:pt x="6571" y="1758"/>
                    </a:lnTo>
                    <a:lnTo>
                      <a:pt x="6508" y="1675"/>
                    </a:lnTo>
                    <a:lnTo>
                      <a:pt x="6550" y="1570"/>
                    </a:lnTo>
                    <a:lnTo>
                      <a:pt x="6550" y="1424"/>
                    </a:lnTo>
                    <a:lnTo>
                      <a:pt x="6445" y="1298"/>
                    </a:lnTo>
                    <a:lnTo>
                      <a:pt x="6382" y="1298"/>
                    </a:lnTo>
                    <a:lnTo>
                      <a:pt x="6257" y="1465"/>
                    </a:lnTo>
                    <a:lnTo>
                      <a:pt x="6215" y="1507"/>
                    </a:lnTo>
                    <a:lnTo>
                      <a:pt x="6215" y="1633"/>
                    </a:lnTo>
                    <a:lnTo>
                      <a:pt x="6257" y="1717"/>
                    </a:lnTo>
                    <a:lnTo>
                      <a:pt x="6215" y="1758"/>
                    </a:lnTo>
                    <a:lnTo>
                      <a:pt x="6131" y="1675"/>
                    </a:lnTo>
                    <a:lnTo>
                      <a:pt x="6152" y="1612"/>
                    </a:lnTo>
                    <a:lnTo>
                      <a:pt x="6110" y="1528"/>
                    </a:lnTo>
                    <a:lnTo>
                      <a:pt x="6131" y="1424"/>
                    </a:lnTo>
                    <a:lnTo>
                      <a:pt x="6110" y="1298"/>
                    </a:lnTo>
                    <a:lnTo>
                      <a:pt x="5985" y="1235"/>
                    </a:lnTo>
                    <a:lnTo>
                      <a:pt x="5985" y="1089"/>
                    </a:lnTo>
                    <a:lnTo>
                      <a:pt x="5985" y="984"/>
                    </a:lnTo>
                    <a:lnTo>
                      <a:pt x="5943" y="984"/>
                    </a:lnTo>
                    <a:lnTo>
                      <a:pt x="5796" y="1110"/>
                    </a:lnTo>
                    <a:lnTo>
                      <a:pt x="5713" y="1131"/>
                    </a:lnTo>
                    <a:lnTo>
                      <a:pt x="5692" y="1256"/>
                    </a:lnTo>
                    <a:lnTo>
                      <a:pt x="5713" y="1340"/>
                    </a:lnTo>
                    <a:lnTo>
                      <a:pt x="5692" y="1403"/>
                    </a:lnTo>
                    <a:lnTo>
                      <a:pt x="5692" y="1465"/>
                    </a:lnTo>
                    <a:lnTo>
                      <a:pt x="5608" y="1528"/>
                    </a:lnTo>
                    <a:lnTo>
                      <a:pt x="5608" y="1445"/>
                    </a:lnTo>
                    <a:lnTo>
                      <a:pt x="5629" y="1403"/>
                    </a:lnTo>
                    <a:lnTo>
                      <a:pt x="5608" y="1340"/>
                    </a:lnTo>
                    <a:lnTo>
                      <a:pt x="5524" y="1424"/>
                    </a:lnTo>
                    <a:lnTo>
                      <a:pt x="5462" y="1570"/>
                    </a:lnTo>
                    <a:lnTo>
                      <a:pt x="5399" y="1612"/>
                    </a:lnTo>
                    <a:lnTo>
                      <a:pt x="5399" y="1340"/>
                    </a:lnTo>
                    <a:lnTo>
                      <a:pt x="5420" y="1256"/>
                    </a:lnTo>
                    <a:lnTo>
                      <a:pt x="5420" y="1193"/>
                    </a:lnTo>
                    <a:lnTo>
                      <a:pt x="5336" y="1152"/>
                    </a:lnTo>
                    <a:lnTo>
                      <a:pt x="5273" y="1214"/>
                    </a:lnTo>
                    <a:lnTo>
                      <a:pt x="5022" y="1214"/>
                    </a:lnTo>
                    <a:lnTo>
                      <a:pt x="4876" y="1319"/>
                    </a:lnTo>
                    <a:lnTo>
                      <a:pt x="4771" y="1298"/>
                    </a:lnTo>
                    <a:lnTo>
                      <a:pt x="4646" y="1361"/>
                    </a:lnTo>
                    <a:lnTo>
                      <a:pt x="4583" y="1465"/>
                    </a:lnTo>
                    <a:lnTo>
                      <a:pt x="4457" y="1465"/>
                    </a:lnTo>
                    <a:lnTo>
                      <a:pt x="4353" y="1528"/>
                    </a:lnTo>
                    <a:lnTo>
                      <a:pt x="4332" y="1654"/>
                    </a:lnTo>
                    <a:lnTo>
                      <a:pt x="4248" y="1612"/>
                    </a:lnTo>
                    <a:lnTo>
                      <a:pt x="4227" y="1633"/>
                    </a:lnTo>
                    <a:lnTo>
                      <a:pt x="4248" y="1737"/>
                    </a:lnTo>
                    <a:lnTo>
                      <a:pt x="4290" y="1758"/>
                    </a:lnTo>
                    <a:lnTo>
                      <a:pt x="4269" y="1863"/>
                    </a:lnTo>
                    <a:lnTo>
                      <a:pt x="4290" y="1968"/>
                    </a:lnTo>
                    <a:lnTo>
                      <a:pt x="4415" y="1947"/>
                    </a:lnTo>
                    <a:lnTo>
                      <a:pt x="4478" y="1863"/>
                    </a:lnTo>
                    <a:lnTo>
                      <a:pt x="4478" y="1779"/>
                    </a:lnTo>
                    <a:lnTo>
                      <a:pt x="4604" y="1758"/>
                    </a:lnTo>
                    <a:lnTo>
                      <a:pt x="4667" y="1717"/>
                    </a:lnTo>
                    <a:lnTo>
                      <a:pt x="4708" y="1675"/>
                    </a:lnTo>
                    <a:lnTo>
                      <a:pt x="4750" y="1821"/>
                    </a:lnTo>
                    <a:lnTo>
                      <a:pt x="4813" y="1758"/>
                    </a:lnTo>
                    <a:lnTo>
                      <a:pt x="4855" y="1654"/>
                    </a:lnTo>
                    <a:lnTo>
                      <a:pt x="4897" y="1633"/>
                    </a:lnTo>
                    <a:lnTo>
                      <a:pt x="4876" y="1779"/>
                    </a:lnTo>
                    <a:lnTo>
                      <a:pt x="4918" y="1842"/>
                    </a:lnTo>
                    <a:lnTo>
                      <a:pt x="5064" y="1842"/>
                    </a:lnTo>
                    <a:lnTo>
                      <a:pt x="4939" y="1884"/>
                    </a:lnTo>
                    <a:lnTo>
                      <a:pt x="4771" y="1926"/>
                    </a:lnTo>
                    <a:lnTo>
                      <a:pt x="4604" y="2051"/>
                    </a:lnTo>
                    <a:lnTo>
                      <a:pt x="4478" y="2093"/>
                    </a:lnTo>
                    <a:lnTo>
                      <a:pt x="4499" y="2198"/>
                    </a:lnTo>
                    <a:lnTo>
                      <a:pt x="4499" y="2281"/>
                    </a:lnTo>
                    <a:lnTo>
                      <a:pt x="4583" y="2281"/>
                    </a:lnTo>
                    <a:lnTo>
                      <a:pt x="4667" y="2198"/>
                    </a:lnTo>
                    <a:lnTo>
                      <a:pt x="4771" y="2198"/>
                    </a:lnTo>
                    <a:lnTo>
                      <a:pt x="4918" y="2156"/>
                    </a:lnTo>
                    <a:lnTo>
                      <a:pt x="5127" y="2135"/>
                    </a:lnTo>
                    <a:lnTo>
                      <a:pt x="5378" y="2072"/>
                    </a:lnTo>
                    <a:lnTo>
                      <a:pt x="5420" y="2135"/>
                    </a:lnTo>
                    <a:lnTo>
                      <a:pt x="5420" y="2198"/>
                    </a:lnTo>
                    <a:lnTo>
                      <a:pt x="5336" y="2240"/>
                    </a:lnTo>
                    <a:lnTo>
                      <a:pt x="5273" y="2177"/>
                    </a:lnTo>
                    <a:lnTo>
                      <a:pt x="5169" y="2177"/>
                    </a:lnTo>
                    <a:lnTo>
                      <a:pt x="5064" y="2261"/>
                    </a:lnTo>
                    <a:lnTo>
                      <a:pt x="4876" y="2261"/>
                    </a:lnTo>
                    <a:lnTo>
                      <a:pt x="4708" y="2386"/>
                    </a:lnTo>
                    <a:lnTo>
                      <a:pt x="4562" y="2386"/>
                    </a:lnTo>
                    <a:lnTo>
                      <a:pt x="4541" y="2449"/>
                    </a:lnTo>
                    <a:lnTo>
                      <a:pt x="4604" y="2554"/>
                    </a:lnTo>
                    <a:lnTo>
                      <a:pt x="4708" y="2554"/>
                    </a:lnTo>
                    <a:lnTo>
                      <a:pt x="4813" y="2616"/>
                    </a:lnTo>
                    <a:lnTo>
                      <a:pt x="4750" y="2658"/>
                    </a:lnTo>
                    <a:lnTo>
                      <a:pt x="4562" y="2658"/>
                    </a:lnTo>
                    <a:lnTo>
                      <a:pt x="4478" y="2574"/>
                    </a:lnTo>
                    <a:lnTo>
                      <a:pt x="4415" y="2574"/>
                    </a:lnTo>
                    <a:lnTo>
                      <a:pt x="4353" y="2616"/>
                    </a:lnTo>
                    <a:lnTo>
                      <a:pt x="4353" y="2763"/>
                    </a:lnTo>
                    <a:lnTo>
                      <a:pt x="4290" y="2826"/>
                    </a:lnTo>
                    <a:lnTo>
                      <a:pt x="4332" y="2909"/>
                    </a:lnTo>
                    <a:lnTo>
                      <a:pt x="4415" y="2972"/>
                    </a:lnTo>
                    <a:lnTo>
                      <a:pt x="4562" y="2909"/>
                    </a:lnTo>
                    <a:lnTo>
                      <a:pt x="4750" y="3014"/>
                    </a:lnTo>
                    <a:lnTo>
                      <a:pt x="4897" y="2993"/>
                    </a:lnTo>
                    <a:lnTo>
                      <a:pt x="4918" y="3035"/>
                    </a:lnTo>
                    <a:lnTo>
                      <a:pt x="5022" y="3035"/>
                    </a:lnTo>
                    <a:lnTo>
                      <a:pt x="5169" y="3139"/>
                    </a:lnTo>
                    <a:lnTo>
                      <a:pt x="5231" y="3139"/>
                    </a:lnTo>
                    <a:lnTo>
                      <a:pt x="5315" y="3118"/>
                    </a:lnTo>
                    <a:lnTo>
                      <a:pt x="5462" y="3139"/>
                    </a:lnTo>
                    <a:lnTo>
                      <a:pt x="5545" y="3139"/>
                    </a:lnTo>
                    <a:lnTo>
                      <a:pt x="5713" y="3035"/>
                    </a:lnTo>
                    <a:lnTo>
                      <a:pt x="5943" y="3035"/>
                    </a:lnTo>
                    <a:lnTo>
                      <a:pt x="6110" y="3014"/>
                    </a:lnTo>
                    <a:lnTo>
                      <a:pt x="6173" y="2972"/>
                    </a:lnTo>
                    <a:lnTo>
                      <a:pt x="6236" y="2930"/>
                    </a:lnTo>
                    <a:lnTo>
                      <a:pt x="6320" y="2930"/>
                    </a:lnTo>
                    <a:lnTo>
                      <a:pt x="6320" y="2993"/>
                    </a:lnTo>
                    <a:lnTo>
                      <a:pt x="6278" y="3077"/>
                    </a:lnTo>
                    <a:lnTo>
                      <a:pt x="6068" y="3098"/>
                    </a:lnTo>
                    <a:lnTo>
                      <a:pt x="5838" y="3139"/>
                    </a:lnTo>
                    <a:lnTo>
                      <a:pt x="5755" y="3202"/>
                    </a:lnTo>
                    <a:lnTo>
                      <a:pt x="5650" y="3223"/>
                    </a:lnTo>
                    <a:lnTo>
                      <a:pt x="5629" y="3244"/>
                    </a:lnTo>
                    <a:lnTo>
                      <a:pt x="5462" y="3223"/>
                    </a:lnTo>
                    <a:lnTo>
                      <a:pt x="5336" y="3286"/>
                    </a:lnTo>
                    <a:lnTo>
                      <a:pt x="5231" y="3286"/>
                    </a:lnTo>
                    <a:lnTo>
                      <a:pt x="5190" y="3223"/>
                    </a:lnTo>
                    <a:lnTo>
                      <a:pt x="5085" y="3223"/>
                    </a:lnTo>
                    <a:lnTo>
                      <a:pt x="4897" y="3118"/>
                    </a:lnTo>
                    <a:lnTo>
                      <a:pt x="4562" y="3118"/>
                    </a:lnTo>
                    <a:lnTo>
                      <a:pt x="4499" y="3077"/>
                    </a:lnTo>
                    <a:lnTo>
                      <a:pt x="4374" y="3098"/>
                    </a:lnTo>
                    <a:lnTo>
                      <a:pt x="4269" y="3077"/>
                    </a:lnTo>
                    <a:lnTo>
                      <a:pt x="4227" y="3118"/>
                    </a:lnTo>
                    <a:lnTo>
                      <a:pt x="4248" y="3286"/>
                    </a:lnTo>
                    <a:lnTo>
                      <a:pt x="4290" y="3328"/>
                    </a:lnTo>
                    <a:lnTo>
                      <a:pt x="4290" y="3516"/>
                    </a:lnTo>
                    <a:lnTo>
                      <a:pt x="4353" y="3642"/>
                    </a:lnTo>
                    <a:lnTo>
                      <a:pt x="4395" y="3704"/>
                    </a:lnTo>
                    <a:lnTo>
                      <a:pt x="4478" y="3725"/>
                    </a:lnTo>
                    <a:lnTo>
                      <a:pt x="4646" y="3934"/>
                    </a:lnTo>
                    <a:lnTo>
                      <a:pt x="4708" y="3976"/>
                    </a:lnTo>
                    <a:lnTo>
                      <a:pt x="4771" y="3955"/>
                    </a:lnTo>
                    <a:lnTo>
                      <a:pt x="4897" y="3767"/>
                    </a:lnTo>
                    <a:lnTo>
                      <a:pt x="5106" y="3662"/>
                    </a:lnTo>
                    <a:lnTo>
                      <a:pt x="5315" y="3537"/>
                    </a:lnTo>
                    <a:lnTo>
                      <a:pt x="5441" y="3432"/>
                    </a:lnTo>
                    <a:lnTo>
                      <a:pt x="5503" y="3349"/>
                    </a:lnTo>
                    <a:lnTo>
                      <a:pt x="5545" y="3349"/>
                    </a:lnTo>
                    <a:lnTo>
                      <a:pt x="5817" y="3411"/>
                    </a:lnTo>
                    <a:lnTo>
                      <a:pt x="6027" y="3390"/>
                    </a:lnTo>
                    <a:lnTo>
                      <a:pt x="6173" y="3390"/>
                    </a:lnTo>
                    <a:lnTo>
                      <a:pt x="6320" y="3495"/>
                    </a:lnTo>
                    <a:lnTo>
                      <a:pt x="6571" y="3516"/>
                    </a:lnTo>
                    <a:lnTo>
                      <a:pt x="6780" y="3516"/>
                    </a:lnTo>
                    <a:lnTo>
                      <a:pt x="6864" y="3558"/>
                    </a:lnTo>
                    <a:lnTo>
                      <a:pt x="6843" y="3600"/>
                    </a:lnTo>
                    <a:lnTo>
                      <a:pt x="6654" y="3621"/>
                    </a:lnTo>
                    <a:lnTo>
                      <a:pt x="6550" y="3600"/>
                    </a:lnTo>
                    <a:lnTo>
                      <a:pt x="6361" y="3558"/>
                    </a:lnTo>
                    <a:lnTo>
                      <a:pt x="6152" y="3453"/>
                    </a:lnTo>
                    <a:lnTo>
                      <a:pt x="6047" y="3453"/>
                    </a:lnTo>
                    <a:lnTo>
                      <a:pt x="5964" y="3495"/>
                    </a:lnTo>
                    <a:lnTo>
                      <a:pt x="5734" y="3453"/>
                    </a:lnTo>
                    <a:lnTo>
                      <a:pt x="5608" y="3432"/>
                    </a:lnTo>
                    <a:lnTo>
                      <a:pt x="5545" y="3516"/>
                    </a:lnTo>
                    <a:lnTo>
                      <a:pt x="5399" y="3600"/>
                    </a:lnTo>
                    <a:lnTo>
                      <a:pt x="5294" y="3725"/>
                    </a:lnTo>
                    <a:lnTo>
                      <a:pt x="5106" y="3830"/>
                    </a:lnTo>
                    <a:lnTo>
                      <a:pt x="5022" y="3976"/>
                    </a:lnTo>
                    <a:lnTo>
                      <a:pt x="4939" y="4060"/>
                    </a:lnTo>
                    <a:lnTo>
                      <a:pt x="4918" y="4123"/>
                    </a:lnTo>
                    <a:lnTo>
                      <a:pt x="5064" y="4227"/>
                    </a:lnTo>
                    <a:lnTo>
                      <a:pt x="5190" y="4227"/>
                    </a:lnTo>
                    <a:lnTo>
                      <a:pt x="5190" y="4290"/>
                    </a:lnTo>
                    <a:lnTo>
                      <a:pt x="5294" y="4395"/>
                    </a:lnTo>
                    <a:lnTo>
                      <a:pt x="5503" y="4395"/>
                    </a:lnTo>
                    <a:lnTo>
                      <a:pt x="5755" y="4478"/>
                    </a:lnTo>
                    <a:lnTo>
                      <a:pt x="5943" y="4478"/>
                    </a:lnTo>
                    <a:lnTo>
                      <a:pt x="6110" y="4332"/>
                    </a:lnTo>
                    <a:lnTo>
                      <a:pt x="6131" y="4144"/>
                    </a:lnTo>
                    <a:lnTo>
                      <a:pt x="6278" y="4081"/>
                    </a:lnTo>
                    <a:lnTo>
                      <a:pt x="6382" y="4123"/>
                    </a:lnTo>
                    <a:lnTo>
                      <a:pt x="6257" y="4165"/>
                    </a:lnTo>
                    <a:lnTo>
                      <a:pt x="6257" y="4269"/>
                    </a:lnTo>
                    <a:lnTo>
                      <a:pt x="6361" y="4290"/>
                    </a:lnTo>
                    <a:lnTo>
                      <a:pt x="6508" y="4248"/>
                    </a:lnTo>
                    <a:lnTo>
                      <a:pt x="6654" y="4269"/>
                    </a:lnTo>
                    <a:lnTo>
                      <a:pt x="6780" y="4186"/>
                    </a:lnTo>
                    <a:lnTo>
                      <a:pt x="6884" y="4227"/>
                    </a:lnTo>
                    <a:lnTo>
                      <a:pt x="6780" y="4332"/>
                    </a:lnTo>
                    <a:lnTo>
                      <a:pt x="6571" y="4353"/>
                    </a:lnTo>
                    <a:lnTo>
                      <a:pt x="6466" y="4374"/>
                    </a:lnTo>
                    <a:lnTo>
                      <a:pt x="6320" y="4374"/>
                    </a:lnTo>
                    <a:lnTo>
                      <a:pt x="6152" y="4541"/>
                    </a:lnTo>
                    <a:lnTo>
                      <a:pt x="6173" y="4604"/>
                    </a:lnTo>
                    <a:lnTo>
                      <a:pt x="6257" y="4646"/>
                    </a:lnTo>
                    <a:lnTo>
                      <a:pt x="6445" y="4604"/>
                    </a:lnTo>
                    <a:lnTo>
                      <a:pt x="6571" y="4771"/>
                    </a:lnTo>
                    <a:lnTo>
                      <a:pt x="7010" y="4771"/>
                    </a:lnTo>
                    <a:lnTo>
                      <a:pt x="7156" y="4750"/>
                    </a:lnTo>
                    <a:lnTo>
                      <a:pt x="7554" y="4583"/>
                    </a:lnTo>
                    <a:lnTo>
                      <a:pt x="7680" y="4562"/>
                    </a:lnTo>
                    <a:lnTo>
                      <a:pt x="7889" y="4395"/>
                    </a:lnTo>
                    <a:lnTo>
                      <a:pt x="7847" y="4353"/>
                    </a:lnTo>
                    <a:lnTo>
                      <a:pt x="7805" y="4353"/>
                    </a:lnTo>
                    <a:lnTo>
                      <a:pt x="7952" y="4165"/>
                    </a:lnTo>
                    <a:lnTo>
                      <a:pt x="8056" y="4165"/>
                    </a:lnTo>
                    <a:lnTo>
                      <a:pt x="8140" y="4039"/>
                    </a:lnTo>
                    <a:lnTo>
                      <a:pt x="8161" y="4060"/>
                    </a:lnTo>
                    <a:lnTo>
                      <a:pt x="8224" y="4165"/>
                    </a:lnTo>
                    <a:lnTo>
                      <a:pt x="8265" y="4165"/>
                    </a:lnTo>
                    <a:lnTo>
                      <a:pt x="8265" y="4060"/>
                    </a:lnTo>
                    <a:lnTo>
                      <a:pt x="8579" y="3830"/>
                    </a:lnTo>
                    <a:lnTo>
                      <a:pt x="8788" y="3809"/>
                    </a:lnTo>
                    <a:lnTo>
                      <a:pt x="9123" y="3662"/>
                    </a:lnTo>
                    <a:lnTo>
                      <a:pt x="9123" y="3746"/>
                    </a:lnTo>
                    <a:lnTo>
                      <a:pt x="8851" y="3872"/>
                    </a:lnTo>
                    <a:lnTo>
                      <a:pt x="8684" y="3872"/>
                    </a:lnTo>
                    <a:lnTo>
                      <a:pt x="8370" y="4060"/>
                    </a:lnTo>
                    <a:lnTo>
                      <a:pt x="8328" y="4227"/>
                    </a:lnTo>
                    <a:lnTo>
                      <a:pt x="8203" y="4332"/>
                    </a:lnTo>
                    <a:lnTo>
                      <a:pt x="8056" y="4332"/>
                    </a:lnTo>
                    <a:lnTo>
                      <a:pt x="8014" y="4478"/>
                    </a:lnTo>
                    <a:lnTo>
                      <a:pt x="7952" y="4541"/>
                    </a:lnTo>
                    <a:lnTo>
                      <a:pt x="7952" y="4583"/>
                    </a:lnTo>
                    <a:lnTo>
                      <a:pt x="8244" y="4562"/>
                    </a:lnTo>
                    <a:lnTo>
                      <a:pt x="8328" y="4604"/>
                    </a:lnTo>
                    <a:lnTo>
                      <a:pt x="8454" y="4604"/>
                    </a:lnTo>
                    <a:lnTo>
                      <a:pt x="8579" y="4688"/>
                    </a:lnTo>
                    <a:lnTo>
                      <a:pt x="8558" y="4750"/>
                    </a:lnTo>
                    <a:lnTo>
                      <a:pt x="8663" y="4792"/>
                    </a:lnTo>
                    <a:lnTo>
                      <a:pt x="8747" y="4792"/>
                    </a:lnTo>
                    <a:lnTo>
                      <a:pt x="8788" y="4855"/>
                    </a:lnTo>
                    <a:lnTo>
                      <a:pt x="8663" y="4876"/>
                    </a:lnTo>
                    <a:lnTo>
                      <a:pt x="8558" y="4918"/>
                    </a:lnTo>
                    <a:lnTo>
                      <a:pt x="8433" y="4813"/>
                    </a:lnTo>
                    <a:lnTo>
                      <a:pt x="8224" y="4750"/>
                    </a:lnTo>
                    <a:lnTo>
                      <a:pt x="7952" y="4771"/>
                    </a:lnTo>
                    <a:lnTo>
                      <a:pt x="7554" y="4813"/>
                    </a:lnTo>
                    <a:lnTo>
                      <a:pt x="7408" y="4876"/>
                    </a:lnTo>
                    <a:lnTo>
                      <a:pt x="7303" y="4876"/>
                    </a:lnTo>
                    <a:lnTo>
                      <a:pt x="7303" y="4918"/>
                    </a:lnTo>
                    <a:lnTo>
                      <a:pt x="7324" y="4981"/>
                    </a:lnTo>
                    <a:lnTo>
                      <a:pt x="7512" y="5022"/>
                    </a:lnTo>
                    <a:lnTo>
                      <a:pt x="7680" y="5022"/>
                    </a:lnTo>
                    <a:lnTo>
                      <a:pt x="7784" y="5085"/>
                    </a:lnTo>
                    <a:lnTo>
                      <a:pt x="7784" y="5169"/>
                    </a:lnTo>
                    <a:lnTo>
                      <a:pt x="7638" y="5190"/>
                    </a:lnTo>
                    <a:lnTo>
                      <a:pt x="7533" y="5106"/>
                    </a:lnTo>
                    <a:lnTo>
                      <a:pt x="7324" y="5085"/>
                    </a:lnTo>
                    <a:lnTo>
                      <a:pt x="7219" y="5002"/>
                    </a:lnTo>
                    <a:lnTo>
                      <a:pt x="7115" y="4981"/>
                    </a:lnTo>
                    <a:lnTo>
                      <a:pt x="6947" y="5064"/>
                    </a:lnTo>
                    <a:lnTo>
                      <a:pt x="6696" y="5085"/>
                    </a:lnTo>
                    <a:lnTo>
                      <a:pt x="6508" y="5002"/>
                    </a:lnTo>
                    <a:lnTo>
                      <a:pt x="6361" y="5002"/>
                    </a:lnTo>
                    <a:lnTo>
                      <a:pt x="6215" y="4960"/>
                    </a:lnTo>
                    <a:lnTo>
                      <a:pt x="6131" y="4897"/>
                    </a:lnTo>
                    <a:lnTo>
                      <a:pt x="5922" y="4918"/>
                    </a:lnTo>
                    <a:lnTo>
                      <a:pt x="5859" y="5064"/>
                    </a:lnTo>
                    <a:lnTo>
                      <a:pt x="5922" y="5169"/>
                    </a:lnTo>
                    <a:lnTo>
                      <a:pt x="5922" y="5587"/>
                    </a:lnTo>
                    <a:lnTo>
                      <a:pt x="5943" y="5629"/>
                    </a:lnTo>
                    <a:lnTo>
                      <a:pt x="5838" y="5755"/>
                    </a:lnTo>
                    <a:lnTo>
                      <a:pt x="5838" y="5839"/>
                    </a:lnTo>
                    <a:lnTo>
                      <a:pt x="5922" y="5901"/>
                    </a:lnTo>
                    <a:lnTo>
                      <a:pt x="5985" y="6006"/>
                    </a:lnTo>
                    <a:lnTo>
                      <a:pt x="6131" y="6006"/>
                    </a:lnTo>
                    <a:lnTo>
                      <a:pt x="6236" y="6069"/>
                    </a:lnTo>
                    <a:lnTo>
                      <a:pt x="6110" y="6048"/>
                    </a:lnTo>
                    <a:lnTo>
                      <a:pt x="6027" y="6111"/>
                    </a:lnTo>
                    <a:lnTo>
                      <a:pt x="5985" y="6173"/>
                    </a:lnTo>
                    <a:lnTo>
                      <a:pt x="5964" y="6069"/>
                    </a:lnTo>
                    <a:lnTo>
                      <a:pt x="5859" y="5964"/>
                    </a:lnTo>
                    <a:lnTo>
                      <a:pt x="5817" y="5964"/>
                    </a:lnTo>
                    <a:lnTo>
                      <a:pt x="5796" y="6027"/>
                    </a:lnTo>
                    <a:lnTo>
                      <a:pt x="5713" y="5922"/>
                    </a:lnTo>
                    <a:lnTo>
                      <a:pt x="5692" y="5734"/>
                    </a:lnTo>
                    <a:lnTo>
                      <a:pt x="5692" y="5525"/>
                    </a:lnTo>
                    <a:lnTo>
                      <a:pt x="5629" y="5232"/>
                    </a:lnTo>
                    <a:lnTo>
                      <a:pt x="5503" y="5085"/>
                    </a:lnTo>
                    <a:lnTo>
                      <a:pt x="5503" y="4981"/>
                    </a:lnTo>
                    <a:lnTo>
                      <a:pt x="5231" y="4792"/>
                    </a:lnTo>
                    <a:lnTo>
                      <a:pt x="5169" y="4792"/>
                    </a:lnTo>
                    <a:lnTo>
                      <a:pt x="5001" y="4688"/>
                    </a:lnTo>
                    <a:lnTo>
                      <a:pt x="4980" y="4583"/>
                    </a:lnTo>
                    <a:lnTo>
                      <a:pt x="4876" y="4541"/>
                    </a:lnTo>
                    <a:lnTo>
                      <a:pt x="4708" y="4583"/>
                    </a:lnTo>
                    <a:lnTo>
                      <a:pt x="4353" y="4981"/>
                    </a:lnTo>
                    <a:lnTo>
                      <a:pt x="4290" y="5106"/>
                    </a:lnTo>
                    <a:lnTo>
                      <a:pt x="4290" y="5211"/>
                    </a:lnTo>
                    <a:lnTo>
                      <a:pt x="4374" y="5274"/>
                    </a:lnTo>
                    <a:lnTo>
                      <a:pt x="4499" y="5315"/>
                    </a:lnTo>
                    <a:lnTo>
                      <a:pt x="4562" y="5441"/>
                    </a:lnTo>
                    <a:lnTo>
                      <a:pt x="4562" y="5525"/>
                    </a:lnTo>
                    <a:lnTo>
                      <a:pt x="4541" y="5546"/>
                    </a:lnTo>
                    <a:lnTo>
                      <a:pt x="4457" y="5420"/>
                    </a:lnTo>
                    <a:lnTo>
                      <a:pt x="4374" y="5399"/>
                    </a:lnTo>
                    <a:lnTo>
                      <a:pt x="4290" y="5336"/>
                    </a:lnTo>
                    <a:lnTo>
                      <a:pt x="4248" y="5378"/>
                    </a:lnTo>
                    <a:lnTo>
                      <a:pt x="4164" y="5399"/>
                    </a:lnTo>
                    <a:lnTo>
                      <a:pt x="4143" y="5483"/>
                    </a:lnTo>
                    <a:lnTo>
                      <a:pt x="4185" y="5608"/>
                    </a:lnTo>
                    <a:lnTo>
                      <a:pt x="4269" y="5650"/>
                    </a:lnTo>
                    <a:lnTo>
                      <a:pt x="4332" y="5818"/>
                    </a:lnTo>
                    <a:lnTo>
                      <a:pt x="4353" y="6131"/>
                    </a:lnTo>
                    <a:lnTo>
                      <a:pt x="4269" y="6278"/>
                    </a:lnTo>
                    <a:lnTo>
                      <a:pt x="4269" y="6445"/>
                    </a:lnTo>
                    <a:lnTo>
                      <a:pt x="4185" y="6634"/>
                    </a:lnTo>
                    <a:lnTo>
                      <a:pt x="4185" y="6759"/>
                    </a:lnTo>
                    <a:lnTo>
                      <a:pt x="4227" y="6780"/>
                    </a:lnTo>
                    <a:lnTo>
                      <a:pt x="4290" y="6759"/>
                    </a:lnTo>
                    <a:lnTo>
                      <a:pt x="4290" y="6759"/>
                    </a:lnTo>
                    <a:lnTo>
                      <a:pt x="4269" y="6906"/>
                    </a:lnTo>
                    <a:lnTo>
                      <a:pt x="4185" y="7052"/>
                    </a:lnTo>
                    <a:lnTo>
                      <a:pt x="4143" y="6968"/>
                    </a:lnTo>
                    <a:lnTo>
                      <a:pt x="4123" y="6864"/>
                    </a:lnTo>
                    <a:lnTo>
                      <a:pt x="4018" y="6780"/>
                    </a:lnTo>
                    <a:lnTo>
                      <a:pt x="3934" y="6864"/>
                    </a:lnTo>
                    <a:lnTo>
                      <a:pt x="3934" y="7052"/>
                    </a:lnTo>
                    <a:lnTo>
                      <a:pt x="4081" y="7303"/>
                    </a:lnTo>
                    <a:lnTo>
                      <a:pt x="4248" y="7282"/>
                    </a:lnTo>
                    <a:lnTo>
                      <a:pt x="4353" y="7324"/>
                    </a:lnTo>
                    <a:lnTo>
                      <a:pt x="4395" y="7408"/>
                    </a:lnTo>
                    <a:lnTo>
                      <a:pt x="4583" y="7408"/>
                    </a:lnTo>
                    <a:lnTo>
                      <a:pt x="4792" y="7491"/>
                    </a:lnTo>
                    <a:lnTo>
                      <a:pt x="4876" y="7408"/>
                    </a:lnTo>
                    <a:lnTo>
                      <a:pt x="5001" y="7324"/>
                    </a:lnTo>
                    <a:lnTo>
                      <a:pt x="5001" y="7261"/>
                    </a:lnTo>
                    <a:lnTo>
                      <a:pt x="5085" y="7219"/>
                    </a:lnTo>
                    <a:lnTo>
                      <a:pt x="5085" y="7303"/>
                    </a:lnTo>
                    <a:lnTo>
                      <a:pt x="5022" y="7408"/>
                    </a:lnTo>
                    <a:lnTo>
                      <a:pt x="5022" y="7533"/>
                    </a:lnTo>
                    <a:lnTo>
                      <a:pt x="4980" y="7596"/>
                    </a:lnTo>
                    <a:lnTo>
                      <a:pt x="4876" y="7533"/>
                    </a:lnTo>
                    <a:lnTo>
                      <a:pt x="4646" y="7533"/>
                    </a:lnTo>
                    <a:lnTo>
                      <a:pt x="4541" y="7575"/>
                    </a:lnTo>
                    <a:lnTo>
                      <a:pt x="4541" y="7680"/>
                    </a:lnTo>
                    <a:lnTo>
                      <a:pt x="4583" y="7701"/>
                    </a:lnTo>
                    <a:lnTo>
                      <a:pt x="4708" y="7701"/>
                    </a:lnTo>
                    <a:lnTo>
                      <a:pt x="4750" y="7784"/>
                    </a:lnTo>
                    <a:lnTo>
                      <a:pt x="4646" y="7784"/>
                    </a:lnTo>
                    <a:lnTo>
                      <a:pt x="4646" y="7952"/>
                    </a:lnTo>
                    <a:lnTo>
                      <a:pt x="4478" y="7722"/>
                    </a:lnTo>
                    <a:lnTo>
                      <a:pt x="4395" y="7722"/>
                    </a:lnTo>
                    <a:lnTo>
                      <a:pt x="4353" y="7617"/>
                    </a:lnTo>
                    <a:lnTo>
                      <a:pt x="4290" y="7533"/>
                    </a:lnTo>
                    <a:lnTo>
                      <a:pt x="4039" y="7366"/>
                    </a:lnTo>
                    <a:lnTo>
                      <a:pt x="3976" y="7366"/>
                    </a:lnTo>
                    <a:lnTo>
                      <a:pt x="3830" y="7199"/>
                    </a:lnTo>
                    <a:lnTo>
                      <a:pt x="3830" y="7178"/>
                    </a:lnTo>
                    <a:lnTo>
                      <a:pt x="3725" y="7178"/>
                    </a:lnTo>
                    <a:lnTo>
                      <a:pt x="3620" y="7261"/>
                    </a:lnTo>
                    <a:lnTo>
                      <a:pt x="3516" y="7261"/>
                    </a:lnTo>
                    <a:lnTo>
                      <a:pt x="3432" y="7303"/>
                    </a:lnTo>
                    <a:lnTo>
                      <a:pt x="3286" y="7261"/>
                    </a:lnTo>
                    <a:lnTo>
                      <a:pt x="3034" y="7303"/>
                    </a:lnTo>
                    <a:lnTo>
                      <a:pt x="2972" y="7282"/>
                    </a:lnTo>
                    <a:lnTo>
                      <a:pt x="2783" y="7471"/>
                    </a:lnTo>
                    <a:lnTo>
                      <a:pt x="2700" y="7617"/>
                    </a:lnTo>
                    <a:lnTo>
                      <a:pt x="2700" y="7743"/>
                    </a:lnTo>
                    <a:lnTo>
                      <a:pt x="2595" y="7784"/>
                    </a:lnTo>
                    <a:lnTo>
                      <a:pt x="2490" y="7847"/>
                    </a:lnTo>
                    <a:lnTo>
                      <a:pt x="2365" y="7910"/>
                    </a:lnTo>
                    <a:lnTo>
                      <a:pt x="2344" y="7994"/>
                    </a:lnTo>
                    <a:lnTo>
                      <a:pt x="2198" y="8098"/>
                    </a:lnTo>
                    <a:lnTo>
                      <a:pt x="2177" y="8224"/>
                    </a:lnTo>
                    <a:lnTo>
                      <a:pt x="2260" y="8224"/>
                    </a:lnTo>
                    <a:lnTo>
                      <a:pt x="2281" y="8307"/>
                    </a:lnTo>
                    <a:lnTo>
                      <a:pt x="2177" y="8307"/>
                    </a:lnTo>
                    <a:lnTo>
                      <a:pt x="2093" y="8349"/>
                    </a:lnTo>
                    <a:lnTo>
                      <a:pt x="2260" y="8475"/>
                    </a:lnTo>
                    <a:lnTo>
                      <a:pt x="2407" y="8517"/>
                    </a:lnTo>
                    <a:lnTo>
                      <a:pt x="2511" y="8433"/>
                    </a:lnTo>
                    <a:lnTo>
                      <a:pt x="2490" y="8349"/>
                    </a:lnTo>
                    <a:lnTo>
                      <a:pt x="2658" y="8370"/>
                    </a:lnTo>
                    <a:lnTo>
                      <a:pt x="2825" y="8245"/>
                    </a:lnTo>
                    <a:lnTo>
                      <a:pt x="2825" y="8349"/>
                    </a:lnTo>
                    <a:lnTo>
                      <a:pt x="2700" y="8412"/>
                    </a:lnTo>
                    <a:lnTo>
                      <a:pt x="2616" y="8538"/>
                    </a:lnTo>
                    <a:lnTo>
                      <a:pt x="2616" y="8621"/>
                    </a:lnTo>
                    <a:lnTo>
                      <a:pt x="2783" y="8621"/>
                    </a:lnTo>
                    <a:lnTo>
                      <a:pt x="2888" y="8642"/>
                    </a:lnTo>
                    <a:lnTo>
                      <a:pt x="3014" y="8475"/>
                    </a:lnTo>
                    <a:lnTo>
                      <a:pt x="3202" y="8349"/>
                    </a:lnTo>
                    <a:lnTo>
                      <a:pt x="3307" y="8119"/>
                    </a:lnTo>
                    <a:lnTo>
                      <a:pt x="3453" y="7931"/>
                    </a:lnTo>
                    <a:lnTo>
                      <a:pt x="3558" y="7910"/>
                    </a:lnTo>
                    <a:lnTo>
                      <a:pt x="3558" y="7910"/>
                    </a:lnTo>
                    <a:lnTo>
                      <a:pt x="3537" y="7994"/>
                    </a:lnTo>
                    <a:lnTo>
                      <a:pt x="3453" y="8035"/>
                    </a:lnTo>
                    <a:lnTo>
                      <a:pt x="3307" y="8245"/>
                    </a:lnTo>
                    <a:lnTo>
                      <a:pt x="3348" y="8349"/>
                    </a:lnTo>
                    <a:lnTo>
                      <a:pt x="3244" y="8349"/>
                    </a:lnTo>
                    <a:lnTo>
                      <a:pt x="3181" y="8454"/>
                    </a:lnTo>
                    <a:lnTo>
                      <a:pt x="3202" y="8538"/>
                    </a:lnTo>
                    <a:lnTo>
                      <a:pt x="3286" y="8538"/>
                    </a:lnTo>
                    <a:lnTo>
                      <a:pt x="3223" y="8580"/>
                    </a:lnTo>
                    <a:lnTo>
                      <a:pt x="3139" y="8580"/>
                    </a:lnTo>
                    <a:lnTo>
                      <a:pt x="3034" y="8684"/>
                    </a:lnTo>
                    <a:lnTo>
                      <a:pt x="3076" y="8747"/>
                    </a:lnTo>
                    <a:lnTo>
                      <a:pt x="3202" y="8747"/>
                    </a:lnTo>
                    <a:lnTo>
                      <a:pt x="3118" y="8789"/>
                    </a:lnTo>
                    <a:lnTo>
                      <a:pt x="2993" y="8747"/>
                    </a:lnTo>
                    <a:lnTo>
                      <a:pt x="2888" y="8747"/>
                    </a:lnTo>
                    <a:lnTo>
                      <a:pt x="2804" y="8789"/>
                    </a:lnTo>
                    <a:lnTo>
                      <a:pt x="2721" y="8831"/>
                    </a:lnTo>
                    <a:lnTo>
                      <a:pt x="2679" y="8872"/>
                    </a:lnTo>
                    <a:lnTo>
                      <a:pt x="2721" y="8977"/>
                    </a:lnTo>
                    <a:lnTo>
                      <a:pt x="2804" y="8977"/>
                    </a:lnTo>
                    <a:lnTo>
                      <a:pt x="2867" y="8935"/>
                    </a:lnTo>
                    <a:lnTo>
                      <a:pt x="2909" y="8956"/>
                    </a:lnTo>
                    <a:lnTo>
                      <a:pt x="3014" y="8956"/>
                    </a:lnTo>
                    <a:lnTo>
                      <a:pt x="3014" y="9040"/>
                    </a:lnTo>
                    <a:lnTo>
                      <a:pt x="2930" y="9040"/>
                    </a:lnTo>
                    <a:lnTo>
                      <a:pt x="2825" y="8998"/>
                    </a:lnTo>
                    <a:lnTo>
                      <a:pt x="2783" y="9040"/>
                    </a:lnTo>
                    <a:lnTo>
                      <a:pt x="2783" y="9082"/>
                    </a:lnTo>
                    <a:lnTo>
                      <a:pt x="2888" y="9103"/>
                    </a:lnTo>
                    <a:lnTo>
                      <a:pt x="2867" y="9144"/>
                    </a:lnTo>
                    <a:lnTo>
                      <a:pt x="2783" y="9186"/>
                    </a:lnTo>
                    <a:lnTo>
                      <a:pt x="2700" y="9186"/>
                    </a:lnTo>
                    <a:lnTo>
                      <a:pt x="2700" y="9249"/>
                    </a:lnTo>
                    <a:lnTo>
                      <a:pt x="2783" y="9396"/>
                    </a:lnTo>
                    <a:lnTo>
                      <a:pt x="2867" y="9396"/>
                    </a:lnTo>
                    <a:lnTo>
                      <a:pt x="2909" y="9312"/>
                    </a:lnTo>
                    <a:lnTo>
                      <a:pt x="3034" y="9207"/>
                    </a:lnTo>
                    <a:lnTo>
                      <a:pt x="3014" y="9312"/>
                    </a:lnTo>
                    <a:lnTo>
                      <a:pt x="2909" y="9396"/>
                    </a:lnTo>
                    <a:lnTo>
                      <a:pt x="2825" y="9479"/>
                    </a:lnTo>
                    <a:lnTo>
                      <a:pt x="2804" y="9563"/>
                    </a:lnTo>
                    <a:lnTo>
                      <a:pt x="2972" y="9626"/>
                    </a:lnTo>
                    <a:lnTo>
                      <a:pt x="3097" y="9626"/>
                    </a:lnTo>
                    <a:lnTo>
                      <a:pt x="3118" y="9605"/>
                    </a:lnTo>
                    <a:lnTo>
                      <a:pt x="3181" y="9605"/>
                    </a:lnTo>
                    <a:lnTo>
                      <a:pt x="3244" y="9668"/>
                    </a:lnTo>
                    <a:lnTo>
                      <a:pt x="3432" y="9584"/>
                    </a:lnTo>
                    <a:lnTo>
                      <a:pt x="3620" y="9416"/>
                    </a:lnTo>
                    <a:lnTo>
                      <a:pt x="3620" y="9396"/>
                    </a:lnTo>
                    <a:lnTo>
                      <a:pt x="3725" y="9312"/>
                    </a:lnTo>
                    <a:lnTo>
                      <a:pt x="3934" y="9103"/>
                    </a:lnTo>
                    <a:lnTo>
                      <a:pt x="3934" y="9040"/>
                    </a:lnTo>
                    <a:lnTo>
                      <a:pt x="4018" y="8956"/>
                    </a:lnTo>
                    <a:lnTo>
                      <a:pt x="4081" y="8956"/>
                    </a:lnTo>
                    <a:lnTo>
                      <a:pt x="4018" y="9040"/>
                    </a:lnTo>
                    <a:lnTo>
                      <a:pt x="3976" y="9144"/>
                    </a:lnTo>
                    <a:lnTo>
                      <a:pt x="3809" y="9354"/>
                    </a:lnTo>
                    <a:lnTo>
                      <a:pt x="3599" y="9479"/>
                    </a:lnTo>
                    <a:lnTo>
                      <a:pt x="3453" y="9626"/>
                    </a:lnTo>
                    <a:lnTo>
                      <a:pt x="3307" y="9709"/>
                    </a:lnTo>
                    <a:lnTo>
                      <a:pt x="3223" y="9793"/>
                    </a:lnTo>
                    <a:lnTo>
                      <a:pt x="3286" y="9877"/>
                    </a:lnTo>
                    <a:lnTo>
                      <a:pt x="3223" y="9898"/>
                    </a:lnTo>
                    <a:lnTo>
                      <a:pt x="3076" y="9772"/>
                    </a:lnTo>
                    <a:lnTo>
                      <a:pt x="2825" y="9772"/>
                    </a:lnTo>
                    <a:lnTo>
                      <a:pt x="2825" y="9835"/>
                    </a:lnTo>
                    <a:lnTo>
                      <a:pt x="2783" y="9814"/>
                    </a:lnTo>
                    <a:lnTo>
                      <a:pt x="2700" y="9688"/>
                    </a:lnTo>
                    <a:lnTo>
                      <a:pt x="2490" y="9584"/>
                    </a:lnTo>
                    <a:lnTo>
                      <a:pt x="2407" y="9605"/>
                    </a:lnTo>
                    <a:lnTo>
                      <a:pt x="2365" y="9563"/>
                    </a:lnTo>
                    <a:lnTo>
                      <a:pt x="2407" y="9416"/>
                    </a:lnTo>
                    <a:lnTo>
                      <a:pt x="2407" y="9082"/>
                    </a:lnTo>
                    <a:lnTo>
                      <a:pt x="2365" y="8872"/>
                    </a:lnTo>
                    <a:lnTo>
                      <a:pt x="2239" y="8726"/>
                    </a:lnTo>
                    <a:lnTo>
                      <a:pt x="2156" y="8726"/>
                    </a:lnTo>
                    <a:lnTo>
                      <a:pt x="2030" y="8663"/>
                    </a:lnTo>
                    <a:lnTo>
                      <a:pt x="1946" y="8684"/>
                    </a:lnTo>
                    <a:lnTo>
                      <a:pt x="1821" y="8684"/>
                    </a:lnTo>
                    <a:lnTo>
                      <a:pt x="1737" y="8726"/>
                    </a:lnTo>
                    <a:lnTo>
                      <a:pt x="1633" y="8747"/>
                    </a:lnTo>
                    <a:lnTo>
                      <a:pt x="1633" y="8831"/>
                    </a:lnTo>
                    <a:lnTo>
                      <a:pt x="1654" y="8935"/>
                    </a:lnTo>
                    <a:lnTo>
                      <a:pt x="1633" y="8977"/>
                    </a:lnTo>
                    <a:lnTo>
                      <a:pt x="1612" y="9165"/>
                    </a:lnTo>
                    <a:lnTo>
                      <a:pt x="1654" y="9249"/>
                    </a:lnTo>
                    <a:lnTo>
                      <a:pt x="1716" y="9249"/>
                    </a:lnTo>
                    <a:lnTo>
                      <a:pt x="1716" y="9312"/>
                    </a:lnTo>
                    <a:lnTo>
                      <a:pt x="1612" y="9396"/>
                    </a:lnTo>
                    <a:lnTo>
                      <a:pt x="1570" y="9458"/>
                    </a:lnTo>
                    <a:lnTo>
                      <a:pt x="1654" y="9563"/>
                    </a:lnTo>
                    <a:lnTo>
                      <a:pt x="1737" y="9563"/>
                    </a:lnTo>
                    <a:lnTo>
                      <a:pt x="1758" y="9500"/>
                    </a:lnTo>
                    <a:lnTo>
                      <a:pt x="1884" y="9563"/>
                    </a:lnTo>
                    <a:lnTo>
                      <a:pt x="1863" y="9584"/>
                    </a:lnTo>
                    <a:lnTo>
                      <a:pt x="1737" y="9584"/>
                    </a:lnTo>
                    <a:lnTo>
                      <a:pt x="1737" y="9605"/>
                    </a:lnTo>
                    <a:lnTo>
                      <a:pt x="1821" y="9668"/>
                    </a:lnTo>
                    <a:lnTo>
                      <a:pt x="1821" y="9709"/>
                    </a:lnTo>
                    <a:lnTo>
                      <a:pt x="1737" y="9772"/>
                    </a:lnTo>
                    <a:lnTo>
                      <a:pt x="1716" y="9793"/>
                    </a:lnTo>
                    <a:lnTo>
                      <a:pt x="1779" y="9814"/>
                    </a:lnTo>
                    <a:lnTo>
                      <a:pt x="1842" y="9877"/>
                    </a:lnTo>
                    <a:lnTo>
                      <a:pt x="1946" y="9877"/>
                    </a:lnTo>
                    <a:lnTo>
                      <a:pt x="1967" y="9898"/>
                    </a:lnTo>
                    <a:lnTo>
                      <a:pt x="1926" y="9940"/>
                    </a:lnTo>
                    <a:lnTo>
                      <a:pt x="1821" y="9940"/>
                    </a:lnTo>
                    <a:lnTo>
                      <a:pt x="1779" y="9981"/>
                    </a:lnTo>
                    <a:lnTo>
                      <a:pt x="1654" y="9877"/>
                    </a:lnTo>
                    <a:lnTo>
                      <a:pt x="1612" y="9898"/>
                    </a:lnTo>
                    <a:lnTo>
                      <a:pt x="1570" y="9940"/>
                    </a:lnTo>
                    <a:lnTo>
                      <a:pt x="1507" y="9940"/>
                    </a:lnTo>
                    <a:lnTo>
                      <a:pt x="1444" y="9835"/>
                    </a:lnTo>
                    <a:lnTo>
                      <a:pt x="1361" y="9814"/>
                    </a:lnTo>
                    <a:lnTo>
                      <a:pt x="1298" y="9877"/>
                    </a:lnTo>
                    <a:lnTo>
                      <a:pt x="1110" y="9877"/>
                    </a:lnTo>
                    <a:lnTo>
                      <a:pt x="984" y="9793"/>
                    </a:lnTo>
                    <a:lnTo>
                      <a:pt x="879" y="9793"/>
                    </a:lnTo>
                    <a:lnTo>
                      <a:pt x="817" y="9835"/>
                    </a:lnTo>
                    <a:lnTo>
                      <a:pt x="817" y="9919"/>
                    </a:lnTo>
                    <a:lnTo>
                      <a:pt x="733" y="9940"/>
                    </a:lnTo>
                    <a:lnTo>
                      <a:pt x="628" y="9981"/>
                    </a:lnTo>
                    <a:lnTo>
                      <a:pt x="586" y="10044"/>
                    </a:lnTo>
                    <a:lnTo>
                      <a:pt x="419" y="10086"/>
                    </a:lnTo>
                    <a:lnTo>
                      <a:pt x="377" y="10107"/>
                    </a:lnTo>
                    <a:lnTo>
                      <a:pt x="273" y="10128"/>
                    </a:lnTo>
                    <a:lnTo>
                      <a:pt x="189" y="10212"/>
                    </a:lnTo>
                    <a:lnTo>
                      <a:pt x="168" y="10316"/>
                    </a:lnTo>
                    <a:lnTo>
                      <a:pt x="168" y="10358"/>
                    </a:lnTo>
                    <a:lnTo>
                      <a:pt x="147" y="10442"/>
                    </a:lnTo>
                    <a:lnTo>
                      <a:pt x="1" y="10525"/>
                    </a:lnTo>
                    <a:lnTo>
                      <a:pt x="1" y="10609"/>
                    </a:lnTo>
                    <a:lnTo>
                      <a:pt x="42" y="10651"/>
                    </a:lnTo>
                    <a:lnTo>
                      <a:pt x="42" y="10818"/>
                    </a:lnTo>
                    <a:lnTo>
                      <a:pt x="63" y="10860"/>
                    </a:lnTo>
                    <a:lnTo>
                      <a:pt x="189" y="10860"/>
                    </a:lnTo>
                    <a:lnTo>
                      <a:pt x="252" y="10735"/>
                    </a:lnTo>
                    <a:lnTo>
                      <a:pt x="294" y="10735"/>
                    </a:lnTo>
                    <a:lnTo>
                      <a:pt x="273" y="10756"/>
                    </a:lnTo>
                    <a:lnTo>
                      <a:pt x="210" y="10860"/>
                    </a:lnTo>
                    <a:lnTo>
                      <a:pt x="273" y="10881"/>
                    </a:lnTo>
                    <a:lnTo>
                      <a:pt x="356" y="10818"/>
                    </a:lnTo>
                    <a:lnTo>
                      <a:pt x="356" y="10651"/>
                    </a:lnTo>
                    <a:lnTo>
                      <a:pt x="398" y="10421"/>
                    </a:lnTo>
                    <a:lnTo>
                      <a:pt x="482" y="10400"/>
                    </a:lnTo>
                    <a:lnTo>
                      <a:pt x="566" y="10337"/>
                    </a:lnTo>
                    <a:lnTo>
                      <a:pt x="419" y="10567"/>
                    </a:lnTo>
                    <a:lnTo>
                      <a:pt x="419" y="10672"/>
                    </a:lnTo>
                    <a:lnTo>
                      <a:pt x="398" y="10714"/>
                    </a:lnTo>
                    <a:lnTo>
                      <a:pt x="377" y="10839"/>
                    </a:lnTo>
                    <a:lnTo>
                      <a:pt x="314" y="10944"/>
                    </a:lnTo>
                    <a:lnTo>
                      <a:pt x="377" y="10986"/>
                    </a:lnTo>
                    <a:lnTo>
                      <a:pt x="419" y="10986"/>
                    </a:lnTo>
                    <a:lnTo>
                      <a:pt x="503" y="11069"/>
                    </a:lnTo>
                    <a:lnTo>
                      <a:pt x="607" y="11069"/>
                    </a:lnTo>
                    <a:lnTo>
                      <a:pt x="628" y="10965"/>
                    </a:lnTo>
                    <a:lnTo>
                      <a:pt x="607" y="10944"/>
                    </a:lnTo>
                    <a:lnTo>
                      <a:pt x="670" y="10839"/>
                    </a:lnTo>
                    <a:lnTo>
                      <a:pt x="691" y="10735"/>
                    </a:lnTo>
                    <a:lnTo>
                      <a:pt x="733" y="10672"/>
                    </a:lnTo>
                    <a:lnTo>
                      <a:pt x="733" y="10756"/>
                    </a:lnTo>
                    <a:lnTo>
                      <a:pt x="775" y="10818"/>
                    </a:lnTo>
                    <a:lnTo>
                      <a:pt x="712" y="10944"/>
                    </a:lnTo>
                    <a:lnTo>
                      <a:pt x="712" y="11028"/>
                    </a:lnTo>
                    <a:lnTo>
                      <a:pt x="712" y="11090"/>
                    </a:lnTo>
                    <a:lnTo>
                      <a:pt x="796" y="11195"/>
                    </a:lnTo>
                    <a:lnTo>
                      <a:pt x="838" y="11237"/>
                    </a:lnTo>
                    <a:lnTo>
                      <a:pt x="921" y="11153"/>
                    </a:lnTo>
                    <a:lnTo>
                      <a:pt x="900" y="11069"/>
                    </a:lnTo>
                    <a:lnTo>
                      <a:pt x="900" y="11048"/>
                    </a:lnTo>
                    <a:lnTo>
                      <a:pt x="921" y="11028"/>
                    </a:lnTo>
                    <a:lnTo>
                      <a:pt x="1005" y="11028"/>
                    </a:lnTo>
                    <a:lnTo>
                      <a:pt x="1047" y="10965"/>
                    </a:lnTo>
                    <a:lnTo>
                      <a:pt x="1026" y="10860"/>
                    </a:lnTo>
                    <a:lnTo>
                      <a:pt x="984" y="10818"/>
                    </a:lnTo>
                    <a:lnTo>
                      <a:pt x="984" y="10735"/>
                    </a:lnTo>
                    <a:lnTo>
                      <a:pt x="1026" y="10756"/>
                    </a:lnTo>
                    <a:lnTo>
                      <a:pt x="1110" y="10923"/>
                    </a:lnTo>
                    <a:lnTo>
                      <a:pt x="1110" y="10986"/>
                    </a:lnTo>
                    <a:lnTo>
                      <a:pt x="1047" y="11090"/>
                    </a:lnTo>
                    <a:lnTo>
                      <a:pt x="1005" y="11090"/>
                    </a:lnTo>
                    <a:lnTo>
                      <a:pt x="942" y="11195"/>
                    </a:lnTo>
                    <a:lnTo>
                      <a:pt x="984" y="11258"/>
                    </a:lnTo>
                    <a:lnTo>
                      <a:pt x="1026" y="11258"/>
                    </a:lnTo>
                    <a:lnTo>
                      <a:pt x="1089" y="11279"/>
                    </a:lnTo>
                    <a:lnTo>
                      <a:pt x="1110" y="11341"/>
                    </a:lnTo>
                    <a:lnTo>
                      <a:pt x="1151" y="11341"/>
                    </a:lnTo>
                    <a:lnTo>
                      <a:pt x="1340" y="11446"/>
                    </a:lnTo>
                    <a:lnTo>
                      <a:pt x="1402" y="11446"/>
                    </a:lnTo>
                    <a:lnTo>
                      <a:pt x="1402" y="11551"/>
                    </a:lnTo>
                    <a:lnTo>
                      <a:pt x="1612" y="11551"/>
                    </a:lnTo>
                    <a:lnTo>
                      <a:pt x="1674" y="11593"/>
                    </a:lnTo>
                    <a:lnTo>
                      <a:pt x="1737" y="11572"/>
                    </a:lnTo>
                    <a:lnTo>
                      <a:pt x="1779" y="11488"/>
                    </a:lnTo>
                    <a:lnTo>
                      <a:pt x="1716" y="11362"/>
                    </a:lnTo>
                    <a:lnTo>
                      <a:pt x="1654" y="11174"/>
                    </a:lnTo>
                    <a:lnTo>
                      <a:pt x="1716" y="11048"/>
                    </a:lnTo>
                    <a:lnTo>
                      <a:pt x="1758" y="10986"/>
                    </a:lnTo>
                    <a:lnTo>
                      <a:pt x="1779" y="11048"/>
                    </a:lnTo>
                    <a:lnTo>
                      <a:pt x="1821" y="11174"/>
                    </a:lnTo>
                    <a:lnTo>
                      <a:pt x="1821" y="11279"/>
                    </a:lnTo>
                    <a:lnTo>
                      <a:pt x="1842" y="11341"/>
                    </a:lnTo>
                    <a:lnTo>
                      <a:pt x="1926" y="11341"/>
                    </a:lnTo>
                    <a:lnTo>
                      <a:pt x="1946" y="11279"/>
                    </a:lnTo>
                    <a:lnTo>
                      <a:pt x="2030" y="11279"/>
                    </a:lnTo>
                    <a:lnTo>
                      <a:pt x="2051" y="11237"/>
                    </a:lnTo>
                    <a:lnTo>
                      <a:pt x="2072" y="11153"/>
                    </a:lnTo>
                    <a:lnTo>
                      <a:pt x="2135" y="11090"/>
                    </a:lnTo>
                    <a:lnTo>
                      <a:pt x="2156" y="10965"/>
                    </a:lnTo>
                    <a:lnTo>
                      <a:pt x="2177" y="10923"/>
                    </a:lnTo>
                    <a:lnTo>
                      <a:pt x="2198" y="10923"/>
                    </a:lnTo>
                    <a:lnTo>
                      <a:pt x="2260" y="11048"/>
                    </a:lnTo>
                    <a:lnTo>
                      <a:pt x="2239" y="11090"/>
                    </a:lnTo>
                    <a:lnTo>
                      <a:pt x="2177" y="11195"/>
                    </a:lnTo>
                    <a:lnTo>
                      <a:pt x="2156" y="11279"/>
                    </a:lnTo>
                    <a:lnTo>
                      <a:pt x="2198" y="11341"/>
                    </a:lnTo>
                    <a:lnTo>
                      <a:pt x="2198" y="11404"/>
                    </a:lnTo>
                    <a:lnTo>
                      <a:pt x="2302" y="11488"/>
                    </a:lnTo>
                    <a:lnTo>
                      <a:pt x="2386" y="11446"/>
                    </a:lnTo>
                    <a:lnTo>
                      <a:pt x="2490" y="11279"/>
                    </a:lnTo>
                    <a:lnTo>
                      <a:pt x="2449" y="11174"/>
                    </a:lnTo>
                    <a:lnTo>
                      <a:pt x="2470" y="11028"/>
                    </a:lnTo>
                    <a:lnTo>
                      <a:pt x="2574" y="10944"/>
                    </a:lnTo>
                    <a:lnTo>
                      <a:pt x="2679" y="10923"/>
                    </a:lnTo>
                    <a:lnTo>
                      <a:pt x="2574" y="11028"/>
                    </a:lnTo>
                    <a:lnTo>
                      <a:pt x="2553" y="11132"/>
                    </a:lnTo>
                    <a:lnTo>
                      <a:pt x="2595" y="11237"/>
                    </a:lnTo>
                    <a:lnTo>
                      <a:pt x="2511" y="11446"/>
                    </a:lnTo>
                    <a:lnTo>
                      <a:pt x="2511" y="11509"/>
                    </a:lnTo>
                    <a:lnTo>
                      <a:pt x="2595" y="11593"/>
                    </a:lnTo>
                    <a:lnTo>
                      <a:pt x="2700" y="11572"/>
                    </a:lnTo>
                    <a:lnTo>
                      <a:pt x="2783" y="11593"/>
                    </a:lnTo>
                    <a:lnTo>
                      <a:pt x="2867" y="11572"/>
                    </a:lnTo>
                    <a:lnTo>
                      <a:pt x="2867" y="11446"/>
                    </a:lnTo>
                    <a:lnTo>
                      <a:pt x="2930" y="11362"/>
                    </a:lnTo>
                    <a:lnTo>
                      <a:pt x="2909" y="11279"/>
                    </a:lnTo>
                    <a:lnTo>
                      <a:pt x="2825" y="11132"/>
                    </a:lnTo>
                    <a:lnTo>
                      <a:pt x="2909" y="10944"/>
                    </a:lnTo>
                    <a:lnTo>
                      <a:pt x="2909" y="10818"/>
                    </a:lnTo>
                    <a:lnTo>
                      <a:pt x="2972" y="10923"/>
                    </a:lnTo>
                    <a:lnTo>
                      <a:pt x="2930" y="11028"/>
                    </a:lnTo>
                    <a:lnTo>
                      <a:pt x="2909" y="11090"/>
                    </a:lnTo>
                    <a:lnTo>
                      <a:pt x="2993" y="11258"/>
                    </a:lnTo>
                    <a:lnTo>
                      <a:pt x="3076" y="11279"/>
                    </a:lnTo>
                    <a:lnTo>
                      <a:pt x="3118" y="11300"/>
                    </a:lnTo>
                    <a:lnTo>
                      <a:pt x="3034" y="11341"/>
                    </a:lnTo>
                    <a:lnTo>
                      <a:pt x="2993" y="11488"/>
                    </a:lnTo>
                    <a:lnTo>
                      <a:pt x="3014" y="11551"/>
                    </a:lnTo>
                    <a:lnTo>
                      <a:pt x="3181" y="11593"/>
                    </a:lnTo>
                    <a:lnTo>
                      <a:pt x="3244" y="11551"/>
                    </a:lnTo>
                    <a:lnTo>
                      <a:pt x="3348" y="11697"/>
                    </a:lnTo>
                    <a:lnTo>
                      <a:pt x="3348" y="11802"/>
                    </a:lnTo>
                    <a:lnTo>
                      <a:pt x="3286" y="11906"/>
                    </a:lnTo>
                    <a:lnTo>
                      <a:pt x="3181" y="11990"/>
                    </a:lnTo>
                    <a:lnTo>
                      <a:pt x="3223" y="12011"/>
                    </a:lnTo>
                    <a:lnTo>
                      <a:pt x="3286" y="12095"/>
                    </a:lnTo>
                    <a:lnTo>
                      <a:pt x="3369" y="12095"/>
                    </a:lnTo>
                    <a:lnTo>
                      <a:pt x="3495" y="12074"/>
                    </a:lnTo>
                    <a:lnTo>
                      <a:pt x="3537" y="12095"/>
                    </a:lnTo>
                    <a:lnTo>
                      <a:pt x="3725" y="11927"/>
                    </a:lnTo>
                    <a:lnTo>
                      <a:pt x="3830" y="11969"/>
                    </a:lnTo>
                    <a:lnTo>
                      <a:pt x="3871" y="11990"/>
                    </a:lnTo>
                    <a:lnTo>
                      <a:pt x="4039" y="11823"/>
                    </a:lnTo>
                    <a:lnTo>
                      <a:pt x="4123" y="11802"/>
                    </a:lnTo>
                    <a:lnTo>
                      <a:pt x="4227" y="11655"/>
                    </a:lnTo>
                    <a:lnTo>
                      <a:pt x="4290" y="11593"/>
                    </a:lnTo>
                    <a:lnTo>
                      <a:pt x="4332" y="11613"/>
                    </a:lnTo>
                    <a:lnTo>
                      <a:pt x="4290" y="11781"/>
                    </a:lnTo>
                    <a:lnTo>
                      <a:pt x="4269" y="11906"/>
                    </a:lnTo>
                    <a:lnTo>
                      <a:pt x="4290" y="11927"/>
                    </a:lnTo>
                    <a:lnTo>
                      <a:pt x="4395" y="11865"/>
                    </a:lnTo>
                    <a:lnTo>
                      <a:pt x="4478" y="11718"/>
                    </a:lnTo>
                    <a:lnTo>
                      <a:pt x="4583" y="11655"/>
                    </a:lnTo>
                    <a:lnTo>
                      <a:pt x="4687" y="11655"/>
                    </a:lnTo>
                    <a:lnTo>
                      <a:pt x="4813" y="11446"/>
                    </a:lnTo>
                    <a:lnTo>
                      <a:pt x="4876" y="11237"/>
                    </a:lnTo>
                    <a:lnTo>
                      <a:pt x="4855" y="11153"/>
                    </a:lnTo>
                    <a:lnTo>
                      <a:pt x="4876" y="11048"/>
                    </a:lnTo>
                    <a:lnTo>
                      <a:pt x="4792" y="11028"/>
                    </a:lnTo>
                    <a:lnTo>
                      <a:pt x="4750" y="11048"/>
                    </a:lnTo>
                    <a:lnTo>
                      <a:pt x="4667" y="11048"/>
                    </a:lnTo>
                    <a:lnTo>
                      <a:pt x="4541" y="11132"/>
                    </a:lnTo>
                    <a:lnTo>
                      <a:pt x="4478" y="11195"/>
                    </a:lnTo>
                    <a:lnTo>
                      <a:pt x="4374" y="11195"/>
                    </a:lnTo>
                    <a:lnTo>
                      <a:pt x="4457" y="11090"/>
                    </a:lnTo>
                    <a:lnTo>
                      <a:pt x="4478" y="11028"/>
                    </a:lnTo>
                    <a:lnTo>
                      <a:pt x="4374" y="11048"/>
                    </a:lnTo>
                    <a:lnTo>
                      <a:pt x="4353" y="10986"/>
                    </a:lnTo>
                    <a:lnTo>
                      <a:pt x="4374" y="10923"/>
                    </a:lnTo>
                    <a:lnTo>
                      <a:pt x="4457" y="10923"/>
                    </a:lnTo>
                    <a:lnTo>
                      <a:pt x="4499" y="10735"/>
                    </a:lnTo>
                    <a:lnTo>
                      <a:pt x="4562" y="10651"/>
                    </a:lnTo>
                    <a:lnTo>
                      <a:pt x="4541" y="10546"/>
                    </a:lnTo>
                    <a:lnTo>
                      <a:pt x="4395" y="10463"/>
                    </a:lnTo>
                    <a:lnTo>
                      <a:pt x="4185" y="10525"/>
                    </a:lnTo>
                    <a:lnTo>
                      <a:pt x="4060" y="10630"/>
                    </a:lnTo>
                    <a:lnTo>
                      <a:pt x="4123" y="10504"/>
                    </a:lnTo>
                    <a:lnTo>
                      <a:pt x="4039" y="10358"/>
                    </a:lnTo>
                    <a:lnTo>
                      <a:pt x="3892" y="10295"/>
                    </a:lnTo>
                    <a:lnTo>
                      <a:pt x="3830" y="10316"/>
                    </a:lnTo>
                    <a:lnTo>
                      <a:pt x="3767" y="10358"/>
                    </a:lnTo>
                    <a:lnTo>
                      <a:pt x="3725" y="10358"/>
                    </a:lnTo>
                    <a:lnTo>
                      <a:pt x="3599" y="10525"/>
                    </a:lnTo>
                    <a:lnTo>
                      <a:pt x="3495" y="10525"/>
                    </a:lnTo>
                    <a:lnTo>
                      <a:pt x="3558" y="10337"/>
                    </a:lnTo>
                    <a:lnTo>
                      <a:pt x="3453" y="10232"/>
                    </a:lnTo>
                    <a:lnTo>
                      <a:pt x="3809" y="10232"/>
                    </a:lnTo>
                    <a:lnTo>
                      <a:pt x="3830" y="10191"/>
                    </a:lnTo>
                    <a:lnTo>
                      <a:pt x="3725" y="10044"/>
                    </a:lnTo>
                    <a:lnTo>
                      <a:pt x="3767" y="9981"/>
                    </a:lnTo>
                    <a:lnTo>
                      <a:pt x="3830" y="9793"/>
                    </a:lnTo>
                    <a:lnTo>
                      <a:pt x="3830" y="9709"/>
                    </a:lnTo>
                    <a:lnTo>
                      <a:pt x="3934" y="9605"/>
                    </a:lnTo>
                    <a:lnTo>
                      <a:pt x="3934" y="9668"/>
                    </a:lnTo>
                    <a:lnTo>
                      <a:pt x="3955" y="9730"/>
                    </a:lnTo>
                    <a:lnTo>
                      <a:pt x="3934" y="9835"/>
                    </a:lnTo>
                    <a:lnTo>
                      <a:pt x="3871" y="9898"/>
                    </a:lnTo>
                    <a:lnTo>
                      <a:pt x="3934" y="10128"/>
                    </a:lnTo>
                    <a:lnTo>
                      <a:pt x="4164" y="10421"/>
                    </a:lnTo>
                    <a:lnTo>
                      <a:pt x="4332" y="10442"/>
                    </a:lnTo>
                    <a:lnTo>
                      <a:pt x="4353" y="10421"/>
                    </a:lnTo>
                    <a:lnTo>
                      <a:pt x="4478" y="10421"/>
                    </a:lnTo>
                    <a:lnTo>
                      <a:pt x="4771" y="10546"/>
                    </a:lnTo>
                    <a:lnTo>
                      <a:pt x="4813" y="10525"/>
                    </a:lnTo>
                    <a:lnTo>
                      <a:pt x="4897" y="10358"/>
                    </a:lnTo>
                    <a:lnTo>
                      <a:pt x="4980" y="10295"/>
                    </a:lnTo>
                    <a:lnTo>
                      <a:pt x="5022" y="10295"/>
                    </a:lnTo>
                    <a:lnTo>
                      <a:pt x="4980" y="10358"/>
                    </a:lnTo>
                    <a:lnTo>
                      <a:pt x="5064" y="10400"/>
                    </a:lnTo>
                    <a:lnTo>
                      <a:pt x="5169" y="10337"/>
                    </a:lnTo>
                    <a:lnTo>
                      <a:pt x="5190" y="10253"/>
                    </a:lnTo>
                    <a:lnTo>
                      <a:pt x="5211" y="10212"/>
                    </a:lnTo>
                    <a:lnTo>
                      <a:pt x="5273" y="10253"/>
                    </a:lnTo>
                    <a:lnTo>
                      <a:pt x="5399" y="10212"/>
                    </a:lnTo>
                    <a:lnTo>
                      <a:pt x="5399" y="10086"/>
                    </a:lnTo>
                    <a:lnTo>
                      <a:pt x="5545" y="9981"/>
                    </a:lnTo>
                    <a:lnTo>
                      <a:pt x="5545" y="9877"/>
                    </a:lnTo>
                    <a:lnTo>
                      <a:pt x="5524" y="9835"/>
                    </a:lnTo>
                    <a:lnTo>
                      <a:pt x="5420" y="9835"/>
                    </a:lnTo>
                    <a:lnTo>
                      <a:pt x="5524" y="9730"/>
                    </a:lnTo>
                    <a:lnTo>
                      <a:pt x="5545" y="9521"/>
                    </a:lnTo>
                    <a:lnTo>
                      <a:pt x="5713" y="9500"/>
                    </a:lnTo>
                    <a:lnTo>
                      <a:pt x="5943" y="9563"/>
                    </a:lnTo>
                    <a:lnTo>
                      <a:pt x="6027" y="9626"/>
                    </a:lnTo>
                    <a:lnTo>
                      <a:pt x="6173" y="9626"/>
                    </a:lnTo>
                    <a:lnTo>
                      <a:pt x="6278" y="9563"/>
                    </a:lnTo>
                    <a:lnTo>
                      <a:pt x="6382" y="9563"/>
                    </a:lnTo>
                    <a:lnTo>
                      <a:pt x="6466" y="9668"/>
                    </a:lnTo>
                    <a:lnTo>
                      <a:pt x="6571" y="9626"/>
                    </a:lnTo>
                    <a:lnTo>
                      <a:pt x="6675" y="9521"/>
                    </a:lnTo>
                    <a:lnTo>
                      <a:pt x="6759" y="9479"/>
                    </a:lnTo>
                    <a:lnTo>
                      <a:pt x="6759" y="9396"/>
                    </a:lnTo>
                    <a:lnTo>
                      <a:pt x="6633" y="9396"/>
                    </a:lnTo>
                    <a:lnTo>
                      <a:pt x="6278" y="9207"/>
                    </a:lnTo>
                    <a:lnTo>
                      <a:pt x="6257" y="9144"/>
                    </a:lnTo>
                    <a:lnTo>
                      <a:pt x="6340" y="9082"/>
                    </a:lnTo>
                    <a:lnTo>
                      <a:pt x="6445" y="9103"/>
                    </a:lnTo>
                    <a:lnTo>
                      <a:pt x="6487" y="9165"/>
                    </a:lnTo>
                    <a:lnTo>
                      <a:pt x="6592" y="9144"/>
                    </a:lnTo>
                    <a:lnTo>
                      <a:pt x="6780" y="9291"/>
                    </a:lnTo>
                    <a:lnTo>
                      <a:pt x="6864" y="9270"/>
                    </a:lnTo>
                    <a:lnTo>
                      <a:pt x="6989" y="9165"/>
                    </a:lnTo>
                    <a:lnTo>
                      <a:pt x="7073" y="9144"/>
                    </a:lnTo>
                    <a:lnTo>
                      <a:pt x="7115" y="9061"/>
                    </a:lnTo>
                    <a:lnTo>
                      <a:pt x="7094" y="8935"/>
                    </a:lnTo>
                    <a:lnTo>
                      <a:pt x="6968" y="8831"/>
                    </a:lnTo>
                    <a:lnTo>
                      <a:pt x="6884" y="8831"/>
                    </a:lnTo>
                    <a:lnTo>
                      <a:pt x="6864" y="8747"/>
                    </a:lnTo>
                    <a:lnTo>
                      <a:pt x="6738" y="8684"/>
                    </a:lnTo>
                    <a:lnTo>
                      <a:pt x="6738" y="8642"/>
                    </a:lnTo>
                    <a:lnTo>
                      <a:pt x="6864" y="8663"/>
                    </a:lnTo>
                    <a:lnTo>
                      <a:pt x="6947" y="8684"/>
                    </a:lnTo>
                    <a:lnTo>
                      <a:pt x="6968" y="8768"/>
                    </a:lnTo>
                    <a:lnTo>
                      <a:pt x="7031" y="8789"/>
                    </a:lnTo>
                    <a:lnTo>
                      <a:pt x="7156" y="8789"/>
                    </a:lnTo>
                    <a:lnTo>
                      <a:pt x="7198" y="8852"/>
                    </a:lnTo>
                    <a:lnTo>
                      <a:pt x="7387" y="8726"/>
                    </a:lnTo>
                    <a:lnTo>
                      <a:pt x="7428" y="8726"/>
                    </a:lnTo>
                    <a:lnTo>
                      <a:pt x="7470" y="8538"/>
                    </a:lnTo>
                    <a:lnTo>
                      <a:pt x="7596" y="8328"/>
                    </a:lnTo>
                    <a:lnTo>
                      <a:pt x="7596" y="8224"/>
                    </a:lnTo>
                    <a:lnTo>
                      <a:pt x="7512" y="8161"/>
                    </a:lnTo>
                    <a:lnTo>
                      <a:pt x="7387" y="8056"/>
                    </a:lnTo>
                    <a:lnTo>
                      <a:pt x="7198" y="8056"/>
                    </a:lnTo>
                    <a:lnTo>
                      <a:pt x="7094" y="8119"/>
                    </a:lnTo>
                    <a:lnTo>
                      <a:pt x="7094" y="8035"/>
                    </a:lnTo>
                    <a:lnTo>
                      <a:pt x="7219" y="7994"/>
                    </a:lnTo>
                    <a:lnTo>
                      <a:pt x="7366" y="7994"/>
                    </a:lnTo>
                    <a:lnTo>
                      <a:pt x="7387" y="7931"/>
                    </a:lnTo>
                    <a:lnTo>
                      <a:pt x="7198" y="7784"/>
                    </a:lnTo>
                    <a:lnTo>
                      <a:pt x="7115" y="7743"/>
                    </a:lnTo>
                    <a:lnTo>
                      <a:pt x="7010" y="7743"/>
                    </a:lnTo>
                    <a:lnTo>
                      <a:pt x="6968" y="7722"/>
                    </a:lnTo>
                    <a:lnTo>
                      <a:pt x="6947" y="7743"/>
                    </a:lnTo>
                    <a:lnTo>
                      <a:pt x="6843" y="7784"/>
                    </a:lnTo>
                    <a:lnTo>
                      <a:pt x="6801" y="7743"/>
                    </a:lnTo>
                    <a:lnTo>
                      <a:pt x="6780" y="7784"/>
                    </a:lnTo>
                    <a:lnTo>
                      <a:pt x="6675" y="7784"/>
                    </a:lnTo>
                    <a:lnTo>
                      <a:pt x="6675" y="7701"/>
                    </a:lnTo>
                    <a:lnTo>
                      <a:pt x="6696" y="7638"/>
                    </a:lnTo>
                    <a:lnTo>
                      <a:pt x="6487" y="7533"/>
                    </a:lnTo>
                    <a:lnTo>
                      <a:pt x="6466" y="7491"/>
                    </a:lnTo>
                    <a:lnTo>
                      <a:pt x="6466" y="7491"/>
                    </a:lnTo>
                    <a:lnTo>
                      <a:pt x="6571" y="7533"/>
                    </a:lnTo>
                    <a:lnTo>
                      <a:pt x="6759" y="7575"/>
                    </a:lnTo>
                    <a:lnTo>
                      <a:pt x="6843" y="7617"/>
                    </a:lnTo>
                    <a:lnTo>
                      <a:pt x="6801" y="7701"/>
                    </a:lnTo>
                    <a:lnTo>
                      <a:pt x="6801" y="7701"/>
                    </a:lnTo>
                    <a:lnTo>
                      <a:pt x="6989" y="7638"/>
                    </a:lnTo>
                    <a:lnTo>
                      <a:pt x="7198" y="7638"/>
                    </a:lnTo>
                    <a:lnTo>
                      <a:pt x="7324" y="7743"/>
                    </a:lnTo>
                    <a:lnTo>
                      <a:pt x="7366" y="7722"/>
                    </a:lnTo>
                    <a:lnTo>
                      <a:pt x="7387" y="7596"/>
                    </a:lnTo>
                    <a:lnTo>
                      <a:pt x="7115" y="7512"/>
                    </a:lnTo>
                    <a:lnTo>
                      <a:pt x="6905" y="7491"/>
                    </a:lnTo>
                    <a:lnTo>
                      <a:pt x="6759" y="7429"/>
                    </a:lnTo>
                    <a:lnTo>
                      <a:pt x="6780" y="7387"/>
                    </a:lnTo>
                    <a:lnTo>
                      <a:pt x="6884" y="7366"/>
                    </a:lnTo>
                    <a:lnTo>
                      <a:pt x="6989" y="7429"/>
                    </a:lnTo>
                    <a:lnTo>
                      <a:pt x="7219" y="7491"/>
                    </a:lnTo>
                    <a:lnTo>
                      <a:pt x="7408" y="7491"/>
                    </a:lnTo>
                    <a:lnTo>
                      <a:pt x="7470" y="7596"/>
                    </a:lnTo>
                    <a:lnTo>
                      <a:pt x="7470" y="7722"/>
                    </a:lnTo>
                    <a:lnTo>
                      <a:pt x="7491" y="7805"/>
                    </a:lnTo>
                    <a:lnTo>
                      <a:pt x="7638" y="7910"/>
                    </a:lnTo>
                    <a:lnTo>
                      <a:pt x="7805" y="7952"/>
                    </a:lnTo>
                    <a:lnTo>
                      <a:pt x="7889" y="8035"/>
                    </a:lnTo>
                    <a:lnTo>
                      <a:pt x="7910" y="8035"/>
                    </a:lnTo>
                    <a:lnTo>
                      <a:pt x="7993" y="7994"/>
                    </a:lnTo>
                    <a:lnTo>
                      <a:pt x="7952" y="7847"/>
                    </a:lnTo>
                    <a:lnTo>
                      <a:pt x="7993" y="7743"/>
                    </a:lnTo>
                    <a:lnTo>
                      <a:pt x="7952" y="7701"/>
                    </a:lnTo>
                    <a:lnTo>
                      <a:pt x="8056" y="7617"/>
                    </a:lnTo>
                    <a:lnTo>
                      <a:pt x="7993" y="7575"/>
                    </a:lnTo>
                    <a:lnTo>
                      <a:pt x="7680" y="7491"/>
                    </a:lnTo>
                    <a:lnTo>
                      <a:pt x="7554" y="7512"/>
                    </a:lnTo>
                    <a:lnTo>
                      <a:pt x="7512" y="7512"/>
                    </a:lnTo>
                    <a:lnTo>
                      <a:pt x="7408" y="7408"/>
                    </a:lnTo>
                    <a:lnTo>
                      <a:pt x="7282" y="7387"/>
                    </a:lnTo>
                    <a:lnTo>
                      <a:pt x="7198" y="7282"/>
                    </a:lnTo>
                    <a:lnTo>
                      <a:pt x="7115" y="7282"/>
                    </a:lnTo>
                    <a:lnTo>
                      <a:pt x="7073" y="7324"/>
                    </a:lnTo>
                    <a:lnTo>
                      <a:pt x="6989" y="7324"/>
                    </a:lnTo>
                    <a:lnTo>
                      <a:pt x="7010" y="7219"/>
                    </a:lnTo>
                    <a:lnTo>
                      <a:pt x="6864" y="7178"/>
                    </a:lnTo>
                    <a:lnTo>
                      <a:pt x="6843" y="7094"/>
                    </a:lnTo>
                    <a:lnTo>
                      <a:pt x="6947" y="7073"/>
                    </a:lnTo>
                    <a:lnTo>
                      <a:pt x="6989" y="7115"/>
                    </a:lnTo>
                    <a:lnTo>
                      <a:pt x="7094" y="7157"/>
                    </a:lnTo>
                    <a:lnTo>
                      <a:pt x="7156" y="7073"/>
                    </a:lnTo>
                    <a:lnTo>
                      <a:pt x="7115" y="7010"/>
                    </a:lnTo>
                    <a:lnTo>
                      <a:pt x="7156" y="6968"/>
                    </a:lnTo>
                    <a:lnTo>
                      <a:pt x="7219" y="7052"/>
                    </a:lnTo>
                    <a:lnTo>
                      <a:pt x="7219" y="7178"/>
                    </a:lnTo>
                    <a:lnTo>
                      <a:pt x="7324" y="7219"/>
                    </a:lnTo>
                    <a:lnTo>
                      <a:pt x="7638" y="7303"/>
                    </a:lnTo>
                    <a:lnTo>
                      <a:pt x="7700" y="7261"/>
                    </a:lnTo>
                    <a:lnTo>
                      <a:pt x="7554" y="7052"/>
                    </a:lnTo>
                    <a:lnTo>
                      <a:pt x="7408" y="6989"/>
                    </a:lnTo>
                    <a:lnTo>
                      <a:pt x="7303" y="6947"/>
                    </a:lnTo>
                    <a:lnTo>
                      <a:pt x="7303" y="6864"/>
                    </a:lnTo>
                    <a:lnTo>
                      <a:pt x="7324" y="6801"/>
                    </a:lnTo>
                    <a:lnTo>
                      <a:pt x="7408" y="6906"/>
                    </a:lnTo>
                    <a:lnTo>
                      <a:pt x="7554" y="6906"/>
                    </a:lnTo>
                    <a:lnTo>
                      <a:pt x="7638" y="6968"/>
                    </a:lnTo>
                    <a:lnTo>
                      <a:pt x="7680" y="7073"/>
                    </a:lnTo>
                    <a:lnTo>
                      <a:pt x="7721" y="7052"/>
                    </a:lnTo>
                    <a:lnTo>
                      <a:pt x="7805" y="7157"/>
                    </a:lnTo>
                    <a:lnTo>
                      <a:pt x="7910" y="7199"/>
                    </a:lnTo>
                    <a:lnTo>
                      <a:pt x="7952" y="7261"/>
                    </a:lnTo>
                    <a:lnTo>
                      <a:pt x="8014" y="7282"/>
                    </a:lnTo>
                    <a:lnTo>
                      <a:pt x="8077" y="7178"/>
                    </a:lnTo>
                    <a:lnTo>
                      <a:pt x="8203" y="7178"/>
                    </a:lnTo>
                    <a:lnTo>
                      <a:pt x="8307" y="7282"/>
                    </a:lnTo>
                    <a:lnTo>
                      <a:pt x="8349" y="7261"/>
                    </a:lnTo>
                    <a:lnTo>
                      <a:pt x="8349" y="7157"/>
                    </a:lnTo>
                    <a:lnTo>
                      <a:pt x="8412" y="7157"/>
                    </a:lnTo>
                    <a:lnTo>
                      <a:pt x="8516" y="7261"/>
                    </a:lnTo>
                    <a:lnTo>
                      <a:pt x="8642" y="7261"/>
                    </a:lnTo>
                    <a:lnTo>
                      <a:pt x="8684" y="7199"/>
                    </a:lnTo>
                    <a:lnTo>
                      <a:pt x="8684" y="6885"/>
                    </a:lnTo>
                    <a:lnTo>
                      <a:pt x="8433" y="6634"/>
                    </a:lnTo>
                    <a:lnTo>
                      <a:pt x="8349" y="6634"/>
                    </a:lnTo>
                    <a:lnTo>
                      <a:pt x="8307" y="6655"/>
                    </a:lnTo>
                    <a:lnTo>
                      <a:pt x="8224" y="6634"/>
                    </a:lnTo>
                    <a:lnTo>
                      <a:pt x="8244" y="6571"/>
                    </a:lnTo>
                    <a:lnTo>
                      <a:pt x="8433" y="6550"/>
                    </a:lnTo>
                    <a:lnTo>
                      <a:pt x="8516" y="6571"/>
                    </a:lnTo>
                    <a:lnTo>
                      <a:pt x="8558" y="6550"/>
                    </a:lnTo>
                    <a:lnTo>
                      <a:pt x="8642" y="6592"/>
                    </a:lnTo>
                    <a:lnTo>
                      <a:pt x="8642" y="6696"/>
                    </a:lnTo>
                    <a:lnTo>
                      <a:pt x="8684" y="6759"/>
                    </a:lnTo>
                    <a:lnTo>
                      <a:pt x="8851" y="6780"/>
                    </a:lnTo>
                    <a:lnTo>
                      <a:pt x="8851" y="6968"/>
                    </a:lnTo>
                    <a:lnTo>
                      <a:pt x="8893" y="7052"/>
                    </a:lnTo>
                    <a:lnTo>
                      <a:pt x="8998" y="7052"/>
                    </a:lnTo>
                    <a:lnTo>
                      <a:pt x="9060" y="7094"/>
                    </a:lnTo>
                    <a:lnTo>
                      <a:pt x="9353" y="7115"/>
                    </a:lnTo>
                    <a:lnTo>
                      <a:pt x="9500" y="7115"/>
                    </a:lnTo>
                    <a:lnTo>
                      <a:pt x="9688" y="6947"/>
                    </a:lnTo>
                    <a:lnTo>
                      <a:pt x="9709" y="6864"/>
                    </a:lnTo>
                    <a:lnTo>
                      <a:pt x="9605" y="6801"/>
                    </a:lnTo>
                    <a:lnTo>
                      <a:pt x="9563" y="6843"/>
                    </a:lnTo>
                    <a:lnTo>
                      <a:pt x="9500" y="6780"/>
                    </a:lnTo>
                    <a:lnTo>
                      <a:pt x="9563" y="6759"/>
                    </a:lnTo>
                    <a:lnTo>
                      <a:pt x="9709" y="6696"/>
                    </a:lnTo>
                    <a:lnTo>
                      <a:pt x="9835" y="6738"/>
                    </a:lnTo>
                    <a:lnTo>
                      <a:pt x="9981" y="6675"/>
                    </a:lnTo>
                    <a:lnTo>
                      <a:pt x="10002" y="6571"/>
                    </a:lnTo>
                    <a:lnTo>
                      <a:pt x="9918" y="6466"/>
                    </a:lnTo>
                    <a:lnTo>
                      <a:pt x="9625" y="6466"/>
                    </a:lnTo>
                    <a:lnTo>
                      <a:pt x="9395" y="6424"/>
                    </a:lnTo>
                    <a:lnTo>
                      <a:pt x="9416" y="6362"/>
                    </a:lnTo>
                    <a:lnTo>
                      <a:pt x="9521" y="6362"/>
                    </a:lnTo>
                    <a:lnTo>
                      <a:pt x="9563" y="6257"/>
                    </a:lnTo>
                    <a:lnTo>
                      <a:pt x="9605" y="6278"/>
                    </a:lnTo>
                    <a:lnTo>
                      <a:pt x="9625" y="6383"/>
                    </a:lnTo>
                    <a:lnTo>
                      <a:pt x="9709" y="6383"/>
                    </a:lnTo>
                    <a:lnTo>
                      <a:pt x="9772" y="6341"/>
                    </a:lnTo>
                    <a:lnTo>
                      <a:pt x="9981" y="6424"/>
                    </a:lnTo>
                    <a:lnTo>
                      <a:pt x="10044" y="6362"/>
                    </a:lnTo>
                    <a:lnTo>
                      <a:pt x="10149" y="6445"/>
                    </a:lnTo>
                    <a:lnTo>
                      <a:pt x="10211" y="6445"/>
                    </a:lnTo>
                    <a:lnTo>
                      <a:pt x="10316" y="6320"/>
                    </a:lnTo>
                    <a:lnTo>
                      <a:pt x="10295" y="6236"/>
                    </a:lnTo>
                    <a:lnTo>
                      <a:pt x="10149" y="6152"/>
                    </a:lnTo>
                    <a:lnTo>
                      <a:pt x="10211" y="6048"/>
                    </a:lnTo>
                    <a:lnTo>
                      <a:pt x="10253" y="6006"/>
                    </a:lnTo>
                    <a:lnTo>
                      <a:pt x="10232" y="5839"/>
                    </a:lnTo>
                    <a:lnTo>
                      <a:pt x="10316" y="5901"/>
                    </a:lnTo>
                    <a:lnTo>
                      <a:pt x="10316" y="6006"/>
                    </a:lnTo>
                    <a:lnTo>
                      <a:pt x="10253" y="6069"/>
                    </a:lnTo>
                    <a:lnTo>
                      <a:pt x="10295" y="6152"/>
                    </a:lnTo>
                    <a:lnTo>
                      <a:pt x="10358" y="6173"/>
                    </a:lnTo>
                    <a:lnTo>
                      <a:pt x="10441" y="6111"/>
                    </a:lnTo>
                    <a:lnTo>
                      <a:pt x="10734" y="6111"/>
                    </a:lnTo>
                    <a:lnTo>
                      <a:pt x="10776" y="6027"/>
                    </a:lnTo>
                    <a:lnTo>
                      <a:pt x="10923" y="5922"/>
                    </a:lnTo>
                    <a:lnTo>
                      <a:pt x="10881" y="5797"/>
                    </a:lnTo>
                    <a:lnTo>
                      <a:pt x="10944" y="5755"/>
                    </a:lnTo>
                    <a:lnTo>
                      <a:pt x="11048" y="5755"/>
                    </a:lnTo>
                    <a:lnTo>
                      <a:pt x="11132" y="5650"/>
                    </a:lnTo>
                    <a:lnTo>
                      <a:pt x="11216" y="5692"/>
                    </a:lnTo>
                    <a:lnTo>
                      <a:pt x="11299" y="5629"/>
                    </a:lnTo>
                    <a:lnTo>
                      <a:pt x="11550" y="5608"/>
                    </a:lnTo>
                    <a:lnTo>
                      <a:pt x="11613" y="5483"/>
                    </a:lnTo>
                    <a:lnTo>
                      <a:pt x="11822" y="5420"/>
                    </a:lnTo>
                    <a:lnTo>
                      <a:pt x="11927" y="5336"/>
                    </a:lnTo>
                    <a:lnTo>
                      <a:pt x="12073" y="5336"/>
                    </a:lnTo>
                    <a:lnTo>
                      <a:pt x="12136" y="5315"/>
                    </a:lnTo>
                    <a:lnTo>
                      <a:pt x="12262" y="5315"/>
                    </a:lnTo>
                    <a:lnTo>
                      <a:pt x="12429" y="5232"/>
                    </a:lnTo>
                    <a:lnTo>
                      <a:pt x="12555" y="5106"/>
                    </a:lnTo>
                    <a:lnTo>
                      <a:pt x="12659" y="5085"/>
                    </a:lnTo>
                    <a:lnTo>
                      <a:pt x="12743" y="4960"/>
                    </a:lnTo>
                    <a:lnTo>
                      <a:pt x="12952" y="4918"/>
                    </a:lnTo>
                    <a:lnTo>
                      <a:pt x="13036" y="4876"/>
                    </a:lnTo>
                    <a:lnTo>
                      <a:pt x="13224" y="4771"/>
                    </a:lnTo>
                    <a:lnTo>
                      <a:pt x="13308" y="4604"/>
                    </a:lnTo>
                    <a:lnTo>
                      <a:pt x="13371" y="4458"/>
                    </a:lnTo>
                    <a:lnTo>
                      <a:pt x="13182" y="4458"/>
                    </a:lnTo>
                    <a:lnTo>
                      <a:pt x="13057" y="4478"/>
                    </a:lnTo>
                    <a:lnTo>
                      <a:pt x="12973" y="4437"/>
                    </a:lnTo>
                    <a:lnTo>
                      <a:pt x="12848" y="4458"/>
                    </a:lnTo>
                    <a:lnTo>
                      <a:pt x="12659" y="4646"/>
                    </a:lnTo>
                    <a:lnTo>
                      <a:pt x="12387" y="4667"/>
                    </a:lnTo>
                    <a:lnTo>
                      <a:pt x="11927" y="4709"/>
                    </a:lnTo>
                    <a:lnTo>
                      <a:pt x="11801" y="4688"/>
                    </a:lnTo>
                    <a:lnTo>
                      <a:pt x="11488" y="4688"/>
                    </a:lnTo>
                    <a:lnTo>
                      <a:pt x="11299" y="4771"/>
                    </a:lnTo>
                    <a:lnTo>
                      <a:pt x="11299" y="4667"/>
                    </a:lnTo>
                    <a:lnTo>
                      <a:pt x="11174" y="4667"/>
                    </a:lnTo>
                    <a:lnTo>
                      <a:pt x="11216" y="4562"/>
                    </a:lnTo>
                    <a:lnTo>
                      <a:pt x="11362" y="4562"/>
                    </a:lnTo>
                    <a:lnTo>
                      <a:pt x="11446" y="4583"/>
                    </a:lnTo>
                    <a:lnTo>
                      <a:pt x="11550" y="4541"/>
                    </a:lnTo>
                    <a:lnTo>
                      <a:pt x="11571" y="4604"/>
                    </a:lnTo>
                    <a:lnTo>
                      <a:pt x="11718" y="4604"/>
                    </a:lnTo>
                    <a:lnTo>
                      <a:pt x="11906" y="4583"/>
                    </a:lnTo>
                    <a:lnTo>
                      <a:pt x="12032" y="4583"/>
                    </a:lnTo>
                    <a:lnTo>
                      <a:pt x="12346" y="4541"/>
                    </a:lnTo>
                    <a:lnTo>
                      <a:pt x="12848" y="4332"/>
                    </a:lnTo>
                    <a:lnTo>
                      <a:pt x="12931" y="4269"/>
                    </a:lnTo>
                    <a:lnTo>
                      <a:pt x="12848" y="4186"/>
                    </a:lnTo>
                    <a:lnTo>
                      <a:pt x="12638" y="4144"/>
                    </a:lnTo>
                    <a:lnTo>
                      <a:pt x="12262" y="4081"/>
                    </a:lnTo>
                    <a:lnTo>
                      <a:pt x="12199" y="3976"/>
                    </a:lnTo>
                    <a:lnTo>
                      <a:pt x="12199" y="3976"/>
                    </a:lnTo>
                    <a:lnTo>
                      <a:pt x="12346" y="4060"/>
                    </a:lnTo>
                    <a:lnTo>
                      <a:pt x="12450" y="4039"/>
                    </a:lnTo>
                    <a:lnTo>
                      <a:pt x="12450" y="3976"/>
                    </a:lnTo>
                    <a:lnTo>
                      <a:pt x="12325" y="3851"/>
                    </a:lnTo>
                    <a:lnTo>
                      <a:pt x="12304" y="3725"/>
                    </a:lnTo>
                    <a:lnTo>
                      <a:pt x="12408" y="3851"/>
                    </a:lnTo>
                    <a:lnTo>
                      <a:pt x="12597" y="4060"/>
                    </a:lnTo>
                    <a:lnTo>
                      <a:pt x="12638" y="4060"/>
                    </a:lnTo>
                    <a:lnTo>
                      <a:pt x="12722" y="4018"/>
                    </a:lnTo>
                    <a:lnTo>
                      <a:pt x="12764" y="4081"/>
                    </a:lnTo>
                    <a:lnTo>
                      <a:pt x="12973" y="4081"/>
                    </a:lnTo>
                    <a:lnTo>
                      <a:pt x="13057" y="4144"/>
                    </a:lnTo>
                    <a:lnTo>
                      <a:pt x="13141" y="4144"/>
                    </a:lnTo>
                    <a:lnTo>
                      <a:pt x="13287" y="4165"/>
                    </a:lnTo>
                    <a:lnTo>
                      <a:pt x="13371" y="4123"/>
                    </a:lnTo>
                    <a:lnTo>
                      <a:pt x="13308" y="4081"/>
                    </a:lnTo>
                    <a:lnTo>
                      <a:pt x="13162" y="4060"/>
                    </a:lnTo>
                    <a:lnTo>
                      <a:pt x="13162" y="3976"/>
                    </a:lnTo>
                    <a:lnTo>
                      <a:pt x="13350" y="4018"/>
                    </a:lnTo>
                    <a:lnTo>
                      <a:pt x="13475" y="4060"/>
                    </a:lnTo>
                    <a:lnTo>
                      <a:pt x="13601" y="4165"/>
                    </a:lnTo>
                    <a:lnTo>
                      <a:pt x="13664" y="4144"/>
                    </a:lnTo>
                    <a:lnTo>
                      <a:pt x="13706" y="4018"/>
                    </a:lnTo>
                    <a:lnTo>
                      <a:pt x="13810" y="4081"/>
                    </a:lnTo>
                    <a:lnTo>
                      <a:pt x="13978" y="4081"/>
                    </a:lnTo>
                    <a:lnTo>
                      <a:pt x="14124" y="4039"/>
                    </a:lnTo>
                    <a:lnTo>
                      <a:pt x="14229" y="4018"/>
                    </a:lnTo>
                    <a:lnTo>
                      <a:pt x="14354" y="3914"/>
                    </a:lnTo>
                    <a:lnTo>
                      <a:pt x="14710" y="3746"/>
                    </a:lnTo>
                    <a:lnTo>
                      <a:pt x="14794" y="3662"/>
                    </a:lnTo>
                    <a:lnTo>
                      <a:pt x="14794" y="3621"/>
                    </a:lnTo>
                    <a:lnTo>
                      <a:pt x="14877" y="3600"/>
                    </a:lnTo>
                    <a:lnTo>
                      <a:pt x="15003" y="3621"/>
                    </a:lnTo>
                    <a:lnTo>
                      <a:pt x="15045" y="3558"/>
                    </a:lnTo>
                    <a:lnTo>
                      <a:pt x="15275" y="3432"/>
                    </a:lnTo>
                    <a:lnTo>
                      <a:pt x="15400" y="3181"/>
                    </a:lnTo>
                    <a:lnTo>
                      <a:pt x="15463" y="2909"/>
                    </a:lnTo>
                    <a:lnTo>
                      <a:pt x="15442" y="2721"/>
                    </a:lnTo>
                    <a:lnTo>
                      <a:pt x="15379" y="2595"/>
                    </a:lnTo>
                    <a:lnTo>
                      <a:pt x="15233" y="2512"/>
                    </a:lnTo>
                    <a:lnTo>
                      <a:pt x="15149" y="2512"/>
                    </a:lnTo>
                    <a:lnTo>
                      <a:pt x="15128" y="2554"/>
                    </a:lnTo>
                    <a:lnTo>
                      <a:pt x="15024" y="2554"/>
                    </a:lnTo>
                    <a:lnTo>
                      <a:pt x="14961" y="2658"/>
                    </a:lnTo>
                    <a:lnTo>
                      <a:pt x="14877" y="2700"/>
                    </a:lnTo>
                    <a:lnTo>
                      <a:pt x="14835" y="2658"/>
                    </a:lnTo>
                    <a:lnTo>
                      <a:pt x="14961" y="2470"/>
                    </a:lnTo>
                    <a:lnTo>
                      <a:pt x="15003" y="2386"/>
                    </a:lnTo>
                    <a:lnTo>
                      <a:pt x="15107" y="2302"/>
                    </a:lnTo>
                    <a:lnTo>
                      <a:pt x="15128" y="2156"/>
                    </a:lnTo>
                    <a:lnTo>
                      <a:pt x="15066" y="2051"/>
                    </a:lnTo>
                    <a:lnTo>
                      <a:pt x="15024" y="2030"/>
                    </a:lnTo>
                    <a:lnTo>
                      <a:pt x="15107" y="1968"/>
                    </a:lnTo>
                    <a:lnTo>
                      <a:pt x="15170" y="1737"/>
                    </a:lnTo>
                    <a:lnTo>
                      <a:pt x="15066" y="1717"/>
                    </a:lnTo>
                    <a:lnTo>
                      <a:pt x="14940" y="1737"/>
                    </a:lnTo>
                    <a:lnTo>
                      <a:pt x="14919" y="1842"/>
                    </a:lnTo>
                    <a:lnTo>
                      <a:pt x="14856" y="1884"/>
                    </a:lnTo>
                    <a:lnTo>
                      <a:pt x="14794" y="1926"/>
                    </a:lnTo>
                    <a:lnTo>
                      <a:pt x="14731" y="1863"/>
                    </a:lnTo>
                    <a:lnTo>
                      <a:pt x="14794" y="1779"/>
                    </a:lnTo>
                    <a:lnTo>
                      <a:pt x="14794" y="1717"/>
                    </a:lnTo>
                    <a:lnTo>
                      <a:pt x="14835" y="1633"/>
                    </a:lnTo>
                    <a:lnTo>
                      <a:pt x="14814" y="1570"/>
                    </a:lnTo>
                    <a:lnTo>
                      <a:pt x="14689" y="1654"/>
                    </a:lnTo>
                    <a:lnTo>
                      <a:pt x="14626" y="1779"/>
                    </a:lnTo>
                    <a:lnTo>
                      <a:pt x="14584" y="1821"/>
                    </a:lnTo>
                    <a:lnTo>
                      <a:pt x="14522" y="1758"/>
                    </a:lnTo>
                    <a:lnTo>
                      <a:pt x="14584" y="1633"/>
                    </a:lnTo>
                    <a:lnTo>
                      <a:pt x="14542" y="1549"/>
                    </a:lnTo>
                    <a:lnTo>
                      <a:pt x="14417" y="1549"/>
                    </a:lnTo>
                    <a:lnTo>
                      <a:pt x="14270" y="1633"/>
                    </a:lnTo>
                    <a:lnTo>
                      <a:pt x="14208" y="1737"/>
                    </a:lnTo>
                    <a:lnTo>
                      <a:pt x="14082" y="1737"/>
                    </a:lnTo>
                    <a:lnTo>
                      <a:pt x="14019" y="1779"/>
                    </a:lnTo>
                    <a:lnTo>
                      <a:pt x="13978" y="1884"/>
                    </a:lnTo>
                    <a:lnTo>
                      <a:pt x="13894" y="1884"/>
                    </a:lnTo>
                    <a:lnTo>
                      <a:pt x="13789" y="1842"/>
                    </a:lnTo>
                    <a:lnTo>
                      <a:pt x="13580" y="1821"/>
                    </a:lnTo>
                    <a:lnTo>
                      <a:pt x="13308" y="1821"/>
                    </a:lnTo>
                    <a:lnTo>
                      <a:pt x="13496" y="1758"/>
                    </a:lnTo>
                    <a:lnTo>
                      <a:pt x="13559" y="1717"/>
                    </a:lnTo>
                    <a:lnTo>
                      <a:pt x="13643" y="1737"/>
                    </a:lnTo>
                    <a:lnTo>
                      <a:pt x="13747" y="1737"/>
                    </a:lnTo>
                    <a:lnTo>
                      <a:pt x="13894" y="1654"/>
                    </a:lnTo>
                    <a:lnTo>
                      <a:pt x="14019" y="1633"/>
                    </a:lnTo>
                    <a:lnTo>
                      <a:pt x="14124" y="1507"/>
                    </a:lnTo>
                    <a:lnTo>
                      <a:pt x="14333" y="1403"/>
                    </a:lnTo>
                    <a:lnTo>
                      <a:pt x="14396" y="1340"/>
                    </a:lnTo>
                    <a:lnTo>
                      <a:pt x="14354" y="1298"/>
                    </a:lnTo>
                    <a:lnTo>
                      <a:pt x="14270" y="1298"/>
                    </a:lnTo>
                    <a:lnTo>
                      <a:pt x="14061" y="1152"/>
                    </a:lnTo>
                    <a:lnTo>
                      <a:pt x="14019" y="1089"/>
                    </a:lnTo>
                    <a:lnTo>
                      <a:pt x="13978" y="1089"/>
                    </a:lnTo>
                    <a:lnTo>
                      <a:pt x="13873" y="1131"/>
                    </a:lnTo>
                    <a:lnTo>
                      <a:pt x="13810" y="1193"/>
                    </a:lnTo>
                    <a:lnTo>
                      <a:pt x="13747" y="1152"/>
                    </a:lnTo>
                    <a:lnTo>
                      <a:pt x="13706" y="1089"/>
                    </a:lnTo>
                    <a:lnTo>
                      <a:pt x="13789" y="1005"/>
                    </a:lnTo>
                    <a:lnTo>
                      <a:pt x="13768" y="921"/>
                    </a:lnTo>
                    <a:lnTo>
                      <a:pt x="13601" y="942"/>
                    </a:lnTo>
                    <a:lnTo>
                      <a:pt x="13538" y="1047"/>
                    </a:lnTo>
                    <a:lnTo>
                      <a:pt x="13454" y="1026"/>
                    </a:lnTo>
                    <a:lnTo>
                      <a:pt x="13454" y="901"/>
                    </a:lnTo>
                    <a:lnTo>
                      <a:pt x="13308" y="942"/>
                    </a:lnTo>
                    <a:lnTo>
                      <a:pt x="13266" y="1005"/>
                    </a:lnTo>
                    <a:lnTo>
                      <a:pt x="13224" y="921"/>
                    </a:lnTo>
                    <a:lnTo>
                      <a:pt x="13287" y="838"/>
                    </a:lnTo>
                    <a:lnTo>
                      <a:pt x="13245" y="775"/>
                    </a:lnTo>
                    <a:lnTo>
                      <a:pt x="13308" y="775"/>
                    </a:lnTo>
                    <a:lnTo>
                      <a:pt x="13371" y="691"/>
                    </a:lnTo>
                    <a:lnTo>
                      <a:pt x="13287" y="608"/>
                    </a:lnTo>
                    <a:lnTo>
                      <a:pt x="13078" y="587"/>
                    </a:lnTo>
                    <a:lnTo>
                      <a:pt x="12910" y="503"/>
                    </a:lnTo>
                    <a:lnTo>
                      <a:pt x="12785" y="524"/>
                    </a:lnTo>
                    <a:lnTo>
                      <a:pt x="12659" y="629"/>
                    </a:lnTo>
                    <a:lnTo>
                      <a:pt x="12638" y="733"/>
                    </a:lnTo>
                    <a:lnTo>
                      <a:pt x="12597" y="775"/>
                    </a:lnTo>
                    <a:lnTo>
                      <a:pt x="12513" y="670"/>
                    </a:lnTo>
                    <a:lnTo>
                      <a:pt x="12638" y="524"/>
                    </a:lnTo>
                    <a:lnTo>
                      <a:pt x="12659" y="461"/>
                    </a:lnTo>
                    <a:lnTo>
                      <a:pt x="12513" y="461"/>
                    </a:lnTo>
                    <a:lnTo>
                      <a:pt x="12387" y="377"/>
                    </a:lnTo>
                    <a:lnTo>
                      <a:pt x="12262" y="377"/>
                    </a:lnTo>
                    <a:lnTo>
                      <a:pt x="12199" y="482"/>
                    </a:lnTo>
                    <a:lnTo>
                      <a:pt x="12011" y="608"/>
                    </a:lnTo>
                    <a:lnTo>
                      <a:pt x="11885" y="733"/>
                    </a:lnTo>
                    <a:lnTo>
                      <a:pt x="11801" y="775"/>
                    </a:lnTo>
                    <a:lnTo>
                      <a:pt x="11781" y="712"/>
                    </a:lnTo>
                    <a:lnTo>
                      <a:pt x="11822" y="587"/>
                    </a:lnTo>
                    <a:lnTo>
                      <a:pt x="11822" y="419"/>
                    </a:lnTo>
                    <a:lnTo>
                      <a:pt x="11781" y="377"/>
                    </a:lnTo>
                    <a:lnTo>
                      <a:pt x="11739" y="273"/>
                    </a:lnTo>
                    <a:lnTo>
                      <a:pt x="11592" y="189"/>
                    </a:lnTo>
                    <a:lnTo>
                      <a:pt x="11467" y="210"/>
                    </a:lnTo>
                    <a:lnTo>
                      <a:pt x="11341" y="189"/>
                    </a:lnTo>
                    <a:lnTo>
                      <a:pt x="11278" y="85"/>
                    </a:lnTo>
                    <a:lnTo>
                      <a:pt x="11153" y="64"/>
                    </a:lnTo>
                    <a:lnTo>
                      <a:pt x="10985" y="105"/>
                    </a:lnTo>
                    <a:lnTo>
                      <a:pt x="10881" y="85"/>
                    </a:lnTo>
                    <a:lnTo>
                      <a:pt x="10818" y="64"/>
                    </a:lnTo>
                    <a:lnTo>
                      <a:pt x="10734" y="1"/>
                    </a:lnTo>
                    <a:lnTo>
                      <a:pt x="10651" y="64"/>
                    </a:lnTo>
                    <a:lnTo>
                      <a:pt x="10630" y="210"/>
                    </a:lnTo>
                    <a:lnTo>
                      <a:pt x="10734" y="461"/>
                    </a:lnTo>
                    <a:lnTo>
                      <a:pt x="10651" y="670"/>
                    </a:lnTo>
                    <a:lnTo>
                      <a:pt x="10651" y="817"/>
                    </a:lnTo>
                    <a:lnTo>
                      <a:pt x="10609" y="880"/>
                    </a:lnTo>
                    <a:lnTo>
                      <a:pt x="10525" y="838"/>
                    </a:lnTo>
                    <a:lnTo>
                      <a:pt x="10400" y="880"/>
                    </a:lnTo>
                    <a:lnTo>
                      <a:pt x="10337" y="817"/>
                    </a:lnTo>
                    <a:lnTo>
                      <a:pt x="10421" y="733"/>
                    </a:lnTo>
                    <a:lnTo>
                      <a:pt x="10358" y="566"/>
                    </a:lnTo>
                    <a:lnTo>
                      <a:pt x="10421" y="461"/>
                    </a:lnTo>
                    <a:lnTo>
                      <a:pt x="10441" y="315"/>
                    </a:lnTo>
                    <a:lnTo>
                      <a:pt x="10400" y="273"/>
                    </a:lnTo>
                    <a:lnTo>
                      <a:pt x="10232" y="398"/>
                    </a:lnTo>
                    <a:lnTo>
                      <a:pt x="10232" y="461"/>
                    </a:lnTo>
                    <a:lnTo>
                      <a:pt x="10149" y="482"/>
                    </a:lnTo>
                    <a:lnTo>
                      <a:pt x="10107" y="419"/>
                    </a:lnTo>
                    <a:lnTo>
                      <a:pt x="10149" y="273"/>
                    </a:lnTo>
                    <a:lnTo>
                      <a:pt x="10107" y="210"/>
                    </a:lnTo>
                    <a:lnTo>
                      <a:pt x="10044" y="252"/>
                    </a:lnTo>
                    <a:lnTo>
                      <a:pt x="9981" y="398"/>
                    </a:lnTo>
                    <a:lnTo>
                      <a:pt x="9897" y="398"/>
                    </a:lnTo>
                    <a:lnTo>
                      <a:pt x="9877" y="357"/>
                    </a:lnTo>
                    <a:lnTo>
                      <a:pt x="9918" y="252"/>
                    </a:lnTo>
                    <a:lnTo>
                      <a:pt x="9918" y="105"/>
                    </a:lnTo>
                    <a:lnTo>
                      <a:pt x="9897" y="64"/>
                    </a:lnTo>
                    <a:lnTo>
                      <a:pt x="9625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5" name="Google Shape;7719;p67">
                <a:extLst>
                  <a:ext uri="{FF2B5EF4-FFF2-40B4-BE49-F238E27FC236}">
                    <a16:creationId xmlns:a16="http://schemas.microsoft.com/office/drawing/2014/main" id="{543F1B4E-659C-A484-6710-D81EB8CAD587}"/>
                  </a:ext>
                </a:extLst>
              </p:cNvPr>
              <p:cNvSpPr/>
              <p:nvPr/>
            </p:nvSpPr>
            <p:spPr>
              <a:xfrm>
                <a:off x="2905300" y="2401625"/>
                <a:ext cx="91575" cy="98875"/>
              </a:xfrm>
              <a:custGeom>
                <a:avLst/>
                <a:gdLst/>
                <a:ahLst/>
                <a:cxnLst/>
                <a:rect l="l" t="t" r="r" b="b"/>
                <a:pathLst>
                  <a:path w="3663" h="3955" extrusionOk="0">
                    <a:moveTo>
                      <a:pt x="2909" y="2155"/>
                    </a:moveTo>
                    <a:lnTo>
                      <a:pt x="2872" y="2165"/>
                    </a:lnTo>
                    <a:lnTo>
                      <a:pt x="2872" y="2165"/>
                    </a:lnTo>
                    <a:lnTo>
                      <a:pt x="2878" y="2166"/>
                    </a:lnTo>
                    <a:lnTo>
                      <a:pt x="2878" y="2166"/>
                    </a:lnTo>
                    <a:lnTo>
                      <a:pt x="2930" y="2155"/>
                    </a:lnTo>
                    <a:close/>
                    <a:moveTo>
                      <a:pt x="2323" y="0"/>
                    </a:moveTo>
                    <a:lnTo>
                      <a:pt x="2260" y="42"/>
                    </a:lnTo>
                    <a:lnTo>
                      <a:pt x="2219" y="84"/>
                    </a:lnTo>
                    <a:lnTo>
                      <a:pt x="2135" y="84"/>
                    </a:lnTo>
                    <a:lnTo>
                      <a:pt x="2072" y="147"/>
                    </a:lnTo>
                    <a:lnTo>
                      <a:pt x="2009" y="188"/>
                    </a:lnTo>
                    <a:lnTo>
                      <a:pt x="1905" y="188"/>
                    </a:lnTo>
                    <a:lnTo>
                      <a:pt x="1779" y="293"/>
                    </a:lnTo>
                    <a:lnTo>
                      <a:pt x="1675" y="377"/>
                    </a:lnTo>
                    <a:lnTo>
                      <a:pt x="1675" y="460"/>
                    </a:lnTo>
                    <a:lnTo>
                      <a:pt x="1612" y="460"/>
                    </a:lnTo>
                    <a:lnTo>
                      <a:pt x="1570" y="419"/>
                    </a:lnTo>
                    <a:lnTo>
                      <a:pt x="1570" y="460"/>
                    </a:lnTo>
                    <a:lnTo>
                      <a:pt x="1591" y="481"/>
                    </a:lnTo>
                    <a:lnTo>
                      <a:pt x="1591" y="523"/>
                    </a:lnTo>
                    <a:lnTo>
                      <a:pt x="1528" y="586"/>
                    </a:lnTo>
                    <a:lnTo>
                      <a:pt x="1423" y="670"/>
                    </a:lnTo>
                    <a:lnTo>
                      <a:pt x="1382" y="691"/>
                    </a:lnTo>
                    <a:lnTo>
                      <a:pt x="1402" y="711"/>
                    </a:lnTo>
                    <a:lnTo>
                      <a:pt x="1382" y="774"/>
                    </a:lnTo>
                    <a:lnTo>
                      <a:pt x="1319" y="774"/>
                    </a:lnTo>
                    <a:lnTo>
                      <a:pt x="1319" y="816"/>
                    </a:lnTo>
                    <a:lnTo>
                      <a:pt x="1382" y="837"/>
                    </a:lnTo>
                    <a:lnTo>
                      <a:pt x="1319" y="879"/>
                    </a:lnTo>
                    <a:lnTo>
                      <a:pt x="1256" y="879"/>
                    </a:lnTo>
                    <a:lnTo>
                      <a:pt x="1193" y="942"/>
                    </a:lnTo>
                    <a:lnTo>
                      <a:pt x="1193" y="1004"/>
                    </a:lnTo>
                    <a:lnTo>
                      <a:pt x="1214" y="1004"/>
                    </a:lnTo>
                    <a:lnTo>
                      <a:pt x="1256" y="1025"/>
                    </a:lnTo>
                    <a:lnTo>
                      <a:pt x="1193" y="1046"/>
                    </a:lnTo>
                    <a:lnTo>
                      <a:pt x="1151" y="1046"/>
                    </a:lnTo>
                    <a:lnTo>
                      <a:pt x="1089" y="1151"/>
                    </a:lnTo>
                    <a:lnTo>
                      <a:pt x="1068" y="1214"/>
                    </a:lnTo>
                    <a:lnTo>
                      <a:pt x="942" y="1402"/>
                    </a:lnTo>
                    <a:lnTo>
                      <a:pt x="942" y="1444"/>
                    </a:lnTo>
                    <a:lnTo>
                      <a:pt x="984" y="1507"/>
                    </a:lnTo>
                    <a:lnTo>
                      <a:pt x="984" y="1548"/>
                    </a:lnTo>
                    <a:lnTo>
                      <a:pt x="963" y="1548"/>
                    </a:lnTo>
                    <a:lnTo>
                      <a:pt x="942" y="1527"/>
                    </a:lnTo>
                    <a:lnTo>
                      <a:pt x="900" y="1527"/>
                    </a:lnTo>
                    <a:lnTo>
                      <a:pt x="796" y="1569"/>
                    </a:lnTo>
                    <a:lnTo>
                      <a:pt x="754" y="1653"/>
                    </a:lnTo>
                    <a:lnTo>
                      <a:pt x="754" y="1716"/>
                    </a:lnTo>
                    <a:lnTo>
                      <a:pt x="796" y="1716"/>
                    </a:lnTo>
                    <a:lnTo>
                      <a:pt x="858" y="1758"/>
                    </a:lnTo>
                    <a:lnTo>
                      <a:pt x="838" y="1779"/>
                    </a:lnTo>
                    <a:lnTo>
                      <a:pt x="838" y="1841"/>
                    </a:lnTo>
                    <a:lnTo>
                      <a:pt x="775" y="1883"/>
                    </a:lnTo>
                    <a:lnTo>
                      <a:pt x="649" y="1862"/>
                    </a:lnTo>
                    <a:lnTo>
                      <a:pt x="628" y="1883"/>
                    </a:lnTo>
                    <a:lnTo>
                      <a:pt x="628" y="1946"/>
                    </a:lnTo>
                    <a:lnTo>
                      <a:pt x="545" y="2030"/>
                    </a:lnTo>
                    <a:lnTo>
                      <a:pt x="482" y="2134"/>
                    </a:lnTo>
                    <a:lnTo>
                      <a:pt x="440" y="2197"/>
                    </a:lnTo>
                    <a:lnTo>
                      <a:pt x="419" y="2197"/>
                    </a:lnTo>
                    <a:lnTo>
                      <a:pt x="419" y="2134"/>
                    </a:lnTo>
                    <a:lnTo>
                      <a:pt x="377" y="2197"/>
                    </a:lnTo>
                    <a:lnTo>
                      <a:pt x="335" y="2134"/>
                    </a:lnTo>
                    <a:lnTo>
                      <a:pt x="356" y="2072"/>
                    </a:lnTo>
                    <a:lnTo>
                      <a:pt x="440" y="2030"/>
                    </a:lnTo>
                    <a:lnTo>
                      <a:pt x="461" y="1967"/>
                    </a:lnTo>
                    <a:lnTo>
                      <a:pt x="440" y="1988"/>
                    </a:lnTo>
                    <a:lnTo>
                      <a:pt x="356" y="2051"/>
                    </a:lnTo>
                    <a:lnTo>
                      <a:pt x="231" y="2134"/>
                    </a:lnTo>
                    <a:lnTo>
                      <a:pt x="168" y="2260"/>
                    </a:lnTo>
                    <a:lnTo>
                      <a:pt x="231" y="2260"/>
                    </a:lnTo>
                    <a:lnTo>
                      <a:pt x="314" y="2239"/>
                    </a:lnTo>
                    <a:lnTo>
                      <a:pt x="461" y="2197"/>
                    </a:lnTo>
                    <a:lnTo>
                      <a:pt x="586" y="2197"/>
                    </a:lnTo>
                    <a:lnTo>
                      <a:pt x="524" y="2281"/>
                    </a:lnTo>
                    <a:lnTo>
                      <a:pt x="419" y="2406"/>
                    </a:lnTo>
                    <a:lnTo>
                      <a:pt x="335" y="2511"/>
                    </a:lnTo>
                    <a:lnTo>
                      <a:pt x="210" y="2595"/>
                    </a:lnTo>
                    <a:lnTo>
                      <a:pt x="105" y="2699"/>
                    </a:lnTo>
                    <a:lnTo>
                      <a:pt x="22" y="2699"/>
                    </a:lnTo>
                    <a:lnTo>
                      <a:pt x="1" y="2762"/>
                    </a:lnTo>
                    <a:lnTo>
                      <a:pt x="22" y="2804"/>
                    </a:lnTo>
                    <a:lnTo>
                      <a:pt x="1" y="2888"/>
                    </a:lnTo>
                    <a:lnTo>
                      <a:pt x="22" y="2929"/>
                    </a:lnTo>
                    <a:lnTo>
                      <a:pt x="63" y="2929"/>
                    </a:lnTo>
                    <a:lnTo>
                      <a:pt x="168" y="2971"/>
                    </a:lnTo>
                    <a:lnTo>
                      <a:pt x="314" y="2929"/>
                    </a:lnTo>
                    <a:lnTo>
                      <a:pt x="377" y="2888"/>
                    </a:lnTo>
                    <a:lnTo>
                      <a:pt x="482" y="2888"/>
                    </a:lnTo>
                    <a:lnTo>
                      <a:pt x="566" y="2825"/>
                    </a:lnTo>
                    <a:lnTo>
                      <a:pt x="586" y="2783"/>
                    </a:lnTo>
                    <a:lnTo>
                      <a:pt x="586" y="2804"/>
                    </a:lnTo>
                    <a:lnTo>
                      <a:pt x="545" y="2888"/>
                    </a:lnTo>
                    <a:lnTo>
                      <a:pt x="670" y="2908"/>
                    </a:lnTo>
                    <a:lnTo>
                      <a:pt x="754" y="2888"/>
                    </a:lnTo>
                    <a:lnTo>
                      <a:pt x="796" y="2929"/>
                    </a:lnTo>
                    <a:lnTo>
                      <a:pt x="963" y="2929"/>
                    </a:lnTo>
                    <a:lnTo>
                      <a:pt x="1047" y="2908"/>
                    </a:lnTo>
                    <a:lnTo>
                      <a:pt x="1068" y="2971"/>
                    </a:lnTo>
                    <a:lnTo>
                      <a:pt x="1110" y="3013"/>
                    </a:lnTo>
                    <a:lnTo>
                      <a:pt x="1214" y="3013"/>
                    </a:lnTo>
                    <a:lnTo>
                      <a:pt x="1256" y="2992"/>
                    </a:lnTo>
                    <a:lnTo>
                      <a:pt x="1277" y="3013"/>
                    </a:lnTo>
                    <a:lnTo>
                      <a:pt x="1361" y="3013"/>
                    </a:lnTo>
                    <a:lnTo>
                      <a:pt x="1402" y="2992"/>
                    </a:lnTo>
                    <a:lnTo>
                      <a:pt x="1402" y="2950"/>
                    </a:lnTo>
                    <a:lnTo>
                      <a:pt x="1486" y="2950"/>
                    </a:lnTo>
                    <a:lnTo>
                      <a:pt x="1507" y="2992"/>
                    </a:lnTo>
                    <a:lnTo>
                      <a:pt x="1570" y="2992"/>
                    </a:lnTo>
                    <a:lnTo>
                      <a:pt x="1591" y="2929"/>
                    </a:lnTo>
                    <a:lnTo>
                      <a:pt x="1633" y="2929"/>
                    </a:lnTo>
                    <a:lnTo>
                      <a:pt x="1695" y="2971"/>
                    </a:lnTo>
                    <a:lnTo>
                      <a:pt x="1716" y="2908"/>
                    </a:lnTo>
                    <a:lnTo>
                      <a:pt x="1716" y="2867"/>
                    </a:lnTo>
                    <a:lnTo>
                      <a:pt x="1716" y="2783"/>
                    </a:lnTo>
                    <a:lnTo>
                      <a:pt x="1737" y="2804"/>
                    </a:lnTo>
                    <a:lnTo>
                      <a:pt x="1779" y="2762"/>
                    </a:lnTo>
                    <a:lnTo>
                      <a:pt x="1821" y="2762"/>
                    </a:lnTo>
                    <a:lnTo>
                      <a:pt x="1800" y="2783"/>
                    </a:lnTo>
                    <a:lnTo>
                      <a:pt x="1779" y="2888"/>
                    </a:lnTo>
                    <a:lnTo>
                      <a:pt x="1800" y="2908"/>
                    </a:lnTo>
                    <a:lnTo>
                      <a:pt x="1821" y="2867"/>
                    </a:lnTo>
                    <a:lnTo>
                      <a:pt x="1884" y="2783"/>
                    </a:lnTo>
                    <a:lnTo>
                      <a:pt x="1905" y="2783"/>
                    </a:lnTo>
                    <a:lnTo>
                      <a:pt x="1905" y="2867"/>
                    </a:lnTo>
                    <a:lnTo>
                      <a:pt x="1884" y="2908"/>
                    </a:lnTo>
                    <a:lnTo>
                      <a:pt x="1884" y="2971"/>
                    </a:lnTo>
                    <a:lnTo>
                      <a:pt x="1947" y="2929"/>
                    </a:lnTo>
                    <a:lnTo>
                      <a:pt x="1988" y="2929"/>
                    </a:lnTo>
                    <a:lnTo>
                      <a:pt x="1988" y="2971"/>
                    </a:lnTo>
                    <a:lnTo>
                      <a:pt x="1884" y="3034"/>
                    </a:lnTo>
                    <a:lnTo>
                      <a:pt x="1779" y="3097"/>
                    </a:lnTo>
                    <a:lnTo>
                      <a:pt x="1800" y="3118"/>
                    </a:lnTo>
                    <a:lnTo>
                      <a:pt x="1821" y="3097"/>
                    </a:lnTo>
                    <a:lnTo>
                      <a:pt x="1884" y="3097"/>
                    </a:lnTo>
                    <a:lnTo>
                      <a:pt x="1905" y="3118"/>
                    </a:lnTo>
                    <a:lnTo>
                      <a:pt x="1947" y="3118"/>
                    </a:lnTo>
                    <a:lnTo>
                      <a:pt x="1988" y="3139"/>
                    </a:lnTo>
                    <a:lnTo>
                      <a:pt x="2030" y="3118"/>
                    </a:lnTo>
                    <a:lnTo>
                      <a:pt x="2114" y="3097"/>
                    </a:lnTo>
                    <a:lnTo>
                      <a:pt x="2135" y="3013"/>
                    </a:lnTo>
                    <a:lnTo>
                      <a:pt x="2135" y="2971"/>
                    </a:lnTo>
                    <a:lnTo>
                      <a:pt x="2198" y="2992"/>
                    </a:lnTo>
                    <a:lnTo>
                      <a:pt x="2260" y="3013"/>
                    </a:lnTo>
                    <a:lnTo>
                      <a:pt x="2323" y="3076"/>
                    </a:lnTo>
                    <a:lnTo>
                      <a:pt x="2365" y="3034"/>
                    </a:lnTo>
                    <a:lnTo>
                      <a:pt x="2428" y="3013"/>
                    </a:lnTo>
                    <a:lnTo>
                      <a:pt x="2511" y="3013"/>
                    </a:lnTo>
                    <a:lnTo>
                      <a:pt x="2449" y="3076"/>
                    </a:lnTo>
                    <a:lnTo>
                      <a:pt x="2449" y="3097"/>
                    </a:lnTo>
                    <a:lnTo>
                      <a:pt x="2344" y="3139"/>
                    </a:lnTo>
                    <a:lnTo>
                      <a:pt x="2239" y="3139"/>
                    </a:lnTo>
                    <a:lnTo>
                      <a:pt x="2198" y="3201"/>
                    </a:lnTo>
                    <a:lnTo>
                      <a:pt x="2198" y="3243"/>
                    </a:lnTo>
                    <a:lnTo>
                      <a:pt x="2156" y="3285"/>
                    </a:lnTo>
                    <a:lnTo>
                      <a:pt x="2135" y="3327"/>
                    </a:lnTo>
                    <a:lnTo>
                      <a:pt x="2051" y="3327"/>
                    </a:lnTo>
                    <a:lnTo>
                      <a:pt x="2009" y="3348"/>
                    </a:lnTo>
                    <a:lnTo>
                      <a:pt x="1988" y="3411"/>
                    </a:lnTo>
                    <a:lnTo>
                      <a:pt x="1926" y="3432"/>
                    </a:lnTo>
                    <a:lnTo>
                      <a:pt x="1821" y="3452"/>
                    </a:lnTo>
                    <a:lnTo>
                      <a:pt x="1737" y="3515"/>
                    </a:lnTo>
                    <a:lnTo>
                      <a:pt x="1716" y="3557"/>
                    </a:lnTo>
                    <a:lnTo>
                      <a:pt x="1737" y="3599"/>
                    </a:lnTo>
                    <a:lnTo>
                      <a:pt x="1779" y="3620"/>
                    </a:lnTo>
                    <a:lnTo>
                      <a:pt x="1842" y="3620"/>
                    </a:lnTo>
                    <a:lnTo>
                      <a:pt x="1884" y="3557"/>
                    </a:lnTo>
                    <a:lnTo>
                      <a:pt x="1905" y="3536"/>
                    </a:lnTo>
                    <a:lnTo>
                      <a:pt x="1947" y="3536"/>
                    </a:lnTo>
                    <a:lnTo>
                      <a:pt x="1947" y="3599"/>
                    </a:lnTo>
                    <a:lnTo>
                      <a:pt x="1988" y="3620"/>
                    </a:lnTo>
                    <a:lnTo>
                      <a:pt x="2051" y="3599"/>
                    </a:lnTo>
                    <a:lnTo>
                      <a:pt x="2114" y="3536"/>
                    </a:lnTo>
                    <a:lnTo>
                      <a:pt x="2135" y="3494"/>
                    </a:lnTo>
                    <a:lnTo>
                      <a:pt x="2156" y="3494"/>
                    </a:lnTo>
                    <a:lnTo>
                      <a:pt x="2198" y="3432"/>
                    </a:lnTo>
                    <a:lnTo>
                      <a:pt x="2219" y="3348"/>
                    </a:lnTo>
                    <a:lnTo>
                      <a:pt x="2260" y="3327"/>
                    </a:lnTo>
                    <a:lnTo>
                      <a:pt x="2365" y="3222"/>
                    </a:lnTo>
                    <a:lnTo>
                      <a:pt x="2428" y="3201"/>
                    </a:lnTo>
                    <a:lnTo>
                      <a:pt x="2470" y="3222"/>
                    </a:lnTo>
                    <a:lnTo>
                      <a:pt x="2553" y="3222"/>
                    </a:lnTo>
                    <a:lnTo>
                      <a:pt x="2511" y="3285"/>
                    </a:lnTo>
                    <a:lnTo>
                      <a:pt x="2553" y="3285"/>
                    </a:lnTo>
                    <a:lnTo>
                      <a:pt x="2616" y="3243"/>
                    </a:lnTo>
                    <a:lnTo>
                      <a:pt x="2658" y="3118"/>
                    </a:lnTo>
                    <a:lnTo>
                      <a:pt x="2721" y="3013"/>
                    </a:lnTo>
                    <a:lnTo>
                      <a:pt x="2721" y="2908"/>
                    </a:lnTo>
                    <a:lnTo>
                      <a:pt x="2742" y="2888"/>
                    </a:lnTo>
                    <a:lnTo>
                      <a:pt x="2763" y="2888"/>
                    </a:lnTo>
                    <a:lnTo>
                      <a:pt x="2825" y="2929"/>
                    </a:lnTo>
                    <a:lnTo>
                      <a:pt x="2846" y="2929"/>
                    </a:lnTo>
                    <a:lnTo>
                      <a:pt x="2888" y="2971"/>
                    </a:lnTo>
                    <a:lnTo>
                      <a:pt x="2888" y="3076"/>
                    </a:lnTo>
                    <a:lnTo>
                      <a:pt x="2867" y="3139"/>
                    </a:lnTo>
                    <a:lnTo>
                      <a:pt x="2846" y="3222"/>
                    </a:lnTo>
                    <a:lnTo>
                      <a:pt x="2867" y="3285"/>
                    </a:lnTo>
                    <a:lnTo>
                      <a:pt x="2846" y="3327"/>
                    </a:lnTo>
                    <a:lnTo>
                      <a:pt x="2763" y="3411"/>
                    </a:lnTo>
                    <a:lnTo>
                      <a:pt x="2721" y="3557"/>
                    </a:lnTo>
                    <a:lnTo>
                      <a:pt x="2721" y="3641"/>
                    </a:lnTo>
                    <a:lnTo>
                      <a:pt x="2679" y="3662"/>
                    </a:lnTo>
                    <a:lnTo>
                      <a:pt x="2679" y="3745"/>
                    </a:lnTo>
                    <a:lnTo>
                      <a:pt x="2742" y="3766"/>
                    </a:lnTo>
                    <a:lnTo>
                      <a:pt x="2825" y="3724"/>
                    </a:lnTo>
                    <a:lnTo>
                      <a:pt x="2888" y="3557"/>
                    </a:lnTo>
                    <a:lnTo>
                      <a:pt x="2951" y="3557"/>
                    </a:lnTo>
                    <a:lnTo>
                      <a:pt x="3035" y="3452"/>
                    </a:lnTo>
                    <a:lnTo>
                      <a:pt x="3076" y="3411"/>
                    </a:lnTo>
                    <a:lnTo>
                      <a:pt x="3097" y="3432"/>
                    </a:lnTo>
                    <a:lnTo>
                      <a:pt x="3202" y="3432"/>
                    </a:lnTo>
                    <a:lnTo>
                      <a:pt x="3202" y="3494"/>
                    </a:lnTo>
                    <a:lnTo>
                      <a:pt x="3139" y="3515"/>
                    </a:lnTo>
                    <a:lnTo>
                      <a:pt x="3035" y="3620"/>
                    </a:lnTo>
                    <a:lnTo>
                      <a:pt x="3035" y="3704"/>
                    </a:lnTo>
                    <a:lnTo>
                      <a:pt x="2993" y="3766"/>
                    </a:lnTo>
                    <a:lnTo>
                      <a:pt x="3035" y="3808"/>
                    </a:lnTo>
                    <a:lnTo>
                      <a:pt x="3035" y="3913"/>
                    </a:lnTo>
                    <a:lnTo>
                      <a:pt x="3076" y="3955"/>
                    </a:lnTo>
                    <a:lnTo>
                      <a:pt x="3097" y="3871"/>
                    </a:lnTo>
                    <a:lnTo>
                      <a:pt x="3160" y="3829"/>
                    </a:lnTo>
                    <a:lnTo>
                      <a:pt x="3202" y="3829"/>
                    </a:lnTo>
                    <a:lnTo>
                      <a:pt x="3265" y="3913"/>
                    </a:lnTo>
                    <a:lnTo>
                      <a:pt x="3307" y="3934"/>
                    </a:lnTo>
                    <a:lnTo>
                      <a:pt x="3390" y="3871"/>
                    </a:lnTo>
                    <a:lnTo>
                      <a:pt x="3390" y="3829"/>
                    </a:lnTo>
                    <a:lnTo>
                      <a:pt x="3411" y="3829"/>
                    </a:lnTo>
                    <a:lnTo>
                      <a:pt x="3453" y="3766"/>
                    </a:lnTo>
                    <a:lnTo>
                      <a:pt x="3453" y="3704"/>
                    </a:lnTo>
                    <a:lnTo>
                      <a:pt x="3474" y="3704"/>
                    </a:lnTo>
                    <a:lnTo>
                      <a:pt x="3495" y="3641"/>
                    </a:lnTo>
                    <a:lnTo>
                      <a:pt x="3474" y="3599"/>
                    </a:lnTo>
                    <a:lnTo>
                      <a:pt x="3495" y="3494"/>
                    </a:lnTo>
                    <a:lnTo>
                      <a:pt x="3599" y="3348"/>
                    </a:lnTo>
                    <a:lnTo>
                      <a:pt x="3662" y="3243"/>
                    </a:lnTo>
                    <a:lnTo>
                      <a:pt x="3662" y="3097"/>
                    </a:lnTo>
                    <a:lnTo>
                      <a:pt x="3662" y="3034"/>
                    </a:lnTo>
                    <a:lnTo>
                      <a:pt x="3620" y="3034"/>
                    </a:lnTo>
                    <a:lnTo>
                      <a:pt x="3620" y="3097"/>
                    </a:lnTo>
                    <a:lnTo>
                      <a:pt x="3579" y="3180"/>
                    </a:lnTo>
                    <a:lnTo>
                      <a:pt x="3495" y="3222"/>
                    </a:lnTo>
                    <a:lnTo>
                      <a:pt x="3411" y="3306"/>
                    </a:lnTo>
                    <a:lnTo>
                      <a:pt x="3369" y="3327"/>
                    </a:lnTo>
                    <a:lnTo>
                      <a:pt x="3348" y="3243"/>
                    </a:lnTo>
                    <a:lnTo>
                      <a:pt x="3369" y="3180"/>
                    </a:lnTo>
                    <a:lnTo>
                      <a:pt x="3369" y="3097"/>
                    </a:lnTo>
                    <a:lnTo>
                      <a:pt x="3474" y="3013"/>
                    </a:lnTo>
                    <a:lnTo>
                      <a:pt x="3495" y="2971"/>
                    </a:lnTo>
                    <a:lnTo>
                      <a:pt x="3579" y="2888"/>
                    </a:lnTo>
                    <a:lnTo>
                      <a:pt x="3599" y="2888"/>
                    </a:lnTo>
                    <a:lnTo>
                      <a:pt x="3662" y="2867"/>
                    </a:lnTo>
                    <a:lnTo>
                      <a:pt x="3620" y="2804"/>
                    </a:lnTo>
                    <a:lnTo>
                      <a:pt x="3579" y="2867"/>
                    </a:lnTo>
                    <a:lnTo>
                      <a:pt x="3516" y="2867"/>
                    </a:lnTo>
                    <a:lnTo>
                      <a:pt x="3453" y="2888"/>
                    </a:lnTo>
                    <a:lnTo>
                      <a:pt x="3390" y="2888"/>
                    </a:lnTo>
                    <a:lnTo>
                      <a:pt x="3307" y="2929"/>
                    </a:lnTo>
                    <a:lnTo>
                      <a:pt x="3286" y="2992"/>
                    </a:lnTo>
                    <a:lnTo>
                      <a:pt x="3181" y="3076"/>
                    </a:lnTo>
                    <a:lnTo>
                      <a:pt x="3181" y="3118"/>
                    </a:lnTo>
                    <a:lnTo>
                      <a:pt x="3139" y="3180"/>
                    </a:lnTo>
                    <a:lnTo>
                      <a:pt x="3055" y="3097"/>
                    </a:lnTo>
                    <a:lnTo>
                      <a:pt x="3055" y="3034"/>
                    </a:lnTo>
                    <a:lnTo>
                      <a:pt x="3035" y="2971"/>
                    </a:lnTo>
                    <a:lnTo>
                      <a:pt x="3035" y="2888"/>
                    </a:lnTo>
                    <a:lnTo>
                      <a:pt x="3076" y="2929"/>
                    </a:lnTo>
                    <a:lnTo>
                      <a:pt x="3097" y="2929"/>
                    </a:lnTo>
                    <a:lnTo>
                      <a:pt x="3181" y="2825"/>
                    </a:lnTo>
                    <a:lnTo>
                      <a:pt x="3139" y="2825"/>
                    </a:lnTo>
                    <a:lnTo>
                      <a:pt x="3055" y="2804"/>
                    </a:lnTo>
                    <a:lnTo>
                      <a:pt x="3181" y="2804"/>
                    </a:lnTo>
                    <a:lnTo>
                      <a:pt x="3076" y="2783"/>
                    </a:lnTo>
                    <a:lnTo>
                      <a:pt x="3035" y="2720"/>
                    </a:lnTo>
                    <a:lnTo>
                      <a:pt x="3035" y="2678"/>
                    </a:lnTo>
                    <a:lnTo>
                      <a:pt x="3055" y="2657"/>
                    </a:lnTo>
                    <a:lnTo>
                      <a:pt x="3160" y="2657"/>
                    </a:lnTo>
                    <a:lnTo>
                      <a:pt x="3181" y="2616"/>
                    </a:lnTo>
                    <a:lnTo>
                      <a:pt x="3265" y="2553"/>
                    </a:lnTo>
                    <a:lnTo>
                      <a:pt x="3286" y="2448"/>
                    </a:lnTo>
                    <a:lnTo>
                      <a:pt x="3369" y="2448"/>
                    </a:lnTo>
                    <a:lnTo>
                      <a:pt x="3390" y="2469"/>
                    </a:lnTo>
                    <a:lnTo>
                      <a:pt x="3495" y="2406"/>
                    </a:lnTo>
                    <a:lnTo>
                      <a:pt x="3516" y="2344"/>
                    </a:lnTo>
                    <a:lnTo>
                      <a:pt x="3516" y="2260"/>
                    </a:lnTo>
                    <a:lnTo>
                      <a:pt x="3495" y="2197"/>
                    </a:lnTo>
                    <a:lnTo>
                      <a:pt x="3411" y="2281"/>
                    </a:lnTo>
                    <a:lnTo>
                      <a:pt x="3369" y="2302"/>
                    </a:lnTo>
                    <a:lnTo>
                      <a:pt x="3348" y="2281"/>
                    </a:lnTo>
                    <a:lnTo>
                      <a:pt x="3286" y="2281"/>
                    </a:lnTo>
                    <a:lnTo>
                      <a:pt x="3286" y="2344"/>
                    </a:lnTo>
                    <a:lnTo>
                      <a:pt x="3286" y="2406"/>
                    </a:lnTo>
                    <a:lnTo>
                      <a:pt x="3244" y="2448"/>
                    </a:lnTo>
                    <a:lnTo>
                      <a:pt x="3181" y="2448"/>
                    </a:lnTo>
                    <a:lnTo>
                      <a:pt x="3097" y="2490"/>
                    </a:lnTo>
                    <a:lnTo>
                      <a:pt x="3055" y="2511"/>
                    </a:lnTo>
                    <a:lnTo>
                      <a:pt x="3055" y="2574"/>
                    </a:lnTo>
                    <a:lnTo>
                      <a:pt x="2993" y="2595"/>
                    </a:lnTo>
                    <a:lnTo>
                      <a:pt x="3035" y="2553"/>
                    </a:lnTo>
                    <a:lnTo>
                      <a:pt x="3035" y="2469"/>
                    </a:lnTo>
                    <a:lnTo>
                      <a:pt x="2993" y="2490"/>
                    </a:lnTo>
                    <a:lnTo>
                      <a:pt x="2951" y="2490"/>
                    </a:lnTo>
                    <a:lnTo>
                      <a:pt x="2993" y="2469"/>
                    </a:lnTo>
                    <a:lnTo>
                      <a:pt x="3055" y="2406"/>
                    </a:lnTo>
                    <a:lnTo>
                      <a:pt x="3076" y="2385"/>
                    </a:lnTo>
                    <a:lnTo>
                      <a:pt x="3035" y="2364"/>
                    </a:lnTo>
                    <a:lnTo>
                      <a:pt x="3076" y="2302"/>
                    </a:lnTo>
                    <a:lnTo>
                      <a:pt x="3097" y="2239"/>
                    </a:lnTo>
                    <a:lnTo>
                      <a:pt x="3055" y="2197"/>
                    </a:lnTo>
                    <a:lnTo>
                      <a:pt x="2993" y="2260"/>
                    </a:lnTo>
                    <a:lnTo>
                      <a:pt x="3035" y="2197"/>
                    </a:lnTo>
                    <a:lnTo>
                      <a:pt x="3035" y="2155"/>
                    </a:lnTo>
                    <a:lnTo>
                      <a:pt x="2993" y="2155"/>
                    </a:lnTo>
                    <a:lnTo>
                      <a:pt x="2930" y="2176"/>
                    </a:lnTo>
                    <a:lnTo>
                      <a:pt x="2878" y="2166"/>
                    </a:lnTo>
                    <a:lnTo>
                      <a:pt x="2878" y="2166"/>
                    </a:lnTo>
                    <a:lnTo>
                      <a:pt x="2825" y="2176"/>
                    </a:lnTo>
                    <a:lnTo>
                      <a:pt x="2872" y="2165"/>
                    </a:lnTo>
                    <a:lnTo>
                      <a:pt x="2872" y="2165"/>
                    </a:lnTo>
                    <a:lnTo>
                      <a:pt x="2825" y="2155"/>
                    </a:lnTo>
                    <a:lnTo>
                      <a:pt x="2909" y="2155"/>
                    </a:lnTo>
                    <a:lnTo>
                      <a:pt x="2993" y="2113"/>
                    </a:lnTo>
                    <a:lnTo>
                      <a:pt x="3035" y="2072"/>
                    </a:lnTo>
                    <a:lnTo>
                      <a:pt x="3076" y="2072"/>
                    </a:lnTo>
                    <a:lnTo>
                      <a:pt x="3139" y="2051"/>
                    </a:lnTo>
                    <a:lnTo>
                      <a:pt x="3139" y="1967"/>
                    </a:lnTo>
                    <a:lnTo>
                      <a:pt x="3181" y="1904"/>
                    </a:lnTo>
                    <a:lnTo>
                      <a:pt x="3181" y="1862"/>
                    </a:lnTo>
                    <a:lnTo>
                      <a:pt x="3097" y="1800"/>
                    </a:lnTo>
                    <a:lnTo>
                      <a:pt x="2993" y="1716"/>
                    </a:lnTo>
                    <a:lnTo>
                      <a:pt x="2888" y="1716"/>
                    </a:lnTo>
                    <a:lnTo>
                      <a:pt x="2783" y="1737"/>
                    </a:lnTo>
                    <a:lnTo>
                      <a:pt x="2742" y="1737"/>
                    </a:lnTo>
                    <a:lnTo>
                      <a:pt x="2742" y="1779"/>
                    </a:lnTo>
                    <a:lnTo>
                      <a:pt x="2679" y="1862"/>
                    </a:lnTo>
                    <a:lnTo>
                      <a:pt x="2658" y="1946"/>
                    </a:lnTo>
                    <a:lnTo>
                      <a:pt x="2679" y="1841"/>
                    </a:lnTo>
                    <a:lnTo>
                      <a:pt x="2658" y="1820"/>
                    </a:lnTo>
                    <a:lnTo>
                      <a:pt x="2679" y="1758"/>
                    </a:lnTo>
                    <a:lnTo>
                      <a:pt x="2742" y="1674"/>
                    </a:lnTo>
                    <a:lnTo>
                      <a:pt x="2721" y="1674"/>
                    </a:lnTo>
                    <a:lnTo>
                      <a:pt x="2637" y="1737"/>
                    </a:lnTo>
                    <a:lnTo>
                      <a:pt x="2574" y="1779"/>
                    </a:lnTo>
                    <a:lnTo>
                      <a:pt x="2553" y="1862"/>
                    </a:lnTo>
                    <a:lnTo>
                      <a:pt x="2532" y="1841"/>
                    </a:lnTo>
                    <a:lnTo>
                      <a:pt x="2491" y="1862"/>
                    </a:lnTo>
                    <a:lnTo>
                      <a:pt x="2449" y="1883"/>
                    </a:lnTo>
                    <a:lnTo>
                      <a:pt x="2428" y="1862"/>
                    </a:lnTo>
                    <a:lnTo>
                      <a:pt x="2344" y="1925"/>
                    </a:lnTo>
                    <a:lnTo>
                      <a:pt x="2323" y="2030"/>
                    </a:lnTo>
                    <a:lnTo>
                      <a:pt x="2239" y="2072"/>
                    </a:lnTo>
                    <a:lnTo>
                      <a:pt x="2239" y="2072"/>
                    </a:lnTo>
                    <a:lnTo>
                      <a:pt x="2281" y="2030"/>
                    </a:lnTo>
                    <a:lnTo>
                      <a:pt x="2323" y="1883"/>
                    </a:lnTo>
                    <a:lnTo>
                      <a:pt x="2365" y="1779"/>
                    </a:lnTo>
                    <a:lnTo>
                      <a:pt x="2344" y="1758"/>
                    </a:lnTo>
                    <a:lnTo>
                      <a:pt x="2281" y="1779"/>
                    </a:lnTo>
                    <a:lnTo>
                      <a:pt x="2260" y="1841"/>
                    </a:lnTo>
                    <a:lnTo>
                      <a:pt x="2219" y="1883"/>
                    </a:lnTo>
                    <a:lnTo>
                      <a:pt x="2177" y="1841"/>
                    </a:lnTo>
                    <a:lnTo>
                      <a:pt x="2239" y="1779"/>
                    </a:lnTo>
                    <a:lnTo>
                      <a:pt x="2260" y="1737"/>
                    </a:lnTo>
                    <a:lnTo>
                      <a:pt x="2260" y="1716"/>
                    </a:lnTo>
                    <a:lnTo>
                      <a:pt x="2177" y="1737"/>
                    </a:lnTo>
                    <a:lnTo>
                      <a:pt x="2072" y="1820"/>
                    </a:lnTo>
                    <a:lnTo>
                      <a:pt x="2030" y="1820"/>
                    </a:lnTo>
                    <a:lnTo>
                      <a:pt x="2009" y="1737"/>
                    </a:lnTo>
                    <a:lnTo>
                      <a:pt x="1967" y="1737"/>
                    </a:lnTo>
                    <a:lnTo>
                      <a:pt x="1905" y="1820"/>
                    </a:lnTo>
                    <a:lnTo>
                      <a:pt x="1842" y="1820"/>
                    </a:lnTo>
                    <a:lnTo>
                      <a:pt x="1842" y="1779"/>
                    </a:lnTo>
                    <a:lnTo>
                      <a:pt x="1947" y="1737"/>
                    </a:lnTo>
                    <a:lnTo>
                      <a:pt x="2009" y="1632"/>
                    </a:lnTo>
                    <a:lnTo>
                      <a:pt x="2030" y="1548"/>
                    </a:lnTo>
                    <a:lnTo>
                      <a:pt x="1947" y="1548"/>
                    </a:lnTo>
                    <a:lnTo>
                      <a:pt x="1863" y="1611"/>
                    </a:lnTo>
                    <a:lnTo>
                      <a:pt x="1863" y="1611"/>
                    </a:lnTo>
                    <a:lnTo>
                      <a:pt x="1926" y="1527"/>
                    </a:lnTo>
                    <a:lnTo>
                      <a:pt x="2009" y="1444"/>
                    </a:lnTo>
                    <a:lnTo>
                      <a:pt x="2114" y="1444"/>
                    </a:lnTo>
                    <a:lnTo>
                      <a:pt x="2156" y="1423"/>
                    </a:lnTo>
                    <a:lnTo>
                      <a:pt x="2239" y="1381"/>
                    </a:lnTo>
                    <a:lnTo>
                      <a:pt x="2281" y="1339"/>
                    </a:lnTo>
                    <a:lnTo>
                      <a:pt x="2281" y="1276"/>
                    </a:lnTo>
                    <a:lnTo>
                      <a:pt x="2260" y="1318"/>
                    </a:lnTo>
                    <a:lnTo>
                      <a:pt x="2156" y="1339"/>
                    </a:lnTo>
                    <a:lnTo>
                      <a:pt x="2114" y="1318"/>
                    </a:lnTo>
                    <a:lnTo>
                      <a:pt x="2030" y="1235"/>
                    </a:lnTo>
                    <a:lnTo>
                      <a:pt x="1967" y="1235"/>
                    </a:lnTo>
                    <a:lnTo>
                      <a:pt x="1926" y="1255"/>
                    </a:lnTo>
                    <a:lnTo>
                      <a:pt x="1967" y="1151"/>
                    </a:lnTo>
                    <a:lnTo>
                      <a:pt x="2009" y="1130"/>
                    </a:lnTo>
                    <a:lnTo>
                      <a:pt x="2009" y="1109"/>
                    </a:lnTo>
                    <a:lnTo>
                      <a:pt x="1947" y="1130"/>
                    </a:lnTo>
                    <a:lnTo>
                      <a:pt x="1863" y="1193"/>
                    </a:lnTo>
                    <a:lnTo>
                      <a:pt x="1821" y="1255"/>
                    </a:lnTo>
                    <a:lnTo>
                      <a:pt x="1737" y="1339"/>
                    </a:lnTo>
                    <a:lnTo>
                      <a:pt x="1695" y="1360"/>
                    </a:lnTo>
                    <a:lnTo>
                      <a:pt x="1654" y="1423"/>
                    </a:lnTo>
                    <a:lnTo>
                      <a:pt x="1591" y="1465"/>
                    </a:lnTo>
                    <a:lnTo>
                      <a:pt x="1528" y="1548"/>
                    </a:lnTo>
                    <a:lnTo>
                      <a:pt x="1528" y="1444"/>
                    </a:lnTo>
                    <a:lnTo>
                      <a:pt x="1549" y="1360"/>
                    </a:lnTo>
                    <a:lnTo>
                      <a:pt x="1612" y="1297"/>
                    </a:lnTo>
                    <a:lnTo>
                      <a:pt x="1612" y="1235"/>
                    </a:lnTo>
                    <a:lnTo>
                      <a:pt x="1654" y="1130"/>
                    </a:lnTo>
                    <a:lnTo>
                      <a:pt x="1737" y="1046"/>
                    </a:lnTo>
                    <a:lnTo>
                      <a:pt x="1737" y="1004"/>
                    </a:lnTo>
                    <a:lnTo>
                      <a:pt x="1800" y="942"/>
                    </a:lnTo>
                    <a:lnTo>
                      <a:pt x="1821" y="921"/>
                    </a:lnTo>
                    <a:lnTo>
                      <a:pt x="1863" y="816"/>
                    </a:lnTo>
                    <a:lnTo>
                      <a:pt x="1947" y="774"/>
                    </a:lnTo>
                    <a:lnTo>
                      <a:pt x="2009" y="711"/>
                    </a:lnTo>
                    <a:lnTo>
                      <a:pt x="2051" y="691"/>
                    </a:lnTo>
                    <a:lnTo>
                      <a:pt x="2072" y="670"/>
                    </a:lnTo>
                    <a:lnTo>
                      <a:pt x="2072" y="607"/>
                    </a:lnTo>
                    <a:lnTo>
                      <a:pt x="2114" y="565"/>
                    </a:lnTo>
                    <a:lnTo>
                      <a:pt x="2135" y="481"/>
                    </a:lnTo>
                    <a:lnTo>
                      <a:pt x="2135" y="523"/>
                    </a:lnTo>
                    <a:lnTo>
                      <a:pt x="2114" y="586"/>
                    </a:lnTo>
                    <a:lnTo>
                      <a:pt x="2135" y="628"/>
                    </a:lnTo>
                    <a:lnTo>
                      <a:pt x="2219" y="523"/>
                    </a:lnTo>
                    <a:lnTo>
                      <a:pt x="2323" y="419"/>
                    </a:lnTo>
                    <a:lnTo>
                      <a:pt x="2344" y="377"/>
                    </a:lnTo>
                    <a:lnTo>
                      <a:pt x="2323" y="314"/>
                    </a:lnTo>
                    <a:lnTo>
                      <a:pt x="2260" y="314"/>
                    </a:lnTo>
                    <a:lnTo>
                      <a:pt x="2219" y="377"/>
                    </a:lnTo>
                    <a:lnTo>
                      <a:pt x="2177" y="293"/>
                    </a:lnTo>
                    <a:lnTo>
                      <a:pt x="2156" y="272"/>
                    </a:lnTo>
                    <a:lnTo>
                      <a:pt x="2177" y="209"/>
                    </a:lnTo>
                    <a:lnTo>
                      <a:pt x="2239" y="188"/>
                    </a:lnTo>
                    <a:lnTo>
                      <a:pt x="2323" y="209"/>
                    </a:lnTo>
                    <a:lnTo>
                      <a:pt x="2386" y="272"/>
                    </a:lnTo>
                    <a:lnTo>
                      <a:pt x="2449" y="251"/>
                    </a:lnTo>
                    <a:lnTo>
                      <a:pt x="2491" y="188"/>
                    </a:lnTo>
                    <a:lnTo>
                      <a:pt x="2491" y="42"/>
                    </a:lnTo>
                    <a:lnTo>
                      <a:pt x="2428" y="42"/>
                    </a:lnTo>
                    <a:lnTo>
                      <a:pt x="2365" y="63"/>
                    </a:lnTo>
                    <a:lnTo>
                      <a:pt x="2365" y="105"/>
                    </a:lnTo>
                    <a:lnTo>
                      <a:pt x="2323" y="105"/>
                    </a:lnTo>
                    <a:lnTo>
                      <a:pt x="2323" y="63"/>
                    </a:lnTo>
                    <a:lnTo>
                      <a:pt x="2323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6" name="Google Shape;7720;p67">
                <a:extLst>
                  <a:ext uri="{FF2B5EF4-FFF2-40B4-BE49-F238E27FC236}">
                    <a16:creationId xmlns:a16="http://schemas.microsoft.com/office/drawing/2014/main" id="{FE736799-8CFF-23B9-D9B1-7AC445DB049F}"/>
                  </a:ext>
                </a:extLst>
              </p:cNvPr>
              <p:cNvSpPr/>
              <p:nvPr/>
            </p:nvSpPr>
            <p:spPr>
              <a:xfrm>
                <a:off x="1922950" y="1659350"/>
                <a:ext cx="1050900" cy="913875"/>
              </a:xfrm>
              <a:custGeom>
                <a:avLst/>
                <a:gdLst/>
                <a:ahLst/>
                <a:cxnLst/>
                <a:rect l="l" t="t" r="r" b="b"/>
                <a:pathLst>
                  <a:path w="42036" h="36555" extrusionOk="0">
                    <a:moveTo>
                      <a:pt x="4310" y="26929"/>
                    </a:moveTo>
                    <a:lnTo>
                      <a:pt x="4310" y="27055"/>
                    </a:lnTo>
                    <a:lnTo>
                      <a:pt x="4268" y="27159"/>
                    </a:lnTo>
                    <a:lnTo>
                      <a:pt x="4101" y="27264"/>
                    </a:lnTo>
                    <a:lnTo>
                      <a:pt x="4076" y="27268"/>
                    </a:lnTo>
                    <a:lnTo>
                      <a:pt x="4076" y="27268"/>
                    </a:lnTo>
                    <a:lnTo>
                      <a:pt x="4101" y="27243"/>
                    </a:lnTo>
                    <a:lnTo>
                      <a:pt x="4185" y="27117"/>
                    </a:lnTo>
                    <a:lnTo>
                      <a:pt x="4289" y="27034"/>
                    </a:lnTo>
                    <a:lnTo>
                      <a:pt x="4310" y="26929"/>
                    </a:lnTo>
                    <a:close/>
                    <a:moveTo>
                      <a:pt x="40508" y="27473"/>
                    </a:moveTo>
                    <a:lnTo>
                      <a:pt x="40299" y="27557"/>
                    </a:lnTo>
                    <a:lnTo>
                      <a:pt x="40090" y="27599"/>
                    </a:lnTo>
                    <a:lnTo>
                      <a:pt x="40132" y="27536"/>
                    </a:lnTo>
                    <a:lnTo>
                      <a:pt x="40404" y="27473"/>
                    </a:lnTo>
                    <a:close/>
                    <a:moveTo>
                      <a:pt x="19459" y="0"/>
                    </a:moveTo>
                    <a:lnTo>
                      <a:pt x="19187" y="105"/>
                    </a:lnTo>
                    <a:lnTo>
                      <a:pt x="18810" y="105"/>
                    </a:lnTo>
                    <a:lnTo>
                      <a:pt x="18727" y="63"/>
                    </a:lnTo>
                    <a:lnTo>
                      <a:pt x="18392" y="84"/>
                    </a:lnTo>
                    <a:lnTo>
                      <a:pt x="18308" y="63"/>
                    </a:lnTo>
                    <a:lnTo>
                      <a:pt x="18120" y="105"/>
                    </a:lnTo>
                    <a:lnTo>
                      <a:pt x="18078" y="210"/>
                    </a:lnTo>
                    <a:lnTo>
                      <a:pt x="18120" y="272"/>
                    </a:lnTo>
                    <a:lnTo>
                      <a:pt x="18078" y="377"/>
                    </a:lnTo>
                    <a:lnTo>
                      <a:pt x="18078" y="524"/>
                    </a:lnTo>
                    <a:lnTo>
                      <a:pt x="18036" y="775"/>
                    </a:lnTo>
                    <a:lnTo>
                      <a:pt x="18120" y="879"/>
                    </a:lnTo>
                    <a:lnTo>
                      <a:pt x="18036" y="942"/>
                    </a:lnTo>
                    <a:lnTo>
                      <a:pt x="17911" y="942"/>
                    </a:lnTo>
                    <a:lnTo>
                      <a:pt x="17764" y="1109"/>
                    </a:lnTo>
                    <a:lnTo>
                      <a:pt x="17701" y="1214"/>
                    </a:lnTo>
                    <a:lnTo>
                      <a:pt x="17471" y="1298"/>
                    </a:lnTo>
                    <a:lnTo>
                      <a:pt x="17367" y="1444"/>
                    </a:lnTo>
                    <a:lnTo>
                      <a:pt x="17095" y="1633"/>
                    </a:lnTo>
                    <a:lnTo>
                      <a:pt x="16990" y="1674"/>
                    </a:lnTo>
                    <a:lnTo>
                      <a:pt x="16990" y="1758"/>
                    </a:lnTo>
                    <a:lnTo>
                      <a:pt x="17074" y="1925"/>
                    </a:lnTo>
                    <a:lnTo>
                      <a:pt x="17074" y="2072"/>
                    </a:lnTo>
                    <a:lnTo>
                      <a:pt x="16760" y="2030"/>
                    </a:lnTo>
                    <a:lnTo>
                      <a:pt x="16739" y="1946"/>
                    </a:lnTo>
                    <a:lnTo>
                      <a:pt x="16718" y="2135"/>
                    </a:lnTo>
                    <a:lnTo>
                      <a:pt x="16613" y="2281"/>
                    </a:lnTo>
                    <a:lnTo>
                      <a:pt x="16530" y="2302"/>
                    </a:lnTo>
                    <a:lnTo>
                      <a:pt x="16509" y="2365"/>
                    </a:lnTo>
                    <a:lnTo>
                      <a:pt x="16300" y="2407"/>
                    </a:lnTo>
                    <a:lnTo>
                      <a:pt x="16237" y="2574"/>
                    </a:lnTo>
                    <a:lnTo>
                      <a:pt x="16132" y="2595"/>
                    </a:lnTo>
                    <a:lnTo>
                      <a:pt x="16028" y="2700"/>
                    </a:lnTo>
                    <a:lnTo>
                      <a:pt x="15944" y="2700"/>
                    </a:lnTo>
                    <a:lnTo>
                      <a:pt x="15923" y="2804"/>
                    </a:lnTo>
                    <a:lnTo>
                      <a:pt x="15776" y="2888"/>
                    </a:lnTo>
                    <a:lnTo>
                      <a:pt x="15672" y="2993"/>
                    </a:lnTo>
                    <a:lnTo>
                      <a:pt x="15588" y="2972"/>
                    </a:lnTo>
                    <a:lnTo>
                      <a:pt x="15588" y="3076"/>
                    </a:lnTo>
                    <a:lnTo>
                      <a:pt x="15776" y="3139"/>
                    </a:lnTo>
                    <a:lnTo>
                      <a:pt x="15986" y="3139"/>
                    </a:lnTo>
                    <a:lnTo>
                      <a:pt x="15986" y="3244"/>
                    </a:lnTo>
                    <a:lnTo>
                      <a:pt x="15839" y="3202"/>
                    </a:lnTo>
                    <a:lnTo>
                      <a:pt x="15944" y="3516"/>
                    </a:lnTo>
                    <a:lnTo>
                      <a:pt x="16028" y="3599"/>
                    </a:lnTo>
                    <a:lnTo>
                      <a:pt x="16007" y="3725"/>
                    </a:lnTo>
                    <a:lnTo>
                      <a:pt x="15944" y="3871"/>
                    </a:lnTo>
                    <a:lnTo>
                      <a:pt x="16007" y="4018"/>
                    </a:lnTo>
                    <a:lnTo>
                      <a:pt x="15902" y="4185"/>
                    </a:lnTo>
                    <a:lnTo>
                      <a:pt x="15902" y="4394"/>
                    </a:lnTo>
                    <a:lnTo>
                      <a:pt x="15902" y="4457"/>
                    </a:lnTo>
                    <a:lnTo>
                      <a:pt x="15986" y="4457"/>
                    </a:lnTo>
                    <a:lnTo>
                      <a:pt x="16028" y="4478"/>
                    </a:lnTo>
                    <a:lnTo>
                      <a:pt x="16111" y="4394"/>
                    </a:lnTo>
                    <a:lnTo>
                      <a:pt x="16237" y="4374"/>
                    </a:lnTo>
                    <a:lnTo>
                      <a:pt x="16341" y="4394"/>
                    </a:lnTo>
                    <a:lnTo>
                      <a:pt x="16509" y="4374"/>
                    </a:lnTo>
                    <a:lnTo>
                      <a:pt x="16676" y="4227"/>
                    </a:lnTo>
                    <a:lnTo>
                      <a:pt x="16760" y="4185"/>
                    </a:lnTo>
                    <a:lnTo>
                      <a:pt x="16760" y="4143"/>
                    </a:lnTo>
                    <a:lnTo>
                      <a:pt x="16864" y="4060"/>
                    </a:lnTo>
                    <a:lnTo>
                      <a:pt x="16927" y="4143"/>
                    </a:lnTo>
                    <a:lnTo>
                      <a:pt x="16927" y="4269"/>
                    </a:lnTo>
                    <a:lnTo>
                      <a:pt x="16844" y="4353"/>
                    </a:lnTo>
                    <a:lnTo>
                      <a:pt x="16927" y="4457"/>
                    </a:lnTo>
                    <a:lnTo>
                      <a:pt x="17032" y="4457"/>
                    </a:lnTo>
                    <a:lnTo>
                      <a:pt x="17178" y="4374"/>
                    </a:lnTo>
                    <a:lnTo>
                      <a:pt x="17346" y="4374"/>
                    </a:lnTo>
                    <a:lnTo>
                      <a:pt x="17450" y="4248"/>
                    </a:lnTo>
                    <a:lnTo>
                      <a:pt x="17597" y="4081"/>
                    </a:lnTo>
                    <a:lnTo>
                      <a:pt x="17576" y="4018"/>
                    </a:lnTo>
                    <a:lnTo>
                      <a:pt x="17701" y="3850"/>
                    </a:lnTo>
                    <a:lnTo>
                      <a:pt x="17722" y="3767"/>
                    </a:lnTo>
                    <a:lnTo>
                      <a:pt x="17890" y="3620"/>
                    </a:lnTo>
                    <a:lnTo>
                      <a:pt x="18015" y="3557"/>
                    </a:lnTo>
                    <a:lnTo>
                      <a:pt x="18036" y="3453"/>
                    </a:lnTo>
                    <a:lnTo>
                      <a:pt x="18099" y="3306"/>
                    </a:lnTo>
                    <a:lnTo>
                      <a:pt x="18204" y="3453"/>
                    </a:lnTo>
                    <a:lnTo>
                      <a:pt x="18350" y="3453"/>
                    </a:lnTo>
                    <a:lnTo>
                      <a:pt x="18497" y="3348"/>
                    </a:lnTo>
                    <a:lnTo>
                      <a:pt x="18643" y="3327"/>
                    </a:lnTo>
                    <a:lnTo>
                      <a:pt x="18706" y="3181"/>
                    </a:lnTo>
                    <a:lnTo>
                      <a:pt x="18769" y="3181"/>
                    </a:lnTo>
                    <a:lnTo>
                      <a:pt x="18873" y="3076"/>
                    </a:lnTo>
                    <a:lnTo>
                      <a:pt x="18936" y="2909"/>
                    </a:lnTo>
                    <a:lnTo>
                      <a:pt x="19124" y="2867"/>
                    </a:lnTo>
                    <a:lnTo>
                      <a:pt x="19187" y="2846"/>
                    </a:lnTo>
                    <a:lnTo>
                      <a:pt x="19250" y="2888"/>
                    </a:lnTo>
                    <a:lnTo>
                      <a:pt x="19333" y="2846"/>
                    </a:lnTo>
                    <a:lnTo>
                      <a:pt x="19543" y="2846"/>
                    </a:lnTo>
                    <a:lnTo>
                      <a:pt x="19668" y="2762"/>
                    </a:lnTo>
                    <a:lnTo>
                      <a:pt x="19773" y="2762"/>
                    </a:lnTo>
                    <a:lnTo>
                      <a:pt x="20024" y="2658"/>
                    </a:lnTo>
                    <a:lnTo>
                      <a:pt x="20233" y="2616"/>
                    </a:lnTo>
                    <a:lnTo>
                      <a:pt x="20296" y="2595"/>
                    </a:lnTo>
                    <a:cubicBezTo>
                      <a:pt x="20338" y="2679"/>
                      <a:pt x="20442" y="2741"/>
                      <a:pt x="20526" y="2762"/>
                    </a:cubicBezTo>
                    <a:lnTo>
                      <a:pt x="20401" y="2783"/>
                    </a:lnTo>
                    <a:lnTo>
                      <a:pt x="19877" y="2993"/>
                    </a:lnTo>
                    <a:lnTo>
                      <a:pt x="19752" y="3097"/>
                    </a:lnTo>
                    <a:lnTo>
                      <a:pt x="19438" y="3181"/>
                    </a:lnTo>
                    <a:lnTo>
                      <a:pt x="19020" y="3369"/>
                    </a:lnTo>
                    <a:lnTo>
                      <a:pt x="18852" y="3495"/>
                    </a:lnTo>
                    <a:lnTo>
                      <a:pt x="18852" y="3578"/>
                    </a:lnTo>
                    <a:lnTo>
                      <a:pt x="18957" y="3578"/>
                    </a:lnTo>
                    <a:lnTo>
                      <a:pt x="19020" y="3620"/>
                    </a:lnTo>
                    <a:lnTo>
                      <a:pt x="18915" y="3704"/>
                    </a:lnTo>
                    <a:lnTo>
                      <a:pt x="18831" y="3704"/>
                    </a:lnTo>
                    <a:lnTo>
                      <a:pt x="18643" y="3850"/>
                    </a:lnTo>
                    <a:lnTo>
                      <a:pt x="18497" y="3850"/>
                    </a:lnTo>
                    <a:lnTo>
                      <a:pt x="18413" y="3934"/>
                    </a:lnTo>
                    <a:lnTo>
                      <a:pt x="18392" y="4039"/>
                    </a:lnTo>
                    <a:lnTo>
                      <a:pt x="18225" y="4143"/>
                    </a:lnTo>
                    <a:lnTo>
                      <a:pt x="18162" y="4227"/>
                    </a:lnTo>
                    <a:lnTo>
                      <a:pt x="18162" y="4353"/>
                    </a:lnTo>
                    <a:lnTo>
                      <a:pt x="18225" y="4311"/>
                    </a:lnTo>
                    <a:lnTo>
                      <a:pt x="18308" y="4374"/>
                    </a:lnTo>
                    <a:lnTo>
                      <a:pt x="18266" y="4457"/>
                    </a:lnTo>
                    <a:lnTo>
                      <a:pt x="18287" y="4478"/>
                    </a:lnTo>
                    <a:lnTo>
                      <a:pt x="18371" y="4457"/>
                    </a:lnTo>
                    <a:lnTo>
                      <a:pt x="18476" y="4415"/>
                    </a:lnTo>
                    <a:lnTo>
                      <a:pt x="18580" y="4415"/>
                    </a:lnTo>
                    <a:lnTo>
                      <a:pt x="18643" y="4457"/>
                    </a:lnTo>
                    <a:lnTo>
                      <a:pt x="18622" y="4541"/>
                    </a:lnTo>
                    <a:lnTo>
                      <a:pt x="18497" y="4583"/>
                    </a:lnTo>
                    <a:lnTo>
                      <a:pt x="18371" y="4520"/>
                    </a:lnTo>
                    <a:lnTo>
                      <a:pt x="18287" y="4562"/>
                    </a:lnTo>
                    <a:lnTo>
                      <a:pt x="18308" y="4666"/>
                    </a:lnTo>
                    <a:lnTo>
                      <a:pt x="18517" y="4771"/>
                    </a:lnTo>
                    <a:lnTo>
                      <a:pt x="18601" y="4729"/>
                    </a:lnTo>
                    <a:lnTo>
                      <a:pt x="18622" y="4646"/>
                    </a:lnTo>
                    <a:lnTo>
                      <a:pt x="18685" y="4646"/>
                    </a:lnTo>
                    <a:lnTo>
                      <a:pt x="18727" y="4687"/>
                    </a:lnTo>
                    <a:lnTo>
                      <a:pt x="18685" y="4771"/>
                    </a:lnTo>
                    <a:lnTo>
                      <a:pt x="18789" y="4771"/>
                    </a:lnTo>
                    <a:lnTo>
                      <a:pt x="18957" y="4792"/>
                    </a:lnTo>
                    <a:lnTo>
                      <a:pt x="19145" y="4750"/>
                    </a:lnTo>
                    <a:lnTo>
                      <a:pt x="19250" y="4750"/>
                    </a:lnTo>
                    <a:lnTo>
                      <a:pt x="19417" y="4834"/>
                    </a:lnTo>
                    <a:lnTo>
                      <a:pt x="19543" y="4792"/>
                    </a:lnTo>
                    <a:lnTo>
                      <a:pt x="19647" y="4855"/>
                    </a:lnTo>
                    <a:lnTo>
                      <a:pt x="19689" y="4959"/>
                    </a:lnTo>
                    <a:lnTo>
                      <a:pt x="19773" y="4959"/>
                    </a:lnTo>
                    <a:lnTo>
                      <a:pt x="19752" y="5001"/>
                    </a:lnTo>
                    <a:lnTo>
                      <a:pt x="19668" y="5001"/>
                    </a:lnTo>
                    <a:lnTo>
                      <a:pt x="19522" y="4897"/>
                    </a:lnTo>
                    <a:lnTo>
                      <a:pt x="19313" y="4897"/>
                    </a:lnTo>
                    <a:lnTo>
                      <a:pt x="19250" y="4959"/>
                    </a:lnTo>
                    <a:lnTo>
                      <a:pt x="19375" y="5001"/>
                    </a:lnTo>
                    <a:lnTo>
                      <a:pt x="19417" y="5064"/>
                    </a:lnTo>
                    <a:lnTo>
                      <a:pt x="19229" y="5064"/>
                    </a:lnTo>
                    <a:lnTo>
                      <a:pt x="19145" y="4980"/>
                    </a:lnTo>
                    <a:lnTo>
                      <a:pt x="18894" y="5001"/>
                    </a:lnTo>
                    <a:lnTo>
                      <a:pt x="18810" y="5064"/>
                    </a:lnTo>
                    <a:lnTo>
                      <a:pt x="18727" y="5001"/>
                    </a:lnTo>
                    <a:lnTo>
                      <a:pt x="18643" y="5001"/>
                    </a:lnTo>
                    <a:lnTo>
                      <a:pt x="18580" y="5043"/>
                    </a:lnTo>
                    <a:lnTo>
                      <a:pt x="18497" y="5043"/>
                    </a:lnTo>
                    <a:lnTo>
                      <a:pt x="18225" y="5064"/>
                    </a:lnTo>
                    <a:lnTo>
                      <a:pt x="18183" y="5085"/>
                    </a:lnTo>
                    <a:lnTo>
                      <a:pt x="17973" y="5127"/>
                    </a:lnTo>
                    <a:lnTo>
                      <a:pt x="17953" y="5273"/>
                    </a:lnTo>
                    <a:lnTo>
                      <a:pt x="17973" y="5587"/>
                    </a:lnTo>
                    <a:lnTo>
                      <a:pt x="17994" y="5629"/>
                    </a:lnTo>
                    <a:lnTo>
                      <a:pt x="17994" y="5754"/>
                    </a:lnTo>
                    <a:lnTo>
                      <a:pt x="17953" y="5796"/>
                    </a:lnTo>
                    <a:lnTo>
                      <a:pt x="17953" y="5859"/>
                    </a:lnTo>
                    <a:lnTo>
                      <a:pt x="17994" y="5922"/>
                    </a:lnTo>
                    <a:lnTo>
                      <a:pt x="18099" y="5901"/>
                    </a:lnTo>
                    <a:lnTo>
                      <a:pt x="18141" y="5901"/>
                    </a:lnTo>
                    <a:lnTo>
                      <a:pt x="18225" y="5943"/>
                    </a:lnTo>
                    <a:lnTo>
                      <a:pt x="18329" y="5943"/>
                    </a:lnTo>
                    <a:lnTo>
                      <a:pt x="18371" y="5901"/>
                    </a:lnTo>
                    <a:lnTo>
                      <a:pt x="18392" y="5901"/>
                    </a:lnTo>
                    <a:lnTo>
                      <a:pt x="18476" y="5922"/>
                    </a:lnTo>
                    <a:lnTo>
                      <a:pt x="18517" y="5964"/>
                    </a:lnTo>
                    <a:lnTo>
                      <a:pt x="18559" y="5943"/>
                    </a:lnTo>
                    <a:lnTo>
                      <a:pt x="18622" y="6006"/>
                    </a:lnTo>
                    <a:lnTo>
                      <a:pt x="18622" y="6047"/>
                    </a:lnTo>
                    <a:lnTo>
                      <a:pt x="18706" y="6068"/>
                    </a:lnTo>
                    <a:lnTo>
                      <a:pt x="18789" y="6047"/>
                    </a:lnTo>
                    <a:lnTo>
                      <a:pt x="18852" y="6047"/>
                    </a:lnTo>
                    <a:lnTo>
                      <a:pt x="18915" y="6110"/>
                    </a:lnTo>
                    <a:lnTo>
                      <a:pt x="19041" y="6110"/>
                    </a:lnTo>
                    <a:lnTo>
                      <a:pt x="19124" y="6068"/>
                    </a:lnTo>
                    <a:lnTo>
                      <a:pt x="19229" y="6131"/>
                    </a:lnTo>
                    <a:lnTo>
                      <a:pt x="19333" y="6068"/>
                    </a:lnTo>
                    <a:lnTo>
                      <a:pt x="19417" y="6110"/>
                    </a:lnTo>
                    <a:lnTo>
                      <a:pt x="19543" y="6110"/>
                    </a:lnTo>
                    <a:lnTo>
                      <a:pt x="19647" y="6068"/>
                    </a:lnTo>
                    <a:lnTo>
                      <a:pt x="19752" y="6131"/>
                    </a:lnTo>
                    <a:lnTo>
                      <a:pt x="19773" y="6215"/>
                    </a:lnTo>
                    <a:lnTo>
                      <a:pt x="19857" y="6152"/>
                    </a:lnTo>
                    <a:lnTo>
                      <a:pt x="19877" y="6257"/>
                    </a:lnTo>
                    <a:lnTo>
                      <a:pt x="19982" y="6340"/>
                    </a:lnTo>
                    <a:lnTo>
                      <a:pt x="19982" y="6382"/>
                    </a:lnTo>
                    <a:lnTo>
                      <a:pt x="20003" y="6445"/>
                    </a:lnTo>
                    <a:lnTo>
                      <a:pt x="20108" y="6445"/>
                    </a:lnTo>
                    <a:lnTo>
                      <a:pt x="20191" y="6466"/>
                    </a:lnTo>
                    <a:lnTo>
                      <a:pt x="20212" y="6550"/>
                    </a:lnTo>
                    <a:lnTo>
                      <a:pt x="20275" y="6570"/>
                    </a:lnTo>
                    <a:lnTo>
                      <a:pt x="20359" y="6654"/>
                    </a:lnTo>
                    <a:lnTo>
                      <a:pt x="20317" y="6696"/>
                    </a:lnTo>
                    <a:lnTo>
                      <a:pt x="20317" y="6780"/>
                    </a:lnTo>
                    <a:lnTo>
                      <a:pt x="20422" y="6884"/>
                    </a:lnTo>
                    <a:lnTo>
                      <a:pt x="20589" y="6989"/>
                    </a:lnTo>
                    <a:lnTo>
                      <a:pt x="20589" y="7052"/>
                    </a:lnTo>
                    <a:lnTo>
                      <a:pt x="20568" y="7073"/>
                    </a:lnTo>
                    <a:lnTo>
                      <a:pt x="20589" y="7114"/>
                    </a:lnTo>
                    <a:lnTo>
                      <a:pt x="20526" y="7094"/>
                    </a:lnTo>
                    <a:lnTo>
                      <a:pt x="20317" y="7052"/>
                    </a:lnTo>
                    <a:lnTo>
                      <a:pt x="20170" y="6989"/>
                    </a:lnTo>
                    <a:lnTo>
                      <a:pt x="20087" y="7010"/>
                    </a:lnTo>
                    <a:lnTo>
                      <a:pt x="20003" y="6989"/>
                    </a:lnTo>
                    <a:lnTo>
                      <a:pt x="19982" y="7010"/>
                    </a:lnTo>
                    <a:lnTo>
                      <a:pt x="19898" y="7010"/>
                    </a:lnTo>
                    <a:lnTo>
                      <a:pt x="19836" y="6905"/>
                    </a:lnTo>
                    <a:lnTo>
                      <a:pt x="19752" y="6905"/>
                    </a:lnTo>
                    <a:lnTo>
                      <a:pt x="19689" y="6801"/>
                    </a:lnTo>
                    <a:lnTo>
                      <a:pt x="19647" y="6780"/>
                    </a:lnTo>
                    <a:lnTo>
                      <a:pt x="19522" y="6801"/>
                    </a:lnTo>
                    <a:lnTo>
                      <a:pt x="19438" y="6780"/>
                    </a:lnTo>
                    <a:lnTo>
                      <a:pt x="19375" y="6738"/>
                    </a:lnTo>
                    <a:lnTo>
                      <a:pt x="19250" y="6675"/>
                    </a:lnTo>
                    <a:lnTo>
                      <a:pt x="19229" y="6591"/>
                    </a:lnTo>
                    <a:lnTo>
                      <a:pt x="19166" y="6591"/>
                    </a:lnTo>
                    <a:lnTo>
                      <a:pt x="19124" y="6570"/>
                    </a:lnTo>
                    <a:lnTo>
                      <a:pt x="18999" y="6570"/>
                    </a:lnTo>
                    <a:lnTo>
                      <a:pt x="18936" y="6550"/>
                    </a:lnTo>
                    <a:lnTo>
                      <a:pt x="18685" y="6550"/>
                    </a:lnTo>
                    <a:lnTo>
                      <a:pt x="18517" y="6529"/>
                    </a:lnTo>
                    <a:lnTo>
                      <a:pt x="18413" y="6487"/>
                    </a:lnTo>
                    <a:lnTo>
                      <a:pt x="17973" y="6487"/>
                    </a:lnTo>
                    <a:lnTo>
                      <a:pt x="17890" y="6529"/>
                    </a:lnTo>
                    <a:lnTo>
                      <a:pt x="17764" y="6550"/>
                    </a:lnTo>
                    <a:lnTo>
                      <a:pt x="17701" y="6633"/>
                    </a:lnTo>
                    <a:lnTo>
                      <a:pt x="17701" y="6801"/>
                    </a:lnTo>
                    <a:lnTo>
                      <a:pt x="17597" y="6968"/>
                    </a:lnTo>
                    <a:lnTo>
                      <a:pt x="17639" y="7156"/>
                    </a:lnTo>
                    <a:lnTo>
                      <a:pt x="17597" y="7219"/>
                    </a:lnTo>
                    <a:lnTo>
                      <a:pt x="17639" y="7282"/>
                    </a:lnTo>
                    <a:lnTo>
                      <a:pt x="17701" y="7303"/>
                    </a:lnTo>
                    <a:lnTo>
                      <a:pt x="17681" y="7366"/>
                    </a:lnTo>
                    <a:lnTo>
                      <a:pt x="17639" y="7387"/>
                    </a:lnTo>
                    <a:lnTo>
                      <a:pt x="17701" y="7617"/>
                    </a:lnTo>
                    <a:lnTo>
                      <a:pt x="17785" y="7700"/>
                    </a:lnTo>
                    <a:lnTo>
                      <a:pt x="17806" y="7742"/>
                    </a:lnTo>
                    <a:lnTo>
                      <a:pt x="17973" y="7847"/>
                    </a:lnTo>
                    <a:lnTo>
                      <a:pt x="18015" y="7910"/>
                    </a:lnTo>
                    <a:lnTo>
                      <a:pt x="18120" y="7889"/>
                    </a:lnTo>
                    <a:lnTo>
                      <a:pt x="18183" y="7951"/>
                    </a:lnTo>
                    <a:lnTo>
                      <a:pt x="18266" y="7993"/>
                    </a:lnTo>
                    <a:lnTo>
                      <a:pt x="18392" y="7931"/>
                    </a:lnTo>
                    <a:lnTo>
                      <a:pt x="18476" y="7931"/>
                    </a:lnTo>
                    <a:lnTo>
                      <a:pt x="18538" y="8014"/>
                    </a:lnTo>
                    <a:lnTo>
                      <a:pt x="18685" y="8014"/>
                    </a:lnTo>
                    <a:lnTo>
                      <a:pt x="18748" y="8140"/>
                    </a:lnTo>
                    <a:lnTo>
                      <a:pt x="18831" y="8161"/>
                    </a:lnTo>
                    <a:lnTo>
                      <a:pt x="18852" y="8223"/>
                    </a:lnTo>
                    <a:lnTo>
                      <a:pt x="18727" y="8265"/>
                    </a:lnTo>
                    <a:lnTo>
                      <a:pt x="18727" y="8349"/>
                    </a:lnTo>
                    <a:lnTo>
                      <a:pt x="18685" y="8412"/>
                    </a:lnTo>
                    <a:lnTo>
                      <a:pt x="18685" y="8454"/>
                    </a:lnTo>
                    <a:lnTo>
                      <a:pt x="18622" y="8537"/>
                    </a:lnTo>
                    <a:lnTo>
                      <a:pt x="18497" y="8621"/>
                    </a:lnTo>
                    <a:lnTo>
                      <a:pt x="18497" y="8663"/>
                    </a:lnTo>
                    <a:lnTo>
                      <a:pt x="18434" y="8747"/>
                    </a:lnTo>
                    <a:lnTo>
                      <a:pt x="18517" y="8788"/>
                    </a:lnTo>
                    <a:lnTo>
                      <a:pt x="18517" y="8935"/>
                    </a:lnTo>
                    <a:lnTo>
                      <a:pt x="18580" y="9060"/>
                    </a:lnTo>
                    <a:lnTo>
                      <a:pt x="18580" y="9144"/>
                    </a:lnTo>
                    <a:lnTo>
                      <a:pt x="18434" y="9165"/>
                    </a:lnTo>
                    <a:lnTo>
                      <a:pt x="18497" y="9207"/>
                    </a:lnTo>
                    <a:lnTo>
                      <a:pt x="18685" y="9249"/>
                    </a:lnTo>
                    <a:lnTo>
                      <a:pt x="18748" y="9207"/>
                    </a:lnTo>
                    <a:lnTo>
                      <a:pt x="18810" y="9207"/>
                    </a:lnTo>
                    <a:lnTo>
                      <a:pt x="18831" y="9270"/>
                    </a:lnTo>
                    <a:lnTo>
                      <a:pt x="18894" y="9207"/>
                    </a:lnTo>
                    <a:lnTo>
                      <a:pt x="18936" y="9207"/>
                    </a:lnTo>
                    <a:lnTo>
                      <a:pt x="18999" y="9249"/>
                    </a:lnTo>
                    <a:lnTo>
                      <a:pt x="19145" y="9249"/>
                    </a:lnTo>
                    <a:lnTo>
                      <a:pt x="19333" y="9311"/>
                    </a:lnTo>
                    <a:lnTo>
                      <a:pt x="19417" y="9249"/>
                    </a:lnTo>
                    <a:lnTo>
                      <a:pt x="19564" y="9249"/>
                    </a:lnTo>
                    <a:lnTo>
                      <a:pt x="19585" y="9291"/>
                    </a:lnTo>
                    <a:lnTo>
                      <a:pt x="19626" y="9291"/>
                    </a:lnTo>
                    <a:lnTo>
                      <a:pt x="19668" y="9270"/>
                    </a:lnTo>
                    <a:lnTo>
                      <a:pt x="19752" y="9249"/>
                    </a:lnTo>
                    <a:lnTo>
                      <a:pt x="19794" y="9270"/>
                    </a:lnTo>
                    <a:lnTo>
                      <a:pt x="19836" y="9353"/>
                    </a:lnTo>
                    <a:lnTo>
                      <a:pt x="19877" y="9353"/>
                    </a:lnTo>
                    <a:lnTo>
                      <a:pt x="19940" y="9311"/>
                    </a:lnTo>
                    <a:lnTo>
                      <a:pt x="19982" y="9353"/>
                    </a:lnTo>
                    <a:lnTo>
                      <a:pt x="20003" y="9416"/>
                    </a:lnTo>
                    <a:lnTo>
                      <a:pt x="20066" y="9416"/>
                    </a:lnTo>
                    <a:lnTo>
                      <a:pt x="20108" y="9374"/>
                    </a:lnTo>
                    <a:lnTo>
                      <a:pt x="20254" y="9353"/>
                    </a:lnTo>
                    <a:lnTo>
                      <a:pt x="20296" y="9270"/>
                    </a:lnTo>
                    <a:lnTo>
                      <a:pt x="20401" y="9249"/>
                    </a:lnTo>
                    <a:lnTo>
                      <a:pt x="20484" y="9249"/>
                    </a:lnTo>
                    <a:lnTo>
                      <a:pt x="20589" y="9144"/>
                    </a:lnTo>
                    <a:lnTo>
                      <a:pt x="20714" y="9081"/>
                    </a:lnTo>
                    <a:lnTo>
                      <a:pt x="20819" y="9060"/>
                    </a:lnTo>
                    <a:lnTo>
                      <a:pt x="20840" y="8998"/>
                    </a:lnTo>
                    <a:lnTo>
                      <a:pt x="20924" y="8998"/>
                    </a:lnTo>
                    <a:lnTo>
                      <a:pt x="21028" y="9039"/>
                    </a:lnTo>
                    <a:lnTo>
                      <a:pt x="21112" y="9039"/>
                    </a:lnTo>
                    <a:lnTo>
                      <a:pt x="21196" y="9081"/>
                    </a:lnTo>
                    <a:lnTo>
                      <a:pt x="21405" y="9081"/>
                    </a:lnTo>
                    <a:lnTo>
                      <a:pt x="21635" y="8935"/>
                    </a:lnTo>
                    <a:lnTo>
                      <a:pt x="21656" y="8851"/>
                    </a:lnTo>
                    <a:lnTo>
                      <a:pt x="21719" y="8851"/>
                    </a:lnTo>
                    <a:lnTo>
                      <a:pt x="21740" y="8893"/>
                    </a:lnTo>
                    <a:lnTo>
                      <a:pt x="21761" y="8851"/>
                    </a:lnTo>
                    <a:lnTo>
                      <a:pt x="21844" y="8788"/>
                    </a:lnTo>
                    <a:lnTo>
                      <a:pt x="21844" y="8726"/>
                    </a:lnTo>
                    <a:lnTo>
                      <a:pt x="21865" y="8663"/>
                    </a:lnTo>
                    <a:lnTo>
                      <a:pt x="21928" y="8684"/>
                    </a:lnTo>
                    <a:lnTo>
                      <a:pt x="21991" y="8684"/>
                    </a:lnTo>
                    <a:lnTo>
                      <a:pt x="22054" y="8642"/>
                    </a:lnTo>
                    <a:lnTo>
                      <a:pt x="22054" y="8579"/>
                    </a:lnTo>
                    <a:lnTo>
                      <a:pt x="22095" y="8621"/>
                    </a:lnTo>
                    <a:lnTo>
                      <a:pt x="22158" y="8621"/>
                    </a:lnTo>
                    <a:lnTo>
                      <a:pt x="22179" y="8663"/>
                    </a:lnTo>
                    <a:lnTo>
                      <a:pt x="22179" y="8726"/>
                    </a:lnTo>
                    <a:lnTo>
                      <a:pt x="22242" y="8767"/>
                    </a:lnTo>
                    <a:lnTo>
                      <a:pt x="22158" y="8830"/>
                    </a:lnTo>
                    <a:lnTo>
                      <a:pt x="22158" y="8893"/>
                    </a:lnTo>
                    <a:lnTo>
                      <a:pt x="22095" y="8977"/>
                    </a:lnTo>
                    <a:lnTo>
                      <a:pt x="22054" y="8998"/>
                    </a:lnTo>
                    <a:lnTo>
                      <a:pt x="22054" y="9060"/>
                    </a:lnTo>
                    <a:lnTo>
                      <a:pt x="22137" y="9081"/>
                    </a:lnTo>
                    <a:lnTo>
                      <a:pt x="22200" y="9165"/>
                    </a:lnTo>
                    <a:lnTo>
                      <a:pt x="22242" y="9144"/>
                    </a:lnTo>
                    <a:lnTo>
                      <a:pt x="22305" y="9144"/>
                    </a:lnTo>
                    <a:lnTo>
                      <a:pt x="22409" y="9186"/>
                    </a:lnTo>
                    <a:lnTo>
                      <a:pt x="22409" y="9207"/>
                    </a:lnTo>
                    <a:cubicBezTo>
                      <a:pt x="22367" y="9207"/>
                      <a:pt x="22305" y="9249"/>
                      <a:pt x="22263" y="9270"/>
                    </a:cubicBezTo>
                    <a:lnTo>
                      <a:pt x="22242" y="9270"/>
                    </a:lnTo>
                    <a:cubicBezTo>
                      <a:pt x="22137" y="9291"/>
                      <a:pt x="22054" y="9353"/>
                      <a:pt x="21949" y="9374"/>
                    </a:cubicBezTo>
                    <a:cubicBezTo>
                      <a:pt x="21886" y="9374"/>
                      <a:pt x="21865" y="9395"/>
                      <a:pt x="21844" y="9458"/>
                    </a:cubicBezTo>
                    <a:lnTo>
                      <a:pt x="21551" y="9521"/>
                    </a:lnTo>
                    <a:lnTo>
                      <a:pt x="21133" y="9563"/>
                    </a:lnTo>
                    <a:lnTo>
                      <a:pt x="21007" y="9521"/>
                    </a:lnTo>
                    <a:lnTo>
                      <a:pt x="20903" y="9521"/>
                    </a:lnTo>
                    <a:lnTo>
                      <a:pt x="20735" y="9730"/>
                    </a:lnTo>
                    <a:lnTo>
                      <a:pt x="20631" y="9793"/>
                    </a:lnTo>
                    <a:lnTo>
                      <a:pt x="20589" y="9876"/>
                    </a:lnTo>
                    <a:lnTo>
                      <a:pt x="20673" y="9918"/>
                    </a:lnTo>
                    <a:lnTo>
                      <a:pt x="20735" y="9876"/>
                    </a:lnTo>
                    <a:lnTo>
                      <a:pt x="20798" y="9876"/>
                    </a:lnTo>
                    <a:lnTo>
                      <a:pt x="20777" y="9981"/>
                    </a:lnTo>
                    <a:lnTo>
                      <a:pt x="20694" y="10023"/>
                    </a:lnTo>
                    <a:lnTo>
                      <a:pt x="20714" y="10086"/>
                    </a:lnTo>
                    <a:lnTo>
                      <a:pt x="20882" y="10107"/>
                    </a:lnTo>
                    <a:lnTo>
                      <a:pt x="20903" y="10148"/>
                    </a:lnTo>
                    <a:lnTo>
                      <a:pt x="21028" y="10127"/>
                    </a:lnTo>
                    <a:lnTo>
                      <a:pt x="21028" y="10044"/>
                    </a:lnTo>
                    <a:lnTo>
                      <a:pt x="20945" y="9981"/>
                    </a:lnTo>
                    <a:lnTo>
                      <a:pt x="20945" y="9897"/>
                    </a:lnTo>
                    <a:lnTo>
                      <a:pt x="21028" y="9876"/>
                    </a:lnTo>
                    <a:lnTo>
                      <a:pt x="21049" y="9918"/>
                    </a:lnTo>
                    <a:lnTo>
                      <a:pt x="21133" y="9918"/>
                    </a:lnTo>
                    <a:lnTo>
                      <a:pt x="21238" y="10002"/>
                    </a:lnTo>
                    <a:lnTo>
                      <a:pt x="21321" y="9981"/>
                    </a:lnTo>
                    <a:lnTo>
                      <a:pt x="21342" y="9876"/>
                    </a:lnTo>
                    <a:lnTo>
                      <a:pt x="21426" y="9814"/>
                    </a:lnTo>
                    <a:lnTo>
                      <a:pt x="21426" y="9918"/>
                    </a:lnTo>
                    <a:lnTo>
                      <a:pt x="21530" y="10023"/>
                    </a:lnTo>
                    <a:lnTo>
                      <a:pt x="21551" y="9981"/>
                    </a:lnTo>
                    <a:lnTo>
                      <a:pt x="21551" y="9897"/>
                    </a:lnTo>
                    <a:lnTo>
                      <a:pt x="21656" y="9897"/>
                    </a:lnTo>
                    <a:lnTo>
                      <a:pt x="21677" y="9814"/>
                    </a:lnTo>
                    <a:lnTo>
                      <a:pt x="21761" y="9814"/>
                    </a:lnTo>
                    <a:lnTo>
                      <a:pt x="21886" y="9772"/>
                    </a:lnTo>
                    <a:cubicBezTo>
                      <a:pt x="21932" y="9802"/>
                      <a:pt x="21989" y="9822"/>
                      <a:pt x="22041" y="9822"/>
                    </a:cubicBezTo>
                    <a:cubicBezTo>
                      <a:pt x="22060" y="9822"/>
                      <a:pt x="22079" y="9819"/>
                      <a:pt x="22095" y="9814"/>
                    </a:cubicBezTo>
                    <a:cubicBezTo>
                      <a:pt x="22116" y="9814"/>
                      <a:pt x="22132" y="9808"/>
                      <a:pt x="22142" y="9803"/>
                    </a:cubicBezTo>
                    <a:lnTo>
                      <a:pt x="22142" y="9803"/>
                    </a:lnTo>
                    <a:lnTo>
                      <a:pt x="22095" y="9835"/>
                    </a:lnTo>
                    <a:lnTo>
                      <a:pt x="22158" y="9918"/>
                    </a:lnTo>
                    <a:lnTo>
                      <a:pt x="22033" y="10044"/>
                    </a:lnTo>
                    <a:lnTo>
                      <a:pt x="21949" y="10002"/>
                    </a:lnTo>
                    <a:lnTo>
                      <a:pt x="21886" y="10044"/>
                    </a:lnTo>
                    <a:lnTo>
                      <a:pt x="21782" y="10044"/>
                    </a:lnTo>
                    <a:lnTo>
                      <a:pt x="21740" y="10002"/>
                    </a:lnTo>
                    <a:lnTo>
                      <a:pt x="21656" y="10002"/>
                    </a:lnTo>
                    <a:lnTo>
                      <a:pt x="21551" y="10190"/>
                    </a:lnTo>
                    <a:lnTo>
                      <a:pt x="21572" y="10316"/>
                    </a:lnTo>
                    <a:lnTo>
                      <a:pt x="21572" y="10462"/>
                    </a:lnTo>
                    <a:lnTo>
                      <a:pt x="21551" y="10316"/>
                    </a:lnTo>
                    <a:lnTo>
                      <a:pt x="21510" y="10316"/>
                    </a:lnTo>
                    <a:lnTo>
                      <a:pt x="21468" y="10232"/>
                    </a:lnTo>
                    <a:lnTo>
                      <a:pt x="21405" y="10232"/>
                    </a:lnTo>
                    <a:lnTo>
                      <a:pt x="21342" y="10337"/>
                    </a:lnTo>
                    <a:lnTo>
                      <a:pt x="21196" y="10379"/>
                    </a:lnTo>
                    <a:lnTo>
                      <a:pt x="21133" y="10400"/>
                    </a:lnTo>
                    <a:lnTo>
                      <a:pt x="21133" y="10316"/>
                    </a:lnTo>
                    <a:lnTo>
                      <a:pt x="21091" y="10316"/>
                    </a:lnTo>
                    <a:lnTo>
                      <a:pt x="21007" y="10420"/>
                    </a:lnTo>
                    <a:lnTo>
                      <a:pt x="20924" y="10441"/>
                    </a:lnTo>
                    <a:lnTo>
                      <a:pt x="20882" y="10400"/>
                    </a:lnTo>
                    <a:lnTo>
                      <a:pt x="20798" y="10400"/>
                    </a:lnTo>
                    <a:lnTo>
                      <a:pt x="20735" y="10483"/>
                    </a:lnTo>
                    <a:lnTo>
                      <a:pt x="20735" y="10504"/>
                    </a:lnTo>
                    <a:lnTo>
                      <a:pt x="20589" y="10525"/>
                    </a:lnTo>
                    <a:lnTo>
                      <a:pt x="20505" y="10588"/>
                    </a:lnTo>
                    <a:lnTo>
                      <a:pt x="20505" y="10692"/>
                    </a:lnTo>
                    <a:lnTo>
                      <a:pt x="20526" y="10797"/>
                    </a:lnTo>
                    <a:lnTo>
                      <a:pt x="20422" y="11069"/>
                    </a:lnTo>
                    <a:lnTo>
                      <a:pt x="20380" y="11278"/>
                    </a:lnTo>
                    <a:lnTo>
                      <a:pt x="20380" y="11362"/>
                    </a:lnTo>
                    <a:lnTo>
                      <a:pt x="20484" y="11446"/>
                    </a:lnTo>
                    <a:lnTo>
                      <a:pt x="20463" y="11488"/>
                    </a:lnTo>
                    <a:lnTo>
                      <a:pt x="20359" y="11529"/>
                    </a:lnTo>
                    <a:lnTo>
                      <a:pt x="20359" y="11592"/>
                    </a:lnTo>
                    <a:lnTo>
                      <a:pt x="20422" y="11697"/>
                    </a:lnTo>
                    <a:lnTo>
                      <a:pt x="20422" y="11801"/>
                    </a:lnTo>
                    <a:lnTo>
                      <a:pt x="20380" y="11864"/>
                    </a:lnTo>
                    <a:lnTo>
                      <a:pt x="20359" y="11801"/>
                    </a:lnTo>
                    <a:lnTo>
                      <a:pt x="20275" y="11864"/>
                    </a:lnTo>
                    <a:lnTo>
                      <a:pt x="20212" y="11843"/>
                    </a:lnTo>
                    <a:lnTo>
                      <a:pt x="20254" y="11760"/>
                    </a:lnTo>
                    <a:lnTo>
                      <a:pt x="20296" y="11739"/>
                    </a:lnTo>
                    <a:lnTo>
                      <a:pt x="20296" y="11634"/>
                    </a:lnTo>
                    <a:lnTo>
                      <a:pt x="20212" y="11634"/>
                    </a:lnTo>
                    <a:lnTo>
                      <a:pt x="20087" y="11864"/>
                    </a:lnTo>
                    <a:lnTo>
                      <a:pt x="20066" y="12115"/>
                    </a:lnTo>
                    <a:lnTo>
                      <a:pt x="20108" y="12408"/>
                    </a:lnTo>
                    <a:lnTo>
                      <a:pt x="20108" y="12785"/>
                    </a:lnTo>
                    <a:lnTo>
                      <a:pt x="20087" y="12408"/>
                    </a:lnTo>
                    <a:lnTo>
                      <a:pt x="20045" y="12220"/>
                    </a:lnTo>
                    <a:lnTo>
                      <a:pt x="19982" y="12178"/>
                    </a:lnTo>
                    <a:lnTo>
                      <a:pt x="20045" y="12073"/>
                    </a:lnTo>
                    <a:lnTo>
                      <a:pt x="20045" y="11990"/>
                    </a:lnTo>
                    <a:lnTo>
                      <a:pt x="19898" y="11906"/>
                    </a:lnTo>
                    <a:lnTo>
                      <a:pt x="19961" y="11780"/>
                    </a:lnTo>
                    <a:lnTo>
                      <a:pt x="19961" y="11571"/>
                    </a:lnTo>
                    <a:lnTo>
                      <a:pt x="19877" y="11446"/>
                    </a:lnTo>
                    <a:lnTo>
                      <a:pt x="19877" y="11236"/>
                    </a:lnTo>
                    <a:lnTo>
                      <a:pt x="19961" y="11111"/>
                    </a:lnTo>
                    <a:lnTo>
                      <a:pt x="20045" y="10923"/>
                    </a:lnTo>
                    <a:lnTo>
                      <a:pt x="20045" y="10755"/>
                    </a:lnTo>
                    <a:lnTo>
                      <a:pt x="20003" y="10755"/>
                    </a:lnTo>
                    <a:lnTo>
                      <a:pt x="19961" y="10839"/>
                    </a:lnTo>
                    <a:lnTo>
                      <a:pt x="19940" y="10964"/>
                    </a:lnTo>
                    <a:lnTo>
                      <a:pt x="19857" y="11048"/>
                    </a:lnTo>
                    <a:lnTo>
                      <a:pt x="19836" y="11027"/>
                    </a:lnTo>
                    <a:lnTo>
                      <a:pt x="19794" y="10902"/>
                    </a:lnTo>
                    <a:lnTo>
                      <a:pt x="19877" y="10713"/>
                    </a:lnTo>
                    <a:lnTo>
                      <a:pt x="19898" y="10609"/>
                    </a:lnTo>
                    <a:lnTo>
                      <a:pt x="19836" y="10546"/>
                    </a:lnTo>
                    <a:lnTo>
                      <a:pt x="19752" y="10630"/>
                    </a:lnTo>
                    <a:lnTo>
                      <a:pt x="19731" y="10609"/>
                    </a:lnTo>
                    <a:lnTo>
                      <a:pt x="19689" y="10546"/>
                    </a:lnTo>
                    <a:lnTo>
                      <a:pt x="19731" y="10483"/>
                    </a:lnTo>
                    <a:lnTo>
                      <a:pt x="19731" y="10337"/>
                    </a:lnTo>
                    <a:lnTo>
                      <a:pt x="19668" y="10337"/>
                    </a:lnTo>
                    <a:lnTo>
                      <a:pt x="19668" y="10295"/>
                    </a:lnTo>
                    <a:lnTo>
                      <a:pt x="19689" y="10232"/>
                    </a:lnTo>
                    <a:lnTo>
                      <a:pt x="19689" y="10127"/>
                    </a:lnTo>
                    <a:lnTo>
                      <a:pt x="19585" y="10169"/>
                    </a:lnTo>
                    <a:lnTo>
                      <a:pt x="19271" y="10274"/>
                    </a:lnTo>
                    <a:lnTo>
                      <a:pt x="19103" y="10379"/>
                    </a:lnTo>
                    <a:lnTo>
                      <a:pt x="19041" y="10337"/>
                    </a:lnTo>
                    <a:lnTo>
                      <a:pt x="19041" y="10295"/>
                    </a:lnTo>
                    <a:lnTo>
                      <a:pt x="18999" y="10295"/>
                    </a:lnTo>
                    <a:lnTo>
                      <a:pt x="18915" y="10379"/>
                    </a:lnTo>
                    <a:lnTo>
                      <a:pt x="18831" y="10379"/>
                    </a:lnTo>
                    <a:lnTo>
                      <a:pt x="18789" y="10295"/>
                    </a:lnTo>
                    <a:lnTo>
                      <a:pt x="18622" y="10420"/>
                    </a:lnTo>
                    <a:lnTo>
                      <a:pt x="18622" y="10337"/>
                    </a:lnTo>
                    <a:lnTo>
                      <a:pt x="18517" y="10295"/>
                    </a:lnTo>
                    <a:lnTo>
                      <a:pt x="18476" y="10295"/>
                    </a:lnTo>
                    <a:lnTo>
                      <a:pt x="18476" y="10337"/>
                    </a:lnTo>
                    <a:lnTo>
                      <a:pt x="18308" y="10337"/>
                    </a:lnTo>
                    <a:lnTo>
                      <a:pt x="18078" y="10232"/>
                    </a:lnTo>
                    <a:lnTo>
                      <a:pt x="17890" y="10232"/>
                    </a:lnTo>
                    <a:lnTo>
                      <a:pt x="17701" y="10127"/>
                    </a:lnTo>
                    <a:lnTo>
                      <a:pt x="17555" y="10127"/>
                    </a:lnTo>
                    <a:lnTo>
                      <a:pt x="17555" y="10023"/>
                    </a:lnTo>
                    <a:lnTo>
                      <a:pt x="17429" y="9918"/>
                    </a:lnTo>
                    <a:lnTo>
                      <a:pt x="17346" y="9981"/>
                    </a:lnTo>
                    <a:lnTo>
                      <a:pt x="17241" y="9897"/>
                    </a:lnTo>
                    <a:lnTo>
                      <a:pt x="17220" y="9772"/>
                    </a:lnTo>
                    <a:lnTo>
                      <a:pt x="17116" y="9709"/>
                    </a:lnTo>
                    <a:lnTo>
                      <a:pt x="17053" y="9667"/>
                    </a:lnTo>
                    <a:lnTo>
                      <a:pt x="17157" y="9646"/>
                    </a:lnTo>
                    <a:lnTo>
                      <a:pt x="17283" y="9646"/>
                    </a:lnTo>
                    <a:lnTo>
                      <a:pt x="17283" y="9500"/>
                    </a:lnTo>
                    <a:lnTo>
                      <a:pt x="17388" y="9437"/>
                    </a:lnTo>
                    <a:lnTo>
                      <a:pt x="17367" y="9353"/>
                    </a:lnTo>
                    <a:lnTo>
                      <a:pt x="17471" y="9353"/>
                    </a:lnTo>
                    <a:lnTo>
                      <a:pt x="17639" y="9395"/>
                    </a:lnTo>
                    <a:lnTo>
                      <a:pt x="17681" y="9374"/>
                    </a:lnTo>
                    <a:lnTo>
                      <a:pt x="17681" y="9332"/>
                    </a:lnTo>
                    <a:lnTo>
                      <a:pt x="17806" y="9332"/>
                    </a:lnTo>
                    <a:lnTo>
                      <a:pt x="18078" y="9395"/>
                    </a:lnTo>
                    <a:lnTo>
                      <a:pt x="18183" y="9291"/>
                    </a:lnTo>
                    <a:lnTo>
                      <a:pt x="18183" y="9165"/>
                    </a:lnTo>
                    <a:lnTo>
                      <a:pt x="18225" y="9060"/>
                    </a:lnTo>
                    <a:lnTo>
                      <a:pt x="18183" y="8935"/>
                    </a:lnTo>
                    <a:lnTo>
                      <a:pt x="18183" y="8809"/>
                    </a:lnTo>
                    <a:lnTo>
                      <a:pt x="18120" y="8705"/>
                    </a:lnTo>
                    <a:lnTo>
                      <a:pt x="18078" y="8537"/>
                    </a:lnTo>
                    <a:lnTo>
                      <a:pt x="17994" y="8516"/>
                    </a:lnTo>
                    <a:lnTo>
                      <a:pt x="17973" y="8433"/>
                    </a:lnTo>
                    <a:lnTo>
                      <a:pt x="17806" y="8286"/>
                    </a:lnTo>
                    <a:lnTo>
                      <a:pt x="17764" y="8286"/>
                    </a:lnTo>
                    <a:lnTo>
                      <a:pt x="17743" y="8349"/>
                    </a:lnTo>
                    <a:lnTo>
                      <a:pt x="17681" y="8349"/>
                    </a:lnTo>
                    <a:lnTo>
                      <a:pt x="17660" y="8286"/>
                    </a:lnTo>
                    <a:lnTo>
                      <a:pt x="17492" y="8203"/>
                    </a:lnTo>
                    <a:lnTo>
                      <a:pt x="17492" y="8244"/>
                    </a:lnTo>
                    <a:lnTo>
                      <a:pt x="17597" y="8328"/>
                    </a:lnTo>
                    <a:lnTo>
                      <a:pt x="17576" y="8391"/>
                    </a:lnTo>
                    <a:lnTo>
                      <a:pt x="17639" y="8454"/>
                    </a:lnTo>
                    <a:lnTo>
                      <a:pt x="17576" y="8558"/>
                    </a:lnTo>
                    <a:lnTo>
                      <a:pt x="17492" y="8454"/>
                    </a:lnTo>
                    <a:lnTo>
                      <a:pt x="17492" y="8349"/>
                    </a:lnTo>
                    <a:lnTo>
                      <a:pt x="17388" y="8349"/>
                    </a:lnTo>
                    <a:lnTo>
                      <a:pt x="17220" y="8244"/>
                    </a:lnTo>
                    <a:lnTo>
                      <a:pt x="17178" y="8182"/>
                    </a:lnTo>
                    <a:lnTo>
                      <a:pt x="17137" y="8223"/>
                    </a:lnTo>
                    <a:lnTo>
                      <a:pt x="17053" y="8182"/>
                    </a:lnTo>
                    <a:lnTo>
                      <a:pt x="17011" y="8077"/>
                    </a:lnTo>
                    <a:lnTo>
                      <a:pt x="16906" y="7993"/>
                    </a:lnTo>
                    <a:lnTo>
                      <a:pt x="16739" y="7993"/>
                    </a:lnTo>
                    <a:lnTo>
                      <a:pt x="16551" y="7805"/>
                    </a:lnTo>
                    <a:lnTo>
                      <a:pt x="16404" y="7721"/>
                    </a:lnTo>
                    <a:lnTo>
                      <a:pt x="16383" y="7617"/>
                    </a:lnTo>
                    <a:lnTo>
                      <a:pt x="15902" y="7345"/>
                    </a:lnTo>
                    <a:lnTo>
                      <a:pt x="15776" y="7135"/>
                    </a:lnTo>
                    <a:lnTo>
                      <a:pt x="15776" y="6968"/>
                    </a:lnTo>
                    <a:lnTo>
                      <a:pt x="15672" y="6717"/>
                    </a:lnTo>
                    <a:lnTo>
                      <a:pt x="15672" y="6612"/>
                    </a:lnTo>
                    <a:lnTo>
                      <a:pt x="15567" y="6612"/>
                    </a:lnTo>
                    <a:lnTo>
                      <a:pt x="15442" y="6508"/>
                    </a:lnTo>
                    <a:lnTo>
                      <a:pt x="15337" y="6508"/>
                    </a:lnTo>
                    <a:lnTo>
                      <a:pt x="15253" y="6424"/>
                    </a:lnTo>
                    <a:lnTo>
                      <a:pt x="15149" y="6403"/>
                    </a:lnTo>
                    <a:lnTo>
                      <a:pt x="15065" y="6319"/>
                    </a:lnTo>
                    <a:lnTo>
                      <a:pt x="14940" y="6361"/>
                    </a:lnTo>
                    <a:lnTo>
                      <a:pt x="14793" y="6487"/>
                    </a:lnTo>
                    <a:lnTo>
                      <a:pt x="14688" y="6696"/>
                    </a:lnTo>
                    <a:lnTo>
                      <a:pt x="14584" y="6738"/>
                    </a:lnTo>
                    <a:lnTo>
                      <a:pt x="14479" y="6801"/>
                    </a:lnTo>
                    <a:lnTo>
                      <a:pt x="14375" y="6801"/>
                    </a:lnTo>
                    <a:lnTo>
                      <a:pt x="14312" y="6738"/>
                    </a:lnTo>
                    <a:lnTo>
                      <a:pt x="14144" y="6696"/>
                    </a:lnTo>
                    <a:lnTo>
                      <a:pt x="14061" y="6633"/>
                    </a:lnTo>
                    <a:lnTo>
                      <a:pt x="14144" y="6529"/>
                    </a:lnTo>
                    <a:lnTo>
                      <a:pt x="14207" y="6466"/>
                    </a:lnTo>
                    <a:lnTo>
                      <a:pt x="14270" y="6466"/>
                    </a:lnTo>
                    <a:lnTo>
                      <a:pt x="14375" y="6361"/>
                    </a:lnTo>
                    <a:lnTo>
                      <a:pt x="14458" y="6319"/>
                    </a:lnTo>
                    <a:lnTo>
                      <a:pt x="14479" y="6257"/>
                    </a:lnTo>
                    <a:lnTo>
                      <a:pt x="14458" y="6215"/>
                    </a:lnTo>
                    <a:lnTo>
                      <a:pt x="14375" y="6236"/>
                    </a:lnTo>
                    <a:lnTo>
                      <a:pt x="14333" y="6194"/>
                    </a:lnTo>
                    <a:lnTo>
                      <a:pt x="14354" y="6110"/>
                    </a:lnTo>
                    <a:lnTo>
                      <a:pt x="14458" y="6006"/>
                    </a:lnTo>
                    <a:lnTo>
                      <a:pt x="14437" y="5943"/>
                    </a:lnTo>
                    <a:lnTo>
                      <a:pt x="14542" y="5838"/>
                    </a:lnTo>
                    <a:lnTo>
                      <a:pt x="14542" y="5754"/>
                    </a:lnTo>
                    <a:lnTo>
                      <a:pt x="14521" y="5629"/>
                    </a:lnTo>
                    <a:lnTo>
                      <a:pt x="14375" y="5650"/>
                    </a:lnTo>
                    <a:lnTo>
                      <a:pt x="14375" y="5734"/>
                    </a:lnTo>
                    <a:lnTo>
                      <a:pt x="14165" y="5880"/>
                    </a:lnTo>
                    <a:lnTo>
                      <a:pt x="14061" y="5838"/>
                    </a:lnTo>
                    <a:lnTo>
                      <a:pt x="14165" y="6047"/>
                    </a:lnTo>
                    <a:lnTo>
                      <a:pt x="14103" y="6131"/>
                    </a:lnTo>
                    <a:lnTo>
                      <a:pt x="14061" y="6026"/>
                    </a:lnTo>
                    <a:lnTo>
                      <a:pt x="13914" y="6026"/>
                    </a:lnTo>
                    <a:lnTo>
                      <a:pt x="13810" y="6131"/>
                    </a:lnTo>
                    <a:lnTo>
                      <a:pt x="13893" y="6152"/>
                    </a:lnTo>
                    <a:lnTo>
                      <a:pt x="13851" y="6298"/>
                    </a:lnTo>
                    <a:lnTo>
                      <a:pt x="13747" y="6236"/>
                    </a:lnTo>
                    <a:lnTo>
                      <a:pt x="13642" y="6319"/>
                    </a:lnTo>
                    <a:lnTo>
                      <a:pt x="13684" y="6403"/>
                    </a:lnTo>
                    <a:lnTo>
                      <a:pt x="13789" y="6403"/>
                    </a:lnTo>
                    <a:lnTo>
                      <a:pt x="13831" y="6466"/>
                    </a:lnTo>
                    <a:lnTo>
                      <a:pt x="13642" y="6570"/>
                    </a:lnTo>
                    <a:lnTo>
                      <a:pt x="13579" y="6424"/>
                    </a:lnTo>
                    <a:lnTo>
                      <a:pt x="13433" y="6361"/>
                    </a:lnTo>
                    <a:lnTo>
                      <a:pt x="13391" y="6236"/>
                    </a:lnTo>
                    <a:lnTo>
                      <a:pt x="13391" y="5713"/>
                    </a:lnTo>
                    <a:lnTo>
                      <a:pt x="13496" y="5503"/>
                    </a:lnTo>
                    <a:lnTo>
                      <a:pt x="13475" y="5148"/>
                    </a:lnTo>
                    <a:lnTo>
                      <a:pt x="13538" y="5001"/>
                    </a:lnTo>
                    <a:lnTo>
                      <a:pt x="13517" y="4562"/>
                    </a:lnTo>
                    <a:lnTo>
                      <a:pt x="13517" y="4625"/>
                    </a:lnTo>
                    <a:lnTo>
                      <a:pt x="13370" y="4687"/>
                    </a:lnTo>
                    <a:lnTo>
                      <a:pt x="13266" y="4855"/>
                    </a:lnTo>
                    <a:lnTo>
                      <a:pt x="13349" y="4938"/>
                    </a:lnTo>
                    <a:lnTo>
                      <a:pt x="13287" y="5001"/>
                    </a:lnTo>
                    <a:lnTo>
                      <a:pt x="13349" y="5148"/>
                    </a:lnTo>
                    <a:lnTo>
                      <a:pt x="13307" y="5315"/>
                    </a:lnTo>
                    <a:lnTo>
                      <a:pt x="13245" y="5294"/>
                    </a:lnTo>
                    <a:lnTo>
                      <a:pt x="13161" y="5210"/>
                    </a:lnTo>
                    <a:lnTo>
                      <a:pt x="13119" y="5294"/>
                    </a:lnTo>
                    <a:lnTo>
                      <a:pt x="13119" y="5378"/>
                    </a:lnTo>
                    <a:lnTo>
                      <a:pt x="13056" y="5315"/>
                    </a:lnTo>
                    <a:lnTo>
                      <a:pt x="12952" y="5399"/>
                    </a:lnTo>
                    <a:lnTo>
                      <a:pt x="12952" y="5482"/>
                    </a:lnTo>
                    <a:lnTo>
                      <a:pt x="12889" y="5482"/>
                    </a:lnTo>
                    <a:lnTo>
                      <a:pt x="12638" y="5608"/>
                    </a:lnTo>
                    <a:lnTo>
                      <a:pt x="12491" y="5775"/>
                    </a:lnTo>
                    <a:lnTo>
                      <a:pt x="12429" y="5692"/>
                    </a:lnTo>
                    <a:lnTo>
                      <a:pt x="12429" y="5587"/>
                    </a:lnTo>
                    <a:lnTo>
                      <a:pt x="12575" y="5524"/>
                    </a:lnTo>
                    <a:lnTo>
                      <a:pt x="12596" y="5420"/>
                    </a:lnTo>
                    <a:lnTo>
                      <a:pt x="12491" y="5420"/>
                    </a:lnTo>
                    <a:lnTo>
                      <a:pt x="12387" y="5482"/>
                    </a:lnTo>
                    <a:lnTo>
                      <a:pt x="12178" y="5482"/>
                    </a:lnTo>
                    <a:lnTo>
                      <a:pt x="12052" y="5566"/>
                    </a:lnTo>
                    <a:lnTo>
                      <a:pt x="11780" y="5566"/>
                    </a:lnTo>
                    <a:lnTo>
                      <a:pt x="11424" y="5817"/>
                    </a:lnTo>
                    <a:lnTo>
                      <a:pt x="11257" y="5880"/>
                    </a:lnTo>
                    <a:lnTo>
                      <a:pt x="11111" y="6089"/>
                    </a:lnTo>
                    <a:lnTo>
                      <a:pt x="11090" y="5985"/>
                    </a:lnTo>
                    <a:lnTo>
                      <a:pt x="11215" y="5796"/>
                    </a:lnTo>
                    <a:lnTo>
                      <a:pt x="11173" y="5713"/>
                    </a:lnTo>
                    <a:lnTo>
                      <a:pt x="10985" y="5817"/>
                    </a:lnTo>
                    <a:lnTo>
                      <a:pt x="10964" y="5775"/>
                    </a:lnTo>
                    <a:lnTo>
                      <a:pt x="10880" y="5796"/>
                    </a:lnTo>
                    <a:lnTo>
                      <a:pt x="10797" y="5838"/>
                    </a:lnTo>
                    <a:lnTo>
                      <a:pt x="10734" y="5775"/>
                    </a:lnTo>
                    <a:lnTo>
                      <a:pt x="10629" y="5796"/>
                    </a:lnTo>
                    <a:lnTo>
                      <a:pt x="10587" y="5880"/>
                    </a:lnTo>
                    <a:lnTo>
                      <a:pt x="10315" y="6047"/>
                    </a:lnTo>
                    <a:lnTo>
                      <a:pt x="10211" y="6047"/>
                    </a:lnTo>
                    <a:lnTo>
                      <a:pt x="10022" y="6110"/>
                    </a:lnTo>
                    <a:lnTo>
                      <a:pt x="9897" y="6257"/>
                    </a:lnTo>
                    <a:lnTo>
                      <a:pt x="9939" y="6361"/>
                    </a:lnTo>
                    <a:lnTo>
                      <a:pt x="9834" y="6340"/>
                    </a:lnTo>
                    <a:lnTo>
                      <a:pt x="9792" y="6403"/>
                    </a:lnTo>
                    <a:lnTo>
                      <a:pt x="9688" y="6361"/>
                    </a:lnTo>
                    <a:lnTo>
                      <a:pt x="9657" y="6408"/>
                    </a:lnTo>
                    <a:lnTo>
                      <a:pt x="9657" y="6408"/>
                    </a:lnTo>
                    <a:lnTo>
                      <a:pt x="9583" y="6319"/>
                    </a:lnTo>
                    <a:lnTo>
                      <a:pt x="9625" y="6215"/>
                    </a:lnTo>
                    <a:lnTo>
                      <a:pt x="9709" y="6215"/>
                    </a:lnTo>
                    <a:lnTo>
                      <a:pt x="9792" y="6110"/>
                    </a:lnTo>
                    <a:lnTo>
                      <a:pt x="9897" y="6026"/>
                    </a:lnTo>
                    <a:lnTo>
                      <a:pt x="9939" y="6068"/>
                    </a:lnTo>
                    <a:lnTo>
                      <a:pt x="10022" y="6026"/>
                    </a:lnTo>
                    <a:lnTo>
                      <a:pt x="10043" y="5943"/>
                    </a:lnTo>
                    <a:lnTo>
                      <a:pt x="10169" y="5838"/>
                    </a:lnTo>
                    <a:lnTo>
                      <a:pt x="10211" y="5901"/>
                    </a:lnTo>
                    <a:lnTo>
                      <a:pt x="10462" y="5796"/>
                    </a:lnTo>
                    <a:lnTo>
                      <a:pt x="10546" y="5650"/>
                    </a:lnTo>
                    <a:lnTo>
                      <a:pt x="10671" y="5608"/>
                    </a:lnTo>
                    <a:lnTo>
                      <a:pt x="10880" y="5629"/>
                    </a:lnTo>
                    <a:lnTo>
                      <a:pt x="10901" y="5587"/>
                    </a:lnTo>
                    <a:lnTo>
                      <a:pt x="11090" y="5587"/>
                    </a:lnTo>
                    <a:lnTo>
                      <a:pt x="11278" y="5503"/>
                    </a:lnTo>
                    <a:lnTo>
                      <a:pt x="11320" y="5587"/>
                    </a:lnTo>
                    <a:lnTo>
                      <a:pt x="11383" y="5587"/>
                    </a:lnTo>
                    <a:lnTo>
                      <a:pt x="11445" y="5524"/>
                    </a:lnTo>
                    <a:lnTo>
                      <a:pt x="11529" y="5524"/>
                    </a:lnTo>
                    <a:lnTo>
                      <a:pt x="11675" y="5503"/>
                    </a:lnTo>
                    <a:lnTo>
                      <a:pt x="11738" y="5399"/>
                    </a:lnTo>
                    <a:lnTo>
                      <a:pt x="11989" y="5315"/>
                    </a:lnTo>
                    <a:lnTo>
                      <a:pt x="12240" y="5231"/>
                    </a:lnTo>
                    <a:lnTo>
                      <a:pt x="12261" y="5127"/>
                    </a:lnTo>
                    <a:lnTo>
                      <a:pt x="12324" y="5127"/>
                    </a:lnTo>
                    <a:lnTo>
                      <a:pt x="12366" y="5085"/>
                    </a:lnTo>
                    <a:lnTo>
                      <a:pt x="12324" y="5022"/>
                    </a:lnTo>
                    <a:lnTo>
                      <a:pt x="12324" y="4918"/>
                    </a:lnTo>
                    <a:lnTo>
                      <a:pt x="12240" y="4876"/>
                    </a:lnTo>
                    <a:lnTo>
                      <a:pt x="12219" y="4918"/>
                    </a:lnTo>
                    <a:lnTo>
                      <a:pt x="12219" y="5001"/>
                    </a:lnTo>
                    <a:lnTo>
                      <a:pt x="12115" y="5022"/>
                    </a:lnTo>
                    <a:lnTo>
                      <a:pt x="12073" y="4980"/>
                    </a:lnTo>
                    <a:lnTo>
                      <a:pt x="12031" y="4980"/>
                    </a:lnTo>
                    <a:lnTo>
                      <a:pt x="12010" y="4938"/>
                    </a:lnTo>
                    <a:lnTo>
                      <a:pt x="11885" y="4938"/>
                    </a:lnTo>
                    <a:lnTo>
                      <a:pt x="11696" y="5001"/>
                    </a:lnTo>
                    <a:lnTo>
                      <a:pt x="11634" y="5106"/>
                    </a:lnTo>
                    <a:lnTo>
                      <a:pt x="11571" y="5169"/>
                    </a:lnTo>
                    <a:lnTo>
                      <a:pt x="11508" y="5085"/>
                    </a:lnTo>
                    <a:lnTo>
                      <a:pt x="11466" y="5085"/>
                    </a:lnTo>
                    <a:lnTo>
                      <a:pt x="11362" y="5169"/>
                    </a:lnTo>
                    <a:lnTo>
                      <a:pt x="11090" y="5252"/>
                    </a:lnTo>
                    <a:lnTo>
                      <a:pt x="10755" y="5273"/>
                    </a:lnTo>
                    <a:lnTo>
                      <a:pt x="10692" y="5210"/>
                    </a:lnTo>
                    <a:lnTo>
                      <a:pt x="10629" y="5210"/>
                    </a:lnTo>
                    <a:lnTo>
                      <a:pt x="10650" y="5273"/>
                    </a:lnTo>
                    <a:lnTo>
                      <a:pt x="10587" y="5315"/>
                    </a:lnTo>
                    <a:lnTo>
                      <a:pt x="10483" y="5294"/>
                    </a:lnTo>
                    <a:lnTo>
                      <a:pt x="10420" y="5294"/>
                    </a:lnTo>
                    <a:lnTo>
                      <a:pt x="10357" y="5420"/>
                    </a:lnTo>
                    <a:lnTo>
                      <a:pt x="10211" y="5587"/>
                    </a:lnTo>
                    <a:lnTo>
                      <a:pt x="10148" y="5524"/>
                    </a:lnTo>
                    <a:lnTo>
                      <a:pt x="10043" y="5524"/>
                    </a:lnTo>
                    <a:lnTo>
                      <a:pt x="10022" y="5503"/>
                    </a:lnTo>
                    <a:lnTo>
                      <a:pt x="9897" y="5503"/>
                    </a:lnTo>
                    <a:lnTo>
                      <a:pt x="9813" y="5566"/>
                    </a:lnTo>
                    <a:lnTo>
                      <a:pt x="9730" y="5566"/>
                    </a:lnTo>
                    <a:lnTo>
                      <a:pt x="9688" y="5629"/>
                    </a:lnTo>
                    <a:lnTo>
                      <a:pt x="9583" y="5671"/>
                    </a:lnTo>
                    <a:lnTo>
                      <a:pt x="9478" y="5734"/>
                    </a:lnTo>
                    <a:lnTo>
                      <a:pt x="9311" y="5817"/>
                    </a:lnTo>
                    <a:lnTo>
                      <a:pt x="9123" y="5880"/>
                    </a:lnTo>
                    <a:lnTo>
                      <a:pt x="9081" y="5985"/>
                    </a:lnTo>
                    <a:lnTo>
                      <a:pt x="9081" y="6152"/>
                    </a:lnTo>
                    <a:lnTo>
                      <a:pt x="9102" y="6466"/>
                    </a:lnTo>
                    <a:lnTo>
                      <a:pt x="9081" y="6633"/>
                    </a:lnTo>
                    <a:lnTo>
                      <a:pt x="9018" y="6612"/>
                    </a:lnTo>
                    <a:lnTo>
                      <a:pt x="8955" y="6654"/>
                    </a:lnTo>
                    <a:lnTo>
                      <a:pt x="8704" y="6863"/>
                    </a:lnTo>
                    <a:lnTo>
                      <a:pt x="8788" y="6759"/>
                    </a:lnTo>
                    <a:lnTo>
                      <a:pt x="8893" y="6633"/>
                    </a:lnTo>
                    <a:lnTo>
                      <a:pt x="8914" y="6550"/>
                    </a:lnTo>
                    <a:lnTo>
                      <a:pt x="8872" y="6529"/>
                    </a:lnTo>
                    <a:lnTo>
                      <a:pt x="8872" y="6445"/>
                    </a:lnTo>
                    <a:lnTo>
                      <a:pt x="8746" y="6257"/>
                    </a:lnTo>
                    <a:lnTo>
                      <a:pt x="8662" y="6257"/>
                    </a:lnTo>
                    <a:lnTo>
                      <a:pt x="8600" y="6173"/>
                    </a:lnTo>
                    <a:lnTo>
                      <a:pt x="8537" y="6152"/>
                    </a:lnTo>
                    <a:lnTo>
                      <a:pt x="8537" y="6006"/>
                    </a:lnTo>
                    <a:lnTo>
                      <a:pt x="8390" y="5817"/>
                    </a:lnTo>
                    <a:lnTo>
                      <a:pt x="8370" y="5817"/>
                    </a:lnTo>
                    <a:lnTo>
                      <a:pt x="8286" y="5796"/>
                    </a:lnTo>
                    <a:lnTo>
                      <a:pt x="8265" y="5692"/>
                    </a:lnTo>
                    <a:lnTo>
                      <a:pt x="8181" y="5629"/>
                    </a:lnTo>
                    <a:lnTo>
                      <a:pt x="8139" y="5671"/>
                    </a:lnTo>
                    <a:lnTo>
                      <a:pt x="8035" y="5587"/>
                    </a:lnTo>
                    <a:lnTo>
                      <a:pt x="7846" y="5378"/>
                    </a:lnTo>
                    <a:lnTo>
                      <a:pt x="7805" y="5190"/>
                    </a:lnTo>
                    <a:lnTo>
                      <a:pt x="7805" y="5001"/>
                    </a:lnTo>
                    <a:lnTo>
                      <a:pt x="7763" y="4980"/>
                    </a:lnTo>
                    <a:lnTo>
                      <a:pt x="7721" y="5043"/>
                    </a:lnTo>
                    <a:lnTo>
                      <a:pt x="7658" y="5001"/>
                    </a:lnTo>
                    <a:lnTo>
                      <a:pt x="7616" y="4876"/>
                    </a:lnTo>
                    <a:lnTo>
                      <a:pt x="7658" y="4750"/>
                    </a:lnTo>
                    <a:lnTo>
                      <a:pt x="7637" y="4729"/>
                    </a:lnTo>
                    <a:lnTo>
                      <a:pt x="7658" y="4646"/>
                    </a:lnTo>
                    <a:lnTo>
                      <a:pt x="7533" y="4520"/>
                    </a:lnTo>
                    <a:lnTo>
                      <a:pt x="7533" y="4415"/>
                    </a:lnTo>
                    <a:lnTo>
                      <a:pt x="7428" y="4332"/>
                    </a:lnTo>
                    <a:lnTo>
                      <a:pt x="7386" y="4332"/>
                    </a:lnTo>
                    <a:lnTo>
                      <a:pt x="7323" y="4248"/>
                    </a:lnTo>
                    <a:lnTo>
                      <a:pt x="7219" y="4164"/>
                    </a:lnTo>
                    <a:lnTo>
                      <a:pt x="7114" y="4164"/>
                    </a:lnTo>
                    <a:lnTo>
                      <a:pt x="6800" y="3934"/>
                    </a:lnTo>
                    <a:lnTo>
                      <a:pt x="6717" y="3934"/>
                    </a:lnTo>
                    <a:lnTo>
                      <a:pt x="6696" y="3850"/>
                    </a:lnTo>
                    <a:lnTo>
                      <a:pt x="0" y="16091"/>
                    </a:lnTo>
                    <a:lnTo>
                      <a:pt x="377" y="16091"/>
                    </a:lnTo>
                    <a:lnTo>
                      <a:pt x="502" y="16153"/>
                    </a:lnTo>
                    <a:lnTo>
                      <a:pt x="711" y="16007"/>
                    </a:lnTo>
                    <a:lnTo>
                      <a:pt x="1004" y="16049"/>
                    </a:lnTo>
                    <a:lnTo>
                      <a:pt x="858" y="16300"/>
                    </a:lnTo>
                    <a:lnTo>
                      <a:pt x="921" y="16446"/>
                    </a:lnTo>
                    <a:lnTo>
                      <a:pt x="1025" y="16718"/>
                    </a:lnTo>
                    <a:lnTo>
                      <a:pt x="1172" y="17388"/>
                    </a:lnTo>
                    <a:lnTo>
                      <a:pt x="1235" y="17534"/>
                    </a:lnTo>
                    <a:lnTo>
                      <a:pt x="1130" y="17702"/>
                    </a:lnTo>
                    <a:lnTo>
                      <a:pt x="1130" y="17765"/>
                    </a:lnTo>
                    <a:lnTo>
                      <a:pt x="1172" y="17765"/>
                    </a:lnTo>
                    <a:lnTo>
                      <a:pt x="1381" y="17744"/>
                    </a:lnTo>
                    <a:lnTo>
                      <a:pt x="1569" y="17723"/>
                    </a:lnTo>
                    <a:lnTo>
                      <a:pt x="1695" y="17639"/>
                    </a:lnTo>
                    <a:lnTo>
                      <a:pt x="1862" y="17409"/>
                    </a:lnTo>
                    <a:lnTo>
                      <a:pt x="1988" y="17283"/>
                    </a:lnTo>
                    <a:lnTo>
                      <a:pt x="2197" y="17200"/>
                    </a:lnTo>
                    <a:lnTo>
                      <a:pt x="2260" y="17179"/>
                    </a:lnTo>
                    <a:lnTo>
                      <a:pt x="2469" y="17116"/>
                    </a:lnTo>
                    <a:lnTo>
                      <a:pt x="2636" y="17116"/>
                    </a:lnTo>
                    <a:lnTo>
                      <a:pt x="2783" y="17221"/>
                    </a:lnTo>
                    <a:lnTo>
                      <a:pt x="2783" y="17325"/>
                    </a:lnTo>
                    <a:lnTo>
                      <a:pt x="2804" y="17409"/>
                    </a:lnTo>
                    <a:lnTo>
                      <a:pt x="2720" y="17555"/>
                    </a:lnTo>
                    <a:lnTo>
                      <a:pt x="2699" y="17639"/>
                    </a:lnTo>
                    <a:lnTo>
                      <a:pt x="2825" y="17974"/>
                    </a:lnTo>
                    <a:lnTo>
                      <a:pt x="2804" y="18078"/>
                    </a:lnTo>
                    <a:lnTo>
                      <a:pt x="2846" y="18288"/>
                    </a:lnTo>
                    <a:lnTo>
                      <a:pt x="2992" y="18455"/>
                    </a:lnTo>
                    <a:lnTo>
                      <a:pt x="3013" y="18664"/>
                    </a:lnTo>
                    <a:lnTo>
                      <a:pt x="3055" y="18748"/>
                    </a:lnTo>
                    <a:lnTo>
                      <a:pt x="3097" y="18853"/>
                    </a:lnTo>
                    <a:lnTo>
                      <a:pt x="3034" y="18957"/>
                    </a:lnTo>
                    <a:lnTo>
                      <a:pt x="3034" y="19062"/>
                    </a:lnTo>
                    <a:lnTo>
                      <a:pt x="3055" y="19146"/>
                    </a:lnTo>
                    <a:lnTo>
                      <a:pt x="3013" y="19501"/>
                    </a:lnTo>
                    <a:lnTo>
                      <a:pt x="3013" y="19920"/>
                    </a:lnTo>
                    <a:lnTo>
                      <a:pt x="3034" y="20338"/>
                    </a:lnTo>
                    <a:lnTo>
                      <a:pt x="2929" y="20380"/>
                    </a:lnTo>
                    <a:lnTo>
                      <a:pt x="2929" y="20464"/>
                    </a:lnTo>
                    <a:lnTo>
                      <a:pt x="2971" y="20464"/>
                    </a:lnTo>
                    <a:lnTo>
                      <a:pt x="3055" y="20527"/>
                    </a:lnTo>
                    <a:lnTo>
                      <a:pt x="3076" y="20568"/>
                    </a:lnTo>
                    <a:lnTo>
                      <a:pt x="3034" y="20589"/>
                    </a:lnTo>
                    <a:lnTo>
                      <a:pt x="2971" y="20652"/>
                    </a:lnTo>
                    <a:lnTo>
                      <a:pt x="3013" y="20736"/>
                    </a:lnTo>
                    <a:lnTo>
                      <a:pt x="3055" y="20778"/>
                    </a:lnTo>
                    <a:lnTo>
                      <a:pt x="3076" y="20861"/>
                    </a:lnTo>
                    <a:lnTo>
                      <a:pt x="3055" y="20903"/>
                    </a:lnTo>
                    <a:lnTo>
                      <a:pt x="3055" y="20966"/>
                    </a:lnTo>
                    <a:lnTo>
                      <a:pt x="3160" y="20966"/>
                    </a:lnTo>
                    <a:lnTo>
                      <a:pt x="3243" y="20987"/>
                    </a:lnTo>
                    <a:lnTo>
                      <a:pt x="3348" y="21154"/>
                    </a:lnTo>
                    <a:lnTo>
                      <a:pt x="3369" y="21217"/>
                    </a:lnTo>
                    <a:lnTo>
                      <a:pt x="3452" y="21280"/>
                    </a:lnTo>
                    <a:lnTo>
                      <a:pt x="3578" y="21363"/>
                    </a:lnTo>
                    <a:lnTo>
                      <a:pt x="3641" y="21468"/>
                    </a:lnTo>
                    <a:lnTo>
                      <a:pt x="3641" y="21573"/>
                    </a:lnTo>
                    <a:lnTo>
                      <a:pt x="3683" y="21594"/>
                    </a:lnTo>
                    <a:lnTo>
                      <a:pt x="3704" y="21635"/>
                    </a:lnTo>
                    <a:lnTo>
                      <a:pt x="3683" y="21698"/>
                    </a:lnTo>
                    <a:lnTo>
                      <a:pt x="3683" y="21740"/>
                    </a:lnTo>
                    <a:lnTo>
                      <a:pt x="3641" y="21782"/>
                    </a:lnTo>
                    <a:lnTo>
                      <a:pt x="3641" y="21845"/>
                    </a:lnTo>
                    <a:lnTo>
                      <a:pt x="3641" y="21887"/>
                    </a:lnTo>
                    <a:lnTo>
                      <a:pt x="3662" y="21907"/>
                    </a:lnTo>
                    <a:lnTo>
                      <a:pt x="3599" y="22033"/>
                    </a:lnTo>
                    <a:lnTo>
                      <a:pt x="3452" y="22326"/>
                    </a:lnTo>
                    <a:lnTo>
                      <a:pt x="3432" y="22514"/>
                    </a:lnTo>
                    <a:lnTo>
                      <a:pt x="3285" y="22661"/>
                    </a:lnTo>
                    <a:lnTo>
                      <a:pt x="3285" y="22744"/>
                    </a:lnTo>
                    <a:lnTo>
                      <a:pt x="3327" y="22744"/>
                    </a:lnTo>
                    <a:lnTo>
                      <a:pt x="3494" y="22535"/>
                    </a:lnTo>
                    <a:lnTo>
                      <a:pt x="3536" y="22410"/>
                    </a:lnTo>
                    <a:lnTo>
                      <a:pt x="3662" y="22305"/>
                    </a:lnTo>
                    <a:lnTo>
                      <a:pt x="3683" y="22347"/>
                    </a:lnTo>
                    <a:lnTo>
                      <a:pt x="3766" y="22368"/>
                    </a:lnTo>
                    <a:lnTo>
                      <a:pt x="3766" y="22431"/>
                    </a:lnTo>
                    <a:lnTo>
                      <a:pt x="3599" y="22514"/>
                    </a:lnTo>
                    <a:lnTo>
                      <a:pt x="3557" y="22619"/>
                    </a:lnTo>
                    <a:lnTo>
                      <a:pt x="3390" y="22786"/>
                    </a:lnTo>
                    <a:lnTo>
                      <a:pt x="3390" y="22828"/>
                    </a:lnTo>
                    <a:lnTo>
                      <a:pt x="3473" y="22828"/>
                    </a:lnTo>
                    <a:lnTo>
                      <a:pt x="3432" y="22870"/>
                    </a:lnTo>
                    <a:lnTo>
                      <a:pt x="3285" y="22849"/>
                    </a:lnTo>
                    <a:lnTo>
                      <a:pt x="3222" y="22870"/>
                    </a:lnTo>
                    <a:lnTo>
                      <a:pt x="3160" y="23037"/>
                    </a:lnTo>
                    <a:lnTo>
                      <a:pt x="3055" y="23142"/>
                    </a:lnTo>
                    <a:lnTo>
                      <a:pt x="3076" y="23268"/>
                    </a:lnTo>
                    <a:lnTo>
                      <a:pt x="3034" y="23247"/>
                    </a:lnTo>
                    <a:lnTo>
                      <a:pt x="2971" y="23184"/>
                    </a:lnTo>
                    <a:lnTo>
                      <a:pt x="2908" y="23247"/>
                    </a:lnTo>
                    <a:lnTo>
                      <a:pt x="2908" y="23393"/>
                    </a:lnTo>
                    <a:lnTo>
                      <a:pt x="3013" y="23393"/>
                    </a:lnTo>
                    <a:lnTo>
                      <a:pt x="3034" y="23477"/>
                    </a:lnTo>
                    <a:lnTo>
                      <a:pt x="2971" y="23665"/>
                    </a:lnTo>
                    <a:lnTo>
                      <a:pt x="2950" y="23937"/>
                    </a:lnTo>
                    <a:lnTo>
                      <a:pt x="3013" y="24125"/>
                    </a:lnTo>
                    <a:lnTo>
                      <a:pt x="3076" y="24293"/>
                    </a:lnTo>
                    <a:lnTo>
                      <a:pt x="3160" y="24314"/>
                    </a:lnTo>
                    <a:lnTo>
                      <a:pt x="3180" y="24230"/>
                    </a:lnTo>
                    <a:lnTo>
                      <a:pt x="3264" y="24146"/>
                    </a:lnTo>
                    <a:lnTo>
                      <a:pt x="3452" y="24104"/>
                    </a:lnTo>
                    <a:lnTo>
                      <a:pt x="3557" y="24021"/>
                    </a:lnTo>
                    <a:lnTo>
                      <a:pt x="3662" y="23895"/>
                    </a:lnTo>
                    <a:lnTo>
                      <a:pt x="3704" y="23895"/>
                    </a:lnTo>
                    <a:lnTo>
                      <a:pt x="3704" y="24021"/>
                    </a:lnTo>
                    <a:lnTo>
                      <a:pt x="3662" y="24125"/>
                    </a:lnTo>
                    <a:lnTo>
                      <a:pt x="3599" y="24146"/>
                    </a:lnTo>
                    <a:lnTo>
                      <a:pt x="3536" y="24251"/>
                    </a:lnTo>
                    <a:lnTo>
                      <a:pt x="3536" y="24314"/>
                    </a:lnTo>
                    <a:lnTo>
                      <a:pt x="3641" y="24397"/>
                    </a:lnTo>
                    <a:lnTo>
                      <a:pt x="3704" y="24460"/>
                    </a:lnTo>
                    <a:lnTo>
                      <a:pt x="3808" y="24460"/>
                    </a:lnTo>
                    <a:lnTo>
                      <a:pt x="3892" y="24502"/>
                    </a:lnTo>
                    <a:lnTo>
                      <a:pt x="3955" y="24544"/>
                    </a:lnTo>
                    <a:lnTo>
                      <a:pt x="3808" y="24502"/>
                    </a:lnTo>
                    <a:lnTo>
                      <a:pt x="3683" y="24502"/>
                    </a:lnTo>
                    <a:lnTo>
                      <a:pt x="3578" y="24439"/>
                    </a:lnTo>
                    <a:lnTo>
                      <a:pt x="3432" y="24439"/>
                    </a:lnTo>
                    <a:lnTo>
                      <a:pt x="3369" y="24523"/>
                    </a:lnTo>
                    <a:lnTo>
                      <a:pt x="3369" y="24607"/>
                    </a:lnTo>
                    <a:lnTo>
                      <a:pt x="3432" y="24669"/>
                    </a:lnTo>
                    <a:lnTo>
                      <a:pt x="3452" y="24920"/>
                    </a:lnTo>
                    <a:lnTo>
                      <a:pt x="3494" y="24983"/>
                    </a:lnTo>
                    <a:lnTo>
                      <a:pt x="3557" y="24983"/>
                    </a:lnTo>
                    <a:lnTo>
                      <a:pt x="3641" y="24941"/>
                    </a:lnTo>
                    <a:lnTo>
                      <a:pt x="3683" y="24983"/>
                    </a:lnTo>
                    <a:lnTo>
                      <a:pt x="3641" y="25046"/>
                    </a:lnTo>
                    <a:lnTo>
                      <a:pt x="3599" y="25088"/>
                    </a:lnTo>
                    <a:lnTo>
                      <a:pt x="3683" y="25151"/>
                    </a:lnTo>
                    <a:lnTo>
                      <a:pt x="3683" y="25192"/>
                    </a:lnTo>
                    <a:lnTo>
                      <a:pt x="3662" y="25255"/>
                    </a:lnTo>
                    <a:lnTo>
                      <a:pt x="3557" y="25234"/>
                    </a:lnTo>
                    <a:lnTo>
                      <a:pt x="3411" y="25276"/>
                    </a:lnTo>
                    <a:lnTo>
                      <a:pt x="3264" y="25381"/>
                    </a:lnTo>
                    <a:lnTo>
                      <a:pt x="3243" y="25423"/>
                    </a:lnTo>
                    <a:lnTo>
                      <a:pt x="3306" y="25485"/>
                    </a:lnTo>
                    <a:lnTo>
                      <a:pt x="3452" y="25423"/>
                    </a:lnTo>
                    <a:lnTo>
                      <a:pt x="3536" y="25465"/>
                    </a:lnTo>
                    <a:lnTo>
                      <a:pt x="3452" y="25485"/>
                    </a:lnTo>
                    <a:lnTo>
                      <a:pt x="3432" y="25548"/>
                    </a:lnTo>
                    <a:lnTo>
                      <a:pt x="3515" y="25632"/>
                    </a:lnTo>
                    <a:lnTo>
                      <a:pt x="3662" y="25590"/>
                    </a:lnTo>
                    <a:lnTo>
                      <a:pt x="3829" y="25465"/>
                    </a:lnTo>
                    <a:lnTo>
                      <a:pt x="3934" y="25297"/>
                    </a:lnTo>
                    <a:lnTo>
                      <a:pt x="4038" y="25297"/>
                    </a:lnTo>
                    <a:lnTo>
                      <a:pt x="4143" y="25213"/>
                    </a:lnTo>
                    <a:lnTo>
                      <a:pt x="4164" y="25109"/>
                    </a:lnTo>
                    <a:lnTo>
                      <a:pt x="4185" y="25088"/>
                    </a:lnTo>
                    <a:lnTo>
                      <a:pt x="4206" y="25172"/>
                    </a:lnTo>
                    <a:lnTo>
                      <a:pt x="4143" y="25339"/>
                    </a:lnTo>
                    <a:lnTo>
                      <a:pt x="4038" y="25402"/>
                    </a:lnTo>
                    <a:lnTo>
                      <a:pt x="3913" y="25465"/>
                    </a:lnTo>
                    <a:lnTo>
                      <a:pt x="3892" y="25548"/>
                    </a:lnTo>
                    <a:lnTo>
                      <a:pt x="3955" y="25611"/>
                    </a:lnTo>
                    <a:lnTo>
                      <a:pt x="4038" y="25590"/>
                    </a:lnTo>
                    <a:lnTo>
                      <a:pt x="4164" y="25590"/>
                    </a:lnTo>
                    <a:lnTo>
                      <a:pt x="4268" y="25611"/>
                    </a:lnTo>
                    <a:lnTo>
                      <a:pt x="4122" y="25611"/>
                    </a:lnTo>
                    <a:lnTo>
                      <a:pt x="4017" y="25674"/>
                    </a:lnTo>
                    <a:lnTo>
                      <a:pt x="4017" y="25820"/>
                    </a:lnTo>
                    <a:lnTo>
                      <a:pt x="4059" y="25967"/>
                    </a:lnTo>
                    <a:lnTo>
                      <a:pt x="4017" y="25988"/>
                    </a:lnTo>
                    <a:lnTo>
                      <a:pt x="3976" y="25904"/>
                    </a:lnTo>
                    <a:lnTo>
                      <a:pt x="3976" y="25757"/>
                    </a:lnTo>
                    <a:lnTo>
                      <a:pt x="3913" y="25674"/>
                    </a:lnTo>
                    <a:lnTo>
                      <a:pt x="3850" y="25716"/>
                    </a:lnTo>
                    <a:lnTo>
                      <a:pt x="3578" y="25904"/>
                    </a:lnTo>
                    <a:lnTo>
                      <a:pt x="3536" y="25988"/>
                    </a:lnTo>
                    <a:lnTo>
                      <a:pt x="3369" y="26071"/>
                    </a:lnTo>
                    <a:lnTo>
                      <a:pt x="3327" y="26134"/>
                    </a:lnTo>
                    <a:lnTo>
                      <a:pt x="3348" y="26218"/>
                    </a:lnTo>
                    <a:lnTo>
                      <a:pt x="3348" y="26301"/>
                    </a:lnTo>
                    <a:lnTo>
                      <a:pt x="3369" y="26322"/>
                    </a:lnTo>
                    <a:lnTo>
                      <a:pt x="3452" y="26281"/>
                    </a:lnTo>
                    <a:lnTo>
                      <a:pt x="3557" y="26218"/>
                    </a:lnTo>
                    <a:lnTo>
                      <a:pt x="3599" y="26113"/>
                    </a:lnTo>
                    <a:lnTo>
                      <a:pt x="3662" y="26134"/>
                    </a:lnTo>
                    <a:lnTo>
                      <a:pt x="3704" y="26197"/>
                    </a:lnTo>
                    <a:lnTo>
                      <a:pt x="3892" y="26218"/>
                    </a:lnTo>
                    <a:lnTo>
                      <a:pt x="3871" y="26239"/>
                    </a:lnTo>
                    <a:lnTo>
                      <a:pt x="3766" y="26218"/>
                    </a:lnTo>
                    <a:lnTo>
                      <a:pt x="3599" y="26218"/>
                    </a:lnTo>
                    <a:lnTo>
                      <a:pt x="3536" y="26281"/>
                    </a:lnTo>
                    <a:lnTo>
                      <a:pt x="3536" y="26322"/>
                    </a:lnTo>
                    <a:lnTo>
                      <a:pt x="3557" y="26385"/>
                    </a:lnTo>
                    <a:lnTo>
                      <a:pt x="3473" y="26406"/>
                    </a:lnTo>
                    <a:lnTo>
                      <a:pt x="3432" y="26385"/>
                    </a:lnTo>
                    <a:lnTo>
                      <a:pt x="3264" y="26427"/>
                    </a:lnTo>
                    <a:lnTo>
                      <a:pt x="3264" y="26490"/>
                    </a:lnTo>
                    <a:lnTo>
                      <a:pt x="3390" y="26490"/>
                    </a:lnTo>
                    <a:lnTo>
                      <a:pt x="3473" y="26532"/>
                    </a:lnTo>
                    <a:lnTo>
                      <a:pt x="3578" y="26532"/>
                    </a:lnTo>
                    <a:lnTo>
                      <a:pt x="3515" y="26594"/>
                    </a:lnTo>
                    <a:lnTo>
                      <a:pt x="3390" y="26594"/>
                    </a:lnTo>
                    <a:lnTo>
                      <a:pt x="3327" y="26532"/>
                    </a:lnTo>
                    <a:lnTo>
                      <a:pt x="3222" y="26553"/>
                    </a:lnTo>
                    <a:lnTo>
                      <a:pt x="3180" y="26657"/>
                    </a:lnTo>
                    <a:lnTo>
                      <a:pt x="3243" y="26720"/>
                    </a:lnTo>
                    <a:lnTo>
                      <a:pt x="3327" y="26720"/>
                    </a:lnTo>
                    <a:lnTo>
                      <a:pt x="3452" y="26699"/>
                    </a:lnTo>
                    <a:lnTo>
                      <a:pt x="3536" y="26741"/>
                    </a:lnTo>
                    <a:lnTo>
                      <a:pt x="3683" y="26741"/>
                    </a:lnTo>
                    <a:lnTo>
                      <a:pt x="3662" y="26804"/>
                    </a:lnTo>
                    <a:lnTo>
                      <a:pt x="3557" y="26825"/>
                    </a:lnTo>
                    <a:lnTo>
                      <a:pt x="3452" y="26804"/>
                    </a:lnTo>
                    <a:lnTo>
                      <a:pt x="3432" y="26825"/>
                    </a:lnTo>
                    <a:lnTo>
                      <a:pt x="3452" y="26845"/>
                    </a:lnTo>
                    <a:lnTo>
                      <a:pt x="3662" y="26845"/>
                    </a:lnTo>
                    <a:lnTo>
                      <a:pt x="3662" y="26908"/>
                    </a:lnTo>
                    <a:lnTo>
                      <a:pt x="3536" y="26929"/>
                    </a:lnTo>
                    <a:lnTo>
                      <a:pt x="3390" y="26908"/>
                    </a:lnTo>
                    <a:lnTo>
                      <a:pt x="3327" y="26845"/>
                    </a:lnTo>
                    <a:lnTo>
                      <a:pt x="3264" y="26908"/>
                    </a:lnTo>
                    <a:lnTo>
                      <a:pt x="3327" y="27013"/>
                    </a:lnTo>
                    <a:lnTo>
                      <a:pt x="3452" y="27076"/>
                    </a:lnTo>
                    <a:lnTo>
                      <a:pt x="3473" y="27013"/>
                    </a:lnTo>
                    <a:lnTo>
                      <a:pt x="3557" y="27013"/>
                    </a:lnTo>
                    <a:lnTo>
                      <a:pt x="3641" y="27055"/>
                    </a:lnTo>
                    <a:lnTo>
                      <a:pt x="3787" y="27034"/>
                    </a:lnTo>
                    <a:lnTo>
                      <a:pt x="3850" y="27076"/>
                    </a:lnTo>
                    <a:lnTo>
                      <a:pt x="3766" y="27117"/>
                    </a:lnTo>
                    <a:lnTo>
                      <a:pt x="3766" y="27159"/>
                    </a:lnTo>
                    <a:lnTo>
                      <a:pt x="3871" y="27159"/>
                    </a:lnTo>
                    <a:lnTo>
                      <a:pt x="3892" y="27243"/>
                    </a:lnTo>
                    <a:lnTo>
                      <a:pt x="4026" y="27276"/>
                    </a:lnTo>
                    <a:lnTo>
                      <a:pt x="3976" y="27285"/>
                    </a:lnTo>
                    <a:lnTo>
                      <a:pt x="3871" y="27285"/>
                    </a:lnTo>
                    <a:lnTo>
                      <a:pt x="3787" y="27369"/>
                    </a:lnTo>
                    <a:lnTo>
                      <a:pt x="3787" y="27431"/>
                    </a:lnTo>
                    <a:lnTo>
                      <a:pt x="3871" y="27473"/>
                    </a:lnTo>
                    <a:lnTo>
                      <a:pt x="3913" y="27431"/>
                    </a:lnTo>
                    <a:lnTo>
                      <a:pt x="3976" y="27389"/>
                    </a:lnTo>
                    <a:lnTo>
                      <a:pt x="3996" y="27452"/>
                    </a:lnTo>
                    <a:lnTo>
                      <a:pt x="4017" y="27452"/>
                    </a:lnTo>
                    <a:lnTo>
                      <a:pt x="4080" y="27369"/>
                    </a:lnTo>
                    <a:lnTo>
                      <a:pt x="4185" y="27306"/>
                    </a:lnTo>
                    <a:lnTo>
                      <a:pt x="4185" y="27369"/>
                    </a:lnTo>
                    <a:lnTo>
                      <a:pt x="4164" y="27410"/>
                    </a:lnTo>
                    <a:lnTo>
                      <a:pt x="4164" y="27473"/>
                    </a:lnTo>
                    <a:lnTo>
                      <a:pt x="4206" y="27494"/>
                    </a:lnTo>
                    <a:lnTo>
                      <a:pt x="4289" y="27557"/>
                    </a:lnTo>
                    <a:lnTo>
                      <a:pt x="4373" y="27557"/>
                    </a:lnTo>
                    <a:lnTo>
                      <a:pt x="4499" y="27369"/>
                    </a:lnTo>
                    <a:lnTo>
                      <a:pt x="4520" y="27159"/>
                    </a:lnTo>
                    <a:lnTo>
                      <a:pt x="4582" y="27055"/>
                    </a:lnTo>
                    <a:lnTo>
                      <a:pt x="4645" y="27034"/>
                    </a:lnTo>
                    <a:lnTo>
                      <a:pt x="4645" y="27097"/>
                    </a:lnTo>
                    <a:lnTo>
                      <a:pt x="4603" y="27159"/>
                    </a:lnTo>
                    <a:lnTo>
                      <a:pt x="4603" y="27306"/>
                    </a:lnTo>
                    <a:lnTo>
                      <a:pt x="4499" y="27473"/>
                    </a:lnTo>
                    <a:lnTo>
                      <a:pt x="4415" y="27557"/>
                    </a:lnTo>
                    <a:lnTo>
                      <a:pt x="4436" y="27599"/>
                    </a:lnTo>
                    <a:lnTo>
                      <a:pt x="4582" y="27599"/>
                    </a:lnTo>
                    <a:lnTo>
                      <a:pt x="4687" y="27578"/>
                    </a:lnTo>
                    <a:lnTo>
                      <a:pt x="4708" y="27599"/>
                    </a:lnTo>
                    <a:lnTo>
                      <a:pt x="4624" y="27682"/>
                    </a:lnTo>
                    <a:lnTo>
                      <a:pt x="4582" y="27808"/>
                    </a:lnTo>
                    <a:lnTo>
                      <a:pt x="4415" y="27913"/>
                    </a:lnTo>
                    <a:lnTo>
                      <a:pt x="4415" y="27975"/>
                    </a:lnTo>
                    <a:lnTo>
                      <a:pt x="4499" y="28122"/>
                    </a:lnTo>
                    <a:lnTo>
                      <a:pt x="4624" y="28185"/>
                    </a:lnTo>
                    <a:lnTo>
                      <a:pt x="4708" y="28122"/>
                    </a:lnTo>
                    <a:lnTo>
                      <a:pt x="4792" y="28122"/>
                    </a:lnTo>
                    <a:lnTo>
                      <a:pt x="4812" y="28226"/>
                    </a:lnTo>
                    <a:lnTo>
                      <a:pt x="4875" y="28331"/>
                    </a:lnTo>
                    <a:lnTo>
                      <a:pt x="4875" y="28415"/>
                    </a:lnTo>
                    <a:lnTo>
                      <a:pt x="4812" y="28415"/>
                    </a:lnTo>
                    <a:lnTo>
                      <a:pt x="4771" y="28310"/>
                    </a:lnTo>
                    <a:lnTo>
                      <a:pt x="4708" y="28310"/>
                    </a:lnTo>
                    <a:lnTo>
                      <a:pt x="4708" y="28415"/>
                    </a:lnTo>
                    <a:lnTo>
                      <a:pt x="4812" y="28561"/>
                    </a:lnTo>
                    <a:lnTo>
                      <a:pt x="4938" y="28498"/>
                    </a:lnTo>
                    <a:lnTo>
                      <a:pt x="5085" y="28436"/>
                    </a:lnTo>
                    <a:lnTo>
                      <a:pt x="5147" y="28352"/>
                    </a:lnTo>
                    <a:lnTo>
                      <a:pt x="5147" y="28352"/>
                    </a:lnTo>
                    <a:lnTo>
                      <a:pt x="5126" y="28519"/>
                    </a:lnTo>
                    <a:lnTo>
                      <a:pt x="5022" y="28750"/>
                    </a:lnTo>
                    <a:lnTo>
                      <a:pt x="5043" y="28938"/>
                    </a:lnTo>
                    <a:lnTo>
                      <a:pt x="5126" y="28959"/>
                    </a:lnTo>
                    <a:lnTo>
                      <a:pt x="20087" y="30444"/>
                    </a:lnTo>
                    <a:lnTo>
                      <a:pt x="20212" y="30507"/>
                    </a:lnTo>
                    <a:lnTo>
                      <a:pt x="20359" y="30507"/>
                    </a:lnTo>
                    <a:lnTo>
                      <a:pt x="20484" y="30612"/>
                    </a:lnTo>
                    <a:lnTo>
                      <a:pt x="20484" y="30674"/>
                    </a:lnTo>
                    <a:lnTo>
                      <a:pt x="20568" y="30737"/>
                    </a:lnTo>
                    <a:lnTo>
                      <a:pt x="20589" y="30779"/>
                    </a:lnTo>
                    <a:lnTo>
                      <a:pt x="20694" y="30821"/>
                    </a:lnTo>
                    <a:lnTo>
                      <a:pt x="20714" y="30842"/>
                    </a:lnTo>
                    <a:lnTo>
                      <a:pt x="20840" y="30884"/>
                    </a:lnTo>
                    <a:lnTo>
                      <a:pt x="20903" y="30946"/>
                    </a:lnTo>
                    <a:lnTo>
                      <a:pt x="20945" y="30946"/>
                    </a:lnTo>
                    <a:lnTo>
                      <a:pt x="21049" y="30926"/>
                    </a:lnTo>
                    <a:lnTo>
                      <a:pt x="21133" y="30946"/>
                    </a:lnTo>
                    <a:lnTo>
                      <a:pt x="21238" y="30946"/>
                    </a:lnTo>
                    <a:lnTo>
                      <a:pt x="21363" y="31051"/>
                    </a:lnTo>
                    <a:lnTo>
                      <a:pt x="21447" y="31051"/>
                    </a:lnTo>
                    <a:lnTo>
                      <a:pt x="21510" y="31198"/>
                    </a:lnTo>
                    <a:lnTo>
                      <a:pt x="21719" y="31239"/>
                    </a:lnTo>
                    <a:lnTo>
                      <a:pt x="21823" y="31260"/>
                    </a:lnTo>
                    <a:lnTo>
                      <a:pt x="21886" y="31344"/>
                    </a:lnTo>
                    <a:lnTo>
                      <a:pt x="21970" y="31407"/>
                    </a:lnTo>
                    <a:lnTo>
                      <a:pt x="22158" y="31407"/>
                    </a:lnTo>
                    <a:lnTo>
                      <a:pt x="22263" y="31344"/>
                    </a:lnTo>
                    <a:lnTo>
                      <a:pt x="22305" y="31407"/>
                    </a:lnTo>
                    <a:lnTo>
                      <a:pt x="22367" y="31511"/>
                    </a:lnTo>
                    <a:lnTo>
                      <a:pt x="22618" y="31532"/>
                    </a:lnTo>
                    <a:lnTo>
                      <a:pt x="22681" y="31574"/>
                    </a:lnTo>
                    <a:lnTo>
                      <a:pt x="22807" y="31616"/>
                    </a:lnTo>
                    <a:lnTo>
                      <a:pt x="22890" y="31658"/>
                    </a:lnTo>
                    <a:lnTo>
                      <a:pt x="25192" y="32725"/>
                    </a:lnTo>
                    <a:lnTo>
                      <a:pt x="25339" y="32913"/>
                    </a:lnTo>
                    <a:lnTo>
                      <a:pt x="25694" y="33206"/>
                    </a:lnTo>
                    <a:lnTo>
                      <a:pt x="26050" y="34985"/>
                    </a:lnTo>
                    <a:lnTo>
                      <a:pt x="26008" y="35738"/>
                    </a:lnTo>
                    <a:lnTo>
                      <a:pt x="25945" y="35864"/>
                    </a:lnTo>
                    <a:lnTo>
                      <a:pt x="25903" y="36010"/>
                    </a:lnTo>
                    <a:lnTo>
                      <a:pt x="25820" y="36136"/>
                    </a:lnTo>
                    <a:lnTo>
                      <a:pt x="25611" y="36240"/>
                    </a:lnTo>
                    <a:lnTo>
                      <a:pt x="25506" y="36366"/>
                    </a:lnTo>
                    <a:lnTo>
                      <a:pt x="25611" y="36554"/>
                    </a:lnTo>
                    <a:lnTo>
                      <a:pt x="27598" y="36031"/>
                    </a:lnTo>
                    <a:lnTo>
                      <a:pt x="27849" y="35947"/>
                    </a:lnTo>
                    <a:lnTo>
                      <a:pt x="27912" y="35654"/>
                    </a:lnTo>
                    <a:lnTo>
                      <a:pt x="28979" y="35340"/>
                    </a:lnTo>
                    <a:lnTo>
                      <a:pt x="29461" y="34985"/>
                    </a:lnTo>
                    <a:lnTo>
                      <a:pt x="29565" y="34901"/>
                    </a:lnTo>
                    <a:lnTo>
                      <a:pt x="29712" y="34880"/>
                    </a:lnTo>
                    <a:lnTo>
                      <a:pt x="29984" y="34650"/>
                    </a:lnTo>
                    <a:lnTo>
                      <a:pt x="30088" y="34545"/>
                    </a:lnTo>
                    <a:lnTo>
                      <a:pt x="30214" y="34483"/>
                    </a:lnTo>
                    <a:lnTo>
                      <a:pt x="30318" y="34378"/>
                    </a:lnTo>
                    <a:lnTo>
                      <a:pt x="30528" y="34357"/>
                    </a:lnTo>
                    <a:lnTo>
                      <a:pt x="32202" y="34378"/>
                    </a:lnTo>
                    <a:lnTo>
                      <a:pt x="32327" y="34252"/>
                    </a:lnTo>
                    <a:lnTo>
                      <a:pt x="32390" y="34252"/>
                    </a:lnTo>
                    <a:lnTo>
                      <a:pt x="32432" y="34190"/>
                    </a:lnTo>
                    <a:lnTo>
                      <a:pt x="32515" y="34190"/>
                    </a:lnTo>
                    <a:lnTo>
                      <a:pt x="32620" y="34231"/>
                    </a:lnTo>
                    <a:lnTo>
                      <a:pt x="32704" y="34169"/>
                    </a:lnTo>
                    <a:lnTo>
                      <a:pt x="32725" y="34085"/>
                    </a:lnTo>
                    <a:lnTo>
                      <a:pt x="32913" y="33876"/>
                    </a:lnTo>
                    <a:lnTo>
                      <a:pt x="32976" y="33855"/>
                    </a:lnTo>
                    <a:lnTo>
                      <a:pt x="33143" y="33667"/>
                    </a:lnTo>
                    <a:lnTo>
                      <a:pt x="33185" y="33541"/>
                    </a:lnTo>
                    <a:lnTo>
                      <a:pt x="33227" y="33415"/>
                    </a:lnTo>
                    <a:lnTo>
                      <a:pt x="33373" y="33332"/>
                    </a:lnTo>
                    <a:lnTo>
                      <a:pt x="33373" y="33227"/>
                    </a:lnTo>
                    <a:lnTo>
                      <a:pt x="33478" y="33102"/>
                    </a:lnTo>
                    <a:lnTo>
                      <a:pt x="33687" y="32871"/>
                    </a:lnTo>
                    <a:lnTo>
                      <a:pt x="33750" y="32767"/>
                    </a:lnTo>
                    <a:lnTo>
                      <a:pt x="33854" y="32662"/>
                    </a:lnTo>
                    <a:lnTo>
                      <a:pt x="33875" y="32662"/>
                    </a:lnTo>
                    <a:lnTo>
                      <a:pt x="33959" y="32704"/>
                    </a:lnTo>
                    <a:lnTo>
                      <a:pt x="34022" y="32788"/>
                    </a:lnTo>
                    <a:lnTo>
                      <a:pt x="34168" y="32767"/>
                    </a:lnTo>
                    <a:lnTo>
                      <a:pt x="34315" y="32809"/>
                    </a:lnTo>
                    <a:lnTo>
                      <a:pt x="34378" y="32767"/>
                    </a:lnTo>
                    <a:lnTo>
                      <a:pt x="34608" y="32976"/>
                    </a:lnTo>
                    <a:lnTo>
                      <a:pt x="34608" y="33143"/>
                    </a:lnTo>
                    <a:lnTo>
                      <a:pt x="34482" y="33876"/>
                    </a:lnTo>
                    <a:lnTo>
                      <a:pt x="34440" y="33959"/>
                    </a:lnTo>
                    <a:lnTo>
                      <a:pt x="34503" y="33959"/>
                    </a:lnTo>
                    <a:lnTo>
                      <a:pt x="34524" y="34043"/>
                    </a:lnTo>
                    <a:lnTo>
                      <a:pt x="34587" y="34085"/>
                    </a:lnTo>
                    <a:lnTo>
                      <a:pt x="34587" y="34190"/>
                    </a:lnTo>
                    <a:lnTo>
                      <a:pt x="34587" y="34252"/>
                    </a:lnTo>
                    <a:lnTo>
                      <a:pt x="34587" y="34294"/>
                    </a:lnTo>
                    <a:lnTo>
                      <a:pt x="34545" y="34357"/>
                    </a:lnTo>
                    <a:lnTo>
                      <a:pt x="34587" y="34378"/>
                    </a:lnTo>
                    <a:lnTo>
                      <a:pt x="34733" y="34399"/>
                    </a:lnTo>
                    <a:lnTo>
                      <a:pt x="34859" y="34378"/>
                    </a:lnTo>
                    <a:lnTo>
                      <a:pt x="34901" y="34462"/>
                    </a:lnTo>
                    <a:lnTo>
                      <a:pt x="34963" y="34483"/>
                    </a:lnTo>
                    <a:lnTo>
                      <a:pt x="35026" y="34399"/>
                    </a:lnTo>
                    <a:lnTo>
                      <a:pt x="35110" y="34462"/>
                    </a:lnTo>
                    <a:lnTo>
                      <a:pt x="35235" y="34441"/>
                    </a:lnTo>
                    <a:lnTo>
                      <a:pt x="35277" y="34336"/>
                    </a:lnTo>
                    <a:lnTo>
                      <a:pt x="35382" y="34231"/>
                    </a:lnTo>
                    <a:lnTo>
                      <a:pt x="35382" y="34231"/>
                    </a:lnTo>
                    <a:lnTo>
                      <a:pt x="35319" y="34336"/>
                    </a:lnTo>
                    <a:lnTo>
                      <a:pt x="35340" y="34336"/>
                    </a:lnTo>
                    <a:lnTo>
                      <a:pt x="35319" y="34378"/>
                    </a:lnTo>
                    <a:lnTo>
                      <a:pt x="35361" y="34399"/>
                    </a:lnTo>
                    <a:lnTo>
                      <a:pt x="35633" y="34336"/>
                    </a:lnTo>
                    <a:lnTo>
                      <a:pt x="35675" y="34252"/>
                    </a:lnTo>
                    <a:lnTo>
                      <a:pt x="35842" y="34252"/>
                    </a:lnTo>
                    <a:lnTo>
                      <a:pt x="35968" y="34127"/>
                    </a:lnTo>
                    <a:lnTo>
                      <a:pt x="36072" y="34085"/>
                    </a:lnTo>
                    <a:lnTo>
                      <a:pt x="36198" y="33918"/>
                    </a:lnTo>
                    <a:lnTo>
                      <a:pt x="36198" y="33980"/>
                    </a:lnTo>
                    <a:lnTo>
                      <a:pt x="36282" y="33939"/>
                    </a:lnTo>
                    <a:lnTo>
                      <a:pt x="36282" y="33980"/>
                    </a:lnTo>
                    <a:lnTo>
                      <a:pt x="36156" y="34127"/>
                    </a:lnTo>
                    <a:lnTo>
                      <a:pt x="36051" y="34148"/>
                    </a:lnTo>
                    <a:lnTo>
                      <a:pt x="35947" y="34294"/>
                    </a:lnTo>
                    <a:lnTo>
                      <a:pt x="36072" y="34336"/>
                    </a:lnTo>
                    <a:lnTo>
                      <a:pt x="36156" y="34231"/>
                    </a:lnTo>
                    <a:lnTo>
                      <a:pt x="36261" y="34231"/>
                    </a:lnTo>
                    <a:lnTo>
                      <a:pt x="36323" y="34273"/>
                    </a:lnTo>
                    <a:lnTo>
                      <a:pt x="36575" y="34294"/>
                    </a:lnTo>
                    <a:lnTo>
                      <a:pt x="36742" y="34294"/>
                    </a:lnTo>
                    <a:lnTo>
                      <a:pt x="36616" y="34357"/>
                    </a:lnTo>
                    <a:lnTo>
                      <a:pt x="36470" y="34378"/>
                    </a:lnTo>
                    <a:lnTo>
                      <a:pt x="36365" y="34399"/>
                    </a:lnTo>
                    <a:lnTo>
                      <a:pt x="36323" y="34483"/>
                    </a:lnTo>
                    <a:lnTo>
                      <a:pt x="36323" y="34545"/>
                    </a:lnTo>
                    <a:lnTo>
                      <a:pt x="36261" y="34483"/>
                    </a:lnTo>
                    <a:lnTo>
                      <a:pt x="36219" y="34378"/>
                    </a:lnTo>
                    <a:lnTo>
                      <a:pt x="36156" y="34357"/>
                    </a:lnTo>
                    <a:lnTo>
                      <a:pt x="35968" y="34399"/>
                    </a:lnTo>
                    <a:lnTo>
                      <a:pt x="35779" y="34545"/>
                    </a:lnTo>
                    <a:lnTo>
                      <a:pt x="35549" y="34587"/>
                    </a:lnTo>
                    <a:lnTo>
                      <a:pt x="35340" y="34713"/>
                    </a:lnTo>
                    <a:lnTo>
                      <a:pt x="35319" y="34817"/>
                    </a:lnTo>
                    <a:lnTo>
                      <a:pt x="35173" y="34922"/>
                    </a:lnTo>
                    <a:lnTo>
                      <a:pt x="35110" y="35110"/>
                    </a:lnTo>
                    <a:lnTo>
                      <a:pt x="35110" y="35236"/>
                    </a:lnTo>
                    <a:lnTo>
                      <a:pt x="35131" y="35340"/>
                    </a:lnTo>
                    <a:lnTo>
                      <a:pt x="35152" y="35445"/>
                    </a:lnTo>
                    <a:lnTo>
                      <a:pt x="35215" y="35424"/>
                    </a:lnTo>
                    <a:lnTo>
                      <a:pt x="35256" y="35445"/>
                    </a:lnTo>
                    <a:lnTo>
                      <a:pt x="35256" y="35592"/>
                    </a:lnTo>
                    <a:lnTo>
                      <a:pt x="35361" y="35654"/>
                    </a:lnTo>
                    <a:lnTo>
                      <a:pt x="35403" y="35612"/>
                    </a:lnTo>
                    <a:lnTo>
                      <a:pt x="35466" y="35654"/>
                    </a:lnTo>
                    <a:lnTo>
                      <a:pt x="35507" y="35612"/>
                    </a:lnTo>
                    <a:lnTo>
                      <a:pt x="35507" y="35508"/>
                    </a:lnTo>
                    <a:lnTo>
                      <a:pt x="35570" y="35487"/>
                    </a:lnTo>
                    <a:lnTo>
                      <a:pt x="35654" y="35487"/>
                    </a:lnTo>
                    <a:lnTo>
                      <a:pt x="35779" y="35382"/>
                    </a:lnTo>
                    <a:lnTo>
                      <a:pt x="35884" y="35340"/>
                    </a:lnTo>
                    <a:lnTo>
                      <a:pt x="36031" y="35131"/>
                    </a:lnTo>
                    <a:lnTo>
                      <a:pt x="36219" y="35006"/>
                    </a:lnTo>
                    <a:lnTo>
                      <a:pt x="36177" y="34964"/>
                    </a:lnTo>
                    <a:lnTo>
                      <a:pt x="36240" y="34817"/>
                    </a:lnTo>
                    <a:lnTo>
                      <a:pt x="36323" y="34817"/>
                    </a:lnTo>
                    <a:lnTo>
                      <a:pt x="36386" y="34755"/>
                    </a:lnTo>
                    <a:lnTo>
                      <a:pt x="36428" y="34755"/>
                    </a:lnTo>
                    <a:lnTo>
                      <a:pt x="36491" y="34880"/>
                    </a:lnTo>
                    <a:lnTo>
                      <a:pt x="36637" y="34901"/>
                    </a:lnTo>
                    <a:lnTo>
                      <a:pt x="36637" y="34859"/>
                    </a:lnTo>
                    <a:lnTo>
                      <a:pt x="36721" y="34859"/>
                    </a:lnTo>
                    <a:lnTo>
                      <a:pt x="36909" y="34755"/>
                    </a:lnTo>
                    <a:lnTo>
                      <a:pt x="37077" y="34692"/>
                    </a:lnTo>
                    <a:lnTo>
                      <a:pt x="37286" y="34650"/>
                    </a:lnTo>
                    <a:lnTo>
                      <a:pt x="37391" y="34650"/>
                    </a:lnTo>
                    <a:lnTo>
                      <a:pt x="37663" y="34483"/>
                    </a:lnTo>
                    <a:lnTo>
                      <a:pt x="37809" y="34441"/>
                    </a:lnTo>
                    <a:lnTo>
                      <a:pt x="37914" y="34441"/>
                    </a:lnTo>
                    <a:lnTo>
                      <a:pt x="37997" y="34462"/>
                    </a:lnTo>
                    <a:lnTo>
                      <a:pt x="38081" y="34399"/>
                    </a:lnTo>
                    <a:lnTo>
                      <a:pt x="38018" y="34357"/>
                    </a:lnTo>
                    <a:lnTo>
                      <a:pt x="37935" y="34357"/>
                    </a:lnTo>
                    <a:lnTo>
                      <a:pt x="37830" y="34294"/>
                    </a:lnTo>
                    <a:lnTo>
                      <a:pt x="37872" y="34294"/>
                    </a:lnTo>
                    <a:lnTo>
                      <a:pt x="37956" y="34273"/>
                    </a:lnTo>
                    <a:lnTo>
                      <a:pt x="37956" y="34231"/>
                    </a:lnTo>
                    <a:lnTo>
                      <a:pt x="37663" y="34169"/>
                    </a:lnTo>
                    <a:lnTo>
                      <a:pt x="37537" y="34148"/>
                    </a:lnTo>
                    <a:lnTo>
                      <a:pt x="37558" y="34085"/>
                    </a:lnTo>
                    <a:lnTo>
                      <a:pt x="37537" y="33980"/>
                    </a:lnTo>
                    <a:lnTo>
                      <a:pt x="37370" y="34085"/>
                    </a:lnTo>
                    <a:lnTo>
                      <a:pt x="37349" y="34148"/>
                    </a:lnTo>
                    <a:lnTo>
                      <a:pt x="37160" y="34106"/>
                    </a:lnTo>
                    <a:lnTo>
                      <a:pt x="37139" y="34064"/>
                    </a:lnTo>
                    <a:lnTo>
                      <a:pt x="36993" y="34022"/>
                    </a:lnTo>
                    <a:lnTo>
                      <a:pt x="36930" y="34043"/>
                    </a:lnTo>
                    <a:lnTo>
                      <a:pt x="36826" y="33980"/>
                    </a:lnTo>
                    <a:lnTo>
                      <a:pt x="36637" y="33980"/>
                    </a:lnTo>
                    <a:lnTo>
                      <a:pt x="36491" y="33876"/>
                    </a:lnTo>
                    <a:lnTo>
                      <a:pt x="36616" y="33834"/>
                    </a:lnTo>
                    <a:lnTo>
                      <a:pt x="36637" y="33750"/>
                    </a:lnTo>
                    <a:lnTo>
                      <a:pt x="36491" y="33750"/>
                    </a:lnTo>
                    <a:lnTo>
                      <a:pt x="36428" y="33708"/>
                    </a:lnTo>
                    <a:lnTo>
                      <a:pt x="36323" y="33708"/>
                    </a:lnTo>
                    <a:lnTo>
                      <a:pt x="36282" y="33541"/>
                    </a:lnTo>
                    <a:lnTo>
                      <a:pt x="36219" y="33499"/>
                    </a:lnTo>
                    <a:lnTo>
                      <a:pt x="36219" y="33332"/>
                    </a:lnTo>
                    <a:lnTo>
                      <a:pt x="36261" y="33227"/>
                    </a:lnTo>
                    <a:lnTo>
                      <a:pt x="36177" y="33143"/>
                    </a:lnTo>
                    <a:lnTo>
                      <a:pt x="36261" y="33039"/>
                    </a:lnTo>
                    <a:lnTo>
                      <a:pt x="36261" y="32997"/>
                    </a:lnTo>
                    <a:lnTo>
                      <a:pt x="36051" y="32997"/>
                    </a:lnTo>
                    <a:lnTo>
                      <a:pt x="36114" y="32913"/>
                    </a:lnTo>
                    <a:lnTo>
                      <a:pt x="36198" y="32913"/>
                    </a:lnTo>
                    <a:lnTo>
                      <a:pt x="36365" y="32620"/>
                    </a:lnTo>
                    <a:lnTo>
                      <a:pt x="36470" y="32558"/>
                    </a:lnTo>
                    <a:lnTo>
                      <a:pt x="36428" y="32474"/>
                    </a:lnTo>
                    <a:lnTo>
                      <a:pt x="36365" y="32474"/>
                    </a:lnTo>
                    <a:lnTo>
                      <a:pt x="36323" y="32411"/>
                    </a:lnTo>
                    <a:lnTo>
                      <a:pt x="36219" y="32411"/>
                    </a:lnTo>
                    <a:lnTo>
                      <a:pt x="36114" y="32495"/>
                    </a:lnTo>
                    <a:lnTo>
                      <a:pt x="35989" y="32558"/>
                    </a:lnTo>
                    <a:lnTo>
                      <a:pt x="35947" y="32474"/>
                    </a:lnTo>
                    <a:lnTo>
                      <a:pt x="35905" y="32369"/>
                    </a:lnTo>
                    <a:lnTo>
                      <a:pt x="35675" y="32307"/>
                    </a:lnTo>
                    <a:lnTo>
                      <a:pt x="35528" y="32286"/>
                    </a:lnTo>
                    <a:lnTo>
                      <a:pt x="35361" y="32307"/>
                    </a:lnTo>
                    <a:lnTo>
                      <a:pt x="35528" y="32244"/>
                    </a:lnTo>
                    <a:lnTo>
                      <a:pt x="35654" y="32265"/>
                    </a:lnTo>
                    <a:lnTo>
                      <a:pt x="35779" y="32244"/>
                    </a:lnTo>
                    <a:lnTo>
                      <a:pt x="35863" y="32181"/>
                    </a:lnTo>
                    <a:lnTo>
                      <a:pt x="35989" y="32244"/>
                    </a:lnTo>
                    <a:lnTo>
                      <a:pt x="36093" y="32307"/>
                    </a:lnTo>
                    <a:lnTo>
                      <a:pt x="36219" y="32307"/>
                    </a:lnTo>
                    <a:lnTo>
                      <a:pt x="36386" y="32202"/>
                    </a:lnTo>
                    <a:lnTo>
                      <a:pt x="36470" y="32202"/>
                    </a:lnTo>
                    <a:lnTo>
                      <a:pt x="36575" y="32097"/>
                    </a:lnTo>
                    <a:lnTo>
                      <a:pt x="36700" y="32076"/>
                    </a:lnTo>
                    <a:lnTo>
                      <a:pt x="36784" y="31867"/>
                    </a:lnTo>
                    <a:lnTo>
                      <a:pt x="36721" y="31825"/>
                    </a:lnTo>
                    <a:lnTo>
                      <a:pt x="36805" y="31783"/>
                    </a:lnTo>
                    <a:lnTo>
                      <a:pt x="36742" y="31721"/>
                    </a:lnTo>
                    <a:lnTo>
                      <a:pt x="36616" y="31658"/>
                    </a:lnTo>
                    <a:lnTo>
                      <a:pt x="36533" y="31658"/>
                    </a:lnTo>
                    <a:lnTo>
                      <a:pt x="36575" y="31637"/>
                    </a:lnTo>
                    <a:lnTo>
                      <a:pt x="36575" y="31616"/>
                    </a:lnTo>
                    <a:lnTo>
                      <a:pt x="36742" y="31637"/>
                    </a:lnTo>
                    <a:lnTo>
                      <a:pt x="36742" y="31574"/>
                    </a:lnTo>
                    <a:lnTo>
                      <a:pt x="36512" y="31449"/>
                    </a:lnTo>
                    <a:lnTo>
                      <a:pt x="36303" y="31365"/>
                    </a:lnTo>
                    <a:lnTo>
                      <a:pt x="35905" y="31365"/>
                    </a:lnTo>
                    <a:lnTo>
                      <a:pt x="35800" y="31428"/>
                    </a:lnTo>
                    <a:lnTo>
                      <a:pt x="35675" y="31428"/>
                    </a:lnTo>
                    <a:lnTo>
                      <a:pt x="35319" y="31553"/>
                    </a:lnTo>
                    <a:lnTo>
                      <a:pt x="35026" y="31616"/>
                    </a:lnTo>
                    <a:lnTo>
                      <a:pt x="34859" y="31679"/>
                    </a:lnTo>
                    <a:lnTo>
                      <a:pt x="34712" y="31721"/>
                    </a:lnTo>
                    <a:lnTo>
                      <a:pt x="34440" y="31867"/>
                    </a:lnTo>
                    <a:lnTo>
                      <a:pt x="34064" y="32139"/>
                    </a:lnTo>
                    <a:lnTo>
                      <a:pt x="33771" y="32390"/>
                    </a:lnTo>
                    <a:lnTo>
                      <a:pt x="33666" y="32453"/>
                    </a:lnTo>
                    <a:lnTo>
                      <a:pt x="33541" y="32579"/>
                    </a:lnTo>
                    <a:lnTo>
                      <a:pt x="33373" y="32767"/>
                    </a:lnTo>
                    <a:lnTo>
                      <a:pt x="33185" y="32892"/>
                    </a:lnTo>
                    <a:lnTo>
                      <a:pt x="32934" y="33018"/>
                    </a:lnTo>
                    <a:lnTo>
                      <a:pt x="32641" y="33143"/>
                    </a:lnTo>
                    <a:lnTo>
                      <a:pt x="32515" y="33143"/>
                    </a:lnTo>
                    <a:lnTo>
                      <a:pt x="32704" y="33102"/>
                    </a:lnTo>
                    <a:lnTo>
                      <a:pt x="33018" y="32976"/>
                    </a:lnTo>
                    <a:lnTo>
                      <a:pt x="33038" y="32892"/>
                    </a:lnTo>
                    <a:lnTo>
                      <a:pt x="33290" y="32725"/>
                    </a:lnTo>
                    <a:lnTo>
                      <a:pt x="33373" y="32599"/>
                    </a:lnTo>
                    <a:lnTo>
                      <a:pt x="33436" y="32453"/>
                    </a:lnTo>
                    <a:lnTo>
                      <a:pt x="33541" y="32411"/>
                    </a:lnTo>
                    <a:lnTo>
                      <a:pt x="33666" y="32286"/>
                    </a:lnTo>
                    <a:lnTo>
                      <a:pt x="33813" y="32202"/>
                    </a:lnTo>
                    <a:lnTo>
                      <a:pt x="33875" y="31993"/>
                    </a:lnTo>
                    <a:lnTo>
                      <a:pt x="34106" y="31888"/>
                    </a:lnTo>
                    <a:lnTo>
                      <a:pt x="34231" y="31679"/>
                    </a:lnTo>
                    <a:lnTo>
                      <a:pt x="34294" y="31658"/>
                    </a:lnTo>
                    <a:lnTo>
                      <a:pt x="34315" y="31595"/>
                    </a:lnTo>
                    <a:lnTo>
                      <a:pt x="34440" y="31532"/>
                    </a:lnTo>
                    <a:lnTo>
                      <a:pt x="34545" y="31491"/>
                    </a:lnTo>
                    <a:lnTo>
                      <a:pt x="34608" y="31386"/>
                    </a:lnTo>
                    <a:lnTo>
                      <a:pt x="34712" y="31344"/>
                    </a:lnTo>
                    <a:lnTo>
                      <a:pt x="34754" y="31386"/>
                    </a:lnTo>
                    <a:lnTo>
                      <a:pt x="34838" y="31365"/>
                    </a:lnTo>
                    <a:lnTo>
                      <a:pt x="34922" y="31239"/>
                    </a:lnTo>
                    <a:lnTo>
                      <a:pt x="35131" y="31239"/>
                    </a:lnTo>
                    <a:lnTo>
                      <a:pt x="35235" y="31177"/>
                    </a:lnTo>
                    <a:lnTo>
                      <a:pt x="35424" y="31177"/>
                    </a:lnTo>
                    <a:lnTo>
                      <a:pt x="35487" y="31072"/>
                    </a:lnTo>
                    <a:lnTo>
                      <a:pt x="35528" y="30946"/>
                    </a:lnTo>
                    <a:lnTo>
                      <a:pt x="35570" y="30905"/>
                    </a:lnTo>
                    <a:lnTo>
                      <a:pt x="35570" y="30821"/>
                    </a:lnTo>
                    <a:lnTo>
                      <a:pt x="35696" y="30758"/>
                    </a:lnTo>
                    <a:lnTo>
                      <a:pt x="35905" y="30591"/>
                    </a:lnTo>
                    <a:lnTo>
                      <a:pt x="36010" y="30549"/>
                    </a:lnTo>
                    <a:lnTo>
                      <a:pt x="36072" y="30507"/>
                    </a:lnTo>
                    <a:lnTo>
                      <a:pt x="36010" y="30444"/>
                    </a:lnTo>
                    <a:lnTo>
                      <a:pt x="36072" y="30382"/>
                    </a:lnTo>
                    <a:lnTo>
                      <a:pt x="36156" y="30319"/>
                    </a:lnTo>
                    <a:lnTo>
                      <a:pt x="36261" y="30423"/>
                    </a:lnTo>
                    <a:lnTo>
                      <a:pt x="36386" y="30486"/>
                    </a:lnTo>
                    <a:lnTo>
                      <a:pt x="36616" y="30444"/>
                    </a:lnTo>
                    <a:lnTo>
                      <a:pt x="36805" y="30528"/>
                    </a:lnTo>
                    <a:lnTo>
                      <a:pt x="36888" y="30528"/>
                    </a:lnTo>
                    <a:lnTo>
                      <a:pt x="36951" y="30549"/>
                    </a:lnTo>
                    <a:lnTo>
                      <a:pt x="37098" y="30486"/>
                    </a:lnTo>
                    <a:lnTo>
                      <a:pt x="37160" y="30549"/>
                    </a:lnTo>
                    <a:lnTo>
                      <a:pt x="37265" y="30549"/>
                    </a:lnTo>
                    <a:lnTo>
                      <a:pt x="37349" y="30507"/>
                    </a:lnTo>
                    <a:lnTo>
                      <a:pt x="37474" y="30591"/>
                    </a:lnTo>
                    <a:lnTo>
                      <a:pt x="37663" y="30612"/>
                    </a:lnTo>
                    <a:lnTo>
                      <a:pt x="37746" y="30570"/>
                    </a:lnTo>
                    <a:lnTo>
                      <a:pt x="37788" y="30570"/>
                    </a:lnTo>
                    <a:lnTo>
                      <a:pt x="37893" y="30633"/>
                    </a:lnTo>
                    <a:lnTo>
                      <a:pt x="38039" y="30674"/>
                    </a:lnTo>
                    <a:lnTo>
                      <a:pt x="38081" y="30633"/>
                    </a:lnTo>
                    <a:lnTo>
                      <a:pt x="38248" y="30716"/>
                    </a:lnTo>
                    <a:lnTo>
                      <a:pt x="38311" y="30716"/>
                    </a:lnTo>
                    <a:lnTo>
                      <a:pt x="38416" y="30674"/>
                    </a:lnTo>
                    <a:lnTo>
                      <a:pt x="38500" y="30695"/>
                    </a:lnTo>
                    <a:lnTo>
                      <a:pt x="38479" y="30737"/>
                    </a:lnTo>
                    <a:lnTo>
                      <a:pt x="38583" y="30779"/>
                    </a:lnTo>
                    <a:lnTo>
                      <a:pt x="38834" y="30695"/>
                    </a:lnTo>
                    <a:lnTo>
                      <a:pt x="38897" y="30695"/>
                    </a:lnTo>
                    <a:lnTo>
                      <a:pt x="39023" y="30633"/>
                    </a:lnTo>
                    <a:lnTo>
                      <a:pt x="39085" y="30674"/>
                    </a:lnTo>
                    <a:lnTo>
                      <a:pt x="39253" y="30674"/>
                    </a:lnTo>
                    <a:lnTo>
                      <a:pt x="39336" y="30716"/>
                    </a:lnTo>
                    <a:lnTo>
                      <a:pt x="39441" y="30674"/>
                    </a:lnTo>
                    <a:lnTo>
                      <a:pt x="39462" y="30591"/>
                    </a:lnTo>
                    <a:lnTo>
                      <a:pt x="39608" y="30591"/>
                    </a:lnTo>
                    <a:lnTo>
                      <a:pt x="39671" y="30528"/>
                    </a:lnTo>
                    <a:lnTo>
                      <a:pt x="39734" y="30570"/>
                    </a:lnTo>
                    <a:lnTo>
                      <a:pt x="39818" y="30465"/>
                    </a:lnTo>
                    <a:lnTo>
                      <a:pt x="39922" y="30402"/>
                    </a:lnTo>
                    <a:lnTo>
                      <a:pt x="39943" y="30361"/>
                    </a:lnTo>
                    <a:lnTo>
                      <a:pt x="40048" y="30382"/>
                    </a:lnTo>
                    <a:lnTo>
                      <a:pt x="40132" y="30214"/>
                    </a:lnTo>
                    <a:lnTo>
                      <a:pt x="40132" y="30110"/>
                    </a:lnTo>
                    <a:lnTo>
                      <a:pt x="40194" y="30110"/>
                    </a:lnTo>
                    <a:lnTo>
                      <a:pt x="40278" y="30047"/>
                    </a:lnTo>
                    <a:lnTo>
                      <a:pt x="40299" y="29963"/>
                    </a:lnTo>
                    <a:lnTo>
                      <a:pt x="40257" y="29942"/>
                    </a:lnTo>
                    <a:lnTo>
                      <a:pt x="40278" y="29879"/>
                    </a:lnTo>
                    <a:lnTo>
                      <a:pt x="40383" y="29879"/>
                    </a:lnTo>
                    <a:lnTo>
                      <a:pt x="40487" y="29858"/>
                    </a:lnTo>
                    <a:lnTo>
                      <a:pt x="40487" y="29775"/>
                    </a:lnTo>
                    <a:lnTo>
                      <a:pt x="40508" y="29754"/>
                    </a:lnTo>
                    <a:lnTo>
                      <a:pt x="40571" y="29838"/>
                    </a:lnTo>
                    <a:lnTo>
                      <a:pt x="40696" y="29858"/>
                    </a:lnTo>
                    <a:lnTo>
                      <a:pt x="40801" y="29775"/>
                    </a:lnTo>
                    <a:lnTo>
                      <a:pt x="40822" y="29838"/>
                    </a:lnTo>
                    <a:lnTo>
                      <a:pt x="40906" y="29838"/>
                    </a:lnTo>
                    <a:lnTo>
                      <a:pt x="40989" y="29775"/>
                    </a:lnTo>
                    <a:lnTo>
                      <a:pt x="41031" y="29838"/>
                    </a:lnTo>
                    <a:lnTo>
                      <a:pt x="41136" y="29796"/>
                    </a:lnTo>
                    <a:lnTo>
                      <a:pt x="41178" y="29754"/>
                    </a:lnTo>
                    <a:lnTo>
                      <a:pt x="41241" y="29754"/>
                    </a:lnTo>
                    <a:lnTo>
                      <a:pt x="41324" y="29649"/>
                    </a:lnTo>
                    <a:lnTo>
                      <a:pt x="41387" y="29649"/>
                    </a:lnTo>
                    <a:lnTo>
                      <a:pt x="41492" y="29545"/>
                    </a:lnTo>
                    <a:lnTo>
                      <a:pt x="41617" y="29545"/>
                    </a:lnTo>
                    <a:lnTo>
                      <a:pt x="41764" y="29440"/>
                    </a:lnTo>
                    <a:lnTo>
                      <a:pt x="41826" y="29356"/>
                    </a:lnTo>
                    <a:lnTo>
                      <a:pt x="41910" y="29356"/>
                    </a:lnTo>
                    <a:lnTo>
                      <a:pt x="41931" y="29252"/>
                    </a:lnTo>
                    <a:lnTo>
                      <a:pt x="41973" y="29147"/>
                    </a:lnTo>
                    <a:lnTo>
                      <a:pt x="41910" y="29126"/>
                    </a:lnTo>
                    <a:lnTo>
                      <a:pt x="41805" y="29147"/>
                    </a:lnTo>
                    <a:lnTo>
                      <a:pt x="41722" y="29105"/>
                    </a:lnTo>
                    <a:lnTo>
                      <a:pt x="41764" y="29105"/>
                    </a:lnTo>
                    <a:lnTo>
                      <a:pt x="41868" y="29126"/>
                    </a:lnTo>
                    <a:lnTo>
                      <a:pt x="41952" y="29105"/>
                    </a:lnTo>
                    <a:lnTo>
                      <a:pt x="41868" y="29001"/>
                    </a:lnTo>
                    <a:lnTo>
                      <a:pt x="41764" y="29001"/>
                    </a:lnTo>
                    <a:lnTo>
                      <a:pt x="41617" y="28917"/>
                    </a:lnTo>
                    <a:lnTo>
                      <a:pt x="41554" y="28812"/>
                    </a:lnTo>
                    <a:lnTo>
                      <a:pt x="41554" y="28812"/>
                    </a:lnTo>
                    <a:lnTo>
                      <a:pt x="41701" y="28896"/>
                    </a:lnTo>
                    <a:lnTo>
                      <a:pt x="41805" y="28833"/>
                    </a:lnTo>
                    <a:lnTo>
                      <a:pt x="41826" y="28729"/>
                    </a:lnTo>
                    <a:lnTo>
                      <a:pt x="41910" y="28708"/>
                    </a:lnTo>
                    <a:lnTo>
                      <a:pt x="41952" y="28603"/>
                    </a:lnTo>
                    <a:lnTo>
                      <a:pt x="41764" y="28540"/>
                    </a:lnTo>
                    <a:lnTo>
                      <a:pt x="41847" y="28478"/>
                    </a:lnTo>
                    <a:lnTo>
                      <a:pt x="41931" y="28498"/>
                    </a:lnTo>
                    <a:lnTo>
                      <a:pt x="42015" y="28415"/>
                    </a:lnTo>
                    <a:lnTo>
                      <a:pt x="41973" y="28331"/>
                    </a:lnTo>
                    <a:lnTo>
                      <a:pt x="41826" y="28268"/>
                    </a:lnTo>
                    <a:lnTo>
                      <a:pt x="41805" y="28164"/>
                    </a:lnTo>
                    <a:lnTo>
                      <a:pt x="41847" y="28122"/>
                    </a:lnTo>
                    <a:lnTo>
                      <a:pt x="41952" y="28185"/>
                    </a:lnTo>
                    <a:lnTo>
                      <a:pt x="41931" y="28101"/>
                    </a:lnTo>
                    <a:lnTo>
                      <a:pt x="41764" y="28017"/>
                    </a:lnTo>
                    <a:lnTo>
                      <a:pt x="41617" y="28017"/>
                    </a:lnTo>
                    <a:lnTo>
                      <a:pt x="41638" y="27954"/>
                    </a:lnTo>
                    <a:lnTo>
                      <a:pt x="41701" y="27913"/>
                    </a:lnTo>
                    <a:lnTo>
                      <a:pt x="41659" y="27871"/>
                    </a:lnTo>
                    <a:lnTo>
                      <a:pt x="41533" y="27871"/>
                    </a:lnTo>
                    <a:lnTo>
                      <a:pt x="41387" y="27954"/>
                    </a:lnTo>
                    <a:lnTo>
                      <a:pt x="41345" y="28059"/>
                    </a:lnTo>
                    <a:lnTo>
                      <a:pt x="41303" y="28101"/>
                    </a:lnTo>
                    <a:lnTo>
                      <a:pt x="41241" y="27996"/>
                    </a:lnTo>
                    <a:lnTo>
                      <a:pt x="41094" y="27996"/>
                    </a:lnTo>
                    <a:lnTo>
                      <a:pt x="41157" y="27913"/>
                    </a:lnTo>
                    <a:lnTo>
                      <a:pt x="41220" y="27913"/>
                    </a:lnTo>
                    <a:lnTo>
                      <a:pt x="41345" y="27808"/>
                    </a:lnTo>
                    <a:lnTo>
                      <a:pt x="41387" y="27703"/>
                    </a:lnTo>
                    <a:lnTo>
                      <a:pt x="41303" y="27536"/>
                    </a:lnTo>
                    <a:lnTo>
                      <a:pt x="41115" y="27473"/>
                    </a:lnTo>
                    <a:lnTo>
                      <a:pt x="40885" y="27494"/>
                    </a:lnTo>
                    <a:lnTo>
                      <a:pt x="40801" y="27536"/>
                    </a:lnTo>
                    <a:lnTo>
                      <a:pt x="40822" y="27557"/>
                    </a:lnTo>
                    <a:lnTo>
                      <a:pt x="40969" y="27557"/>
                    </a:lnTo>
                    <a:lnTo>
                      <a:pt x="41010" y="27578"/>
                    </a:lnTo>
                    <a:lnTo>
                      <a:pt x="40885" y="27578"/>
                    </a:lnTo>
                    <a:lnTo>
                      <a:pt x="40717" y="27557"/>
                    </a:lnTo>
                    <a:lnTo>
                      <a:pt x="40550" y="27641"/>
                    </a:lnTo>
                    <a:lnTo>
                      <a:pt x="40404" y="27661"/>
                    </a:lnTo>
                    <a:lnTo>
                      <a:pt x="40299" y="27787"/>
                    </a:lnTo>
                    <a:lnTo>
                      <a:pt x="40257" y="27892"/>
                    </a:lnTo>
                    <a:lnTo>
                      <a:pt x="40173" y="27892"/>
                    </a:lnTo>
                    <a:lnTo>
                      <a:pt x="40048" y="27996"/>
                    </a:lnTo>
                    <a:lnTo>
                      <a:pt x="39860" y="27996"/>
                    </a:lnTo>
                    <a:lnTo>
                      <a:pt x="39755" y="28205"/>
                    </a:lnTo>
                    <a:lnTo>
                      <a:pt x="39671" y="28205"/>
                    </a:lnTo>
                    <a:lnTo>
                      <a:pt x="39629" y="28268"/>
                    </a:lnTo>
                    <a:lnTo>
                      <a:pt x="39567" y="28268"/>
                    </a:lnTo>
                    <a:lnTo>
                      <a:pt x="39525" y="28185"/>
                    </a:lnTo>
                    <a:lnTo>
                      <a:pt x="39608" y="28101"/>
                    </a:lnTo>
                    <a:lnTo>
                      <a:pt x="39671" y="28122"/>
                    </a:lnTo>
                    <a:lnTo>
                      <a:pt x="39713" y="28059"/>
                    </a:lnTo>
                    <a:lnTo>
                      <a:pt x="39462" y="27871"/>
                    </a:lnTo>
                    <a:lnTo>
                      <a:pt x="39441" y="27808"/>
                    </a:lnTo>
                    <a:lnTo>
                      <a:pt x="39357" y="27787"/>
                    </a:lnTo>
                    <a:lnTo>
                      <a:pt x="39399" y="27745"/>
                    </a:lnTo>
                    <a:lnTo>
                      <a:pt x="39399" y="27641"/>
                    </a:lnTo>
                    <a:lnTo>
                      <a:pt x="39525" y="27850"/>
                    </a:lnTo>
                    <a:lnTo>
                      <a:pt x="39734" y="27975"/>
                    </a:lnTo>
                    <a:lnTo>
                      <a:pt x="39776" y="27913"/>
                    </a:lnTo>
                    <a:lnTo>
                      <a:pt x="39818" y="27808"/>
                    </a:lnTo>
                    <a:lnTo>
                      <a:pt x="39943" y="27808"/>
                    </a:lnTo>
                    <a:lnTo>
                      <a:pt x="40027" y="27745"/>
                    </a:lnTo>
                    <a:lnTo>
                      <a:pt x="40194" y="27641"/>
                    </a:lnTo>
                    <a:lnTo>
                      <a:pt x="40404" y="27578"/>
                    </a:lnTo>
                    <a:lnTo>
                      <a:pt x="40613" y="27557"/>
                    </a:lnTo>
                    <a:lnTo>
                      <a:pt x="40592" y="27494"/>
                    </a:lnTo>
                    <a:lnTo>
                      <a:pt x="40508" y="27473"/>
                    </a:lnTo>
                    <a:lnTo>
                      <a:pt x="40613" y="27473"/>
                    </a:lnTo>
                    <a:lnTo>
                      <a:pt x="40717" y="27369"/>
                    </a:lnTo>
                    <a:lnTo>
                      <a:pt x="40906" y="27285"/>
                    </a:lnTo>
                    <a:lnTo>
                      <a:pt x="40969" y="27348"/>
                    </a:lnTo>
                    <a:lnTo>
                      <a:pt x="41199" y="27285"/>
                    </a:lnTo>
                    <a:lnTo>
                      <a:pt x="41199" y="27243"/>
                    </a:lnTo>
                    <a:lnTo>
                      <a:pt x="41387" y="27222"/>
                    </a:lnTo>
                    <a:lnTo>
                      <a:pt x="41282" y="27117"/>
                    </a:lnTo>
                    <a:lnTo>
                      <a:pt x="41010" y="27034"/>
                    </a:lnTo>
                    <a:lnTo>
                      <a:pt x="41073" y="26971"/>
                    </a:lnTo>
                    <a:lnTo>
                      <a:pt x="41136" y="26971"/>
                    </a:lnTo>
                    <a:lnTo>
                      <a:pt x="41199" y="26866"/>
                    </a:lnTo>
                    <a:lnTo>
                      <a:pt x="41115" y="26845"/>
                    </a:lnTo>
                    <a:lnTo>
                      <a:pt x="40969" y="26908"/>
                    </a:lnTo>
                    <a:lnTo>
                      <a:pt x="40885" y="27013"/>
                    </a:lnTo>
                    <a:lnTo>
                      <a:pt x="40759" y="26929"/>
                    </a:lnTo>
                    <a:lnTo>
                      <a:pt x="40613" y="26950"/>
                    </a:lnTo>
                    <a:lnTo>
                      <a:pt x="40592" y="26866"/>
                    </a:lnTo>
                    <a:lnTo>
                      <a:pt x="40676" y="26845"/>
                    </a:lnTo>
                    <a:lnTo>
                      <a:pt x="40676" y="26657"/>
                    </a:lnTo>
                    <a:lnTo>
                      <a:pt x="40696" y="26615"/>
                    </a:lnTo>
                    <a:lnTo>
                      <a:pt x="40550" y="26720"/>
                    </a:lnTo>
                    <a:lnTo>
                      <a:pt x="40550" y="26657"/>
                    </a:lnTo>
                    <a:lnTo>
                      <a:pt x="40592" y="26615"/>
                    </a:lnTo>
                    <a:lnTo>
                      <a:pt x="40550" y="26594"/>
                    </a:lnTo>
                    <a:lnTo>
                      <a:pt x="40341" y="26762"/>
                    </a:lnTo>
                    <a:lnTo>
                      <a:pt x="40257" y="26845"/>
                    </a:lnTo>
                    <a:lnTo>
                      <a:pt x="40194" y="26845"/>
                    </a:lnTo>
                    <a:lnTo>
                      <a:pt x="40278" y="26762"/>
                    </a:lnTo>
                    <a:lnTo>
                      <a:pt x="40445" y="26636"/>
                    </a:lnTo>
                    <a:lnTo>
                      <a:pt x="40383" y="26594"/>
                    </a:lnTo>
                    <a:lnTo>
                      <a:pt x="40236" y="26657"/>
                    </a:lnTo>
                    <a:lnTo>
                      <a:pt x="40194" y="26636"/>
                    </a:lnTo>
                    <a:lnTo>
                      <a:pt x="40257" y="26594"/>
                    </a:lnTo>
                    <a:lnTo>
                      <a:pt x="40341" y="26532"/>
                    </a:lnTo>
                    <a:lnTo>
                      <a:pt x="40341" y="26490"/>
                    </a:lnTo>
                    <a:lnTo>
                      <a:pt x="40194" y="26511"/>
                    </a:lnTo>
                    <a:lnTo>
                      <a:pt x="40090" y="26615"/>
                    </a:lnTo>
                    <a:lnTo>
                      <a:pt x="39985" y="26741"/>
                    </a:lnTo>
                    <a:lnTo>
                      <a:pt x="39943" y="26720"/>
                    </a:lnTo>
                    <a:lnTo>
                      <a:pt x="39985" y="26615"/>
                    </a:lnTo>
                    <a:lnTo>
                      <a:pt x="40090" y="26532"/>
                    </a:lnTo>
                    <a:lnTo>
                      <a:pt x="40090" y="26490"/>
                    </a:lnTo>
                    <a:lnTo>
                      <a:pt x="40027" y="26490"/>
                    </a:lnTo>
                    <a:lnTo>
                      <a:pt x="39818" y="26699"/>
                    </a:lnTo>
                    <a:lnTo>
                      <a:pt x="39713" y="26720"/>
                    </a:lnTo>
                    <a:lnTo>
                      <a:pt x="39608" y="26636"/>
                    </a:lnTo>
                    <a:lnTo>
                      <a:pt x="39734" y="26657"/>
                    </a:lnTo>
                    <a:lnTo>
                      <a:pt x="39839" y="26594"/>
                    </a:lnTo>
                    <a:lnTo>
                      <a:pt x="40027" y="26343"/>
                    </a:lnTo>
                    <a:lnTo>
                      <a:pt x="40152" y="26281"/>
                    </a:lnTo>
                    <a:lnTo>
                      <a:pt x="40069" y="26197"/>
                    </a:lnTo>
                    <a:lnTo>
                      <a:pt x="40090" y="26092"/>
                    </a:lnTo>
                    <a:lnTo>
                      <a:pt x="40069" y="26071"/>
                    </a:lnTo>
                    <a:lnTo>
                      <a:pt x="39964" y="26218"/>
                    </a:lnTo>
                    <a:lnTo>
                      <a:pt x="39922" y="26218"/>
                    </a:lnTo>
                    <a:lnTo>
                      <a:pt x="39922" y="26176"/>
                    </a:lnTo>
                    <a:lnTo>
                      <a:pt x="39964" y="26092"/>
                    </a:lnTo>
                    <a:lnTo>
                      <a:pt x="39964" y="25925"/>
                    </a:lnTo>
                    <a:lnTo>
                      <a:pt x="39880" y="25904"/>
                    </a:lnTo>
                    <a:lnTo>
                      <a:pt x="39860" y="25883"/>
                    </a:lnTo>
                    <a:lnTo>
                      <a:pt x="39755" y="25967"/>
                    </a:lnTo>
                    <a:lnTo>
                      <a:pt x="39734" y="25904"/>
                    </a:lnTo>
                    <a:lnTo>
                      <a:pt x="39755" y="25820"/>
                    </a:lnTo>
                    <a:lnTo>
                      <a:pt x="39734" y="25799"/>
                    </a:lnTo>
                    <a:lnTo>
                      <a:pt x="39650" y="25799"/>
                    </a:lnTo>
                    <a:lnTo>
                      <a:pt x="39713" y="25757"/>
                    </a:lnTo>
                    <a:lnTo>
                      <a:pt x="39650" y="25695"/>
                    </a:lnTo>
                    <a:lnTo>
                      <a:pt x="39650" y="25611"/>
                    </a:lnTo>
                    <a:lnTo>
                      <a:pt x="39608" y="25611"/>
                    </a:lnTo>
                    <a:lnTo>
                      <a:pt x="39441" y="25653"/>
                    </a:lnTo>
                    <a:lnTo>
                      <a:pt x="39441" y="25695"/>
                    </a:lnTo>
                    <a:lnTo>
                      <a:pt x="39357" y="25716"/>
                    </a:lnTo>
                    <a:lnTo>
                      <a:pt x="39148" y="25674"/>
                    </a:lnTo>
                    <a:lnTo>
                      <a:pt x="39316" y="25674"/>
                    </a:lnTo>
                    <a:lnTo>
                      <a:pt x="39357" y="25590"/>
                    </a:lnTo>
                    <a:lnTo>
                      <a:pt x="39504" y="25569"/>
                    </a:lnTo>
                    <a:lnTo>
                      <a:pt x="39525" y="25506"/>
                    </a:lnTo>
                    <a:lnTo>
                      <a:pt x="39462" y="25444"/>
                    </a:lnTo>
                    <a:lnTo>
                      <a:pt x="39357" y="25339"/>
                    </a:lnTo>
                    <a:lnTo>
                      <a:pt x="39357" y="25234"/>
                    </a:lnTo>
                    <a:lnTo>
                      <a:pt x="39211" y="25151"/>
                    </a:lnTo>
                    <a:lnTo>
                      <a:pt x="39357" y="25151"/>
                    </a:lnTo>
                    <a:lnTo>
                      <a:pt x="39525" y="25234"/>
                    </a:lnTo>
                    <a:lnTo>
                      <a:pt x="39650" y="25234"/>
                    </a:lnTo>
                    <a:lnTo>
                      <a:pt x="39650" y="25151"/>
                    </a:lnTo>
                    <a:lnTo>
                      <a:pt x="39546" y="25088"/>
                    </a:lnTo>
                    <a:lnTo>
                      <a:pt x="39567" y="25046"/>
                    </a:lnTo>
                    <a:lnTo>
                      <a:pt x="39650" y="25067"/>
                    </a:lnTo>
                    <a:lnTo>
                      <a:pt x="39776" y="24962"/>
                    </a:lnTo>
                    <a:lnTo>
                      <a:pt x="39860" y="24920"/>
                    </a:lnTo>
                    <a:lnTo>
                      <a:pt x="39880" y="24816"/>
                    </a:lnTo>
                    <a:lnTo>
                      <a:pt x="39776" y="24711"/>
                    </a:lnTo>
                    <a:lnTo>
                      <a:pt x="39713" y="24732"/>
                    </a:lnTo>
                    <a:lnTo>
                      <a:pt x="39608" y="24711"/>
                    </a:lnTo>
                    <a:lnTo>
                      <a:pt x="39671" y="24648"/>
                    </a:lnTo>
                    <a:lnTo>
                      <a:pt x="39713" y="24565"/>
                    </a:lnTo>
                    <a:lnTo>
                      <a:pt x="39650" y="24523"/>
                    </a:lnTo>
                    <a:lnTo>
                      <a:pt x="39525" y="24523"/>
                    </a:lnTo>
                    <a:lnTo>
                      <a:pt x="39462" y="24502"/>
                    </a:lnTo>
                    <a:lnTo>
                      <a:pt x="39399" y="24523"/>
                    </a:lnTo>
                    <a:lnTo>
                      <a:pt x="39316" y="24439"/>
                    </a:lnTo>
                    <a:lnTo>
                      <a:pt x="39420" y="24439"/>
                    </a:lnTo>
                    <a:lnTo>
                      <a:pt x="39462" y="24397"/>
                    </a:lnTo>
                    <a:lnTo>
                      <a:pt x="39546" y="24418"/>
                    </a:lnTo>
                    <a:lnTo>
                      <a:pt x="39650" y="24314"/>
                    </a:lnTo>
                    <a:lnTo>
                      <a:pt x="39608" y="24125"/>
                    </a:lnTo>
                    <a:lnTo>
                      <a:pt x="39504" y="24021"/>
                    </a:lnTo>
                    <a:lnTo>
                      <a:pt x="39441" y="24104"/>
                    </a:lnTo>
                    <a:lnTo>
                      <a:pt x="39336" y="24084"/>
                    </a:lnTo>
                    <a:lnTo>
                      <a:pt x="39253" y="24146"/>
                    </a:lnTo>
                    <a:lnTo>
                      <a:pt x="39295" y="24042"/>
                    </a:lnTo>
                    <a:lnTo>
                      <a:pt x="39420" y="23979"/>
                    </a:lnTo>
                    <a:lnTo>
                      <a:pt x="39504" y="23979"/>
                    </a:lnTo>
                    <a:lnTo>
                      <a:pt x="39504" y="23874"/>
                    </a:lnTo>
                    <a:lnTo>
                      <a:pt x="39399" y="23832"/>
                    </a:lnTo>
                    <a:lnTo>
                      <a:pt x="39316" y="23874"/>
                    </a:lnTo>
                    <a:lnTo>
                      <a:pt x="39190" y="23874"/>
                    </a:lnTo>
                    <a:lnTo>
                      <a:pt x="39002" y="23937"/>
                    </a:lnTo>
                    <a:lnTo>
                      <a:pt x="39002" y="23937"/>
                    </a:lnTo>
                    <a:lnTo>
                      <a:pt x="39148" y="23728"/>
                    </a:lnTo>
                    <a:lnTo>
                      <a:pt x="39253" y="23728"/>
                    </a:lnTo>
                    <a:lnTo>
                      <a:pt x="39357" y="23686"/>
                    </a:lnTo>
                    <a:lnTo>
                      <a:pt x="39357" y="23623"/>
                    </a:lnTo>
                    <a:lnTo>
                      <a:pt x="39441" y="23560"/>
                    </a:lnTo>
                    <a:lnTo>
                      <a:pt x="39420" y="23519"/>
                    </a:lnTo>
                    <a:lnTo>
                      <a:pt x="39295" y="23581"/>
                    </a:lnTo>
                    <a:lnTo>
                      <a:pt x="39106" y="23581"/>
                    </a:lnTo>
                    <a:lnTo>
                      <a:pt x="38939" y="23665"/>
                    </a:lnTo>
                    <a:lnTo>
                      <a:pt x="38939" y="23665"/>
                    </a:lnTo>
                    <a:lnTo>
                      <a:pt x="39002" y="23581"/>
                    </a:lnTo>
                    <a:lnTo>
                      <a:pt x="38981" y="23498"/>
                    </a:lnTo>
                    <a:lnTo>
                      <a:pt x="39023" y="23414"/>
                    </a:lnTo>
                    <a:lnTo>
                      <a:pt x="39106" y="23477"/>
                    </a:lnTo>
                    <a:lnTo>
                      <a:pt x="39295" y="23477"/>
                    </a:lnTo>
                    <a:lnTo>
                      <a:pt x="39399" y="23351"/>
                    </a:lnTo>
                    <a:lnTo>
                      <a:pt x="39399" y="23205"/>
                    </a:lnTo>
                    <a:lnTo>
                      <a:pt x="39295" y="23268"/>
                    </a:lnTo>
                    <a:lnTo>
                      <a:pt x="39211" y="23247"/>
                    </a:lnTo>
                    <a:lnTo>
                      <a:pt x="39316" y="23142"/>
                    </a:lnTo>
                    <a:lnTo>
                      <a:pt x="39336" y="23037"/>
                    </a:lnTo>
                    <a:lnTo>
                      <a:pt x="39253" y="22996"/>
                    </a:lnTo>
                    <a:lnTo>
                      <a:pt x="39002" y="23079"/>
                    </a:lnTo>
                    <a:lnTo>
                      <a:pt x="38918" y="23037"/>
                    </a:lnTo>
                    <a:lnTo>
                      <a:pt x="38981" y="22954"/>
                    </a:lnTo>
                    <a:lnTo>
                      <a:pt x="39106" y="22975"/>
                    </a:lnTo>
                    <a:lnTo>
                      <a:pt x="39211" y="22954"/>
                    </a:lnTo>
                    <a:lnTo>
                      <a:pt x="39295" y="22828"/>
                    </a:lnTo>
                    <a:lnTo>
                      <a:pt x="39211" y="22765"/>
                    </a:lnTo>
                    <a:lnTo>
                      <a:pt x="39211" y="22682"/>
                    </a:lnTo>
                    <a:lnTo>
                      <a:pt x="39127" y="22765"/>
                    </a:lnTo>
                    <a:lnTo>
                      <a:pt x="39085" y="22765"/>
                    </a:lnTo>
                    <a:lnTo>
                      <a:pt x="39044" y="22682"/>
                    </a:lnTo>
                    <a:lnTo>
                      <a:pt x="38981" y="22619"/>
                    </a:lnTo>
                    <a:lnTo>
                      <a:pt x="39044" y="22577"/>
                    </a:lnTo>
                    <a:lnTo>
                      <a:pt x="39106" y="22640"/>
                    </a:lnTo>
                    <a:lnTo>
                      <a:pt x="39148" y="22577"/>
                    </a:lnTo>
                    <a:lnTo>
                      <a:pt x="39148" y="22452"/>
                    </a:lnTo>
                    <a:lnTo>
                      <a:pt x="39044" y="22347"/>
                    </a:lnTo>
                    <a:lnTo>
                      <a:pt x="39023" y="22242"/>
                    </a:lnTo>
                    <a:lnTo>
                      <a:pt x="39106" y="22200"/>
                    </a:lnTo>
                    <a:lnTo>
                      <a:pt x="39106" y="22096"/>
                    </a:lnTo>
                    <a:lnTo>
                      <a:pt x="39023" y="22096"/>
                    </a:lnTo>
                    <a:lnTo>
                      <a:pt x="39044" y="22033"/>
                    </a:lnTo>
                    <a:lnTo>
                      <a:pt x="39085" y="21928"/>
                    </a:lnTo>
                    <a:lnTo>
                      <a:pt x="39002" y="21928"/>
                    </a:lnTo>
                    <a:lnTo>
                      <a:pt x="38918" y="21907"/>
                    </a:lnTo>
                    <a:lnTo>
                      <a:pt x="38918" y="21887"/>
                    </a:lnTo>
                    <a:lnTo>
                      <a:pt x="38981" y="21887"/>
                    </a:lnTo>
                    <a:lnTo>
                      <a:pt x="39044" y="21803"/>
                    </a:lnTo>
                    <a:lnTo>
                      <a:pt x="38981" y="21740"/>
                    </a:lnTo>
                    <a:lnTo>
                      <a:pt x="38981" y="21677"/>
                    </a:lnTo>
                    <a:lnTo>
                      <a:pt x="39044" y="21615"/>
                    </a:lnTo>
                    <a:lnTo>
                      <a:pt x="39023" y="21573"/>
                    </a:lnTo>
                    <a:lnTo>
                      <a:pt x="38918" y="21615"/>
                    </a:lnTo>
                    <a:lnTo>
                      <a:pt x="38918" y="21615"/>
                    </a:lnTo>
                    <a:lnTo>
                      <a:pt x="39023" y="21531"/>
                    </a:lnTo>
                    <a:lnTo>
                      <a:pt x="38981" y="21489"/>
                    </a:lnTo>
                    <a:lnTo>
                      <a:pt x="38876" y="21510"/>
                    </a:lnTo>
                    <a:lnTo>
                      <a:pt x="38772" y="21635"/>
                    </a:lnTo>
                    <a:lnTo>
                      <a:pt x="38792" y="21719"/>
                    </a:lnTo>
                    <a:lnTo>
                      <a:pt x="38730" y="21824"/>
                    </a:lnTo>
                    <a:lnTo>
                      <a:pt x="38604" y="21949"/>
                    </a:lnTo>
                    <a:lnTo>
                      <a:pt x="38604" y="22033"/>
                    </a:lnTo>
                    <a:lnTo>
                      <a:pt x="38520" y="22096"/>
                    </a:lnTo>
                    <a:lnTo>
                      <a:pt x="38520" y="22200"/>
                    </a:lnTo>
                    <a:lnTo>
                      <a:pt x="38458" y="22117"/>
                    </a:lnTo>
                    <a:lnTo>
                      <a:pt x="38395" y="22138"/>
                    </a:lnTo>
                    <a:lnTo>
                      <a:pt x="38311" y="22326"/>
                    </a:lnTo>
                    <a:lnTo>
                      <a:pt x="38311" y="22410"/>
                    </a:lnTo>
                    <a:lnTo>
                      <a:pt x="38416" y="22410"/>
                    </a:lnTo>
                    <a:lnTo>
                      <a:pt x="38479" y="22472"/>
                    </a:lnTo>
                    <a:lnTo>
                      <a:pt x="38479" y="22556"/>
                    </a:lnTo>
                    <a:lnTo>
                      <a:pt x="38374" y="22452"/>
                    </a:lnTo>
                    <a:lnTo>
                      <a:pt x="38311" y="22452"/>
                    </a:lnTo>
                    <a:lnTo>
                      <a:pt x="38290" y="22535"/>
                    </a:lnTo>
                    <a:lnTo>
                      <a:pt x="38207" y="22640"/>
                    </a:lnTo>
                    <a:lnTo>
                      <a:pt x="38144" y="22682"/>
                    </a:lnTo>
                    <a:lnTo>
                      <a:pt x="38102" y="22849"/>
                    </a:lnTo>
                    <a:lnTo>
                      <a:pt x="37997" y="22870"/>
                    </a:lnTo>
                    <a:lnTo>
                      <a:pt x="37935" y="22975"/>
                    </a:lnTo>
                    <a:lnTo>
                      <a:pt x="37935" y="23037"/>
                    </a:lnTo>
                    <a:lnTo>
                      <a:pt x="37872" y="23037"/>
                    </a:lnTo>
                    <a:lnTo>
                      <a:pt x="37872" y="23205"/>
                    </a:lnTo>
                    <a:lnTo>
                      <a:pt x="37788" y="23393"/>
                    </a:lnTo>
                    <a:lnTo>
                      <a:pt x="37788" y="23393"/>
                    </a:lnTo>
                    <a:lnTo>
                      <a:pt x="37830" y="23268"/>
                    </a:lnTo>
                    <a:lnTo>
                      <a:pt x="37788" y="23100"/>
                    </a:lnTo>
                    <a:lnTo>
                      <a:pt x="37725" y="23037"/>
                    </a:lnTo>
                    <a:lnTo>
                      <a:pt x="37558" y="23142"/>
                    </a:lnTo>
                    <a:lnTo>
                      <a:pt x="37474" y="23247"/>
                    </a:lnTo>
                    <a:lnTo>
                      <a:pt x="37453" y="23351"/>
                    </a:lnTo>
                    <a:lnTo>
                      <a:pt x="37349" y="23372"/>
                    </a:lnTo>
                    <a:lnTo>
                      <a:pt x="37307" y="23414"/>
                    </a:lnTo>
                    <a:lnTo>
                      <a:pt x="37265" y="23372"/>
                    </a:lnTo>
                    <a:lnTo>
                      <a:pt x="37202" y="23372"/>
                    </a:lnTo>
                    <a:lnTo>
                      <a:pt x="37098" y="23456"/>
                    </a:lnTo>
                    <a:lnTo>
                      <a:pt x="36993" y="23456"/>
                    </a:lnTo>
                    <a:lnTo>
                      <a:pt x="36847" y="23560"/>
                    </a:lnTo>
                    <a:lnTo>
                      <a:pt x="36826" y="23686"/>
                    </a:lnTo>
                    <a:lnTo>
                      <a:pt x="36700" y="23832"/>
                    </a:lnTo>
                    <a:lnTo>
                      <a:pt x="36742" y="23728"/>
                    </a:lnTo>
                    <a:lnTo>
                      <a:pt x="36742" y="23623"/>
                    </a:lnTo>
                    <a:lnTo>
                      <a:pt x="36784" y="23581"/>
                    </a:lnTo>
                    <a:lnTo>
                      <a:pt x="36784" y="23351"/>
                    </a:lnTo>
                    <a:lnTo>
                      <a:pt x="36805" y="23247"/>
                    </a:lnTo>
                    <a:lnTo>
                      <a:pt x="36784" y="23247"/>
                    </a:lnTo>
                    <a:lnTo>
                      <a:pt x="36365" y="23456"/>
                    </a:lnTo>
                    <a:lnTo>
                      <a:pt x="36198" y="23770"/>
                    </a:lnTo>
                    <a:lnTo>
                      <a:pt x="36072" y="23812"/>
                    </a:lnTo>
                    <a:lnTo>
                      <a:pt x="36156" y="23707"/>
                    </a:lnTo>
                    <a:lnTo>
                      <a:pt x="36177" y="23581"/>
                    </a:lnTo>
                    <a:lnTo>
                      <a:pt x="36303" y="23393"/>
                    </a:lnTo>
                    <a:lnTo>
                      <a:pt x="36303" y="23268"/>
                    </a:lnTo>
                    <a:lnTo>
                      <a:pt x="36323" y="23142"/>
                    </a:lnTo>
                    <a:lnTo>
                      <a:pt x="36282" y="23037"/>
                    </a:lnTo>
                    <a:lnTo>
                      <a:pt x="36177" y="22933"/>
                    </a:lnTo>
                    <a:lnTo>
                      <a:pt x="36072" y="22933"/>
                    </a:lnTo>
                    <a:lnTo>
                      <a:pt x="36093" y="23058"/>
                    </a:lnTo>
                    <a:lnTo>
                      <a:pt x="36072" y="23058"/>
                    </a:lnTo>
                    <a:lnTo>
                      <a:pt x="35968" y="22975"/>
                    </a:lnTo>
                    <a:lnTo>
                      <a:pt x="35842" y="22765"/>
                    </a:lnTo>
                    <a:lnTo>
                      <a:pt x="36051" y="22870"/>
                    </a:lnTo>
                    <a:lnTo>
                      <a:pt x="36093" y="22849"/>
                    </a:lnTo>
                    <a:lnTo>
                      <a:pt x="35989" y="22807"/>
                    </a:lnTo>
                    <a:lnTo>
                      <a:pt x="35863" y="22598"/>
                    </a:lnTo>
                    <a:lnTo>
                      <a:pt x="35842" y="22577"/>
                    </a:lnTo>
                    <a:lnTo>
                      <a:pt x="35968" y="22431"/>
                    </a:lnTo>
                    <a:lnTo>
                      <a:pt x="35989" y="22347"/>
                    </a:lnTo>
                    <a:lnTo>
                      <a:pt x="36093" y="22179"/>
                    </a:lnTo>
                    <a:lnTo>
                      <a:pt x="36093" y="21970"/>
                    </a:lnTo>
                    <a:lnTo>
                      <a:pt x="35947" y="21845"/>
                    </a:lnTo>
                    <a:lnTo>
                      <a:pt x="35738" y="21803"/>
                    </a:lnTo>
                    <a:lnTo>
                      <a:pt x="35466" y="21656"/>
                    </a:lnTo>
                    <a:lnTo>
                      <a:pt x="35466" y="21656"/>
                    </a:lnTo>
                    <a:lnTo>
                      <a:pt x="35759" y="21761"/>
                    </a:lnTo>
                    <a:lnTo>
                      <a:pt x="36010" y="21803"/>
                    </a:lnTo>
                    <a:lnTo>
                      <a:pt x="36051" y="21615"/>
                    </a:lnTo>
                    <a:lnTo>
                      <a:pt x="36093" y="21531"/>
                    </a:lnTo>
                    <a:lnTo>
                      <a:pt x="36114" y="21698"/>
                    </a:lnTo>
                    <a:lnTo>
                      <a:pt x="36177" y="21594"/>
                    </a:lnTo>
                    <a:lnTo>
                      <a:pt x="36093" y="21363"/>
                    </a:lnTo>
                    <a:lnTo>
                      <a:pt x="36198" y="21196"/>
                    </a:lnTo>
                    <a:lnTo>
                      <a:pt x="36365" y="21175"/>
                    </a:lnTo>
                    <a:lnTo>
                      <a:pt x="36386" y="20987"/>
                    </a:lnTo>
                    <a:lnTo>
                      <a:pt x="36386" y="20778"/>
                    </a:lnTo>
                    <a:lnTo>
                      <a:pt x="36303" y="20778"/>
                    </a:lnTo>
                    <a:lnTo>
                      <a:pt x="36282" y="20966"/>
                    </a:lnTo>
                    <a:lnTo>
                      <a:pt x="36156" y="21071"/>
                    </a:lnTo>
                    <a:lnTo>
                      <a:pt x="36093" y="20987"/>
                    </a:lnTo>
                    <a:lnTo>
                      <a:pt x="36114" y="20778"/>
                    </a:lnTo>
                    <a:lnTo>
                      <a:pt x="35968" y="20715"/>
                    </a:lnTo>
                    <a:lnTo>
                      <a:pt x="35842" y="20778"/>
                    </a:lnTo>
                    <a:lnTo>
                      <a:pt x="35779" y="20715"/>
                    </a:lnTo>
                    <a:lnTo>
                      <a:pt x="35696" y="20757"/>
                    </a:lnTo>
                    <a:lnTo>
                      <a:pt x="35528" y="20589"/>
                    </a:lnTo>
                    <a:lnTo>
                      <a:pt x="35424" y="20652"/>
                    </a:lnTo>
                    <a:lnTo>
                      <a:pt x="35424" y="20547"/>
                    </a:lnTo>
                    <a:lnTo>
                      <a:pt x="35319" y="20652"/>
                    </a:lnTo>
                    <a:lnTo>
                      <a:pt x="35319" y="20547"/>
                    </a:lnTo>
                    <a:lnTo>
                      <a:pt x="35173" y="20401"/>
                    </a:lnTo>
                    <a:lnTo>
                      <a:pt x="35277" y="20401"/>
                    </a:lnTo>
                    <a:lnTo>
                      <a:pt x="35340" y="20296"/>
                    </a:lnTo>
                    <a:lnTo>
                      <a:pt x="35445" y="20380"/>
                    </a:lnTo>
                    <a:lnTo>
                      <a:pt x="35466" y="20296"/>
                    </a:lnTo>
                    <a:lnTo>
                      <a:pt x="35361" y="20171"/>
                    </a:lnTo>
                    <a:lnTo>
                      <a:pt x="35277" y="20255"/>
                    </a:lnTo>
                    <a:lnTo>
                      <a:pt x="35173" y="20171"/>
                    </a:lnTo>
                    <a:lnTo>
                      <a:pt x="35277" y="20150"/>
                    </a:lnTo>
                    <a:lnTo>
                      <a:pt x="35235" y="20024"/>
                    </a:lnTo>
                    <a:lnTo>
                      <a:pt x="35110" y="19920"/>
                    </a:lnTo>
                    <a:lnTo>
                      <a:pt x="35026" y="19962"/>
                    </a:lnTo>
                    <a:lnTo>
                      <a:pt x="35026" y="19878"/>
                    </a:lnTo>
                    <a:lnTo>
                      <a:pt x="35110" y="19773"/>
                    </a:lnTo>
                    <a:lnTo>
                      <a:pt x="35110" y="19606"/>
                    </a:lnTo>
                    <a:lnTo>
                      <a:pt x="35005" y="19606"/>
                    </a:lnTo>
                    <a:lnTo>
                      <a:pt x="34859" y="19501"/>
                    </a:lnTo>
                    <a:lnTo>
                      <a:pt x="34859" y="19397"/>
                    </a:lnTo>
                    <a:lnTo>
                      <a:pt x="34650" y="19229"/>
                    </a:lnTo>
                    <a:lnTo>
                      <a:pt x="34503" y="19313"/>
                    </a:lnTo>
                    <a:lnTo>
                      <a:pt x="34398" y="19313"/>
                    </a:lnTo>
                    <a:lnTo>
                      <a:pt x="34336" y="19397"/>
                    </a:lnTo>
                    <a:lnTo>
                      <a:pt x="34210" y="19334"/>
                    </a:lnTo>
                    <a:lnTo>
                      <a:pt x="34210" y="19480"/>
                    </a:lnTo>
                    <a:lnTo>
                      <a:pt x="34126" y="19376"/>
                    </a:lnTo>
                    <a:lnTo>
                      <a:pt x="34043" y="19376"/>
                    </a:lnTo>
                    <a:lnTo>
                      <a:pt x="34001" y="19292"/>
                    </a:lnTo>
                    <a:lnTo>
                      <a:pt x="33896" y="19292"/>
                    </a:lnTo>
                    <a:lnTo>
                      <a:pt x="33729" y="19397"/>
                    </a:lnTo>
                    <a:lnTo>
                      <a:pt x="33562" y="19397"/>
                    </a:lnTo>
                    <a:lnTo>
                      <a:pt x="33708" y="19334"/>
                    </a:lnTo>
                    <a:lnTo>
                      <a:pt x="33729" y="19229"/>
                    </a:lnTo>
                    <a:lnTo>
                      <a:pt x="33603" y="19229"/>
                    </a:lnTo>
                    <a:lnTo>
                      <a:pt x="33352" y="19104"/>
                    </a:lnTo>
                    <a:lnTo>
                      <a:pt x="33164" y="18999"/>
                    </a:lnTo>
                    <a:lnTo>
                      <a:pt x="32976" y="18999"/>
                    </a:lnTo>
                    <a:lnTo>
                      <a:pt x="32913" y="18957"/>
                    </a:lnTo>
                    <a:lnTo>
                      <a:pt x="32829" y="18978"/>
                    </a:lnTo>
                    <a:lnTo>
                      <a:pt x="32746" y="18978"/>
                    </a:lnTo>
                    <a:lnTo>
                      <a:pt x="32662" y="19062"/>
                    </a:lnTo>
                    <a:lnTo>
                      <a:pt x="32662" y="19125"/>
                    </a:lnTo>
                    <a:lnTo>
                      <a:pt x="32578" y="19125"/>
                    </a:lnTo>
                    <a:lnTo>
                      <a:pt x="32536" y="19104"/>
                    </a:lnTo>
                    <a:lnTo>
                      <a:pt x="32453" y="19166"/>
                    </a:lnTo>
                    <a:lnTo>
                      <a:pt x="32453" y="19313"/>
                    </a:lnTo>
                    <a:lnTo>
                      <a:pt x="32369" y="19480"/>
                    </a:lnTo>
                    <a:lnTo>
                      <a:pt x="32369" y="19690"/>
                    </a:lnTo>
                    <a:lnTo>
                      <a:pt x="32453" y="19794"/>
                    </a:lnTo>
                    <a:lnTo>
                      <a:pt x="32515" y="19794"/>
                    </a:lnTo>
                    <a:lnTo>
                      <a:pt x="32515" y="19836"/>
                    </a:lnTo>
                    <a:lnTo>
                      <a:pt x="32557" y="19857"/>
                    </a:lnTo>
                    <a:lnTo>
                      <a:pt x="32557" y="20003"/>
                    </a:lnTo>
                    <a:lnTo>
                      <a:pt x="32515" y="20045"/>
                    </a:lnTo>
                    <a:lnTo>
                      <a:pt x="32432" y="20045"/>
                    </a:lnTo>
                    <a:lnTo>
                      <a:pt x="32411" y="20171"/>
                    </a:lnTo>
                    <a:lnTo>
                      <a:pt x="32243" y="20380"/>
                    </a:lnTo>
                    <a:lnTo>
                      <a:pt x="32013" y="20568"/>
                    </a:lnTo>
                    <a:lnTo>
                      <a:pt x="32013" y="20652"/>
                    </a:lnTo>
                    <a:lnTo>
                      <a:pt x="32055" y="20673"/>
                    </a:lnTo>
                    <a:lnTo>
                      <a:pt x="32243" y="20652"/>
                    </a:lnTo>
                    <a:lnTo>
                      <a:pt x="32327" y="20652"/>
                    </a:lnTo>
                    <a:lnTo>
                      <a:pt x="32243" y="20694"/>
                    </a:lnTo>
                    <a:lnTo>
                      <a:pt x="32202" y="20861"/>
                    </a:lnTo>
                    <a:lnTo>
                      <a:pt x="32202" y="20903"/>
                    </a:lnTo>
                    <a:lnTo>
                      <a:pt x="32327" y="20945"/>
                    </a:lnTo>
                    <a:lnTo>
                      <a:pt x="32222" y="20966"/>
                    </a:lnTo>
                    <a:lnTo>
                      <a:pt x="32139" y="21050"/>
                    </a:lnTo>
                    <a:lnTo>
                      <a:pt x="32160" y="21112"/>
                    </a:lnTo>
                    <a:lnTo>
                      <a:pt x="32222" y="21175"/>
                    </a:lnTo>
                    <a:lnTo>
                      <a:pt x="32118" y="21301"/>
                    </a:lnTo>
                    <a:lnTo>
                      <a:pt x="32118" y="21363"/>
                    </a:lnTo>
                    <a:lnTo>
                      <a:pt x="32264" y="21363"/>
                    </a:lnTo>
                    <a:lnTo>
                      <a:pt x="32306" y="21426"/>
                    </a:lnTo>
                    <a:lnTo>
                      <a:pt x="32160" y="21635"/>
                    </a:lnTo>
                    <a:lnTo>
                      <a:pt x="32034" y="21698"/>
                    </a:lnTo>
                    <a:lnTo>
                      <a:pt x="32034" y="21824"/>
                    </a:lnTo>
                    <a:lnTo>
                      <a:pt x="32097" y="21887"/>
                    </a:lnTo>
                    <a:lnTo>
                      <a:pt x="32013" y="21845"/>
                    </a:lnTo>
                    <a:lnTo>
                      <a:pt x="31930" y="21719"/>
                    </a:lnTo>
                    <a:lnTo>
                      <a:pt x="31888" y="21719"/>
                    </a:lnTo>
                    <a:lnTo>
                      <a:pt x="31741" y="21887"/>
                    </a:lnTo>
                    <a:lnTo>
                      <a:pt x="31741" y="21928"/>
                    </a:lnTo>
                    <a:lnTo>
                      <a:pt x="31804" y="21949"/>
                    </a:lnTo>
                    <a:lnTo>
                      <a:pt x="31804" y="22033"/>
                    </a:lnTo>
                    <a:lnTo>
                      <a:pt x="31720" y="22117"/>
                    </a:lnTo>
                    <a:lnTo>
                      <a:pt x="31616" y="22117"/>
                    </a:lnTo>
                    <a:lnTo>
                      <a:pt x="31302" y="22431"/>
                    </a:lnTo>
                    <a:lnTo>
                      <a:pt x="31197" y="22472"/>
                    </a:lnTo>
                    <a:lnTo>
                      <a:pt x="31113" y="22724"/>
                    </a:lnTo>
                    <a:lnTo>
                      <a:pt x="31155" y="22786"/>
                    </a:lnTo>
                    <a:lnTo>
                      <a:pt x="31260" y="22828"/>
                    </a:lnTo>
                    <a:lnTo>
                      <a:pt x="31281" y="22954"/>
                    </a:lnTo>
                    <a:lnTo>
                      <a:pt x="31406" y="23037"/>
                    </a:lnTo>
                    <a:lnTo>
                      <a:pt x="31595" y="23288"/>
                    </a:lnTo>
                    <a:lnTo>
                      <a:pt x="31616" y="23602"/>
                    </a:lnTo>
                    <a:lnTo>
                      <a:pt x="31595" y="23937"/>
                    </a:lnTo>
                    <a:lnTo>
                      <a:pt x="31678" y="24125"/>
                    </a:lnTo>
                    <a:lnTo>
                      <a:pt x="31637" y="24251"/>
                    </a:lnTo>
                    <a:lnTo>
                      <a:pt x="31637" y="24460"/>
                    </a:lnTo>
                    <a:lnTo>
                      <a:pt x="31595" y="24523"/>
                    </a:lnTo>
                    <a:lnTo>
                      <a:pt x="31490" y="24816"/>
                    </a:lnTo>
                    <a:lnTo>
                      <a:pt x="31427" y="24962"/>
                    </a:lnTo>
                    <a:lnTo>
                      <a:pt x="31490" y="24962"/>
                    </a:lnTo>
                    <a:lnTo>
                      <a:pt x="31511" y="24858"/>
                    </a:lnTo>
                    <a:lnTo>
                      <a:pt x="31595" y="24816"/>
                    </a:lnTo>
                    <a:lnTo>
                      <a:pt x="31595" y="24962"/>
                    </a:lnTo>
                    <a:lnTo>
                      <a:pt x="31699" y="25088"/>
                    </a:lnTo>
                    <a:lnTo>
                      <a:pt x="31616" y="25192"/>
                    </a:lnTo>
                    <a:lnTo>
                      <a:pt x="31511" y="25192"/>
                    </a:lnTo>
                    <a:lnTo>
                      <a:pt x="31469" y="25151"/>
                    </a:lnTo>
                    <a:lnTo>
                      <a:pt x="31385" y="25151"/>
                    </a:lnTo>
                    <a:lnTo>
                      <a:pt x="31218" y="25402"/>
                    </a:lnTo>
                    <a:lnTo>
                      <a:pt x="31093" y="25465"/>
                    </a:lnTo>
                    <a:lnTo>
                      <a:pt x="31072" y="25569"/>
                    </a:lnTo>
                    <a:lnTo>
                      <a:pt x="30800" y="25674"/>
                    </a:lnTo>
                    <a:lnTo>
                      <a:pt x="30737" y="25757"/>
                    </a:lnTo>
                    <a:lnTo>
                      <a:pt x="30737" y="25799"/>
                    </a:lnTo>
                    <a:lnTo>
                      <a:pt x="30360" y="25925"/>
                    </a:lnTo>
                    <a:lnTo>
                      <a:pt x="30130" y="26029"/>
                    </a:lnTo>
                    <a:lnTo>
                      <a:pt x="30067" y="26092"/>
                    </a:lnTo>
                    <a:lnTo>
                      <a:pt x="29942" y="26092"/>
                    </a:lnTo>
                    <a:lnTo>
                      <a:pt x="29837" y="26176"/>
                    </a:lnTo>
                    <a:lnTo>
                      <a:pt x="29607" y="26197"/>
                    </a:lnTo>
                    <a:lnTo>
                      <a:pt x="29440" y="26281"/>
                    </a:lnTo>
                    <a:lnTo>
                      <a:pt x="29481" y="26322"/>
                    </a:lnTo>
                    <a:lnTo>
                      <a:pt x="29481" y="26427"/>
                    </a:lnTo>
                    <a:lnTo>
                      <a:pt x="29523" y="26511"/>
                    </a:lnTo>
                    <a:lnTo>
                      <a:pt x="29523" y="26615"/>
                    </a:lnTo>
                    <a:lnTo>
                      <a:pt x="29586" y="26699"/>
                    </a:lnTo>
                    <a:lnTo>
                      <a:pt x="29523" y="26720"/>
                    </a:lnTo>
                    <a:lnTo>
                      <a:pt x="29544" y="26804"/>
                    </a:lnTo>
                    <a:lnTo>
                      <a:pt x="29607" y="26825"/>
                    </a:lnTo>
                    <a:lnTo>
                      <a:pt x="29523" y="26866"/>
                    </a:lnTo>
                    <a:lnTo>
                      <a:pt x="29586" y="26971"/>
                    </a:lnTo>
                    <a:lnTo>
                      <a:pt x="29523" y="27013"/>
                    </a:lnTo>
                    <a:lnTo>
                      <a:pt x="29544" y="27117"/>
                    </a:lnTo>
                    <a:lnTo>
                      <a:pt x="29502" y="27159"/>
                    </a:lnTo>
                    <a:lnTo>
                      <a:pt x="29481" y="27348"/>
                    </a:lnTo>
                    <a:lnTo>
                      <a:pt x="29502" y="27452"/>
                    </a:lnTo>
                    <a:lnTo>
                      <a:pt x="29419" y="27745"/>
                    </a:lnTo>
                    <a:lnTo>
                      <a:pt x="29440" y="27808"/>
                    </a:lnTo>
                    <a:lnTo>
                      <a:pt x="29502" y="27850"/>
                    </a:lnTo>
                    <a:lnTo>
                      <a:pt x="29502" y="27913"/>
                    </a:lnTo>
                    <a:lnTo>
                      <a:pt x="29544" y="27975"/>
                    </a:lnTo>
                    <a:lnTo>
                      <a:pt x="29440" y="28101"/>
                    </a:lnTo>
                    <a:lnTo>
                      <a:pt x="29440" y="28226"/>
                    </a:lnTo>
                    <a:lnTo>
                      <a:pt x="29523" y="28268"/>
                    </a:lnTo>
                    <a:lnTo>
                      <a:pt x="29544" y="28436"/>
                    </a:lnTo>
                    <a:lnTo>
                      <a:pt x="29607" y="28498"/>
                    </a:lnTo>
                    <a:lnTo>
                      <a:pt x="29481" y="28624"/>
                    </a:lnTo>
                    <a:lnTo>
                      <a:pt x="29419" y="28791"/>
                    </a:lnTo>
                    <a:lnTo>
                      <a:pt x="29377" y="28812"/>
                    </a:lnTo>
                    <a:lnTo>
                      <a:pt x="29314" y="28791"/>
                    </a:lnTo>
                    <a:lnTo>
                      <a:pt x="29314" y="28896"/>
                    </a:lnTo>
                    <a:lnTo>
                      <a:pt x="29377" y="28959"/>
                    </a:lnTo>
                    <a:lnTo>
                      <a:pt x="29314" y="29042"/>
                    </a:lnTo>
                    <a:lnTo>
                      <a:pt x="29293" y="29231"/>
                    </a:lnTo>
                    <a:lnTo>
                      <a:pt x="29314" y="29356"/>
                    </a:lnTo>
                    <a:lnTo>
                      <a:pt x="29419" y="29482"/>
                    </a:lnTo>
                    <a:lnTo>
                      <a:pt x="29523" y="29545"/>
                    </a:lnTo>
                    <a:lnTo>
                      <a:pt x="29335" y="29524"/>
                    </a:lnTo>
                    <a:lnTo>
                      <a:pt x="29209" y="29419"/>
                    </a:lnTo>
                    <a:lnTo>
                      <a:pt x="29230" y="29252"/>
                    </a:lnTo>
                    <a:lnTo>
                      <a:pt x="29189" y="29042"/>
                    </a:lnTo>
                    <a:lnTo>
                      <a:pt x="29105" y="29022"/>
                    </a:lnTo>
                    <a:lnTo>
                      <a:pt x="29084" y="28959"/>
                    </a:lnTo>
                    <a:lnTo>
                      <a:pt x="29105" y="28854"/>
                    </a:lnTo>
                    <a:lnTo>
                      <a:pt x="29063" y="28854"/>
                    </a:lnTo>
                    <a:lnTo>
                      <a:pt x="28875" y="29105"/>
                    </a:lnTo>
                    <a:lnTo>
                      <a:pt x="28875" y="29210"/>
                    </a:lnTo>
                    <a:lnTo>
                      <a:pt x="28854" y="29314"/>
                    </a:lnTo>
                    <a:lnTo>
                      <a:pt x="28749" y="29314"/>
                    </a:lnTo>
                    <a:lnTo>
                      <a:pt x="28644" y="29210"/>
                    </a:lnTo>
                    <a:lnTo>
                      <a:pt x="28477" y="29147"/>
                    </a:lnTo>
                    <a:lnTo>
                      <a:pt x="28352" y="29252"/>
                    </a:lnTo>
                    <a:lnTo>
                      <a:pt x="28184" y="29335"/>
                    </a:lnTo>
                    <a:lnTo>
                      <a:pt x="28184" y="29335"/>
                    </a:lnTo>
                    <a:lnTo>
                      <a:pt x="28393" y="29147"/>
                    </a:lnTo>
                    <a:lnTo>
                      <a:pt x="28456" y="29001"/>
                    </a:lnTo>
                    <a:lnTo>
                      <a:pt x="28435" y="28917"/>
                    </a:lnTo>
                    <a:lnTo>
                      <a:pt x="28393" y="28729"/>
                    </a:lnTo>
                    <a:lnTo>
                      <a:pt x="28331" y="28624"/>
                    </a:lnTo>
                    <a:lnTo>
                      <a:pt x="28289" y="28540"/>
                    </a:lnTo>
                    <a:lnTo>
                      <a:pt x="28268" y="28540"/>
                    </a:lnTo>
                    <a:lnTo>
                      <a:pt x="28142" y="28478"/>
                    </a:lnTo>
                    <a:lnTo>
                      <a:pt x="28038" y="28415"/>
                    </a:lnTo>
                    <a:lnTo>
                      <a:pt x="28038" y="28331"/>
                    </a:lnTo>
                    <a:lnTo>
                      <a:pt x="28017" y="28289"/>
                    </a:lnTo>
                    <a:lnTo>
                      <a:pt x="28038" y="28185"/>
                    </a:lnTo>
                    <a:lnTo>
                      <a:pt x="27954" y="28080"/>
                    </a:lnTo>
                    <a:lnTo>
                      <a:pt x="27870" y="28017"/>
                    </a:lnTo>
                    <a:lnTo>
                      <a:pt x="27870" y="27892"/>
                    </a:lnTo>
                    <a:lnTo>
                      <a:pt x="27766" y="27808"/>
                    </a:lnTo>
                    <a:lnTo>
                      <a:pt x="27724" y="27703"/>
                    </a:lnTo>
                    <a:lnTo>
                      <a:pt x="27766" y="27473"/>
                    </a:lnTo>
                    <a:lnTo>
                      <a:pt x="27870" y="27369"/>
                    </a:lnTo>
                    <a:lnTo>
                      <a:pt x="27933" y="27222"/>
                    </a:lnTo>
                    <a:lnTo>
                      <a:pt x="27933" y="27117"/>
                    </a:lnTo>
                    <a:lnTo>
                      <a:pt x="28080" y="26866"/>
                    </a:lnTo>
                    <a:lnTo>
                      <a:pt x="28080" y="26615"/>
                    </a:lnTo>
                    <a:lnTo>
                      <a:pt x="28059" y="26594"/>
                    </a:lnTo>
                    <a:lnTo>
                      <a:pt x="28038" y="26448"/>
                    </a:lnTo>
                    <a:lnTo>
                      <a:pt x="28121" y="26301"/>
                    </a:lnTo>
                    <a:lnTo>
                      <a:pt x="28184" y="26197"/>
                    </a:lnTo>
                    <a:lnTo>
                      <a:pt x="28184" y="26092"/>
                    </a:lnTo>
                    <a:lnTo>
                      <a:pt x="28352" y="25799"/>
                    </a:lnTo>
                    <a:lnTo>
                      <a:pt x="28331" y="25611"/>
                    </a:lnTo>
                    <a:lnTo>
                      <a:pt x="28268" y="25611"/>
                    </a:lnTo>
                    <a:lnTo>
                      <a:pt x="28247" y="25653"/>
                    </a:lnTo>
                    <a:lnTo>
                      <a:pt x="28247" y="25590"/>
                    </a:lnTo>
                    <a:lnTo>
                      <a:pt x="28163" y="25590"/>
                    </a:lnTo>
                    <a:lnTo>
                      <a:pt x="28038" y="25653"/>
                    </a:lnTo>
                    <a:lnTo>
                      <a:pt x="27849" y="25611"/>
                    </a:lnTo>
                    <a:lnTo>
                      <a:pt x="27661" y="25569"/>
                    </a:lnTo>
                    <a:lnTo>
                      <a:pt x="27619" y="25569"/>
                    </a:lnTo>
                    <a:lnTo>
                      <a:pt x="27556" y="25506"/>
                    </a:lnTo>
                    <a:lnTo>
                      <a:pt x="27326" y="25506"/>
                    </a:lnTo>
                    <a:lnTo>
                      <a:pt x="27201" y="25548"/>
                    </a:lnTo>
                    <a:lnTo>
                      <a:pt x="27138" y="25506"/>
                    </a:lnTo>
                    <a:lnTo>
                      <a:pt x="26971" y="25506"/>
                    </a:lnTo>
                    <a:lnTo>
                      <a:pt x="26929" y="25485"/>
                    </a:lnTo>
                    <a:lnTo>
                      <a:pt x="26971" y="25444"/>
                    </a:lnTo>
                    <a:lnTo>
                      <a:pt x="26803" y="25297"/>
                    </a:lnTo>
                    <a:lnTo>
                      <a:pt x="26782" y="25234"/>
                    </a:lnTo>
                    <a:lnTo>
                      <a:pt x="26594" y="25046"/>
                    </a:lnTo>
                    <a:lnTo>
                      <a:pt x="26510" y="25025"/>
                    </a:lnTo>
                    <a:lnTo>
                      <a:pt x="26343" y="24879"/>
                    </a:lnTo>
                    <a:lnTo>
                      <a:pt x="26259" y="24858"/>
                    </a:lnTo>
                    <a:lnTo>
                      <a:pt x="26029" y="24711"/>
                    </a:lnTo>
                    <a:lnTo>
                      <a:pt x="25966" y="24648"/>
                    </a:lnTo>
                    <a:lnTo>
                      <a:pt x="25903" y="24753"/>
                    </a:lnTo>
                    <a:lnTo>
                      <a:pt x="25903" y="24711"/>
                    </a:lnTo>
                    <a:lnTo>
                      <a:pt x="25820" y="24523"/>
                    </a:lnTo>
                    <a:lnTo>
                      <a:pt x="25736" y="24439"/>
                    </a:lnTo>
                    <a:lnTo>
                      <a:pt x="25736" y="24335"/>
                    </a:lnTo>
                    <a:lnTo>
                      <a:pt x="25631" y="24293"/>
                    </a:lnTo>
                    <a:lnTo>
                      <a:pt x="25527" y="24104"/>
                    </a:lnTo>
                    <a:lnTo>
                      <a:pt x="25443" y="24084"/>
                    </a:lnTo>
                    <a:lnTo>
                      <a:pt x="25255" y="23895"/>
                    </a:lnTo>
                    <a:lnTo>
                      <a:pt x="25150" y="23874"/>
                    </a:lnTo>
                    <a:lnTo>
                      <a:pt x="25087" y="23812"/>
                    </a:lnTo>
                    <a:lnTo>
                      <a:pt x="24815" y="23728"/>
                    </a:lnTo>
                    <a:lnTo>
                      <a:pt x="24627" y="23581"/>
                    </a:lnTo>
                    <a:lnTo>
                      <a:pt x="24376" y="23393"/>
                    </a:lnTo>
                    <a:lnTo>
                      <a:pt x="24167" y="23414"/>
                    </a:lnTo>
                    <a:lnTo>
                      <a:pt x="23748" y="23560"/>
                    </a:lnTo>
                    <a:lnTo>
                      <a:pt x="23330" y="23686"/>
                    </a:lnTo>
                    <a:lnTo>
                      <a:pt x="23142" y="23686"/>
                    </a:lnTo>
                    <a:lnTo>
                      <a:pt x="23016" y="23623"/>
                    </a:lnTo>
                    <a:lnTo>
                      <a:pt x="23016" y="23623"/>
                    </a:lnTo>
                    <a:lnTo>
                      <a:pt x="23142" y="23665"/>
                    </a:lnTo>
                    <a:lnTo>
                      <a:pt x="23330" y="23602"/>
                    </a:lnTo>
                    <a:lnTo>
                      <a:pt x="23665" y="23268"/>
                    </a:lnTo>
                    <a:lnTo>
                      <a:pt x="23727" y="23163"/>
                    </a:lnTo>
                    <a:lnTo>
                      <a:pt x="23665" y="22933"/>
                    </a:lnTo>
                    <a:lnTo>
                      <a:pt x="23581" y="22828"/>
                    </a:lnTo>
                    <a:lnTo>
                      <a:pt x="23665" y="22577"/>
                    </a:lnTo>
                    <a:lnTo>
                      <a:pt x="23665" y="22347"/>
                    </a:lnTo>
                    <a:lnTo>
                      <a:pt x="23581" y="22200"/>
                    </a:lnTo>
                    <a:lnTo>
                      <a:pt x="23581" y="22054"/>
                    </a:lnTo>
                    <a:lnTo>
                      <a:pt x="23644" y="21928"/>
                    </a:lnTo>
                    <a:lnTo>
                      <a:pt x="23644" y="21824"/>
                    </a:lnTo>
                    <a:lnTo>
                      <a:pt x="23539" y="21782"/>
                    </a:lnTo>
                    <a:lnTo>
                      <a:pt x="23204" y="21782"/>
                    </a:lnTo>
                    <a:lnTo>
                      <a:pt x="23037" y="22054"/>
                    </a:lnTo>
                    <a:lnTo>
                      <a:pt x="22828" y="22305"/>
                    </a:lnTo>
                    <a:lnTo>
                      <a:pt x="22577" y="22326"/>
                    </a:lnTo>
                    <a:lnTo>
                      <a:pt x="22409" y="22452"/>
                    </a:lnTo>
                    <a:lnTo>
                      <a:pt x="22472" y="22347"/>
                    </a:lnTo>
                    <a:lnTo>
                      <a:pt x="22786" y="22263"/>
                    </a:lnTo>
                    <a:lnTo>
                      <a:pt x="22932" y="22117"/>
                    </a:lnTo>
                    <a:lnTo>
                      <a:pt x="23037" y="21845"/>
                    </a:lnTo>
                    <a:lnTo>
                      <a:pt x="22995" y="21824"/>
                    </a:lnTo>
                    <a:lnTo>
                      <a:pt x="22995" y="21677"/>
                    </a:lnTo>
                    <a:lnTo>
                      <a:pt x="22932" y="21594"/>
                    </a:lnTo>
                    <a:lnTo>
                      <a:pt x="22953" y="21489"/>
                    </a:lnTo>
                    <a:lnTo>
                      <a:pt x="22932" y="21405"/>
                    </a:lnTo>
                    <a:lnTo>
                      <a:pt x="22807" y="21384"/>
                    </a:lnTo>
                    <a:lnTo>
                      <a:pt x="22849" y="21322"/>
                    </a:lnTo>
                    <a:lnTo>
                      <a:pt x="22953" y="21301"/>
                    </a:lnTo>
                    <a:lnTo>
                      <a:pt x="22995" y="21196"/>
                    </a:lnTo>
                    <a:lnTo>
                      <a:pt x="23100" y="21008"/>
                    </a:lnTo>
                    <a:lnTo>
                      <a:pt x="23100" y="20861"/>
                    </a:lnTo>
                    <a:lnTo>
                      <a:pt x="23037" y="20799"/>
                    </a:lnTo>
                    <a:lnTo>
                      <a:pt x="23121" y="20568"/>
                    </a:lnTo>
                    <a:lnTo>
                      <a:pt x="23204" y="20527"/>
                    </a:lnTo>
                    <a:lnTo>
                      <a:pt x="23246" y="20359"/>
                    </a:lnTo>
                    <a:lnTo>
                      <a:pt x="23330" y="20255"/>
                    </a:lnTo>
                    <a:lnTo>
                      <a:pt x="23372" y="20045"/>
                    </a:lnTo>
                    <a:lnTo>
                      <a:pt x="23476" y="19941"/>
                    </a:lnTo>
                    <a:lnTo>
                      <a:pt x="23435" y="19815"/>
                    </a:lnTo>
                    <a:lnTo>
                      <a:pt x="23435" y="19731"/>
                    </a:lnTo>
                    <a:lnTo>
                      <a:pt x="23560" y="19815"/>
                    </a:lnTo>
                    <a:lnTo>
                      <a:pt x="23665" y="19711"/>
                    </a:lnTo>
                    <a:lnTo>
                      <a:pt x="23665" y="19606"/>
                    </a:lnTo>
                    <a:lnTo>
                      <a:pt x="23790" y="19585"/>
                    </a:lnTo>
                    <a:lnTo>
                      <a:pt x="23958" y="19397"/>
                    </a:lnTo>
                    <a:lnTo>
                      <a:pt x="24062" y="19334"/>
                    </a:lnTo>
                    <a:lnTo>
                      <a:pt x="24041" y="19229"/>
                    </a:lnTo>
                    <a:lnTo>
                      <a:pt x="24125" y="19166"/>
                    </a:lnTo>
                    <a:lnTo>
                      <a:pt x="24188" y="19166"/>
                    </a:lnTo>
                    <a:lnTo>
                      <a:pt x="24230" y="19083"/>
                    </a:lnTo>
                    <a:lnTo>
                      <a:pt x="24167" y="18999"/>
                    </a:lnTo>
                    <a:lnTo>
                      <a:pt x="24292" y="18915"/>
                    </a:lnTo>
                    <a:lnTo>
                      <a:pt x="24376" y="18769"/>
                    </a:lnTo>
                    <a:lnTo>
                      <a:pt x="24481" y="18769"/>
                    </a:lnTo>
                    <a:lnTo>
                      <a:pt x="24481" y="18706"/>
                    </a:lnTo>
                    <a:lnTo>
                      <a:pt x="24543" y="18664"/>
                    </a:lnTo>
                    <a:lnTo>
                      <a:pt x="24397" y="18560"/>
                    </a:lnTo>
                    <a:lnTo>
                      <a:pt x="24460" y="18539"/>
                    </a:lnTo>
                    <a:lnTo>
                      <a:pt x="24460" y="18455"/>
                    </a:lnTo>
                    <a:lnTo>
                      <a:pt x="24543" y="18476"/>
                    </a:lnTo>
                    <a:lnTo>
                      <a:pt x="24669" y="18581"/>
                    </a:lnTo>
                    <a:lnTo>
                      <a:pt x="24690" y="18643"/>
                    </a:lnTo>
                    <a:lnTo>
                      <a:pt x="24753" y="18602"/>
                    </a:lnTo>
                    <a:lnTo>
                      <a:pt x="24711" y="18539"/>
                    </a:lnTo>
                    <a:lnTo>
                      <a:pt x="24606" y="18476"/>
                    </a:lnTo>
                    <a:lnTo>
                      <a:pt x="24795" y="18392"/>
                    </a:lnTo>
                    <a:lnTo>
                      <a:pt x="24836" y="18330"/>
                    </a:lnTo>
                    <a:lnTo>
                      <a:pt x="24983" y="18330"/>
                    </a:lnTo>
                    <a:lnTo>
                      <a:pt x="25004" y="18350"/>
                    </a:lnTo>
                    <a:lnTo>
                      <a:pt x="25025" y="18267"/>
                    </a:lnTo>
                    <a:lnTo>
                      <a:pt x="25004" y="18225"/>
                    </a:lnTo>
                    <a:lnTo>
                      <a:pt x="25087" y="18225"/>
                    </a:lnTo>
                    <a:lnTo>
                      <a:pt x="25108" y="18350"/>
                    </a:lnTo>
                    <a:lnTo>
                      <a:pt x="25192" y="18246"/>
                    </a:lnTo>
                    <a:lnTo>
                      <a:pt x="25192" y="18225"/>
                    </a:lnTo>
                    <a:lnTo>
                      <a:pt x="25108" y="18162"/>
                    </a:lnTo>
                    <a:lnTo>
                      <a:pt x="25108" y="18058"/>
                    </a:lnTo>
                    <a:lnTo>
                      <a:pt x="25150" y="18120"/>
                    </a:lnTo>
                    <a:lnTo>
                      <a:pt x="25359" y="18162"/>
                    </a:lnTo>
                    <a:lnTo>
                      <a:pt x="25339" y="18078"/>
                    </a:lnTo>
                    <a:lnTo>
                      <a:pt x="25234" y="18037"/>
                    </a:lnTo>
                    <a:lnTo>
                      <a:pt x="25213" y="17953"/>
                    </a:lnTo>
                    <a:lnTo>
                      <a:pt x="25255" y="17932"/>
                    </a:lnTo>
                    <a:lnTo>
                      <a:pt x="25297" y="17848"/>
                    </a:lnTo>
                    <a:lnTo>
                      <a:pt x="25318" y="18016"/>
                    </a:lnTo>
                    <a:lnTo>
                      <a:pt x="25422" y="17974"/>
                    </a:lnTo>
                    <a:lnTo>
                      <a:pt x="25506" y="18016"/>
                    </a:lnTo>
                    <a:lnTo>
                      <a:pt x="25590" y="17953"/>
                    </a:lnTo>
                    <a:lnTo>
                      <a:pt x="25464" y="17744"/>
                    </a:lnTo>
                    <a:lnTo>
                      <a:pt x="25401" y="17514"/>
                    </a:lnTo>
                    <a:lnTo>
                      <a:pt x="25297" y="17388"/>
                    </a:lnTo>
                    <a:lnTo>
                      <a:pt x="25297" y="17283"/>
                    </a:lnTo>
                    <a:lnTo>
                      <a:pt x="25255" y="17200"/>
                    </a:lnTo>
                    <a:lnTo>
                      <a:pt x="25297" y="17137"/>
                    </a:lnTo>
                    <a:lnTo>
                      <a:pt x="25359" y="17221"/>
                    </a:lnTo>
                    <a:lnTo>
                      <a:pt x="25422" y="17409"/>
                    </a:lnTo>
                    <a:lnTo>
                      <a:pt x="25569" y="17597"/>
                    </a:lnTo>
                    <a:lnTo>
                      <a:pt x="25841" y="17639"/>
                    </a:lnTo>
                    <a:lnTo>
                      <a:pt x="25945" y="17723"/>
                    </a:lnTo>
                    <a:lnTo>
                      <a:pt x="26071" y="17723"/>
                    </a:lnTo>
                    <a:lnTo>
                      <a:pt x="26155" y="17660"/>
                    </a:lnTo>
                    <a:lnTo>
                      <a:pt x="26259" y="17660"/>
                    </a:lnTo>
                    <a:lnTo>
                      <a:pt x="26406" y="17514"/>
                    </a:lnTo>
                    <a:lnTo>
                      <a:pt x="26448" y="17242"/>
                    </a:lnTo>
                    <a:lnTo>
                      <a:pt x="26238" y="16990"/>
                    </a:lnTo>
                    <a:lnTo>
                      <a:pt x="26196" y="16823"/>
                    </a:lnTo>
                    <a:lnTo>
                      <a:pt x="26134" y="16739"/>
                    </a:lnTo>
                    <a:lnTo>
                      <a:pt x="26071" y="16739"/>
                    </a:lnTo>
                    <a:lnTo>
                      <a:pt x="25945" y="16886"/>
                    </a:lnTo>
                    <a:lnTo>
                      <a:pt x="25715" y="16907"/>
                    </a:lnTo>
                    <a:lnTo>
                      <a:pt x="25652" y="16928"/>
                    </a:lnTo>
                    <a:lnTo>
                      <a:pt x="25652" y="16907"/>
                    </a:lnTo>
                    <a:lnTo>
                      <a:pt x="25631" y="16823"/>
                    </a:lnTo>
                    <a:lnTo>
                      <a:pt x="25715" y="16865"/>
                    </a:lnTo>
                    <a:lnTo>
                      <a:pt x="25841" y="16823"/>
                    </a:lnTo>
                    <a:lnTo>
                      <a:pt x="25966" y="16718"/>
                    </a:lnTo>
                    <a:lnTo>
                      <a:pt x="25945" y="16677"/>
                    </a:lnTo>
                    <a:lnTo>
                      <a:pt x="25736" y="16551"/>
                    </a:lnTo>
                    <a:lnTo>
                      <a:pt x="25506" y="16300"/>
                    </a:lnTo>
                    <a:lnTo>
                      <a:pt x="25443" y="16300"/>
                    </a:lnTo>
                    <a:lnTo>
                      <a:pt x="25422" y="16363"/>
                    </a:lnTo>
                    <a:lnTo>
                      <a:pt x="25464" y="16446"/>
                    </a:lnTo>
                    <a:lnTo>
                      <a:pt x="25443" y="16488"/>
                    </a:lnTo>
                    <a:lnTo>
                      <a:pt x="25339" y="16405"/>
                    </a:lnTo>
                    <a:lnTo>
                      <a:pt x="25297" y="16258"/>
                    </a:lnTo>
                    <a:lnTo>
                      <a:pt x="25401" y="16279"/>
                    </a:lnTo>
                    <a:lnTo>
                      <a:pt x="25401" y="16091"/>
                    </a:lnTo>
                    <a:lnTo>
                      <a:pt x="25443" y="16195"/>
                    </a:lnTo>
                    <a:lnTo>
                      <a:pt x="25611" y="16342"/>
                    </a:lnTo>
                    <a:lnTo>
                      <a:pt x="25694" y="16363"/>
                    </a:lnTo>
                    <a:lnTo>
                      <a:pt x="25757" y="16551"/>
                    </a:lnTo>
                    <a:lnTo>
                      <a:pt x="25966" y="16677"/>
                    </a:lnTo>
                    <a:lnTo>
                      <a:pt x="26217" y="16760"/>
                    </a:lnTo>
                    <a:lnTo>
                      <a:pt x="26322" y="16907"/>
                    </a:lnTo>
                    <a:lnTo>
                      <a:pt x="26427" y="16970"/>
                    </a:lnTo>
                    <a:lnTo>
                      <a:pt x="26448" y="17032"/>
                    </a:lnTo>
                    <a:lnTo>
                      <a:pt x="26573" y="17095"/>
                    </a:lnTo>
                    <a:lnTo>
                      <a:pt x="26636" y="17137"/>
                    </a:lnTo>
                    <a:lnTo>
                      <a:pt x="26636" y="17011"/>
                    </a:lnTo>
                    <a:lnTo>
                      <a:pt x="26740" y="16970"/>
                    </a:lnTo>
                    <a:lnTo>
                      <a:pt x="26657" y="16907"/>
                    </a:lnTo>
                    <a:lnTo>
                      <a:pt x="26678" y="16802"/>
                    </a:lnTo>
                    <a:lnTo>
                      <a:pt x="26761" y="16928"/>
                    </a:lnTo>
                    <a:lnTo>
                      <a:pt x="26782" y="17011"/>
                    </a:lnTo>
                    <a:lnTo>
                      <a:pt x="26866" y="17032"/>
                    </a:lnTo>
                    <a:lnTo>
                      <a:pt x="26992" y="16865"/>
                    </a:lnTo>
                    <a:lnTo>
                      <a:pt x="26992" y="16656"/>
                    </a:lnTo>
                    <a:lnTo>
                      <a:pt x="26950" y="16572"/>
                    </a:lnTo>
                    <a:lnTo>
                      <a:pt x="26992" y="16405"/>
                    </a:lnTo>
                    <a:lnTo>
                      <a:pt x="27054" y="16593"/>
                    </a:lnTo>
                    <a:lnTo>
                      <a:pt x="27054" y="16698"/>
                    </a:lnTo>
                    <a:lnTo>
                      <a:pt x="27117" y="16467"/>
                    </a:lnTo>
                    <a:lnTo>
                      <a:pt x="27222" y="16405"/>
                    </a:lnTo>
                    <a:lnTo>
                      <a:pt x="27264" y="16467"/>
                    </a:lnTo>
                    <a:lnTo>
                      <a:pt x="27284" y="16488"/>
                    </a:lnTo>
                    <a:lnTo>
                      <a:pt x="27201" y="16593"/>
                    </a:lnTo>
                    <a:lnTo>
                      <a:pt x="27264" y="16614"/>
                    </a:lnTo>
                    <a:lnTo>
                      <a:pt x="27284" y="16698"/>
                    </a:lnTo>
                    <a:lnTo>
                      <a:pt x="27368" y="16614"/>
                    </a:lnTo>
                    <a:lnTo>
                      <a:pt x="27431" y="16656"/>
                    </a:lnTo>
                    <a:lnTo>
                      <a:pt x="27577" y="16802"/>
                    </a:lnTo>
                    <a:lnTo>
                      <a:pt x="27598" y="16760"/>
                    </a:lnTo>
                    <a:lnTo>
                      <a:pt x="27682" y="16760"/>
                    </a:lnTo>
                    <a:lnTo>
                      <a:pt x="27724" y="16802"/>
                    </a:lnTo>
                    <a:lnTo>
                      <a:pt x="27828" y="16781"/>
                    </a:lnTo>
                    <a:lnTo>
                      <a:pt x="27933" y="16593"/>
                    </a:lnTo>
                    <a:lnTo>
                      <a:pt x="28100" y="16509"/>
                    </a:lnTo>
                    <a:lnTo>
                      <a:pt x="28456" y="16153"/>
                    </a:lnTo>
                    <a:lnTo>
                      <a:pt x="28477" y="16070"/>
                    </a:lnTo>
                    <a:lnTo>
                      <a:pt x="28540" y="16049"/>
                    </a:lnTo>
                    <a:lnTo>
                      <a:pt x="28561" y="16091"/>
                    </a:lnTo>
                    <a:lnTo>
                      <a:pt x="28728" y="15881"/>
                    </a:lnTo>
                    <a:lnTo>
                      <a:pt x="28833" y="15840"/>
                    </a:lnTo>
                    <a:lnTo>
                      <a:pt x="28958" y="15735"/>
                    </a:lnTo>
                    <a:lnTo>
                      <a:pt x="29000" y="15672"/>
                    </a:lnTo>
                    <a:lnTo>
                      <a:pt x="28979" y="15547"/>
                    </a:lnTo>
                    <a:lnTo>
                      <a:pt x="28561" y="15442"/>
                    </a:lnTo>
                    <a:lnTo>
                      <a:pt x="28331" y="15400"/>
                    </a:lnTo>
                    <a:lnTo>
                      <a:pt x="28121" y="15317"/>
                    </a:lnTo>
                    <a:lnTo>
                      <a:pt x="28038" y="15128"/>
                    </a:lnTo>
                    <a:lnTo>
                      <a:pt x="27912" y="14898"/>
                    </a:lnTo>
                    <a:lnTo>
                      <a:pt x="27849" y="14898"/>
                    </a:lnTo>
                    <a:lnTo>
                      <a:pt x="27828" y="14710"/>
                    </a:lnTo>
                    <a:lnTo>
                      <a:pt x="27808" y="14689"/>
                    </a:lnTo>
                    <a:lnTo>
                      <a:pt x="27828" y="14626"/>
                    </a:lnTo>
                    <a:lnTo>
                      <a:pt x="27870" y="14626"/>
                    </a:lnTo>
                    <a:lnTo>
                      <a:pt x="27912" y="14563"/>
                    </a:lnTo>
                    <a:lnTo>
                      <a:pt x="27828" y="14501"/>
                    </a:lnTo>
                    <a:lnTo>
                      <a:pt x="27598" y="14501"/>
                    </a:lnTo>
                    <a:lnTo>
                      <a:pt x="27326" y="14417"/>
                    </a:lnTo>
                    <a:lnTo>
                      <a:pt x="27243" y="14417"/>
                    </a:lnTo>
                    <a:lnTo>
                      <a:pt x="27201" y="14480"/>
                    </a:lnTo>
                    <a:lnTo>
                      <a:pt x="27117" y="14396"/>
                    </a:lnTo>
                    <a:lnTo>
                      <a:pt x="27117" y="14312"/>
                    </a:lnTo>
                    <a:lnTo>
                      <a:pt x="27222" y="14354"/>
                    </a:lnTo>
                    <a:lnTo>
                      <a:pt x="27494" y="14375"/>
                    </a:lnTo>
                    <a:lnTo>
                      <a:pt x="27640" y="14480"/>
                    </a:lnTo>
                    <a:lnTo>
                      <a:pt x="27870" y="14480"/>
                    </a:lnTo>
                    <a:lnTo>
                      <a:pt x="28017" y="14584"/>
                    </a:lnTo>
                    <a:lnTo>
                      <a:pt x="28142" y="14814"/>
                    </a:lnTo>
                    <a:lnTo>
                      <a:pt x="28247" y="14835"/>
                    </a:lnTo>
                    <a:lnTo>
                      <a:pt x="28289" y="14898"/>
                    </a:lnTo>
                    <a:lnTo>
                      <a:pt x="28247" y="14919"/>
                    </a:lnTo>
                    <a:lnTo>
                      <a:pt x="28184" y="14919"/>
                    </a:lnTo>
                    <a:lnTo>
                      <a:pt x="28184" y="14982"/>
                    </a:lnTo>
                    <a:lnTo>
                      <a:pt x="28372" y="15045"/>
                    </a:lnTo>
                    <a:lnTo>
                      <a:pt x="28435" y="15191"/>
                    </a:lnTo>
                    <a:lnTo>
                      <a:pt x="28498" y="15296"/>
                    </a:lnTo>
                    <a:lnTo>
                      <a:pt x="28875" y="15358"/>
                    </a:lnTo>
                    <a:lnTo>
                      <a:pt x="28979" y="15317"/>
                    </a:lnTo>
                    <a:lnTo>
                      <a:pt x="29021" y="15191"/>
                    </a:lnTo>
                    <a:lnTo>
                      <a:pt x="29105" y="15128"/>
                    </a:lnTo>
                    <a:lnTo>
                      <a:pt x="29189" y="15149"/>
                    </a:lnTo>
                    <a:lnTo>
                      <a:pt x="29314" y="15003"/>
                    </a:lnTo>
                    <a:lnTo>
                      <a:pt x="29335" y="14982"/>
                    </a:lnTo>
                    <a:lnTo>
                      <a:pt x="29502" y="15128"/>
                    </a:lnTo>
                    <a:lnTo>
                      <a:pt x="29481" y="15149"/>
                    </a:lnTo>
                    <a:lnTo>
                      <a:pt x="29377" y="15317"/>
                    </a:lnTo>
                    <a:lnTo>
                      <a:pt x="29377" y="15400"/>
                    </a:lnTo>
                    <a:lnTo>
                      <a:pt x="29293" y="15505"/>
                    </a:lnTo>
                    <a:lnTo>
                      <a:pt x="29293" y="15568"/>
                    </a:lnTo>
                    <a:lnTo>
                      <a:pt x="29189" y="15756"/>
                    </a:lnTo>
                    <a:lnTo>
                      <a:pt x="29230" y="15840"/>
                    </a:lnTo>
                    <a:lnTo>
                      <a:pt x="29189" y="15861"/>
                    </a:lnTo>
                    <a:lnTo>
                      <a:pt x="29168" y="15965"/>
                    </a:lnTo>
                    <a:lnTo>
                      <a:pt x="29168" y="16070"/>
                    </a:lnTo>
                    <a:lnTo>
                      <a:pt x="29000" y="16195"/>
                    </a:lnTo>
                    <a:lnTo>
                      <a:pt x="28958" y="16300"/>
                    </a:lnTo>
                    <a:lnTo>
                      <a:pt x="28958" y="16467"/>
                    </a:lnTo>
                    <a:lnTo>
                      <a:pt x="28916" y="16509"/>
                    </a:lnTo>
                    <a:lnTo>
                      <a:pt x="28916" y="16677"/>
                    </a:lnTo>
                    <a:lnTo>
                      <a:pt x="28854" y="16760"/>
                    </a:lnTo>
                    <a:lnTo>
                      <a:pt x="28707" y="16760"/>
                    </a:lnTo>
                    <a:lnTo>
                      <a:pt x="28540" y="16823"/>
                    </a:lnTo>
                    <a:lnTo>
                      <a:pt x="28540" y="16928"/>
                    </a:lnTo>
                    <a:lnTo>
                      <a:pt x="28477" y="17116"/>
                    </a:lnTo>
                    <a:lnTo>
                      <a:pt x="28498" y="17242"/>
                    </a:lnTo>
                    <a:lnTo>
                      <a:pt x="28561" y="17242"/>
                    </a:lnTo>
                    <a:lnTo>
                      <a:pt x="28582" y="17137"/>
                    </a:lnTo>
                    <a:lnTo>
                      <a:pt x="28644" y="17116"/>
                    </a:lnTo>
                    <a:lnTo>
                      <a:pt x="28686" y="17137"/>
                    </a:lnTo>
                    <a:lnTo>
                      <a:pt x="28770" y="17200"/>
                    </a:lnTo>
                    <a:lnTo>
                      <a:pt x="28854" y="17200"/>
                    </a:lnTo>
                    <a:lnTo>
                      <a:pt x="28896" y="17179"/>
                    </a:lnTo>
                    <a:lnTo>
                      <a:pt x="28958" y="17179"/>
                    </a:lnTo>
                    <a:lnTo>
                      <a:pt x="29000" y="17221"/>
                    </a:lnTo>
                    <a:lnTo>
                      <a:pt x="29021" y="17304"/>
                    </a:lnTo>
                    <a:lnTo>
                      <a:pt x="28958" y="17409"/>
                    </a:lnTo>
                    <a:lnTo>
                      <a:pt x="28979" y="17514"/>
                    </a:lnTo>
                    <a:lnTo>
                      <a:pt x="28896" y="17597"/>
                    </a:lnTo>
                    <a:lnTo>
                      <a:pt x="28896" y="17744"/>
                    </a:lnTo>
                    <a:lnTo>
                      <a:pt x="28916" y="17806"/>
                    </a:lnTo>
                    <a:lnTo>
                      <a:pt x="28979" y="17765"/>
                    </a:lnTo>
                    <a:lnTo>
                      <a:pt x="29021" y="17806"/>
                    </a:lnTo>
                    <a:lnTo>
                      <a:pt x="29105" y="17806"/>
                    </a:lnTo>
                    <a:lnTo>
                      <a:pt x="29168" y="17744"/>
                    </a:lnTo>
                    <a:lnTo>
                      <a:pt x="29272" y="17744"/>
                    </a:lnTo>
                    <a:lnTo>
                      <a:pt x="29293" y="17702"/>
                    </a:lnTo>
                    <a:lnTo>
                      <a:pt x="29377" y="17639"/>
                    </a:lnTo>
                    <a:lnTo>
                      <a:pt x="29440" y="17639"/>
                    </a:lnTo>
                    <a:lnTo>
                      <a:pt x="29544" y="17555"/>
                    </a:lnTo>
                    <a:lnTo>
                      <a:pt x="29586" y="17430"/>
                    </a:lnTo>
                    <a:lnTo>
                      <a:pt x="29649" y="17346"/>
                    </a:lnTo>
                    <a:lnTo>
                      <a:pt x="29712" y="17283"/>
                    </a:lnTo>
                    <a:lnTo>
                      <a:pt x="29753" y="17283"/>
                    </a:lnTo>
                    <a:lnTo>
                      <a:pt x="29816" y="17325"/>
                    </a:lnTo>
                    <a:lnTo>
                      <a:pt x="29900" y="17283"/>
                    </a:lnTo>
                    <a:lnTo>
                      <a:pt x="29942" y="17242"/>
                    </a:lnTo>
                    <a:lnTo>
                      <a:pt x="30025" y="17242"/>
                    </a:lnTo>
                    <a:lnTo>
                      <a:pt x="30067" y="17095"/>
                    </a:lnTo>
                    <a:lnTo>
                      <a:pt x="30067" y="16970"/>
                    </a:lnTo>
                    <a:lnTo>
                      <a:pt x="30172" y="16886"/>
                    </a:lnTo>
                    <a:lnTo>
                      <a:pt x="30214" y="16802"/>
                    </a:lnTo>
                    <a:lnTo>
                      <a:pt x="30277" y="16802"/>
                    </a:lnTo>
                    <a:lnTo>
                      <a:pt x="30339" y="16865"/>
                    </a:lnTo>
                    <a:lnTo>
                      <a:pt x="30381" y="16802"/>
                    </a:lnTo>
                    <a:lnTo>
                      <a:pt x="30444" y="16781"/>
                    </a:lnTo>
                    <a:lnTo>
                      <a:pt x="30486" y="16802"/>
                    </a:lnTo>
                    <a:lnTo>
                      <a:pt x="30528" y="16907"/>
                    </a:lnTo>
                    <a:lnTo>
                      <a:pt x="30444" y="16970"/>
                    </a:lnTo>
                    <a:lnTo>
                      <a:pt x="30381" y="17011"/>
                    </a:lnTo>
                    <a:lnTo>
                      <a:pt x="30465" y="17074"/>
                    </a:lnTo>
                    <a:lnTo>
                      <a:pt x="30632" y="17074"/>
                    </a:lnTo>
                    <a:lnTo>
                      <a:pt x="30695" y="17095"/>
                    </a:lnTo>
                    <a:lnTo>
                      <a:pt x="30737" y="17179"/>
                    </a:lnTo>
                    <a:lnTo>
                      <a:pt x="30653" y="17283"/>
                    </a:lnTo>
                    <a:lnTo>
                      <a:pt x="30569" y="17304"/>
                    </a:lnTo>
                    <a:lnTo>
                      <a:pt x="30569" y="17430"/>
                    </a:lnTo>
                    <a:lnTo>
                      <a:pt x="30653" y="17451"/>
                    </a:lnTo>
                    <a:lnTo>
                      <a:pt x="30695" y="17430"/>
                    </a:lnTo>
                    <a:lnTo>
                      <a:pt x="30779" y="17430"/>
                    </a:lnTo>
                    <a:lnTo>
                      <a:pt x="30800" y="17451"/>
                    </a:lnTo>
                    <a:lnTo>
                      <a:pt x="30883" y="17430"/>
                    </a:lnTo>
                    <a:lnTo>
                      <a:pt x="30904" y="17514"/>
                    </a:lnTo>
                    <a:lnTo>
                      <a:pt x="31009" y="17514"/>
                    </a:lnTo>
                    <a:lnTo>
                      <a:pt x="31072" y="17555"/>
                    </a:lnTo>
                    <a:lnTo>
                      <a:pt x="31113" y="17555"/>
                    </a:lnTo>
                    <a:lnTo>
                      <a:pt x="31260" y="17639"/>
                    </a:lnTo>
                    <a:lnTo>
                      <a:pt x="31302" y="17618"/>
                    </a:lnTo>
                    <a:lnTo>
                      <a:pt x="31365" y="17493"/>
                    </a:lnTo>
                    <a:lnTo>
                      <a:pt x="31406" y="17451"/>
                    </a:lnTo>
                    <a:lnTo>
                      <a:pt x="31490" y="17346"/>
                    </a:lnTo>
                    <a:lnTo>
                      <a:pt x="31595" y="17346"/>
                    </a:lnTo>
                    <a:lnTo>
                      <a:pt x="31616" y="17304"/>
                    </a:lnTo>
                    <a:lnTo>
                      <a:pt x="31532" y="17283"/>
                    </a:lnTo>
                    <a:lnTo>
                      <a:pt x="31490" y="17200"/>
                    </a:lnTo>
                    <a:lnTo>
                      <a:pt x="31574" y="17179"/>
                    </a:lnTo>
                    <a:lnTo>
                      <a:pt x="31595" y="17095"/>
                    </a:lnTo>
                    <a:lnTo>
                      <a:pt x="31511" y="17053"/>
                    </a:lnTo>
                    <a:lnTo>
                      <a:pt x="31469" y="16990"/>
                    </a:lnTo>
                    <a:lnTo>
                      <a:pt x="31406" y="17011"/>
                    </a:lnTo>
                    <a:lnTo>
                      <a:pt x="31406" y="17095"/>
                    </a:lnTo>
                    <a:lnTo>
                      <a:pt x="31365" y="17116"/>
                    </a:lnTo>
                    <a:lnTo>
                      <a:pt x="31302" y="17095"/>
                    </a:lnTo>
                    <a:lnTo>
                      <a:pt x="31197" y="17032"/>
                    </a:lnTo>
                    <a:lnTo>
                      <a:pt x="31197" y="16970"/>
                    </a:lnTo>
                    <a:lnTo>
                      <a:pt x="31155" y="16990"/>
                    </a:lnTo>
                    <a:lnTo>
                      <a:pt x="31072" y="17074"/>
                    </a:lnTo>
                    <a:lnTo>
                      <a:pt x="30883" y="17074"/>
                    </a:lnTo>
                    <a:lnTo>
                      <a:pt x="30800" y="17011"/>
                    </a:lnTo>
                    <a:lnTo>
                      <a:pt x="30904" y="16970"/>
                    </a:lnTo>
                    <a:lnTo>
                      <a:pt x="30988" y="16970"/>
                    </a:lnTo>
                    <a:lnTo>
                      <a:pt x="31072" y="16907"/>
                    </a:lnTo>
                    <a:lnTo>
                      <a:pt x="31072" y="16823"/>
                    </a:lnTo>
                    <a:lnTo>
                      <a:pt x="31051" y="16802"/>
                    </a:lnTo>
                    <a:lnTo>
                      <a:pt x="31051" y="16677"/>
                    </a:lnTo>
                    <a:lnTo>
                      <a:pt x="31072" y="16593"/>
                    </a:lnTo>
                    <a:lnTo>
                      <a:pt x="31072" y="16551"/>
                    </a:lnTo>
                    <a:lnTo>
                      <a:pt x="31009" y="16488"/>
                    </a:lnTo>
                    <a:lnTo>
                      <a:pt x="31009" y="16405"/>
                    </a:lnTo>
                    <a:lnTo>
                      <a:pt x="30862" y="16258"/>
                    </a:lnTo>
                    <a:lnTo>
                      <a:pt x="30737" y="16195"/>
                    </a:lnTo>
                    <a:lnTo>
                      <a:pt x="30737" y="16153"/>
                    </a:lnTo>
                    <a:lnTo>
                      <a:pt x="30695" y="16028"/>
                    </a:lnTo>
                    <a:lnTo>
                      <a:pt x="30632" y="16028"/>
                    </a:lnTo>
                    <a:lnTo>
                      <a:pt x="30590" y="15944"/>
                    </a:lnTo>
                    <a:lnTo>
                      <a:pt x="30632" y="15819"/>
                    </a:lnTo>
                    <a:lnTo>
                      <a:pt x="30590" y="15735"/>
                    </a:lnTo>
                    <a:lnTo>
                      <a:pt x="30465" y="15735"/>
                    </a:lnTo>
                    <a:lnTo>
                      <a:pt x="30277" y="15651"/>
                    </a:lnTo>
                    <a:lnTo>
                      <a:pt x="30235" y="15547"/>
                    </a:lnTo>
                    <a:lnTo>
                      <a:pt x="30277" y="15505"/>
                    </a:lnTo>
                    <a:lnTo>
                      <a:pt x="30277" y="15442"/>
                    </a:lnTo>
                    <a:lnTo>
                      <a:pt x="30214" y="15358"/>
                    </a:lnTo>
                    <a:lnTo>
                      <a:pt x="30172" y="15296"/>
                    </a:lnTo>
                    <a:lnTo>
                      <a:pt x="30151" y="15296"/>
                    </a:lnTo>
                    <a:lnTo>
                      <a:pt x="30046" y="15421"/>
                    </a:lnTo>
                    <a:lnTo>
                      <a:pt x="30025" y="15526"/>
                    </a:lnTo>
                    <a:lnTo>
                      <a:pt x="29963" y="15568"/>
                    </a:lnTo>
                    <a:lnTo>
                      <a:pt x="29921" y="15526"/>
                    </a:lnTo>
                    <a:lnTo>
                      <a:pt x="29921" y="15400"/>
                    </a:lnTo>
                    <a:lnTo>
                      <a:pt x="29858" y="15296"/>
                    </a:lnTo>
                    <a:lnTo>
                      <a:pt x="29900" y="15212"/>
                    </a:lnTo>
                    <a:lnTo>
                      <a:pt x="30025" y="15212"/>
                    </a:lnTo>
                    <a:lnTo>
                      <a:pt x="30005" y="15128"/>
                    </a:lnTo>
                    <a:lnTo>
                      <a:pt x="30025" y="15024"/>
                    </a:lnTo>
                    <a:lnTo>
                      <a:pt x="30005" y="14919"/>
                    </a:lnTo>
                    <a:lnTo>
                      <a:pt x="29900" y="14940"/>
                    </a:lnTo>
                    <a:lnTo>
                      <a:pt x="29900" y="14877"/>
                    </a:lnTo>
                    <a:lnTo>
                      <a:pt x="29963" y="14773"/>
                    </a:lnTo>
                    <a:lnTo>
                      <a:pt x="29921" y="14731"/>
                    </a:lnTo>
                    <a:lnTo>
                      <a:pt x="29712" y="14814"/>
                    </a:lnTo>
                    <a:cubicBezTo>
                      <a:pt x="29691" y="14773"/>
                      <a:pt x="29628" y="14731"/>
                      <a:pt x="29607" y="14689"/>
                    </a:cubicBezTo>
                    <a:lnTo>
                      <a:pt x="29712" y="14605"/>
                    </a:lnTo>
                    <a:lnTo>
                      <a:pt x="29795" y="14584"/>
                    </a:lnTo>
                    <a:lnTo>
                      <a:pt x="29858" y="14417"/>
                    </a:lnTo>
                    <a:lnTo>
                      <a:pt x="29816" y="14312"/>
                    </a:lnTo>
                    <a:lnTo>
                      <a:pt x="29691" y="14291"/>
                    </a:lnTo>
                    <a:lnTo>
                      <a:pt x="29628" y="14208"/>
                    </a:lnTo>
                    <a:lnTo>
                      <a:pt x="29628" y="14103"/>
                    </a:lnTo>
                    <a:lnTo>
                      <a:pt x="29691" y="14082"/>
                    </a:lnTo>
                    <a:lnTo>
                      <a:pt x="29649" y="13998"/>
                    </a:lnTo>
                    <a:lnTo>
                      <a:pt x="29691" y="13915"/>
                    </a:lnTo>
                    <a:lnTo>
                      <a:pt x="29816" y="13998"/>
                    </a:lnTo>
                    <a:lnTo>
                      <a:pt x="29921" y="13977"/>
                    </a:lnTo>
                    <a:lnTo>
                      <a:pt x="30025" y="14061"/>
                    </a:lnTo>
                    <a:lnTo>
                      <a:pt x="30151" y="14061"/>
                    </a:lnTo>
                    <a:lnTo>
                      <a:pt x="30318" y="13977"/>
                    </a:lnTo>
                    <a:lnTo>
                      <a:pt x="30318" y="14019"/>
                    </a:lnTo>
                    <a:lnTo>
                      <a:pt x="30360" y="14061"/>
                    </a:lnTo>
                    <a:lnTo>
                      <a:pt x="30339" y="14082"/>
                    </a:lnTo>
                    <a:lnTo>
                      <a:pt x="30277" y="14249"/>
                    </a:lnTo>
                    <a:lnTo>
                      <a:pt x="30277" y="14312"/>
                    </a:lnTo>
                    <a:lnTo>
                      <a:pt x="30360" y="14291"/>
                    </a:lnTo>
                    <a:lnTo>
                      <a:pt x="30381" y="14354"/>
                    </a:lnTo>
                    <a:lnTo>
                      <a:pt x="30465" y="14375"/>
                    </a:lnTo>
                    <a:lnTo>
                      <a:pt x="30590" y="14459"/>
                    </a:lnTo>
                    <a:lnTo>
                      <a:pt x="30632" y="14354"/>
                    </a:lnTo>
                    <a:lnTo>
                      <a:pt x="30528" y="14249"/>
                    </a:lnTo>
                    <a:lnTo>
                      <a:pt x="30590" y="14145"/>
                    </a:lnTo>
                    <a:lnTo>
                      <a:pt x="30632" y="14208"/>
                    </a:lnTo>
                    <a:lnTo>
                      <a:pt x="30695" y="14249"/>
                    </a:lnTo>
                    <a:lnTo>
                      <a:pt x="30737" y="14354"/>
                    </a:lnTo>
                    <a:lnTo>
                      <a:pt x="30904" y="14501"/>
                    </a:lnTo>
                    <a:lnTo>
                      <a:pt x="30967" y="14501"/>
                    </a:lnTo>
                    <a:lnTo>
                      <a:pt x="30967" y="14417"/>
                    </a:lnTo>
                    <a:lnTo>
                      <a:pt x="30946" y="14375"/>
                    </a:lnTo>
                    <a:lnTo>
                      <a:pt x="30988" y="14291"/>
                    </a:lnTo>
                    <a:lnTo>
                      <a:pt x="30967" y="14145"/>
                    </a:lnTo>
                    <a:lnTo>
                      <a:pt x="30904" y="14103"/>
                    </a:lnTo>
                    <a:lnTo>
                      <a:pt x="30946" y="13957"/>
                    </a:lnTo>
                    <a:lnTo>
                      <a:pt x="30862" y="13768"/>
                    </a:lnTo>
                    <a:lnTo>
                      <a:pt x="30758" y="13726"/>
                    </a:lnTo>
                    <a:lnTo>
                      <a:pt x="30758" y="13622"/>
                    </a:lnTo>
                    <a:lnTo>
                      <a:pt x="30695" y="13580"/>
                    </a:lnTo>
                    <a:lnTo>
                      <a:pt x="30549" y="13685"/>
                    </a:lnTo>
                    <a:lnTo>
                      <a:pt x="30486" y="13685"/>
                    </a:lnTo>
                    <a:lnTo>
                      <a:pt x="30590" y="13538"/>
                    </a:lnTo>
                    <a:lnTo>
                      <a:pt x="30695" y="13538"/>
                    </a:lnTo>
                    <a:lnTo>
                      <a:pt x="30737" y="13559"/>
                    </a:lnTo>
                    <a:lnTo>
                      <a:pt x="30841" y="13517"/>
                    </a:lnTo>
                    <a:lnTo>
                      <a:pt x="30925" y="13622"/>
                    </a:lnTo>
                    <a:lnTo>
                      <a:pt x="30967" y="13643"/>
                    </a:lnTo>
                    <a:lnTo>
                      <a:pt x="30967" y="13873"/>
                    </a:lnTo>
                    <a:lnTo>
                      <a:pt x="31009" y="13873"/>
                    </a:lnTo>
                    <a:lnTo>
                      <a:pt x="31155" y="13768"/>
                    </a:lnTo>
                    <a:lnTo>
                      <a:pt x="31051" y="13936"/>
                    </a:lnTo>
                    <a:lnTo>
                      <a:pt x="31051" y="13998"/>
                    </a:lnTo>
                    <a:lnTo>
                      <a:pt x="30967" y="14040"/>
                    </a:lnTo>
                    <a:lnTo>
                      <a:pt x="30967" y="14082"/>
                    </a:lnTo>
                    <a:lnTo>
                      <a:pt x="31051" y="14166"/>
                    </a:lnTo>
                    <a:lnTo>
                      <a:pt x="31072" y="14291"/>
                    </a:lnTo>
                    <a:lnTo>
                      <a:pt x="31009" y="14375"/>
                    </a:lnTo>
                    <a:lnTo>
                      <a:pt x="31072" y="14417"/>
                    </a:lnTo>
                    <a:lnTo>
                      <a:pt x="31365" y="14354"/>
                    </a:lnTo>
                    <a:lnTo>
                      <a:pt x="31406" y="14249"/>
                    </a:lnTo>
                    <a:lnTo>
                      <a:pt x="31511" y="14249"/>
                    </a:lnTo>
                    <a:lnTo>
                      <a:pt x="31574" y="14270"/>
                    </a:lnTo>
                    <a:lnTo>
                      <a:pt x="31720" y="14082"/>
                    </a:lnTo>
                    <a:lnTo>
                      <a:pt x="31804" y="14082"/>
                    </a:lnTo>
                    <a:lnTo>
                      <a:pt x="31846" y="13998"/>
                    </a:lnTo>
                    <a:lnTo>
                      <a:pt x="31950" y="13936"/>
                    </a:lnTo>
                    <a:lnTo>
                      <a:pt x="31992" y="13789"/>
                    </a:lnTo>
                    <a:lnTo>
                      <a:pt x="32055" y="13747"/>
                    </a:lnTo>
                    <a:lnTo>
                      <a:pt x="32243" y="13747"/>
                    </a:lnTo>
                    <a:lnTo>
                      <a:pt x="32348" y="13789"/>
                    </a:lnTo>
                    <a:lnTo>
                      <a:pt x="32411" y="13726"/>
                    </a:lnTo>
                    <a:lnTo>
                      <a:pt x="32369" y="13622"/>
                    </a:lnTo>
                    <a:lnTo>
                      <a:pt x="32536" y="13475"/>
                    </a:lnTo>
                    <a:lnTo>
                      <a:pt x="32557" y="13413"/>
                    </a:lnTo>
                    <a:lnTo>
                      <a:pt x="32620" y="13371"/>
                    </a:lnTo>
                    <a:lnTo>
                      <a:pt x="32641" y="13245"/>
                    </a:lnTo>
                    <a:lnTo>
                      <a:pt x="32515" y="13015"/>
                    </a:lnTo>
                    <a:lnTo>
                      <a:pt x="32536" y="12931"/>
                    </a:lnTo>
                    <a:lnTo>
                      <a:pt x="32411" y="12827"/>
                    </a:lnTo>
                    <a:lnTo>
                      <a:pt x="32369" y="12701"/>
                    </a:lnTo>
                    <a:lnTo>
                      <a:pt x="32432" y="12596"/>
                    </a:lnTo>
                    <a:lnTo>
                      <a:pt x="32557" y="12534"/>
                    </a:lnTo>
                    <a:lnTo>
                      <a:pt x="32578" y="12471"/>
                    </a:lnTo>
                    <a:lnTo>
                      <a:pt x="32557" y="12471"/>
                    </a:lnTo>
                    <a:lnTo>
                      <a:pt x="32474" y="12534"/>
                    </a:lnTo>
                    <a:lnTo>
                      <a:pt x="32453" y="12534"/>
                    </a:lnTo>
                    <a:lnTo>
                      <a:pt x="32453" y="12471"/>
                    </a:lnTo>
                    <a:lnTo>
                      <a:pt x="32536" y="12366"/>
                    </a:lnTo>
                    <a:lnTo>
                      <a:pt x="32432" y="12366"/>
                    </a:lnTo>
                    <a:lnTo>
                      <a:pt x="32515" y="12283"/>
                    </a:lnTo>
                    <a:lnTo>
                      <a:pt x="32536" y="12199"/>
                    </a:lnTo>
                    <a:lnTo>
                      <a:pt x="32453" y="12157"/>
                    </a:lnTo>
                    <a:lnTo>
                      <a:pt x="32348" y="12115"/>
                    </a:lnTo>
                    <a:lnTo>
                      <a:pt x="32411" y="12094"/>
                    </a:lnTo>
                    <a:lnTo>
                      <a:pt x="32411" y="11990"/>
                    </a:lnTo>
                    <a:lnTo>
                      <a:pt x="32474" y="11990"/>
                    </a:lnTo>
                    <a:lnTo>
                      <a:pt x="32515" y="12052"/>
                    </a:lnTo>
                    <a:lnTo>
                      <a:pt x="32620" y="12052"/>
                    </a:lnTo>
                    <a:lnTo>
                      <a:pt x="32683" y="12157"/>
                    </a:lnTo>
                    <a:lnTo>
                      <a:pt x="32766" y="12178"/>
                    </a:lnTo>
                    <a:lnTo>
                      <a:pt x="32829" y="12094"/>
                    </a:lnTo>
                    <a:lnTo>
                      <a:pt x="32892" y="12115"/>
                    </a:lnTo>
                    <a:lnTo>
                      <a:pt x="33059" y="12073"/>
                    </a:lnTo>
                    <a:lnTo>
                      <a:pt x="33185" y="11990"/>
                    </a:lnTo>
                    <a:lnTo>
                      <a:pt x="33143" y="11948"/>
                    </a:lnTo>
                    <a:lnTo>
                      <a:pt x="33206" y="11843"/>
                    </a:lnTo>
                    <a:lnTo>
                      <a:pt x="33185" y="11801"/>
                    </a:lnTo>
                    <a:lnTo>
                      <a:pt x="33143" y="11801"/>
                    </a:lnTo>
                    <a:lnTo>
                      <a:pt x="33143" y="11739"/>
                    </a:lnTo>
                    <a:lnTo>
                      <a:pt x="33080" y="11697"/>
                    </a:lnTo>
                    <a:lnTo>
                      <a:pt x="32934" y="11697"/>
                    </a:lnTo>
                    <a:lnTo>
                      <a:pt x="32997" y="11655"/>
                    </a:lnTo>
                    <a:lnTo>
                      <a:pt x="33101" y="11634"/>
                    </a:lnTo>
                    <a:lnTo>
                      <a:pt x="33290" y="11488"/>
                    </a:lnTo>
                    <a:lnTo>
                      <a:pt x="33373" y="11383"/>
                    </a:lnTo>
                    <a:lnTo>
                      <a:pt x="33352" y="11341"/>
                    </a:lnTo>
                    <a:lnTo>
                      <a:pt x="33290" y="11320"/>
                    </a:lnTo>
                    <a:lnTo>
                      <a:pt x="33269" y="11236"/>
                    </a:lnTo>
                    <a:lnTo>
                      <a:pt x="33080" y="11174"/>
                    </a:lnTo>
                    <a:lnTo>
                      <a:pt x="32976" y="11216"/>
                    </a:lnTo>
                    <a:lnTo>
                      <a:pt x="32934" y="11174"/>
                    </a:lnTo>
                    <a:lnTo>
                      <a:pt x="33038" y="11153"/>
                    </a:lnTo>
                    <a:lnTo>
                      <a:pt x="33038" y="11027"/>
                    </a:lnTo>
                    <a:lnTo>
                      <a:pt x="32808" y="10860"/>
                    </a:lnTo>
                    <a:lnTo>
                      <a:pt x="32808" y="10818"/>
                    </a:lnTo>
                    <a:lnTo>
                      <a:pt x="32871" y="10818"/>
                    </a:lnTo>
                    <a:lnTo>
                      <a:pt x="32955" y="10902"/>
                    </a:lnTo>
                    <a:lnTo>
                      <a:pt x="33038" y="10860"/>
                    </a:lnTo>
                    <a:lnTo>
                      <a:pt x="32955" y="10797"/>
                    </a:lnTo>
                    <a:lnTo>
                      <a:pt x="33018" y="10755"/>
                    </a:lnTo>
                    <a:lnTo>
                      <a:pt x="33018" y="10713"/>
                    </a:lnTo>
                    <a:lnTo>
                      <a:pt x="32871" y="10651"/>
                    </a:lnTo>
                    <a:lnTo>
                      <a:pt x="32766" y="10588"/>
                    </a:lnTo>
                    <a:lnTo>
                      <a:pt x="32662" y="10651"/>
                    </a:lnTo>
                    <a:lnTo>
                      <a:pt x="32515" y="10588"/>
                    </a:lnTo>
                    <a:cubicBezTo>
                      <a:pt x="32536" y="10546"/>
                      <a:pt x="32536" y="10525"/>
                      <a:pt x="32536" y="10504"/>
                    </a:cubicBezTo>
                    <a:lnTo>
                      <a:pt x="32599" y="10504"/>
                    </a:lnTo>
                    <a:lnTo>
                      <a:pt x="32620" y="10483"/>
                    </a:lnTo>
                    <a:lnTo>
                      <a:pt x="32599" y="10420"/>
                    </a:lnTo>
                    <a:lnTo>
                      <a:pt x="32536" y="10420"/>
                    </a:lnTo>
                    <a:cubicBezTo>
                      <a:pt x="32536" y="10400"/>
                      <a:pt x="32536" y="10339"/>
                      <a:pt x="32517" y="10317"/>
                    </a:cubicBezTo>
                    <a:lnTo>
                      <a:pt x="32517" y="10317"/>
                    </a:lnTo>
                    <a:cubicBezTo>
                      <a:pt x="32518" y="10308"/>
                      <a:pt x="32523" y="10287"/>
                      <a:pt x="32536" y="10274"/>
                    </a:cubicBezTo>
                    <a:cubicBezTo>
                      <a:pt x="32536" y="10274"/>
                      <a:pt x="32536" y="10232"/>
                      <a:pt x="32557" y="10232"/>
                    </a:cubicBezTo>
                    <a:lnTo>
                      <a:pt x="32641" y="10316"/>
                    </a:lnTo>
                    <a:lnTo>
                      <a:pt x="32746" y="10274"/>
                    </a:lnTo>
                    <a:lnTo>
                      <a:pt x="32934" y="10232"/>
                    </a:lnTo>
                    <a:lnTo>
                      <a:pt x="32976" y="10337"/>
                    </a:lnTo>
                    <a:lnTo>
                      <a:pt x="33080" y="10379"/>
                    </a:lnTo>
                    <a:lnTo>
                      <a:pt x="33143" y="10441"/>
                    </a:lnTo>
                    <a:lnTo>
                      <a:pt x="33185" y="10420"/>
                    </a:lnTo>
                    <a:lnTo>
                      <a:pt x="33352" y="10525"/>
                    </a:lnTo>
                    <a:lnTo>
                      <a:pt x="33394" y="10483"/>
                    </a:lnTo>
                    <a:lnTo>
                      <a:pt x="33457" y="10504"/>
                    </a:lnTo>
                    <a:lnTo>
                      <a:pt x="33499" y="10420"/>
                    </a:lnTo>
                    <a:lnTo>
                      <a:pt x="33478" y="10337"/>
                    </a:lnTo>
                    <a:lnTo>
                      <a:pt x="33394" y="10295"/>
                    </a:lnTo>
                    <a:lnTo>
                      <a:pt x="33310" y="10190"/>
                    </a:lnTo>
                    <a:lnTo>
                      <a:pt x="33269" y="10107"/>
                    </a:lnTo>
                    <a:lnTo>
                      <a:pt x="33059" y="9918"/>
                    </a:lnTo>
                    <a:lnTo>
                      <a:pt x="33038" y="9855"/>
                    </a:lnTo>
                    <a:lnTo>
                      <a:pt x="33038" y="9855"/>
                    </a:lnTo>
                    <a:lnTo>
                      <a:pt x="33101" y="9897"/>
                    </a:lnTo>
                    <a:lnTo>
                      <a:pt x="33143" y="9960"/>
                    </a:lnTo>
                    <a:lnTo>
                      <a:pt x="33206" y="9981"/>
                    </a:lnTo>
                    <a:lnTo>
                      <a:pt x="33310" y="10107"/>
                    </a:lnTo>
                    <a:lnTo>
                      <a:pt x="33394" y="10127"/>
                    </a:lnTo>
                    <a:lnTo>
                      <a:pt x="33415" y="10190"/>
                    </a:lnTo>
                    <a:lnTo>
                      <a:pt x="33499" y="10295"/>
                    </a:lnTo>
                    <a:lnTo>
                      <a:pt x="33603" y="10400"/>
                    </a:lnTo>
                    <a:lnTo>
                      <a:pt x="33624" y="10462"/>
                    </a:lnTo>
                    <a:lnTo>
                      <a:pt x="33687" y="10504"/>
                    </a:lnTo>
                    <a:lnTo>
                      <a:pt x="33792" y="10609"/>
                    </a:lnTo>
                    <a:lnTo>
                      <a:pt x="33834" y="10713"/>
                    </a:lnTo>
                    <a:lnTo>
                      <a:pt x="33938" y="10713"/>
                    </a:lnTo>
                    <a:lnTo>
                      <a:pt x="33980" y="10672"/>
                    </a:lnTo>
                    <a:lnTo>
                      <a:pt x="33917" y="10546"/>
                    </a:lnTo>
                    <a:lnTo>
                      <a:pt x="33834" y="10337"/>
                    </a:lnTo>
                    <a:lnTo>
                      <a:pt x="34001" y="10358"/>
                    </a:lnTo>
                    <a:lnTo>
                      <a:pt x="34189" y="10462"/>
                    </a:lnTo>
                    <a:lnTo>
                      <a:pt x="34357" y="10462"/>
                    </a:lnTo>
                    <a:lnTo>
                      <a:pt x="34357" y="10567"/>
                    </a:lnTo>
                    <a:lnTo>
                      <a:pt x="34336" y="10630"/>
                    </a:lnTo>
                    <a:lnTo>
                      <a:pt x="34440" y="10713"/>
                    </a:lnTo>
                    <a:lnTo>
                      <a:pt x="34545" y="10713"/>
                    </a:lnTo>
                    <a:lnTo>
                      <a:pt x="34566" y="10734"/>
                    </a:lnTo>
                    <a:lnTo>
                      <a:pt x="34838" y="10734"/>
                    </a:lnTo>
                    <a:lnTo>
                      <a:pt x="34922" y="10672"/>
                    </a:lnTo>
                    <a:lnTo>
                      <a:pt x="34984" y="10546"/>
                    </a:lnTo>
                    <a:lnTo>
                      <a:pt x="34984" y="10441"/>
                    </a:lnTo>
                    <a:lnTo>
                      <a:pt x="35026" y="10337"/>
                    </a:lnTo>
                    <a:lnTo>
                      <a:pt x="34963" y="10295"/>
                    </a:lnTo>
                    <a:lnTo>
                      <a:pt x="34880" y="10086"/>
                    </a:lnTo>
                    <a:lnTo>
                      <a:pt x="34838" y="10086"/>
                    </a:lnTo>
                    <a:lnTo>
                      <a:pt x="34754" y="9939"/>
                    </a:lnTo>
                    <a:lnTo>
                      <a:pt x="34775" y="9814"/>
                    </a:lnTo>
                    <a:lnTo>
                      <a:pt x="34838" y="9793"/>
                    </a:lnTo>
                    <a:lnTo>
                      <a:pt x="34838" y="9709"/>
                    </a:lnTo>
                    <a:lnTo>
                      <a:pt x="34859" y="9688"/>
                    </a:lnTo>
                    <a:lnTo>
                      <a:pt x="34922" y="9730"/>
                    </a:lnTo>
                    <a:lnTo>
                      <a:pt x="34943" y="9835"/>
                    </a:lnTo>
                    <a:lnTo>
                      <a:pt x="34984" y="9730"/>
                    </a:lnTo>
                    <a:lnTo>
                      <a:pt x="34984" y="9583"/>
                    </a:lnTo>
                    <a:lnTo>
                      <a:pt x="35047" y="9542"/>
                    </a:lnTo>
                    <a:lnTo>
                      <a:pt x="35089" y="9500"/>
                    </a:lnTo>
                    <a:lnTo>
                      <a:pt x="35089" y="9604"/>
                    </a:lnTo>
                    <a:lnTo>
                      <a:pt x="35131" y="9667"/>
                    </a:lnTo>
                    <a:lnTo>
                      <a:pt x="35089" y="9709"/>
                    </a:lnTo>
                    <a:lnTo>
                      <a:pt x="34984" y="9772"/>
                    </a:lnTo>
                    <a:lnTo>
                      <a:pt x="34963" y="9897"/>
                    </a:lnTo>
                    <a:lnTo>
                      <a:pt x="35026" y="9918"/>
                    </a:lnTo>
                    <a:lnTo>
                      <a:pt x="35068" y="10002"/>
                    </a:lnTo>
                    <a:lnTo>
                      <a:pt x="35068" y="10086"/>
                    </a:lnTo>
                    <a:lnTo>
                      <a:pt x="35194" y="10232"/>
                    </a:lnTo>
                    <a:lnTo>
                      <a:pt x="35256" y="10274"/>
                    </a:lnTo>
                    <a:lnTo>
                      <a:pt x="35256" y="10190"/>
                    </a:lnTo>
                    <a:lnTo>
                      <a:pt x="35298" y="10169"/>
                    </a:lnTo>
                    <a:lnTo>
                      <a:pt x="35361" y="10211"/>
                    </a:lnTo>
                    <a:lnTo>
                      <a:pt x="35466" y="10169"/>
                    </a:lnTo>
                    <a:lnTo>
                      <a:pt x="35487" y="10211"/>
                    </a:lnTo>
                    <a:lnTo>
                      <a:pt x="35466" y="10253"/>
                    </a:lnTo>
                    <a:lnTo>
                      <a:pt x="35466" y="10358"/>
                    </a:lnTo>
                    <a:lnTo>
                      <a:pt x="35403" y="10525"/>
                    </a:lnTo>
                    <a:lnTo>
                      <a:pt x="35403" y="10567"/>
                    </a:lnTo>
                    <a:lnTo>
                      <a:pt x="35298" y="10734"/>
                    </a:lnTo>
                    <a:lnTo>
                      <a:pt x="35235" y="10923"/>
                    </a:lnTo>
                    <a:lnTo>
                      <a:pt x="35235" y="10964"/>
                    </a:lnTo>
                    <a:lnTo>
                      <a:pt x="35256" y="10964"/>
                    </a:lnTo>
                    <a:lnTo>
                      <a:pt x="35298" y="10860"/>
                    </a:lnTo>
                    <a:lnTo>
                      <a:pt x="35403" y="10902"/>
                    </a:lnTo>
                    <a:lnTo>
                      <a:pt x="35403" y="10923"/>
                    </a:lnTo>
                    <a:lnTo>
                      <a:pt x="35487" y="10923"/>
                    </a:lnTo>
                    <a:lnTo>
                      <a:pt x="35549" y="11006"/>
                    </a:lnTo>
                    <a:lnTo>
                      <a:pt x="35696" y="11027"/>
                    </a:lnTo>
                    <a:lnTo>
                      <a:pt x="35591" y="11069"/>
                    </a:lnTo>
                    <a:lnTo>
                      <a:pt x="35570" y="11132"/>
                    </a:lnTo>
                    <a:lnTo>
                      <a:pt x="35507" y="11153"/>
                    </a:lnTo>
                    <a:lnTo>
                      <a:pt x="35466" y="11111"/>
                    </a:lnTo>
                    <a:lnTo>
                      <a:pt x="35382" y="11132"/>
                    </a:lnTo>
                    <a:lnTo>
                      <a:pt x="35403" y="11216"/>
                    </a:lnTo>
                    <a:lnTo>
                      <a:pt x="35466" y="11236"/>
                    </a:lnTo>
                    <a:lnTo>
                      <a:pt x="35487" y="11257"/>
                    </a:lnTo>
                    <a:lnTo>
                      <a:pt x="35591" y="11257"/>
                    </a:lnTo>
                    <a:lnTo>
                      <a:pt x="35591" y="11341"/>
                    </a:lnTo>
                    <a:lnTo>
                      <a:pt x="35612" y="11383"/>
                    </a:lnTo>
                    <a:lnTo>
                      <a:pt x="35612" y="11467"/>
                    </a:lnTo>
                    <a:lnTo>
                      <a:pt x="35675" y="11550"/>
                    </a:lnTo>
                    <a:lnTo>
                      <a:pt x="35779" y="11571"/>
                    </a:lnTo>
                    <a:lnTo>
                      <a:pt x="35821" y="11655"/>
                    </a:lnTo>
                    <a:lnTo>
                      <a:pt x="35863" y="11739"/>
                    </a:lnTo>
                    <a:lnTo>
                      <a:pt x="35821" y="11843"/>
                    </a:lnTo>
                    <a:lnTo>
                      <a:pt x="35759" y="11906"/>
                    </a:lnTo>
                    <a:lnTo>
                      <a:pt x="35675" y="11906"/>
                    </a:lnTo>
                    <a:lnTo>
                      <a:pt x="35612" y="11948"/>
                    </a:lnTo>
                    <a:lnTo>
                      <a:pt x="35570" y="11906"/>
                    </a:lnTo>
                    <a:lnTo>
                      <a:pt x="35487" y="11885"/>
                    </a:lnTo>
                    <a:lnTo>
                      <a:pt x="35445" y="11906"/>
                    </a:lnTo>
                    <a:lnTo>
                      <a:pt x="35361" y="12011"/>
                    </a:lnTo>
                    <a:lnTo>
                      <a:pt x="35403" y="12052"/>
                    </a:lnTo>
                    <a:lnTo>
                      <a:pt x="35403" y="12094"/>
                    </a:lnTo>
                    <a:lnTo>
                      <a:pt x="35361" y="12178"/>
                    </a:lnTo>
                    <a:lnTo>
                      <a:pt x="35382" y="12220"/>
                    </a:lnTo>
                    <a:lnTo>
                      <a:pt x="35445" y="12220"/>
                    </a:lnTo>
                    <a:lnTo>
                      <a:pt x="35466" y="12199"/>
                    </a:lnTo>
                    <a:lnTo>
                      <a:pt x="35549" y="12178"/>
                    </a:lnTo>
                    <a:lnTo>
                      <a:pt x="35654" y="12178"/>
                    </a:lnTo>
                    <a:lnTo>
                      <a:pt x="35717" y="12115"/>
                    </a:lnTo>
                    <a:lnTo>
                      <a:pt x="35800" y="12115"/>
                    </a:lnTo>
                    <a:lnTo>
                      <a:pt x="35863" y="12011"/>
                    </a:lnTo>
                    <a:lnTo>
                      <a:pt x="35905" y="11990"/>
                    </a:lnTo>
                    <a:lnTo>
                      <a:pt x="35926" y="12115"/>
                    </a:lnTo>
                    <a:lnTo>
                      <a:pt x="35989" y="12157"/>
                    </a:lnTo>
                    <a:lnTo>
                      <a:pt x="36072" y="12094"/>
                    </a:lnTo>
                    <a:lnTo>
                      <a:pt x="36135" y="11969"/>
                    </a:lnTo>
                    <a:lnTo>
                      <a:pt x="36240" y="11885"/>
                    </a:lnTo>
                    <a:lnTo>
                      <a:pt x="36303" y="11948"/>
                    </a:lnTo>
                    <a:lnTo>
                      <a:pt x="36303" y="11990"/>
                    </a:lnTo>
                    <a:lnTo>
                      <a:pt x="36219" y="12011"/>
                    </a:lnTo>
                    <a:lnTo>
                      <a:pt x="36177" y="12073"/>
                    </a:lnTo>
                    <a:lnTo>
                      <a:pt x="36219" y="12094"/>
                    </a:lnTo>
                    <a:lnTo>
                      <a:pt x="36219" y="12157"/>
                    </a:lnTo>
                    <a:lnTo>
                      <a:pt x="36093" y="12199"/>
                    </a:lnTo>
                    <a:lnTo>
                      <a:pt x="36072" y="12220"/>
                    </a:lnTo>
                    <a:lnTo>
                      <a:pt x="36219" y="12199"/>
                    </a:lnTo>
                    <a:lnTo>
                      <a:pt x="36240" y="12283"/>
                    </a:lnTo>
                    <a:lnTo>
                      <a:pt x="36135" y="12366"/>
                    </a:lnTo>
                    <a:lnTo>
                      <a:pt x="36177" y="12492"/>
                    </a:lnTo>
                    <a:lnTo>
                      <a:pt x="36219" y="12513"/>
                    </a:lnTo>
                    <a:lnTo>
                      <a:pt x="36282" y="12617"/>
                    </a:lnTo>
                    <a:lnTo>
                      <a:pt x="36407" y="12596"/>
                    </a:lnTo>
                    <a:lnTo>
                      <a:pt x="36428" y="12534"/>
                    </a:lnTo>
                    <a:lnTo>
                      <a:pt x="36407" y="12471"/>
                    </a:lnTo>
                    <a:lnTo>
                      <a:pt x="36407" y="12387"/>
                    </a:lnTo>
                    <a:lnTo>
                      <a:pt x="36449" y="12366"/>
                    </a:lnTo>
                    <a:lnTo>
                      <a:pt x="36595" y="12471"/>
                    </a:lnTo>
                    <a:lnTo>
                      <a:pt x="36595" y="12534"/>
                    </a:lnTo>
                    <a:lnTo>
                      <a:pt x="36533" y="12638"/>
                    </a:lnTo>
                    <a:lnTo>
                      <a:pt x="36616" y="12701"/>
                    </a:lnTo>
                    <a:lnTo>
                      <a:pt x="36637" y="12743"/>
                    </a:lnTo>
                    <a:lnTo>
                      <a:pt x="36491" y="12827"/>
                    </a:lnTo>
                    <a:lnTo>
                      <a:pt x="36449" y="12889"/>
                    </a:lnTo>
                    <a:lnTo>
                      <a:pt x="36533" y="12952"/>
                    </a:lnTo>
                    <a:lnTo>
                      <a:pt x="36763" y="12952"/>
                    </a:lnTo>
                    <a:lnTo>
                      <a:pt x="36826" y="12994"/>
                    </a:lnTo>
                    <a:lnTo>
                      <a:pt x="36826" y="13099"/>
                    </a:lnTo>
                    <a:lnTo>
                      <a:pt x="36826" y="13161"/>
                    </a:lnTo>
                    <a:lnTo>
                      <a:pt x="36867" y="13140"/>
                    </a:lnTo>
                    <a:lnTo>
                      <a:pt x="36867" y="13057"/>
                    </a:lnTo>
                    <a:lnTo>
                      <a:pt x="36930" y="12994"/>
                    </a:lnTo>
                    <a:lnTo>
                      <a:pt x="36972" y="12994"/>
                    </a:lnTo>
                    <a:lnTo>
                      <a:pt x="36972" y="13057"/>
                    </a:lnTo>
                    <a:lnTo>
                      <a:pt x="36930" y="13161"/>
                    </a:lnTo>
                    <a:lnTo>
                      <a:pt x="36930" y="13245"/>
                    </a:lnTo>
                    <a:lnTo>
                      <a:pt x="36847" y="13266"/>
                    </a:lnTo>
                    <a:lnTo>
                      <a:pt x="36805" y="13433"/>
                    </a:lnTo>
                    <a:lnTo>
                      <a:pt x="36805" y="13475"/>
                    </a:lnTo>
                    <a:lnTo>
                      <a:pt x="36867" y="13517"/>
                    </a:lnTo>
                    <a:lnTo>
                      <a:pt x="36867" y="13622"/>
                    </a:lnTo>
                    <a:lnTo>
                      <a:pt x="36826" y="13726"/>
                    </a:lnTo>
                    <a:lnTo>
                      <a:pt x="36826" y="13831"/>
                    </a:lnTo>
                    <a:lnTo>
                      <a:pt x="36847" y="13852"/>
                    </a:lnTo>
                    <a:lnTo>
                      <a:pt x="36847" y="13873"/>
                    </a:lnTo>
                    <a:lnTo>
                      <a:pt x="36826" y="14082"/>
                    </a:lnTo>
                    <a:lnTo>
                      <a:pt x="36763" y="14166"/>
                    </a:lnTo>
                    <a:lnTo>
                      <a:pt x="36826" y="14270"/>
                    </a:lnTo>
                    <a:lnTo>
                      <a:pt x="36805" y="14354"/>
                    </a:lnTo>
                    <a:lnTo>
                      <a:pt x="36637" y="14396"/>
                    </a:lnTo>
                    <a:lnTo>
                      <a:pt x="36491" y="14375"/>
                    </a:lnTo>
                    <a:lnTo>
                      <a:pt x="36428" y="14396"/>
                    </a:lnTo>
                    <a:lnTo>
                      <a:pt x="36407" y="14480"/>
                    </a:lnTo>
                    <a:lnTo>
                      <a:pt x="36198" y="14626"/>
                    </a:lnTo>
                    <a:lnTo>
                      <a:pt x="36198" y="14710"/>
                    </a:lnTo>
                    <a:lnTo>
                      <a:pt x="36344" y="14793"/>
                    </a:lnTo>
                    <a:lnTo>
                      <a:pt x="36303" y="14793"/>
                    </a:lnTo>
                    <a:lnTo>
                      <a:pt x="36219" y="14814"/>
                    </a:lnTo>
                    <a:lnTo>
                      <a:pt x="36303" y="14814"/>
                    </a:lnTo>
                    <a:lnTo>
                      <a:pt x="36177" y="14982"/>
                    </a:lnTo>
                    <a:lnTo>
                      <a:pt x="36093" y="15024"/>
                    </a:lnTo>
                    <a:lnTo>
                      <a:pt x="35884" y="15149"/>
                    </a:lnTo>
                    <a:lnTo>
                      <a:pt x="35738" y="15296"/>
                    </a:lnTo>
                    <a:lnTo>
                      <a:pt x="35675" y="15296"/>
                    </a:lnTo>
                    <a:lnTo>
                      <a:pt x="35633" y="15337"/>
                    </a:lnTo>
                    <a:lnTo>
                      <a:pt x="35591" y="15463"/>
                    </a:lnTo>
                    <a:lnTo>
                      <a:pt x="35675" y="15568"/>
                    </a:lnTo>
                    <a:lnTo>
                      <a:pt x="35696" y="15672"/>
                    </a:lnTo>
                    <a:lnTo>
                      <a:pt x="35800" y="15840"/>
                    </a:lnTo>
                    <a:lnTo>
                      <a:pt x="35842" y="16133"/>
                    </a:lnTo>
                    <a:lnTo>
                      <a:pt x="35779" y="16174"/>
                    </a:lnTo>
                    <a:lnTo>
                      <a:pt x="35738" y="16153"/>
                    </a:lnTo>
                    <a:lnTo>
                      <a:pt x="35675" y="16195"/>
                    </a:lnTo>
                    <a:lnTo>
                      <a:pt x="35654" y="16300"/>
                    </a:lnTo>
                    <a:lnTo>
                      <a:pt x="35633" y="16195"/>
                    </a:lnTo>
                    <a:lnTo>
                      <a:pt x="35633" y="16049"/>
                    </a:lnTo>
                    <a:lnTo>
                      <a:pt x="35570" y="15986"/>
                    </a:lnTo>
                    <a:lnTo>
                      <a:pt x="35466" y="16049"/>
                    </a:lnTo>
                    <a:lnTo>
                      <a:pt x="35424" y="16153"/>
                    </a:lnTo>
                    <a:lnTo>
                      <a:pt x="35319" y="16216"/>
                    </a:lnTo>
                    <a:lnTo>
                      <a:pt x="35235" y="16174"/>
                    </a:lnTo>
                    <a:lnTo>
                      <a:pt x="35256" y="16112"/>
                    </a:lnTo>
                    <a:lnTo>
                      <a:pt x="35256" y="16070"/>
                    </a:lnTo>
                    <a:lnTo>
                      <a:pt x="35047" y="16070"/>
                    </a:lnTo>
                    <a:lnTo>
                      <a:pt x="35005" y="16174"/>
                    </a:lnTo>
                    <a:lnTo>
                      <a:pt x="34922" y="16258"/>
                    </a:lnTo>
                    <a:lnTo>
                      <a:pt x="34796" y="16216"/>
                    </a:lnTo>
                    <a:lnTo>
                      <a:pt x="34712" y="16216"/>
                    </a:lnTo>
                    <a:lnTo>
                      <a:pt x="34650" y="16174"/>
                    </a:lnTo>
                    <a:lnTo>
                      <a:pt x="34587" y="16174"/>
                    </a:lnTo>
                    <a:lnTo>
                      <a:pt x="34503" y="16258"/>
                    </a:lnTo>
                    <a:lnTo>
                      <a:pt x="34357" y="16195"/>
                    </a:lnTo>
                    <a:lnTo>
                      <a:pt x="34315" y="16174"/>
                    </a:lnTo>
                    <a:lnTo>
                      <a:pt x="34231" y="16070"/>
                    </a:lnTo>
                    <a:lnTo>
                      <a:pt x="34106" y="15986"/>
                    </a:lnTo>
                    <a:lnTo>
                      <a:pt x="33980" y="15965"/>
                    </a:lnTo>
                    <a:lnTo>
                      <a:pt x="33834" y="15777"/>
                    </a:lnTo>
                    <a:lnTo>
                      <a:pt x="33813" y="15840"/>
                    </a:lnTo>
                    <a:lnTo>
                      <a:pt x="33813" y="15902"/>
                    </a:lnTo>
                    <a:lnTo>
                      <a:pt x="33792" y="15965"/>
                    </a:lnTo>
                    <a:lnTo>
                      <a:pt x="33750" y="15944"/>
                    </a:lnTo>
                    <a:lnTo>
                      <a:pt x="33708" y="15965"/>
                    </a:lnTo>
                    <a:lnTo>
                      <a:pt x="33708" y="16049"/>
                    </a:lnTo>
                    <a:lnTo>
                      <a:pt x="33771" y="16112"/>
                    </a:lnTo>
                    <a:lnTo>
                      <a:pt x="33750" y="16195"/>
                    </a:lnTo>
                    <a:lnTo>
                      <a:pt x="33687" y="16195"/>
                    </a:lnTo>
                    <a:lnTo>
                      <a:pt x="33582" y="16216"/>
                    </a:lnTo>
                    <a:lnTo>
                      <a:pt x="33499" y="16300"/>
                    </a:lnTo>
                    <a:lnTo>
                      <a:pt x="33373" y="16300"/>
                    </a:lnTo>
                    <a:lnTo>
                      <a:pt x="33290" y="16384"/>
                    </a:lnTo>
                    <a:lnTo>
                      <a:pt x="33290" y="16488"/>
                    </a:lnTo>
                    <a:lnTo>
                      <a:pt x="33206" y="16530"/>
                    </a:lnTo>
                    <a:lnTo>
                      <a:pt x="33164" y="16677"/>
                    </a:lnTo>
                    <a:lnTo>
                      <a:pt x="33248" y="16886"/>
                    </a:lnTo>
                    <a:lnTo>
                      <a:pt x="33352" y="16990"/>
                    </a:lnTo>
                    <a:lnTo>
                      <a:pt x="33394" y="16949"/>
                    </a:lnTo>
                    <a:lnTo>
                      <a:pt x="33499" y="17095"/>
                    </a:lnTo>
                    <a:lnTo>
                      <a:pt x="33478" y="17158"/>
                    </a:lnTo>
                    <a:lnTo>
                      <a:pt x="33666" y="17158"/>
                    </a:lnTo>
                    <a:lnTo>
                      <a:pt x="33771" y="17200"/>
                    </a:lnTo>
                    <a:lnTo>
                      <a:pt x="33813" y="17137"/>
                    </a:lnTo>
                    <a:lnTo>
                      <a:pt x="33917" y="17137"/>
                    </a:lnTo>
                    <a:lnTo>
                      <a:pt x="33980" y="17095"/>
                    </a:lnTo>
                    <a:lnTo>
                      <a:pt x="34106" y="17095"/>
                    </a:lnTo>
                    <a:lnTo>
                      <a:pt x="34189" y="17053"/>
                    </a:lnTo>
                    <a:lnTo>
                      <a:pt x="34273" y="17095"/>
                    </a:lnTo>
                    <a:lnTo>
                      <a:pt x="34315" y="17032"/>
                    </a:lnTo>
                    <a:lnTo>
                      <a:pt x="34315" y="16928"/>
                    </a:lnTo>
                    <a:lnTo>
                      <a:pt x="34336" y="16865"/>
                    </a:lnTo>
                    <a:lnTo>
                      <a:pt x="34398" y="16865"/>
                    </a:lnTo>
                    <a:lnTo>
                      <a:pt x="34503" y="17032"/>
                    </a:lnTo>
                    <a:lnTo>
                      <a:pt x="34587" y="17032"/>
                    </a:lnTo>
                    <a:lnTo>
                      <a:pt x="34650" y="17116"/>
                    </a:lnTo>
                    <a:lnTo>
                      <a:pt x="34796" y="17137"/>
                    </a:lnTo>
                    <a:lnTo>
                      <a:pt x="34817" y="17074"/>
                    </a:lnTo>
                    <a:lnTo>
                      <a:pt x="34901" y="16970"/>
                    </a:lnTo>
                    <a:lnTo>
                      <a:pt x="34943" y="16970"/>
                    </a:lnTo>
                    <a:lnTo>
                      <a:pt x="35026" y="16886"/>
                    </a:lnTo>
                    <a:lnTo>
                      <a:pt x="35131" y="16865"/>
                    </a:lnTo>
                    <a:lnTo>
                      <a:pt x="35110" y="16928"/>
                    </a:lnTo>
                    <a:lnTo>
                      <a:pt x="35110" y="17032"/>
                    </a:lnTo>
                    <a:lnTo>
                      <a:pt x="35026" y="17137"/>
                    </a:lnTo>
                    <a:lnTo>
                      <a:pt x="35026" y="17262"/>
                    </a:lnTo>
                    <a:lnTo>
                      <a:pt x="35131" y="17221"/>
                    </a:lnTo>
                    <a:lnTo>
                      <a:pt x="35173" y="17032"/>
                    </a:lnTo>
                    <a:lnTo>
                      <a:pt x="35215" y="17074"/>
                    </a:lnTo>
                    <a:lnTo>
                      <a:pt x="35256" y="17032"/>
                    </a:lnTo>
                    <a:lnTo>
                      <a:pt x="35340" y="17074"/>
                    </a:lnTo>
                    <a:lnTo>
                      <a:pt x="35256" y="17200"/>
                    </a:lnTo>
                    <a:lnTo>
                      <a:pt x="35277" y="17283"/>
                    </a:lnTo>
                    <a:lnTo>
                      <a:pt x="35277" y="17179"/>
                    </a:lnTo>
                    <a:lnTo>
                      <a:pt x="35466" y="17011"/>
                    </a:lnTo>
                    <a:lnTo>
                      <a:pt x="35487" y="17074"/>
                    </a:lnTo>
                    <a:lnTo>
                      <a:pt x="35361" y="17179"/>
                    </a:lnTo>
                    <a:lnTo>
                      <a:pt x="35361" y="17242"/>
                    </a:lnTo>
                    <a:lnTo>
                      <a:pt x="35445" y="17304"/>
                    </a:lnTo>
                    <a:lnTo>
                      <a:pt x="35487" y="17451"/>
                    </a:lnTo>
                    <a:lnTo>
                      <a:pt x="35487" y="17555"/>
                    </a:lnTo>
                    <a:lnTo>
                      <a:pt x="35507" y="17660"/>
                    </a:lnTo>
                    <a:lnTo>
                      <a:pt x="35612" y="17639"/>
                    </a:lnTo>
                    <a:lnTo>
                      <a:pt x="35612" y="17765"/>
                    </a:lnTo>
                    <a:lnTo>
                      <a:pt x="35675" y="17827"/>
                    </a:lnTo>
                    <a:lnTo>
                      <a:pt x="35759" y="17681"/>
                    </a:lnTo>
                    <a:lnTo>
                      <a:pt x="35717" y="17869"/>
                    </a:lnTo>
                    <a:lnTo>
                      <a:pt x="35654" y="17953"/>
                    </a:lnTo>
                    <a:lnTo>
                      <a:pt x="35759" y="18058"/>
                    </a:lnTo>
                    <a:lnTo>
                      <a:pt x="35759" y="17974"/>
                    </a:lnTo>
                    <a:lnTo>
                      <a:pt x="35800" y="17869"/>
                    </a:lnTo>
                    <a:lnTo>
                      <a:pt x="35863" y="17848"/>
                    </a:lnTo>
                    <a:lnTo>
                      <a:pt x="35863" y="17848"/>
                    </a:lnTo>
                    <a:lnTo>
                      <a:pt x="35821" y="17890"/>
                    </a:lnTo>
                    <a:lnTo>
                      <a:pt x="35863" y="18037"/>
                    </a:lnTo>
                    <a:lnTo>
                      <a:pt x="35926" y="18162"/>
                    </a:lnTo>
                    <a:lnTo>
                      <a:pt x="36093" y="18141"/>
                    </a:lnTo>
                    <a:lnTo>
                      <a:pt x="36031" y="18183"/>
                    </a:lnTo>
                    <a:lnTo>
                      <a:pt x="35821" y="18309"/>
                    </a:lnTo>
                    <a:lnTo>
                      <a:pt x="35675" y="18309"/>
                    </a:lnTo>
                    <a:lnTo>
                      <a:pt x="35654" y="18371"/>
                    </a:lnTo>
                    <a:lnTo>
                      <a:pt x="35759" y="18413"/>
                    </a:lnTo>
                    <a:lnTo>
                      <a:pt x="35759" y="18560"/>
                    </a:lnTo>
                    <a:lnTo>
                      <a:pt x="35821" y="18664"/>
                    </a:lnTo>
                    <a:lnTo>
                      <a:pt x="35905" y="18727"/>
                    </a:lnTo>
                    <a:lnTo>
                      <a:pt x="35989" y="18727"/>
                    </a:lnTo>
                    <a:lnTo>
                      <a:pt x="35989" y="18790"/>
                    </a:lnTo>
                    <a:lnTo>
                      <a:pt x="36093" y="18874"/>
                    </a:lnTo>
                    <a:lnTo>
                      <a:pt x="36156" y="18915"/>
                    </a:lnTo>
                    <a:lnTo>
                      <a:pt x="36219" y="18915"/>
                    </a:lnTo>
                    <a:lnTo>
                      <a:pt x="36407" y="19041"/>
                    </a:lnTo>
                    <a:lnTo>
                      <a:pt x="36512" y="19041"/>
                    </a:lnTo>
                    <a:lnTo>
                      <a:pt x="36512" y="19104"/>
                    </a:lnTo>
                    <a:lnTo>
                      <a:pt x="36575" y="19125"/>
                    </a:lnTo>
                    <a:lnTo>
                      <a:pt x="36595" y="19083"/>
                    </a:lnTo>
                    <a:lnTo>
                      <a:pt x="36616" y="19041"/>
                    </a:lnTo>
                    <a:lnTo>
                      <a:pt x="36721" y="19104"/>
                    </a:lnTo>
                    <a:lnTo>
                      <a:pt x="36679" y="19125"/>
                    </a:lnTo>
                    <a:lnTo>
                      <a:pt x="36616" y="19187"/>
                    </a:lnTo>
                    <a:lnTo>
                      <a:pt x="36679" y="19292"/>
                    </a:lnTo>
                    <a:lnTo>
                      <a:pt x="36742" y="19334"/>
                    </a:lnTo>
                    <a:lnTo>
                      <a:pt x="36805" y="19334"/>
                    </a:lnTo>
                    <a:lnTo>
                      <a:pt x="36805" y="19418"/>
                    </a:lnTo>
                    <a:lnTo>
                      <a:pt x="36930" y="19543"/>
                    </a:lnTo>
                    <a:lnTo>
                      <a:pt x="37014" y="19543"/>
                    </a:lnTo>
                    <a:lnTo>
                      <a:pt x="37056" y="19606"/>
                    </a:lnTo>
                    <a:lnTo>
                      <a:pt x="37098" y="19648"/>
                    </a:lnTo>
                    <a:lnTo>
                      <a:pt x="37265" y="19731"/>
                    </a:lnTo>
                    <a:lnTo>
                      <a:pt x="37328" y="19711"/>
                    </a:lnTo>
                    <a:lnTo>
                      <a:pt x="37370" y="19731"/>
                    </a:lnTo>
                    <a:lnTo>
                      <a:pt x="37453" y="19731"/>
                    </a:lnTo>
                    <a:lnTo>
                      <a:pt x="37537" y="19773"/>
                    </a:lnTo>
                    <a:lnTo>
                      <a:pt x="37558" y="19857"/>
                    </a:lnTo>
                    <a:lnTo>
                      <a:pt x="37725" y="19983"/>
                    </a:lnTo>
                    <a:lnTo>
                      <a:pt x="37788" y="19983"/>
                    </a:lnTo>
                    <a:lnTo>
                      <a:pt x="37872" y="20045"/>
                    </a:lnTo>
                    <a:lnTo>
                      <a:pt x="38060" y="20087"/>
                    </a:lnTo>
                    <a:lnTo>
                      <a:pt x="38165" y="20150"/>
                    </a:lnTo>
                    <a:lnTo>
                      <a:pt x="38269" y="20150"/>
                    </a:lnTo>
                    <a:lnTo>
                      <a:pt x="38290" y="20129"/>
                    </a:lnTo>
                    <a:lnTo>
                      <a:pt x="38290" y="20066"/>
                    </a:lnTo>
                    <a:lnTo>
                      <a:pt x="38207" y="19983"/>
                    </a:lnTo>
                    <a:lnTo>
                      <a:pt x="38165" y="19920"/>
                    </a:lnTo>
                    <a:lnTo>
                      <a:pt x="38207" y="19857"/>
                    </a:lnTo>
                    <a:lnTo>
                      <a:pt x="38290" y="19878"/>
                    </a:lnTo>
                    <a:lnTo>
                      <a:pt x="38311" y="19815"/>
                    </a:lnTo>
                    <a:lnTo>
                      <a:pt x="38290" y="19752"/>
                    </a:lnTo>
                    <a:lnTo>
                      <a:pt x="38248" y="19773"/>
                    </a:lnTo>
                    <a:lnTo>
                      <a:pt x="38207" y="19731"/>
                    </a:lnTo>
                    <a:lnTo>
                      <a:pt x="38248" y="19606"/>
                    </a:lnTo>
                    <a:lnTo>
                      <a:pt x="38207" y="19564"/>
                    </a:lnTo>
                    <a:lnTo>
                      <a:pt x="38102" y="19669"/>
                    </a:lnTo>
                    <a:lnTo>
                      <a:pt x="38102" y="19627"/>
                    </a:lnTo>
                    <a:lnTo>
                      <a:pt x="38081" y="19543"/>
                    </a:lnTo>
                    <a:lnTo>
                      <a:pt x="38018" y="19543"/>
                    </a:lnTo>
                    <a:lnTo>
                      <a:pt x="38123" y="19439"/>
                    </a:lnTo>
                    <a:lnTo>
                      <a:pt x="38102" y="19313"/>
                    </a:lnTo>
                    <a:lnTo>
                      <a:pt x="38060" y="19292"/>
                    </a:lnTo>
                    <a:lnTo>
                      <a:pt x="37956" y="19292"/>
                    </a:lnTo>
                    <a:lnTo>
                      <a:pt x="37976" y="19187"/>
                    </a:lnTo>
                    <a:lnTo>
                      <a:pt x="37935" y="19083"/>
                    </a:lnTo>
                    <a:lnTo>
                      <a:pt x="37893" y="18999"/>
                    </a:lnTo>
                    <a:lnTo>
                      <a:pt x="37788" y="18999"/>
                    </a:lnTo>
                    <a:lnTo>
                      <a:pt x="37851" y="18915"/>
                    </a:lnTo>
                    <a:lnTo>
                      <a:pt x="37767" y="18894"/>
                    </a:lnTo>
                    <a:lnTo>
                      <a:pt x="37725" y="18894"/>
                    </a:lnTo>
                    <a:lnTo>
                      <a:pt x="37746" y="18832"/>
                    </a:lnTo>
                    <a:lnTo>
                      <a:pt x="37663" y="18727"/>
                    </a:lnTo>
                    <a:lnTo>
                      <a:pt x="37663" y="18748"/>
                    </a:lnTo>
                    <a:lnTo>
                      <a:pt x="37621" y="18748"/>
                    </a:lnTo>
                    <a:lnTo>
                      <a:pt x="37621" y="18602"/>
                    </a:lnTo>
                    <a:lnTo>
                      <a:pt x="37621" y="18539"/>
                    </a:lnTo>
                    <a:lnTo>
                      <a:pt x="37621" y="18476"/>
                    </a:lnTo>
                    <a:lnTo>
                      <a:pt x="37453" y="18350"/>
                    </a:lnTo>
                    <a:lnTo>
                      <a:pt x="37432" y="18225"/>
                    </a:lnTo>
                    <a:lnTo>
                      <a:pt x="37432" y="18120"/>
                    </a:lnTo>
                    <a:lnTo>
                      <a:pt x="37516" y="18162"/>
                    </a:lnTo>
                    <a:lnTo>
                      <a:pt x="37558" y="18078"/>
                    </a:lnTo>
                    <a:lnTo>
                      <a:pt x="37663" y="18120"/>
                    </a:lnTo>
                    <a:lnTo>
                      <a:pt x="37663" y="18225"/>
                    </a:lnTo>
                    <a:lnTo>
                      <a:pt x="37746" y="18371"/>
                    </a:lnTo>
                    <a:lnTo>
                      <a:pt x="37872" y="18434"/>
                    </a:lnTo>
                    <a:lnTo>
                      <a:pt x="37935" y="18476"/>
                    </a:lnTo>
                    <a:lnTo>
                      <a:pt x="37935" y="18560"/>
                    </a:lnTo>
                    <a:lnTo>
                      <a:pt x="37976" y="18602"/>
                    </a:lnTo>
                    <a:lnTo>
                      <a:pt x="37976" y="18539"/>
                    </a:lnTo>
                    <a:lnTo>
                      <a:pt x="37935" y="18392"/>
                    </a:lnTo>
                    <a:lnTo>
                      <a:pt x="37935" y="18350"/>
                    </a:lnTo>
                    <a:lnTo>
                      <a:pt x="37976" y="18309"/>
                    </a:lnTo>
                    <a:lnTo>
                      <a:pt x="38018" y="18392"/>
                    </a:lnTo>
                    <a:lnTo>
                      <a:pt x="38018" y="18455"/>
                    </a:lnTo>
                    <a:lnTo>
                      <a:pt x="38081" y="18497"/>
                    </a:lnTo>
                    <a:lnTo>
                      <a:pt x="38123" y="18685"/>
                    </a:lnTo>
                    <a:lnTo>
                      <a:pt x="38207" y="18706"/>
                    </a:lnTo>
                    <a:lnTo>
                      <a:pt x="38207" y="18769"/>
                    </a:lnTo>
                    <a:lnTo>
                      <a:pt x="38290" y="18832"/>
                    </a:lnTo>
                    <a:lnTo>
                      <a:pt x="38374" y="19020"/>
                    </a:lnTo>
                    <a:lnTo>
                      <a:pt x="38416" y="18936"/>
                    </a:lnTo>
                    <a:lnTo>
                      <a:pt x="38395" y="18832"/>
                    </a:lnTo>
                    <a:lnTo>
                      <a:pt x="38395" y="18664"/>
                    </a:lnTo>
                    <a:lnTo>
                      <a:pt x="38416" y="18560"/>
                    </a:lnTo>
                    <a:lnTo>
                      <a:pt x="38416" y="18643"/>
                    </a:lnTo>
                    <a:lnTo>
                      <a:pt x="38479" y="18811"/>
                    </a:lnTo>
                    <a:lnTo>
                      <a:pt x="38479" y="18915"/>
                    </a:lnTo>
                    <a:lnTo>
                      <a:pt x="38479" y="18999"/>
                    </a:lnTo>
                    <a:lnTo>
                      <a:pt x="38520" y="19020"/>
                    </a:lnTo>
                    <a:lnTo>
                      <a:pt x="38604" y="19083"/>
                    </a:lnTo>
                    <a:lnTo>
                      <a:pt x="38625" y="18999"/>
                    </a:lnTo>
                    <a:lnTo>
                      <a:pt x="38583" y="18957"/>
                    </a:lnTo>
                    <a:lnTo>
                      <a:pt x="38583" y="18894"/>
                    </a:lnTo>
                    <a:lnTo>
                      <a:pt x="38667" y="18915"/>
                    </a:lnTo>
                    <a:lnTo>
                      <a:pt x="38688" y="19020"/>
                    </a:lnTo>
                    <a:lnTo>
                      <a:pt x="38688" y="19104"/>
                    </a:lnTo>
                    <a:lnTo>
                      <a:pt x="38709" y="19125"/>
                    </a:lnTo>
                    <a:lnTo>
                      <a:pt x="38709" y="19062"/>
                    </a:lnTo>
                    <a:lnTo>
                      <a:pt x="38772" y="19020"/>
                    </a:lnTo>
                    <a:lnTo>
                      <a:pt x="38772" y="19187"/>
                    </a:lnTo>
                    <a:lnTo>
                      <a:pt x="38813" y="19271"/>
                    </a:lnTo>
                    <a:lnTo>
                      <a:pt x="38897" y="19271"/>
                    </a:lnTo>
                    <a:lnTo>
                      <a:pt x="38939" y="19208"/>
                    </a:lnTo>
                    <a:lnTo>
                      <a:pt x="38939" y="19313"/>
                    </a:lnTo>
                    <a:lnTo>
                      <a:pt x="38918" y="19376"/>
                    </a:lnTo>
                    <a:lnTo>
                      <a:pt x="38981" y="19543"/>
                    </a:lnTo>
                    <a:lnTo>
                      <a:pt x="39023" y="19627"/>
                    </a:lnTo>
                    <a:lnTo>
                      <a:pt x="39127" y="19627"/>
                    </a:lnTo>
                    <a:lnTo>
                      <a:pt x="39127" y="19543"/>
                    </a:lnTo>
                    <a:lnTo>
                      <a:pt x="39106" y="19522"/>
                    </a:lnTo>
                    <a:lnTo>
                      <a:pt x="39106" y="19397"/>
                    </a:lnTo>
                    <a:lnTo>
                      <a:pt x="39044" y="19187"/>
                    </a:lnTo>
                    <a:lnTo>
                      <a:pt x="39127" y="19187"/>
                    </a:lnTo>
                    <a:lnTo>
                      <a:pt x="39169" y="19271"/>
                    </a:lnTo>
                    <a:lnTo>
                      <a:pt x="39274" y="19292"/>
                    </a:lnTo>
                    <a:lnTo>
                      <a:pt x="39316" y="19271"/>
                    </a:lnTo>
                    <a:lnTo>
                      <a:pt x="39253" y="19166"/>
                    </a:lnTo>
                    <a:lnTo>
                      <a:pt x="39295" y="19083"/>
                    </a:lnTo>
                    <a:lnTo>
                      <a:pt x="39295" y="18894"/>
                    </a:lnTo>
                    <a:lnTo>
                      <a:pt x="39211" y="18706"/>
                    </a:lnTo>
                    <a:lnTo>
                      <a:pt x="39232" y="18560"/>
                    </a:lnTo>
                    <a:lnTo>
                      <a:pt x="39232" y="18392"/>
                    </a:lnTo>
                    <a:lnTo>
                      <a:pt x="39253" y="18560"/>
                    </a:lnTo>
                    <a:lnTo>
                      <a:pt x="39232" y="18664"/>
                    </a:lnTo>
                    <a:lnTo>
                      <a:pt x="39253" y="18790"/>
                    </a:lnTo>
                    <a:lnTo>
                      <a:pt x="39420" y="18957"/>
                    </a:lnTo>
                    <a:lnTo>
                      <a:pt x="39441" y="18894"/>
                    </a:lnTo>
                    <a:lnTo>
                      <a:pt x="39420" y="18769"/>
                    </a:lnTo>
                    <a:lnTo>
                      <a:pt x="39462" y="18664"/>
                    </a:lnTo>
                    <a:lnTo>
                      <a:pt x="39462" y="18497"/>
                    </a:lnTo>
                    <a:lnTo>
                      <a:pt x="39546" y="18455"/>
                    </a:lnTo>
                    <a:lnTo>
                      <a:pt x="39525" y="18434"/>
                    </a:lnTo>
                    <a:lnTo>
                      <a:pt x="39399" y="18246"/>
                    </a:lnTo>
                    <a:lnTo>
                      <a:pt x="39357" y="18120"/>
                    </a:lnTo>
                    <a:lnTo>
                      <a:pt x="39316" y="18078"/>
                    </a:lnTo>
                    <a:lnTo>
                      <a:pt x="39336" y="18016"/>
                    </a:lnTo>
                    <a:lnTo>
                      <a:pt x="39253" y="17869"/>
                    </a:lnTo>
                    <a:lnTo>
                      <a:pt x="39190" y="17786"/>
                    </a:lnTo>
                    <a:lnTo>
                      <a:pt x="39316" y="17765"/>
                    </a:lnTo>
                    <a:lnTo>
                      <a:pt x="39336" y="17723"/>
                    </a:lnTo>
                    <a:lnTo>
                      <a:pt x="39420" y="17639"/>
                    </a:lnTo>
                    <a:lnTo>
                      <a:pt x="39357" y="17576"/>
                    </a:lnTo>
                    <a:lnTo>
                      <a:pt x="39295" y="17618"/>
                    </a:lnTo>
                    <a:lnTo>
                      <a:pt x="39148" y="17639"/>
                    </a:lnTo>
                    <a:lnTo>
                      <a:pt x="39106" y="17597"/>
                    </a:lnTo>
                    <a:lnTo>
                      <a:pt x="39127" y="17555"/>
                    </a:lnTo>
                    <a:lnTo>
                      <a:pt x="39148" y="17514"/>
                    </a:lnTo>
                    <a:lnTo>
                      <a:pt x="39232" y="17430"/>
                    </a:lnTo>
                    <a:lnTo>
                      <a:pt x="39253" y="17325"/>
                    </a:lnTo>
                    <a:lnTo>
                      <a:pt x="39211" y="17242"/>
                    </a:lnTo>
                    <a:lnTo>
                      <a:pt x="39148" y="17242"/>
                    </a:lnTo>
                    <a:lnTo>
                      <a:pt x="39148" y="17304"/>
                    </a:lnTo>
                    <a:lnTo>
                      <a:pt x="39106" y="17388"/>
                    </a:lnTo>
                    <a:lnTo>
                      <a:pt x="39106" y="17304"/>
                    </a:lnTo>
                    <a:lnTo>
                      <a:pt x="39085" y="17325"/>
                    </a:lnTo>
                    <a:lnTo>
                      <a:pt x="38939" y="17346"/>
                    </a:lnTo>
                    <a:lnTo>
                      <a:pt x="38918" y="17304"/>
                    </a:lnTo>
                    <a:lnTo>
                      <a:pt x="39002" y="17242"/>
                    </a:lnTo>
                    <a:lnTo>
                      <a:pt x="39023" y="17200"/>
                    </a:lnTo>
                    <a:lnTo>
                      <a:pt x="38981" y="17137"/>
                    </a:lnTo>
                    <a:lnTo>
                      <a:pt x="38939" y="17032"/>
                    </a:lnTo>
                    <a:lnTo>
                      <a:pt x="38876" y="16990"/>
                    </a:lnTo>
                    <a:lnTo>
                      <a:pt x="38813" y="17011"/>
                    </a:lnTo>
                    <a:lnTo>
                      <a:pt x="38813" y="17116"/>
                    </a:lnTo>
                    <a:lnTo>
                      <a:pt x="38792" y="17179"/>
                    </a:lnTo>
                    <a:lnTo>
                      <a:pt x="38772" y="17137"/>
                    </a:lnTo>
                    <a:lnTo>
                      <a:pt x="38772" y="17011"/>
                    </a:lnTo>
                    <a:lnTo>
                      <a:pt x="38730" y="16928"/>
                    </a:lnTo>
                    <a:lnTo>
                      <a:pt x="38688" y="16928"/>
                    </a:lnTo>
                    <a:lnTo>
                      <a:pt x="38709" y="16865"/>
                    </a:lnTo>
                    <a:lnTo>
                      <a:pt x="38667" y="16865"/>
                    </a:lnTo>
                    <a:lnTo>
                      <a:pt x="38667" y="16823"/>
                    </a:lnTo>
                    <a:lnTo>
                      <a:pt x="38688" y="16823"/>
                    </a:lnTo>
                    <a:lnTo>
                      <a:pt x="38667" y="16760"/>
                    </a:lnTo>
                    <a:lnTo>
                      <a:pt x="38604" y="16718"/>
                    </a:lnTo>
                    <a:lnTo>
                      <a:pt x="38625" y="16677"/>
                    </a:lnTo>
                    <a:lnTo>
                      <a:pt x="38730" y="16677"/>
                    </a:lnTo>
                    <a:lnTo>
                      <a:pt x="38792" y="16656"/>
                    </a:lnTo>
                    <a:lnTo>
                      <a:pt x="38730" y="16593"/>
                    </a:lnTo>
                    <a:lnTo>
                      <a:pt x="38625" y="16593"/>
                    </a:lnTo>
                    <a:lnTo>
                      <a:pt x="38583" y="16572"/>
                    </a:lnTo>
                    <a:lnTo>
                      <a:pt x="38625" y="16488"/>
                    </a:lnTo>
                    <a:lnTo>
                      <a:pt x="38730" y="16446"/>
                    </a:lnTo>
                    <a:lnTo>
                      <a:pt x="38730" y="16405"/>
                    </a:lnTo>
                    <a:lnTo>
                      <a:pt x="38688" y="16363"/>
                    </a:lnTo>
                    <a:lnTo>
                      <a:pt x="38520" y="16363"/>
                    </a:lnTo>
                    <a:lnTo>
                      <a:pt x="38500" y="16405"/>
                    </a:lnTo>
                    <a:lnTo>
                      <a:pt x="38458" y="16488"/>
                    </a:lnTo>
                    <a:lnTo>
                      <a:pt x="38248" y="16530"/>
                    </a:lnTo>
                    <a:lnTo>
                      <a:pt x="38353" y="16467"/>
                    </a:lnTo>
                    <a:lnTo>
                      <a:pt x="38500" y="16321"/>
                    </a:lnTo>
                    <a:lnTo>
                      <a:pt x="38562" y="16216"/>
                    </a:lnTo>
                    <a:lnTo>
                      <a:pt x="38562" y="16174"/>
                    </a:lnTo>
                    <a:lnTo>
                      <a:pt x="38458" y="16174"/>
                    </a:lnTo>
                    <a:lnTo>
                      <a:pt x="38395" y="16153"/>
                    </a:lnTo>
                    <a:lnTo>
                      <a:pt x="38458" y="16091"/>
                    </a:lnTo>
                    <a:lnTo>
                      <a:pt x="38416" y="16049"/>
                    </a:lnTo>
                    <a:lnTo>
                      <a:pt x="38374" y="16070"/>
                    </a:lnTo>
                    <a:lnTo>
                      <a:pt x="38374" y="15986"/>
                    </a:lnTo>
                    <a:lnTo>
                      <a:pt x="38416" y="15923"/>
                    </a:lnTo>
                    <a:lnTo>
                      <a:pt x="38416" y="15819"/>
                    </a:lnTo>
                    <a:lnTo>
                      <a:pt x="38290" y="15777"/>
                    </a:lnTo>
                    <a:lnTo>
                      <a:pt x="38207" y="15756"/>
                    </a:lnTo>
                    <a:lnTo>
                      <a:pt x="38081" y="15756"/>
                    </a:lnTo>
                    <a:lnTo>
                      <a:pt x="38039" y="15693"/>
                    </a:lnTo>
                    <a:lnTo>
                      <a:pt x="38165" y="15693"/>
                    </a:lnTo>
                    <a:lnTo>
                      <a:pt x="38269" y="15672"/>
                    </a:lnTo>
                    <a:lnTo>
                      <a:pt x="38311" y="15630"/>
                    </a:lnTo>
                    <a:lnTo>
                      <a:pt x="38374" y="15693"/>
                    </a:lnTo>
                    <a:lnTo>
                      <a:pt x="38395" y="15756"/>
                    </a:lnTo>
                    <a:lnTo>
                      <a:pt x="38500" y="15756"/>
                    </a:lnTo>
                    <a:lnTo>
                      <a:pt x="38604" y="15798"/>
                    </a:lnTo>
                    <a:lnTo>
                      <a:pt x="38625" y="15881"/>
                    </a:lnTo>
                    <a:lnTo>
                      <a:pt x="38604" y="15965"/>
                    </a:lnTo>
                    <a:lnTo>
                      <a:pt x="38625" y="16049"/>
                    </a:lnTo>
                    <a:lnTo>
                      <a:pt x="38730" y="16174"/>
                    </a:lnTo>
                    <a:lnTo>
                      <a:pt x="38772" y="16174"/>
                    </a:lnTo>
                    <a:lnTo>
                      <a:pt x="38792" y="16070"/>
                    </a:lnTo>
                    <a:lnTo>
                      <a:pt x="38834" y="16133"/>
                    </a:lnTo>
                    <a:lnTo>
                      <a:pt x="38981" y="16153"/>
                    </a:lnTo>
                    <a:lnTo>
                      <a:pt x="39023" y="16133"/>
                    </a:lnTo>
                    <a:lnTo>
                      <a:pt x="39023" y="16070"/>
                    </a:lnTo>
                    <a:lnTo>
                      <a:pt x="38981" y="16049"/>
                    </a:lnTo>
                    <a:lnTo>
                      <a:pt x="38981" y="15965"/>
                    </a:lnTo>
                    <a:lnTo>
                      <a:pt x="38939" y="15861"/>
                    </a:lnTo>
                    <a:lnTo>
                      <a:pt x="38876" y="15777"/>
                    </a:lnTo>
                    <a:lnTo>
                      <a:pt x="38792" y="15756"/>
                    </a:lnTo>
                    <a:lnTo>
                      <a:pt x="38813" y="15672"/>
                    </a:lnTo>
                    <a:lnTo>
                      <a:pt x="38813" y="15589"/>
                    </a:lnTo>
                    <a:lnTo>
                      <a:pt x="38772" y="15547"/>
                    </a:lnTo>
                    <a:lnTo>
                      <a:pt x="38792" y="15526"/>
                    </a:lnTo>
                    <a:lnTo>
                      <a:pt x="38834" y="15547"/>
                    </a:lnTo>
                    <a:lnTo>
                      <a:pt x="38876" y="15651"/>
                    </a:lnTo>
                    <a:lnTo>
                      <a:pt x="38918" y="15693"/>
                    </a:lnTo>
                    <a:lnTo>
                      <a:pt x="39002" y="15672"/>
                    </a:lnTo>
                    <a:lnTo>
                      <a:pt x="38981" y="15651"/>
                    </a:lnTo>
                    <a:lnTo>
                      <a:pt x="39002" y="15630"/>
                    </a:lnTo>
                    <a:lnTo>
                      <a:pt x="39085" y="15651"/>
                    </a:lnTo>
                    <a:lnTo>
                      <a:pt x="39044" y="15547"/>
                    </a:lnTo>
                    <a:lnTo>
                      <a:pt x="39002" y="15442"/>
                    </a:lnTo>
                    <a:lnTo>
                      <a:pt x="38897" y="15379"/>
                    </a:lnTo>
                    <a:lnTo>
                      <a:pt x="39002" y="15379"/>
                    </a:lnTo>
                    <a:lnTo>
                      <a:pt x="39044" y="15442"/>
                    </a:lnTo>
                    <a:lnTo>
                      <a:pt x="39106" y="15484"/>
                    </a:lnTo>
                    <a:lnTo>
                      <a:pt x="39190" y="15463"/>
                    </a:lnTo>
                    <a:lnTo>
                      <a:pt x="39148" y="15421"/>
                    </a:lnTo>
                    <a:lnTo>
                      <a:pt x="39148" y="15337"/>
                    </a:lnTo>
                    <a:lnTo>
                      <a:pt x="39190" y="15337"/>
                    </a:lnTo>
                    <a:lnTo>
                      <a:pt x="39232" y="15379"/>
                    </a:lnTo>
                    <a:lnTo>
                      <a:pt x="39295" y="15421"/>
                    </a:lnTo>
                    <a:lnTo>
                      <a:pt x="39295" y="15463"/>
                    </a:lnTo>
                    <a:lnTo>
                      <a:pt x="39232" y="15484"/>
                    </a:lnTo>
                    <a:lnTo>
                      <a:pt x="39232" y="15589"/>
                    </a:lnTo>
                    <a:lnTo>
                      <a:pt x="39232" y="15630"/>
                    </a:lnTo>
                    <a:lnTo>
                      <a:pt x="39295" y="15630"/>
                    </a:lnTo>
                    <a:lnTo>
                      <a:pt x="39336" y="15651"/>
                    </a:lnTo>
                    <a:lnTo>
                      <a:pt x="39336" y="15693"/>
                    </a:lnTo>
                    <a:lnTo>
                      <a:pt x="39295" y="15735"/>
                    </a:lnTo>
                    <a:lnTo>
                      <a:pt x="39253" y="15777"/>
                    </a:lnTo>
                    <a:lnTo>
                      <a:pt x="39316" y="15798"/>
                    </a:lnTo>
                    <a:lnTo>
                      <a:pt x="39357" y="15777"/>
                    </a:lnTo>
                    <a:lnTo>
                      <a:pt x="39399" y="15798"/>
                    </a:lnTo>
                    <a:lnTo>
                      <a:pt x="39357" y="15881"/>
                    </a:lnTo>
                    <a:lnTo>
                      <a:pt x="39399" y="15944"/>
                    </a:lnTo>
                    <a:lnTo>
                      <a:pt x="39441" y="15965"/>
                    </a:lnTo>
                    <a:lnTo>
                      <a:pt x="39525" y="15944"/>
                    </a:lnTo>
                    <a:lnTo>
                      <a:pt x="39734" y="15798"/>
                    </a:lnTo>
                    <a:lnTo>
                      <a:pt x="39818" y="15672"/>
                    </a:lnTo>
                    <a:lnTo>
                      <a:pt x="39818" y="15756"/>
                    </a:lnTo>
                    <a:lnTo>
                      <a:pt x="39755" y="15798"/>
                    </a:lnTo>
                    <a:lnTo>
                      <a:pt x="39734" y="15861"/>
                    </a:lnTo>
                    <a:lnTo>
                      <a:pt x="39629" y="15902"/>
                    </a:lnTo>
                    <a:lnTo>
                      <a:pt x="39462" y="16070"/>
                    </a:lnTo>
                    <a:lnTo>
                      <a:pt x="39462" y="16112"/>
                    </a:lnTo>
                    <a:lnTo>
                      <a:pt x="39546" y="16153"/>
                    </a:lnTo>
                    <a:lnTo>
                      <a:pt x="39650" y="16112"/>
                    </a:lnTo>
                    <a:lnTo>
                      <a:pt x="39818" y="16007"/>
                    </a:lnTo>
                    <a:lnTo>
                      <a:pt x="39880" y="16007"/>
                    </a:lnTo>
                    <a:lnTo>
                      <a:pt x="40027" y="15965"/>
                    </a:lnTo>
                    <a:lnTo>
                      <a:pt x="40069" y="15881"/>
                    </a:lnTo>
                    <a:lnTo>
                      <a:pt x="40132" y="15861"/>
                    </a:lnTo>
                    <a:lnTo>
                      <a:pt x="40236" y="15777"/>
                    </a:lnTo>
                    <a:lnTo>
                      <a:pt x="40278" y="15777"/>
                    </a:lnTo>
                    <a:lnTo>
                      <a:pt x="40278" y="15840"/>
                    </a:lnTo>
                    <a:lnTo>
                      <a:pt x="40236" y="15861"/>
                    </a:lnTo>
                    <a:lnTo>
                      <a:pt x="40152" y="15965"/>
                    </a:lnTo>
                    <a:lnTo>
                      <a:pt x="40090" y="16070"/>
                    </a:lnTo>
                    <a:lnTo>
                      <a:pt x="40027" y="16112"/>
                    </a:lnTo>
                    <a:lnTo>
                      <a:pt x="39943" y="16195"/>
                    </a:lnTo>
                    <a:lnTo>
                      <a:pt x="39839" y="16216"/>
                    </a:lnTo>
                    <a:lnTo>
                      <a:pt x="39776" y="16258"/>
                    </a:lnTo>
                    <a:lnTo>
                      <a:pt x="39713" y="16384"/>
                    </a:lnTo>
                    <a:lnTo>
                      <a:pt x="39713" y="16426"/>
                    </a:lnTo>
                    <a:lnTo>
                      <a:pt x="39734" y="16467"/>
                    </a:lnTo>
                    <a:lnTo>
                      <a:pt x="39776" y="16426"/>
                    </a:lnTo>
                    <a:lnTo>
                      <a:pt x="39860" y="16426"/>
                    </a:lnTo>
                    <a:lnTo>
                      <a:pt x="39943" y="16467"/>
                    </a:lnTo>
                    <a:lnTo>
                      <a:pt x="39860" y="16488"/>
                    </a:lnTo>
                    <a:lnTo>
                      <a:pt x="39776" y="16509"/>
                    </a:lnTo>
                    <a:lnTo>
                      <a:pt x="39734" y="16551"/>
                    </a:lnTo>
                    <a:lnTo>
                      <a:pt x="39734" y="16593"/>
                    </a:lnTo>
                    <a:lnTo>
                      <a:pt x="39776" y="16614"/>
                    </a:lnTo>
                    <a:lnTo>
                      <a:pt x="39860" y="16593"/>
                    </a:lnTo>
                    <a:lnTo>
                      <a:pt x="39922" y="16572"/>
                    </a:lnTo>
                    <a:lnTo>
                      <a:pt x="39839" y="16677"/>
                    </a:lnTo>
                    <a:lnTo>
                      <a:pt x="39755" y="16698"/>
                    </a:lnTo>
                    <a:lnTo>
                      <a:pt x="39734" y="16739"/>
                    </a:lnTo>
                    <a:lnTo>
                      <a:pt x="39755" y="16781"/>
                    </a:lnTo>
                    <a:lnTo>
                      <a:pt x="39839" y="16802"/>
                    </a:lnTo>
                    <a:lnTo>
                      <a:pt x="39922" y="16781"/>
                    </a:lnTo>
                    <a:lnTo>
                      <a:pt x="39985" y="16781"/>
                    </a:lnTo>
                    <a:lnTo>
                      <a:pt x="40027" y="16802"/>
                    </a:lnTo>
                    <a:lnTo>
                      <a:pt x="39964" y="16823"/>
                    </a:lnTo>
                    <a:lnTo>
                      <a:pt x="39964" y="16865"/>
                    </a:lnTo>
                    <a:lnTo>
                      <a:pt x="39860" y="16907"/>
                    </a:lnTo>
                    <a:lnTo>
                      <a:pt x="39839" y="16970"/>
                    </a:lnTo>
                    <a:lnTo>
                      <a:pt x="39860" y="17032"/>
                    </a:lnTo>
                    <a:lnTo>
                      <a:pt x="39922" y="17116"/>
                    </a:lnTo>
                    <a:lnTo>
                      <a:pt x="39922" y="17200"/>
                    </a:lnTo>
                    <a:lnTo>
                      <a:pt x="39943" y="17221"/>
                    </a:lnTo>
                    <a:lnTo>
                      <a:pt x="39985" y="17137"/>
                    </a:lnTo>
                    <a:lnTo>
                      <a:pt x="40048" y="17032"/>
                    </a:lnTo>
                    <a:lnTo>
                      <a:pt x="40090" y="16990"/>
                    </a:lnTo>
                    <a:lnTo>
                      <a:pt x="40132" y="16990"/>
                    </a:lnTo>
                    <a:lnTo>
                      <a:pt x="40090" y="17032"/>
                    </a:lnTo>
                    <a:lnTo>
                      <a:pt x="40090" y="17095"/>
                    </a:lnTo>
                    <a:lnTo>
                      <a:pt x="40048" y="17116"/>
                    </a:lnTo>
                    <a:lnTo>
                      <a:pt x="40048" y="17137"/>
                    </a:lnTo>
                    <a:lnTo>
                      <a:pt x="40090" y="17200"/>
                    </a:lnTo>
                    <a:lnTo>
                      <a:pt x="40069" y="17242"/>
                    </a:lnTo>
                    <a:lnTo>
                      <a:pt x="40132" y="17304"/>
                    </a:lnTo>
                    <a:lnTo>
                      <a:pt x="40152" y="17304"/>
                    </a:lnTo>
                    <a:lnTo>
                      <a:pt x="40173" y="17242"/>
                    </a:lnTo>
                    <a:lnTo>
                      <a:pt x="40257" y="17221"/>
                    </a:lnTo>
                    <a:lnTo>
                      <a:pt x="40278" y="17221"/>
                    </a:lnTo>
                    <a:lnTo>
                      <a:pt x="40278" y="17283"/>
                    </a:lnTo>
                    <a:lnTo>
                      <a:pt x="40236" y="17325"/>
                    </a:lnTo>
                    <a:lnTo>
                      <a:pt x="40236" y="17346"/>
                    </a:lnTo>
                    <a:lnTo>
                      <a:pt x="40278" y="17388"/>
                    </a:lnTo>
                    <a:lnTo>
                      <a:pt x="40278" y="17430"/>
                    </a:lnTo>
                    <a:lnTo>
                      <a:pt x="40299" y="17451"/>
                    </a:lnTo>
                    <a:lnTo>
                      <a:pt x="40299" y="17514"/>
                    </a:lnTo>
                    <a:lnTo>
                      <a:pt x="40362" y="17534"/>
                    </a:lnTo>
                    <a:lnTo>
                      <a:pt x="40383" y="17493"/>
                    </a:lnTo>
                    <a:lnTo>
                      <a:pt x="40487" y="17451"/>
                    </a:lnTo>
                    <a:lnTo>
                      <a:pt x="40508" y="17388"/>
                    </a:lnTo>
                    <a:lnTo>
                      <a:pt x="40508" y="17325"/>
                    </a:lnTo>
                    <a:lnTo>
                      <a:pt x="40445" y="17242"/>
                    </a:lnTo>
                    <a:lnTo>
                      <a:pt x="40466" y="17242"/>
                    </a:lnTo>
                    <a:lnTo>
                      <a:pt x="40508" y="17283"/>
                    </a:lnTo>
                    <a:lnTo>
                      <a:pt x="40550" y="17283"/>
                    </a:lnTo>
                    <a:lnTo>
                      <a:pt x="40550" y="17221"/>
                    </a:lnTo>
                    <a:lnTo>
                      <a:pt x="40508" y="17137"/>
                    </a:lnTo>
                    <a:lnTo>
                      <a:pt x="40508" y="17095"/>
                    </a:lnTo>
                    <a:lnTo>
                      <a:pt x="40571" y="17074"/>
                    </a:lnTo>
                    <a:lnTo>
                      <a:pt x="40571" y="16990"/>
                    </a:lnTo>
                    <a:lnTo>
                      <a:pt x="40571" y="16928"/>
                    </a:lnTo>
                    <a:lnTo>
                      <a:pt x="40508" y="16928"/>
                    </a:lnTo>
                    <a:lnTo>
                      <a:pt x="40466" y="16886"/>
                    </a:lnTo>
                    <a:lnTo>
                      <a:pt x="40466" y="16865"/>
                    </a:lnTo>
                    <a:lnTo>
                      <a:pt x="40487" y="16886"/>
                    </a:lnTo>
                    <a:lnTo>
                      <a:pt x="40571" y="16907"/>
                    </a:lnTo>
                    <a:lnTo>
                      <a:pt x="40613" y="16865"/>
                    </a:lnTo>
                    <a:lnTo>
                      <a:pt x="40592" y="16802"/>
                    </a:lnTo>
                    <a:lnTo>
                      <a:pt x="40550" y="16802"/>
                    </a:lnTo>
                    <a:lnTo>
                      <a:pt x="40508" y="16781"/>
                    </a:lnTo>
                    <a:lnTo>
                      <a:pt x="40592" y="16781"/>
                    </a:lnTo>
                    <a:lnTo>
                      <a:pt x="40655" y="16718"/>
                    </a:lnTo>
                    <a:lnTo>
                      <a:pt x="40655" y="16572"/>
                    </a:lnTo>
                    <a:lnTo>
                      <a:pt x="40676" y="16509"/>
                    </a:lnTo>
                    <a:lnTo>
                      <a:pt x="40696" y="16572"/>
                    </a:lnTo>
                    <a:lnTo>
                      <a:pt x="40696" y="16656"/>
                    </a:lnTo>
                    <a:lnTo>
                      <a:pt x="40717" y="16718"/>
                    </a:lnTo>
                    <a:lnTo>
                      <a:pt x="40696" y="16802"/>
                    </a:lnTo>
                    <a:lnTo>
                      <a:pt x="40759" y="16823"/>
                    </a:lnTo>
                    <a:lnTo>
                      <a:pt x="40822" y="16802"/>
                    </a:lnTo>
                    <a:lnTo>
                      <a:pt x="40864" y="16760"/>
                    </a:lnTo>
                    <a:lnTo>
                      <a:pt x="40906" y="16718"/>
                    </a:lnTo>
                    <a:lnTo>
                      <a:pt x="40906" y="16823"/>
                    </a:lnTo>
                    <a:lnTo>
                      <a:pt x="40927" y="16865"/>
                    </a:lnTo>
                    <a:lnTo>
                      <a:pt x="40989" y="16865"/>
                    </a:lnTo>
                    <a:lnTo>
                      <a:pt x="41010" y="16823"/>
                    </a:lnTo>
                    <a:lnTo>
                      <a:pt x="41010" y="16698"/>
                    </a:lnTo>
                    <a:lnTo>
                      <a:pt x="41010" y="16593"/>
                    </a:lnTo>
                    <a:lnTo>
                      <a:pt x="40969" y="16572"/>
                    </a:lnTo>
                    <a:lnTo>
                      <a:pt x="40927" y="16551"/>
                    </a:lnTo>
                    <a:lnTo>
                      <a:pt x="41010" y="16572"/>
                    </a:lnTo>
                    <a:lnTo>
                      <a:pt x="41094" y="16614"/>
                    </a:lnTo>
                    <a:lnTo>
                      <a:pt x="41115" y="16698"/>
                    </a:lnTo>
                    <a:lnTo>
                      <a:pt x="41178" y="16698"/>
                    </a:lnTo>
                    <a:lnTo>
                      <a:pt x="41199" y="16656"/>
                    </a:lnTo>
                    <a:lnTo>
                      <a:pt x="41199" y="16509"/>
                    </a:lnTo>
                    <a:lnTo>
                      <a:pt x="41136" y="16446"/>
                    </a:lnTo>
                    <a:lnTo>
                      <a:pt x="41031" y="16363"/>
                    </a:lnTo>
                    <a:lnTo>
                      <a:pt x="41010" y="16300"/>
                    </a:lnTo>
                    <a:lnTo>
                      <a:pt x="41031" y="16300"/>
                    </a:lnTo>
                    <a:lnTo>
                      <a:pt x="41094" y="16363"/>
                    </a:lnTo>
                    <a:lnTo>
                      <a:pt x="41199" y="16446"/>
                    </a:lnTo>
                    <a:lnTo>
                      <a:pt x="41220" y="16509"/>
                    </a:lnTo>
                    <a:lnTo>
                      <a:pt x="41387" y="16509"/>
                    </a:lnTo>
                    <a:lnTo>
                      <a:pt x="41408" y="16446"/>
                    </a:lnTo>
                    <a:lnTo>
                      <a:pt x="41387" y="16384"/>
                    </a:lnTo>
                    <a:lnTo>
                      <a:pt x="41324" y="16363"/>
                    </a:lnTo>
                    <a:lnTo>
                      <a:pt x="41282" y="16300"/>
                    </a:lnTo>
                    <a:lnTo>
                      <a:pt x="41178" y="16300"/>
                    </a:lnTo>
                    <a:lnTo>
                      <a:pt x="41115" y="16258"/>
                    </a:lnTo>
                    <a:lnTo>
                      <a:pt x="41136" y="16153"/>
                    </a:lnTo>
                    <a:lnTo>
                      <a:pt x="41178" y="16195"/>
                    </a:lnTo>
                    <a:lnTo>
                      <a:pt x="41241" y="16258"/>
                    </a:lnTo>
                    <a:lnTo>
                      <a:pt x="41324" y="16258"/>
                    </a:lnTo>
                    <a:lnTo>
                      <a:pt x="41345" y="16195"/>
                    </a:lnTo>
                    <a:lnTo>
                      <a:pt x="41324" y="16133"/>
                    </a:lnTo>
                    <a:lnTo>
                      <a:pt x="41282" y="16091"/>
                    </a:lnTo>
                    <a:lnTo>
                      <a:pt x="41282" y="16049"/>
                    </a:lnTo>
                    <a:lnTo>
                      <a:pt x="41324" y="16028"/>
                    </a:lnTo>
                    <a:lnTo>
                      <a:pt x="41345" y="16049"/>
                    </a:lnTo>
                    <a:lnTo>
                      <a:pt x="41429" y="16091"/>
                    </a:lnTo>
                    <a:lnTo>
                      <a:pt x="41429" y="16153"/>
                    </a:lnTo>
                    <a:lnTo>
                      <a:pt x="41408" y="16237"/>
                    </a:lnTo>
                    <a:lnTo>
                      <a:pt x="41513" y="16258"/>
                    </a:lnTo>
                    <a:lnTo>
                      <a:pt x="41617" y="16279"/>
                    </a:lnTo>
                    <a:lnTo>
                      <a:pt x="41701" y="16258"/>
                    </a:lnTo>
                    <a:lnTo>
                      <a:pt x="41764" y="16258"/>
                    </a:lnTo>
                    <a:lnTo>
                      <a:pt x="41826" y="16174"/>
                    </a:lnTo>
                    <a:lnTo>
                      <a:pt x="41826" y="16133"/>
                    </a:lnTo>
                    <a:lnTo>
                      <a:pt x="41638" y="16133"/>
                    </a:lnTo>
                    <a:lnTo>
                      <a:pt x="41617" y="16091"/>
                    </a:lnTo>
                    <a:lnTo>
                      <a:pt x="41659" y="16049"/>
                    </a:lnTo>
                    <a:lnTo>
                      <a:pt x="41743" y="16070"/>
                    </a:lnTo>
                    <a:lnTo>
                      <a:pt x="41805" y="16049"/>
                    </a:lnTo>
                    <a:lnTo>
                      <a:pt x="41764" y="15986"/>
                    </a:lnTo>
                    <a:lnTo>
                      <a:pt x="41722" y="15965"/>
                    </a:lnTo>
                    <a:lnTo>
                      <a:pt x="41743" y="15944"/>
                    </a:lnTo>
                    <a:lnTo>
                      <a:pt x="41722" y="15881"/>
                    </a:lnTo>
                    <a:lnTo>
                      <a:pt x="41659" y="15861"/>
                    </a:lnTo>
                    <a:lnTo>
                      <a:pt x="41596" y="15881"/>
                    </a:lnTo>
                    <a:lnTo>
                      <a:pt x="41638" y="15819"/>
                    </a:lnTo>
                    <a:lnTo>
                      <a:pt x="41701" y="15756"/>
                    </a:lnTo>
                    <a:lnTo>
                      <a:pt x="41722" y="15777"/>
                    </a:lnTo>
                    <a:lnTo>
                      <a:pt x="41764" y="15819"/>
                    </a:lnTo>
                    <a:lnTo>
                      <a:pt x="41826" y="15881"/>
                    </a:lnTo>
                    <a:lnTo>
                      <a:pt x="41826" y="15965"/>
                    </a:lnTo>
                    <a:lnTo>
                      <a:pt x="41952" y="15965"/>
                    </a:lnTo>
                    <a:lnTo>
                      <a:pt x="42015" y="15944"/>
                    </a:lnTo>
                    <a:lnTo>
                      <a:pt x="42036" y="15923"/>
                    </a:lnTo>
                    <a:lnTo>
                      <a:pt x="42015" y="15840"/>
                    </a:lnTo>
                    <a:lnTo>
                      <a:pt x="41931" y="15777"/>
                    </a:lnTo>
                    <a:lnTo>
                      <a:pt x="41931" y="15714"/>
                    </a:lnTo>
                    <a:lnTo>
                      <a:pt x="41910" y="15651"/>
                    </a:lnTo>
                    <a:lnTo>
                      <a:pt x="41805" y="15651"/>
                    </a:lnTo>
                    <a:lnTo>
                      <a:pt x="41847" y="15547"/>
                    </a:lnTo>
                    <a:lnTo>
                      <a:pt x="41805" y="15463"/>
                    </a:lnTo>
                    <a:lnTo>
                      <a:pt x="41701" y="15463"/>
                    </a:lnTo>
                    <a:lnTo>
                      <a:pt x="41743" y="15400"/>
                    </a:lnTo>
                    <a:lnTo>
                      <a:pt x="41722" y="15358"/>
                    </a:lnTo>
                    <a:lnTo>
                      <a:pt x="41596" y="15442"/>
                    </a:lnTo>
                    <a:lnTo>
                      <a:pt x="41533" y="15526"/>
                    </a:lnTo>
                    <a:lnTo>
                      <a:pt x="41554" y="15651"/>
                    </a:lnTo>
                    <a:lnTo>
                      <a:pt x="41533" y="15651"/>
                    </a:lnTo>
                    <a:lnTo>
                      <a:pt x="41492" y="15609"/>
                    </a:lnTo>
                    <a:lnTo>
                      <a:pt x="41492" y="15442"/>
                    </a:lnTo>
                    <a:lnTo>
                      <a:pt x="41450" y="15421"/>
                    </a:lnTo>
                    <a:lnTo>
                      <a:pt x="41408" y="15442"/>
                    </a:lnTo>
                    <a:lnTo>
                      <a:pt x="41408" y="15526"/>
                    </a:lnTo>
                    <a:lnTo>
                      <a:pt x="41324" y="15651"/>
                    </a:lnTo>
                    <a:lnTo>
                      <a:pt x="41282" y="15714"/>
                    </a:lnTo>
                    <a:lnTo>
                      <a:pt x="41282" y="15714"/>
                    </a:lnTo>
                    <a:lnTo>
                      <a:pt x="41303" y="15630"/>
                    </a:lnTo>
                    <a:lnTo>
                      <a:pt x="41303" y="15505"/>
                    </a:lnTo>
                    <a:lnTo>
                      <a:pt x="41387" y="15358"/>
                    </a:lnTo>
                    <a:lnTo>
                      <a:pt x="41387" y="15296"/>
                    </a:lnTo>
                    <a:lnTo>
                      <a:pt x="41282" y="15317"/>
                    </a:lnTo>
                    <a:lnTo>
                      <a:pt x="41178" y="15442"/>
                    </a:lnTo>
                    <a:lnTo>
                      <a:pt x="41178" y="15505"/>
                    </a:lnTo>
                    <a:lnTo>
                      <a:pt x="41094" y="15568"/>
                    </a:lnTo>
                    <a:lnTo>
                      <a:pt x="41010" y="15568"/>
                    </a:lnTo>
                    <a:lnTo>
                      <a:pt x="41010" y="15505"/>
                    </a:lnTo>
                    <a:lnTo>
                      <a:pt x="41073" y="15400"/>
                    </a:lnTo>
                    <a:lnTo>
                      <a:pt x="41199" y="15337"/>
                    </a:lnTo>
                    <a:lnTo>
                      <a:pt x="41241" y="15233"/>
                    </a:lnTo>
                    <a:lnTo>
                      <a:pt x="41303" y="15149"/>
                    </a:lnTo>
                    <a:lnTo>
                      <a:pt x="41345" y="15149"/>
                    </a:lnTo>
                    <a:lnTo>
                      <a:pt x="41429" y="15086"/>
                    </a:lnTo>
                    <a:lnTo>
                      <a:pt x="41450" y="15024"/>
                    </a:lnTo>
                    <a:lnTo>
                      <a:pt x="41387" y="15003"/>
                    </a:lnTo>
                    <a:lnTo>
                      <a:pt x="41282" y="15086"/>
                    </a:lnTo>
                    <a:lnTo>
                      <a:pt x="41199" y="15149"/>
                    </a:lnTo>
                    <a:lnTo>
                      <a:pt x="41115" y="15191"/>
                    </a:lnTo>
                    <a:lnTo>
                      <a:pt x="41010" y="15296"/>
                    </a:lnTo>
                    <a:lnTo>
                      <a:pt x="41073" y="15191"/>
                    </a:lnTo>
                    <a:lnTo>
                      <a:pt x="41136" y="15086"/>
                    </a:lnTo>
                    <a:lnTo>
                      <a:pt x="41115" y="15086"/>
                    </a:lnTo>
                    <a:lnTo>
                      <a:pt x="41010" y="15107"/>
                    </a:lnTo>
                    <a:lnTo>
                      <a:pt x="40969" y="15149"/>
                    </a:lnTo>
                    <a:lnTo>
                      <a:pt x="40801" y="15128"/>
                    </a:lnTo>
                    <a:lnTo>
                      <a:pt x="40696" y="15128"/>
                    </a:lnTo>
                    <a:lnTo>
                      <a:pt x="40655" y="15086"/>
                    </a:lnTo>
                    <a:lnTo>
                      <a:pt x="40759" y="15086"/>
                    </a:lnTo>
                    <a:lnTo>
                      <a:pt x="40969" y="15024"/>
                    </a:lnTo>
                    <a:lnTo>
                      <a:pt x="40864" y="14982"/>
                    </a:lnTo>
                    <a:lnTo>
                      <a:pt x="40780" y="14919"/>
                    </a:lnTo>
                    <a:lnTo>
                      <a:pt x="40864" y="14919"/>
                    </a:lnTo>
                    <a:lnTo>
                      <a:pt x="40927" y="14898"/>
                    </a:lnTo>
                    <a:lnTo>
                      <a:pt x="40885" y="14793"/>
                    </a:lnTo>
                    <a:lnTo>
                      <a:pt x="40801" y="14773"/>
                    </a:lnTo>
                    <a:lnTo>
                      <a:pt x="40801" y="14731"/>
                    </a:lnTo>
                    <a:lnTo>
                      <a:pt x="40885" y="14689"/>
                    </a:lnTo>
                    <a:lnTo>
                      <a:pt x="40885" y="14605"/>
                    </a:lnTo>
                    <a:lnTo>
                      <a:pt x="40864" y="14480"/>
                    </a:lnTo>
                    <a:lnTo>
                      <a:pt x="40822" y="14417"/>
                    </a:lnTo>
                    <a:lnTo>
                      <a:pt x="40696" y="14480"/>
                    </a:lnTo>
                    <a:lnTo>
                      <a:pt x="40655" y="14521"/>
                    </a:lnTo>
                    <a:lnTo>
                      <a:pt x="40592" y="14501"/>
                    </a:lnTo>
                    <a:lnTo>
                      <a:pt x="40571" y="14521"/>
                    </a:lnTo>
                    <a:lnTo>
                      <a:pt x="40550" y="14501"/>
                    </a:lnTo>
                    <a:lnTo>
                      <a:pt x="40592" y="14417"/>
                    </a:lnTo>
                    <a:lnTo>
                      <a:pt x="40613" y="14312"/>
                    </a:lnTo>
                    <a:lnTo>
                      <a:pt x="40759" y="14291"/>
                    </a:lnTo>
                    <a:lnTo>
                      <a:pt x="40801" y="14249"/>
                    </a:lnTo>
                    <a:lnTo>
                      <a:pt x="40801" y="14103"/>
                    </a:lnTo>
                    <a:lnTo>
                      <a:pt x="40780" y="14061"/>
                    </a:lnTo>
                    <a:lnTo>
                      <a:pt x="40696" y="14145"/>
                    </a:lnTo>
                    <a:lnTo>
                      <a:pt x="40571" y="14249"/>
                    </a:lnTo>
                    <a:lnTo>
                      <a:pt x="40508" y="14312"/>
                    </a:lnTo>
                    <a:lnTo>
                      <a:pt x="40445" y="14375"/>
                    </a:lnTo>
                    <a:lnTo>
                      <a:pt x="40445" y="14480"/>
                    </a:lnTo>
                    <a:lnTo>
                      <a:pt x="40445" y="14563"/>
                    </a:lnTo>
                    <a:lnTo>
                      <a:pt x="40278" y="14291"/>
                    </a:lnTo>
                    <a:lnTo>
                      <a:pt x="40278" y="14187"/>
                    </a:lnTo>
                    <a:lnTo>
                      <a:pt x="40278" y="14082"/>
                    </a:lnTo>
                    <a:lnTo>
                      <a:pt x="40341" y="13998"/>
                    </a:lnTo>
                    <a:lnTo>
                      <a:pt x="40424" y="13873"/>
                    </a:lnTo>
                    <a:lnTo>
                      <a:pt x="40466" y="13789"/>
                    </a:lnTo>
                    <a:lnTo>
                      <a:pt x="40424" y="13768"/>
                    </a:lnTo>
                    <a:lnTo>
                      <a:pt x="40362" y="13831"/>
                    </a:lnTo>
                    <a:lnTo>
                      <a:pt x="40299" y="13894"/>
                    </a:lnTo>
                    <a:lnTo>
                      <a:pt x="40299" y="13936"/>
                    </a:lnTo>
                    <a:lnTo>
                      <a:pt x="40194" y="13977"/>
                    </a:lnTo>
                    <a:lnTo>
                      <a:pt x="40152" y="14061"/>
                    </a:lnTo>
                    <a:lnTo>
                      <a:pt x="40152" y="14103"/>
                    </a:lnTo>
                    <a:lnTo>
                      <a:pt x="40069" y="14249"/>
                    </a:lnTo>
                    <a:lnTo>
                      <a:pt x="40027" y="14270"/>
                    </a:lnTo>
                    <a:lnTo>
                      <a:pt x="40027" y="14187"/>
                    </a:lnTo>
                    <a:lnTo>
                      <a:pt x="40069" y="14082"/>
                    </a:lnTo>
                    <a:lnTo>
                      <a:pt x="40173" y="13894"/>
                    </a:lnTo>
                    <a:lnTo>
                      <a:pt x="40215" y="13852"/>
                    </a:lnTo>
                    <a:lnTo>
                      <a:pt x="40194" y="13768"/>
                    </a:lnTo>
                    <a:lnTo>
                      <a:pt x="40111" y="13768"/>
                    </a:lnTo>
                    <a:lnTo>
                      <a:pt x="40048" y="13852"/>
                    </a:lnTo>
                    <a:lnTo>
                      <a:pt x="40048" y="13936"/>
                    </a:lnTo>
                    <a:lnTo>
                      <a:pt x="40006" y="13957"/>
                    </a:lnTo>
                    <a:lnTo>
                      <a:pt x="40006" y="13873"/>
                    </a:lnTo>
                    <a:lnTo>
                      <a:pt x="40069" y="13747"/>
                    </a:lnTo>
                    <a:lnTo>
                      <a:pt x="40090" y="13685"/>
                    </a:lnTo>
                    <a:lnTo>
                      <a:pt x="40048" y="13622"/>
                    </a:lnTo>
                    <a:lnTo>
                      <a:pt x="39943" y="13580"/>
                    </a:lnTo>
                    <a:lnTo>
                      <a:pt x="39964" y="13559"/>
                    </a:lnTo>
                    <a:lnTo>
                      <a:pt x="39901" y="13517"/>
                    </a:lnTo>
                    <a:lnTo>
                      <a:pt x="39776" y="13517"/>
                    </a:lnTo>
                    <a:lnTo>
                      <a:pt x="39692" y="13538"/>
                    </a:lnTo>
                    <a:lnTo>
                      <a:pt x="39734" y="13454"/>
                    </a:lnTo>
                    <a:lnTo>
                      <a:pt x="39818" y="13433"/>
                    </a:lnTo>
                    <a:lnTo>
                      <a:pt x="39713" y="13413"/>
                    </a:lnTo>
                    <a:lnTo>
                      <a:pt x="39567" y="13413"/>
                    </a:lnTo>
                    <a:lnTo>
                      <a:pt x="39504" y="13517"/>
                    </a:lnTo>
                    <a:lnTo>
                      <a:pt x="39504" y="13433"/>
                    </a:lnTo>
                    <a:lnTo>
                      <a:pt x="39671" y="13350"/>
                    </a:lnTo>
                    <a:lnTo>
                      <a:pt x="39818" y="13329"/>
                    </a:lnTo>
                    <a:lnTo>
                      <a:pt x="39860" y="13371"/>
                    </a:lnTo>
                    <a:lnTo>
                      <a:pt x="39964" y="13392"/>
                    </a:lnTo>
                    <a:lnTo>
                      <a:pt x="39985" y="13350"/>
                    </a:lnTo>
                    <a:lnTo>
                      <a:pt x="40027" y="13266"/>
                    </a:lnTo>
                    <a:lnTo>
                      <a:pt x="39943" y="13266"/>
                    </a:lnTo>
                    <a:lnTo>
                      <a:pt x="39839" y="13245"/>
                    </a:lnTo>
                    <a:lnTo>
                      <a:pt x="39734" y="13182"/>
                    </a:lnTo>
                    <a:lnTo>
                      <a:pt x="39650" y="13182"/>
                    </a:lnTo>
                    <a:lnTo>
                      <a:pt x="39650" y="13287"/>
                    </a:lnTo>
                    <a:lnTo>
                      <a:pt x="39608" y="13287"/>
                    </a:lnTo>
                    <a:lnTo>
                      <a:pt x="39608" y="13245"/>
                    </a:lnTo>
                    <a:lnTo>
                      <a:pt x="39629" y="13182"/>
                    </a:lnTo>
                    <a:lnTo>
                      <a:pt x="39629" y="13140"/>
                    </a:lnTo>
                    <a:lnTo>
                      <a:pt x="39525" y="13140"/>
                    </a:lnTo>
                    <a:lnTo>
                      <a:pt x="39525" y="13182"/>
                    </a:lnTo>
                    <a:lnTo>
                      <a:pt x="39462" y="13224"/>
                    </a:lnTo>
                    <a:lnTo>
                      <a:pt x="39441" y="13161"/>
                    </a:lnTo>
                    <a:lnTo>
                      <a:pt x="39441" y="13078"/>
                    </a:lnTo>
                    <a:lnTo>
                      <a:pt x="39399" y="13057"/>
                    </a:lnTo>
                    <a:lnTo>
                      <a:pt x="39357" y="13078"/>
                    </a:lnTo>
                    <a:lnTo>
                      <a:pt x="39316" y="13036"/>
                    </a:lnTo>
                    <a:lnTo>
                      <a:pt x="39232" y="12994"/>
                    </a:lnTo>
                    <a:lnTo>
                      <a:pt x="39148" y="12994"/>
                    </a:lnTo>
                    <a:lnTo>
                      <a:pt x="39232" y="12910"/>
                    </a:lnTo>
                    <a:lnTo>
                      <a:pt x="39295" y="12868"/>
                    </a:lnTo>
                    <a:lnTo>
                      <a:pt x="39441" y="12973"/>
                    </a:lnTo>
                    <a:lnTo>
                      <a:pt x="39504" y="12973"/>
                    </a:lnTo>
                    <a:lnTo>
                      <a:pt x="39462" y="12931"/>
                    </a:lnTo>
                    <a:lnTo>
                      <a:pt x="39169" y="12764"/>
                    </a:lnTo>
                    <a:lnTo>
                      <a:pt x="39044" y="12743"/>
                    </a:lnTo>
                    <a:lnTo>
                      <a:pt x="39023" y="12722"/>
                    </a:lnTo>
                    <a:lnTo>
                      <a:pt x="39106" y="12722"/>
                    </a:lnTo>
                    <a:lnTo>
                      <a:pt x="39316" y="12806"/>
                    </a:lnTo>
                    <a:lnTo>
                      <a:pt x="39441" y="12806"/>
                    </a:lnTo>
                    <a:lnTo>
                      <a:pt x="39650" y="12848"/>
                    </a:lnTo>
                    <a:lnTo>
                      <a:pt x="39692" y="12848"/>
                    </a:lnTo>
                    <a:lnTo>
                      <a:pt x="39671" y="12806"/>
                    </a:lnTo>
                    <a:lnTo>
                      <a:pt x="39671" y="12722"/>
                    </a:lnTo>
                    <a:lnTo>
                      <a:pt x="39629" y="12659"/>
                    </a:lnTo>
                    <a:lnTo>
                      <a:pt x="39546" y="12638"/>
                    </a:lnTo>
                    <a:lnTo>
                      <a:pt x="39462" y="12596"/>
                    </a:lnTo>
                    <a:lnTo>
                      <a:pt x="39483" y="12555"/>
                    </a:lnTo>
                    <a:lnTo>
                      <a:pt x="39546" y="12555"/>
                    </a:lnTo>
                    <a:lnTo>
                      <a:pt x="39567" y="12617"/>
                    </a:lnTo>
                    <a:lnTo>
                      <a:pt x="39629" y="12638"/>
                    </a:lnTo>
                    <a:lnTo>
                      <a:pt x="39671" y="12617"/>
                    </a:lnTo>
                    <a:lnTo>
                      <a:pt x="39776" y="12617"/>
                    </a:lnTo>
                    <a:lnTo>
                      <a:pt x="39797" y="12596"/>
                    </a:lnTo>
                    <a:lnTo>
                      <a:pt x="39797" y="12534"/>
                    </a:lnTo>
                    <a:lnTo>
                      <a:pt x="39734" y="12513"/>
                    </a:lnTo>
                    <a:lnTo>
                      <a:pt x="39734" y="12450"/>
                    </a:lnTo>
                    <a:lnTo>
                      <a:pt x="39671" y="12387"/>
                    </a:lnTo>
                    <a:lnTo>
                      <a:pt x="39588" y="12408"/>
                    </a:lnTo>
                    <a:lnTo>
                      <a:pt x="39525" y="12450"/>
                    </a:lnTo>
                    <a:lnTo>
                      <a:pt x="39378" y="12450"/>
                    </a:lnTo>
                    <a:lnTo>
                      <a:pt x="39357" y="12513"/>
                    </a:lnTo>
                    <a:lnTo>
                      <a:pt x="39316" y="12513"/>
                    </a:lnTo>
                    <a:lnTo>
                      <a:pt x="39274" y="12429"/>
                    </a:lnTo>
                    <a:lnTo>
                      <a:pt x="39378" y="12387"/>
                    </a:lnTo>
                    <a:lnTo>
                      <a:pt x="39525" y="12387"/>
                    </a:lnTo>
                    <a:lnTo>
                      <a:pt x="39567" y="12345"/>
                    </a:lnTo>
                    <a:lnTo>
                      <a:pt x="39692" y="12345"/>
                    </a:lnTo>
                    <a:lnTo>
                      <a:pt x="39734" y="12304"/>
                    </a:lnTo>
                    <a:lnTo>
                      <a:pt x="39650" y="12283"/>
                    </a:lnTo>
                    <a:lnTo>
                      <a:pt x="39546" y="12241"/>
                    </a:lnTo>
                    <a:lnTo>
                      <a:pt x="39525" y="12199"/>
                    </a:lnTo>
                    <a:lnTo>
                      <a:pt x="39588" y="12241"/>
                    </a:lnTo>
                    <a:lnTo>
                      <a:pt x="39776" y="12241"/>
                    </a:lnTo>
                    <a:lnTo>
                      <a:pt x="39839" y="12283"/>
                    </a:lnTo>
                    <a:lnTo>
                      <a:pt x="39964" y="12429"/>
                    </a:lnTo>
                    <a:lnTo>
                      <a:pt x="40048" y="12450"/>
                    </a:lnTo>
                    <a:lnTo>
                      <a:pt x="40090" y="12429"/>
                    </a:lnTo>
                    <a:lnTo>
                      <a:pt x="40111" y="12492"/>
                    </a:lnTo>
                    <a:lnTo>
                      <a:pt x="40173" y="12513"/>
                    </a:lnTo>
                    <a:lnTo>
                      <a:pt x="40215" y="12450"/>
                    </a:lnTo>
                    <a:lnTo>
                      <a:pt x="40278" y="12450"/>
                    </a:lnTo>
                    <a:lnTo>
                      <a:pt x="40320" y="12555"/>
                    </a:lnTo>
                    <a:lnTo>
                      <a:pt x="40404" y="12555"/>
                    </a:lnTo>
                    <a:lnTo>
                      <a:pt x="40466" y="12534"/>
                    </a:lnTo>
                    <a:lnTo>
                      <a:pt x="40466" y="12408"/>
                    </a:lnTo>
                    <a:lnTo>
                      <a:pt x="40404" y="12324"/>
                    </a:lnTo>
                    <a:lnTo>
                      <a:pt x="40383" y="12241"/>
                    </a:lnTo>
                    <a:lnTo>
                      <a:pt x="40278" y="12199"/>
                    </a:lnTo>
                    <a:lnTo>
                      <a:pt x="40194" y="12136"/>
                    </a:lnTo>
                    <a:lnTo>
                      <a:pt x="40152" y="12115"/>
                    </a:lnTo>
                    <a:lnTo>
                      <a:pt x="40090" y="12136"/>
                    </a:lnTo>
                    <a:lnTo>
                      <a:pt x="40048" y="12178"/>
                    </a:lnTo>
                    <a:lnTo>
                      <a:pt x="39964" y="12115"/>
                    </a:lnTo>
                    <a:lnTo>
                      <a:pt x="39797" y="11990"/>
                    </a:lnTo>
                    <a:lnTo>
                      <a:pt x="39692" y="11969"/>
                    </a:lnTo>
                    <a:lnTo>
                      <a:pt x="39483" y="11990"/>
                    </a:lnTo>
                    <a:lnTo>
                      <a:pt x="39420" y="11969"/>
                    </a:lnTo>
                    <a:lnTo>
                      <a:pt x="39588" y="11927"/>
                    </a:lnTo>
                    <a:lnTo>
                      <a:pt x="39671" y="11864"/>
                    </a:lnTo>
                    <a:lnTo>
                      <a:pt x="39755" y="11864"/>
                    </a:lnTo>
                    <a:lnTo>
                      <a:pt x="39776" y="11885"/>
                    </a:lnTo>
                    <a:lnTo>
                      <a:pt x="39860" y="11885"/>
                    </a:lnTo>
                    <a:lnTo>
                      <a:pt x="39943" y="11822"/>
                    </a:lnTo>
                    <a:lnTo>
                      <a:pt x="40006" y="11780"/>
                    </a:lnTo>
                    <a:lnTo>
                      <a:pt x="40173" y="11780"/>
                    </a:lnTo>
                    <a:lnTo>
                      <a:pt x="40257" y="11822"/>
                    </a:lnTo>
                    <a:lnTo>
                      <a:pt x="40383" y="11822"/>
                    </a:lnTo>
                    <a:lnTo>
                      <a:pt x="40424" y="11760"/>
                    </a:lnTo>
                    <a:lnTo>
                      <a:pt x="40466" y="11676"/>
                    </a:lnTo>
                    <a:lnTo>
                      <a:pt x="40404" y="11592"/>
                    </a:lnTo>
                    <a:lnTo>
                      <a:pt x="40383" y="11467"/>
                    </a:lnTo>
                    <a:lnTo>
                      <a:pt x="40278" y="11236"/>
                    </a:lnTo>
                    <a:lnTo>
                      <a:pt x="40257" y="11090"/>
                    </a:lnTo>
                    <a:lnTo>
                      <a:pt x="40194" y="11132"/>
                    </a:lnTo>
                    <a:lnTo>
                      <a:pt x="40173" y="11090"/>
                    </a:lnTo>
                    <a:lnTo>
                      <a:pt x="40090" y="11132"/>
                    </a:lnTo>
                    <a:lnTo>
                      <a:pt x="40090" y="11174"/>
                    </a:lnTo>
                    <a:lnTo>
                      <a:pt x="40048" y="11278"/>
                    </a:lnTo>
                    <a:lnTo>
                      <a:pt x="40069" y="11299"/>
                    </a:lnTo>
                    <a:lnTo>
                      <a:pt x="40069" y="11383"/>
                    </a:lnTo>
                    <a:lnTo>
                      <a:pt x="40006" y="11404"/>
                    </a:lnTo>
                    <a:lnTo>
                      <a:pt x="39901" y="11467"/>
                    </a:lnTo>
                    <a:lnTo>
                      <a:pt x="39839" y="11550"/>
                    </a:lnTo>
                    <a:lnTo>
                      <a:pt x="39734" y="11508"/>
                    </a:lnTo>
                    <a:lnTo>
                      <a:pt x="39650" y="11488"/>
                    </a:lnTo>
                    <a:lnTo>
                      <a:pt x="39546" y="11508"/>
                    </a:lnTo>
                    <a:lnTo>
                      <a:pt x="39462" y="11613"/>
                    </a:lnTo>
                    <a:lnTo>
                      <a:pt x="39357" y="11718"/>
                    </a:lnTo>
                    <a:lnTo>
                      <a:pt x="39316" y="11697"/>
                    </a:lnTo>
                    <a:lnTo>
                      <a:pt x="39232" y="11676"/>
                    </a:lnTo>
                    <a:lnTo>
                      <a:pt x="39127" y="11697"/>
                    </a:lnTo>
                    <a:lnTo>
                      <a:pt x="39085" y="11697"/>
                    </a:lnTo>
                    <a:lnTo>
                      <a:pt x="39190" y="11592"/>
                    </a:lnTo>
                    <a:lnTo>
                      <a:pt x="39232" y="11571"/>
                    </a:lnTo>
                    <a:lnTo>
                      <a:pt x="39316" y="11613"/>
                    </a:lnTo>
                    <a:lnTo>
                      <a:pt x="39420" y="11571"/>
                    </a:lnTo>
                    <a:lnTo>
                      <a:pt x="39462" y="11467"/>
                    </a:lnTo>
                    <a:lnTo>
                      <a:pt x="39546" y="11404"/>
                    </a:lnTo>
                    <a:lnTo>
                      <a:pt x="39588" y="11404"/>
                    </a:lnTo>
                    <a:lnTo>
                      <a:pt x="39692" y="11362"/>
                    </a:lnTo>
                    <a:lnTo>
                      <a:pt x="39776" y="11299"/>
                    </a:lnTo>
                    <a:lnTo>
                      <a:pt x="39776" y="11174"/>
                    </a:lnTo>
                    <a:lnTo>
                      <a:pt x="39776" y="11132"/>
                    </a:lnTo>
                    <a:lnTo>
                      <a:pt x="39692" y="11132"/>
                    </a:lnTo>
                    <a:lnTo>
                      <a:pt x="39629" y="11153"/>
                    </a:lnTo>
                    <a:lnTo>
                      <a:pt x="39546" y="11132"/>
                    </a:lnTo>
                    <a:lnTo>
                      <a:pt x="39420" y="11132"/>
                    </a:lnTo>
                    <a:lnTo>
                      <a:pt x="39253" y="11278"/>
                    </a:lnTo>
                    <a:lnTo>
                      <a:pt x="39148" y="11383"/>
                    </a:lnTo>
                    <a:lnTo>
                      <a:pt x="38960" y="11404"/>
                    </a:lnTo>
                    <a:lnTo>
                      <a:pt x="39023" y="11362"/>
                    </a:lnTo>
                    <a:lnTo>
                      <a:pt x="39148" y="11341"/>
                    </a:lnTo>
                    <a:lnTo>
                      <a:pt x="39169" y="11257"/>
                    </a:lnTo>
                    <a:lnTo>
                      <a:pt x="39127" y="11236"/>
                    </a:lnTo>
                    <a:lnTo>
                      <a:pt x="39023" y="11236"/>
                    </a:lnTo>
                    <a:lnTo>
                      <a:pt x="39190" y="11153"/>
                    </a:lnTo>
                    <a:lnTo>
                      <a:pt x="39295" y="11153"/>
                    </a:lnTo>
                    <a:lnTo>
                      <a:pt x="39441" y="11048"/>
                    </a:lnTo>
                    <a:lnTo>
                      <a:pt x="39567" y="11048"/>
                    </a:lnTo>
                    <a:lnTo>
                      <a:pt x="39650" y="11027"/>
                    </a:lnTo>
                    <a:lnTo>
                      <a:pt x="39839" y="11027"/>
                    </a:lnTo>
                    <a:lnTo>
                      <a:pt x="39922" y="10944"/>
                    </a:lnTo>
                    <a:lnTo>
                      <a:pt x="39964" y="10881"/>
                    </a:lnTo>
                    <a:lnTo>
                      <a:pt x="39985" y="10839"/>
                    </a:lnTo>
                    <a:lnTo>
                      <a:pt x="40069" y="10818"/>
                    </a:lnTo>
                    <a:lnTo>
                      <a:pt x="40069" y="10923"/>
                    </a:lnTo>
                    <a:lnTo>
                      <a:pt x="40132" y="10944"/>
                    </a:lnTo>
                    <a:lnTo>
                      <a:pt x="40236" y="10839"/>
                    </a:lnTo>
                    <a:lnTo>
                      <a:pt x="40257" y="10734"/>
                    </a:lnTo>
                    <a:lnTo>
                      <a:pt x="40236" y="10672"/>
                    </a:lnTo>
                    <a:lnTo>
                      <a:pt x="40152" y="10630"/>
                    </a:lnTo>
                    <a:lnTo>
                      <a:pt x="40090" y="10525"/>
                    </a:lnTo>
                    <a:lnTo>
                      <a:pt x="39964" y="10400"/>
                    </a:lnTo>
                    <a:lnTo>
                      <a:pt x="39922" y="10295"/>
                    </a:lnTo>
                    <a:lnTo>
                      <a:pt x="39839" y="10295"/>
                    </a:lnTo>
                    <a:lnTo>
                      <a:pt x="39755" y="10337"/>
                    </a:lnTo>
                    <a:lnTo>
                      <a:pt x="39713" y="10400"/>
                    </a:lnTo>
                    <a:lnTo>
                      <a:pt x="39629" y="10420"/>
                    </a:lnTo>
                    <a:lnTo>
                      <a:pt x="39525" y="10504"/>
                    </a:lnTo>
                    <a:lnTo>
                      <a:pt x="39420" y="10504"/>
                    </a:lnTo>
                    <a:lnTo>
                      <a:pt x="39336" y="10567"/>
                    </a:lnTo>
                    <a:lnTo>
                      <a:pt x="39316" y="10546"/>
                    </a:lnTo>
                    <a:lnTo>
                      <a:pt x="39336" y="10441"/>
                    </a:lnTo>
                    <a:lnTo>
                      <a:pt x="39420" y="10400"/>
                    </a:lnTo>
                    <a:lnTo>
                      <a:pt x="39525" y="10400"/>
                    </a:lnTo>
                    <a:lnTo>
                      <a:pt x="39650" y="10253"/>
                    </a:lnTo>
                    <a:lnTo>
                      <a:pt x="39713" y="10190"/>
                    </a:lnTo>
                    <a:lnTo>
                      <a:pt x="39713" y="10127"/>
                    </a:lnTo>
                    <a:lnTo>
                      <a:pt x="39629" y="10148"/>
                    </a:lnTo>
                    <a:lnTo>
                      <a:pt x="39462" y="10211"/>
                    </a:lnTo>
                    <a:lnTo>
                      <a:pt x="39316" y="10316"/>
                    </a:lnTo>
                    <a:lnTo>
                      <a:pt x="39253" y="10316"/>
                    </a:lnTo>
                    <a:lnTo>
                      <a:pt x="39211" y="10358"/>
                    </a:lnTo>
                    <a:lnTo>
                      <a:pt x="39169" y="10441"/>
                    </a:lnTo>
                    <a:lnTo>
                      <a:pt x="39106" y="10630"/>
                    </a:lnTo>
                    <a:lnTo>
                      <a:pt x="38918" y="10839"/>
                    </a:lnTo>
                    <a:lnTo>
                      <a:pt x="38730" y="10944"/>
                    </a:lnTo>
                    <a:lnTo>
                      <a:pt x="38730" y="10923"/>
                    </a:lnTo>
                    <a:lnTo>
                      <a:pt x="38813" y="10839"/>
                    </a:lnTo>
                    <a:lnTo>
                      <a:pt x="38939" y="10713"/>
                    </a:lnTo>
                    <a:lnTo>
                      <a:pt x="39023" y="10567"/>
                    </a:lnTo>
                    <a:lnTo>
                      <a:pt x="39064" y="10525"/>
                    </a:lnTo>
                    <a:lnTo>
                      <a:pt x="39064" y="10462"/>
                    </a:lnTo>
                    <a:lnTo>
                      <a:pt x="39023" y="10462"/>
                    </a:lnTo>
                    <a:lnTo>
                      <a:pt x="39002" y="10441"/>
                    </a:lnTo>
                    <a:lnTo>
                      <a:pt x="38939" y="10462"/>
                    </a:lnTo>
                    <a:lnTo>
                      <a:pt x="38855" y="10609"/>
                    </a:lnTo>
                    <a:lnTo>
                      <a:pt x="38730" y="10734"/>
                    </a:lnTo>
                    <a:lnTo>
                      <a:pt x="38688" y="10734"/>
                    </a:lnTo>
                    <a:lnTo>
                      <a:pt x="38709" y="10651"/>
                    </a:lnTo>
                    <a:lnTo>
                      <a:pt x="38730" y="10567"/>
                    </a:lnTo>
                    <a:lnTo>
                      <a:pt x="38834" y="10462"/>
                    </a:lnTo>
                    <a:lnTo>
                      <a:pt x="38876" y="10400"/>
                    </a:lnTo>
                    <a:lnTo>
                      <a:pt x="38918" y="10316"/>
                    </a:lnTo>
                    <a:lnTo>
                      <a:pt x="39002" y="10316"/>
                    </a:lnTo>
                    <a:lnTo>
                      <a:pt x="39044" y="10337"/>
                    </a:lnTo>
                    <a:lnTo>
                      <a:pt x="39148" y="10337"/>
                    </a:lnTo>
                    <a:lnTo>
                      <a:pt x="39190" y="10295"/>
                    </a:lnTo>
                    <a:lnTo>
                      <a:pt x="39253" y="10211"/>
                    </a:lnTo>
                    <a:lnTo>
                      <a:pt x="39357" y="10148"/>
                    </a:lnTo>
                    <a:lnTo>
                      <a:pt x="39462" y="10023"/>
                    </a:lnTo>
                    <a:lnTo>
                      <a:pt x="39525" y="9918"/>
                    </a:lnTo>
                    <a:lnTo>
                      <a:pt x="39483" y="9814"/>
                    </a:lnTo>
                    <a:lnTo>
                      <a:pt x="39525" y="9730"/>
                    </a:lnTo>
                    <a:lnTo>
                      <a:pt x="39483" y="9709"/>
                    </a:lnTo>
                    <a:lnTo>
                      <a:pt x="39336" y="9793"/>
                    </a:lnTo>
                    <a:lnTo>
                      <a:pt x="39274" y="9876"/>
                    </a:lnTo>
                    <a:lnTo>
                      <a:pt x="39274" y="9981"/>
                    </a:lnTo>
                    <a:lnTo>
                      <a:pt x="39253" y="10107"/>
                    </a:lnTo>
                    <a:lnTo>
                      <a:pt x="39211" y="10127"/>
                    </a:lnTo>
                    <a:lnTo>
                      <a:pt x="39232" y="10086"/>
                    </a:lnTo>
                    <a:lnTo>
                      <a:pt x="39232" y="10023"/>
                    </a:lnTo>
                    <a:lnTo>
                      <a:pt x="39148" y="9981"/>
                    </a:lnTo>
                    <a:lnTo>
                      <a:pt x="39044" y="9981"/>
                    </a:lnTo>
                    <a:lnTo>
                      <a:pt x="38939" y="10044"/>
                    </a:lnTo>
                    <a:lnTo>
                      <a:pt x="38855" y="10023"/>
                    </a:lnTo>
                    <a:lnTo>
                      <a:pt x="38730" y="10044"/>
                    </a:lnTo>
                    <a:lnTo>
                      <a:pt x="38625" y="10107"/>
                    </a:lnTo>
                    <a:lnTo>
                      <a:pt x="38500" y="10107"/>
                    </a:lnTo>
                    <a:lnTo>
                      <a:pt x="38583" y="10044"/>
                    </a:lnTo>
                    <a:lnTo>
                      <a:pt x="38688" y="10002"/>
                    </a:lnTo>
                    <a:lnTo>
                      <a:pt x="38772" y="9897"/>
                    </a:lnTo>
                    <a:lnTo>
                      <a:pt x="38730" y="9814"/>
                    </a:lnTo>
                    <a:lnTo>
                      <a:pt x="38688" y="9814"/>
                    </a:lnTo>
                    <a:lnTo>
                      <a:pt x="38541" y="9835"/>
                    </a:lnTo>
                    <a:lnTo>
                      <a:pt x="38604" y="9772"/>
                    </a:lnTo>
                    <a:lnTo>
                      <a:pt x="38688" y="9772"/>
                    </a:lnTo>
                    <a:lnTo>
                      <a:pt x="38772" y="9709"/>
                    </a:lnTo>
                    <a:lnTo>
                      <a:pt x="38813" y="9604"/>
                    </a:lnTo>
                    <a:lnTo>
                      <a:pt x="38897" y="9583"/>
                    </a:lnTo>
                    <a:lnTo>
                      <a:pt x="38939" y="9521"/>
                    </a:lnTo>
                    <a:lnTo>
                      <a:pt x="39002" y="9521"/>
                    </a:lnTo>
                    <a:lnTo>
                      <a:pt x="39106" y="9604"/>
                    </a:lnTo>
                    <a:lnTo>
                      <a:pt x="39169" y="9667"/>
                    </a:lnTo>
                    <a:lnTo>
                      <a:pt x="39253" y="9667"/>
                    </a:lnTo>
                    <a:lnTo>
                      <a:pt x="39357" y="9521"/>
                    </a:lnTo>
                    <a:lnTo>
                      <a:pt x="39441" y="9458"/>
                    </a:lnTo>
                    <a:lnTo>
                      <a:pt x="39441" y="9395"/>
                    </a:lnTo>
                    <a:lnTo>
                      <a:pt x="39336" y="9270"/>
                    </a:lnTo>
                    <a:lnTo>
                      <a:pt x="39316" y="9165"/>
                    </a:lnTo>
                    <a:lnTo>
                      <a:pt x="39274" y="9060"/>
                    </a:lnTo>
                    <a:lnTo>
                      <a:pt x="39169" y="8956"/>
                    </a:lnTo>
                    <a:lnTo>
                      <a:pt x="39106" y="8893"/>
                    </a:lnTo>
                    <a:lnTo>
                      <a:pt x="39023" y="8726"/>
                    </a:lnTo>
                    <a:lnTo>
                      <a:pt x="38960" y="8747"/>
                    </a:lnTo>
                    <a:lnTo>
                      <a:pt x="38960" y="8830"/>
                    </a:lnTo>
                    <a:lnTo>
                      <a:pt x="38918" y="8893"/>
                    </a:lnTo>
                    <a:lnTo>
                      <a:pt x="38855" y="8935"/>
                    </a:lnTo>
                    <a:lnTo>
                      <a:pt x="38834" y="8977"/>
                    </a:lnTo>
                    <a:lnTo>
                      <a:pt x="38834" y="9060"/>
                    </a:lnTo>
                    <a:lnTo>
                      <a:pt x="38751" y="9102"/>
                    </a:lnTo>
                    <a:lnTo>
                      <a:pt x="38709" y="9186"/>
                    </a:lnTo>
                    <a:lnTo>
                      <a:pt x="38709" y="9291"/>
                    </a:lnTo>
                    <a:lnTo>
                      <a:pt x="38583" y="9353"/>
                    </a:lnTo>
                    <a:lnTo>
                      <a:pt x="38500" y="9458"/>
                    </a:lnTo>
                    <a:lnTo>
                      <a:pt x="38479" y="9542"/>
                    </a:lnTo>
                    <a:lnTo>
                      <a:pt x="38416" y="9604"/>
                    </a:lnTo>
                    <a:lnTo>
                      <a:pt x="38374" y="9583"/>
                    </a:lnTo>
                    <a:lnTo>
                      <a:pt x="38395" y="9458"/>
                    </a:lnTo>
                    <a:lnTo>
                      <a:pt x="38500" y="9291"/>
                    </a:lnTo>
                    <a:lnTo>
                      <a:pt x="38583" y="9270"/>
                    </a:lnTo>
                    <a:lnTo>
                      <a:pt x="38583" y="9228"/>
                    </a:lnTo>
                    <a:lnTo>
                      <a:pt x="38541" y="9186"/>
                    </a:lnTo>
                    <a:lnTo>
                      <a:pt x="38500" y="9123"/>
                    </a:lnTo>
                    <a:lnTo>
                      <a:pt x="38186" y="9332"/>
                    </a:lnTo>
                    <a:lnTo>
                      <a:pt x="38060" y="9500"/>
                    </a:lnTo>
                    <a:lnTo>
                      <a:pt x="37997" y="9583"/>
                    </a:lnTo>
                    <a:lnTo>
                      <a:pt x="37893" y="9604"/>
                    </a:lnTo>
                    <a:lnTo>
                      <a:pt x="37893" y="9583"/>
                    </a:lnTo>
                    <a:lnTo>
                      <a:pt x="37956" y="9542"/>
                    </a:lnTo>
                    <a:lnTo>
                      <a:pt x="38039" y="9374"/>
                    </a:lnTo>
                    <a:lnTo>
                      <a:pt x="38060" y="9291"/>
                    </a:lnTo>
                    <a:lnTo>
                      <a:pt x="38186" y="9165"/>
                    </a:lnTo>
                    <a:lnTo>
                      <a:pt x="38248" y="9081"/>
                    </a:lnTo>
                    <a:lnTo>
                      <a:pt x="38207" y="9019"/>
                    </a:lnTo>
                    <a:lnTo>
                      <a:pt x="38207" y="8935"/>
                    </a:lnTo>
                    <a:lnTo>
                      <a:pt x="38081" y="9019"/>
                    </a:lnTo>
                    <a:lnTo>
                      <a:pt x="37935" y="9144"/>
                    </a:lnTo>
                    <a:lnTo>
                      <a:pt x="37893" y="9249"/>
                    </a:lnTo>
                    <a:lnTo>
                      <a:pt x="37809" y="9353"/>
                    </a:lnTo>
                    <a:lnTo>
                      <a:pt x="37788" y="9332"/>
                    </a:lnTo>
                    <a:lnTo>
                      <a:pt x="37809" y="9228"/>
                    </a:lnTo>
                    <a:lnTo>
                      <a:pt x="37872" y="9123"/>
                    </a:lnTo>
                    <a:lnTo>
                      <a:pt x="37809" y="9081"/>
                    </a:lnTo>
                    <a:lnTo>
                      <a:pt x="37809" y="9039"/>
                    </a:lnTo>
                    <a:lnTo>
                      <a:pt x="37893" y="9019"/>
                    </a:lnTo>
                    <a:lnTo>
                      <a:pt x="38081" y="8872"/>
                    </a:lnTo>
                    <a:lnTo>
                      <a:pt x="38269" y="8726"/>
                    </a:lnTo>
                    <a:lnTo>
                      <a:pt x="38269" y="8642"/>
                    </a:lnTo>
                    <a:lnTo>
                      <a:pt x="38186" y="8642"/>
                    </a:lnTo>
                    <a:lnTo>
                      <a:pt x="38060" y="8726"/>
                    </a:lnTo>
                    <a:lnTo>
                      <a:pt x="38018" y="8809"/>
                    </a:lnTo>
                    <a:lnTo>
                      <a:pt x="37914" y="8851"/>
                    </a:lnTo>
                    <a:lnTo>
                      <a:pt x="37914" y="8809"/>
                    </a:lnTo>
                    <a:lnTo>
                      <a:pt x="37893" y="8747"/>
                    </a:lnTo>
                    <a:lnTo>
                      <a:pt x="37704" y="8872"/>
                    </a:lnTo>
                    <a:lnTo>
                      <a:pt x="37642" y="8977"/>
                    </a:lnTo>
                    <a:lnTo>
                      <a:pt x="37558" y="9165"/>
                    </a:lnTo>
                    <a:lnTo>
                      <a:pt x="37432" y="9249"/>
                    </a:lnTo>
                    <a:lnTo>
                      <a:pt x="37349" y="9249"/>
                    </a:lnTo>
                    <a:lnTo>
                      <a:pt x="37432" y="9165"/>
                    </a:lnTo>
                    <a:lnTo>
                      <a:pt x="37558" y="9060"/>
                    </a:lnTo>
                    <a:lnTo>
                      <a:pt x="37600" y="8956"/>
                    </a:lnTo>
                    <a:lnTo>
                      <a:pt x="37579" y="8935"/>
                    </a:lnTo>
                    <a:lnTo>
                      <a:pt x="37495" y="8935"/>
                    </a:lnTo>
                    <a:lnTo>
                      <a:pt x="37600" y="8851"/>
                    </a:lnTo>
                    <a:lnTo>
                      <a:pt x="37746" y="8830"/>
                    </a:lnTo>
                    <a:lnTo>
                      <a:pt x="37788" y="8767"/>
                    </a:lnTo>
                    <a:lnTo>
                      <a:pt x="37767" y="8726"/>
                    </a:lnTo>
                    <a:lnTo>
                      <a:pt x="37683" y="8747"/>
                    </a:lnTo>
                    <a:lnTo>
                      <a:pt x="37558" y="8767"/>
                    </a:lnTo>
                    <a:lnTo>
                      <a:pt x="37474" y="8851"/>
                    </a:lnTo>
                    <a:lnTo>
                      <a:pt x="37391" y="8830"/>
                    </a:lnTo>
                    <a:lnTo>
                      <a:pt x="37600" y="8726"/>
                    </a:lnTo>
                    <a:lnTo>
                      <a:pt x="37579" y="8663"/>
                    </a:lnTo>
                    <a:lnTo>
                      <a:pt x="37474" y="8663"/>
                    </a:lnTo>
                    <a:lnTo>
                      <a:pt x="37537" y="8600"/>
                    </a:lnTo>
                    <a:lnTo>
                      <a:pt x="37642" y="8600"/>
                    </a:lnTo>
                    <a:lnTo>
                      <a:pt x="37683" y="8642"/>
                    </a:lnTo>
                    <a:lnTo>
                      <a:pt x="37809" y="8642"/>
                    </a:lnTo>
                    <a:lnTo>
                      <a:pt x="37872" y="8537"/>
                    </a:lnTo>
                    <a:lnTo>
                      <a:pt x="37997" y="8495"/>
                    </a:lnTo>
                    <a:lnTo>
                      <a:pt x="37997" y="8412"/>
                    </a:lnTo>
                    <a:lnTo>
                      <a:pt x="38060" y="8328"/>
                    </a:lnTo>
                    <a:lnTo>
                      <a:pt x="38060" y="8286"/>
                    </a:lnTo>
                    <a:lnTo>
                      <a:pt x="37976" y="8286"/>
                    </a:lnTo>
                    <a:lnTo>
                      <a:pt x="37914" y="8223"/>
                    </a:lnTo>
                    <a:lnTo>
                      <a:pt x="37809" y="8203"/>
                    </a:lnTo>
                    <a:lnTo>
                      <a:pt x="37683" y="8307"/>
                    </a:lnTo>
                    <a:lnTo>
                      <a:pt x="37537" y="8349"/>
                    </a:lnTo>
                    <a:lnTo>
                      <a:pt x="37453" y="8495"/>
                    </a:lnTo>
                    <a:lnTo>
                      <a:pt x="37244" y="8705"/>
                    </a:lnTo>
                    <a:lnTo>
                      <a:pt x="37181" y="8705"/>
                    </a:lnTo>
                    <a:lnTo>
                      <a:pt x="37223" y="8621"/>
                    </a:lnTo>
                    <a:lnTo>
                      <a:pt x="37265" y="8621"/>
                    </a:lnTo>
                    <a:lnTo>
                      <a:pt x="37370" y="8537"/>
                    </a:lnTo>
                    <a:lnTo>
                      <a:pt x="37495" y="8349"/>
                    </a:lnTo>
                    <a:lnTo>
                      <a:pt x="37642" y="8286"/>
                    </a:lnTo>
                    <a:lnTo>
                      <a:pt x="37704" y="8203"/>
                    </a:lnTo>
                    <a:lnTo>
                      <a:pt x="37683" y="8140"/>
                    </a:lnTo>
                    <a:lnTo>
                      <a:pt x="37495" y="8140"/>
                    </a:lnTo>
                    <a:lnTo>
                      <a:pt x="37328" y="8286"/>
                    </a:lnTo>
                    <a:lnTo>
                      <a:pt x="37495" y="8119"/>
                    </a:lnTo>
                    <a:lnTo>
                      <a:pt x="37663" y="8077"/>
                    </a:lnTo>
                    <a:lnTo>
                      <a:pt x="37767" y="8098"/>
                    </a:lnTo>
                    <a:lnTo>
                      <a:pt x="37851" y="8119"/>
                    </a:lnTo>
                    <a:lnTo>
                      <a:pt x="37956" y="8014"/>
                    </a:lnTo>
                    <a:lnTo>
                      <a:pt x="37956" y="7931"/>
                    </a:lnTo>
                    <a:lnTo>
                      <a:pt x="37914" y="7889"/>
                    </a:lnTo>
                    <a:lnTo>
                      <a:pt x="37914" y="7805"/>
                    </a:lnTo>
                    <a:lnTo>
                      <a:pt x="37914" y="7721"/>
                    </a:lnTo>
                    <a:lnTo>
                      <a:pt x="37788" y="7679"/>
                    </a:lnTo>
                    <a:lnTo>
                      <a:pt x="37746" y="7596"/>
                    </a:lnTo>
                    <a:lnTo>
                      <a:pt x="37642" y="7575"/>
                    </a:lnTo>
                    <a:lnTo>
                      <a:pt x="37600" y="7617"/>
                    </a:lnTo>
                    <a:lnTo>
                      <a:pt x="37558" y="7617"/>
                    </a:lnTo>
                    <a:lnTo>
                      <a:pt x="37558" y="7533"/>
                    </a:lnTo>
                    <a:lnTo>
                      <a:pt x="37474" y="7512"/>
                    </a:lnTo>
                    <a:lnTo>
                      <a:pt x="37391" y="7428"/>
                    </a:lnTo>
                    <a:lnTo>
                      <a:pt x="37391" y="7366"/>
                    </a:lnTo>
                    <a:lnTo>
                      <a:pt x="37244" y="7282"/>
                    </a:lnTo>
                    <a:lnTo>
                      <a:pt x="37181" y="7282"/>
                    </a:lnTo>
                    <a:lnTo>
                      <a:pt x="37139" y="7219"/>
                    </a:lnTo>
                    <a:lnTo>
                      <a:pt x="37014" y="7219"/>
                    </a:lnTo>
                    <a:lnTo>
                      <a:pt x="36826" y="7261"/>
                    </a:lnTo>
                    <a:lnTo>
                      <a:pt x="36721" y="7366"/>
                    </a:lnTo>
                    <a:lnTo>
                      <a:pt x="36595" y="7366"/>
                    </a:lnTo>
                    <a:lnTo>
                      <a:pt x="36491" y="7533"/>
                    </a:lnTo>
                    <a:lnTo>
                      <a:pt x="36512" y="7596"/>
                    </a:lnTo>
                    <a:lnTo>
                      <a:pt x="36595" y="7617"/>
                    </a:lnTo>
                    <a:lnTo>
                      <a:pt x="36805" y="7805"/>
                    </a:lnTo>
                    <a:lnTo>
                      <a:pt x="36826" y="7847"/>
                    </a:lnTo>
                    <a:lnTo>
                      <a:pt x="36909" y="7889"/>
                    </a:lnTo>
                    <a:lnTo>
                      <a:pt x="36951" y="7993"/>
                    </a:lnTo>
                    <a:lnTo>
                      <a:pt x="36909" y="7993"/>
                    </a:lnTo>
                    <a:lnTo>
                      <a:pt x="36826" y="7931"/>
                    </a:lnTo>
                    <a:lnTo>
                      <a:pt x="36700" y="7931"/>
                    </a:lnTo>
                    <a:lnTo>
                      <a:pt x="36700" y="7847"/>
                    </a:lnTo>
                    <a:lnTo>
                      <a:pt x="36512" y="7679"/>
                    </a:lnTo>
                    <a:lnTo>
                      <a:pt x="36428" y="7700"/>
                    </a:lnTo>
                    <a:lnTo>
                      <a:pt x="36386" y="7721"/>
                    </a:lnTo>
                    <a:lnTo>
                      <a:pt x="36386" y="7721"/>
                    </a:lnTo>
                    <a:lnTo>
                      <a:pt x="36407" y="7638"/>
                    </a:lnTo>
                    <a:lnTo>
                      <a:pt x="36428" y="7533"/>
                    </a:lnTo>
                    <a:lnTo>
                      <a:pt x="36303" y="7491"/>
                    </a:lnTo>
                    <a:lnTo>
                      <a:pt x="36240" y="7512"/>
                    </a:lnTo>
                    <a:lnTo>
                      <a:pt x="36240" y="7721"/>
                    </a:lnTo>
                    <a:lnTo>
                      <a:pt x="36303" y="7826"/>
                    </a:lnTo>
                    <a:lnTo>
                      <a:pt x="36323" y="7951"/>
                    </a:lnTo>
                    <a:lnTo>
                      <a:pt x="36303" y="8035"/>
                    </a:lnTo>
                    <a:lnTo>
                      <a:pt x="36303" y="7931"/>
                    </a:lnTo>
                    <a:lnTo>
                      <a:pt x="36219" y="7784"/>
                    </a:lnTo>
                    <a:lnTo>
                      <a:pt x="36135" y="7889"/>
                    </a:lnTo>
                    <a:lnTo>
                      <a:pt x="36093" y="7993"/>
                    </a:lnTo>
                    <a:lnTo>
                      <a:pt x="36135" y="8056"/>
                    </a:lnTo>
                    <a:lnTo>
                      <a:pt x="36072" y="8119"/>
                    </a:lnTo>
                    <a:lnTo>
                      <a:pt x="35968" y="8056"/>
                    </a:lnTo>
                    <a:lnTo>
                      <a:pt x="35863" y="8035"/>
                    </a:lnTo>
                    <a:lnTo>
                      <a:pt x="35905" y="7951"/>
                    </a:lnTo>
                    <a:lnTo>
                      <a:pt x="36010" y="7889"/>
                    </a:lnTo>
                    <a:lnTo>
                      <a:pt x="36135" y="7700"/>
                    </a:lnTo>
                    <a:lnTo>
                      <a:pt x="36177" y="7596"/>
                    </a:lnTo>
                    <a:lnTo>
                      <a:pt x="36093" y="7512"/>
                    </a:lnTo>
                    <a:lnTo>
                      <a:pt x="36072" y="7407"/>
                    </a:lnTo>
                    <a:lnTo>
                      <a:pt x="35926" y="7533"/>
                    </a:lnTo>
                    <a:lnTo>
                      <a:pt x="35884" y="7596"/>
                    </a:lnTo>
                    <a:lnTo>
                      <a:pt x="35863" y="7533"/>
                    </a:lnTo>
                    <a:lnTo>
                      <a:pt x="35884" y="7407"/>
                    </a:lnTo>
                    <a:lnTo>
                      <a:pt x="35779" y="7387"/>
                    </a:lnTo>
                    <a:lnTo>
                      <a:pt x="35717" y="7407"/>
                    </a:lnTo>
                    <a:lnTo>
                      <a:pt x="35696" y="7491"/>
                    </a:lnTo>
                    <a:lnTo>
                      <a:pt x="35717" y="7617"/>
                    </a:lnTo>
                    <a:lnTo>
                      <a:pt x="35717" y="7742"/>
                    </a:lnTo>
                    <a:lnTo>
                      <a:pt x="35675" y="7700"/>
                    </a:lnTo>
                    <a:lnTo>
                      <a:pt x="35675" y="7533"/>
                    </a:lnTo>
                    <a:lnTo>
                      <a:pt x="35654" y="7512"/>
                    </a:lnTo>
                    <a:lnTo>
                      <a:pt x="35591" y="7617"/>
                    </a:lnTo>
                    <a:lnTo>
                      <a:pt x="35487" y="7638"/>
                    </a:lnTo>
                    <a:lnTo>
                      <a:pt x="35487" y="7721"/>
                    </a:lnTo>
                    <a:lnTo>
                      <a:pt x="35403" y="7826"/>
                    </a:lnTo>
                    <a:lnTo>
                      <a:pt x="35340" y="7847"/>
                    </a:lnTo>
                    <a:lnTo>
                      <a:pt x="35277" y="7931"/>
                    </a:lnTo>
                    <a:lnTo>
                      <a:pt x="35173" y="7931"/>
                    </a:lnTo>
                    <a:lnTo>
                      <a:pt x="35256" y="7847"/>
                    </a:lnTo>
                    <a:lnTo>
                      <a:pt x="35256" y="7784"/>
                    </a:lnTo>
                    <a:lnTo>
                      <a:pt x="35194" y="7721"/>
                    </a:lnTo>
                    <a:lnTo>
                      <a:pt x="35152" y="7721"/>
                    </a:lnTo>
                    <a:lnTo>
                      <a:pt x="35152" y="7679"/>
                    </a:lnTo>
                    <a:lnTo>
                      <a:pt x="35235" y="7679"/>
                    </a:lnTo>
                    <a:lnTo>
                      <a:pt x="35277" y="7700"/>
                    </a:lnTo>
                    <a:lnTo>
                      <a:pt x="35298" y="7638"/>
                    </a:lnTo>
                    <a:lnTo>
                      <a:pt x="35298" y="7596"/>
                    </a:lnTo>
                    <a:lnTo>
                      <a:pt x="35298" y="7554"/>
                    </a:lnTo>
                    <a:lnTo>
                      <a:pt x="35403" y="7491"/>
                    </a:lnTo>
                    <a:lnTo>
                      <a:pt x="35570" y="7345"/>
                    </a:lnTo>
                    <a:lnTo>
                      <a:pt x="35591" y="7261"/>
                    </a:lnTo>
                    <a:lnTo>
                      <a:pt x="35675" y="7177"/>
                    </a:lnTo>
                    <a:lnTo>
                      <a:pt x="35570" y="7177"/>
                    </a:lnTo>
                    <a:lnTo>
                      <a:pt x="35403" y="7282"/>
                    </a:lnTo>
                    <a:lnTo>
                      <a:pt x="35277" y="7407"/>
                    </a:lnTo>
                    <a:lnTo>
                      <a:pt x="35194" y="7407"/>
                    </a:lnTo>
                    <a:lnTo>
                      <a:pt x="35277" y="7324"/>
                    </a:lnTo>
                    <a:lnTo>
                      <a:pt x="35361" y="7219"/>
                    </a:lnTo>
                    <a:lnTo>
                      <a:pt x="35445" y="7156"/>
                    </a:lnTo>
                    <a:lnTo>
                      <a:pt x="35549" y="7114"/>
                    </a:lnTo>
                    <a:lnTo>
                      <a:pt x="35612" y="7052"/>
                    </a:lnTo>
                    <a:lnTo>
                      <a:pt x="35696" y="7052"/>
                    </a:lnTo>
                    <a:lnTo>
                      <a:pt x="35779" y="6905"/>
                    </a:lnTo>
                    <a:lnTo>
                      <a:pt x="35779" y="6863"/>
                    </a:lnTo>
                    <a:lnTo>
                      <a:pt x="35696" y="6780"/>
                    </a:lnTo>
                    <a:lnTo>
                      <a:pt x="35696" y="6675"/>
                    </a:lnTo>
                    <a:lnTo>
                      <a:pt x="35717" y="6591"/>
                    </a:lnTo>
                    <a:lnTo>
                      <a:pt x="35884" y="6424"/>
                    </a:lnTo>
                    <a:lnTo>
                      <a:pt x="35905" y="6361"/>
                    </a:lnTo>
                    <a:lnTo>
                      <a:pt x="35863" y="6257"/>
                    </a:lnTo>
                    <a:lnTo>
                      <a:pt x="35842" y="6194"/>
                    </a:lnTo>
                    <a:lnTo>
                      <a:pt x="35800" y="6131"/>
                    </a:lnTo>
                    <a:lnTo>
                      <a:pt x="35884" y="6006"/>
                    </a:lnTo>
                    <a:lnTo>
                      <a:pt x="35968" y="5922"/>
                    </a:lnTo>
                    <a:lnTo>
                      <a:pt x="35989" y="5838"/>
                    </a:lnTo>
                    <a:lnTo>
                      <a:pt x="36010" y="5587"/>
                    </a:lnTo>
                    <a:lnTo>
                      <a:pt x="36051" y="5524"/>
                    </a:lnTo>
                    <a:lnTo>
                      <a:pt x="36010" y="5462"/>
                    </a:lnTo>
                    <a:lnTo>
                      <a:pt x="35842" y="5399"/>
                    </a:lnTo>
                    <a:lnTo>
                      <a:pt x="35654" y="5399"/>
                    </a:lnTo>
                    <a:lnTo>
                      <a:pt x="35487" y="5357"/>
                    </a:lnTo>
                    <a:lnTo>
                      <a:pt x="35361" y="5420"/>
                    </a:lnTo>
                    <a:lnTo>
                      <a:pt x="35235" y="5420"/>
                    </a:lnTo>
                    <a:lnTo>
                      <a:pt x="35068" y="5503"/>
                    </a:lnTo>
                    <a:lnTo>
                      <a:pt x="34796" y="5587"/>
                    </a:lnTo>
                    <a:lnTo>
                      <a:pt x="34754" y="5671"/>
                    </a:lnTo>
                    <a:lnTo>
                      <a:pt x="34859" y="5796"/>
                    </a:lnTo>
                    <a:lnTo>
                      <a:pt x="34859" y="5880"/>
                    </a:lnTo>
                    <a:lnTo>
                      <a:pt x="34817" y="5922"/>
                    </a:lnTo>
                    <a:lnTo>
                      <a:pt x="34754" y="5775"/>
                    </a:lnTo>
                    <a:lnTo>
                      <a:pt x="34712" y="5713"/>
                    </a:lnTo>
                    <a:lnTo>
                      <a:pt x="34650" y="5587"/>
                    </a:lnTo>
                    <a:lnTo>
                      <a:pt x="34524" y="5587"/>
                    </a:lnTo>
                    <a:lnTo>
                      <a:pt x="34440" y="5671"/>
                    </a:lnTo>
                    <a:lnTo>
                      <a:pt x="34440" y="5734"/>
                    </a:lnTo>
                    <a:lnTo>
                      <a:pt x="34398" y="5796"/>
                    </a:lnTo>
                    <a:lnTo>
                      <a:pt x="34378" y="5713"/>
                    </a:lnTo>
                    <a:lnTo>
                      <a:pt x="34398" y="5608"/>
                    </a:lnTo>
                    <a:lnTo>
                      <a:pt x="34336" y="5587"/>
                    </a:lnTo>
                    <a:lnTo>
                      <a:pt x="34189" y="5608"/>
                    </a:lnTo>
                    <a:lnTo>
                      <a:pt x="34126" y="5713"/>
                    </a:lnTo>
                    <a:lnTo>
                      <a:pt x="34126" y="5796"/>
                    </a:lnTo>
                    <a:lnTo>
                      <a:pt x="34273" y="5901"/>
                    </a:lnTo>
                    <a:lnTo>
                      <a:pt x="34378" y="6047"/>
                    </a:lnTo>
                    <a:lnTo>
                      <a:pt x="34503" y="6131"/>
                    </a:lnTo>
                    <a:lnTo>
                      <a:pt x="34440" y="6131"/>
                    </a:lnTo>
                    <a:lnTo>
                      <a:pt x="34294" y="6047"/>
                    </a:lnTo>
                    <a:lnTo>
                      <a:pt x="34106" y="5880"/>
                    </a:lnTo>
                    <a:lnTo>
                      <a:pt x="34064" y="5880"/>
                    </a:lnTo>
                    <a:lnTo>
                      <a:pt x="34022" y="5922"/>
                    </a:lnTo>
                    <a:lnTo>
                      <a:pt x="33854" y="5922"/>
                    </a:lnTo>
                    <a:lnTo>
                      <a:pt x="33813" y="5943"/>
                    </a:lnTo>
                    <a:lnTo>
                      <a:pt x="33875" y="6006"/>
                    </a:lnTo>
                    <a:lnTo>
                      <a:pt x="34001" y="6006"/>
                    </a:lnTo>
                    <a:lnTo>
                      <a:pt x="34022" y="6047"/>
                    </a:lnTo>
                    <a:lnTo>
                      <a:pt x="34064" y="6152"/>
                    </a:lnTo>
                    <a:lnTo>
                      <a:pt x="34210" y="6257"/>
                    </a:lnTo>
                    <a:lnTo>
                      <a:pt x="34231" y="6340"/>
                    </a:lnTo>
                    <a:lnTo>
                      <a:pt x="34315" y="6424"/>
                    </a:lnTo>
                    <a:lnTo>
                      <a:pt x="34210" y="6424"/>
                    </a:lnTo>
                    <a:lnTo>
                      <a:pt x="34126" y="6319"/>
                    </a:lnTo>
                    <a:lnTo>
                      <a:pt x="33980" y="6236"/>
                    </a:lnTo>
                    <a:lnTo>
                      <a:pt x="33980" y="6152"/>
                    </a:lnTo>
                    <a:lnTo>
                      <a:pt x="33875" y="6047"/>
                    </a:lnTo>
                    <a:lnTo>
                      <a:pt x="33750" y="6047"/>
                    </a:lnTo>
                    <a:lnTo>
                      <a:pt x="33666" y="6131"/>
                    </a:lnTo>
                    <a:lnTo>
                      <a:pt x="33666" y="6215"/>
                    </a:lnTo>
                    <a:lnTo>
                      <a:pt x="33582" y="6361"/>
                    </a:lnTo>
                    <a:lnTo>
                      <a:pt x="33541" y="6529"/>
                    </a:lnTo>
                    <a:lnTo>
                      <a:pt x="33603" y="6633"/>
                    </a:lnTo>
                    <a:lnTo>
                      <a:pt x="33478" y="6675"/>
                    </a:lnTo>
                    <a:lnTo>
                      <a:pt x="33478" y="6759"/>
                    </a:lnTo>
                    <a:lnTo>
                      <a:pt x="33541" y="6822"/>
                    </a:lnTo>
                    <a:lnTo>
                      <a:pt x="33562" y="6926"/>
                    </a:lnTo>
                    <a:lnTo>
                      <a:pt x="33645" y="6926"/>
                    </a:lnTo>
                    <a:lnTo>
                      <a:pt x="33813" y="6780"/>
                    </a:lnTo>
                    <a:lnTo>
                      <a:pt x="33896" y="6780"/>
                    </a:lnTo>
                    <a:lnTo>
                      <a:pt x="33917" y="6842"/>
                    </a:lnTo>
                    <a:lnTo>
                      <a:pt x="33813" y="6863"/>
                    </a:lnTo>
                    <a:lnTo>
                      <a:pt x="33771" y="6884"/>
                    </a:lnTo>
                    <a:lnTo>
                      <a:pt x="33771" y="6947"/>
                    </a:lnTo>
                    <a:lnTo>
                      <a:pt x="33687" y="6947"/>
                    </a:lnTo>
                    <a:lnTo>
                      <a:pt x="33603" y="7052"/>
                    </a:lnTo>
                    <a:lnTo>
                      <a:pt x="33603" y="7156"/>
                    </a:lnTo>
                    <a:lnTo>
                      <a:pt x="33541" y="7240"/>
                    </a:lnTo>
                    <a:lnTo>
                      <a:pt x="33478" y="7177"/>
                    </a:lnTo>
                    <a:lnTo>
                      <a:pt x="33499" y="7094"/>
                    </a:lnTo>
                    <a:lnTo>
                      <a:pt x="33436" y="6947"/>
                    </a:lnTo>
                    <a:lnTo>
                      <a:pt x="33352" y="6926"/>
                    </a:lnTo>
                    <a:lnTo>
                      <a:pt x="33290" y="7031"/>
                    </a:lnTo>
                    <a:lnTo>
                      <a:pt x="33331" y="7094"/>
                    </a:lnTo>
                    <a:lnTo>
                      <a:pt x="33269" y="7177"/>
                    </a:lnTo>
                    <a:lnTo>
                      <a:pt x="33164" y="7198"/>
                    </a:lnTo>
                    <a:lnTo>
                      <a:pt x="33122" y="7261"/>
                    </a:lnTo>
                    <a:lnTo>
                      <a:pt x="33080" y="7177"/>
                    </a:lnTo>
                    <a:lnTo>
                      <a:pt x="33038" y="7198"/>
                    </a:lnTo>
                    <a:lnTo>
                      <a:pt x="33059" y="7303"/>
                    </a:lnTo>
                    <a:lnTo>
                      <a:pt x="33122" y="7407"/>
                    </a:lnTo>
                    <a:lnTo>
                      <a:pt x="33122" y="7554"/>
                    </a:lnTo>
                    <a:lnTo>
                      <a:pt x="33143" y="7575"/>
                    </a:lnTo>
                    <a:lnTo>
                      <a:pt x="33143" y="7700"/>
                    </a:lnTo>
                    <a:lnTo>
                      <a:pt x="33227" y="7721"/>
                    </a:lnTo>
                    <a:lnTo>
                      <a:pt x="33290" y="7784"/>
                    </a:lnTo>
                    <a:lnTo>
                      <a:pt x="33269" y="7868"/>
                    </a:lnTo>
                    <a:lnTo>
                      <a:pt x="33290" y="7931"/>
                    </a:lnTo>
                    <a:lnTo>
                      <a:pt x="33290" y="8035"/>
                    </a:lnTo>
                    <a:lnTo>
                      <a:pt x="33185" y="8119"/>
                    </a:lnTo>
                    <a:lnTo>
                      <a:pt x="33143" y="8203"/>
                    </a:lnTo>
                    <a:lnTo>
                      <a:pt x="33122" y="8412"/>
                    </a:lnTo>
                    <a:lnTo>
                      <a:pt x="33059" y="8454"/>
                    </a:lnTo>
                    <a:lnTo>
                      <a:pt x="32934" y="8663"/>
                    </a:lnTo>
                    <a:lnTo>
                      <a:pt x="32934" y="8747"/>
                    </a:lnTo>
                    <a:lnTo>
                      <a:pt x="32808" y="8872"/>
                    </a:lnTo>
                    <a:lnTo>
                      <a:pt x="32829" y="8830"/>
                    </a:lnTo>
                    <a:lnTo>
                      <a:pt x="32829" y="8726"/>
                    </a:lnTo>
                    <a:lnTo>
                      <a:pt x="32871" y="8558"/>
                    </a:lnTo>
                    <a:lnTo>
                      <a:pt x="32955" y="8495"/>
                    </a:lnTo>
                    <a:lnTo>
                      <a:pt x="32934" y="8433"/>
                    </a:lnTo>
                    <a:lnTo>
                      <a:pt x="32913" y="8454"/>
                    </a:lnTo>
                    <a:lnTo>
                      <a:pt x="32829" y="8454"/>
                    </a:lnTo>
                    <a:lnTo>
                      <a:pt x="32746" y="8391"/>
                    </a:lnTo>
                    <a:lnTo>
                      <a:pt x="32704" y="8349"/>
                    </a:lnTo>
                    <a:lnTo>
                      <a:pt x="32746" y="8328"/>
                    </a:lnTo>
                    <a:lnTo>
                      <a:pt x="32829" y="8307"/>
                    </a:lnTo>
                    <a:lnTo>
                      <a:pt x="32913" y="8307"/>
                    </a:lnTo>
                    <a:lnTo>
                      <a:pt x="32913" y="8244"/>
                    </a:lnTo>
                    <a:lnTo>
                      <a:pt x="32955" y="8244"/>
                    </a:lnTo>
                    <a:lnTo>
                      <a:pt x="32976" y="8349"/>
                    </a:lnTo>
                    <a:lnTo>
                      <a:pt x="33038" y="8244"/>
                    </a:lnTo>
                    <a:lnTo>
                      <a:pt x="33038" y="8140"/>
                    </a:lnTo>
                    <a:lnTo>
                      <a:pt x="32934" y="8098"/>
                    </a:lnTo>
                    <a:lnTo>
                      <a:pt x="32913" y="8035"/>
                    </a:lnTo>
                    <a:lnTo>
                      <a:pt x="32808" y="7910"/>
                    </a:lnTo>
                    <a:lnTo>
                      <a:pt x="32808" y="7763"/>
                    </a:lnTo>
                    <a:lnTo>
                      <a:pt x="32746" y="7679"/>
                    </a:lnTo>
                    <a:lnTo>
                      <a:pt x="32725" y="7512"/>
                    </a:lnTo>
                    <a:lnTo>
                      <a:pt x="32704" y="7491"/>
                    </a:lnTo>
                    <a:lnTo>
                      <a:pt x="32704" y="7407"/>
                    </a:lnTo>
                    <a:lnTo>
                      <a:pt x="32746" y="7366"/>
                    </a:lnTo>
                    <a:lnTo>
                      <a:pt x="32829" y="7198"/>
                    </a:lnTo>
                    <a:lnTo>
                      <a:pt x="32829" y="7094"/>
                    </a:lnTo>
                    <a:lnTo>
                      <a:pt x="32934" y="6989"/>
                    </a:lnTo>
                    <a:lnTo>
                      <a:pt x="33018" y="6884"/>
                    </a:lnTo>
                    <a:lnTo>
                      <a:pt x="33122" y="6842"/>
                    </a:lnTo>
                    <a:lnTo>
                      <a:pt x="33122" y="6738"/>
                    </a:lnTo>
                    <a:lnTo>
                      <a:pt x="33059" y="6654"/>
                    </a:lnTo>
                    <a:lnTo>
                      <a:pt x="33018" y="6550"/>
                    </a:lnTo>
                    <a:lnTo>
                      <a:pt x="33038" y="6424"/>
                    </a:lnTo>
                    <a:lnTo>
                      <a:pt x="33143" y="6215"/>
                    </a:lnTo>
                    <a:lnTo>
                      <a:pt x="33227" y="6173"/>
                    </a:lnTo>
                    <a:lnTo>
                      <a:pt x="33394" y="6068"/>
                    </a:lnTo>
                    <a:lnTo>
                      <a:pt x="33603" y="5817"/>
                    </a:lnTo>
                    <a:lnTo>
                      <a:pt x="33813" y="5608"/>
                    </a:lnTo>
                    <a:lnTo>
                      <a:pt x="33959" y="5587"/>
                    </a:lnTo>
                    <a:lnTo>
                      <a:pt x="34064" y="5441"/>
                    </a:lnTo>
                    <a:lnTo>
                      <a:pt x="34106" y="5378"/>
                    </a:lnTo>
                    <a:lnTo>
                      <a:pt x="34210" y="5378"/>
                    </a:lnTo>
                    <a:lnTo>
                      <a:pt x="34398" y="5294"/>
                    </a:lnTo>
                    <a:lnTo>
                      <a:pt x="34545" y="5231"/>
                    </a:lnTo>
                    <a:lnTo>
                      <a:pt x="34587" y="5169"/>
                    </a:lnTo>
                    <a:lnTo>
                      <a:pt x="34545" y="5085"/>
                    </a:lnTo>
                    <a:lnTo>
                      <a:pt x="34315" y="4980"/>
                    </a:lnTo>
                    <a:lnTo>
                      <a:pt x="34189" y="4897"/>
                    </a:lnTo>
                    <a:lnTo>
                      <a:pt x="34001" y="4897"/>
                    </a:lnTo>
                    <a:lnTo>
                      <a:pt x="33959" y="4876"/>
                    </a:lnTo>
                    <a:lnTo>
                      <a:pt x="33875" y="4897"/>
                    </a:lnTo>
                    <a:lnTo>
                      <a:pt x="33708" y="4876"/>
                    </a:lnTo>
                    <a:lnTo>
                      <a:pt x="33645" y="4897"/>
                    </a:lnTo>
                    <a:lnTo>
                      <a:pt x="33436" y="4897"/>
                    </a:lnTo>
                    <a:lnTo>
                      <a:pt x="33122" y="5001"/>
                    </a:lnTo>
                    <a:lnTo>
                      <a:pt x="32934" y="5190"/>
                    </a:lnTo>
                    <a:lnTo>
                      <a:pt x="32725" y="5273"/>
                    </a:lnTo>
                    <a:lnTo>
                      <a:pt x="32704" y="5378"/>
                    </a:lnTo>
                    <a:lnTo>
                      <a:pt x="32725" y="5482"/>
                    </a:lnTo>
                    <a:lnTo>
                      <a:pt x="32641" y="5441"/>
                    </a:lnTo>
                    <a:lnTo>
                      <a:pt x="32557" y="5441"/>
                    </a:lnTo>
                    <a:lnTo>
                      <a:pt x="32494" y="5545"/>
                    </a:lnTo>
                    <a:lnTo>
                      <a:pt x="32348" y="5545"/>
                    </a:lnTo>
                    <a:lnTo>
                      <a:pt x="32243" y="5692"/>
                    </a:lnTo>
                    <a:lnTo>
                      <a:pt x="32243" y="5796"/>
                    </a:lnTo>
                    <a:lnTo>
                      <a:pt x="32181" y="5796"/>
                    </a:lnTo>
                    <a:lnTo>
                      <a:pt x="32034" y="6006"/>
                    </a:lnTo>
                    <a:lnTo>
                      <a:pt x="32097" y="6068"/>
                    </a:lnTo>
                    <a:lnTo>
                      <a:pt x="32034" y="6152"/>
                    </a:lnTo>
                    <a:lnTo>
                      <a:pt x="31992" y="6068"/>
                    </a:lnTo>
                    <a:lnTo>
                      <a:pt x="31930" y="6068"/>
                    </a:lnTo>
                    <a:lnTo>
                      <a:pt x="31888" y="6257"/>
                    </a:lnTo>
                    <a:lnTo>
                      <a:pt x="31762" y="6257"/>
                    </a:lnTo>
                    <a:lnTo>
                      <a:pt x="31678" y="6361"/>
                    </a:lnTo>
                    <a:lnTo>
                      <a:pt x="31616" y="6424"/>
                    </a:lnTo>
                    <a:lnTo>
                      <a:pt x="31553" y="6570"/>
                    </a:lnTo>
                    <a:lnTo>
                      <a:pt x="31448" y="6759"/>
                    </a:lnTo>
                    <a:lnTo>
                      <a:pt x="31448" y="6863"/>
                    </a:lnTo>
                    <a:lnTo>
                      <a:pt x="31490" y="6842"/>
                    </a:lnTo>
                    <a:lnTo>
                      <a:pt x="31511" y="6842"/>
                    </a:lnTo>
                    <a:lnTo>
                      <a:pt x="31490" y="6905"/>
                    </a:lnTo>
                    <a:lnTo>
                      <a:pt x="31406" y="6905"/>
                    </a:lnTo>
                    <a:lnTo>
                      <a:pt x="31260" y="6989"/>
                    </a:lnTo>
                    <a:lnTo>
                      <a:pt x="31239" y="7094"/>
                    </a:lnTo>
                    <a:lnTo>
                      <a:pt x="31155" y="7114"/>
                    </a:lnTo>
                    <a:lnTo>
                      <a:pt x="31134" y="7198"/>
                    </a:lnTo>
                    <a:lnTo>
                      <a:pt x="31134" y="7407"/>
                    </a:lnTo>
                    <a:lnTo>
                      <a:pt x="31072" y="7512"/>
                    </a:lnTo>
                    <a:lnTo>
                      <a:pt x="30988" y="7512"/>
                    </a:lnTo>
                    <a:lnTo>
                      <a:pt x="30967" y="7659"/>
                    </a:lnTo>
                    <a:lnTo>
                      <a:pt x="30967" y="7721"/>
                    </a:lnTo>
                    <a:lnTo>
                      <a:pt x="30862" y="7784"/>
                    </a:lnTo>
                    <a:lnTo>
                      <a:pt x="30821" y="7972"/>
                    </a:lnTo>
                    <a:lnTo>
                      <a:pt x="30862" y="8077"/>
                    </a:lnTo>
                    <a:lnTo>
                      <a:pt x="31072" y="8182"/>
                    </a:lnTo>
                    <a:lnTo>
                      <a:pt x="31176" y="8182"/>
                    </a:lnTo>
                    <a:lnTo>
                      <a:pt x="31302" y="8244"/>
                    </a:lnTo>
                    <a:lnTo>
                      <a:pt x="31385" y="8244"/>
                    </a:lnTo>
                    <a:lnTo>
                      <a:pt x="31511" y="8328"/>
                    </a:lnTo>
                    <a:lnTo>
                      <a:pt x="31678" y="8328"/>
                    </a:lnTo>
                    <a:lnTo>
                      <a:pt x="31699" y="8495"/>
                    </a:lnTo>
                    <a:lnTo>
                      <a:pt x="31867" y="8558"/>
                    </a:lnTo>
                    <a:lnTo>
                      <a:pt x="31888" y="8642"/>
                    </a:lnTo>
                    <a:lnTo>
                      <a:pt x="31971" y="8705"/>
                    </a:lnTo>
                    <a:lnTo>
                      <a:pt x="31804" y="8705"/>
                    </a:lnTo>
                    <a:lnTo>
                      <a:pt x="31762" y="8726"/>
                    </a:lnTo>
                    <a:lnTo>
                      <a:pt x="31574" y="8726"/>
                    </a:lnTo>
                    <a:lnTo>
                      <a:pt x="31365" y="8642"/>
                    </a:lnTo>
                    <a:lnTo>
                      <a:pt x="31344" y="8537"/>
                    </a:lnTo>
                    <a:lnTo>
                      <a:pt x="31239" y="8454"/>
                    </a:lnTo>
                    <a:lnTo>
                      <a:pt x="31051" y="8454"/>
                    </a:lnTo>
                    <a:lnTo>
                      <a:pt x="30988" y="8412"/>
                    </a:lnTo>
                    <a:lnTo>
                      <a:pt x="30883" y="8391"/>
                    </a:lnTo>
                    <a:lnTo>
                      <a:pt x="30862" y="8433"/>
                    </a:lnTo>
                    <a:lnTo>
                      <a:pt x="30925" y="8558"/>
                    </a:lnTo>
                    <a:lnTo>
                      <a:pt x="30925" y="8642"/>
                    </a:lnTo>
                    <a:lnTo>
                      <a:pt x="30841" y="8642"/>
                    </a:lnTo>
                    <a:lnTo>
                      <a:pt x="30821" y="8726"/>
                    </a:lnTo>
                    <a:lnTo>
                      <a:pt x="30862" y="8914"/>
                    </a:lnTo>
                    <a:lnTo>
                      <a:pt x="30883" y="9039"/>
                    </a:lnTo>
                    <a:lnTo>
                      <a:pt x="30862" y="9165"/>
                    </a:lnTo>
                    <a:lnTo>
                      <a:pt x="30883" y="9270"/>
                    </a:lnTo>
                    <a:lnTo>
                      <a:pt x="31030" y="9353"/>
                    </a:lnTo>
                    <a:lnTo>
                      <a:pt x="31134" y="9458"/>
                    </a:lnTo>
                    <a:lnTo>
                      <a:pt x="31134" y="9500"/>
                    </a:lnTo>
                    <a:lnTo>
                      <a:pt x="31072" y="9458"/>
                    </a:lnTo>
                    <a:lnTo>
                      <a:pt x="31051" y="9458"/>
                    </a:lnTo>
                    <a:lnTo>
                      <a:pt x="31072" y="9563"/>
                    </a:lnTo>
                    <a:lnTo>
                      <a:pt x="31155" y="9667"/>
                    </a:lnTo>
                    <a:lnTo>
                      <a:pt x="31197" y="9667"/>
                    </a:lnTo>
                    <a:lnTo>
                      <a:pt x="31197" y="9583"/>
                    </a:lnTo>
                    <a:lnTo>
                      <a:pt x="31281" y="9563"/>
                    </a:lnTo>
                    <a:lnTo>
                      <a:pt x="31385" y="9583"/>
                    </a:lnTo>
                    <a:lnTo>
                      <a:pt x="31469" y="9667"/>
                    </a:lnTo>
                    <a:lnTo>
                      <a:pt x="31553" y="9688"/>
                    </a:lnTo>
                    <a:lnTo>
                      <a:pt x="31574" y="9646"/>
                    </a:lnTo>
                    <a:lnTo>
                      <a:pt x="31553" y="9583"/>
                    </a:lnTo>
                    <a:lnTo>
                      <a:pt x="31574" y="9500"/>
                    </a:lnTo>
                    <a:lnTo>
                      <a:pt x="31616" y="9479"/>
                    </a:lnTo>
                    <a:lnTo>
                      <a:pt x="31678" y="9542"/>
                    </a:lnTo>
                    <a:lnTo>
                      <a:pt x="31657" y="9646"/>
                    </a:lnTo>
                    <a:lnTo>
                      <a:pt x="31678" y="9709"/>
                    </a:lnTo>
                    <a:lnTo>
                      <a:pt x="31720" y="9709"/>
                    </a:lnTo>
                    <a:lnTo>
                      <a:pt x="31783" y="9583"/>
                    </a:lnTo>
                    <a:lnTo>
                      <a:pt x="31909" y="9563"/>
                    </a:lnTo>
                    <a:lnTo>
                      <a:pt x="31992" y="9479"/>
                    </a:lnTo>
                    <a:lnTo>
                      <a:pt x="32013" y="9500"/>
                    </a:lnTo>
                    <a:lnTo>
                      <a:pt x="31971" y="9583"/>
                    </a:lnTo>
                    <a:lnTo>
                      <a:pt x="31783" y="9688"/>
                    </a:lnTo>
                    <a:lnTo>
                      <a:pt x="31762" y="9793"/>
                    </a:lnTo>
                    <a:lnTo>
                      <a:pt x="31867" y="9876"/>
                    </a:lnTo>
                    <a:lnTo>
                      <a:pt x="31888" y="10023"/>
                    </a:lnTo>
                    <a:lnTo>
                      <a:pt x="32013" y="10169"/>
                    </a:lnTo>
                    <a:lnTo>
                      <a:pt x="32181" y="10169"/>
                    </a:lnTo>
                    <a:lnTo>
                      <a:pt x="32222" y="10107"/>
                    </a:lnTo>
                    <a:lnTo>
                      <a:pt x="32118" y="10023"/>
                    </a:lnTo>
                    <a:lnTo>
                      <a:pt x="32181" y="10002"/>
                    </a:lnTo>
                    <a:lnTo>
                      <a:pt x="32285" y="10023"/>
                    </a:lnTo>
                    <a:lnTo>
                      <a:pt x="32348" y="10107"/>
                    </a:lnTo>
                    <a:lnTo>
                      <a:pt x="32411" y="10086"/>
                    </a:lnTo>
                    <a:lnTo>
                      <a:pt x="32494" y="10002"/>
                    </a:lnTo>
                    <a:lnTo>
                      <a:pt x="32599" y="9897"/>
                    </a:lnTo>
                    <a:lnTo>
                      <a:pt x="32662" y="9897"/>
                    </a:lnTo>
                    <a:lnTo>
                      <a:pt x="32662" y="9960"/>
                    </a:lnTo>
                    <a:lnTo>
                      <a:pt x="32599" y="9981"/>
                    </a:lnTo>
                    <a:lnTo>
                      <a:pt x="32432" y="10127"/>
                    </a:lnTo>
                    <a:lnTo>
                      <a:pt x="32432" y="10211"/>
                    </a:lnTo>
                    <a:lnTo>
                      <a:pt x="32453" y="10232"/>
                    </a:lnTo>
                    <a:cubicBezTo>
                      <a:pt x="32411" y="10295"/>
                      <a:pt x="32390" y="10379"/>
                      <a:pt x="32348" y="10441"/>
                    </a:cubicBezTo>
                    <a:lnTo>
                      <a:pt x="32306" y="10441"/>
                    </a:lnTo>
                    <a:lnTo>
                      <a:pt x="32222" y="10504"/>
                    </a:lnTo>
                    <a:lnTo>
                      <a:pt x="32139" y="10504"/>
                    </a:lnTo>
                    <a:lnTo>
                      <a:pt x="32097" y="10420"/>
                    </a:lnTo>
                    <a:lnTo>
                      <a:pt x="31992" y="10400"/>
                    </a:lnTo>
                    <a:lnTo>
                      <a:pt x="32013" y="10441"/>
                    </a:lnTo>
                    <a:lnTo>
                      <a:pt x="32097" y="10504"/>
                    </a:lnTo>
                    <a:lnTo>
                      <a:pt x="32076" y="10609"/>
                    </a:lnTo>
                    <a:lnTo>
                      <a:pt x="31971" y="10609"/>
                    </a:lnTo>
                    <a:lnTo>
                      <a:pt x="31971" y="10630"/>
                    </a:lnTo>
                    <a:lnTo>
                      <a:pt x="31992" y="10692"/>
                    </a:lnTo>
                    <a:lnTo>
                      <a:pt x="31909" y="10755"/>
                    </a:lnTo>
                    <a:lnTo>
                      <a:pt x="31909" y="10839"/>
                    </a:lnTo>
                    <a:lnTo>
                      <a:pt x="31971" y="10923"/>
                    </a:lnTo>
                    <a:lnTo>
                      <a:pt x="31888" y="10923"/>
                    </a:lnTo>
                    <a:lnTo>
                      <a:pt x="31888" y="11027"/>
                    </a:lnTo>
                    <a:lnTo>
                      <a:pt x="31804" y="11111"/>
                    </a:lnTo>
                    <a:lnTo>
                      <a:pt x="31804" y="11278"/>
                    </a:lnTo>
                    <a:lnTo>
                      <a:pt x="31867" y="11278"/>
                    </a:lnTo>
                    <a:lnTo>
                      <a:pt x="31909" y="11383"/>
                    </a:lnTo>
                    <a:lnTo>
                      <a:pt x="31950" y="11383"/>
                    </a:lnTo>
                    <a:lnTo>
                      <a:pt x="32013" y="11488"/>
                    </a:lnTo>
                    <a:lnTo>
                      <a:pt x="31950" y="11508"/>
                    </a:lnTo>
                    <a:lnTo>
                      <a:pt x="31888" y="11508"/>
                    </a:lnTo>
                    <a:lnTo>
                      <a:pt x="31825" y="11571"/>
                    </a:lnTo>
                    <a:lnTo>
                      <a:pt x="31783" y="11508"/>
                    </a:lnTo>
                    <a:lnTo>
                      <a:pt x="31637" y="11550"/>
                    </a:lnTo>
                    <a:lnTo>
                      <a:pt x="31595" y="11634"/>
                    </a:lnTo>
                    <a:lnTo>
                      <a:pt x="31699" y="11739"/>
                    </a:lnTo>
                    <a:lnTo>
                      <a:pt x="31741" y="11739"/>
                    </a:lnTo>
                    <a:lnTo>
                      <a:pt x="31741" y="11801"/>
                    </a:lnTo>
                    <a:lnTo>
                      <a:pt x="31637" y="11843"/>
                    </a:lnTo>
                    <a:lnTo>
                      <a:pt x="31595" y="11780"/>
                    </a:lnTo>
                    <a:lnTo>
                      <a:pt x="31511" y="11864"/>
                    </a:lnTo>
                    <a:lnTo>
                      <a:pt x="31427" y="11739"/>
                    </a:lnTo>
                    <a:lnTo>
                      <a:pt x="31323" y="11801"/>
                    </a:lnTo>
                    <a:lnTo>
                      <a:pt x="31218" y="12011"/>
                    </a:lnTo>
                    <a:lnTo>
                      <a:pt x="31113" y="12262"/>
                    </a:lnTo>
                    <a:lnTo>
                      <a:pt x="30988" y="12492"/>
                    </a:lnTo>
                    <a:lnTo>
                      <a:pt x="30779" y="12638"/>
                    </a:lnTo>
                    <a:lnTo>
                      <a:pt x="30737" y="12743"/>
                    </a:lnTo>
                    <a:lnTo>
                      <a:pt x="30674" y="12743"/>
                    </a:lnTo>
                    <a:lnTo>
                      <a:pt x="30569" y="12910"/>
                    </a:lnTo>
                    <a:lnTo>
                      <a:pt x="30465" y="12952"/>
                    </a:lnTo>
                    <a:lnTo>
                      <a:pt x="30444" y="13140"/>
                    </a:lnTo>
                    <a:lnTo>
                      <a:pt x="30360" y="13224"/>
                    </a:lnTo>
                    <a:lnTo>
                      <a:pt x="30339" y="13350"/>
                    </a:lnTo>
                    <a:lnTo>
                      <a:pt x="30277" y="13350"/>
                    </a:lnTo>
                    <a:lnTo>
                      <a:pt x="30235" y="13224"/>
                    </a:lnTo>
                    <a:lnTo>
                      <a:pt x="30151" y="13224"/>
                    </a:lnTo>
                    <a:lnTo>
                      <a:pt x="30067" y="13308"/>
                    </a:lnTo>
                    <a:lnTo>
                      <a:pt x="30109" y="13350"/>
                    </a:lnTo>
                    <a:lnTo>
                      <a:pt x="30130" y="13475"/>
                    </a:lnTo>
                    <a:lnTo>
                      <a:pt x="30046" y="13475"/>
                    </a:lnTo>
                    <a:lnTo>
                      <a:pt x="29963" y="13413"/>
                    </a:lnTo>
                    <a:lnTo>
                      <a:pt x="30005" y="13308"/>
                    </a:lnTo>
                    <a:lnTo>
                      <a:pt x="29921" y="13140"/>
                    </a:lnTo>
                    <a:lnTo>
                      <a:pt x="29837" y="12743"/>
                    </a:lnTo>
                    <a:lnTo>
                      <a:pt x="29837" y="12576"/>
                    </a:lnTo>
                    <a:lnTo>
                      <a:pt x="29816" y="12492"/>
                    </a:lnTo>
                    <a:lnTo>
                      <a:pt x="29858" y="12366"/>
                    </a:lnTo>
                    <a:lnTo>
                      <a:pt x="29942" y="12262"/>
                    </a:lnTo>
                    <a:lnTo>
                      <a:pt x="29921" y="12115"/>
                    </a:lnTo>
                    <a:lnTo>
                      <a:pt x="29963" y="12011"/>
                    </a:lnTo>
                    <a:lnTo>
                      <a:pt x="30046" y="11969"/>
                    </a:lnTo>
                    <a:lnTo>
                      <a:pt x="30130" y="12011"/>
                    </a:lnTo>
                    <a:lnTo>
                      <a:pt x="30214" y="11990"/>
                    </a:lnTo>
                    <a:lnTo>
                      <a:pt x="30277" y="11885"/>
                    </a:lnTo>
                    <a:lnTo>
                      <a:pt x="30256" y="11655"/>
                    </a:lnTo>
                    <a:lnTo>
                      <a:pt x="30318" y="11550"/>
                    </a:lnTo>
                    <a:lnTo>
                      <a:pt x="30318" y="11153"/>
                    </a:lnTo>
                    <a:lnTo>
                      <a:pt x="30214" y="11027"/>
                    </a:lnTo>
                    <a:lnTo>
                      <a:pt x="30172" y="10860"/>
                    </a:lnTo>
                    <a:lnTo>
                      <a:pt x="30109" y="10692"/>
                    </a:lnTo>
                    <a:lnTo>
                      <a:pt x="30067" y="10588"/>
                    </a:lnTo>
                    <a:lnTo>
                      <a:pt x="30025" y="10525"/>
                    </a:lnTo>
                    <a:lnTo>
                      <a:pt x="29963" y="10525"/>
                    </a:lnTo>
                    <a:lnTo>
                      <a:pt x="29921" y="10630"/>
                    </a:lnTo>
                    <a:lnTo>
                      <a:pt x="29795" y="10839"/>
                    </a:lnTo>
                    <a:lnTo>
                      <a:pt x="29628" y="10964"/>
                    </a:lnTo>
                    <a:lnTo>
                      <a:pt x="29607" y="11069"/>
                    </a:lnTo>
                    <a:lnTo>
                      <a:pt x="29607" y="11278"/>
                    </a:lnTo>
                    <a:lnTo>
                      <a:pt x="29544" y="11341"/>
                    </a:lnTo>
                    <a:lnTo>
                      <a:pt x="29481" y="11278"/>
                    </a:lnTo>
                    <a:lnTo>
                      <a:pt x="29398" y="11362"/>
                    </a:lnTo>
                    <a:lnTo>
                      <a:pt x="29419" y="11383"/>
                    </a:lnTo>
                    <a:lnTo>
                      <a:pt x="29398" y="11446"/>
                    </a:lnTo>
                    <a:lnTo>
                      <a:pt x="29230" y="11529"/>
                    </a:lnTo>
                    <a:lnTo>
                      <a:pt x="29189" y="11592"/>
                    </a:lnTo>
                    <a:lnTo>
                      <a:pt x="29084" y="11697"/>
                    </a:lnTo>
                    <a:lnTo>
                      <a:pt x="29000" y="11697"/>
                    </a:lnTo>
                    <a:lnTo>
                      <a:pt x="29000" y="11634"/>
                    </a:lnTo>
                    <a:lnTo>
                      <a:pt x="29084" y="11592"/>
                    </a:lnTo>
                    <a:lnTo>
                      <a:pt x="29084" y="11467"/>
                    </a:lnTo>
                    <a:lnTo>
                      <a:pt x="29042" y="11425"/>
                    </a:lnTo>
                    <a:lnTo>
                      <a:pt x="29147" y="11278"/>
                    </a:lnTo>
                    <a:lnTo>
                      <a:pt x="29168" y="11174"/>
                    </a:lnTo>
                    <a:lnTo>
                      <a:pt x="29168" y="11069"/>
                    </a:lnTo>
                    <a:lnTo>
                      <a:pt x="29251" y="11027"/>
                    </a:lnTo>
                    <a:lnTo>
                      <a:pt x="29251" y="10923"/>
                    </a:lnTo>
                    <a:lnTo>
                      <a:pt x="29209" y="10902"/>
                    </a:lnTo>
                    <a:lnTo>
                      <a:pt x="29251" y="10755"/>
                    </a:lnTo>
                    <a:lnTo>
                      <a:pt x="29147" y="10609"/>
                    </a:lnTo>
                    <a:lnTo>
                      <a:pt x="29147" y="10525"/>
                    </a:lnTo>
                    <a:lnTo>
                      <a:pt x="29084" y="10420"/>
                    </a:lnTo>
                    <a:lnTo>
                      <a:pt x="29084" y="10379"/>
                    </a:lnTo>
                    <a:lnTo>
                      <a:pt x="29147" y="10400"/>
                    </a:lnTo>
                    <a:lnTo>
                      <a:pt x="29189" y="10400"/>
                    </a:lnTo>
                    <a:lnTo>
                      <a:pt x="29209" y="10525"/>
                    </a:lnTo>
                    <a:lnTo>
                      <a:pt x="29272" y="10504"/>
                    </a:lnTo>
                    <a:lnTo>
                      <a:pt x="29377" y="10379"/>
                    </a:lnTo>
                    <a:lnTo>
                      <a:pt x="29481" y="10379"/>
                    </a:lnTo>
                    <a:lnTo>
                      <a:pt x="29565" y="10295"/>
                    </a:lnTo>
                    <a:lnTo>
                      <a:pt x="29481" y="10232"/>
                    </a:lnTo>
                    <a:lnTo>
                      <a:pt x="29377" y="10316"/>
                    </a:lnTo>
                    <a:lnTo>
                      <a:pt x="29293" y="10232"/>
                    </a:lnTo>
                    <a:lnTo>
                      <a:pt x="29189" y="10211"/>
                    </a:lnTo>
                    <a:lnTo>
                      <a:pt x="29189" y="10107"/>
                    </a:lnTo>
                    <a:lnTo>
                      <a:pt x="29230" y="10065"/>
                    </a:lnTo>
                    <a:lnTo>
                      <a:pt x="29209" y="10002"/>
                    </a:lnTo>
                    <a:lnTo>
                      <a:pt x="29126" y="10023"/>
                    </a:lnTo>
                    <a:lnTo>
                      <a:pt x="29105" y="10107"/>
                    </a:lnTo>
                    <a:lnTo>
                      <a:pt x="28958" y="10169"/>
                    </a:lnTo>
                    <a:lnTo>
                      <a:pt x="28854" y="10065"/>
                    </a:lnTo>
                    <a:lnTo>
                      <a:pt x="28854" y="9939"/>
                    </a:lnTo>
                    <a:lnTo>
                      <a:pt x="28770" y="9918"/>
                    </a:lnTo>
                    <a:lnTo>
                      <a:pt x="28665" y="9939"/>
                    </a:lnTo>
                    <a:lnTo>
                      <a:pt x="28603" y="9897"/>
                    </a:lnTo>
                    <a:lnTo>
                      <a:pt x="28644" y="9793"/>
                    </a:lnTo>
                    <a:lnTo>
                      <a:pt x="28707" y="9772"/>
                    </a:lnTo>
                    <a:lnTo>
                      <a:pt x="28749" y="9709"/>
                    </a:lnTo>
                    <a:lnTo>
                      <a:pt x="28812" y="9709"/>
                    </a:lnTo>
                    <a:lnTo>
                      <a:pt x="29126" y="9500"/>
                    </a:lnTo>
                    <a:lnTo>
                      <a:pt x="29168" y="9458"/>
                    </a:lnTo>
                    <a:lnTo>
                      <a:pt x="29042" y="9332"/>
                    </a:lnTo>
                    <a:lnTo>
                      <a:pt x="28875" y="9353"/>
                    </a:lnTo>
                    <a:lnTo>
                      <a:pt x="28875" y="9332"/>
                    </a:lnTo>
                    <a:lnTo>
                      <a:pt x="28979" y="9270"/>
                    </a:lnTo>
                    <a:lnTo>
                      <a:pt x="29042" y="9144"/>
                    </a:lnTo>
                    <a:lnTo>
                      <a:pt x="29168" y="9081"/>
                    </a:lnTo>
                    <a:lnTo>
                      <a:pt x="29147" y="9228"/>
                    </a:lnTo>
                    <a:lnTo>
                      <a:pt x="29189" y="9332"/>
                    </a:lnTo>
                    <a:lnTo>
                      <a:pt x="29293" y="9291"/>
                    </a:lnTo>
                    <a:lnTo>
                      <a:pt x="29377" y="9332"/>
                    </a:lnTo>
                    <a:lnTo>
                      <a:pt x="29461" y="9249"/>
                    </a:lnTo>
                    <a:lnTo>
                      <a:pt x="29461" y="9144"/>
                    </a:lnTo>
                    <a:lnTo>
                      <a:pt x="29377" y="9039"/>
                    </a:lnTo>
                    <a:lnTo>
                      <a:pt x="29293" y="9019"/>
                    </a:lnTo>
                    <a:lnTo>
                      <a:pt x="29293" y="8935"/>
                    </a:lnTo>
                    <a:lnTo>
                      <a:pt x="29314" y="8830"/>
                    </a:lnTo>
                    <a:lnTo>
                      <a:pt x="29293" y="8726"/>
                    </a:lnTo>
                    <a:lnTo>
                      <a:pt x="29314" y="8663"/>
                    </a:lnTo>
                    <a:lnTo>
                      <a:pt x="29314" y="8600"/>
                    </a:lnTo>
                    <a:lnTo>
                      <a:pt x="29209" y="8454"/>
                    </a:lnTo>
                    <a:lnTo>
                      <a:pt x="29272" y="8349"/>
                    </a:lnTo>
                    <a:lnTo>
                      <a:pt x="29209" y="8244"/>
                    </a:lnTo>
                    <a:lnTo>
                      <a:pt x="29272" y="8223"/>
                    </a:lnTo>
                    <a:lnTo>
                      <a:pt x="29272" y="8077"/>
                    </a:lnTo>
                    <a:lnTo>
                      <a:pt x="29356" y="7931"/>
                    </a:lnTo>
                    <a:lnTo>
                      <a:pt x="29356" y="7847"/>
                    </a:lnTo>
                    <a:lnTo>
                      <a:pt x="29419" y="7742"/>
                    </a:lnTo>
                    <a:lnTo>
                      <a:pt x="29419" y="7700"/>
                    </a:lnTo>
                    <a:lnTo>
                      <a:pt x="29356" y="7659"/>
                    </a:lnTo>
                    <a:lnTo>
                      <a:pt x="29377" y="7449"/>
                    </a:lnTo>
                    <a:lnTo>
                      <a:pt x="29356" y="7324"/>
                    </a:lnTo>
                    <a:lnTo>
                      <a:pt x="29251" y="7261"/>
                    </a:lnTo>
                    <a:lnTo>
                      <a:pt x="29272" y="7177"/>
                    </a:lnTo>
                    <a:lnTo>
                      <a:pt x="29251" y="7073"/>
                    </a:lnTo>
                    <a:lnTo>
                      <a:pt x="29293" y="7052"/>
                    </a:lnTo>
                    <a:lnTo>
                      <a:pt x="29335" y="6947"/>
                    </a:lnTo>
                    <a:lnTo>
                      <a:pt x="29272" y="6884"/>
                    </a:lnTo>
                    <a:lnTo>
                      <a:pt x="29230" y="6863"/>
                    </a:lnTo>
                    <a:cubicBezTo>
                      <a:pt x="29272" y="6842"/>
                      <a:pt x="29293" y="6801"/>
                      <a:pt x="29293" y="6759"/>
                    </a:cubicBezTo>
                    <a:cubicBezTo>
                      <a:pt x="29314" y="6696"/>
                      <a:pt x="29335" y="6654"/>
                      <a:pt x="29335" y="6591"/>
                    </a:cubicBezTo>
                    <a:lnTo>
                      <a:pt x="29377" y="6550"/>
                    </a:lnTo>
                    <a:lnTo>
                      <a:pt x="29377" y="6445"/>
                    </a:lnTo>
                    <a:lnTo>
                      <a:pt x="29440" y="6445"/>
                    </a:lnTo>
                    <a:lnTo>
                      <a:pt x="29523" y="6361"/>
                    </a:lnTo>
                    <a:lnTo>
                      <a:pt x="29586" y="6257"/>
                    </a:lnTo>
                    <a:lnTo>
                      <a:pt x="29649" y="6215"/>
                    </a:lnTo>
                    <a:lnTo>
                      <a:pt x="29753" y="6215"/>
                    </a:lnTo>
                    <a:lnTo>
                      <a:pt x="29816" y="6131"/>
                    </a:lnTo>
                    <a:lnTo>
                      <a:pt x="29900" y="6068"/>
                    </a:lnTo>
                    <a:lnTo>
                      <a:pt x="29942" y="5964"/>
                    </a:lnTo>
                    <a:lnTo>
                      <a:pt x="29942" y="5838"/>
                    </a:lnTo>
                    <a:lnTo>
                      <a:pt x="29900" y="5796"/>
                    </a:lnTo>
                    <a:lnTo>
                      <a:pt x="29963" y="5713"/>
                    </a:lnTo>
                    <a:lnTo>
                      <a:pt x="30005" y="5629"/>
                    </a:lnTo>
                    <a:lnTo>
                      <a:pt x="29795" y="5629"/>
                    </a:lnTo>
                    <a:lnTo>
                      <a:pt x="29733" y="5587"/>
                    </a:lnTo>
                    <a:lnTo>
                      <a:pt x="29753" y="5503"/>
                    </a:lnTo>
                    <a:lnTo>
                      <a:pt x="29837" y="5503"/>
                    </a:lnTo>
                    <a:lnTo>
                      <a:pt x="29921" y="5545"/>
                    </a:lnTo>
                    <a:lnTo>
                      <a:pt x="30025" y="5545"/>
                    </a:lnTo>
                    <a:lnTo>
                      <a:pt x="30130" y="5587"/>
                    </a:lnTo>
                    <a:lnTo>
                      <a:pt x="30214" y="5524"/>
                    </a:lnTo>
                    <a:lnTo>
                      <a:pt x="30297" y="5545"/>
                    </a:lnTo>
                    <a:lnTo>
                      <a:pt x="30318" y="5650"/>
                    </a:lnTo>
                    <a:lnTo>
                      <a:pt x="30465" y="5796"/>
                    </a:lnTo>
                    <a:lnTo>
                      <a:pt x="30549" y="5796"/>
                    </a:lnTo>
                    <a:lnTo>
                      <a:pt x="30569" y="5838"/>
                    </a:lnTo>
                    <a:lnTo>
                      <a:pt x="30653" y="5859"/>
                    </a:lnTo>
                    <a:lnTo>
                      <a:pt x="30779" y="5817"/>
                    </a:lnTo>
                    <a:lnTo>
                      <a:pt x="30988" y="5692"/>
                    </a:lnTo>
                    <a:lnTo>
                      <a:pt x="31134" y="5524"/>
                    </a:lnTo>
                    <a:lnTo>
                      <a:pt x="31302" y="5399"/>
                    </a:lnTo>
                    <a:lnTo>
                      <a:pt x="31365" y="5315"/>
                    </a:lnTo>
                    <a:lnTo>
                      <a:pt x="31302" y="5294"/>
                    </a:lnTo>
                    <a:lnTo>
                      <a:pt x="31344" y="5231"/>
                    </a:lnTo>
                    <a:lnTo>
                      <a:pt x="31469" y="5231"/>
                    </a:lnTo>
                    <a:lnTo>
                      <a:pt x="31595" y="5085"/>
                    </a:lnTo>
                    <a:lnTo>
                      <a:pt x="31825" y="4897"/>
                    </a:lnTo>
                    <a:lnTo>
                      <a:pt x="31825" y="4855"/>
                    </a:lnTo>
                    <a:lnTo>
                      <a:pt x="31930" y="4834"/>
                    </a:lnTo>
                    <a:lnTo>
                      <a:pt x="32013" y="4687"/>
                    </a:lnTo>
                    <a:lnTo>
                      <a:pt x="32181" y="4541"/>
                    </a:lnTo>
                    <a:lnTo>
                      <a:pt x="32222" y="4415"/>
                    </a:lnTo>
                    <a:lnTo>
                      <a:pt x="32285" y="4415"/>
                    </a:lnTo>
                    <a:lnTo>
                      <a:pt x="32327" y="4436"/>
                    </a:lnTo>
                    <a:lnTo>
                      <a:pt x="32327" y="4436"/>
                    </a:lnTo>
                    <a:lnTo>
                      <a:pt x="32306" y="4353"/>
                    </a:lnTo>
                    <a:lnTo>
                      <a:pt x="32222" y="4311"/>
                    </a:lnTo>
                    <a:lnTo>
                      <a:pt x="32222" y="4227"/>
                    </a:lnTo>
                    <a:lnTo>
                      <a:pt x="32076" y="4122"/>
                    </a:lnTo>
                    <a:lnTo>
                      <a:pt x="31804" y="4081"/>
                    </a:lnTo>
                    <a:lnTo>
                      <a:pt x="31657" y="4060"/>
                    </a:lnTo>
                    <a:lnTo>
                      <a:pt x="31574" y="4081"/>
                    </a:lnTo>
                    <a:lnTo>
                      <a:pt x="31511" y="4060"/>
                    </a:lnTo>
                    <a:lnTo>
                      <a:pt x="31511" y="3976"/>
                    </a:lnTo>
                    <a:lnTo>
                      <a:pt x="31469" y="3871"/>
                    </a:lnTo>
                    <a:lnTo>
                      <a:pt x="31406" y="3871"/>
                    </a:lnTo>
                    <a:lnTo>
                      <a:pt x="31385" y="3850"/>
                    </a:lnTo>
                    <a:lnTo>
                      <a:pt x="31281" y="3829"/>
                    </a:lnTo>
                    <a:lnTo>
                      <a:pt x="31197" y="3704"/>
                    </a:lnTo>
                    <a:lnTo>
                      <a:pt x="31051" y="3704"/>
                    </a:lnTo>
                    <a:lnTo>
                      <a:pt x="30967" y="3788"/>
                    </a:lnTo>
                    <a:lnTo>
                      <a:pt x="30946" y="3704"/>
                    </a:lnTo>
                    <a:lnTo>
                      <a:pt x="30841" y="3704"/>
                    </a:lnTo>
                    <a:lnTo>
                      <a:pt x="30779" y="3641"/>
                    </a:lnTo>
                    <a:lnTo>
                      <a:pt x="30674" y="3662"/>
                    </a:lnTo>
                    <a:lnTo>
                      <a:pt x="30507" y="3662"/>
                    </a:lnTo>
                    <a:lnTo>
                      <a:pt x="30235" y="3725"/>
                    </a:lnTo>
                    <a:lnTo>
                      <a:pt x="30130" y="3871"/>
                    </a:lnTo>
                    <a:lnTo>
                      <a:pt x="30214" y="3976"/>
                    </a:lnTo>
                    <a:lnTo>
                      <a:pt x="30130" y="4018"/>
                    </a:lnTo>
                    <a:lnTo>
                      <a:pt x="30109" y="4060"/>
                    </a:lnTo>
                    <a:lnTo>
                      <a:pt x="30193" y="4164"/>
                    </a:lnTo>
                    <a:lnTo>
                      <a:pt x="30214" y="4290"/>
                    </a:lnTo>
                    <a:lnTo>
                      <a:pt x="30088" y="4290"/>
                    </a:lnTo>
                    <a:lnTo>
                      <a:pt x="30046" y="4185"/>
                    </a:lnTo>
                    <a:lnTo>
                      <a:pt x="29984" y="4060"/>
                    </a:lnTo>
                    <a:lnTo>
                      <a:pt x="29900" y="4039"/>
                    </a:lnTo>
                    <a:lnTo>
                      <a:pt x="29816" y="4164"/>
                    </a:lnTo>
                    <a:lnTo>
                      <a:pt x="29837" y="4227"/>
                    </a:lnTo>
                    <a:lnTo>
                      <a:pt x="29837" y="4290"/>
                    </a:lnTo>
                    <a:lnTo>
                      <a:pt x="29733" y="4332"/>
                    </a:lnTo>
                    <a:lnTo>
                      <a:pt x="29712" y="4478"/>
                    </a:lnTo>
                    <a:lnTo>
                      <a:pt x="29565" y="4646"/>
                    </a:lnTo>
                    <a:lnTo>
                      <a:pt x="29523" y="4771"/>
                    </a:lnTo>
                    <a:lnTo>
                      <a:pt x="29502" y="4855"/>
                    </a:lnTo>
                    <a:lnTo>
                      <a:pt x="29565" y="4876"/>
                    </a:lnTo>
                    <a:lnTo>
                      <a:pt x="29461" y="4959"/>
                    </a:lnTo>
                    <a:lnTo>
                      <a:pt x="29461" y="5064"/>
                    </a:lnTo>
                    <a:lnTo>
                      <a:pt x="29377" y="5106"/>
                    </a:lnTo>
                    <a:lnTo>
                      <a:pt x="29272" y="5357"/>
                    </a:lnTo>
                    <a:lnTo>
                      <a:pt x="29272" y="5482"/>
                    </a:lnTo>
                    <a:lnTo>
                      <a:pt x="29209" y="5566"/>
                    </a:lnTo>
                    <a:lnTo>
                      <a:pt x="29293" y="5629"/>
                    </a:lnTo>
                    <a:lnTo>
                      <a:pt x="29293" y="5713"/>
                    </a:lnTo>
                    <a:lnTo>
                      <a:pt x="29251" y="5734"/>
                    </a:lnTo>
                    <a:lnTo>
                      <a:pt x="29251" y="5838"/>
                    </a:lnTo>
                    <a:lnTo>
                      <a:pt x="29189" y="6026"/>
                    </a:lnTo>
                    <a:lnTo>
                      <a:pt x="29063" y="6215"/>
                    </a:lnTo>
                    <a:lnTo>
                      <a:pt x="29084" y="6257"/>
                    </a:lnTo>
                    <a:lnTo>
                      <a:pt x="29189" y="6257"/>
                    </a:lnTo>
                    <a:lnTo>
                      <a:pt x="29209" y="6319"/>
                    </a:lnTo>
                    <a:cubicBezTo>
                      <a:pt x="29189" y="6319"/>
                      <a:pt x="29168" y="6340"/>
                      <a:pt x="29168" y="6340"/>
                    </a:cubicBezTo>
                    <a:lnTo>
                      <a:pt x="29105" y="6319"/>
                    </a:lnTo>
                    <a:lnTo>
                      <a:pt x="29042" y="6361"/>
                    </a:lnTo>
                    <a:lnTo>
                      <a:pt x="28958" y="6508"/>
                    </a:lnTo>
                    <a:lnTo>
                      <a:pt x="29042" y="6508"/>
                    </a:lnTo>
                    <a:cubicBezTo>
                      <a:pt x="29000" y="6529"/>
                      <a:pt x="28979" y="6550"/>
                      <a:pt x="28979" y="6612"/>
                    </a:cubicBezTo>
                    <a:lnTo>
                      <a:pt x="28875" y="6570"/>
                    </a:lnTo>
                    <a:lnTo>
                      <a:pt x="28791" y="6633"/>
                    </a:lnTo>
                    <a:lnTo>
                      <a:pt x="28791" y="6738"/>
                    </a:lnTo>
                    <a:lnTo>
                      <a:pt x="28644" y="6842"/>
                    </a:lnTo>
                    <a:lnTo>
                      <a:pt x="28582" y="6884"/>
                    </a:lnTo>
                    <a:cubicBezTo>
                      <a:pt x="28665" y="6612"/>
                      <a:pt x="28728" y="6257"/>
                      <a:pt x="28749" y="5943"/>
                    </a:cubicBezTo>
                    <a:lnTo>
                      <a:pt x="28937" y="5838"/>
                    </a:lnTo>
                    <a:lnTo>
                      <a:pt x="28937" y="5734"/>
                    </a:lnTo>
                    <a:lnTo>
                      <a:pt x="29000" y="5566"/>
                    </a:lnTo>
                    <a:lnTo>
                      <a:pt x="29000" y="5399"/>
                    </a:lnTo>
                    <a:lnTo>
                      <a:pt x="29063" y="5315"/>
                    </a:lnTo>
                    <a:lnTo>
                      <a:pt x="28979" y="5315"/>
                    </a:lnTo>
                    <a:lnTo>
                      <a:pt x="28937" y="5378"/>
                    </a:lnTo>
                    <a:lnTo>
                      <a:pt x="28791" y="5420"/>
                    </a:lnTo>
                    <a:lnTo>
                      <a:pt x="28728" y="5545"/>
                    </a:lnTo>
                    <a:lnTo>
                      <a:pt x="28686" y="5503"/>
                    </a:lnTo>
                    <a:lnTo>
                      <a:pt x="28686" y="5399"/>
                    </a:lnTo>
                    <a:lnTo>
                      <a:pt x="28770" y="5357"/>
                    </a:lnTo>
                    <a:lnTo>
                      <a:pt x="28770" y="5231"/>
                    </a:lnTo>
                    <a:lnTo>
                      <a:pt x="28749" y="5169"/>
                    </a:lnTo>
                    <a:lnTo>
                      <a:pt x="28665" y="5127"/>
                    </a:lnTo>
                    <a:lnTo>
                      <a:pt x="28749" y="5127"/>
                    </a:lnTo>
                    <a:lnTo>
                      <a:pt x="28791" y="5106"/>
                    </a:lnTo>
                    <a:lnTo>
                      <a:pt x="28770" y="4980"/>
                    </a:lnTo>
                    <a:lnTo>
                      <a:pt x="28582" y="4876"/>
                    </a:lnTo>
                    <a:lnTo>
                      <a:pt x="28540" y="4897"/>
                    </a:lnTo>
                    <a:lnTo>
                      <a:pt x="28352" y="4918"/>
                    </a:lnTo>
                    <a:lnTo>
                      <a:pt x="28331" y="4980"/>
                    </a:lnTo>
                    <a:lnTo>
                      <a:pt x="28247" y="4980"/>
                    </a:lnTo>
                    <a:lnTo>
                      <a:pt x="28247" y="4897"/>
                    </a:lnTo>
                    <a:lnTo>
                      <a:pt x="28331" y="4771"/>
                    </a:lnTo>
                    <a:lnTo>
                      <a:pt x="28414" y="4771"/>
                    </a:lnTo>
                    <a:lnTo>
                      <a:pt x="28540" y="4666"/>
                    </a:lnTo>
                    <a:lnTo>
                      <a:pt x="28749" y="4604"/>
                    </a:lnTo>
                    <a:lnTo>
                      <a:pt x="28791" y="4562"/>
                    </a:lnTo>
                    <a:lnTo>
                      <a:pt x="28937" y="4541"/>
                    </a:lnTo>
                    <a:lnTo>
                      <a:pt x="29000" y="4541"/>
                    </a:lnTo>
                    <a:lnTo>
                      <a:pt x="29063" y="4583"/>
                    </a:lnTo>
                    <a:lnTo>
                      <a:pt x="29105" y="4562"/>
                    </a:lnTo>
                    <a:lnTo>
                      <a:pt x="29147" y="4394"/>
                    </a:lnTo>
                    <a:lnTo>
                      <a:pt x="29189" y="4332"/>
                    </a:lnTo>
                    <a:lnTo>
                      <a:pt x="29063" y="4248"/>
                    </a:lnTo>
                    <a:lnTo>
                      <a:pt x="29042" y="4185"/>
                    </a:lnTo>
                    <a:lnTo>
                      <a:pt x="29105" y="4164"/>
                    </a:lnTo>
                    <a:lnTo>
                      <a:pt x="29168" y="4122"/>
                    </a:lnTo>
                    <a:lnTo>
                      <a:pt x="29189" y="4164"/>
                    </a:lnTo>
                    <a:lnTo>
                      <a:pt x="29272" y="4185"/>
                    </a:lnTo>
                    <a:lnTo>
                      <a:pt x="29419" y="4122"/>
                    </a:lnTo>
                    <a:lnTo>
                      <a:pt x="29481" y="4039"/>
                    </a:lnTo>
                    <a:lnTo>
                      <a:pt x="29461" y="3955"/>
                    </a:lnTo>
                    <a:lnTo>
                      <a:pt x="29481" y="3913"/>
                    </a:lnTo>
                    <a:lnTo>
                      <a:pt x="29461" y="3829"/>
                    </a:lnTo>
                    <a:lnTo>
                      <a:pt x="29377" y="3850"/>
                    </a:lnTo>
                    <a:lnTo>
                      <a:pt x="29293" y="3746"/>
                    </a:lnTo>
                    <a:lnTo>
                      <a:pt x="29042" y="3746"/>
                    </a:lnTo>
                    <a:lnTo>
                      <a:pt x="28958" y="3725"/>
                    </a:lnTo>
                    <a:lnTo>
                      <a:pt x="28896" y="3767"/>
                    </a:lnTo>
                    <a:lnTo>
                      <a:pt x="28770" y="3767"/>
                    </a:lnTo>
                    <a:lnTo>
                      <a:pt x="28665" y="3725"/>
                    </a:lnTo>
                    <a:lnTo>
                      <a:pt x="28582" y="3746"/>
                    </a:lnTo>
                    <a:lnTo>
                      <a:pt x="28519" y="3641"/>
                    </a:lnTo>
                    <a:lnTo>
                      <a:pt x="28435" y="3599"/>
                    </a:lnTo>
                    <a:lnTo>
                      <a:pt x="28435" y="3516"/>
                    </a:lnTo>
                    <a:lnTo>
                      <a:pt x="28477" y="3453"/>
                    </a:lnTo>
                    <a:lnTo>
                      <a:pt x="28456" y="3411"/>
                    </a:lnTo>
                    <a:lnTo>
                      <a:pt x="28310" y="3390"/>
                    </a:lnTo>
                    <a:lnTo>
                      <a:pt x="28226" y="3432"/>
                    </a:lnTo>
                    <a:lnTo>
                      <a:pt x="28163" y="3495"/>
                    </a:lnTo>
                    <a:lnTo>
                      <a:pt x="28226" y="3537"/>
                    </a:lnTo>
                    <a:lnTo>
                      <a:pt x="28331" y="3537"/>
                    </a:lnTo>
                    <a:lnTo>
                      <a:pt x="28268" y="3641"/>
                    </a:lnTo>
                    <a:lnTo>
                      <a:pt x="28142" y="3620"/>
                    </a:lnTo>
                    <a:lnTo>
                      <a:pt x="28059" y="3495"/>
                    </a:lnTo>
                    <a:lnTo>
                      <a:pt x="28017" y="3516"/>
                    </a:lnTo>
                    <a:lnTo>
                      <a:pt x="27954" y="3495"/>
                    </a:lnTo>
                    <a:lnTo>
                      <a:pt x="27849" y="3537"/>
                    </a:lnTo>
                    <a:lnTo>
                      <a:pt x="27828" y="3641"/>
                    </a:lnTo>
                    <a:lnTo>
                      <a:pt x="27787" y="3662"/>
                    </a:lnTo>
                    <a:lnTo>
                      <a:pt x="27808" y="3767"/>
                    </a:lnTo>
                    <a:lnTo>
                      <a:pt x="27808" y="3871"/>
                    </a:lnTo>
                    <a:lnTo>
                      <a:pt x="27891" y="3934"/>
                    </a:lnTo>
                    <a:lnTo>
                      <a:pt x="27891" y="4060"/>
                    </a:lnTo>
                    <a:lnTo>
                      <a:pt x="27828" y="4122"/>
                    </a:lnTo>
                    <a:lnTo>
                      <a:pt x="27808" y="4248"/>
                    </a:lnTo>
                    <a:lnTo>
                      <a:pt x="27787" y="4248"/>
                    </a:lnTo>
                    <a:lnTo>
                      <a:pt x="27745" y="4018"/>
                    </a:lnTo>
                    <a:lnTo>
                      <a:pt x="27703" y="3913"/>
                    </a:lnTo>
                    <a:lnTo>
                      <a:pt x="27619" y="3850"/>
                    </a:lnTo>
                    <a:lnTo>
                      <a:pt x="27598" y="3934"/>
                    </a:lnTo>
                    <a:lnTo>
                      <a:pt x="27515" y="3934"/>
                    </a:lnTo>
                    <a:lnTo>
                      <a:pt x="27431" y="4018"/>
                    </a:lnTo>
                    <a:lnTo>
                      <a:pt x="27431" y="4143"/>
                    </a:lnTo>
                    <a:lnTo>
                      <a:pt x="27515" y="4248"/>
                    </a:lnTo>
                    <a:lnTo>
                      <a:pt x="27515" y="4332"/>
                    </a:lnTo>
                    <a:lnTo>
                      <a:pt x="27619" y="4457"/>
                    </a:lnTo>
                    <a:lnTo>
                      <a:pt x="27745" y="4457"/>
                    </a:lnTo>
                    <a:lnTo>
                      <a:pt x="27808" y="4353"/>
                    </a:lnTo>
                    <a:lnTo>
                      <a:pt x="27828" y="4353"/>
                    </a:lnTo>
                    <a:lnTo>
                      <a:pt x="27849" y="4457"/>
                    </a:lnTo>
                    <a:lnTo>
                      <a:pt x="27933" y="4583"/>
                    </a:lnTo>
                    <a:lnTo>
                      <a:pt x="27933" y="4666"/>
                    </a:lnTo>
                    <a:lnTo>
                      <a:pt x="27849" y="4666"/>
                    </a:lnTo>
                    <a:lnTo>
                      <a:pt x="27808" y="4562"/>
                    </a:lnTo>
                    <a:lnTo>
                      <a:pt x="27724" y="4541"/>
                    </a:lnTo>
                    <a:lnTo>
                      <a:pt x="27619" y="4562"/>
                    </a:lnTo>
                    <a:lnTo>
                      <a:pt x="27577" y="4604"/>
                    </a:lnTo>
                    <a:lnTo>
                      <a:pt x="27619" y="4708"/>
                    </a:lnTo>
                    <a:lnTo>
                      <a:pt x="27598" y="4792"/>
                    </a:lnTo>
                    <a:lnTo>
                      <a:pt x="27515" y="4876"/>
                    </a:lnTo>
                    <a:lnTo>
                      <a:pt x="27536" y="4959"/>
                    </a:lnTo>
                    <a:lnTo>
                      <a:pt x="27473" y="5085"/>
                    </a:lnTo>
                    <a:lnTo>
                      <a:pt x="27410" y="5127"/>
                    </a:lnTo>
                    <a:lnTo>
                      <a:pt x="27431" y="5231"/>
                    </a:lnTo>
                    <a:lnTo>
                      <a:pt x="27389" y="5294"/>
                    </a:lnTo>
                    <a:lnTo>
                      <a:pt x="27284" y="5273"/>
                    </a:lnTo>
                    <a:lnTo>
                      <a:pt x="27201" y="5169"/>
                    </a:lnTo>
                    <a:lnTo>
                      <a:pt x="27201" y="5064"/>
                    </a:lnTo>
                    <a:lnTo>
                      <a:pt x="27075" y="4897"/>
                    </a:lnTo>
                    <a:lnTo>
                      <a:pt x="27075" y="4792"/>
                    </a:lnTo>
                    <a:lnTo>
                      <a:pt x="27054" y="4708"/>
                    </a:lnTo>
                    <a:lnTo>
                      <a:pt x="26950" y="4687"/>
                    </a:lnTo>
                    <a:lnTo>
                      <a:pt x="26950" y="4646"/>
                    </a:lnTo>
                    <a:lnTo>
                      <a:pt x="26992" y="4604"/>
                    </a:lnTo>
                    <a:lnTo>
                      <a:pt x="27033" y="4562"/>
                    </a:lnTo>
                    <a:lnTo>
                      <a:pt x="26992" y="4478"/>
                    </a:lnTo>
                    <a:lnTo>
                      <a:pt x="26887" y="4457"/>
                    </a:lnTo>
                    <a:lnTo>
                      <a:pt x="26740" y="4499"/>
                    </a:lnTo>
                    <a:lnTo>
                      <a:pt x="26699" y="4457"/>
                    </a:lnTo>
                    <a:lnTo>
                      <a:pt x="26657" y="4478"/>
                    </a:lnTo>
                    <a:lnTo>
                      <a:pt x="26594" y="4562"/>
                    </a:lnTo>
                    <a:lnTo>
                      <a:pt x="26489" y="4604"/>
                    </a:lnTo>
                    <a:lnTo>
                      <a:pt x="26364" y="4792"/>
                    </a:lnTo>
                    <a:lnTo>
                      <a:pt x="26427" y="4876"/>
                    </a:lnTo>
                    <a:lnTo>
                      <a:pt x="26427" y="5064"/>
                    </a:lnTo>
                    <a:lnTo>
                      <a:pt x="26385" y="5127"/>
                    </a:lnTo>
                    <a:lnTo>
                      <a:pt x="26448" y="5210"/>
                    </a:lnTo>
                    <a:lnTo>
                      <a:pt x="26427" y="5378"/>
                    </a:lnTo>
                    <a:lnTo>
                      <a:pt x="26322" y="5420"/>
                    </a:lnTo>
                    <a:lnTo>
                      <a:pt x="26322" y="5545"/>
                    </a:lnTo>
                    <a:lnTo>
                      <a:pt x="26364" y="5608"/>
                    </a:lnTo>
                    <a:lnTo>
                      <a:pt x="26448" y="5587"/>
                    </a:lnTo>
                    <a:lnTo>
                      <a:pt x="26489" y="5629"/>
                    </a:lnTo>
                    <a:lnTo>
                      <a:pt x="26573" y="5587"/>
                    </a:lnTo>
                    <a:lnTo>
                      <a:pt x="26636" y="5608"/>
                    </a:lnTo>
                    <a:lnTo>
                      <a:pt x="26636" y="5734"/>
                    </a:lnTo>
                    <a:lnTo>
                      <a:pt x="26657" y="5796"/>
                    </a:lnTo>
                    <a:lnTo>
                      <a:pt x="26699" y="5796"/>
                    </a:lnTo>
                    <a:lnTo>
                      <a:pt x="26782" y="5922"/>
                    </a:lnTo>
                    <a:lnTo>
                      <a:pt x="26782" y="6110"/>
                    </a:lnTo>
                    <a:lnTo>
                      <a:pt x="26887" y="6236"/>
                    </a:lnTo>
                    <a:lnTo>
                      <a:pt x="26887" y="6319"/>
                    </a:lnTo>
                    <a:lnTo>
                      <a:pt x="26929" y="6424"/>
                    </a:lnTo>
                    <a:lnTo>
                      <a:pt x="27012" y="6466"/>
                    </a:lnTo>
                    <a:lnTo>
                      <a:pt x="26992" y="6550"/>
                    </a:lnTo>
                    <a:lnTo>
                      <a:pt x="27012" y="6696"/>
                    </a:lnTo>
                    <a:lnTo>
                      <a:pt x="26929" y="6842"/>
                    </a:lnTo>
                    <a:lnTo>
                      <a:pt x="27012" y="6905"/>
                    </a:lnTo>
                    <a:lnTo>
                      <a:pt x="27033" y="7052"/>
                    </a:lnTo>
                    <a:lnTo>
                      <a:pt x="27012" y="7156"/>
                    </a:lnTo>
                    <a:lnTo>
                      <a:pt x="27033" y="7198"/>
                    </a:lnTo>
                    <a:lnTo>
                      <a:pt x="27117" y="7156"/>
                    </a:lnTo>
                    <a:lnTo>
                      <a:pt x="27180" y="7198"/>
                    </a:lnTo>
                    <a:lnTo>
                      <a:pt x="27180" y="7324"/>
                    </a:lnTo>
                    <a:lnTo>
                      <a:pt x="27264" y="7387"/>
                    </a:lnTo>
                    <a:lnTo>
                      <a:pt x="27410" y="7324"/>
                    </a:lnTo>
                    <a:lnTo>
                      <a:pt x="27452" y="7198"/>
                    </a:lnTo>
                    <a:lnTo>
                      <a:pt x="27598" y="7114"/>
                    </a:lnTo>
                    <a:lnTo>
                      <a:pt x="27619" y="7010"/>
                    </a:lnTo>
                    <a:lnTo>
                      <a:pt x="27556" y="6968"/>
                    </a:lnTo>
                    <a:lnTo>
                      <a:pt x="27494" y="6759"/>
                    </a:lnTo>
                    <a:lnTo>
                      <a:pt x="27515" y="6654"/>
                    </a:lnTo>
                    <a:lnTo>
                      <a:pt x="27703" y="6466"/>
                    </a:lnTo>
                    <a:lnTo>
                      <a:pt x="27703" y="6550"/>
                    </a:lnTo>
                    <a:lnTo>
                      <a:pt x="27598" y="6675"/>
                    </a:lnTo>
                    <a:lnTo>
                      <a:pt x="27640" y="6905"/>
                    </a:lnTo>
                    <a:lnTo>
                      <a:pt x="27724" y="6947"/>
                    </a:lnTo>
                    <a:lnTo>
                      <a:pt x="27828" y="6884"/>
                    </a:lnTo>
                    <a:lnTo>
                      <a:pt x="27954" y="6968"/>
                    </a:lnTo>
                    <a:lnTo>
                      <a:pt x="28121" y="6905"/>
                    </a:lnTo>
                    <a:lnTo>
                      <a:pt x="28121" y="6842"/>
                    </a:lnTo>
                    <a:lnTo>
                      <a:pt x="28247" y="6780"/>
                    </a:lnTo>
                    <a:lnTo>
                      <a:pt x="28352" y="6780"/>
                    </a:lnTo>
                    <a:lnTo>
                      <a:pt x="28435" y="6738"/>
                    </a:lnTo>
                    <a:lnTo>
                      <a:pt x="28477" y="6780"/>
                    </a:lnTo>
                    <a:lnTo>
                      <a:pt x="28498" y="6759"/>
                    </a:lnTo>
                    <a:lnTo>
                      <a:pt x="28498" y="6759"/>
                    </a:lnTo>
                    <a:cubicBezTo>
                      <a:pt x="28477" y="6863"/>
                      <a:pt x="28456" y="6989"/>
                      <a:pt x="28456" y="7094"/>
                    </a:cubicBezTo>
                    <a:lnTo>
                      <a:pt x="28435" y="7114"/>
                    </a:lnTo>
                    <a:lnTo>
                      <a:pt x="28456" y="7156"/>
                    </a:lnTo>
                    <a:lnTo>
                      <a:pt x="28456" y="7219"/>
                    </a:lnTo>
                    <a:cubicBezTo>
                      <a:pt x="28456" y="7283"/>
                      <a:pt x="28503" y="7308"/>
                      <a:pt x="28554" y="7308"/>
                    </a:cubicBezTo>
                    <a:cubicBezTo>
                      <a:pt x="28586" y="7308"/>
                      <a:pt x="28620" y="7298"/>
                      <a:pt x="28644" y="7282"/>
                    </a:cubicBezTo>
                    <a:lnTo>
                      <a:pt x="28707" y="7282"/>
                    </a:lnTo>
                    <a:lnTo>
                      <a:pt x="28707" y="7324"/>
                    </a:lnTo>
                    <a:lnTo>
                      <a:pt x="28582" y="7533"/>
                    </a:lnTo>
                    <a:lnTo>
                      <a:pt x="28561" y="7617"/>
                    </a:lnTo>
                    <a:lnTo>
                      <a:pt x="28456" y="7679"/>
                    </a:lnTo>
                    <a:lnTo>
                      <a:pt x="28477" y="7596"/>
                    </a:lnTo>
                    <a:lnTo>
                      <a:pt x="28435" y="7533"/>
                    </a:lnTo>
                    <a:lnTo>
                      <a:pt x="28477" y="7407"/>
                    </a:lnTo>
                    <a:lnTo>
                      <a:pt x="28393" y="7324"/>
                    </a:lnTo>
                    <a:lnTo>
                      <a:pt x="28268" y="7387"/>
                    </a:lnTo>
                    <a:lnTo>
                      <a:pt x="28184" y="7512"/>
                    </a:lnTo>
                    <a:lnTo>
                      <a:pt x="28121" y="7512"/>
                    </a:lnTo>
                    <a:lnTo>
                      <a:pt x="28038" y="7679"/>
                    </a:lnTo>
                    <a:lnTo>
                      <a:pt x="27954" y="7700"/>
                    </a:lnTo>
                    <a:lnTo>
                      <a:pt x="27870" y="7910"/>
                    </a:lnTo>
                    <a:lnTo>
                      <a:pt x="27724" y="8056"/>
                    </a:lnTo>
                    <a:lnTo>
                      <a:pt x="27703" y="8203"/>
                    </a:lnTo>
                    <a:lnTo>
                      <a:pt x="27745" y="8328"/>
                    </a:lnTo>
                    <a:lnTo>
                      <a:pt x="27745" y="8412"/>
                    </a:lnTo>
                    <a:lnTo>
                      <a:pt x="27808" y="8433"/>
                    </a:lnTo>
                    <a:lnTo>
                      <a:pt x="27870" y="8370"/>
                    </a:lnTo>
                    <a:lnTo>
                      <a:pt x="27933" y="8370"/>
                    </a:lnTo>
                    <a:lnTo>
                      <a:pt x="27933" y="8454"/>
                    </a:lnTo>
                    <a:lnTo>
                      <a:pt x="27828" y="8537"/>
                    </a:lnTo>
                    <a:lnTo>
                      <a:pt x="27828" y="8579"/>
                    </a:lnTo>
                    <a:lnTo>
                      <a:pt x="27724" y="8579"/>
                    </a:lnTo>
                    <a:lnTo>
                      <a:pt x="27619" y="8642"/>
                    </a:lnTo>
                    <a:lnTo>
                      <a:pt x="27431" y="8830"/>
                    </a:lnTo>
                    <a:lnTo>
                      <a:pt x="27347" y="8935"/>
                    </a:lnTo>
                    <a:lnTo>
                      <a:pt x="27326" y="9207"/>
                    </a:lnTo>
                    <a:lnTo>
                      <a:pt x="27389" y="9311"/>
                    </a:lnTo>
                    <a:lnTo>
                      <a:pt x="27389" y="9395"/>
                    </a:lnTo>
                    <a:lnTo>
                      <a:pt x="27326" y="9500"/>
                    </a:lnTo>
                    <a:lnTo>
                      <a:pt x="27347" y="9563"/>
                    </a:lnTo>
                    <a:lnTo>
                      <a:pt x="27389" y="9625"/>
                    </a:lnTo>
                    <a:lnTo>
                      <a:pt x="27452" y="9625"/>
                    </a:lnTo>
                    <a:lnTo>
                      <a:pt x="27515" y="9667"/>
                    </a:lnTo>
                    <a:lnTo>
                      <a:pt x="27536" y="9793"/>
                    </a:lnTo>
                    <a:lnTo>
                      <a:pt x="27640" y="9835"/>
                    </a:lnTo>
                    <a:lnTo>
                      <a:pt x="27703" y="9939"/>
                    </a:lnTo>
                    <a:lnTo>
                      <a:pt x="27745" y="9939"/>
                    </a:lnTo>
                    <a:lnTo>
                      <a:pt x="27828" y="9814"/>
                    </a:lnTo>
                    <a:lnTo>
                      <a:pt x="27808" y="9939"/>
                    </a:lnTo>
                    <a:lnTo>
                      <a:pt x="27849" y="10107"/>
                    </a:lnTo>
                    <a:lnTo>
                      <a:pt x="28017" y="10127"/>
                    </a:lnTo>
                    <a:lnTo>
                      <a:pt x="28080" y="10190"/>
                    </a:lnTo>
                    <a:lnTo>
                      <a:pt x="28184" y="10190"/>
                    </a:lnTo>
                    <a:lnTo>
                      <a:pt x="28331" y="10211"/>
                    </a:lnTo>
                    <a:lnTo>
                      <a:pt x="28331" y="10295"/>
                    </a:lnTo>
                    <a:lnTo>
                      <a:pt x="28226" y="10504"/>
                    </a:lnTo>
                    <a:lnTo>
                      <a:pt x="28121" y="10546"/>
                    </a:lnTo>
                    <a:lnTo>
                      <a:pt x="28080" y="10525"/>
                    </a:lnTo>
                    <a:lnTo>
                      <a:pt x="28121" y="10420"/>
                    </a:lnTo>
                    <a:lnTo>
                      <a:pt x="28226" y="10379"/>
                    </a:lnTo>
                    <a:lnTo>
                      <a:pt x="28080" y="10337"/>
                    </a:lnTo>
                    <a:lnTo>
                      <a:pt x="27954" y="10379"/>
                    </a:lnTo>
                    <a:lnTo>
                      <a:pt x="27849" y="10504"/>
                    </a:lnTo>
                    <a:lnTo>
                      <a:pt x="27912" y="10546"/>
                    </a:lnTo>
                    <a:lnTo>
                      <a:pt x="27912" y="10630"/>
                    </a:lnTo>
                    <a:lnTo>
                      <a:pt x="27745" y="10713"/>
                    </a:lnTo>
                    <a:lnTo>
                      <a:pt x="27661" y="10797"/>
                    </a:lnTo>
                    <a:lnTo>
                      <a:pt x="27598" y="10797"/>
                    </a:lnTo>
                    <a:lnTo>
                      <a:pt x="27515" y="10944"/>
                    </a:lnTo>
                    <a:lnTo>
                      <a:pt x="27536" y="11006"/>
                    </a:lnTo>
                    <a:lnTo>
                      <a:pt x="27619" y="11006"/>
                    </a:lnTo>
                    <a:lnTo>
                      <a:pt x="27661" y="11048"/>
                    </a:lnTo>
                    <a:lnTo>
                      <a:pt x="27766" y="11027"/>
                    </a:lnTo>
                    <a:lnTo>
                      <a:pt x="27828" y="10923"/>
                    </a:lnTo>
                    <a:lnTo>
                      <a:pt x="27808" y="10860"/>
                    </a:lnTo>
                    <a:lnTo>
                      <a:pt x="27870" y="10839"/>
                    </a:lnTo>
                    <a:lnTo>
                      <a:pt x="27954" y="10797"/>
                    </a:lnTo>
                    <a:lnTo>
                      <a:pt x="28017" y="10839"/>
                    </a:lnTo>
                    <a:lnTo>
                      <a:pt x="27975" y="10944"/>
                    </a:lnTo>
                    <a:lnTo>
                      <a:pt x="27912" y="11069"/>
                    </a:lnTo>
                    <a:lnTo>
                      <a:pt x="27870" y="11236"/>
                    </a:lnTo>
                    <a:lnTo>
                      <a:pt x="27870" y="11320"/>
                    </a:lnTo>
                    <a:lnTo>
                      <a:pt x="27808" y="11383"/>
                    </a:lnTo>
                    <a:lnTo>
                      <a:pt x="27640" y="11425"/>
                    </a:lnTo>
                    <a:lnTo>
                      <a:pt x="27536" y="11529"/>
                    </a:lnTo>
                    <a:lnTo>
                      <a:pt x="27452" y="11550"/>
                    </a:lnTo>
                    <a:lnTo>
                      <a:pt x="27452" y="11592"/>
                    </a:lnTo>
                    <a:lnTo>
                      <a:pt x="27410" y="11697"/>
                    </a:lnTo>
                    <a:lnTo>
                      <a:pt x="27138" y="11801"/>
                    </a:lnTo>
                    <a:lnTo>
                      <a:pt x="27075" y="11906"/>
                    </a:lnTo>
                    <a:lnTo>
                      <a:pt x="26971" y="11948"/>
                    </a:lnTo>
                    <a:lnTo>
                      <a:pt x="26929" y="11885"/>
                    </a:lnTo>
                    <a:lnTo>
                      <a:pt x="26887" y="11885"/>
                    </a:lnTo>
                    <a:lnTo>
                      <a:pt x="26866" y="11843"/>
                    </a:lnTo>
                    <a:lnTo>
                      <a:pt x="26803" y="11906"/>
                    </a:lnTo>
                    <a:lnTo>
                      <a:pt x="26720" y="11948"/>
                    </a:lnTo>
                    <a:lnTo>
                      <a:pt x="26720" y="11948"/>
                    </a:lnTo>
                    <a:lnTo>
                      <a:pt x="26761" y="11885"/>
                    </a:lnTo>
                    <a:lnTo>
                      <a:pt x="26720" y="11843"/>
                    </a:lnTo>
                    <a:lnTo>
                      <a:pt x="26615" y="11948"/>
                    </a:lnTo>
                    <a:lnTo>
                      <a:pt x="26573" y="12094"/>
                    </a:lnTo>
                    <a:lnTo>
                      <a:pt x="26468" y="12262"/>
                    </a:lnTo>
                    <a:lnTo>
                      <a:pt x="26448" y="12304"/>
                    </a:lnTo>
                    <a:lnTo>
                      <a:pt x="26489" y="12387"/>
                    </a:lnTo>
                    <a:lnTo>
                      <a:pt x="26489" y="12471"/>
                    </a:lnTo>
                    <a:lnTo>
                      <a:pt x="26406" y="12617"/>
                    </a:lnTo>
                    <a:lnTo>
                      <a:pt x="26406" y="12701"/>
                    </a:lnTo>
                    <a:lnTo>
                      <a:pt x="26468" y="12785"/>
                    </a:lnTo>
                    <a:lnTo>
                      <a:pt x="26385" y="12827"/>
                    </a:lnTo>
                    <a:lnTo>
                      <a:pt x="26343" y="12952"/>
                    </a:lnTo>
                    <a:lnTo>
                      <a:pt x="26364" y="12952"/>
                    </a:lnTo>
                    <a:lnTo>
                      <a:pt x="26448" y="12931"/>
                    </a:lnTo>
                    <a:lnTo>
                      <a:pt x="26489" y="12848"/>
                    </a:lnTo>
                    <a:lnTo>
                      <a:pt x="26594" y="12889"/>
                    </a:lnTo>
                    <a:lnTo>
                      <a:pt x="26699" y="12806"/>
                    </a:lnTo>
                    <a:lnTo>
                      <a:pt x="26615" y="12910"/>
                    </a:lnTo>
                    <a:lnTo>
                      <a:pt x="26510" y="12910"/>
                    </a:lnTo>
                    <a:lnTo>
                      <a:pt x="26406" y="13015"/>
                    </a:lnTo>
                    <a:lnTo>
                      <a:pt x="26259" y="13057"/>
                    </a:lnTo>
                    <a:lnTo>
                      <a:pt x="26259" y="13203"/>
                    </a:lnTo>
                    <a:lnTo>
                      <a:pt x="26176" y="13266"/>
                    </a:lnTo>
                    <a:lnTo>
                      <a:pt x="26071" y="13203"/>
                    </a:lnTo>
                    <a:lnTo>
                      <a:pt x="25945" y="13203"/>
                    </a:lnTo>
                    <a:lnTo>
                      <a:pt x="25862" y="13120"/>
                    </a:lnTo>
                    <a:lnTo>
                      <a:pt x="25778" y="13161"/>
                    </a:lnTo>
                    <a:lnTo>
                      <a:pt x="25820" y="13350"/>
                    </a:lnTo>
                    <a:lnTo>
                      <a:pt x="25631" y="13245"/>
                    </a:lnTo>
                    <a:lnTo>
                      <a:pt x="25694" y="12994"/>
                    </a:lnTo>
                    <a:lnTo>
                      <a:pt x="25631" y="12827"/>
                    </a:lnTo>
                    <a:lnTo>
                      <a:pt x="25548" y="12722"/>
                    </a:lnTo>
                    <a:lnTo>
                      <a:pt x="25590" y="12555"/>
                    </a:lnTo>
                    <a:lnTo>
                      <a:pt x="25631" y="12555"/>
                    </a:lnTo>
                    <a:lnTo>
                      <a:pt x="25673" y="12722"/>
                    </a:lnTo>
                    <a:lnTo>
                      <a:pt x="25820" y="12638"/>
                    </a:lnTo>
                    <a:lnTo>
                      <a:pt x="25862" y="12743"/>
                    </a:lnTo>
                    <a:lnTo>
                      <a:pt x="25987" y="12806"/>
                    </a:lnTo>
                    <a:lnTo>
                      <a:pt x="26071" y="12722"/>
                    </a:lnTo>
                    <a:lnTo>
                      <a:pt x="26071" y="12638"/>
                    </a:lnTo>
                    <a:lnTo>
                      <a:pt x="26134" y="12492"/>
                    </a:lnTo>
                    <a:lnTo>
                      <a:pt x="26029" y="12513"/>
                    </a:lnTo>
                    <a:lnTo>
                      <a:pt x="25945" y="12492"/>
                    </a:lnTo>
                    <a:lnTo>
                      <a:pt x="26029" y="12429"/>
                    </a:lnTo>
                    <a:lnTo>
                      <a:pt x="26092" y="12304"/>
                    </a:lnTo>
                    <a:lnTo>
                      <a:pt x="26029" y="12304"/>
                    </a:lnTo>
                    <a:lnTo>
                      <a:pt x="25945" y="12387"/>
                    </a:lnTo>
                    <a:lnTo>
                      <a:pt x="25778" y="12429"/>
                    </a:lnTo>
                    <a:lnTo>
                      <a:pt x="25778" y="12345"/>
                    </a:lnTo>
                    <a:lnTo>
                      <a:pt x="25924" y="12283"/>
                    </a:lnTo>
                    <a:lnTo>
                      <a:pt x="25924" y="12178"/>
                    </a:lnTo>
                    <a:lnTo>
                      <a:pt x="25841" y="12178"/>
                    </a:lnTo>
                    <a:lnTo>
                      <a:pt x="25736" y="12220"/>
                    </a:lnTo>
                    <a:lnTo>
                      <a:pt x="25736" y="12136"/>
                    </a:lnTo>
                    <a:lnTo>
                      <a:pt x="25778" y="11969"/>
                    </a:lnTo>
                    <a:lnTo>
                      <a:pt x="25862" y="11864"/>
                    </a:lnTo>
                    <a:lnTo>
                      <a:pt x="25883" y="11969"/>
                    </a:lnTo>
                    <a:lnTo>
                      <a:pt x="25945" y="11906"/>
                    </a:lnTo>
                    <a:lnTo>
                      <a:pt x="25945" y="11822"/>
                    </a:lnTo>
                    <a:lnTo>
                      <a:pt x="26092" y="11676"/>
                    </a:lnTo>
                    <a:lnTo>
                      <a:pt x="26092" y="11592"/>
                    </a:lnTo>
                    <a:lnTo>
                      <a:pt x="26280" y="11488"/>
                    </a:lnTo>
                    <a:lnTo>
                      <a:pt x="26280" y="11362"/>
                    </a:lnTo>
                    <a:lnTo>
                      <a:pt x="26364" y="11299"/>
                    </a:lnTo>
                    <a:lnTo>
                      <a:pt x="26448" y="11278"/>
                    </a:lnTo>
                    <a:lnTo>
                      <a:pt x="26448" y="11236"/>
                    </a:lnTo>
                    <a:lnTo>
                      <a:pt x="26343" y="11236"/>
                    </a:lnTo>
                    <a:lnTo>
                      <a:pt x="26196" y="11257"/>
                    </a:lnTo>
                    <a:lnTo>
                      <a:pt x="26155" y="11425"/>
                    </a:lnTo>
                    <a:lnTo>
                      <a:pt x="26029" y="11488"/>
                    </a:lnTo>
                    <a:lnTo>
                      <a:pt x="25945" y="11467"/>
                    </a:lnTo>
                    <a:lnTo>
                      <a:pt x="25966" y="11425"/>
                    </a:lnTo>
                    <a:lnTo>
                      <a:pt x="26113" y="11362"/>
                    </a:lnTo>
                    <a:lnTo>
                      <a:pt x="26134" y="11257"/>
                    </a:lnTo>
                    <a:lnTo>
                      <a:pt x="26050" y="11216"/>
                    </a:lnTo>
                    <a:lnTo>
                      <a:pt x="25966" y="11236"/>
                    </a:lnTo>
                    <a:lnTo>
                      <a:pt x="25883" y="11153"/>
                    </a:lnTo>
                    <a:lnTo>
                      <a:pt x="25924" y="11069"/>
                    </a:lnTo>
                    <a:lnTo>
                      <a:pt x="25945" y="10944"/>
                    </a:lnTo>
                    <a:lnTo>
                      <a:pt x="25862" y="10860"/>
                    </a:lnTo>
                    <a:lnTo>
                      <a:pt x="25820" y="10902"/>
                    </a:lnTo>
                    <a:lnTo>
                      <a:pt x="25778" y="10964"/>
                    </a:lnTo>
                    <a:lnTo>
                      <a:pt x="25778" y="10902"/>
                    </a:lnTo>
                    <a:lnTo>
                      <a:pt x="25820" y="10818"/>
                    </a:lnTo>
                    <a:lnTo>
                      <a:pt x="25757" y="10713"/>
                    </a:lnTo>
                    <a:lnTo>
                      <a:pt x="25652" y="10713"/>
                    </a:lnTo>
                    <a:lnTo>
                      <a:pt x="25631" y="10902"/>
                    </a:lnTo>
                    <a:lnTo>
                      <a:pt x="25527" y="10964"/>
                    </a:lnTo>
                    <a:lnTo>
                      <a:pt x="25506" y="11027"/>
                    </a:lnTo>
                    <a:lnTo>
                      <a:pt x="25443" y="10985"/>
                    </a:lnTo>
                    <a:lnTo>
                      <a:pt x="25443" y="10923"/>
                    </a:lnTo>
                    <a:lnTo>
                      <a:pt x="25401" y="10839"/>
                    </a:lnTo>
                    <a:lnTo>
                      <a:pt x="25318" y="10839"/>
                    </a:lnTo>
                    <a:lnTo>
                      <a:pt x="25297" y="10923"/>
                    </a:lnTo>
                    <a:lnTo>
                      <a:pt x="25318" y="10964"/>
                    </a:lnTo>
                    <a:lnTo>
                      <a:pt x="25297" y="11027"/>
                    </a:lnTo>
                    <a:lnTo>
                      <a:pt x="25339" y="11132"/>
                    </a:lnTo>
                    <a:lnTo>
                      <a:pt x="25339" y="11195"/>
                    </a:lnTo>
                    <a:lnTo>
                      <a:pt x="25297" y="11257"/>
                    </a:lnTo>
                    <a:lnTo>
                      <a:pt x="25234" y="11195"/>
                    </a:lnTo>
                    <a:lnTo>
                      <a:pt x="25234" y="11132"/>
                    </a:lnTo>
                    <a:lnTo>
                      <a:pt x="25192" y="11132"/>
                    </a:lnTo>
                    <a:lnTo>
                      <a:pt x="25171" y="11195"/>
                    </a:lnTo>
                    <a:lnTo>
                      <a:pt x="25213" y="11446"/>
                    </a:lnTo>
                    <a:lnTo>
                      <a:pt x="25234" y="11592"/>
                    </a:lnTo>
                    <a:lnTo>
                      <a:pt x="25401" y="11676"/>
                    </a:lnTo>
                    <a:lnTo>
                      <a:pt x="25443" y="11760"/>
                    </a:lnTo>
                    <a:lnTo>
                      <a:pt x="25443" y="11990"/>
                    </a:lnTo>
                    <a:lnTo>
                      <a:pt x="25422" y="11864"/>
                    </a:lnTo>
                    <a:lnTo>
                      <a:pt x="25339" y="11801"/>
                    </a:lnTo>
                    <a:lnTo>
                      <a:pt x="25192" y="11613"/>
                    </a:lnTo>
                    <a:lnTo>
                      <a:pt x="25171" y="11467"/>
                    </a:lnTo>
                    <a:lnTo>
                      <a:pt x="25108" y="11278"/>
                    </a:lnTo>
                    <a:lnTo>
                      <a:pt x="25025" y="11278"/>
                    </a:lnTo>
                    <a:lnTo>
                      <a:pt x="24983" y="11341"/>
                    </a:lnTo>
                    <a:lnTo>
                      <a:pt x="25004" y="11488"/>
                    </a:lnTo>
                    <a:lnTo>
                      <a:pt x="25087" y="11592"/>
                    </a:lnTo>
                    <a:lnTo>
                      <a:pt x="25108" y="11718"/>
                    </a:lnTo>
                    <a:lnTo>
                      <a:pt x="25067" y="11760"/>
                    </a:lnTo>
                    <a:lnTo>
                      <a:pt x="24983" y="11655"/>
                    </a:lnTo>
                    <a:lnTo>
                      <a:pt x="24774" y="11697"/>
                    </a:lnTo>
                    <a:lnTo>
                      <a:pt x="24711" y="11760"/>
                    </a:lnTo>
                    <a:lnTo>
                      <a:pt x="24648" y="11676"/>
                    </a:lnTo>
                    <a:lnTo>
                      <a:pt x="24564" y="11655"/>
                    </a:lnTo>
                    <a:lnTo>
                      <a:pt x="24376" y="11488"/>
                    </a:lnTo>
                    <a:lnTo>
                      <a:pt x="24146" y="11488"/>
                    </a:lnTo>
                    <a:lnTo>
                      <a:pt x="24125" y="11404"/>
                    </a:lnTo>
                    <a:lnTo>
                      <a:pt x="24083" y="11404"/>
                    </a:lnTo>
                    <a:lnTo>
                      <a:pt x="23937" y="11488"/>
                    </a:lnTo>
                    <a:lnTo>
                      <a:pt x="23874" y="11571"/>
                    </a:lnTo>
                    <a:lnTo>
                      <a:pt x="23707" y="11571"/>
                    </a:lnTo>
                    <a:lnTo>
                      <a:pt x="23560" y="11655"/>
                    </a:lnTo>
                    <a:lnTo>
                      <a:pt x="23435" y="11550"/>
                    </a:lnTo>
                    <a:lnTo>
                      <a:pt x="23414" y="11550"/>
                    </a:lnTo>
                    <a:lnTo>
                      <a:pt x="23393" y="11446"/>
                    </a:lnTo>
                    <a:lnTo>
                      <a:pt x="23330" y="11404"/>
                    </a:lnTo>
                    <a:lnTo>
                      <a:pt x="23204" y="11488"/>
                    </a:lnTo>
                    <a:lnTo>
                      <a:pt x="23204" y="11404"/>
                    </a:lnTo>
                    <a:lnTo>
                      <a:pt x="23037" y="11257"/>
                    </a:lnTo>
                    <a:lnTo>
                      <a:pt x="23016" y="11174"/>
                    </a:lnTo>
                    <a:lnTo>
                      <a:pt x="22974" y="11153"/>
                    </a:lnTo>
                    <a:lnTo>
                      <a:pt x="22974" y="11069"/>
                    </a:lnTo>
                    <a:lnTo>
                      <a:pt x="22995" y="11027"/>
                    </a:lnTo>
                    <a:lnTo>
                      <a:pt x="22932" y="10944"/>
                    </a:lnTo>
                    <a:lnTo>
                      <a:pt x="22890" y="10964"/>
                    </a:lnTo>
                    <a:lnTo>
                      <a:pt x="22870" y="10944"/>
                    </a:lnTo>
                    <a:lnTo>
                      <a:pt x="22870" y="10860"/>
                    </a:lnTo>
                    <a:lnTo>
                      <a:pt x="22807" y="10839"/>
                    </a:lnTo>
                    <a:lnTo>
                      <a:pt x="22702" y="10881"/>
                    </a:lnTo>
                    <a:lnTo>
                      <a:pt x="22577" y="10881"/>
                    </a:lnTo>
                    <a:lnTo>
                      <a:pt x="22493" y="10818"/>
                    </a:lnTo>
                    <a:lnTo>
                      <a:pt x="22451" y="10818"/>
                    </a:lnTo>
                    <a:lnTo>
                      <a:pt x="22409" y="10755"/>
                    </a:lnTo>
                    <a:lnTo>
                      <a:pt x="22305" y="10713"/>
                    </a:lnTo>
                    <a:lnTo>
                      <a:pt x="22200" y="10713"/>
                    </a:lnTo>
                    <a:lnTo>
                      <a:pt x="22263" y="10630"/>
                    </a:lnTo>
                    <a:lnTo>
                      <a:pt x="22263" y="10546"/>
                    </a:lnTo>
                    <a:lnTo>
                      <a:pt x="22346" y="10462"/>
                    </a:lnTo>
                    <a:lnTo>
                      <a:pt x="22346" y="10420"/>
                    </a:lnTo>
                    <a:lnTo>
                      <a:pt x="22263" y="10400"/>
                    </a:lnTo>
                    <a:lnTo>
                      <a:pt x="22179" y="10400"/>
                    </a:lnTo>
                    <a:lnTo>
                      <a:pt x="22158" y="10148"/>
                    </a:lnTo>
                    <a:lnTo>
                      <a:pt x="22095" y="10127"/>
                    </a:lnTo>
                    <a:lnTo>
                      <a:pt x="22095" y="10086"/>
                    </a:lnTo>
                    <a:lnTo>
                      <a:pt x="22179" y="10023"/>
                    </a:lnTo>
                    <a:lnTo>
                      <a:pt x="22200" y="9981"/>
                    </a:lnTo>
                    <a:lnTo>
                      <a:pt x="22158" y="9939"/>
                    </a:lnTo>
                    <a:lnTo>
                      <a:pt x="22179" y="9876"/>
                    </a:lnTo>
                    <a:lnTo>
                      <a:pt x="22179" y="9772"/>
                    </a:lnTo>
                    <a:cubicBezTo>
                      <a:pt x="22284" y="9709"/>
                      <a:pt x="22388" y="9688"/>
                      <a:pt x="22493" y="9604"/>
                    </a:cubicBezTo>
                    <a:lnTo>
                      <a:pt x="22514" y="9625"/>
                    </a:lnTo>
                    <a:lnTo>
                      <a:pt x="22598" y="9604"/>
                    </a:lnTo>
                    <a:lnTo>
                      <a:pt x="22681" y="9500"/>
                    </a:lnTo>
                    <a:lnTo>
                      <a:pt x="22702" y="9500"/>
                    </a:lnTo>
                    <a:lnTo>
                      <a:pt x="22702" y="9604"/>
                    </a:lnTo>
                    <a:lnTo>
                      <a:pt x="22765" y="9709"/>
                    </a:lnTo>
                    <a:lnTo>
                      <a:pt x="22828" y="9730"/>
                    </a:lnTo>
                    <a:lnTo>
                      <a:pt x="22911" y="9688"/>
                    </a:lnTo>
                    <a:lnTo>
                      <a:pt x="22995" y="9709"/>
                    </a:lnTo>
                    <a:lnTo>
                      <a:pt x="23037" y="9793"/>
                    </a:lnTo>
                    <a:lnTo>
                      <a:pt x="23121" y="9793"/>
                    </a:lnTo>
                    <a:lnTo>
                      <a:pt x="23183" y="9835"/>
                    </a:lnTo>
                    <a:lnTo>
                      <a:pt x="23225" y="9835"/>
                    </a:lnTo>
                    <a:lnTo>
                      <a:pt x="23225" y="9730"/>
                    </a:lnTo>
                    <a:lnTo>
                      <a:pt x="23288" y="9730"/>
                    </a:lnTo>
                    <a:lnTo>
                      <a:pt x="23351" y="9709"/>
                    </a:lnTo>
                    <a:lnTo>
                      <a:pt x="23414" y="9730"/>
                    </a:lnTo>
                    <a:lnTo>
                      <a:pt x="23414" y="9814"/>
                    </a:lnTo>
                    <a:lnTo>
                      <a:pt x="23455" y="9835"/>
                    </a:lnTo>
                    <a:lnTo>
                      <a:pt x="23539" y="9814"/>
                    </a:lnTo>
                    <a:lnTo>
                      <a:pt x="23602" y="9730"/>
                    </a:lnTo>
                    <a:lnTo>
                      <a:pt x="23644" y="9772"/>
                    </a:lnTo>
                    <a:lnTo>
                      <a:pt x="23665" y="9835"/>
                    </a:lnTo>
                    <a:lnTo>
                      <a:pt x="23727" y="9835"/>
                    </a:lnTo>
                    <a:lnTo>
                      <a:pt x="23748" y="9793"/>
                    </a:lnTo>
                    <a:lnTo>
                      <a:pt x="23769" y="9793"/>
                    </a:lnTo>
                    <a:lnTo>
                      <a:pt x="23832" y="9709"/>
                    </a:lnTo>
                    <a:lnTo>
                      <a:pt x="23916" y="9709"/>
                    </a:lnTo>
                    <a:lnTo>
                      <a:pt x="23937" y="9772"/>
                    </a:lnTo>
                    <a:lnTo>
                      <a:pt x="23979" y="9793"/>
                    </a:lnTo>
                    <a:lnTo>
                      <a:pt x="24041" y="9772"/>
                    </a:lnTo>
                    <a:lnTo>
                      <a:pt x="24041" y="9709"/>
                    </a:lnTo>
                    <a:lnTo>
                      <a:pt x="24020" y="9667"/>
                    </a:lnTo>
                    <a:lnTo>
                      <a:pt x="24083" y="9583"/>
                    </a:lnTo>
                    <a:lnTo>
                      <a:pt x="24083" y="9521"/>
                    </a:lnTo>
                    <a:lnTo>
                      <a:pt x="24146" y="9458"/>
                    </a:lnTo>
                    <a:lnTo>
                      <a:pt x="24146" y="9374"/>
                    </a:lnTo>
                    <a:lnTo>
                      <a:pt x="24062" y="9374"/>
                    </a:lnTo>
                    <a:lnTo>
                      <a:pt x="24041" y="9291"/>
                    </a:lnTo>
                    <a:lnTo>
                      <a:pt x="24062" y="9186"/>
                    </a:lnTo>
                    <a:lnTo>
                      <a:pt x="24146" y="9165"/>
                    </a:lnTo>
                    <a:lnTo>
                      <a:pt x="24146" y="9060"/>
                    </a:lnTo>
                    <a:lnTo>
                      <a:pt x="24041" y="8998"/>
                    </a:lnTo>
                    <a:lnTo>
                      <a:pt x="23958" y="9039"/>
                    </a:lnTo>
                    <a:lnTo>
                      <a:pt x="23958" y="9102"/>
                    </a:lnTo>
                    <a:lnTo>
                      <a:pt x="23916" y="9165"/>
                    </a:lnTo>
                    <a:lnTo>
                      <a:pt x="23832" y="9102"/>
                    </a:lnTo>
                    <a:lnTo>
                      <a:pt x="23707" y="9102"/>
                    </a:lnTo>
                    <a:lnTo>
                      <a:pt x="23560" y="9249"/>
                    </a:lnTo>
                    <a:lnTo>
                      <a:pt x="23455" y="9311"/>
                    </a:lnTo>
                    <a:lnTo>
                      <a:pt x="23455" y="9270"/>
                    </a:lnTo>
                    <a:lnTo>
                      <a:pt x="23602" y="9186"/>
                    </a:lnTo>
                    <a:lnTo>
                      <a:pt x="23644" y="9102"/>
                    </a:lnTo>
                    <a:lnTo>
                      <a:pt x="23644" y="8977"/>
                    </a:lnTo>
                    <a:lnTo>
                      <a:pt x="23602" y="9060"/>
                    </a:lnTo>
                    <a:lnTo>
                      <a:pt x="23539" y="9039"/>
                    </a:lnTo>
                    <a:lnTo>
                      <a:pt x="23539" y="8935"/>
                    </a:lnTo>
                    <a:lnTo>
                      <a:pt x="23644" y="8851"/>
                    </a:lnTo>
                    <a:lnTo>
                      <a:pt x="23560" y="8726"/>
                    </a:lnTo>
                    <a:lnTo>
                      <a:pt x="23644" y="8642"/>
                    </a:lnTo>
                    <a:lnTo>
                      <a:pt x="23727" y="8642"/>
                    </a:lnTo>
                    <a:lnTo>
                      <a:pt x="23707" y="8684"/>
                    </a:lnTo>
                    <a:lnTo>
                      <a:pt x="23748" y="8851"/>
                    </a:lnTo>
                    <a:lnTo>
                      <a:pt x="23832" y="8935"/>
                    </a:lnTo>
                    <a:lnTo>
                      <a:pt x="23874" y="8893"/>
                    </a:lnTo>
                    <a:lnTo>
                      <a:pt x="23979" y="8893"/>
                    </a:lnTo>
                    <a:lnTo>
                      <a:pt x="24041" y="8767"/>
                    </a:lnTo>
                    <a:lnTo>
                      <a:pt x="23979" y="8726"/>
                    </a:lnTo>
                    <a:lnTo>
                      <a:pt x="23979" y="8663"/>
                    </a:lnTo>
                    <a:lnTo>
                      <a:pt x="24062" y="8663"/>
                    </a:lnTo>
                    <a:lnTo>
                      <a:pt x="24083" y="8726"/>
                    </a:lnTo>
                    <a:lnTo>
                      <a:pt x="24146" y="8684"/>
                    </a:lnTo>
                    <a:lnTo>
                      <a:pt x="24251" y="8621"/>
                    </a:lnTo>
                    <a:lnTo>
                      <a:pt x="24271" y="8475"/>
                    </a:lnTo>
                    <a:lnTo>
                      <a:pt x="24292" y="8579"/>
                    </a:lnTo>
                    <a:lnTo>
                      <a:pt x="24355" y="8579"/>
                    </a:lnTo>
                    <a:lnTo>
                      <a:pt x="24460" y="8516"/>
                    </a:lnTo>
                    <a:lnTo>
                      <a:pt x="24376" y="8684"/>
                    </a:lnTo>
                    <a:lnTo>
                      <a:pt x="24376" y="8851"/>
                    </a:lnTo>
                    <a:lnTo>
                      <a:pt x="24439" y="8830"/>
                    </a:lnTo>
                    <a:lnTo>
                      <a:pt x="24481" y="8851"/>
                    </a:lnTo>
                    <a:lnTo>
                      <a:pt x="24439" y="8935"/>
                    </a:lnTo>
                    <a:lnTo>
                      <a:pt x="24502" y="8935"/>
                    </a:lnTo>
                    <a:lnTo>
                      <a:pt x="24564" y="8788"/>
                    </a:lnTo>
                    <a:lnTo>
                      <a:pt x="24606" y="8747"/>
                    </a:lnTo>
                    <a:lnTo>
                      <a:pt x="24690" y="8579"/>
                    </a:lnTo>
                    <a:lnTo>
                      <a:pt x="24774" y="8558"/>
                    </a:lnTo>
                    <a:lnTo>
                      <a:pt x="24753" y="8684"/>
                    </a:lnTo>
                    <a:lnTo>
                      <a:pt x="24648" y="8788"/>
                    </a:lnTo>
                    <a:lnTo>
                      <a:pt x="24669" y="8977"/>
                    </a:lnTo>
                    <a:lnTo>
                      <a:pt x="24753" y="8977"/>
                    </a:lnTo>
                    <a:lnTo>
                      <a:pt x="24815" y="9039"/>
                    </a:lnTo>
                    <a:lnTo>
                      <a:pt x="24878" y="8956"/>
                    </a:lnTo>
                    <a:lnTo>
                      <a:pt x="25004" y="8851"/>
                    </a:lnTo>
                    <a:lnTo>
                      <a:pt x="25067" y="8684"/>
                    </a:lnTo>
                    <a:lnTo>
                      <a:pt x="25108" y="8558"/>
                    </a:lnTo>
                    <a:lnTo>
                      <a:pt x="25087" y="8433"/>
                    </a:lnTo>
                    <a:lnTo>
                      <a:pt x="25129" y="8370"/>
                    </a:lnTo>
                    <a:lnTo>
                      <a:pt x="25108" y="8328"/>
                    </a:lnTo>
                    <a:lnTo>
                      <a:pt x="25025" y="8328"/>
                    </a:lnTo>
                    <a:lnTo>
                      <a:pt x="24983" y="8307"/>
                    </a:lnTo>
                    <a:lnTo>
                      <a:pt x="24899" y="8349"/>
                    </a:lnTo>
                    <a:lnTo>
                      <a:pt x="24899" y="8223"/>
                    </a:lnTo>
                    <a:lnTo>
                      <a:pt x="24941" y="8203"/>
                    </a:lnTo>
                    <a:lnTo>
                      <a:pt x="24920" y="8140"/>
                    </a:lnTo>
                    <a:lnTo>
                      <a:pt x="24815" y="8140"/>
                    </a:lnTo>
                    <a:lnTo>
                      <a:pt x="24795" y="8098"/>
                    </a:lnTo>
                    <a:lnTo>
                      <a:pt x="24690" y="8014"/>
                    </a:lnTo>
                    <a:lnTo>
                      <a:pt x="24690" y="7931"/>
                    </a:lnTo>
                    <a:lnTo>
                      <a:pt x="24606" y="7742"/>
                    </a:lnTo>
                    <a:lnTo>
                      <a:pt x="24585" y="7617"/>
                    </a:lnTo>
                    <a:lnTo>
                      <a:pt x="24627" y="7491"/>
                    </a:lnTo>
                    <a:lnTo>
                      <a:pt x="24585" y="7324"/>
                    </a:lnTo>
                    <a:lnTo>
                      <a:pt x="24502" y="7470"/>
                    </a:lnTo>
                    <a:lnTo>
                      <a:pt x="24502" y="7575"/>
                    </a:lnTo>
                    <a:lnTo>
                      <a:pt x="24418" y="7428"/>
                    </a:lnTo>
                    <a:lnTo>
                      <a:pt x="24292" y="7366"/>
                    </a:lnTo>
                    <a:lnTo>
                      <a:pt x="24271" y="7114"/>
                    </a:lnTo>
                    <a:lnTo>
                      <a:pt x="24188" y="7073"/>
                    </a:lnTo>
                    <a:lnTo>
                      <a:pt x="24167" y="6884"/>
                    </a:lnTo>
                    <a:lnTo>
                      <a:pt x="24083" y="6780"/>
                    </a:lnTo>
                    <a:lnTo>
                      <a:pt x="24083" y="6675"/>
                    </a:lnTo>
                    <a:lnTo>
                      <a:pt x="24041" y="6591"/>
                    </a:lnTo>
                    <a:lnTo>
                      <a:pt x="24041" y="6529"/>
                    </a:lnTo>
                    <a:lnTo>
                      <a:pt x="24146" y="6529"/>
                    </a:lnTo>
                    <a:lnTo>
                      <a:pt x="24167" y="6382"/>
                    </a:lnTo>
                    <a:lnTo>
                      <a:pt x="24251" y="6382"/>
                    </a:lnTo>
                    <a:lnTo>
                      <a:pt x="24271" y="6424"/>
                    </a:lnTo>
                    <a:lnTo>
                      <a:pt x="24355" y="6361"/>
                    </a:lnTo>
                    <a:lnTo>
                      <a:pt x="24355" y="6257"/>
                    </a:lnTo>
                    <a:lnTo>
                      <a:pt x="24460" y="6026"/>
                    </a:lnTo>
                    <a:lnTo>
                      <a:pt x="24460" y="5922"/>
                    </a:lnTo>
                    <a:lnTo>
                      <a:pt x="24481" y="5880"/>
                    </a:lnTo>
                    <a:lnTo>
                      <a:pt x="24397" y="5692"/>
                    </a:lnTo>
                    <a:lnTo>
                      <a:pt x="24460" y="5566"/>
                    </a:lnTo>
                    <a:lnTo>
                      <a:pt x="24523" y="5566"/>
                    </a:lnTo>
                    <a:lnTo>
                      <a:pt x="24523" y="5399"/>
                    </a:lnTo>
                    <a:lnTo>
                      <a:pt x="24627" y="5252"/>
                    </a:lnTo>
                    <a:lnTo>
                      <a:pt x="24627" y="5148"/>
                    </a:lnTo>
                    <a:lnTo>
                      <a:pt x="24690" y="5064"/>
                    </a:lnTo>
                    <a:lnTo>
                      <a:pt x="24690" y="4855"/>
                    </a:lnTo>
                    <a:lnTo>
                      <a:pt x="24774" y="4834"/>
                    </a:lnTo>
                    <a:lnTo>
                      <a:pt x="24774" y="4729"/>
                    </a:lnTo>
                    <a:lnTo>
                      <a:pt x="24899" y="4583"/>
                    </a:lnTo>
                    <a:lnTo>
                      <a:pt x="24899" y="4478"/>
                    </a:lnTo>
                    <a:cubicBezTo>
                      <a:pt x="24918" y="4516"/>
                      <a:pt x="24966" y="4536"/>
                      <a:pt x="25020" y="4536"/>
                    </a:cubicBezTo>
                    <a:cubicBezTo>
                      <a:pt x="25085" y="4536"/>
                      <a:pt x="25158" y="4505"/>
                      <a:pt x="25192" y="4436"/>
                    </a:cubicBezTo>
                    <a:lnTo>
                      <a:pt x="25255" y="4122"/>
                    </a:lnTo>
                    <a:lnTo>
                      <a:pt x="25359" y="4122"/>
                    </a:lnTo>
                    <a:lnTo>
                      <a:pt x="25506" y="3955"/>
                    </a:lnTo>
                    <a:lnTo>
                      <a:pt x="25652" y="3892"/>
                    </a:lnTo>
                    <a:lnTo>
                      <a:pt x="25820" y="3725"/>
                    </a:lnTo>
                    <a:lnTo>
                      <a:pt x="25862" y="3725"/>
                    </a:lnTo>
                    <a:lnTo>
                      <a:pt x="25987" y="3599"/>
                    </a:lnTo>
                    <a:lnTo>
                      <a:pt x="25987" y="3516"/>
                    </a:lnTo>
                    <a:lnTo>
                      <a:pt x="26050" y="3474"/>
                    </a:lnTo>
                    <a:lnTo>
                      <a:pt x="26050" y="3390"/>
                    </a:lnTo>
                    <a:lnTo>
                      <a:pt x="25966" y="3285"/>
                    </a:lnTo>
                    <a:lnTo>
                      <a:pt x="25987" y="3223"/>
                    </a:lnTo>
                    <a:lnTo>
                      <a:pt x="25987" y="3160"/>
                    </a:lnTo>
                    <a:lnTo>
                      <a:pt x="25883" y="2993"/>
                    </a:lnTo>
                    <a:lnTo>
                      <a:pt x="25820" y="2993"/>
                    </a:lnTo>
                    <a:lnTo>
                      <a:pt x="25736" y="3013"/>
                    </a:lnTo>
                    <a:lnTo>
                      <a:pt x="25631" y="2972"/>
                    </a:lnTo>
                    <a:lnTo>
                      <a:pt x="25548" y="2993"/>
                    </a:lnTo>
                    <a:lnTo>
                      <a:pt x="25443" y="2909"/>
                    </a:lnTo>
                    <a:lnTo>
                      <a:pt x="25359" y="2909"/>
                    </a:lnTo>
                    <a:lnTo>
                      <a:pt x="25297" y="2846"/>
                    </a:lnTo>
                    <a:lnTo>
                      <a:pt x="25129" y="2867"/>
                    </a:lnTo>
                    <a:lnTo>
                      <a:pt x="25025" y="2972"/>
                    </a:lnTo>
                    <a:lnTo>
                      <a:pt x="24941" y="2993"/>
                    </a:lnTo>
                    <a:lnTo>
                      <a:pt x="24774" y="3118"/>
                    </a:lnTo>
                    <a:lnTo>
                      <a:pt x="24774" y="3181"/>
                    </a:lnTo>
                    <a:lnTo>
                      <a:pt x="24878" y="3265"/>
                    </a:lnTo>
                    <a:lnTo>
                      <a:pt x="24941" y="3390"/>
                    </a:lnTo>
                    <a:lnTo>
                      <a:pt x="24941" y="3516"/>
                    </a:lnTo>
                    <a:lnTo>
                      <a:pt x="24983" y="3641"/>
                    </a:lnTo>
                    <a:lnTo>
                      <a:pt x="24941" y="3704"/>
                    </a:lnTo>
                    <a:lnTo>
                      <a:pt x="24941" y="3809"/>
                    </a:lnTo>
                    <a:lnTo>
                      <a:pt x="25025" y="3913"/>
                    </a:lnTo>
                    <a:lnTo>
                      <a:pt x="25025" y="3934"/>
                    </a:lnTo>
                    <a:lnTo>
                      <a:pt x="25004" y="3955"/>
                    </a:lnTo>
                    <a:cubicBezTo>
                      <a:pt x="24983" y="4018"/>
                      <a:pt x="24941" y="4081"/>
                      <a:pt x="24920" y="4143"/>
                    </a:cubicBezTo>
                    <a:lnTo>
                      <a:pt x="24899" y="4081"/>
                    </a:lnTo>
                    <a:lnTo>
                      <a:pt x="24920" y="4018"/>
                    </a:lnTo>
                    <a:lnTo>
                      <a:pt x="24920" y="3934"/>
                    </a:lnTo>
                    <a:lnTo>
                      <a:pt x="24815" y="3871"/>
                    </a:lnTo>
                    <a:lnTo>
                      <a:pt x="24774" y="3725"/>
                    </a:lnTo>
                    <a:lnTo>
                      <a:pt x="24795" y="3662"/>
                    </a:lnTo>
                    <a:lnTo>
                      <a:pt x="24711" y="3495"/>
                    </a:lnTo>
                    <a:lnTo>
                      <a:pt x="24606" y="3474"/>
                    </a:lnTo>
                    <a:lnTo>
                      <a:pt x="24564" y="3411"/>
                    </a:lnTo>
                    <a:lnTo>
                      <a:pt x="24502" y="3411"/>
                    </a:lnTo>
                    <a:lnTo>
                      <a:pt x="24481" y="3578"/>
                    </a:lnTo>
                    <a:lnTo>
                      <a:pt x="24418" y="3578"/>
                    </a:lnTo>
                    <a:lnTo>
                      <a:pt x="24292" y="3369"/>
                    </a:lnTo>
                    <a:lnTo>
                      <a:pt x="24209" y="3369"/>
                    </a:lnTo>
                    <a:lnTo>
                      <a:pt x="24146" y="3285"/>
                    </a:lnTo>
                    <a:lnTo>
                      <a:pt x="24062" y="3327"/>
                    </a:lnTo>
                    <a:lnTo>
                      <a:pt x="24083" y="3495"/>
                    </a:lnTo>
                    <a:lnTo>
                      <a:pt x="24041" y="3516"/>
                    </a:lnTo>
                    <a:lnTo>
                      <a:pt x="23958" y="3495"/>
                    </a:lnTo>
                    <a:lnTo>
                      <a:pt x="23895" y="3620"/>
                    </a:lnTo>
                    <a:lnTo>
                      <a:pt x="23895" y="3704"/>
                    </a:lnTo>
                    <a:lnTo>
                      <a:pt x="23832" y="3746"/>
                    </a:lnTo>
                    <a:lnTo>
                      <a:pt x="23748" y="4039"/>
                    </a:lnTo>
                    <a:lnTo>
                      <a:pt x="23748" y="4143"/>
                    </a:lnTo>
                    <a:lnTo>
                      <a:pt x="23686" y="4227"/>
                    </a:lnTo>
                    <a:lnTo>
                      <a:pt x="23686" y="4353"/>
                    </a:lnTo>
                    <a:lnTo>
                      <a:pt x="23665" y="4374"/>
                    </a:lnTo>
                    <a:lnTo>
                      <a:pt x="23665" y="4478"/>
                    </a:lnTo>
                    <a:lnTo>
                      <a:pt x="23581" y="4541"/>
                    </a:lnTo>
                    <a:lnTo>
                      <a:pt x="23581" y="4771"/>
                    </a:lnTo>
                    <a:lnTo>
                      <a:pt x="23518" y="4813"/>
                    </a:lnTo>
                    <a:lnTo>
                      <a:pt x="23455" y="4792"/>
                    </a:lnTo>
                    <a:lnTo>
                      <a:pt x="23372" y="4980"/>
                    </a:lnTo>
                    <a:lnTo>
                      <a:pt x="23414" y="5064"/>
                    </a:lnTo>
                    <a:lnTo>
                      <a:pt x="23372" y="5169"/>
                    </a:lnTo>
                    <a:lnTo>
                      <a:pt x="23372" y="5273"/>
                    </a:lnTo>
                    <a:lnTo>
                      <a:pt x="23309" y="5378"/>
                    </a:lnTo>
                    <a:lnTo>
                      <a:pt x="23351" y="5462"/>
                    </a:lnTo>
                    <a:lnTo>
                      <a:pt x="23330" y="5524"/>
                    </a:lnTo>
                    <a:lnTo>
                      <a:pt x="23204" y="5524"/>
                    </a:lnTo>
                    <a:lnTo>
                      <a:pt x="23246" y="5587"/>
                    </a:lnTo>
                    <a:lnTo>
                      <a:pt x="23351" y="5629"/>
                    </a:lnTo>
                    <a:lnTo>
                      <a:pt x="23351" y="5734"/>
                    </a:lnTo>
                    <a:lnTo>
                      <a:pt x="23267" y="5713"/>
                    </a:lnTo>
                    <a:lnTo>
                      <a:pt x="23204" y="5734"/>
                    </a:lnTo>
                    <a:lnTo>
                      <a:pt x="23121" y="5796"/>
                    </a:lnTo>
                    <a:lnTo>
                      <a:pt x="23037" y="5754"/>
                    </a:lnTo>
                    <a:lnTo>
                      <a:pt x="22995" y="5817"/>
                    </a:lnTo>
                    <a:lnTo>
                      <a:pt x="22995" y="5922"/>
                    </a:lnTo>
                    <a:lnTo>
                      <a:pt x="22932" y="5964"/>
                    </a:lnTo>
                    <a:lnTo>
                      <a:pt x="22849" y="5922"/>
                    </a:lnTo>
                    <a:lnTo>
                      <a:pt x="22849" y="5817"/>
                    </a:lnTo>
                    <a:lnTo>
                      <a:pt x="22890" y="5734"/>
                    </a:lnTo>
                    <a:lnTo>
                      <a:pt x="22828" y="5650"/>
                    </a:lnTo>
                    <a:lnTo>
                      <a:pt x="22828" y="5482"/>
                    </a:lnTo>
                    <a:lnTo>
                      <a:pt x="22911" y="5294"/>
                    </a:lnTo>
                    <a:lnTo>
                      <a:pt x="22932" y="5169"/>
                    </a:lnTo>
                    <a:lnTo>
                      <a:pt x="23016" y="5085"/>
                    </a:lnTo>
                    <a:lnTo>
                      <a:pt x="23016" y="4980"/>
                    </a:lnTo>
                    <a:lnTo>
                      <a:pt x="23037" y="4876"/>
                    </a:lnTo>
                    <a:lnTo>
                      <a:pt x="23100" y="4646"/>
                    </a:lnTo>
                    <a:lnTo>
                      <a:pt x="23225" y="4562"/>
                    </a:lnTo>
                    <a:lnTo>
                      <a:pt x="23225" y="4436"/>
                    </a:lnTo>
                    <a:lnTo>
                      <a:pt x="23100" y="4436"/>
                    </a:lnTo>
                    <a:lnTo>
                      <a:pt x="23100" y="4353"/>
                    </a:lnTo>
                    <a:lnTo>
                      <a:pt x="23163" y="4269"/>
                    </a:lnTo>
                    <a:lnTo>
                      <a:pt x="23163" y="4039"/>
                    </a:lnTo>
                    <a:lnTo>
                      <a:pt x="23121" y="3976"/>
                    </a:lnTo>
                    <a:lnTo>
                      <a:pt x="23058" y="3850"/>
                    </a:lnTo>
                    <a:lnTo>
                      <a:pt x="23100" y="3809"/>
                    </a:lnTo>
                    <a:lnTo>
                      <a:pt x="23100" y="3662"/>
                    </a:lnTo>
                    <a:lnTo>
                      <a:pt x="23016" y="3662"/>
                    </a:lnTo>
                    <a:lnTo>
                      <a:pt x="22911" y="3537"/>
                    </a:lnTo>
                    <a:lnTo>
                      <a:pt x="22744" y="3599"/>
                    </a:lnTo>
                    <a:lnTo>
                      <a:pt x="22723" y="3725"/>
                    </a:lnTo>
                    <a:lnTo>
                      <a:pt x="22828" y="3809"/>
                    </a:lnTo>
                    <a:lnTo>
                      <a:pt x="22828" y="3913"/>
                    </a:lnTo>
                    <a:lnTo>
                      <a:pt x="22890" y="3976"/>
                    </a:lnTo>
                    <a:lnTo>
                      <a:pt x="22890" y="4060"/>
                    </a:lnTo>
                    <a:lnTo>
                      <a:pt x="22807" y="4060"/>
                    </a:lnTo>
                    <a:lnTo>
                      <a:pt x="22786" y="3955"/>
                    </a:lnTo>
                    <a:lnTo>
                      <a:pt x="22702" y="3955"/>
                    </a:lnTo>
                    <a:lnTo>
                      <a:pt x="22639" y="4081"/>
                    </a:lnTo>
                    <a:lnTo>
                      <a:pt x="22702" y="4122"/>
                    </a:lnTo>
                    <a:lnTo>
                      <a:pt x="22723" y="4227"/>
                    </a:lnTo>
                    <a:lnTo>
                      <a:pt x="22786" y="4353"/>
                    </a:lnTo>
                    <a:lnTo>
                      <a:pt x="22723" y="4394"/>
                    </a:lnTo>
                    <a:lnTo>
                      <a:pt x="22702" y="4353"/>
                    </a:lnTo>
                    <a:lnTo>
                      <a:pt x="22639" y="4290"/>
                    </a:lnTo>
                    <a:lnTo>
                      <a:pt x="22618" y="4436"/>
                    </a:lnTo>
                    <a:lnTo>
                      <a:pt x="22514" y="4353"/>
                    </a:lnTo>
                    <a:lnTo>
                      <a:pt x="22514" y="4248"/>
                    </a:lnTo>
                    <a:lnTo>
                      <a:pt x="22430" y="4248"/>
                    </a:lnTo>
                    <a:lnTo>
                      <a:pt x="22388" y="4353"/>
                    </a:lnTo>
                    <a:lnTo>
                      <a:pt x="22326" y="4332"/>
                    </a:lnTo>
                    <a:lnTo>
                      <a:pt x="22326" y="4185"/>
                    </a:lnTo>
                    <a:lnTo>
                      <a:pt x="22409" y="4122"/>
                    </a:lnTo>
                    <a:lnTo>
                      <a:pt x="22388" y="4081"/>
                    </a:lnTo>
                    <a:lnTo>
                      <a:pt x="22221" y="4143"/>
                    </a:lnTo>
                    <a:lnTo>
                      <a:pt x="22095" y="4269"/>
                    </a:lnTo>
                    <a:lnTo>
                      <a:pt x="22012" y="4143"/>
                    </a:lnTo>
                    <a:lnTo>
                      <a:pt x="21949" y="4143"/>
                    </a:lnTo>
                    <a:lnTo>
                      <a:pt x="21865" y="4227"/>
                    </a:lnTo>
                    <a:lnTo>
                      <a:pt x="21740" y="4227"/>
                    </a:lnTo>
                    <a:lnTo>
                      <a:pt x="21698" y="4164"/>
                    </a:lnTo>
                    <a:lnTo>
                      <a:pt x="21572" y="4185"/>
                    </a:lnTo>
                    <a:lnTo>
                      <a:pt x="21530" y="4143"/>
                    </a:lnTo>
                    <a:lnTo>
                      <a:pt x="21635" y="4060"/>
                    </a:lnTo>
                    <a:lnTo>
                      <a:pt x="21782" y="4039"/>
                    </a:lnTo>
                    <a:lnTo>
                      <a:pt x="21865" y="4060"/>
                    </a:lnTo>
                    <a:lnTo>
                      <a:pt x="21991" y="4039"/>
                    </a:lnTo>
                    <a:lnTo>
                      <a:pt x="21991" y="3955"/>
                    </a:lnTo>
                    <a:lnTo>
                      <a:pt x="22074" y="3934"/>
                    </a:lnTo>
                    <a:lnTo>
                      <a:pt x="22158" y="3955"/>
                    </a:lnTo>
                    <a:lnTo>
                      <a:pt x="22263" y="3850"/>
                    </a:lnTo>
                    <a:lnTo>
                      <a:pt x="22263" y="3746"/>
                    </a:lnTo>
                    <a:lnTo>
                      <a:pt x="22284" y="3662"/>
                    </a:lnTo>
                    <a:lnTo>
                      <a:pt x="22200" y="3599"/>
                    </a:lnTo>
                    <a:lnTo>
                      <a:pt x="22095" y="3411"/>
                    </a:lnTo>
                    <a:lnTo>
                      <a:pt x="21970" y="3348"/>
                    </a:lnTo>
                    <a:lnTo>
                      <a:pt x="21949" y="3285"/>
                    </a:lnTo>
                    <a:lnTo>
                      <a:pt x="21761" y="3118"/>
                    </a:lnTo>
                    <a:lnTo>
                      <a:pt x="21740" y="3076"/>
                    </a:lnTo>
                    <a:lnTo>
                      <a:pt x="21635" y="3076"/>
                    </a:lnTo>
                    <a:lnTo>
                      <a:pt x="21489" y="3139"/>
                    </a:lnTo>
                    <a:lnTo>
                      <a:pt x="21426" y="3139"/>
                    </a:lnTo>
                    <a:lnTo>
                      <a:pt x="21238" y="3327"/>
                    </a:lnTo>
                    <a:lnTo>
                      <a:pt x="21279" y="3390"/>
                    </a:lnTo>
                    <a:lnTo>
                      <a:pt x="21279" y="3453"/>
                    </a:lnTo>
                    <a:lnTo>
                      <a:pt x="21217" y="3495"/>
                    </a:lnTo>
                    <a:lnTo>
                      <a:pt x="21133" y="3516"/>
                    </a:lnTo>
                    <a:lnTo>
                      <a:pt x="21133" y="3453"/>
                    </a:lnTo>
                    <a:lnTo>
                      <a:pt x="21049" y="3495"/>
                    </a:lnTo>
                    <a:lnTo>
                      <a:pt x="20966" y="3432"/>
                    </a:lnTo>
                    <a:lnTo>
                      <a:pt x="20861" y="3432"/>
                    </a:lnTo>
                    <a:lnTo>
                      <a:pt x="20819" y="3495"/>
                    </a:lnTo>
                    <a:lnTo>
                      <a:pt x="20714" y="3495"/>
                    </a:lnTo>
                    <a:lnTo>
                      <a:pt x="20652" y="3432"/>
                    </a:lnTo>
                    <a:lnTo>
                      <a:pt x="20714" y="3390"/>
                    </a:lnTo>
                    <a:lnTo>
                      <a:pt x="20861" y="3348"/>
                    </a:lnTo>
                    <a:lnTo>
                      <a:pt x="20924" y="3244"/>
                    </a:lnTo>
                    <a:lnTo>
                      <a:pt x="21028" y="3223"/>
                    </a:lnTo>
                    <a:lnTo>
                      <a:pt x="21112" y="3244"/>
                    </a:lnTo>
                    <a:lnTo>
                      <a:pt x="21175" y="3139"/>
                    </a:lnTo>
                    <a:lnTo>
                      <a:pt x="21175" y="3013"/>
                    </a:lnTo>
                    <a:lnTo>
                      <a:pt x="21238" y="2972"/>
                    </a:lnTo>
                    <a:lnTo>
                      <a:pt x="21321" y="2972"/>
                    </a:lnTo>
                    <a:lnTo>
                      <a:pt x="21384" y="2804"/>
                    </a:lnTo>
                    <a:lnTo>
                      <a:pt x="21384" y="2616"/>
                    </a:lnTo>
                    <a:lnTo>
                      <a:pt x="21426" y="2553"/>
                    </a:lnTo>
                    <a:lnTo>
                      <a:pt x="21384" y="2449"/>
                    </a:lnTo>
                    <a:lnTo>
                      <a:pt x="21279" y="2449"/>
                    </a:lnTo>
                    <a:lnTo>
                      <a:pt x="21112" y="2490"/>
                    </a:lnTo>
                    <a:lnTo>
                      <a:pt x="20903" y="2553"/>
                    </a:lnTo>
                    <a:lnTo>
                      <a:pt x="20694" y="2616"/>
                    </a:lnTo>
                    <a:lnTo>
                      <a:pt x="20547" y="2658"/>
                    </a:lnTo>
                    <a:cubicBezTo>
                      <a:pt x="20652" y="2616"/>
                      <a:pt x="20798" y="2574"/>
                      <a:pt x="20903" y="2511"/>
                    </a:cubicBezTo>
                    <a:cubicBezTo>
                      <a:pt x="20945" y="2511"/>
                      <a:pt x="21028" y="2490"/>
                      <a:pt x="21070" y="2490"/>
                    </a:cubicBezTo>
                    <a:cubicBezTo>
                      <a:pt x="21217" y="2469"/>
                      <a:pt x="21238" y="2344"/>
                      <a:pt x="21175" y="2239"/>
                    </a:cubicBezTo>
                    <a:lnTo>
                      <a:pt x="21238" y="2177"/>
                    </a:lnTo>
                    <a:lnTo>
                      <a:pt x="21217" y="2072"/>
                    </a:lnTo>
                    <a:lnTo>
                      <a:pt x="21217" y="1967"/>
                    </a:lnTo>
                    <a:lnTo>
                      <a:pt x="21154" y="1884"/>
                    </a:lnTo>
                    <a:lnTo>
                      <a:pt x="21217" y="1842"/>
                    </a:lnTo>
                    <a:lnTo>
                      <a:pt x="21217" y="1674"/>
                    </a:lnTo>
                    <a:lnTo>
                      <a:pt x="21133" y="1507"/>
                    </a:lnTo>
                    <a:lnTo>
                      <a:pt x="21175" y="1402"/>
                    </a:lnTo>
                    <a:lnTo>
                      <a:pt x="21154" y="1109"/>
                    </a:lnTo>
                    <a:lnTo>
                      <a:pt x="20945" y="879"/>
                    </a:lnTo>
                    <a:lnTo>
                      <a:pt x="20924" y="775"/>
                    </a:lnTo>
                    <a:lnTo>
                      <a:pt x="20840" y="733"/>
                    </a:lnTo>
                    <a:lnTo>
                      <a:pt x="20694" y="796"/>
                    </a:lnTo>
                    <a:lnTo>
                      <a:pt x="20526" y="775"/>
                    </a:lnTo>
                    <a:lnTo>
                      <a:pt x="20442" y="837"/>
                    </a:lnTo>
                    <a:lnTo>
                      <a:pt x="20442" y="984"/>
                    </a:lnTo>
                    <a:lnTo>
                      <a:pt x="20212" y="1109"/>
                    </a:lnTo>
                    <a:lnTo>
                      <a:pt x="20212" y="1047"/>
                    </a:lnTo>
                    <a:lnTo>
                      <a:pt x="20380" y="900"/>
                    </a:lnTo>
                    <a:lnTo>
                      <a:pt x="20422" y="754"/>
                    </a:lnTo>
                    <a:lnTo>
                      <a:pt x="20317" y="670"/>
                    </a:lnTo>
                    <a:lnTo>
                      <a:pt x="20212" y="712"/>
                    </a:lnTo>
                    <a:lnTo>
                      <a:pt x="20129" y="733"/>
                    </a:lnTo>
                    <a:lnTo>
                      <a:pt x="20212" y="670"/>
                    </a:lnTo>
                    <a:lnTo>
                      <a:pt x="20191" y="586"/>
                    </a:lnTo>
                    <a:lnTo>
                      <a:pt x="19898" y="419"/>
                    </a:lnTo>
                    <a:lnTo>
                      <a:pt x="19815" y="293"/>
                    </a:lnTo>
                    <a:lnTo>
                      <a:pt x="19752" y="252"/>
                    </a:lnTo>
                    <a:lnTo>
                      <a:pt x="19773" y="105"/>
                    </a:lnTo>
                    <a:lnTo>
                      <a:pt x="1945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593" name="Google Shape;7721;p67">
              <a:extLst>
                <a:ext uri="{FF2B5EF4-FFF2-40B4-BE49-F238E27FC236}">
                  <a16:creationId xmlns:a16="http://schemas.microsoft.com/office/drawing/2014/main" id="{A8AAE467-C428-3338-5C65-26702D1E9983}"/>
                </a:ext>
              </a:extLst>
            </p:cNvPr>
            <p:cNvSpPr/>
            <p:nvPr/>
          </p:nvSpPr>
          <p:spPr>
            <a:xfrm>
              <a:off x="2577325" y="2970225"/>
              <a:ext cx="32450" cy="13100"/>
            </a:xfrm>
            <a:custGeom>
              <a:avLst/>
              <a:gdLst/>
              <a:ahLst/>
              <a:cxnLst/>
              <a:rect l="l" t="t" r="r" b="b"/>
              <a:pathLst>
                <a:path w="1298" h="524" extrusionOk="0">
                  <a:moveTo>
                    <a:pt x="503" y="0"/>
                  </a:moveTo>
                  <a:lnTo>
                    <a:pt x="293" y="42"/>
                  </a:lnTo>
                  <a:lnTo>
                    <a:pt x="168" y="21"/>
                  </a:lnTo>
                  <a:lnTo>
                    <a:pt x="63" y="42"/>
                  </a:lnTo>
                  <a:lnTo>
                    <a:pt x="1" y="147"/>
                  </a:lnTo>
                  <a:lnTo>
                    <a:pt x="105" y="230"/>
                  </a:lnTo>
                  <a:lnTo>
                    <a:pt x="189" y="209"/>
                  </a:lnTo>
                  <a:lnTo>
                    <a:pt x="252" y="230"/>
                  </a:lnTo>
                  <a:lnTo>
                    <a:pt x="314" y="377"/>
                  </a:lnTo>
                  <a:lnTo>
                    <a:pt x="398" y="439"/>
                  </a:lnTo>
                  <a:lnTo>
                    <a:pt x="524" y="439"/>
                  </a:lnTo>
                  <a:lnTo>
                    <a:pt x="607" y="523"/>
                  </a:lnTo>
                  <a:lnTo>
                    <a:pt x="775" y="523"/>
                  </a:lnTo>
                  <a:lnTo>
                    <a:pt x="775" y="377"/>
                  </a:lnTo>
                  <a:lnTo>
                    <a:pt x="879" y="377"/>
                  </a:lnTo>
                  <a:lnTo>
                    <a:pt x="900" y="439"/>
                  </a:lnTo>
                  <a:lnTo>
                    <a:pt x="984" y="439"/>
                  </a:lnTo>
                  <a:lnTo>
                    <a:pt x="1005" y="335"/>
                  </a:lnTo>
                  <a:lnTo>
                    <a:pt x="1089" y="377"/>
                  </a:lnTo>
                  <a:lnTo>
                    <a:pt x="1298" y="377"/>
                  </a:lnTo>
                  <a:lnTo>
                    <a:pt x="1298" y="335"/>
                  </a:lnTo>
                  <a:lnTo>
                    <a:pt x="1193" y="230"/>
                  </a:lnTo>
                  <a:lnTo>
                    <a:pt x="1047" y="209"/>
                  </a:lnTo>
                  <a:lnTo>
                    <a:pt x="942" y="21"/>
                  </a:lnTo>
                  <a:lnTo>
                    <a:pt x="50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4" name="Google Shape;7722;p67">
              <a:extLst>
                <a:ext uri="{FF2B5EF4-FFF2-40B4-BE49-F238E27FC236}">
                  <a16:creationId xmlns:a16="http://schemas.microsoft.com/office/drawing/2014/main" id="{0D67EE8E-9435-DE77-9F49-8B71992710F1}"/>
                </a:ext>
              </a:extLst>
            </p:cNvPr>
            <p:cNvSpPr/>
            <p:nvPr/>
          </p:nvSpPr>
          <p:spPr>
            <a:xfrm>
              <a:off x="2632250" y="2947725"/>
              <a:ext cx="41350" cy="29325"/>
            </a:xfrm>
            <a:custGeom>
              <a:avLst/>
              <a:gdLst/>
              <a:ahLst/>
              <a:cxnLst/>
              <a:rect l="l" t="t" r="r" b="b"/>
              <a:pathLst>
                <a:path w="1654" h="1173" extrusionOk="0">
                  <a:moveTo>
                    <a:pt x="1089" y="0"/>
                  </a:moveTo>
                  <a:lnTo>
                    <a:pt x="1005" y="63"/>
                  </a:lnTo>
                  <a:lnTo>
                    <a:pt x="900" y="21"/>
                  </a:lnTo>
                  <a:lnTo>
                    <a:pt x="691" y="21"/>
                  </a:lnTo>
                  <a:lnTo>
                    <a:pt x="649" y="84"/>
                  </a:lnTo>
                  <a:lnTo>
                    <a:pt x="754" y="168"/>
                  </a:lnTo>
                  <a:lnTo>
                    <a:pt x="1068" y="272"/>
                  </a:lnTo>
                  <a:lnTo>
                    <a:pt x="1047" y="314"/>
                  </a:lnTo>
                  <a:lnTo>
                    <a:pt x="1109" y="398"/>
                  </a:lnTo>
                  <a:lnTo>
                    <a:pt x="1047" y="544"/>
                  </a:lnTo>
                  <a:lnTo>
                    <a:pt x="1109" y="649"/>
                  </a:lnTo>
                  <a:lnTo>
                    <a:pt x="1214" y="691"/>
                  </a:lnTo>
                  <a:lnTo>
                    <a:pt x="1340" y="795"/>
                  </a:lnTo>
                  <a:lnTo>
                    <a:pt x="1319" y="858"/>
                  </a:lnTo>
                  <a:lnTo>
                    <a:pt x="1068" y="858"/>
                  </a:lnTo>
                  <a:lnTo>
                    <a:pt x="1026" y="900"/>
                  </a:lnTo>
                  <a:lnTo>
                    <a:pt x="921" y="858"/>
                  </a:lnTo>
                  <a:lnTo>
                    <a:pt x="796" y="858"/>
                  </a:lnTo>
                  <a:lnTo>
                    <a:pt x="649" y="816"/>
                  </a:lnTo>
                  <a:lnTo>
                    <a:pt x="524" y="858"/>
                  </a:lnTo>
                  <a:lnTo>
                    <a:pt x="524" y="816"/>
                  </a:lnTo>
                  <a:lnTo>
                    <a:pt x="482" y="795"/>
                  </a:lnTo>
                  <a:lnTo>
                    <a:pt x="293" y="837"/>
                  </a:lnTo>
                  <a:lnTo>
                    <a:pt x="189" y="733"/>
                  </a:lnTo>
                  <a:lnTo>
                    <a:pt x="63" y="795"/>
                  </a:lnTo>
                  <a:lnTo>
                    <a:pt x="0" y="858"/>
                  </a:lnTo>
                  <a:lnTo>
                    <a:pt x="63" y="963"/>
                  </a:lnTo>
                  <a:lnTo>
                    <a:pt x="189" y="1005"/>
                  </a:lnTo>
                  <a:lnTo>
                    <a:pt x="314" y="1151"/>
                  </a:lnTo>
                  <a:lnTo>
                    <a:pt x="377" y="1172"/>
                  </a:lnTo>
                  <a:lnTo>
                    <a:pt x="377" y="1067"/>
                  </a:lnTo>
                  <a:lnTo>
                    <a:pt x="419" y="1026"/>
                  </a:lnTo>
                  <a:lnTo>
                    <a:pt x="691" y="1026"/>
                  </a:lnTo>
                  <a:lnTo>
                    <a:pt x="796" y="1067"/>
                  </a:lnTo>
                  <a:lnTo>
                    <a:pt x="1109" y="1067"/>
                  </a:lnTo>
                  <a:lnTo>
                    <a:pt x="1151" y="1047"/>
                  </a:lnTo>
                  <a:lnTo>
                    <a:pt x="1256" y="1109"/>
                  </a:lnTo>
                  <a:lnTo>
                    <a:pt x="1340" y="1109"/>
                  </a:lnTo>
                  <a:lnTo>
                    <a:pt x="1340" y="1047"/>
                  </a:lnTo>
                  <a:lnTo>
                    <a:pt x="1570" y="921"/>
                  </a:lnTo>
                  <a:lnTo>
                    <a:pt x="1570" y="837"/>
                  </a:lnTo>
                  <a:lnTo>
                    <a:pt x="1570" y="733"/>
                  </a:lnTo>
                  <a:lnTo>
                    <a:pt x="1528" y="607"/>
                  </a:lnTo>
                  <a:lnTo>
                    <a:pt x="1549" y="544"/>
                  </a:lnTo>
                  <a:lnTo>
                    <a:pt x="1633" y="502"/>
                  </a:lnTo>
                  <a:lnTo>
                    <a:pt x="1653" y="377"/>
                  </a:lnTo>
                  <a:lnTo>
                    <a:pt x="1612" y="293"/>
                  </a:lnTo>
                  <a:lnTo>
                    <a:pt x="1653" y="189"/>
                  </a:lnTo>
                  <a:lnTo>
                    <a:pt x="1633" y="126"/>
                  </a:lnTo>
                  <a:lnTo>
                    <a:pt x="1528" y="105"/>
                  </a:lnTo>
                  <a:lnTo>
                    <a:pt x="1423" y="126"/>
                  </a:lnTo>
                  <a:lnTo>
                    <a:pt x="1319" y="21"/>
                  </a:lnTo>
                  <a:lnTo>
                    <a:pt x="108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5" name="Google Shape;7723;p67">
              <a:extLst>
                <a:ext uri="{FF2B5EF4-FFF2-40B4-BE49-F238E27FC236}">
                  <a16:creationId xmlns:a16="http://schemas.microsoft.com/office/drawing/2014/main" id="{5B9914EF-349F-59B4-629A-72751E1B849B}"/>
                </a:ext>
              </a:extLst>
            </p:cNvPr>
            <p:cNvSpPr/>
            <p:nvPr/>
          </p:nvSpPr>
          <p:spPr>
            <a:xfrm>
              <a:off x="2485775" y="2895925"/>
              <a:ext cx="153825" cy="54950"/>
            </a:xfrm>
            <a:custGeom>
              <a:avLst/>
              <a:gdLst/>
              <a:ahLst/>
              <a:cxnLst/>
              <a:rect l="l" t="t" r="r" b="b"/>
              <a:pathLst>
                <a:path w="6153" h="2198" extrusionOk="0">
                  <a:moveTo>
                    <a:pt x="1570" y="1"/>
                  </a:moveTo>
                  <a:lnTo>
                    <a:pt x="1445" y="106"/>
                  </a:lnTo>
                  <a:lnTo>
                    <a:pt x="1131" y="106"/>
                  </a:lnTo>
                  <a:lnTo>
                    <a:pt x="901" y="168"/>
                  </a:lnTo>
                  <a:lnTo>
                    <a:pt x="817" y="252"/>
                  </a:lnTo>
                  <a:lnTo>
                    <a:pt x="566" y="315"/>
                  </a:lnTo>
                  <a:lnTo>
                    <a:pt x="482" y="419"/>
                  </a:lnTo>
                  <a:lnTo>
                    <a:pt x="377" y="482"/>
                  </a:lnTo>
                  <a:lnTo>
                    <a:pt x="357" y="608"/>
                  </a:lnTo>
                  <a:lnTo>
                    <a:pt x="419" y="712"/>
                  </a:lnTo>
                  <a:lnTo>
                    <a:pt x="398" y="775"/>
                  </a:lnTo>
                  <a:lnTo>
                    <a:pt x="294" y="712"/>
                  </a:lnTo>
                  <a:lnTo>
                    <a:pt x="85" y="817"/>
                  </a:lnTo>
                  <a:lnTo>
                    <a:pt x="1" y="796"/>
                  </a:lnTo>
                  <a:lnTo>
                    <a:pt x="1" y="880"/>
                  </a:lnTo>
                  <a:lnTo>
                    <a:pt x="105" y="922"/>
                  </a:lnTo>
                  <a:lnTo>
                    <a:pt x="252" y="796"/>
                  </a:lnTo>
                  <a:lnTo>
                    <a:pt x="273" y="817"/>
                  </a:lnTo>
                  <a:lnTo>
                    <a:pt x="273" y="922"/>
                  </a:lnTo>
                  <a:lnTo>
                    <a:pt x="419" y="817"/>
                  </a:lnTo>
                  <a:lnTo>
                    <a:pt x="524" y="817"/>
                  </a:lnTo>
                  <a:lnTo>
                    <a:pt x="629" y="629"/>
                  </a:lnTo>
                  <a:lnTo>
                    <a:pt x="796" y="670"/>
                  </a:lnTo>
                  <a:lnTo>
                    <a:pt x="838" y="608"/>
                  </a:lnTo>
                  <a:lnTo>
                    <a:pt x="922" y="691"/>
                  </a:lnTo>
                  <a:lnTo>
                    <a:pt x="1026" y="670"/>
                  </a:lnTo>
                  <a:lnTo>
                    <a:pt x="1214" y="461"/>
                  </a:lnTo>
                  <a:lnTo>
                    <a:pt x="1319" y="419"/>
                  </a:lnTo>
                  <a:lnTo>
                    <a:pt x="1361" y="357"/>
                  </a:lnTo>
                  <a:lnTo>
                    <a:pt x="1528" y="378"/>
                  </a:lnTo>
                  <a:lnTo>
                    <a:pt x="1654" y="378"/>
                  </a:lnTo>
                  <a:lnTo>
                    <a:pt x="1884" y="398"/>
                  </a:lnTo>
                  <a:lnTo>
                    <a:pt x="1968" y="461"/>
                  </a:lnTo>
                  <a:lnTo>
                    <a:pt x="1884" y="503"/>
                  </a:lnTo>
                  <a:lnTo>
                    <a:pt x="1758" y="503"/>
                  </a:lnTo>
                  <a:lnTo>
                    <a:pt x="1675" y="566"/>
                  </a:lnTo>
                  <a:lnTo>
                    <a:pt x="1758" y="629"/>
                  </a:lnTo>
                  <a:lnTo>
                    <a:pt x="2093" y="691"/>
                  </a:lnTo>
                  <a:lnTo>
                    <a:pt x="2177" y="670"/>
                  </a:lnTo>
                  <a:lnTo>
                    <a:pt x="2282" y="670"/>
                  </a:lnTo>
                  <a:lnTo>
                    <a:pt x="2386" y="733"/>
                  </a:lnTo>
                  <a:lnTo>
                    <a:pt x="2554" y="775"/>
                  </a:lnTo>
                  <a:lnTo>
                    <a:pt x="2616" y="775"/>
                  </a:lnTo>
                  <a:lnTo>
                    <a:pt x="2658" y="691"/>
                  </a:lnTo>
                  <a:lnTo>
                    <a:pt x="2721" y="775"/>
                  </a:lnTo>
                  <a:lnTo>
                    <a:pt x="2763" y="817"/>
                  </a:lnTo>
                  <a:lnTo>
                    <a:pt x="2930" y="942"/>
                  </a:lnTo>
                  <a:lnTo>
                    <a:pt x="3077" y="984"/>
                  </a:lnTo>
                  <a:lnTo>
                    <a:pt x="3139" y="942"/>
                  </a:lnTo>
                  <a:lnTo>
                    <a:pt x="3244" y="1026"/>
                  </a:lnTo>
                  <a:lnTo>
                    <a:pt x="3349" y="1005"/>
                  </a:lnTo>
                  <a:lnTo>
                    <a:pt x="3432" y="1047"/>
                  </a:lnTo>
                  <a:lnTo>
                    <a:pt x="3600" y="1005"/>
                  </a:lnTo>
                  <a:lnTo>
                    <a:pt x="3663" y="1026"/>
                  </a:lnTo>
                  <a:lnTo>
                    <a:pt x="3746" y="1361"/>
                  </a:lnTo>
                  <a:lnTo>
                    <a:pt x="3955" y="1570"/>
                  </a:lnTo>
                  <a:lnTo>
                    <a:pt x="4039" y="1612"/>
                  </a:lnTo>
                  <a:lnTo>
                    <a:pt x="4081" y="1549"/>
                  </a:lnTo>
                  <a:lnTo>
                    <a:pt x="4227" y="1633"/>
                  </a:lnTo>
                  <a:lnTo>
                    <a:pt x="4437" y="1633"/>
                  </a:lnTo>
                  <a:lnTo>
                    <a:pt x="4458" y="1675"/>
                  </a:lnTo>
                  <a:lnTo>
                    <a:pt x="4541" y="1738"/>
                  </a:lnTo>
                  <a:lnTo>
                    <a:pt x="4541" y="1842"/>
                  </a:lnTo>
                  <a:lnTo>
                    <a:pt x="4374" y="1863"/>
                  </a:lnTo>
                  <a:lnTo>
                    <a:pt x="4186" y="2051"/>
                  </a:lnTo>
                  <a:lnTo>
                    <a:pt x="4186" y="2156"/>
                  </a:lnTo>
                  <a:lnTo>
                    <a:pt x="4374" y="2177"/>
                  </a:lnTo>
                  <a:lnTo>
                    <a:pt x="4541" y="2135"/>
                  </a:lnTo>
                  <a:lnTo>
                    <a:pt x="4604" y="2156"/>
                  </a:lnTo>
                  <a:lnTo>
                    <a:pt x="4897" y="2093"/>
                  </a:lnTo>
                  <a:lnTo>
                    <a:pt x="5064" y="2093"/>
                  </a:lnTo>
                  <a:lnTo>
                    <a:pt x="5274" y="2198"/>
                  </a:lnTo>
                  <a:lnTo>
                    <a:pt x="5546" y="2135"/>
                  </a:lnTo>
                  <a:lnTo>
                    <a:pt x="5587" y="2072"/>
                  </a:lnTo>
                  <a:lnTo>
                    <a:pt x="5650" y="2072"/>
                  </a:lnTo>
                  <a:lnTo>
                    <a:pt x="5734" y="2030"/>
                  </a:lnTo>
                  <a:lnTo>
                    <a:pt x="5943" y="2051"/>
                  </a:lnTo>
                  <a:lnTo>
                    <a:pt x="6069" y="1989"/>
                  </a:lnTo>
                  <a:lnTo>
                    <a:pt x="6152" y="1884"/>
                  </a:lnTo>
                  <a:lnTo>
                    <a:pt x="6111" y="1842"/>
                  </a:lnTo>
                  <a:lnTo>
                    <a:pt x="6006" y="1821"/>
                  </a:lnTo>
                  <a:lnTo>
                    <a:pt x="5922" y="1654"/>
                  </a:lnTo>
                  <a:lnTo>
                    <a:pt x="5692" y="1549"/>
                  </a:lnTo>
                  <a:lnTo>
                    <a:pt x="5378" y="1549"/>
                  </a:lnTo>
                  <a:lnTo>
                    <a:pt x="5295" y="1528"/>
                  </a:lnTo>
                  <a:lnTo>
                    <a:pt x="5336" y="1466"/>
                  </a:lnTo>
                  <a:lnTo>
                    <a:pt x="5399" y="1319"/>
                  </a:lnTo>
                  <a:lnTo>
                    <a:pt x="5315" y="1298"/>
                  </a:lnTo>
                  <a:lnTo>
                    <a:pt x="5232" y="1340"/>
                  </a:lnTo>
                  <a:lnTo>
                    <a:pt x="5127" y="1340"/>
                  </a:lnTo>
                  <a:lnTo>
                    <a:pt x="4918" y="1194"/>
                  </a:lnTo>
                  <a:lnTo>
                    <a:pt x="4855" y="1235"/>
                  </a:lnTo>
                  <a:lnTo>
                    <a:pt x="4771" y="1152"/>
                  </a:lnTo>
                  <a:lnTo>
                    <a:pt x="4604" y="1026"/>
                  </a:lnTo>
                  <a:lnTo>
                    <a:pt x="4541" y="1131"/>
                  </a:lnTo>
                  <a:lnTo>
                    <a:pt x="4479" y="1089"/>
                  </a:lnTo>
                  <a:lnTo>
                    <a:pt x="4499" y="1005"/>
                  </a:lnTo>
                  <a:lnTo>
                    <a:pt x="4437" y="984"/>
                  </a:lnTo>
                  <a:lnTo>
                    <a:pt x="4395" y="1047"/>
                  </a:lnTo>
                  <a:lnTo>
                    <a:pt x="4332" y="984"/>
                  </a:lnTo>
                  <a:lnTo>
                    <a:pt x="4123" y="922"/>
                  </a:lnTo>
                  <a:lnTo>
                    <a:pt x="3955" y="796"/>
                  </a:lnTo>
                  <a:lnTo>
                    <a:pt x="3830" y="712"/>
                  </a:lnTo>
                  <a:lnTo>
                    <a:pt x="3704" y="587"/>
                  </a:lnTo>
                  <a:lnTo>
                    <a:pt x="3349" y="587"/>
                  </a:lnTo>
                  <a:lnTo>
                    <a:pt x="3244" y="524"/>
                  </a:lnTo>
                  <a:lnTo>
                    <a:pt x="3202" y="398"/>
                  </a:lnTo>
                  <a:lnTo>
                    <a:pt x="3077" y="252"/>
                  </a:lnTo>
                  <a:lnTo>
                    <a:pt x="2972" y="273"/>
                  </a:lnTo>
                  <a:lnTo>
                    <a:pt x="2909" y="210"/>
                  </a:lnTo>
                  <a:lnTo>
                    <a:pt x="2491" y="147"/>
                  </a:lnTo>
                  <a:lnTo>
                    <a:pt x="2365" y="210"/>
                  </a:lnTo>
                  <a:lnTo>
                    <a:pt x="2177" y="168"/>
                  </a:lnTo>
                  <a:lnTo>
                    <a:pt x="2072" y="43"/>
                  </a:lnTo>
                  <a:lnTo>
                    <a:pt x="182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6" name="Google Shape;7724;p67">
              <a:extLst>
                <a:ext uri="{FF2B5EF4-FFF2-40B4-BE49-F238E27FC236}">
                  <a16:creationId xmlns:a16="http://schemas.microsoft.com/office/drawing/2014/main" id="{F25C6C4F-4F38-9BF3-DAAD-8D9AD23FE68D}"/>
                </a:ext>
              </a:extLst>
            </p:cNvPr>
            <p:cNvSpPr/>
            <p:nvPr/>
          </p:nvSpPr>
          <p:spPr>
            <a:xfrm>
              <a:off x="2901125" y="4083350"/>
              <a:ext cx="39250" cy="22525"/>
            </a:xfrm>
            <a:custGeom>
              <a:avLst/>
              <a:gdLst/>
              <a:ahLst/>
              <a:cxnLst/>
              <a:rect l="l" t="t" r="r" b="b"/>
              <a:pathLst>
                <a:path w="1570" h="901" extrusionOk="0">
                  <a:moveTo>
                    <a:pt x="1025" y="0"/>
                  </a:moveTo>
                  <a:lnTo>
                    <a:pt x="984" y="84"/>
                  </a:lnTo>
                  <a:lnTo>
                    <a:pt x="921" y="105"/>
                  </a:lnTo>
                  <a:lnTo>
                    <a:pt x="942" y="189"/>
                  </a:lnTo>
                  <a:lnTo>
                    <a:pt x="921" y="252"/>
                  </a:lnTo>
                  <a:lnTo>
                    <a:pt x="691" y="314"/>
                  </a:lnTo>
                  <a:lnTo>
                    <a:pt x="733" y="273"/>
                  </a:lnTo>
                  <a:lnTo>
                    <a:pt x="774" y="126"/>
                  </a:lnTo>
                  <a:lnTo>
                    <a:pt x="733" y="63"/>
                  </a:lnTo>
                  <a:lnTo>
                    <a:pt x="649" y="84"/>
                  </a:lnTo>
                  <a:lnTo>
                    <a:pt x="607" y="168"/>
                  </a:lnTo>
                  <a:lnTo>
                    <a:pt x="544" y="168"/>
                  </a:lnTo>
                  <a:lnTo>
                    <a:pt x="461" y="84"/>
                  </a:lnTo>
                  <a:lnTo>
                    <a:pt x="377" y="84"/>
                  </a:lnTo>
                  <a:lnTo>
                    <a:pt x="377" y="252"/>
                  </a:lnTo>
                  <a:lnTo>
                    <a:pt x="272" y="210"/>
                  </a:lnTo>
                  <a:lnTo>
                    <a:pt x="168" y="105"/>
                  </a:lnTo>
                  <a:lnTo>
                    <a:pt x="105" y="168"/>
                  </a:lnTo>
                  <a:lnTo>
                    <a:pt x="230" y="356"/>
                  </a:lnTo>
                  <a:lnTo>
                    <a:pt x="377" y="377"/>
                  </a:lnTo>
                  <a:lnTo>
                    <a:pt x="377" y="419"/>
                  </a:lnTo>
                  <a:lnTo>
                    <a:pt x="230" y="419"/>
                  </a:lnTo>
                  <a:lnTo>
                    <a:pt x="168" y="482"/>
                  </a:lnTo>
                  <a:lnTo>
                    <a:pt x="189" y="565"/>
                  </a:lnTo>
                  <a:lnTo>
                    <a:pt x="84" y="670"/>
                  </a:lnTo>
                  <a:lnTo>
                    <a:pt x="0" y="670"/>
                  </a:lnTo>
                  <a:lnTo>
                    <a:pt x="0" y="712"/>
                  </a:lnTo>
                  <a:lnTo>
                    <a:pt x="126" y="796"/>
                  </a:lnTo>
                  <a:lnTo>
                    <a:pt x="189" y="712"/>
                  </a:lnTo>
                  <a:lnTo>
                    <a:pt x="293" y="796"/>
                  </a:lnTo>
                  <a:lnTo>
                    <a:pt x="377" y="691"/>
                  </a:lnTo>
                  <a:lnTo>
                    <a:pt x="230" y="628"/>
                  </a:lnTo>
                  <a:lnTo>
                    <a:pt x="335" y="586"/>
                  </a:lnTo>
                  <a:lnTo>
                    <a:pt x="523" y="607"/>
                  </a:lnTo>
                  <a:lnTo>
                    <a:pt x="649" y="565"/>
                  </a:lnTo>
                  <a:lnTo>
                    <a:pt x="649" y="461"/>
                  </a:lnTo>
                  <a:cubicBezTo>
                    <a:pt x="649" y="461"/>
                    <a:pt x="667" y="470"/>
                    <a:pt x="680" y="470"/>
                  </a:cubicBezTo>
                  <a:cubicBezTo>
                    <a:pt x="686" y="470"/>
                    <a:pt x="691" y="468"/>
                    <a:pt x="691" y="461"/>
                  </a:cubicBezTo>
                  <a:cubicBezTo>
                    <a:pt x="795" y="398"/>
                    <a:pt x="900" y="377"/>
                    <a:pt x="1005" y="314"/>
                  </a:cubicBezTo>
                  <a:lnTo>
                    <a:pt x="1046" y="398"/>
                  </a:lnTo>
                  <a:lnTo>
                    <a:pt x="1025" y="461"/>
                  </a:lnTo>
                  <a:lnTo>
                    <a:pt x="942" y="419"/>
                  </a:lnTo>
                  <a:lnTo>
                    <a:pt x="858" y="461"/>
                  </a:lnTo>
                  <a:lnTo>
                    <a:pt x="691" y="712"/>
                  </a:lnTo>
                  <a:lnTo>
                    <a:pt x="753" y="733"/>
                  </a:lnTo>
                  <a:lnTo>
                    <a:pt x="837" y="879"/>
                  </a:lnTo>
                  <a:lnTo>
                    <a:pt x="921" y="900"/>
                  </a:lnTo>
                  <a:lnTo>
                    <a:pt x="921" y="837"/>
                  </a:lnTo>
                  <a:lnTo>
                    <a:pt x="837" y="733"/>
                  </a:lnTo>
                  <a:lnTo>
                    <a:pt x="858" y="712"/>
                  </a:lnTo>
                  <a:lnTo>
                    <a:pt x="963" y="775"/>
                  </a:lnTo>
                  <a:lnTo>
                    <a:pt x="1025" y="733"/>
                  </a:lnTo>
                  <a:lnTo>
                    <a:pt x="963" y="691"/>
                  </a:lnTo>
                  <a:lnTo>
                    <a:pt x="963" y="607"/>
                  </a:lnTo>
                  <a:lnTo>
                    <a:pt x="1067" y="628"/>
                  </a:lnTo>
                  <a:lnTo>
                    <a:pt x="1172" y="607"/>
                  </a:lnTo>
                  <a:lnTo>
                    <a:pt x="1172" y="586"/>
                  </a:lnTo>
                  <a:lnTo>
                    <a:pt x="1088" y="586"/>
                  </a:lnTo>
                  <a:lnTo>
                    <a:pt x="1046" y="524"/>
                  </a:lnTo>
                  <a:lnTo>
                    <a:pt x="1088" y="503"/>
                  </a:lnTo>
                  <a:lnTo>
                    <a:pt x="1193" y="524"/>
                  </a:lnTo>
                  <a:lnTo>
                    <a:pt x="1339" y="503"/>
                  </a:lnTo>
                  <a:lnTo>
                    <a:pt x="1444" y="419"/>
                  </a:lnTo>
                  <a:lnTo>
                    <a:pt x="1549" y="398"/>
                  </a:lnTo>
                  <a:lnTo>
                    <a:pt x="1507" y="314"/>
                  </a:lnTo>
                  <a:lnTo>
                    <a:pt x="1465" y="293"/>
                  </a:lnTo>
                  <a:lnTo>
                    <a:pt x="1444" y="273"/>
                  </a:lnTo>
                  <a:lnTo>
                    <a:pt x="1486" y="210"/>
                  </a:lnTo>
                  <a:lnTo>
                    <a:pt x="1569" y="189"/>
                  </a:lnTo>
                  <a:lnTo>
                    <a:pt x="1528" y="126"/>
                  </a:lnTo>
                  <a:lnTo>
                    <a:pt x="1381" y="105"/>
                  </a:lnTo>
                  <a:lnTo>
                    <a:pt x="1318" y="126"/>
                  </a:lnTo>
                  <a:lnTo>
                    <a:pt x="1339" y="189"/>
                  </a:lnTo>
                  <a:lnTo>
                    <a:pt x="1256" y="210"/>
                  </a:lnTo>
                  <a:lnTo>
                    <a:pt x="1172" y="105"/>
                  </a:lnTo>
                  <a:lnTo>
                    <a:pt x="1172" y="42"/>
                  </a:lnTo>
                  <a:lnTo>
                    <a:pt x="102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7" name="Google Shape;7725;p67">
              <a:extLst>
                <a:ext uri="{FF2B5EF4-FFF2-40B4-BE49-F238E27FC236}">
                  <a16:creationId xmlns:a16="http://schemas.microsoft.com/office/drawing/2014/main" id="{AD6551A0-3499-E019-A516-329DFE9693C6}"/>
                </a:ext>
              </a:extLst>
            </p:cNvPr>
            <p:cNvSpPr/>
            <p:nvPr/>
          </p:nvSpPr>
          <p:spPr>
            <a:xfrm>
              <a:off x="2506700" y="3102550"/>
              <a:ext cx="80075" cy="36650"/>
            </a:xfrm>
            <a:custGeom>
              <a:avLst/>
              <a:gdLst/>
              <a:ahLst/>
              <a:cxnLst/>
              <a:rect l="l" t="t" r="r" b="b"/>
              <a:pathLst>
                <a:path w="3203" h="1466" extrusionOk="0">
                  <a:moveTo>
                    <a:pt x="2072" y="1"/>
                  </a:moveTo>
                  <a:lnTo>
                    <a:pt x="2030" y="43"/>
                  </a:lnTo>
                  <a:lnTo>
                    <a:pt x="1863" y="147"/>
                  </a:lnTo>
                  <a:lnTo>
                    <a:pt x="1675" y="189"/>
                  </a:lnTo>
                  <a:lnTo>
                    <a:pt x="1319" y="377"/>
                  </a:lnTo>
                  <a:lnTo>
                    <a:pt x="1214" y="461"/>
                  </a:lnTo>
                  <a:lnTo>
                    <a:pt x="1131" y="482"/>
                  </a:lnTo>
                  <a:lnTo>
                    <a:pt x="921" y="482"/>
                  </a:lnTo>
                  <a:lnTo>
                    <a:pt x="733" y="315"/>
                  </a:lnTo>
                  <a:lnTo>
                    <a:pt x="608" y="273"/>
                  </a:lnTo>
                  <a:lnTo>
                    <a:pt x="566" y="294"/>
                  </a:lnTo>
                  <a:lnTo>
                    <a:pt x="629" y="356"/>
                  </a:lnTo>
                  <a:lnTo>
                    <a:pt x="629" y="398"/>
                  </a:lnTo>
                  <a:lnTo>
                    <a:pt x="566" y="419"/>
                  </a:lnTo>
                  <a:lnTo>
                    <a:pt x="461" y="377"/>
                  </a:lnTo>
                  <a:lnTo>
                    <a:pt x="419" y="315"/>
                  </a:lnTo>
                  <a:lnTo>
                    <a:pt x="461" y="294"/>
                  </a:lnTo>
                  <a:lnTo>
                    <a:pt x="482" y="294"/>
                  </a:lnTo>
                  <a:lnTo>
                    <a:pt x="461" y="252"/>
                  </a:lnTo>
                  <a:lnTo>
                    <a:pt x="398" y="252"/>
                  </a:lnTo>
                  <a:lnTo>
                    <a:pt x="315" y="210"/>
                  </a:lnTo>
                  <a:lnTo>
                    <a:pt x="273" y="168"/>
                  </a:lnTo>
                  <a:lnTo>
                    <a:pt x="252" y="84"/>
                  </a:lnTo>
                  <a:lnTo>
                    <a:pt x="147" y="84"/>
                  </a:lnTo>
                  <a:lnTo>
                    <a:pt x="85" y="147"/>
                  </a:lnTo>
                  <a:lnTo>
                    <a:pt x="85" y="252"/>
                  </a:lnTo>
                  <a:lnTo>
                    <a:pt x="43" y="315"/>
                  </a:lnTo>
                  <a:lnTo>
                    <a:pt x="1" y="398"/>
                  </a:lnTo>
                  <a:lnTo>
                    <a:pt x="85" y="419"/>
                  </a:lnTo>
                  <a:lnTo>
                    <a:pt x="147" y="524"/>
                  </a:lnTo>
                  <a:lnTo>
                    <a:pt x="64" y="587"/>
                  </a:lnTo>
                  <a:lnTo>
                    <a:pt x="43" y="691"/>
                  </a:lnTo>
                  <a:lnTo>
                    <a:pt x="43" y="733"/>
                  </a:lnTo>
                  <a:lnTo>
                    <a:pt x="64" y="796"/>
                  </a:lnTo>
                  <a:lnTo>
                    <a:pt x="168" y="796"/>
                  </a:lnTo>
                  <a:lnTo>
                    <a:pt x="252" y="817"/>
                  </a:lnTo>
                  <a:lnTo>
                    <a:pt x="357" y="796"/>
                  </a:lnTo>
                  <a:lnTo>
                    <a:pt x="398" y="733"/>
                  </a:lnTo>
                  <a:lnTo>
                    <a:pt x="461" y="796"/>
                  </a:lnTo>
                  <a:lnTo>
                    <a:pt x="461" y="838"/>
                  </a:lnTo>
                  <a:lnTo>
                    <a:pt x="524" y="880"/>
                  </a:lnTo>
                  <a:lnTo>
                    <a:pt x="733" y="900"/>
                  </a:lnTo>
                  <a:lnTo>
                    <a:pt x="775" y="1026"/>
                  </a:lnTo>
                  <a:lnTo>
                    <a:pt x="817" y="1193"/>
                  </a:lnTo>
                  <a:lnTo>
                    <a:pt x="921" y="1235"/>
                  </a:lnTo>
                  <a:lnTo>
                    <a:pt x="1026" y="1235"/>
                  </a:lnTo>
                  <a:lnTo>
                    <a:pt x="1047" y="1152"/>
                  </a:lnTo>
                  <a:lnTo>
                    <a:pt x="1005" y="1131"/>
                  </a:lnTo>
                  <a:lnTo>
                    <a:pt x="1047" y="1047"/>
                  </a:lnTo>
                  <a:lnTo>
                    <a:pt x="1131" y="1089"/>
                  </a:lnTo>
                  <a:lnTo>
                    <a:pt x="1152" y="1131"/>
                  </a:lnTo>
                  <a:lnTo>
                    <a:pt x="1131" y="1193"/>
                  </a:lnTo>
                  <a:lnTo>
                    <a:pt x="1152" y="1319"/>
                  </a:lnTo>
                  <a:lnTo>
                    <a:pt x="1152" y="1403"/>
                  </a:lnTo>
                  <a:lnTo>
                    <a:pt x="1193" y="1444"/>
                  </a:lnTo>
                  <a:lnTo>
                    <a:pt x="1340" y="1465"/>
                  </a:lnTo>
                  <a:lnTo>
                    <a:pt x="1424" y="1361"/>
                  </a:lnTo>
                  <a:lnTo>
                    <a:pt x="1507" y="1298"/>
                  </a:lnTo>
                  <a:lnTo>
                    <a:pt x="1612" y="1319"/>
                  </a:lnTo>
                  <a:lnTo>
                    <a:pt x="1654" y="1298"/>
                  </a:lnTo>
                  <a:lnTo>
                    <a:pt x="1654" y="1152"/>
                  </a:lnTo>
                  <a:lnTo>
                    <a:pt x="1570" y="1089"/>
                  </a:lnTo>
                  <a:lnTo>
                    <a:pt x="1465" y="1026"/>
                  </a:lnTo>
                  <a:lnTo>
                    <a:pt x="1445" y="921"/>
                  </a:lnTo>
                  <a:lnTo>
                    <a:pt x="1445" y="880"/>
                  </a:lnTo>
                  <a:lnTo>
                    <a:pt x="1549" y="817"/>
                  </a:lnTo>
                  <a:lnTo>
                    <a:pt x="1737" y="775"/>
                  </a:lnTo>
                  <a:lnTo>
                    <a:pt x="1884" y="628"/>
                  </a:lnTo>
                  <a:lnTo>
                    <a:pt x="1884" y="587"/>
                  </a:lnTo>
                  <a:lnTo>
                    <a:pt x="1863" y="566"/>
                  </a:lnTo>
                  <a:lnTo>
                    <a:pt x="1863" y="419"/>
                  </a:lnTo>
                  <a:lnTo>
                    <a:pt x="2051" y="356"/>
                  </a:lnTo>
                  <a:lnTo>
                    <a:pt x="2177" y="315"/>
                  </a:lnTo>
                  <a:lnTo>
                    <a:pt x="2261" y="377"/>
                  </a:lnTo>
                  <a:lnTo>
                    <a:pt x="2365" y="482"/>
                  </a:lnTo>
                  <a:lnTo>
                    <a:pt x="2449" y="482"/>
                  </a:lnTo>
                  <a:lnTo>
                    <a:pt x="2553" y="608"/>
                  </a:lnTo>
                  <a:lnTo>
                    <a:pt x="2574" y="712"/>
                  </a:lnTo>
                  <a:lnTo>
                    <a:pt x="2616" y="775"/>
                  </a:lnTo>
                  <a:lnTo>
                    <a:pt x="2679" y="733"/>
                  </a:lnTo>
                  <a:lnTo>
                    <a:pt x="2763" y="670"/>
                  </a:lnTo>
                  <a:lnTo>
                    <a:pt x="2805" y="670"/>
                  </a:lnTo>
                  <a:lnTo>
                    <a:pt x="2826" y="733"/>
                  </a:lnTo>
                  <a:lnTo>
                    <a:pt x="2784" y="796"/>
                  </a:lnTo>
                  <a:lnTo>
                    <a:pt x="2721" y="796"/>
                  </a:lnTo>
                  <a:lnTo>
                    <a:pt x="2616" y="942"/>
                  </a:lnTo>
                  <a:lnTo>
                    <a:pt x="2595" y="984"/>
                  </a:lnTo>
                  <a:lnTo>
                    <a:pt x="2616" y="1131"/>
                  </a:lnTo>
                  <a:lnTo>
                    <a:pt x="2763" y="1319"/>
                  </a:lnTo>
                  <a:lnTo>
                    <a:pt x="2888" y="1424"/>
                  </a:lnTo>
                  <a:lnTo>
                    <a:pt x="2972" y="1235"/>
                  </a:lnTo>
                  <a:lnTo>
                    <a:pt x="3014" y="1235"/>
                  </a:lnTo>
                  <a:lnTo>
                    <a:pt x="3098" y="1193"/>
                  </a:lnTo>
                  <a:lnTo>
                    <a:pt x="3118" y="1047"/>
                  </a:lnTo>
                  <a:lnTo>
                    <a:pt x="3202" y="900"/>
                  </a:lnTo>
                  <a:lnTo>
                    <a:pt x="3139" y="733"/>
                  </a:lnTo>
                  <a:lnTo>
                    <a:pt x="3139" y="691"/>
                  </a:lnTo>
                  <a:lnTo>
                    <a:pt x="3181" y="587"/>
                  </a:lnTo>
                  <a:lnTo>
                    <a:pt x="3118" y="524"/>
                  </a:lnTo>
                  <a:lnTo>
                    <a:pt x="3035" y="482"/>
                  </a:lnTo>
                  <a:lnTo>
                    <a:pt x="3014" y="419"/>
                  </a:lnTo>
                  <a:lnTo>
                    <a:pt x="2909" y="294"/>
                  </a:lnTo>
                  <a:lnTo>
                    <a:pt x="2679" y="168"/>
                  </a:lnTo>
                  <a:lnTo>
                    <a:pt x="2512" y="147"/>
                  </a:lnTo>
                  <a:lnTo>
                    <a:pt x="2281" y="147"/>
                  </a:lnTo>
                  <a:lnTo>
                    <a:pt x="2198" y="105"/>
                  </a:lnTo>
                  <a:lnTo>
                    <a:pt x="2156" y="63"/>
                  </a:lnTo>
                  <a:lnTo>
                    <a:pt x="207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8" name="Google Shape;7726;p67">
              <a:extLst>
                <a:ext uri="{FF2B5EF4-FFF2-40B4-BE49-F238E27FC236}">
                  <a16:creationId xmlns:a16="http://schemas.microsoft.com/office/drawing/2014/main" id="{A47D30CB-118D-BF9F-A07D-7697BC9FE24A}"/>
                </a:ext>
              </a:extLst>
            </p:cNvPr>
            <p:cNvSpPr/>
            <p:nvPr/>
          </p:nvSpPr>
          <p:spPr>
            <a:xfrm>
              <a:off x="2464350" y="3080075"/>
              <a:ext cx="48650" cy="45525"/>
            </a:xfrm>
            <a:custGeom>
              <a:avLst/>
              <a:gdLst/>
              <a:ahLst/>
              <a:cxnLst/>
              <a:rect l="l" t="t" r="r" b="b"/>
              <a:pathLst>
                <a:path w="1946" h="1821" extrusionOk="0">
                  <a:moveTo>
                    <a:pt x="293" y="0"/>
                  </a:moveTo>
                  <a:lnTo>
                    <a:pt x="105" y="21"/>
                  </a:lnTo>
                  <a:lnTo>
                    <a:pt x="105" y="42"/>
                  </a:lnTo>
                  <a:lnTo>
                    <a:pt x="63" y="63"/>
                  </a:lnTo>
                  <a:lnTo>
                    <a:pt x="84" y="63"/>
                  </a:lnTo>
                  <a:lnTo>
                    <a:pt x="63" y="209"/>
                  </a:lnTo>
                  <a:lnTo>
                    <a:pt x="0" y="230"/>
                  </a:lnTo>
                  <a:lnTo>
                    <a:pt x="63" y="251"/>
                  </a:lnTo>
                  <a:lnTo>
                    <a:pt x="126" y="272"/>
                  </a:lnTo>
                  <a:lnTo>
                    <a:pt x="167" y="377"/>
                  </a:lnTo>
                  <a:lnTo>
                    <a:pt x="63" y="460"/>
                  </a:lnTo>
                  <a:lnTo>
                    <a:pt x="0" y="586"/>
                  </a:lnTo>
                  <a:lnTo>
                    <a:pt x="21" y="690"/>
                  </a:lnTo>
                  <a:lnTo>
                    <a:pt x="188" y="837"/>
                  </a:lnTo>
                  <a:lnTo>
                    <a:pt x="335" y="837"/>
                  </a:lnTo>
                  <a:lnTo>
                    <a:pt x="418" y="879"/>
                  </a:lnTo>
                  <a:lnTo>
                    <a:pt x="481" y="983"/>
                  </a:lnTo>
                  <a:lnTo>
                    <a:pt x="523" y="983"/>
                  </a:lnTo>
                  <a:lnTo>
                    <a:pt x="607" y="879"/>
                  </a:lnTo>
                  <a:lnTo>
                    <a:pt x="586" y="774"/>
                  </a:lnTo>
                  <a:lnTo>
                    <a:pt x="418" y="670"/>
                  </a:lnTo>
                  <a:lnTo>
                    <a:pt x="377" y="586"/>
                  </a:lnTo>
                  <a:lnTo>
                    <a:pt x="418" y="565"/>
                  </a:lnTo>
                  <a:lnTo>
                    <a:pt x="523" y="649"/>
                  </a:lnTo>
                  <a:lnTo>
                    <a:pt x="628" y="690"/>
                  </a:lnTo>
                  <a:lnTo>
                    <a:pt x="649" y="774"/>
                  </a:lnTo>
                  <a:lnTo>
                    <a:pt x="753" y="858"/>
                  </a:lnTo>
                  <a:lnTo>
                    <a:pt x="795" y="983"/>
                  </a:lnTo>
                  <a:lnTo>
                    <a:pt x="921" y="1067"/>
                  </a:lnTo>
                  <a:lnTo>
                    <a:pt x="1025" y="1151"/>
                  </a:lnTo>
                  <a:lnTo>
                    <a:pt x="1109" y="1193"/>
                  </a:lnTo>
                  <a:lnTo>
                    <a:pt x="1234" y="1318"/>
                  </a:lnTo>
                  <a:lnTo>
                    <a:pt x="1255" y="1402"/>
                  </a:lnTo>
                  <a:lnTo>
                    <a:pt x="1172" y="1486"/>
                  </a:lnTo>
                  <a:lnTo>
                    <a:pt x="1172" y="1569"/>
                  </a:lnTo>
                  <a:lnTo>
                    <a:pt x="1234" y="1632"/>
                  </a:lnTo>
                  <a:lnTo>
                    <a:pt x="1360" y="1695"/>
                  </a:lnTo>
                  <a:lnTo>
                    <a:pt x="1444" y="1737"/>
                  </a:lnTo>
                  <a:lnTo>
                    <a:pt x="1486" y="1716"/>
                  </a:lnTo>
                  <a:lnTo>
                    <a:pt x="1527" y="1632"/>
                  </a:lnTo>
                  <a:lnTo>
                    <a:pt x="1465" y="1569"/>
                  </a:lnTo>
                  <a:lnTo>
                    <a:pt x="1360" y="1507"/>
                  </a:lnTo>
                  <a:lnTo>
                    <a:pt x="1360" y="1486"/>
                  </a:lnTo>
                  <a:lnTo>
                    <a:pt x="1381" y="1465"/>
                  </a:lnTo>
                  <a:lnTo>
                    <a:pt x="1465" y="1507"/>
                  </a:lnTo>
                  <a:lnTo>
                    <a:pt x="1548" y="1632"/>
                  </a:lnTo>
                  <a:lnTo>
                    <a:pt x="1548" y="1737"/>
                  </a:lnTo>
                  <a:lnTo>
                    <a:pt x="1590" y="1737"/>
                  </a:lnTo>
                  <a:lnTo>
                    <a:pt x="1632" y="1779"/>
                  </a:lnTo>
                  <a:lnTo>
                    <a:pt x="1674" y="1820"/>
                  </a:lnTo>
                  <a:lnTo>
                    <a:pt x="1737" y="1820"/>
                  </a:lnTo>
                  <a:lnTo>
                    <a:pt x="1758" y="1779"/>
                  </a:lnTo>
                  <a:lnTo>
                    <a:pt x="1758" y="1695"/>
                  </a:lnTo>
                  <a:lnTo>
                    <a:pt x="1737" y="1632"/>
                  </a:lnTo>
                  <a:lnTo>
                    <a:pt x="1737" y="1590"/>
                  </a:lnTo>
                  <a:lnTo>
                    <a:pt x="1758" y="1486"/>
                  </a:lnTo>
                  <a:lnTo>
                    <a:pt x="1841" y="1423"/>
                  </a:lnTo>
                  <a:lnTo>
                    <a:pt x="1779" y="1318"/>
                  </a:lnTo>
                  <a:lnTo>
                    <a:pt x="1695" y="1297"/>
                  </a:lnTo>
                  <a:lnTo>
                    <a:pt x="1737" y="1214"/>
                  </a:lnTo>
                  <a:lnTo>
                    <a:pt x="1779" y="1151"/>
                  </a:lnTo>
                  <a:lnTo>
                    <a:pt x="1779" y="1046"/>
                  </a:lnTo>
                  <a:lnTo>
                    <a:pt x="1841" y="983"/>
                  </a:lnTo>
                  <a:lnTo>
                    <a:pt x="1946" y="983"/>
                  </a:lnTo>
                  <a:lnTo>
                    <a:pt x="1946" y="962"/>
                  </a:lnTo>
                  <a:lnTo>
                    <a:pt x="1862" y="900"/>
                  </a:lnTo>
                  <a:lnTo>
                    <a:pt x="1758" y="879"/>
                  </a:lnTo>
                  <a:lnTo>
                    <a:pt x="1695" y="795"/>
                  </a:lnTo>
                  <a:lnTo>
                    <a:pt x="1653" y="732"/>
                  </a:lnTo>
                  <a:lnTo>
                    <a:pt x="1548" y="586"/>
                  </a:lnTo>
                  <a:lnTo>
                    <a:pt x="1465" y="481"/>
                  </a:lnTo>
                  <a:lnTo>
                    <a:pt x="1465" y="356"/>
                  </a:lnTo>
                  <a:lnTo>
                    <a:pt x="1423" y="251"/>
                  </a:lnTo>
                  <a:lnTo>
                    <a:pt x="1360" y="272"/>
                  </a:lnTo>
                  <a:lnTo>
                    <a:pt x="1339" y="335"/>
                  </a:lnTo>
                  <a:lnTo>
                    <a:pt x="1234" y="335"/>
                  </a:lnTo>
                  <a:lnTo>
                    <a:pt x="1255" y="272"/>
                  </a:lnTo>
                  <a:lnTo>
                    <a:pt x="1172" y="272"/>
                  </a:lnTo>
                  <a:lnTo>
                    <a:pt x="1130" y="314"/>
                  </a:lnTo>
                  <a:lnTo>
                    <a:pt x="1025" y="209"/>
                  </a:lnTo>
                  <a:lnTo>
                    <a:pt x="1025" y="146"/>
                  </a:lnTo>
                  <a:lnTo>
                    <a:pt x="942" y="126"/>
                  </a:lnTo>
                  <a:lnTo>
                    <a:pt x="858" y="42"/>
                  </a:lnTo>
                  <a:lnTo>
                    <a:pt x="711" y="42"/>
                  </a:lnTo>
                  <a:lnTo>
                    <a:pt x="607" y="63"/>
                  </a:lnTo>
                  <a:lnTo>
                    <a:pt x="29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9" name="Google Shape;7727;p67">
              <a:extLst>
                <a:ext uri="{FF2B5EF4-FFF2-40B4-BE49-F238E27FC236}">
                  <a16:creationId xmlns:a16="http://schemas.microsoft.com/office/drawing/2014/main" id="{17CAD707-25BA-48D6-8C5F-BD48D03AB074}"/>
                </a:ext>
              </a:extLst>
            </p:cNvPr>
            <p:cNvSpPr/>
            <p:nvPr/>
          </p:nvSpPr>
          <p:spPr>
            <a:xfrm>
              <a:off x="2438700" y="3020425"/>
              <a:ext cx="67500" cy="66975"/>
            </a:xfrm>
            <a:custGeom>
              <a:avLst/>
              <a:gdLst/>
              <a:ahLst/>
              <a:cxnLst/>
              <a:rect l="l" t="t" r="r" b="b"/>
              <a:pathLst>
                <a:path w="2700" h="2679" extrusionOk="0">
                  <a:moveTo>
                    <a:pt x="2470" y="1"/>
                  </a:moveTo>
                  <a:lnTo>
                    <a:pt x="2407" y="22"/>
                  </a:lnTo>
                  <a:lnTo>
                    <a:pt x="2386" y="105"/>
                  </a:lnTo>
                  <a:lnTo>
                    <a:pt x="2302" y="126"/>
                  </a:lnTo>
                  <a:lnTo>
                    <a:pt x="2198" y="210"/>
                  </a:lnTo>
                  <a:lnTo>
                    <a:pt x="2093" y="210"/>
                  </a:lnTo>
                  <a:lnTo>
                    <a:pt x="2072" y="294"/>
                  </a:lnTo>
                  <a:lnTo>
                    <a:pt x="1988" y="252"/>
                  </a:lnTo>
                  <a:lnTo>
                    <a:pt x="1884" y="294"/>
                  </a:lnTo>
                  <a:lnTo>
                    <a:pt x="1863" y="231"/>
                  </a:lnTo>
                  <a:lnTo>
                    <a:pt x="1779" y="189"/>
                  </a:lnTo>
                  <a:lnTo>
                    <a:pt x="1737" y="189"/>
                  </a:lnTo>
                  <a:lnTo>
                    <a:pt x="1696" y="294"/>
                  </a:lnTo>
                  <a:lnTo>
                    <a:pt x="1591" y="294"/>
                  </a:lnTo>
                  <a:lnTo>
                    <a:pt x="1528" y="419"/>
                  </a:lnTo>
                  <a:lnTo>
                    <a:pt x="1528" y="461"/>
                  </a:lnTo>
                  <a:lnTo>
                    <a:pt x="1465" y="503"/>
                  </a:lnTo>
                  <a:lnTo>
                    <a:pt x="1361" y="587"/>
                  </a:lnTo>
                  <a:lnTo>
                    <a:pt x="1235" y="649"/>
                  </a:lnTo>
                  <a:lnTo>
                    <a:pt x="1214" y="691"/>
                  </a:lnTo>
                  <a:lnTo>
                    <a:pt x="1131" y="670"/>
                  </a:lnTo>
                  <a:lnTo>
                    <a:pt x="1068" y="691"/>
                  </a:lnTo>
                  <a:lnTo>
                    <a:pt x="1005" y="649"/>
                  </a:lnTo>
                  <a:lnTo>
                    <a:pt x="859" y="628"/>
                  </a:lnTo>
                  <a:lnTo>
                    <a:pt x="691" y="733"/>
                  </a:lnTo>
                  <a:lnTo>
                    <a:pt x="503" y="754"/>
                  </a:lnTo>
                  <a:lnTo>
                    <a:pt x="503" y="859"/>
                  </a:lnTo>
                  <a:lnTo>
                    <a:pt x="503" y="942"/>
                  </a:lnTo>
                  <a:lnTo>
                    <a:pt x="482" y="1089"/>
                  </a:lnTo>
                  <a:lnTo>
                    <a:pt x="419" y="1172"/>
                  </a:lnTo>
                  <a:lnTo>
                    <a:pt x="294" y="1172"/>
                  </a:lnTo>
                  <a:lnTo>
                    <a:pt x="189" y="1193"/>
                  </a:lnTo>
                  <a:lnTo>
                    <a:pt x="189" y="1256"/>
                  </a:lnTo>
                  <a:lnTo>
                    <a:pt x="126" y="1256"/>
                  </a:lnTo>
                  <a:lnTo>
                    <a:pt x="22" y="1214"/>
                  </a:lnTo>
                  <a:lnTo>
                    <a:pt x="1" y="1256"/>
                  </a:lnTo>
                  <a:lnTo>
                    <a:pt x="210" y="1507"/>
                  </a:lnTo>
                  <a:lnTo>
                    <a:pt x="315" y="1591"/>
                  </a:lnTo>
                  <a:lnTo>
                    <a:pt x="315" y="1675"/>
                  </a:lnTo>
                  <a:lnTo>
                    <a:pt x="482" y="1821"/>
                  </a:lnTo>
                  <a:lnTo>
                    <a:pt x="628" y="2030"/>
                  </a:lnTo>
                  <a:lnTo>
                    <a:pt x="900" y="2323"/>
                  </a:lnTo>
                  <a:lnTo>
                    <a:pt x="963" y="2323"/>
                  </a:lnTo>
                  <a:lnTo>
                    <a:pt x="1026" y="2344"/>
                  </a:lnTo>
                  <a:lnTo>
                    <a:pt x="1068" y="2323"/>
                  </a:lnTo>
                  <a:lnTo>
                    <a:pt x="1068" y="2407"/>
                  </a:lnTo>
                  <a:lnTo>
                    <a:pt x="1131" y="2407"/>
                  </a:lnTo>
                  <a:lnTo>
                    <a:pt x="1319" y="2386"/>
                  </a:lnTo>
                  <a:lnTo>
                    <a:pt x="1633" y="2449"/>
                  </a:lnTo>
                  <a:lnTo>
                    <a:pt x="1737" y="2428"/>
                  </a:lnTo>
                  <a:lnTo>
                    <a:pt x="1884" y="2428"/>
                  </a:lnTo>
                  <a:lnTo>
                    <a:pt x="1947" y="2512"/>
                  </a:lnTo>
                  <a:lnTo>
                    <a:pt x="2009" y="2532"/>
                  </a:lnTo>
                  <a:lnTo>
                    <a:pt x="2009" y="2595"/>
                  </a:lnTo>
                  <a:lnTo>
                    <a:pt x="2156" y="2679"/>
                  </a:lnTo>
                  <a:lnTo>
                    <a:pt x="2198" y="2658"/>
                  </a:lnTo>
                  <a:lnTo>
                    <a:pt x="2260" y="2658"/>
                  </a:lnTo>
                  <a:lnTo>
                    <a:pt x="2302" y="2637"/>
                  </a:lnTo>
                  <a:lnTo>
                    <a:pt x="2281" y="2553"/>
                  </a:lnTo>
                  <a:lnTo>
                    <a:pt x="2219" y="2470"/>
                  </a:lnTo>
                  <a:lnTo>
                    <a:pt x="2198" y="2344"/>
                  </a:lnTo>
                  <a:lnTo>
                    <a:pt x="2281" y="2219"/>
                  </a:lnTo>
                  <a:lnTo>
                    <a:pt x="2302" y="2135"/>
                  </a:lnTo>
                  <a:lnTo>
                    <a:pt x="2302" y="2009"/>
                  </a:lnTo>
                  <a:lnTo>
                    <a:pt x="2281" y="2093"/>
                  </a:lnTo>
                  <a:lnTo>
                    <a:pt x="2260" y="2135"/>
                  </a:lnTo>
                  <a:lnTo>
                    <a:pt x="2198" y="2156"/>
                  </a:lnTo>
                  <a:lnTo>
                    <a:pt x="2198" y="2093"/>
                  </a:lnTo>
                  <a:lnTo>
                    <a:pt x="2219" y="2009"/>
                  </a:lnTo>
                  <a:lnTo>
                    <a:pt x="2281" y="1884"/>
                  </a:lnTo>
                  <a:lnTo>
                    <a:pt x="2260" y="1800"/>
                  </a:lnTo>
                  <a:lnTo>
                    <a:pt x="2260" y="1716"/>
                  </a:lnTo>
                  <a:lnTo>
                    <a:pt x="2344" y="1528"/>
                  </a:lnTo>
                  <a:lnTo>
                    <a:pt x="2386" y="1528"/>
                  </a:lnTo>
                  <a:lnTo>
                    <a:pt x="2365" y="1591"/>
                  </a:lnTo>
                  <a:lnTo>
                    <a:pt x="2365" y="1675"/>
                  </a:lnTo>
                  <a:lnTo>
                    <a:pt x="2365" y="1800"/>
                  </a:lnTo>
                  <a:lnTo>
                    <a:pt x="2386" y="1800"/>
                  </a:lnTo>
                  <a:lnTo>
                    <a:pt x="2428" y="1716"/>
                  </a:lnTo>
                  <a:lnTo>
                    <a:pt x="2470" y="1486"/>
                  </a:lnTo>
                  <a:lnTo>
                    <a:pt x="2470" y="1214"/>
                  </a:lnTo>
                  <a:lnTo>
                    <a:pt x="2491" y="1172"/>
                  </a:lnTo>
                  <a:lnTo>
                    <a:pt x="2428" y="1089"/>
                  </a:lnTo>
                  <a:lnTo>
                    <a:pt x="2407" y="1068"/>
                  </a:lnTo>
                  <a:lnTo>
                    <a:pt x="2407" y="1005"/>
                  </a:lnTo>
                  <a:lnTo>
                    <a:pt x="2470" y="963"/>
                  </a:lnTo>
                  <a:lnTo>
                    <a:pt x="2491" y="963"/>
                  </a:lnTo>
                  <a:lnTo>
                    <a:pt x="2512" y="984"/>
                  </a:lnTo>
                  <a:lnTo>
                    <a:pt x="2533" y="838"/>
                  </a:lnTo>
                  <a:lnTo>
                    <a:pt x="2637" y="691"/>
                  </a:lnTo>
                  <a:lnTo>
                    <a:pt x="2700" y="628"/>
                  </a:lnTo>
                  <a:lnTo>
                    <a:pt x="2700" y="566"/>
                  </a:lnTo>
                  <a:lnTo>
                    <a:pt x="2637" y="524"/>
                  </a:lnTo>
                  <a:lnTo>
                    <a:pt x="2637" y="461"/>
                  </a:lnTo>
                  <a:lnTo>
                    <a:pt x="2679" y="377"/>
                  </a:lnTo>
                  <a:lnTo>
                    <a:pt x="2637" y="273"/>
                  </a:lnTo>
                  <a:lnTo>
                    <a:pt x="2637" y="126"/>
                  </a:lnTo>
                  <a:lnTo>
                    <a:pt x="2679" y="63"/>
                  </a:lnTo>
                  <a:lnTo>
                    <a:pt x="2700" y="43"/>
                  </a:lnTo>
                  <a:lnTo>
                    <a:pt x="2533" y="43"/>
                  </a:lnTo>
                  <a:lnTo>
                    <a:pt x="251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0" name="Google Shape;7728;p67">
              <a:extLst>
                <a:ext uri="{FF2B5EF4-FFF2-40B4-BE49-F238E27FC236}">
                  <a16:creationId xmlns:a16="http://schemas.microsoft.com/office/drawing/2014/main" id="{B321DCC0-25E8-970C-9365-183E89BEE0FE}"/>
                </a:ext>
              </a:extLst>
            </p:cNvPr>
            <p:cNvSpPr/>
            <p:nvPr/>
          </p:nvSpPr>
          <p:spPr>
            <a:xfrm>
              <a:off x="2416725" y="3006825"/>
              <a:ext cx="91575" cy="46050"/>
            </a:xfrm>
            <a:custGeom>
              <a:avLst/>
              <a:gdLst/>
              <a:ahLst/>
              <a:cxnLst/>
              <a:rect l="l" t="t" r="r" b="b"/>
              <a:pathLst>
                <a:path w="3663" h="1842" extrusionOk="0">
                  <a:moveTo>
                    <a:pt x="1926" y="1"/>
                  </a:moveTo>
                  <a:lnTo>
                    <a:pt x="1905" y="43"/>
                  </a:lnTo>
                  <a:lnTo>
                    <a:pt x="1968" y="105"/>
                  </a:lnTo>
                  <a:lnTo>
                    <a:pt x="1863" y="126"/>
                  </a:lnTo>
                  <a:lnTo>
                    <a:pt x="1800" y="168"/>
                  </a:lnTo>
                  <a:lnTo>
                    <a:pt x="1696" y="147"/>
                  </a:lnTo>
                  <a:lnTo>
                    <a:pt x="1507" y="168"/>
                  </a:lnTo>
                  <a:lnTo>
                    <a:pt x="943" y="168"/>
                  </a:lnTo>
                  <a:lnTo>
                    <a:pt x="775" y="252"/>
                  </a:lnTo>
                  <a:lnTo>
                    <a:pt x="712" y="210"/>
                  </a:lnTo>
                  <a:lnTo>
                    <a:pt x="712" y="252"/>
                  </a:lnTo>
                  <a:lnTo>
                    <a:pt x="629" y="315"/>
                  </a:lnTo>
                  <a:lnTo>
                    <a:pt x="566" y="419"/>
                  </a:lnTo>
                  <a:lnTo>
                    <a:pt x="419" y="482"/>
                  </a:lnTo>
                  <a:lnTo>
                    <a:pt x="336" y="482"/>
                  </a:lnTo>
                  <a:lnTo>
                    <a:pt x="189" y="649"/>
                  </a:lnTo>
                  <a:lnTo>
                    <a:pt x="106" y="754"/>
                  </a:lnTo>
                  <a:lnTo>
                    <a:pt x="126" y="838"/>
                  </a:lnTo>
                  <a:lnTo>
                    <a:pt x="43" y="984"/>
                  </a:lnTo>
                  <a:lnTo>
                    <a:pt x="1" y="1047"/>
                  </a:lnTo>
                  <a:lnTo>
                    <a:pt x="43" y="1005"/>
                  </a:lnTo>
                  <a:lnTo>
                    <a:pt x="126" y="1047"/>
                  </a:lnTo>
                  <a:lnTo>
                    <a:pt x="147" y="1068"/>
                  </a:lnTo>
                  <a:lnTo>
                    <a:pt x="210" y="1089"/>
                  </a:lnTo>
                  <a:lnTo>
                    <a:pt x="252" y="1151"/>
                  </a:lnTo>
                  <a:lnTo>
                    <a:pt x="399" y="1110"/>
                  </a:lnTo>
                  <a:lnTo>
                    <a:pt x="503" y="1151"/>
                  </a:lnTo>
                  <a:lnTo>
                    <a:pt x="566" y="1256"/>
                  </a:lnTo>
                  <a:lnTo>
                    <a:pt x="608" y="1298"/>
                  </a:lnTo>
                  <a:lnTo>
                    <a:pt x="650" y="1361"/>
                  </a:lnTo>
                  <a:lnTo>
                    <a:pt x="671" y="1298"/>
                  </a:lnTo>
                  <a:lnTo>
                    <a:pt x="712" y="1256"/>
                  </a:lnTo>
                  <a:lnTo>
                    <a:pt x="817" y="1214"/>
                  </a:lnTo>
                  <a:lnTo>
                    <a:pt x="859" y="1256"/>
                  </a:lnTo>
                  <a:lnTo>
                    <a:pt x="943" y="1277"/>
                  </a:lnTo>
                  <a:lnTo>
                    <a:pt x="943" y="1382"/>
                  </a:lnTo>
                  <a:lnTo>
                    <a:pt x="922" y="1486"/>
                  </a:lnTo>
                  <a:lnTo>
                    <a:pt x="922" y="1507"/>
                  </a:lnTo>
                  <a:lnTo>
                    <a:pt x="880" y="1612"/>
                  </a:lnTo>
                  <a:lnTo>
                    <a:pt x="922" y="1675"/>
                  </a:lnTo>
                  <a:lnTo>
                    <a:pt x="963" y="1696"/>
                  </a:lnTo>
                  <a:lnTo>
                    <a:pt x="984" y="1716"/>
                  </a:lnTo>
                  <a:lnTo>
                    <a:pt x="1047" y="1716"/>
                  </a:lnTo>
                  <a:lnTo>
                    <a:pt x="1068" y="1696"/>
                  </a:lnTo>
                  <a:lnTo>
                    <a:pt x="1131" y="1716"/>
                  </a:lnTo>
                  <a:lnTo>
                    <a:pt x="1131" y="1800"/>
                  </a:lnTo>
                  <a:lnTo>
                    <a:pt x="1152" y="1842"/>
                  </a:lnTo>
                  <a:lnTo>
                    <a:pt x="1256" y="1821"/>
                  </a:lnTo>
                  <a:lnTo>
                    <a:pt x="1382" y="1821"/>
                  </a:lnTo>
                  <a:lnTo>
                    <a:pt x="1445" y="1737"/>
                  </a:lnTo>
                  <a:lnTo>
                    <a:pt x="1445" y="1591"/>
                  </a:lnTo>
                  <a:lnTo>
                    <a:pt x="1445" y="1507"/>
                  </a:lnTo>
                  <a:lnTo>
                    <a:pt x="1445" y="1403"/>
                  </a:lnTo>
                  <a:lnTo>
                    <a:pt x="1612" y="1382"/>
                  </a:lnTo>
                  <a:lnTo>
                    <a:pt x="1800" y="1277"/>
                  </a:lnTo>
                  <a:lnTo>
                    <a:pt x="1926" y="1298"/>
                  </a:lnTo>
                  <a:lnTo>
                    <a:pt x="2010" y="1361"/>
                  </a:lnTo>
                  <a:lnTo>
                    <a:pt x="2072" y="1361"/>
                  </a:lnTo>
                  <a:lnTo>
                    <a:pt x="2135" y="1382"/>
                  </a:lnTo>
                  <a:lnTo>
                    <a:pt x="2177" y="1298"/>
                  </a:lnTo>
                  <a:lnTo>
                    <a:pt x="2303" y="1277"/>
                  </a:lnTo>
                  <a:lnTo>
                    <a:pt x="2407" y="1151"/>
                  </a:lnTo>
                  <a:lnTo>
                    <a:pt x="2449" y="1110"/>
                  </a:lnTo>
                  <a:lnTo>
                    <a:pt x="2491" y="1068"/>
                  </a:lnTo>
                  <a:lnTo>
                    <a:pt x="2554" y="900"/>
                  </a:lnTo>
                  <a:lnTo>
                    <a:pt x="2658" y="900"/>
                  </a:lnTo>
                  <a:lnTo>
                    <a:pt x="2700" y="796"/>
                  </a:lnTo>
                  <a:lnTo>
                    <a:pt x="2742" y="796"/>
                  </a:lnTo>
                  <a:lnTo>
                    <a:pt x="2826" y="879"/>
                  </a:lnTo>
                  <a:lnTo>
                    <a:pt x="2847" y="900"/>
                  </a:lnTo>
                  <a:lnTo>
                    <a:pt x="2951" y="900"/>
                  </a:lnTo>
                  <a:lnTo>
                    <a:pt x="3035" y="942"/>
                  </a:lnTo>
                  <a:lnTo>
                    <a:pt x="3056" y="859"/>
                  </a:lnTo>
                  <a:lnTo>
                    <a:pt x="3139" y="859"/>
                  </a:lnTo>
                  <a:lnTo>
                    <a:pt x="3244" y="775"/>
                  </a:lnTo>
                  <a:lnTo>
                    <a:pt x="3328" y="754"/>
                  </a:lnTo>
                  <a:lnTo>
                    <a:pt x="3349" y="670"/>
                  </a:lnTo>
                  <a:lnTo>
                    <a:pt x="3391" y="649"/>
                  </a:lnTo>
                  <a:lnTo>
                    <a:pt x="3453" y="649"/>
                  </a:lnTo>
                  <a:lnTo>
                    <a:pt x="3474" y="670"/>
                  </a:lnTo>
                  <a:lnTo>
                    <a:pt x="3642" y="670"/>
                  </a:lnTo>
                  <a:lnTo>
                    <a:pt x="3663" y="628"/>
                  </a:lnTo>
                  <a:lnTo>
                    <a:pt x="3642" y="566"/>
                  </a:lnTo>
                  <a:lnTo>
                    <a:pt x="3495" y="461"/>
                  </a:lnTo>
                  <a:lnTo>
                    <a:pt x="3370" y="419"/>
                  </a:lnTo>
                  <a:lnTo>
                    <a:pt x="3370" y="419"/>
                  </a:lnTo>
                  <a:lnTo>
                    <a:pt x="3432" y="524"/>
                  </a:lnTo>
                  <a:lnTo>
                    <a:pt x="3286" y="524"/>
                  </a:lnTo>
                  <a:lnTo>
                    <a:pt x="3139" y="482"/>
                  </a:lnTo>
                  <a:lnTo>
                    <a:pt x="3077" y="461"/>
                  </a:lnTo>
                  <a:lnTo>
                    <a:pt x="2972" y="440"/>
                  </a:lnTo>
                  <a:lnTo>
                    <a:pt x="2867" y="440"/>
                  </a:lnTo>
                  <a:lnTo>
                    <a:pt x="2909" y="377"/>
                  </a:lnTo>
                  <a:lnTo>
                    <a:pt x="2972" y="377"/>
                  </a:lnTo>
                  <a:lnTo>
                    <a:pt x="2972" y="315"/>
                  </a:lnTo>
                  <a:lnTo>
                    <a:pt x="3035" y="315"/>
                  </a:lnTo>
                  <a:lnTo>
                    <a:pt x="3119" y="335"/>
                  </a:lnTo>
                  <a:lnTo>
                    <a:pt x="3265" y="377"/>
                  </a:lnTo>
                  <a:lnTo>
                    <a:pt x="3286" y="356"/>
                  </a:lnTo>
                  <a:lnTo>
                    <a:pt x="3181" y="273"/>
                  </a:lnTo>
                  <a:lnTo>
                    <a:pt x="3035" y="210"/>
                  </a:lnTo>
                  <a:lnTo>
                    <a:pt x="2951" y="168"/>
                  </a:lnTo>
                  <a:lnTo>
                    <a:pt x="2847" y="210"/>
                  </a:lnTo>
                  <a:lnTo>
                    <a:pt x="2805" y="168"/>
                  </a:lnTo>
                  <a:lnTo>
                    <a:pt x="2763" y="252"/>
                  </a:lnTo>
                  <a:lnTo>
                    <a:pt x="2700" y="210"/>
                  </a:lnTo>
                  <a:lnTo>
                    <a:pt x="2428" y="168"/>
                  </a:lnTo>
                  <a:lnTo>
                    <a:pt x="2198" y="147"/>
                  </a:lnTo>
                  <a:lnTo>
                    <a:pt x="2072" y="43"/>
                  </a:lnTo>
                  <a:lnTo>
                    <a:pt x="19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1" name="Google Shape;7729;p67">
              <a:extLst>
                <a:ext uri="{FF2B5EF4-FFF2-40B4-BE49-F238E27FC236}">
                  <a16:creationId xmlns:a16="http://schemas.microsoft.com/office/drawing/2014/main" id="{98B82515-1844-DBEA-B941-B19BE0979B8D}"/>
                </a:ext>
              </a:extLst>
            </p:cNvPr>
            <p:cNvSpPr/>
            <p:nvPr/>
          </p:nvSpPr>
          <p:spPr>
            <a:xfrm>
              <a:off x="2404175" y="3031950"/>
              <a:ext cx="36125" cy="20925"/>
            </a:xfrm>
            <a:custGeom>
              <a:avLst/>
              <a:gdLst/>
              <a:ahLst/>
              <a:cxnLst/>
              <a:rect l="l" t="t" r="r" b="b"/>
              <a:pathLst>
                <a:path w="1445" h="837" extrusionOk="0">
                  <a:moveTo>
                    <a:pt x="545" y="0"/>
                  </a:moveTo>
                  <a:lnTo>
                    <a:pt x="503" y="42"/>
                  </a:lnTo>
                  <a:lnTo>
                    <a:pt x="398" y="105"/>
                  </a:lnTo>
                  <a:lnTo>
                    <a:pt x="398" y="167"/>
                  </a:lnTo>
                  <a:lnTo>
                    <a:pt x="294" y="188"/>
                  </a:lnTo>
                  <a:lnTo>
                    <a:pt x="168" y="251"/>
                  </a:lnTo>
                  <a:lnTo>
                    <a:pt x="64" y="356"/>
                  </a:lnTo>
                  <a:lnTo>
                    <a:pt x="64" y="398"/>
                  </a:lnTo>
                  <a:lnTo>
                    <a:pt x="1" y="481"/>
                  </a:lnTo>
                  <a:lnTo>
                    <a:pt x="168" y="481"/>
                  </a:lnTo>
                  <a:lnTo>
                    <a:pt x="273" y="586"/>
                  </a:lnTo>
                  <a:lnTo>
                    <a:pt x="398" y="607"/>
                  </a:lnTo>
                  <a:lnTo>
                    <a:pt x="440" y="607"/>
                  </a:lnTo>
                  <a:lnTo>
                    <a:pt x="649" y="691"/>
                  </a:lnTo>
                  <a:lnTo>
                    <a:pt x="838" y="795"/>
                  </a:lnTo>
                  <a:lnTo>
                    <a:pt x="859" y="732"/>
                  </a:lnTo>
                  <a:lnTo>
                    <a:pt x="796" y="691"/>
                  </a:lnTo>
                  <a:lnTo>
                    <a:pt x="817" y="670"/>
                  </a:lnTo>
                  <a:lnTo>
                    <a:pt x="921" y="670"/>
                  </a:lnTo>
                  <a:lnTo>
                    <a:pt x="1005" y="795"/>
                  </a:lnTo>
                  <a:lnTo>
                    <a:pt x="1068" y="837"/>
                  </a:lnTo>
                  <a:lnTo>
                    <a:pt x="1340" y="837"/>
                  </a:lnTo>
                  <a:lnTo>
                    <a:pt x="1424" y="732"/>
                  </a:lnTo>
                  <a:lnTo>
                    <a:pt x="1382" y="691"/>
                  </a:lnTo>
                  <a:lnTo>
                    <a:pt x="1424" y="670"/>
                  </a:lnTo>
                  <a:lnTo>
                    <a:pt x="1382" y="607"/>
                  </a:lnTo>
                  <a:lnTo>
                    <a:pt x="1424" y="502"/>
                  </a:lnTo>
                  <a:lnTo>
                    <a:pt x="1424" y="481"/>
                  </a:lnTo>
                  <a:lnTo>
                    <a:pt x="1445" y="377"/>
                  </a:lnTo>
                  <a:lnTo>
                    <a:pt x="1445" y="272"/>
                  </a:lnTo>
                  <a:lnTo>
                    <a:pt x="1361" y="251"/>
                  </a:lnTo>
                  <a:lnTo>
                    <a:pt x="1319" y="209"/>
                  </a:lnTo>
                  <a:lnTo>
                    <a:pt x="1214" y="251"/>
                  </a:lnTo>
                  <a:lnTo>
                    <a:pt x="1173" y="293"/>
                  </a:lnTo>
                  <a:lnTo>
                    <a:pt x="1152" y="356"/>
                  </a:lnTo>
                  <a:lnTo>
                    <a:pt x="1110" y="293"/>
                  </a:lnTo>
                  <a:lnTo>
                    <a:pt x="1068" y="251"/>
                  </a:lnTo>
                  <a:lnTo>
                    <a:pt x="1005" y="146"/>
                  </a:lnTo>
                  <a:lnTo>
                    <a:pt x="901" y="105"/>
                  </a:lnTo>
                  <a:lnTo>
                    <a:pt x="754" y="146"/>
                  </a:lnTo>
                  <a:lnTo>
                    <a:pt x="712" y="84"/>
                  </a:lnTo>
                  <a:lnTo>
                    <a:pt x="649" y="63"/>
                  </a:lnTo>
                  <a:lnTo>
                    <a:pt x="628" y="42"/>
                  </a:lnTo>
                  <a:lnTo>
                    <a:pt x="54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2" name="Google Shape;7730;p67">
              <a:extLst>
                <a:ext uri="{FF2B5EF4-FFF2-40B4-BE49-F238E27FC236}">
                  <a16:creationId xmlns:a16="http://schemas.microsoft.com/office/drawing/2014/main" id="{45A45EF7-CE1C-8047-DEAA-19F7B04AE5DB}"/>
                </a:ext>
              </a:extLst>
            </p:cNvPr>
            <p:cNvSpPr/>
            <p:nvPr/>
          </p:nvSpPr>
          <p:spPr>
            <a:xfrm>
              <a:off x="2420400" y="2972825"/>
              <a:ext cx="16750" cy="36650"/>
            </a:xfrm>
            <a:custGeom>
              <a:avLst/>
              <a:gdLst/>
              <a:ahLst/>
              <a:cxnLst/>
              <a:rect l="l" t="t" r="r" b="b"/>
              <a:pathLst>
                <a:path w="670" h="1466" extrusionOk="0">
                  <a:moveTo>
                    <a:pt x="398" y="1"/>
                  </a:moveTo>
                  <a:lnTo>
                    <a:pt x="377" y="43"/>
                  </a:lnTo>
                  <a:lnTo>
                    <a:pt x="356" y="147"/>
                  </a:lnTo>
                  <a:lnTo>
                    <a:pt x="272" y="231"/>
                  </a:lnTo>
                  <a:lnTo>
                    <a:pt x="272" y="252"/>
                  </a:lnTo>
                  <a:lnTo>
                    <a:pt x="210" y="273"/>
                  </a:lnTo>
                  <a:lnTo>
                    <a:pt x="189" y="315"/>
                  </a:lnTo>
                  <a:lnTo>
                    <a:pt x="168" y="273"/>
                  </a:lnTo>
                  <a:lnTo>
                    <a:pt x="168" y="231"/>
                  </a:lnTo>
                  <a:lnTo>
                    <a:pt x="84" y="231"/>
                  </a:lnTo>
                  <a:lnTo>
                    <a:pt x="42" y="273"/>
                  </a:lnTo>
                  <a:lnTo>
                    <a:pt x="0" y="356"/>
                  </a:lnTo>
                  <a:lnTo>
                    <a:pt x="0" y="1423"/>
                  </a:lnTo>
                  <a:lnTo>
                    <a:pt x="84" y="1423"/>
                  </a:lnTo>
                  <a:lnTo>
                    <a:pt x="105" y="1465"/>
                  </a:lnTo>
                  <a:lnTo>
                    <a:pt x="168" y="1465"/>
                  </a:lnTo>
                  <a:lnTo>
                    <a:pt x="210" y="1361"/>
                  </a:lnTo>
                  <a:lnTo>
                    <a:pt x="314" y="1256"/>
                  </a:lnTo>
                  <a:lnTo>
                    <a:pt x="398" y="1298"/>
                  </a:lnTo>
                  <a:lnTo>
                    <a:pt x="565" y="1068"/>
                  </a:lnTo>
                  <a:lnTo>
                    <a:pt x="607" y="900"/>
                  </a:lnTo>
                  <a:lnTo>
                    <a:pt x="607" y="733"/>
                  </a:lnTo>
                  <a:lnTo>
                    <a:pt x="565" y="670"/>
                  </a:lnTo>
                  <a:lnTo>
                    <a:pt x="586" y="482"/>
                  </a:lnTo>
                  <a:lnTo>
                    <a:pt x="628" y="377"/>
                  </a:lnTo>
                  <a:lnTo>
                    <a:pt x="670" y="105"/>
                  </a:lnTo>
                  <a:lnTo>
                    <a:pt x="670" y="43"/>
                  </a:lnTo>
                  <a:lnTo>
                    <a:pt x="670" y="1"/>
                  </a:lnTo>
                  <a:lnTo>
                    <a:pt x="586" y="1"/>
                  </a:lnTo>
                  <a:lnTo>
                    <a:pt x="524" y="43"/>
                  </a:lnTo>
                  <a:lnTo>
                    <a:pt x="50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3" name="Google Shape;7731;p67">
              <a:extLst>
                <a:ext uri="{FF2B5EF4-FFF2-40B4-BE49-F238E27FC236}">
                  <a16:creationId xmlns:a16="http://schemas.microsoft.com/office/drawing/2014/main" id="{33DED6AF-D7EF-46E1-30AC-9B83B8C978D5}"/>
                </a:ext>
              </a:extLst>
            </p:cNvPr>
            <p:cNvSpPr/>
            <p:nvPr/>
          </p:nvSpPr>
          <p:spPr>
            <a:xfrm>
              <a:off x="2374900" y="2981200"/>
              <a:ext cx="59650" cy="62800"/>
            </a:xfrm>
            <a:custGeom>
              <a:avLst/>
              <a:gdLst/>
              <a:ahLst/>
              <a:cxnLst/>
              <a:rect l="l" t="t" r="r" b="b"/>
              <a:pathLst>
                <a:path w="2386" h="2512" extrusionOk="0">
                  <a:moveTo>
                    <a:pt x="837" y="0"/>
                  </a:moveTo>
                  <a:lnTo>
                    <a:pt x="816" y="314"/>
                  </a:lnTo>
                  <a:lnTo>
                    <a:pt x="565" y="335"/>
                  </a:lnTo>
                  <a:lnTo>
                    <a:pt x="649" y="419"/>
                  </a:lnTo>
                  <a:lnTo>
                    <a:pt x="670" y="461"/>
                  </a:lnTo>
                  <a:lnTo>
                    <a:pt x="774" y="565"/>
                  </a:lnTo>
                  <a:lnTo>
                    <a:pt x="858" y="649"/>
                  </a:lnTo>
                  <a:lnTo>
                    <a:pt x="942" y="649"/>
                  </a:lnTo>
                  <a:lnTo>
                    <a:pt x="963" y="712"/>
                  </a:lnTo>
                  <a:lnTo>
                    <a:pt x="983" y="816"/>
                  </a:lnTo>
                  <a:lnTo>
                    <a:pt x="1025" y="837"/>
                  </a:lnTo>
                  <a:lnTo>
                    <a:pt x="1130" y="858"/>
                  </a:lnTo>
                  <a:lnTo>
                    <a:pt x="1193" y="879"/>
                  </a:lnTo>
                  <a:lnTo>
                    <a:pt x="1193" y="963"/>
                  </a:lnTo>
                  <a:lnTo>
                    <a:pt x="1130" y="1026"/>
                  </a:lnTo>
                  <a:lnTo>
                    <a:pt x="398" y="1026"/>
                  </a:lnTo>
                  <a:lnTo>
                    <a:pt x="42" y="1570"/>
                  </a:lnTo>
                  <a:lnTo>
                    <a:pt x="42" y="1674"/>
                  </a:lnTo>
                  <a:lnTo>
                    <a:pt x="84" y="1695"/>
                  </a:lnTo>
                  <a:lnTo>
                    <a:pt x="42" y="1758"/>
                  </a:lnTo>
                  <a:lnTo>
                    <a:pt x="84" y="1800"/>
                  </a:lnTo>
                  <a:lnTo>
                    <a:pt x="105" y="1821"/>
                  </a:lnTo>
                  <a:lnTo>
                    <a:pt x="105" y="1863"/>
                  </a:lnTo>
                  <a:lnTo>
                    <a:pt x="42" y="1904"/>
                  </a:lnTo>
                  <a:lnTo>
                    <a:pt x="21" y="1967"/>
                  </a:lnTo>
                  <a:lnTo>
                    <a:pt x="0" y="1988"/>
                  </a:lnTo>
                  <a:lnTo>
                    <a:pt x="105" y="2093"/>
                  </a:lnTo>
                  <a:lnTo>
                    <a:pt x="147" y="2218"/>
                  </a:lnTo>
                  <a:lnTo>
                    <a:pt x="251" y="2218"/>
                  </a:lnTo>
                  <a:lnTo>
                    <a:pt x="335" y="2323"/>
                  </a:lnTo>
                  <a:lnTo>
                    <a:pt x="628" y="2428"/>
                  </a:lnTo>
                  <a:lnTo>
                    <a:pt x="942" y="2428"/>
                  </a:lnTo>
                  <a:lnTo>
                    <a:pt x="1172" y="2511"/>
                  </a:lnTo>
                  <a:lnTo>
                    <a:pt x="1235" y="2428"/>
                  </a:lnTo>
                  <a:lnTo>
                    <a:pt x="1235" y="2386"/>
                  </a:lnTo>
                  <a:lnTo>
                    <a:pt x="1339" y="2281"/>
                  </a:lnTo>
                  <a:lnTo>
                    <a:pt x="1465" y="2218"/>
                  </a:lnTo>
                  <a:lnTo>
                    <a:pt x="1569" y="2197"/>
                  </a:lnTo>
                  <a:lnTo>
                    <a:pt x="1569" y="2135"/>
                  </a:lnTo>
                  <a:lnTo>
                    <a:pt x="1716" y="2009"/>
                  </a:lnTo>
                  <a:lnTo>
                    <a:pt x="1799" y="1863"/>
                  </a:lnTo>
                  <a:lnTo>
                    <a:pt x="1779" y="1779"/>
                  </a:lnTo>
                  <a:lnTo>
                    <a:pt x="1862" y="1674"/>
                  </a:lnTo>
                  <a:lnTo>
                    <a:pt x="2009" y="1507"/>
                  </a:lnTo>
                  <a:lnTo>
                    <a:pt x="2092" y="1507"/>
                  </a:lnTo>
                  <a:lnTo>
                    <a:pt x="2239" y="1444"/>
                  </a:lnTo>
                  <a:lnTo>
                    <a:pt x="2302" y="1340"/>
                  </a:lnTo>
                  <a:lnTo>
                    <a:pt x="2385" y="1277"/>
                  </a:lnTo>
                  <a:lnTo>
                    <a:pt x="2385" y="1235"/>
                  </a:lnTo>
                  <a:lnTo>
                    <a:pt x="2344" y="1172"/>
                  </a:lnTo>
                  <a:lnTo>
                    <a:pt x="2239" y="1172"/>
                  </a:lnTo>
                  <a:lnTo>
                    <a:pt x="2218" y="1256"/>
                  </a:lnTo>
                  <a:lnTo>
                    <a:pt x="2113" y="1172"/>
                  </a:lnTo>
                  <a:lnTo>
                    <a:pt x="2030" y="1172"/>
                  </a:lnTo>
                  <a:lnTo>
                    <a:pt x="1988" y="1130"/>
                  </a:lnTo>
                  <a:lnTo>
                    <a:pt x="1925" y="1130"/>
                  </a:lnTo>
                  <a:lnTo>
                    <a:pt x="1904" y="1088"/>
                  </a:lnTo>
                  <a:lnTo>
                    <a:pt x="1820" y="1088"/>
                  </a:lnTo>
                  <a:lnTo>
                    <a:pt x="1820" y="21"/>
                  </a:lnTo>
                  <a:lnTo>
                    <a:pt x="83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4" name="Google Shape;7732;p67">
              <a:extLst>
                <a:ext uri="{FF2B5EF4-FFF2-40B4-BE49-F238E27FC236}">
                  <a16:creationId xmlns:a16="http://schemas.microsoft.com/office/drawing/2014/main" id="{63783765-8A65-408E-6D56-0002AB7AF428}"/>
                </a:ext>
              </a:extLst>
            </p:cNvPr>
            <p:cNvSpPr/>
            <p:nvPr/>
          </p:nvSpPr>
          <p:spPr>
            <a:xfrm>
              <a:off x="2050050" y="2725400"/>
              <a:ext cx="412225" cy="305525"/>
            </a:xfrm>
            <a:custGeom>
              <a:avLst/>
              <a:gdLst/>
              <a:ahLst/>
              <a:cxnLst/>
              <a:rect l="l" t="t" r="r" b="b"/>
              <a:pathLst>
                <a:path w="16489" h="12221" extrusionOk="0">
                  <a:moveTo>
                    <a:pt x="1381" y="1"/>
                  </a:moveTo>
                  <a:lnTo>
                    <a:pt x="1" y="22"/>
                  </a:lnTo>
                  <a:lnTo>
                    <a:pt x="21" y="168"/>
                  </a:lnTo>
                  <a:lnTo>
                    <a:pt x="105" y="482"/>
                  </a:lnTo>
                  <a:lnTo>
                    <a:pt x="168" y="587"/>
                  </a:lnTo>
                  <a:lnTo>
                    <a:pt x="231" y="691"/>
                  </a:lnTo>
                  <a:lnTo>
                    <a:pt x="168" y="712"/>
                  </a:lnTo>
                  <a:lnTo>
                    <a:pt x="168" y="796"/>
                  </a:lnTo>
                  <a:lnTo>
                    <a:pt x="189" y="901"/>
                  </a:lnTo>
                  <a:lnTo>
                    <a:pt x="356" y="1110"/>
                  </a:lnTo>
                  <a:lnTo>
                    <a:pt x="356" y="1152"/>
                  </a:lnTo>
                  <a:lnTo>
                    <a:pt x="314" y="1173"/>
                  </a:lnTo>
                  <a:lnTo>
                    <a:pt x="335" y="1256"/>
                  </a:lnTo>
                  <a:lnTo>
                    <a:pt x="461" y="1361"/>
                  </a:lnTo>
                  <a:lnTo>
                    <a:pt x="482" y="1486"/>
                  </a:lnTo>
                  <a:lnTo>
                    <a:pt x="440" y="1549"/>
                  </a:lnTo>
                  <a:lnTo>
                    <a:pt x="440" y="1654"/>
                  </a:lnTo>
                  <a:lnTo>
                    <a:pt x="524" y="1696"/>
                  </a:lnTo>
                  <a:lnTo>
                    <a:pt x="545" y="1779"/>
                  </a:lnTo>
                  <a:lnTo>
                    <a:pt x="545" y="1968"/>
                  </a:lnTo>
                  <a:lnTo>
                    <a:pt x="586" y="2114"/>
                  </a:lnTo>
                  <a:lnTo>
                    <a:pt x="691" y="2219"/>
                  </a:lnTo>
                  <a:lnTo>
                    <a:pt x="754" y="2219"/>
                  </a:lnTo>
                  <a:lnTo>
                    <a:pt x="942" y="2386"/>
                  </a:lnTo>
                  <a:lnTo>
                    <a:pt x="1005" y="2512"/>
                  </a:lnTo>
                  <a:lnTo>
                    <a:pt x="1047" y="2595"/>
                  </a:lnTo>
                  <a:lnTo>
                    <a:pt x="1172" y="2721"/>
                  </a:lnTo>
                  <a:lnTo>
                    <a:pt x="1214" y="2909"/>
                  </a:lnTo>
                  <a:lnTo>
                    <a:pt x="1277" y="2930"/>
                  </a:lnTo>
                  <a:lnTo>
                    <a:pt x="1361" y="3056"/>
                  </a:lnTo>
                  <a:lnTo>
                    <a:pt x="1298" y="3139"/>
                  </a:lnTo>
                  <a:lnTo>
                    <a:pt x="1277" y="3202"/>
                  </a:lnTo>
                  <a:lnTo>
                    <a:pt x="1319" y="3265"/>
                  </a:lnTo>
                  <a:lnTo>
                    <a:pt x="1298" y="3349"/>
                  </a:lnTo>
                  <a:lnTo>
                    <a:pt x="1214" y="3328"/>
                  </a:lnTo>
                  <a:lnTo>
                    <a:pt x="1172" y="3411"/>
                  </a:lnTo>
                  <a:lnTo>
                    <a:pt x="1193" y="3432"/>
                  </a:lnTo>
                  <a:lnTo>
                    <a:pt x="1277" y="3432"/>
                  </a:lnTo>
                  <a:lnTo>
                    <a:pt x="1277" y="3516"/>
                  </a:lnTo>
                  <a:lnTo>
                    <a:pt x="1214" y="3558"/>
                  </a:lnTo>
                  <a:lnTo>
                    <a:pt x="1151" y="3516"/>
                  </a:lnTo>
                  <a:lnTo>
                    <a:pt x="1005" y="3516"/>
                  </a:lnTo>
                  <a:lnTo>
                    <a:pt x="900" y="3453"/>
                  </a:lnTo>
                  <a:lnTo>
                    <a:pt x="775" y="3474"/>
                  </a:lnTo>
                  <a:lnTo>
                    <a:pt x="712" y="3516"/>
                  </a:lnTo>
                  <a:lnTo>
                    <a:pt x="858" y="3662"/>
                  </a:lnTo>
                  <a:lnTo>
                    <a:pt x="963" y="3725"/>
                  </a:lnTo>
                  <a:lnTo>
                    <a:pt x="963" y="3830"/>
                  </a:lnTo>
                  <a:lnTo>
                    <a:pt x="1005" y="3934"/>
                  </a:lnTo>
                  <a:lnTo>
                    <a:pt x="1109" y="3955"/>
                  </a:lnTo>
                  <a:lnTo>
                    <a:pt x="1235" y="4039"/>
                  </a:lnTo>
                  <a:lnTo>
                    <a:pt x="1235" y="4081"/>
                  </a:lnTo>
                  <a:lnTo>
                    <a:pt x="1319" y="4081"/>
                  </a:lnTo>
                  <a:lnTo>
                    <a:pt x="1402" y="4102"/>
                  </a:lnTo>
                  <a:lnTo>
                    <a:pt x="1381" y="4144"/>
                  </a:lnTo>
                  <a:lnTo>
                    <a:pt x="1423" y="4206"/>
                  </a:lnTo>
                  <a:lnTo>
                    <a:pt x="1507" y="4186"/>
                  </a:lnTo>
                  <a:lnTo>
                    <a:pt x="1591" y="4186"/>
                  </a:lnTo>
                  <a:lnTo>
                    <a:pt x="1674" y="4081"/>
                  </a:lnTo>
                  <a:lnTo>
                    <a:pt x="1716" y="4081"/>
                  </a:lnTo>
                  <a:lnTo>
                    <a:pt x="1695" y="4186"/>
                  </a:lnTo>
                  <a:lnTo>
                    <a:pt x="1716" y="4374"/>
                  </a:lnTo>
                  <a:lnTo>
                    <a:pt x="1905" y="4562"/>
                  </a:lnTo>
                  <a:lnTo>
                    <a:pt x="2009" y="4583"/>
                  </a:lnTo>
                  <a:lnTo>
                    <a:pt x="2051" y="4583"/>
                  </a:lnTo>
                  <a:lnTo>
                    <a:pt x="2114" y="4667"/>
                  </a:lnTo>
                  <a:lnTo>
                    <a:pt x="2197" y="4897"/>
                  </a:lnTo>
                  <a:lnTo>
                    <a:pt x="2197" y="5127"/>
                  </a:lnTo>
                  <a:lnTo>
                    <a:pt x="2156" y="5315"/>
                  </a:lnTo>
                  <a:lnTo>
                    <a:pt x="2051" y="5462"/>
                  </a:lnTo>
                  <a:lnTo>
                    <a:pt x="2093" y="5546"/>
                  </a:lnTo>
                  <a:lnTo>
                    <a:pt x="2197" y="5650"/>
                  </a:lnTo>
                  <a:lnTo>
                    <a:pt x="2239" y="5629"/>
                  </a:lnTo>
                  <a:lnTo>
                    <a:pt x="2260" y="5713"/>
                  </a:lnTo>
                  <a:lnTo>
                    <a:pt x="2407" y="5734"/>
                  </a:lnTo>
                  <a:lnTo>
                    <a:pt x="2449" y="5859"/>
                  </a:lnTo>
                  <a:lnTo>
                    <a:pt x="2679" y="6131"/>
                  </a:lnTo>
                  <a:lnTo>
                    <a:pt x="2762" y="6152"/>
                  </a:lnTo>
                  <a:lnTo>
                    <a:pt x="2804" y="6236"/>
                  </a:lnTo>
                  <a:lnTo>
                    <a:pt x="2888" y="6341"/>
                  </a:lnTo>
                  <a:lnTo>
                    <a:pt x="3034" y="6362"/>
                  </a:lnTo>
                  <a:lnTo>
                    <a:pt x="3076" y="6445"/>
                  </a:lnTo>
                  <a:lnTo>
                    <a:pt x="3076" y="6571"/>
                  </a:lnTo>
                  <a:lnTo>
                    <a:pt x="3160" y="6655"/>
                  </a:lnTo>
                  <a:lnTo>
                    <a:pt x="3160" y="6717"/>
                  </a:lnTo>
                  <a:lnTo>
                    <a:pt x="3202" y="6822"/>
                  </a:lnTo>
                  <a:lnTo>
                    <a:pt x="3286" y="6864"/>
                  </a:lnTo>
                  <a:lnTo>
                    <a:pt x="3474" y="6780"/>
                  </a:lnTo>
                  <a:lnTo>
                    <a:pt x="3578" y="6613"/>
                  </a:lnTo>
                  <a:lnTo>
                    <a:pt x="3578" y="6487"/>
                  </a:lnTo>
                  <a:lnTo>
                    <a:pt x="3495" y="6445"/>
                  </a:lnTo>
                  <a:lnTo>
                    <a:pt x="3474" y="6341"/>
                  </a:lnTo>
                  <a:lnTo>
                    <a:pt x="3411" y="6278"/>
                  </a:lnTo>
                  <a:lnTo>
                    <a:pt x="3390" y="6173"/>
                  </a:lnTo>
                  <a:lnTo>
                    <a:pt x="3286" y="6131"/>
                  </a:lnTo>
                  <a:lnTo>
                    <a:pt x="3265" y="6048"/>
                  </a:lnTo>
                  <a:lnTo>
                    <a:pt x="3202" y="5964"/>
                  </a:lnTo>
                  <a:lnTo>
                    <a:pt x="3139" y="5943"/>
                  </a:lnTo>
                  <a:lnTo>
                    <a:pt x="3097" y="5964"/>
                  </a:lnTo>
                  <a:lnTo>
                    <a:pt x="3097" y="6048"/>
                  </a:lnTo>
                  <a:lnTo>
                    <a:pt x="3055" y="6069"/>
                  </a:lnTo>
                  <a:lnTo>
                    <a:pt x="3055" y="5985"/>
                  </a:lnTo>
                  <a:lnTo>
                    <a:pt x="2972" y="5943"/>
                  </a:lnTo>
                  <a:lnTo>
                    <a:pt x="2867" y="5818"/>
                  </a:lnTo>
                  <a:lnTo>
                    <a:pt x="2846" y="5734"/>
                  </a:lnTo>
                  <a:lnTo>
                    <a:pt x="2888" y="5629"/>
                  </a:lnTo>
                  <a:lnTo>
                    <a:pt x="2888" y="5504"/>
                  </a:lnTo>
                  <a:lnTo>
                    <a:pt x="2804" y="5399"/>
                  </a:lnTo>
                  <a:lnTo>
                    <a:pt x="2846" y="5294"/>
                  </a:lnTo>
                  <a:lnTo>
                    <a:pt x="2846" y="5232"/>
                  </a:lnTo>
                  <a:lnTo>
                    <a:pt x="2783" y="5148"/>
                  </a:lnTo>
                  <a:lnTo>
                    <a:pt x="2783" y="5085"/>
                  </a:lnTo>
                  <a:lnTo>
                    <a:pt x="2721" y="5002"/>
                  </a:lnTo>
                  <a:lnTo>
                    <a:pt x="2721" y="4897"/>
                  </a:lnTo>
                  <a:lnTo>
                    <a:pt x="2679" y="4834"/>
                  </a:lnTo>
                  <a:lnTo>
                    <a:pt x="2679" y="4688"/>
                  </a:lnTo>
                  <a:lnTo>
                    <a:pt x="2721" y="4604"/>
                  </a:lnTo>
                  <a:lnTo>
                    <a:pt x="2658" y="4395"/>
                  </a:lnTo>
                  <a:lnTo>
                    <a:pt x="2616" y="4290"/>
                  </a:lnTo>
                  <a:lnTo>
                    <a:pt x="2553" y="4206"/>
                  </a:lnTo>
                  <a:lnTo>
                    <a:pt x="2532" y="4186"/>
                  </a:lnTo>
                  <a:lnTo>
                    <a:pt x="2532" y="4248"/>
                  </a:lnTo>
                  <a:lnTo>
                    <a:pt x="2532" y="4290"/>
                  </a:lnTo>
                  <a:lnTo>
                    <a:pt x="2469" y="4353"/>
                  </a:lnTo>
                  <a:lnTo>
                    <a:pt x="2365" y="4186"/>
                  </a:lnTo>
                  <a:lnTo>
                    <a:pt x="2365" y="4102"/>
                  </a:lnTo>
                  <a:lnTo>
                    <a:pt x="2407" y="4039"/>
                  </a:lnTo>
                  <a:lnTo>
                    <a:pt x="2365" y="3976"/>
                  </a:lnTo>
                  <a:lnTo>
                    <a:pt x="2323" y="3955"/>
                  </a:lnTo>
                  <a:lnTo>
                    <a:pt x="2281" y="3746"/>
                  </a:lnTo>
                  <a:lnTo>
                    <a:pt x="2197" y="3579"/>
                  </a:lnTo>
                  <a:lnTo>
                    <a:pt x="2135" y="3558"/>
                  </a:lnTo>
                  <a:lnTo>
                    <a:pt x="2030" y="3453"/>
                  </a:lnTo>
                  <a:lnTo>
                    <a:pt x="2030" y="3328"/>
                  </a:lnTo>
                  <a:lnTo>
                    <a:pt x="2051" y="3202"/>
                  </a:lnTo>
                  <a:lnTo>
                    <a:pt x="1946" y="3056"/>
                  </a:lnTo>
                  <a:lnTo>
                    <a:pt x="1884" y="3035"/>
                  </a:lnTo>
                  <a:lnTo>
                    <a:pt x="1821" y="2993"/>
                  </a:lnTo>
                  <a:lnTo>
                    <a:pt x="1821" y="2846"/>
                  </a:lnTo>
                  <a:lnTo>
                    <a:pt x="1737" y="2784"/>
                  </a:lnTo>
                  <a:lnTo>
                    <a:pt x="1633" y="2742"/>
                  </a:lnTo>
                  <a:lnTo>
                    <a:pt x="1612" y="2637"/>
                  </a:lnTo>
                  <a:lnTo>
                    <a:pt x="1633" y="2574"/>
                  </a:lnTo>
                  <a:lnTo>
                    <a:pt x="1612" y="2407"/>
                  </a:lnTo>
                  <a:lnTo>
                    <a:pt x="1465" y="2302"/>
                  </a:lnTo>
                  <a:lnTo>
                    <a:pt x="1402" y="2219"/>
                  </a:lnTo>
                  <a:lnTo>
                    <a:pt x="1319" y="2198"/>
                  </a:lnTo>
                  <a:lnTo>
                    <a:pt x="1319" y="2093"/>
                  </a:lnTo>
                  <a:lnTo>
                    <a:pt x="1235" y="1947"/>
                  </a:lnTo>
                  <a:lnTo>
                    <a:pt x="1193" y="1863"/>
                  </a:lnTo>
                  <a:lnTo>
                    <a:pt x="1235" y="1779"/>
                  </a:lnTo>
                  <a:lnTo>
                    <a:pt x="1214" y="1361"/>
                  </a:lnTo>
                  <a:lnTo>
                    <a:pt x="1193" y="1131"/>
                  </a:lnTo>
                  <a:lnTo>
                    <a:pt x="1235" y="1005"/>
                  </a:lnTo>
                  <a:lnTo>
                    <a:pt x="1298" y="796"/>
                  </a:lnTo>
                  <a:lnTo>
                    <a:pt x="1277" y="691"/>
                  </a:lnTo>
                  <a:lnTo>
                    <a:pt x="1235" y="545"/>
                  </a:lnTo>
                  <a:lnTo>
                    <a:pt x="1319" y="691"/>
                  </a:lnTo>
                  <a:lnTo>
                    <a:pt x="1486" y="754"/>
                  </a:lnTo>
                  <a:lnTo>
                    <a:pt x="1570" y="921"/>
                  </a:lnTo>
                  <a:lnTo>
                    <a:pt x="1633" y="963"/>
                  </a:lnTo>
                  <a:lnTo>
                    <a:pt x="1737" y="963"/>
                  </a:lnTo>
                  <a:lnTo>
                    <a:pt x="1800" y="921"/>
                  </a:lnTo>
                  <a:lnTo>
                    <a:pt x="1884" y="1026"/>
                  </a:lnTo>
                  <a:lnTo>
                    <a:pt x="1925" y="1068"/>
                  </a:lnTo>
                  <a:lnTo>
                    <a:pt x="2030" y="1068"/>
                  </a:lnTo>
                  <a:lnTo>
                    <a:pt x="2156" y="1152"/>
                  </a:lnTo>
                  <a:lnTo>
                    <a:pt x="2156" y="1214"/>
                  </a:lnTo>
                  <a:lnTo>
                    <a:pt x="2093" y="1319"/>
                  </a:lnTo>
                  <a:lnTo>
                    <a:pt x="2093" y="1382"/>
                  </a:lnTo>
                  <a:lnTo>
                    <a:pt x="2135" y="1549"/>
                  </a:lnTo>
                  <a:lnTo>
                    <a:pt x="2156" y="1737"/>
                  </a:lnTo>
                  <a:lnTo>
                    <a:pt x="2218" y="1842"/>
                  </a:lnTo>
                  <a:lnTo>
                    <a:pt x="2239" y="1968"/>
                  </a:lnTo>
                  <a:lnTo>
                    <a:pt x="2218" y="2051"/>
                  </a:lnTo>
                  <a:lnTo>
                    <a:pt x="2239" y="2156"/>
                  </a:lnTo>
                  <a:lnTo>
                    <a:pt x="2407" y="2323"/>
                  </a:lnTo>
                  <a:lnTo>
                    <a:pt x="2365" y="2386"/>
                  </a:lnTo>
                  <a:lnTo>
                    <a:pt x="2344" y="2470"/>
                  </a:lnTo>
                  <a:lnTo>
                    <a:pt x="2407" y="2533"/>
                  </a:lnTo>
                  <a:lnTo>
                    <a:pt x="2428" y="2533"/>
                  </a:lnTo>
                  <a:lnTo>
                    <a:pt x="2469" y="2595"/>
                  </a:lnTo>
                  <a:lnTo>
                    <a:pt x="2532" y="2784"/>
                  </a:lnTo>
                  <a:lnTo>
                    <a:pt x="2616" y="2805"/>
                  </a:lnTo>
                  <a:lnTo>
                    <a:pt x="2658" y="2909"/>
                  </a:lnTo>
                  <a:lnTo>
                    <a:pt x="2658" y="3035"/>
                  </a:lnTo>
                  <a:lnTo>
                    <a:pt x="2721" y="3097"/>
                  </a:lnTo>
                  <a:lnTo>
                    <a:pt x="2783" y="3118"/>
                  </a:lnTo>
                  <a:lnTo>
                    <a:pt x="2846" y="3244"/>
                  </a:lnTo>
                  <a:lnTo>
                    <a:pt x="2867" y="3349"/>
                  </a:lnTo>
                  <a:lnTo>
                    <a:pt x="2951" y="3411"/>
                  </a:lnTo>
                  <a:lnTo>
                    <a:pt x="2972" y="3453"/>
                  </a:lnTo>
                  <a:lnTo>
                    <a:pt x="3055" y="3453"/>
                  </a:lnTo>
                  <a:lnTo>
                    <a:pt x="3097" y="3516"/>
                  </a:lnTo>
                  <a:lnTo>
                    <a:pt x="3181" y="3453"/>
                  </a:lnTo>
                  <a:lnTo>
                    <a:pt x="3244" y="3516"/>
                  </a:lnTo>
                  <a:lnTo>
                    <a:pt x="3244" y="3642"/>
                  </a:lnTo>
                  <a:lnTo>
                    <a:pt x="3181" y="3725"/>
                  </a:lnTo>
                  <a:lnTo>
                    <a:pt x="3202" y="3872"/>
                  </a:lnTo>
                  <a:lnTo>
                    <a:pt x="3390" y="4060"/>
                  </a:lnTo>
                  <a:lnTo>
                    <a:pt x="3474" y="4039"/>
                  </a:lnTo>
                  <a:lnTo>
                    <a:pt x="3558" y="4060"/>
                  </a:lnTo>
                  <a:lnTo>
                    <a:pt x="3516" y="4165"/>
                  </a:lnTo>
                  <a:lnTo>
                    <a:pt x="3578" y="4269"/>
                  </a:lnTo>
                  <a:lnTo>
                    <a:pt x="3683" y="4290"/>
                  </a:lnTo>
                  <a:lnTo>
                    <a:pt x="3767" y="4290"/>
                  </a:lnTo>
                  <a:lnTo>
                    <a:pt x="3850" y="4395"/>
                  </a:lnTo>
                  <a:lnTo>
                    <a:pt x="3892" y="4499"/>
                  </a:lnTo>
                  <a:lnTo>
                    <a:pt x="3976" y="4520"/>
                  </a:lnTo>
                  <a:lnTo>
                    <a:pt x="3997" y="4499"/>
                  </a:lnTo>
                  <a:lnTo>
                    <a:pt x="4018" y="4520"/>
                  </a:lnTo>
                  <a:lnTo>
                    <a:pt x="4039" y="4604"/>
                  </a:lnTo>
                  <a:lnTo>
                    <a:pt x="3997" y="4667"/>
                  </a:lnTo>
                  <a:lnTo>
                    <a:pt x="3934" y="4604"/>
                  </a:lnTo>
                  <a:lnTo>
                    <a:pt x="3850" y="4625"/>
                  </a:lnTo>
                  <a:lnTo>
                    <a:pt x="3767" y="4730"/>
                  </a:lnTo>
                  <a:lnTo>
                    <a:pt x="3704" y="4897"/>
                  </a:lnTo>
                  <a:lnTo>
                    <a:pt x="3725" y="5002"/>
                  </a:lnTo>
                  <a:lnTo>
                    <a:pt x="3809" y="5085"/>
                  </a:lnTo>
                  <a:lnTo>
                    <a:pt x="3913" y="5085"/>
                  </a:lnTo>
                  <a:lnTo>
                    <a:pt x="3997" y="5148"/>
                  </a:lnTo>
                  <a:lnTo>
                    <a:pt x="4206" y="5315"/>
                  </a:lnTo>
                  <a:lnTo>
                    <a:pt x="4353" y="5357"/>
                  </a:lnTo>
                  <a:lnTo>
                    <a:pt x="4415" y="5357"/>
                  </a:lnTo>
                  <a:lnTo>
                    <a:pt x="4436" y="5420"/>
                  </a:lnTo>
                  <a:lnTo>
                    <a:pt x="4499" y="5525"/>
                  </a:lnTo>
                  <a:lnTo>
                    <a:pt x="4541" y="5608"/>
                  </a:lnTo>
                  <a:lnTo>
                    <a:pt x="4499" y="5713"/>
                  </a:lnTo>
                  <a:lnTo>
                    <a:pt x="4415" y="5734"/>
                  </a:lnTo>
                  <a:lnTo>
                    <a:pt x="4436" y="5776"/>
                  </a:lnTo>
                  <a:lnTo>
                    <a:pt x="4520" y="5838"/>
                  </a:lnTo>
                  <a:lnTo>
                    <a:pt x="4708" y="5880"/>
                  </a:lnTo>
                  <a:lnTo>
                    <a:pt x="4708" y="5964"/>
                  </a:lnTo>
                  <a:lnTo>
                    <a:pt x="4750" y="5985"/>
                  </a:lnTo>
                  <a:lnTo>
                    <a:pt x="4897" y="6131"/>
                  </a:lnTo>
                  <a:lnTo>
                    <a:pt x="5085" y="6362"/>
                  </a:lnTo>
                  <a:lnTo>
                    <a:pt x="5231" y="6592"/>
                  </a:lnTo>
                  <a:lnTo>
                    <a:pt x="5399" y="6801"/>
                  </a:lnTo>
                  <a:lnTo>
                    <a:pt x="5399" y="6906"/>
                  </a:lnTo>
                  <a:lnTo>
                    <a:pt x="5608" y="7178"/>
                  </a:lnTo>
                  <a:lnTo>
                    <a:pt x="5650" y="7282"/>
                  </a:lnTo>
                  <a:lnTo>
                    <a:pt x="5587" y="7408"/>
                  </a:lnTo>
                  <a:lnTo>
                    <a:pt x="5650" y="7491"/>
                  </a:lnTo>
                  <a:lnTo>
                    <a:pt x="5692" y="7638"/>
                  </a:lnTo>
                  <a:lnTo>
                    <a:pt x="5817" y="7952"/>
                  </a:lnTo>
                  <a:lnTo>
                    <a:pt x="5817" y="8077"/>
                  </a:lnTo>
                  <a:lnTo>
                    <a:pt x="5775" y="8182"/>
                  </a:lnTo>
                  <a:lnTo>
                    <a:pt x="5650" y="8287"/>
                  </a:lnTo>
                  <a:lnTo>
                    <a:pt x="5608" y="8370"/>
                  </a:lnTo>
                  <a:lnTo>
                    <a:pt x="5671" y="8370"/>
                  </a:lnTo>
                  <a:lnTo>
                    <a:pt x="5754" y="8454"/>
                  </a:lnTo>
                  <a:lnTo>
                    <a:pt x="5692" y="8496"/>
                  </a:lnTo>
                  <a:lnTo>
                    <a:pt x="5566" y="8496"/>
                  </a:lnTo>
                  <a:lnTo>
                    <a:pt x="5482" y="8538"/>
                  </a:lnTo>
                  <a:lnTo>
                    <a:pt x="5482" y="8579"/>
                  </a:lnTo>
                  <a:lnTo>
                    <a:pt x="5566" y="8789"/>
                  </a:lnTo>
                  <a:lnTo>
                    <a:pt x="5650" y="8872"/>
                  </a:lnTo>
                  <a:lnTo>
                    <a:pt x="5650" y="8956"/>
                  </a:lnTo>
                  <a:lnTo>
                    <a:pt x="5754" y="9103"/>
                  </a:lnTo>
                  <a:lnTo>
                    <a:pt x="5796" y="9228"/>
                  </a:lnTo>
                  <a:lnTo>
                    <a:pt x="5859" y="9291"/>
                  </a:lnTo>
                  <a:lnTo>
                    <a:pt x="5922" y="9291"/>
                  </a:lnTo>
                  <a:lnTo>
                    <a:pt x="5943" y="9333"/>
                  </a:lnTo>
                  <a:lnTo>
                    <a:pt x="6131" y="9395"/>
                  </a:lnTo>
                  <a:lnTo>
                    <a:pt x="6278" y="9375"/>
                  </a:lnTo>
                  <a:lnTo>
                    <a:pt x="6340" y="9375"/>
                  </a:lnTo>
                  <a:lnTo>
                    <a:pt x="6299" y="9437"/>
                  </a:lnTo>
                  <a:lnTo>
                    <a:pt x="6299" y="9500"/>
                  </a:lnTo>
                  <a:lnTo>
                    <a:pt x="6424" y="9542"/>
                  </a:lnTo>
                  <a:lnTo>
                    <a:pt x="6591" y="9688"/>
                  </a:lnTo>
                  <a:lnTo>
                    <a:pt x="6696" y="9835"/>
                  </a:lnTo>
                  <a:lnTo>
                    <a:pt x="6759" y="9960"/>
                  </a:lnTo>
                  <a:lnTo>
                    <a:pt x="6863" y="10023"/>
                  </a:lnTo>
                  <a:lnTo>
                    <a:pt x="6926" y="10002"/>
                  </a:lnTo>
                  <a:lnTo>
                    <a:pt x="7031" y="10044"/>
                  </a:lnTo>
                  <a:lnTo>
                    <a:pt x="7115" y="10044"/>
                  </a:lnTo>
                  <a:lnTo>
                    <a:pt x="7345" y="10149"/>
                  </a:lnTo>
                  <a:lnTo>
                    <a:pt x="7428" y="10149"/>
                  </a:lnTo>
                  <a:lnTo>
                    <a:pt x="7449" y="10107"/>
                  </a:lnTo>
                  <a:lnTo>
                    <a:pt x="7512" y="10107"/>
                  </a:lnTo>
                  <a:lnTo>
                    <a:pt x="7575" y="10170"/>
                  </a:lnTo>
                  <a:lnTo>
                    <a:pt x="7847" y="10442"/>
                  </a:lnTo>
                  <a:lnTo>
                    <a:pt x="7910" y="10442"/>
                  </a:lnTo>
                  <a:lnTo>
                    <a:pt x="8098" y="10630"/>
                  </a:lnTo>
                  <a:lnTo>
                    <a:pt x="8328" y="10735"/>
                  </a:lnTo>
                  <a:lnTo>
                    <a:pt x="8621" y="10756"/>
                  </a:lnTo>
                  <a:lnTo>
                    <a:pt x="8747" y="10839"/>
                  </a:lnTo>
                  <a:lnTo>
                    <a:pt x="8830" y="10965"/>
                  </a:lnTo>
                  <a:lnTo>
                    <a:pt x="8998" y="10965"/>
                  </a:lnTo>
                  <a:lnTo>
                    <a:pt x="9144" y="11048"/>
                  </a:lnTo>
                  <a:lnTo>
                    <a:pt x="9228" y="10986"/>
                  </a:lnTo>
                  <a:lnTo>
                    <a:pt x="9249" y="11007"/>
                  </a:lnTo>
                  <a:lnTo>
                    <a:pt x="9332" y="11153"/>
                  </a:lnTo>
                  <a:lnTo>
                    <a:pt x="9479" y="11216"/>
                  </a:lnTo>
                  <a:lnTo>
                    <a:pt x="9625" y="11216"/>
                  </a:lnTo>
                  <a:lnTo>
                    <a:pt x="9730" y="11279"/>
                  </a:lnTo>
                  <a:lnTo>
                    <a:pt x="9960" y="11362"/>
                  </a:lnTo>
                  <a:lnTo>
                    <a:pt x="10148" y="11362"/>
                  </a:lnTo>
                  <a:lnTo>
                    <a:pt x="10295" y="11467"/>
                  </a:lnTo>
                  <a:lnTo>
                    <a:pt x="10588" y="11572"/>
                  </a:lnTo>
                  <a:lnTo>
                    <a:pt x="10692" y="11530"/>
                  </a:lnTo>
                  <a:lnTo>
                    <a:pt x="11006" y="11404"/>
                  </a:lnTo>
                  <a:lnTo>
                    <a:pt x="11111" y="11404"/>
                  </a:lnTo>
                  <a:lnTo>
                    <a:pt x="11299" y="11300"/>
                  </a:lnTo>
                  <a:lnTo>
                    <a:pt x="11404" y="11279"/>
                  </a:lnTo>
                  <a:lnTo>
                    <a:pt x="11613" y="11279"/>
                  </a:lnTo>
                  <a:lnTo>
                    <a:pt x="11613" y="11258"/>
                  </a:lnTo>
                  <a:lnTo>
                    <a:pt x="11467" y="11216"/>
                  </a:lnTo>
                  <a:lnTo>
                    <a:pt x="11404" y="11216"/>
                  </a:lnTo>
                  <a:lnTo>
                    <a:pt x="11404" y="11174"/>
                  </a:lnTo>
                  <a:lnTo>
                    <a:pt x="11529" y="11090"/>
                  </a:lnTo>
                  <a:lnTo>
                    <a:pt x="11550" y="11111"/>
                  </a:lnTo>
                  <a:lnTo>
                    <a:pt x="11550" y="11195"/>
                  </a:lnTo>
                  <a:lnTo>
                    <a:pt x="11634" y="11153"/>
                  </a:lnTo>
                  <a:lnTo>
                    <a:pt x="11718" y="11153"/>
                  </a:lnTo>
                  <a:lnTo>
                    <a:pt x="11718" y="11195"/>
                  </a:lnTo>
                  <a:lnTo>
                    <a:pt x="11655" y="11195"/>
                  </a:lnTo>
                  <a:lnTo>
                    <a:pt x="11634" y="11216"/>
                  </a:lnTo>
                  <a:lnTo>
                    <a:pt x="11655" y="11258"/>
                  </a:lnTo>
                  <a:lnTo>
                    <a:pt x="11760" y="11258"/>
                  </a:lnTo>
                  <a:lnTo>
                    <a:pt x="11864" y="11279"/>
                  </a:lnTo>
                  <a:lnTo>
                    <a:pt x="12032" y="11404"/>
                  </a:lnTo>
                  <a:lnTo>
                    <a:pt x="12094" y="11467"/>
                  </a:lnTo>
                  <a:lnTo>
                    <a:pt x="12094" y="11425"/>
                  </a:lnTo>
                  <a:lnTo>
                    <a:pt x="11969" y="11300"/>
                  </a:lnTo>
                  <a:lnTo>
                    <a:pt x="11780" y="11216"/>
                  </a:lnTo>
                  <a:lnTo>
                    <a:pt x="11780" y="11174"/>
                  </a:lnTo>
                  <a:lnTo>
                    <a:pt x="11822" y="11174"/>
                  </a:lnTo>
                  <a:lnTo>
                    <a:pt x="11843" y="11195"/>
                  </a:lnTo>
                  <a:lnTo>
                    <a:pt x="11948" y="11216"/>
                  </a:lnTo>
                  <a:lnTo>
                    <a:pt x="12053" y="11300"/>
                  </a:lnTo>
                  <a:lnTo>
                    <a:pt x="12157" y="11425"/>
                  </a:lnTo>
                  <a:lnTo>
                    <a:pt x="12157" y="11488"/>
                  </a:lnTo>
                  <a:lnTo>
                    <a:pt x="12199" y="11530"/>
                  </a:lnTo>
                  <a:lnTo>
                    <a:pt x="12597" y="11885"/>
                  </a:lnTo>
                  <a:lnTo>
                    <a:pt x="12722" y="11906"/>
                  </a:lnTo>
                  <a:lnTo>
                    <a:pt x="12764" y="11990"/>
                  </a:lnTo>
                  <a:lnTo>
                    <a:pt x="12910" y="12116"/>
                  </a:lnTo>
                  <a:lnTo>
                    <a:pt x="12994" y="12220"/>
                  </a:lnTo>
                  <a:lnTo>
                    <a:pt x="13015" y="12199"/>
                  </a:lnTo>
                  <a:lnTo>
                    <a:pt x="13036" y="12136"/>
                  </a:lnTo>
                  <a:lnTo>
                    <a:pt x="13099" y="12095"/>
                  </a:lnTo>
                  <a:lnTo>
                    <a:pt x="13099" y="12053"/>
                  </a:lnTo>
                  <a:lnTo>
                    <a:pt x="13078" y="12032"/>
                  </a:lnTo>
                  <a:lnTo>
                    <a:pt x="13036" y="11990"/>
                  </a:lnTo>
                  <a:lnTo>
                    <a:pt x="13078" y="11927"/>
                  </a:lnTo>
                  <a:lnTo>
                    <a:pt x="13036" y="11906"/>
                  </a:lnTo>
                  <a:lnTo>
                    <a:pt x="13036" y="11802"/>
                  </a:lnTo>
                  <a:lnTo>
                    <a:pt x="13392" y="11258"/>
                  </a:lnTo>
                  <a:lnTo>
                    <a:pt x="14124" y="11258"/>
                  </a:lnTo>
                  <a:lnTo>
                    <a:pt x="14187" y="11195"/>
                  </a:lnTo>
                  <a:lnTo>
                    <a:pt x="14187" y="11111"/>
                  </a:lnTo>
                  <a:lnTo>
                    <a:pt x="14124" y="11090"/>
                  </a:lnTo>
                  <a:lnTo>
                    <a:pt x="14019" y="11069"/>
                  </a:lnTo>
                  <a:lnTo>
                    <a:pt x="13977" y="11048"/>
                  </a:lnTo>
                  <a:lnTo>
                    <a:pt x="13957" y="10944"/>
                  </a:lnTo>
                  <a:lnTo>
                    <a:pt x="13936" y="10881"/>
                  </a:lnTo>
                  <a:lnTo>
                    <a:pt x="13852" y="10881"/>
                  </a:lnTo>
                  <a:lnTo>
                    <a:pt x="13768" y="10797"/>
                  </a:lnTo>
                  <a:lnTo>
                    <a:pt x="13664" y="10693"/>
                  </a:lnTo>
                  <a:lnTo>
                    <a:pt x="13643" y="10651"/>
                  </a:lnTo>
                  <a:lnTo>
                    <a:pt x="13559" y="10567"/>
                  </a:lnTo>
                  <a:lnTo>
                    <a:pt x="13810" y="10546"/>
                  </a:lnTo>
                  <a:lnTo>
                    <a:pt x="13831" y="10232"/>
                  </a:lnTo>
                  <a:lnTo>
                    <a:pt x="14814" y="10253"/>
                  </a:lnTo>
                  <a:lnTo>
                    <a:pt x="14856" y="10170"/>
                  </a:lnTo>
                  <a:lnTo>
                    <a:pt x="14898" y="10128"/>
                  </a:lnTo>
                  <a:lnTo>
                    <a:pt x="14982" y="10128"/>
                  </a:lnTo>
                  <a:lnTo>
                    <a:pt x="14982" y="10170"/>
                  </a:lnTo>
                  <a:lnTo>
                    <a:pt x="15003" y="10212"/>
                  </a:lnTo>
                  <a:lnTo>
                    <a:pt x="15024" y="10170"/>
                  </a:lnTo>
                  <a:lnTo>
                    <a:pt x="15086" y="10149"/>
                  </a:lnTo>
                  <a:lnTo>
                    <a:pt x="15086" y="10128"/>
                  </a:lnTo>
                  <a:lnTo>
                    <a:pt x="15170" y="10044"/>
                  </a:lnTo>
                  <a:lnTo>
                    <a:pt x="15191" y="9940"/>
                  </a:lnTo>
                  <a:lnTo>
                    <a:pt x="15212" y="9898"/>
                  </a:lnTo>
                  <a:lnTo>
                    <a:pt x="15317" y="9898"/>
                  </a:lnTo>
                  <a:lnTo>
                    <a:pt x="15421" y="9793"/>
                  </a:lnTo>
                  <a:lnTo>
                    <a:pt x="15526" y="9647"/>
                  </a:lnTo>
                  <a:lnTo>
                    <a:pt x="15610" y="9626"/>
                  </a:lnTo>
                  <a:lnTo>
                    <a:pt x="15610" y="9626"/>
                  </a:lnTo>
                  <a:lnTo>
                    <a:pt x="15589" y="9730"/>
                  </a:lnTo>
                  <a:lnTo>
                    <a:pt x="15526" y="9793"/>
                  </a:lnTo>
                  <a:lnTo>
                    <a:pt x="15547" y="9835"/>
                  </a:lnTo>
                  <a:lnTo>
                    <a:pt x="15651" y="9919"/>
                  </a:lnTo>
                  <a:lnTo>
                    <a:pt x="15714" y="10023"/>
                  </a:lnTo>
                  <a:lnTo>
                    <a:pt x="15735" y="10002"/>
                  </a:lnTo>
                  <a:lnTo>
                    <a:pt x="15840" y="9814"/>
                  </a:lnTo>
                  <a:lnTo>
                    <a:pt x="15944" y="9437"/>
                  </a:lnTo>
                  <a:lnTo>
                    <a:pt x="16007" y="9333"/>
                  </a:lnTo>
                  <a:lnTo>
                    <a:pt x="15944" y="9375"/>
                  </a:lnTo>
                  <a:lnTo>
                    <a:pt x="15902" y="9416"/>
                  </a:lnTo>
                  <a:lnTo>
                    <a:pt x="15840" y="9395"/>
                  </a:lnTo>
                  <a:lnTo>
                    <a:pt x="15840" y="9333"/>
                  </a:lnTo>
                  <a:lnTo>
                    <a:pt x="15965" y="9207"/>
                  </a:lnTo>
                  <a:lnTo>
                    <a:pt x="16007" y="9123"/>
                  </a:lnTo>
                  <a:lnTo>
                    <a:pt x="15902" y="9123"/>
                  </a:lnTo>
                  <a:lnTo>
                    <a:pt x="15819" y="9061"/>
                  </a:lnTo>
                  <a:lnTo>
                    <a:pt x="15840" y="9019"/>
                  </a:lnTo>
                  <a:lnTo>
                    <a:pt x="15965" y="8956"/>
                  </a:lnTo>
                  <a:lnTo>
                    <a:pt x="15965" y="8789"/>
                  </a:lnTo>
                  <a:lnTo>
                    <a:pt x="16028" y="8705"/>
                  </a:lnTo>
                  <a:lnTo>
                    <a:pt x="16279" y="8475"/>
                  </a:lnTo>
                  <a:lnTo>
                    <a:pt x="16426" y="8266"/>
                  </a:lnTo>
                  <a:lnTo>
                    <a:pt x="16488" y="8119"/>
                  </a:lnTo>
                  <a:lnTo>
                    <a:pt x="16488" y="8015"/>
                  </a:lnTo>
                  <a:lnTo>
                    <a:pt x="16321" y="7763"/>
                  </a:lnTo>
                  <a:lnTo>
                    <a:pt x="16216" y="7805"/>
                  </a:lnTo>
                  <a:lnTo>
                    <a:pt x="16237" y="7847"/>
                  </a:lnTo>
                  <a:lnTo>
                    <a:pt x="16174" y="7868"/>
                  </a:lnTo>
                  <a:lnTo>
                    <a:pt x="15923" y="7826"/>
                  </a:lnTo>
                  <a:lnTo>
                    <a:pt x="15693" y="7826"/>
                  </a:lnTo>
                  <a:lnTo>
                    <a:pt x="15693" y="7868"/>
                  </a:lnTo>
                  <a:lnTo>
                    <a:pt x="15547" y="7952"/>
                  </a:lnTo>
                  <a:lnTo>
                    <a:pt x="15505" y="7910"/>
                  </a:lnTo>
                  <a:lnTo>
                    <a:pt x="15379" y="7931"/>
                  </a:lnTo>
                  <a:lnTo>
                    <a:pt x="15275" y="8035"/>
                  </a:lnTo>
                  <a:lnTo>
                    <a:pt x="14793" y="8035"/>
                  </a:lnTo>
                  <a:lnTo>
                    <a:pt x="14396" y="8119"/>
                  </a:lnTo>
                  <a:lnTo>
                    <a:pt x="14396" y="8182"/>
                  </a:lnTo>
                  <a:lnTo>
                    <a:pt x="14501" y="8224"/>
                  </a:lnTo>
                  <a:lnTo>
                    <a:pt x="14291" y="8454"/>
                  </a:lnTo>
                  <a:lnTo>
                    <a:pt x="14270" y="8810"/>
                  </a:lnTo>
                  <a:lnTo>
                    <a:pt x="14291" y="8851"/>
                  </a:lnTo>
                  <a:lnTo>
                    <a:pt x="14082" y="9082"/>
                  </a:lnTo>
                  <a:lnTo>
                    <a:pt x="14082" y="9270"/>
                  </a:lnTo>
                  <a:lnTo>
                    <a:pt x="13957" y="9395"/>
                  </a:lnTo>
                  <a:lnTo>
                    <a:pt x="13873" y="9416"/>
                  </a:lnTo>
                  <a:lnTo>
                    <a:pt x="13622" y="9542"/>
                  </a:lnTo>
                  <a:lnTo>
                    <a:pt x="13643" y="9584"/>
                  </a:lnTo>
                  <a:lnTo>
                    <a:pt x="13747" y="9500"/>
                  </a:lnTo>
                  <a:lnTo>
                    <a:pt x="13726" y="9605"/>
                  </a:lnTo>
                  <a:lnTo>
                    <a:pt x="13726" y="9793"/>
                  </a:lnTo>
                  <a:lnTo>
                    <a:pt x="13622" y="9919"/>
                  </a:lnTo>
                  <a:lnTo>
                    <a:pt x="13538" y="9919"/>
                  </a:lnTo>
                  <a:lnTo>
                    <a:pt x="13517" y="9960"/>
                  </a:lnTo>
                  <a:lnTo>
                    <a:pt x="13454" y="9919"/>
                  </a:lnTo>
                  <a:lnTo>
                    <a:pt x="13329" y="9835"/>
                  </a:lnTo>
                  <a:lnTo>
                    <a:pt x="13350" y="9793"/>
                  </a:lnTo>
                  <a:lnTo>
                    <a:pt x="13454" y="9730"/>
                  </a:lnTo>
                  <a:lnTo>
                    <a:pt x="13308" y="9688"/>
                  </a:lnTo>
                  <a:lnTo>
                    <a:pt x="13245" y="9730"/>
                  </a:lnTo>
                  <a:lnTo>
                    <a:pt x="13120" y="9709"/>
                  </a:lnTo>
                  <a:lnTo>
                    <a:pt x="12973" y="9709"/>
                  </a:lnTo>
                  <a:lnTo>
                    <a:pt x="12869" y="9793"/>
                  </a:lnTo>
                  <a:lnTo>
                    <a:pt x="12722" y="9814"/>
                  </a:lnTo>
                  <a:lnTo>
                    <a:pt x="12513" y="9814"/>
                  </a:lnTo>
                  <a:lnTo>
                    <a:pt x="12492" y="9856"/>
                  </a:lnTo>
                  <a:lnTo>
                    <a:pt x="12262" y="10002"/>
                  </a:lnTo>
                  <a:lnTo>
                    <a:pt x="12178" y="10002"/>
                  </a:lnTo>
                  <a:lnTo>
                    <a:pt x="12157" y="9940"/>
                  </a:lnTo>
                  <a:lnTo>
                    <a:pt x="11948" y="10002"/>
                  </a:lnTo>
                  <a:lnTo>
                    <a:pt x="11822" y="10044"/>
                  </a:lnTo>
                  <a:lnTo>
                    <a:pt x="11760" y="9919"/>
                  </a:lnTo>
                  <a:lnTo>
                    <a:pt x="11634" y="9730"/>
                  </a:lnTo>
                  <a:lnTo>
                    <a:pt x="11467" y="9647"/>
                  </a:lnTo>
                  <a:lnTo>
                    <a:pt x="11425" y="9605"/>
                  </a:lnTo>
                  <a:lnTo>
                    <a:pt x="11257" y="9605"/>
                  </a:lnTo>
                  <a:lnTo>
                    <a:pt x="11216" y="9626"/>
                  </a:lnTo>
                  <a:lnTo>
                    <a:pt x="11132" y="9521"/>
                  </a:lnTo>
                  <a:lnTo>
                    <a:pt x="10902" y="9270"/>
                  </a:lnTo>
                  <a:lnTo>
                    <a:pt x="10881" y="9165"/>
                  </a:lnTo>
                  <a:lnTo>
                    <a:pt x="10881" y="9082"/>
                  </a:lnTo>
                  <a:lnTo>
                    <a:pt x="10776" y="8914"/>
                  </a:lnTo>
                  <a:lnTo>
                    <a:pt x="10713" y="8789"/>
                  </a:lnTo>
                  <a:lnTo>
                    <a:pt x="10400" y="8454"/>
                  </a:lnTo>
                  <a:lnTo>
                    <a:pt x="10379" y="8328"/>
                  </a:lnTo>
                  <a:lnTo>
                    <a:pt x="10316" y="8245"/>
                  </a:lnTo>
                  <a:lnTo>
                    <a:pt x="10358" y="8161"/>
                  </a:lnTo>
                  <a:lnTo>
                    <a:pt x="10316" y="8077"/>
                  </a:lnTo>
                  <a:lnTo>
                    <a:pt x="10253" y="7847"/>
                  </a:lnTo>
                  <a:lnTo>
                    <a:pt x="10169" y="7763"/>
                  </a:lnTo>
                  <a:lnTo>
                    <a:pt x="10190" y="7638"/>
                  </a:lnTo>
                  <a:lnTo>
                    <a:pt x="10316" y="7805"/>
                  </a:lnTo>
                  <a:lnTo>
                    <a:pt x="10316" y="8015"/>
                  </a:lnTo>
                  <a:lnTo>
                    <a:pt x="10379" y="7973"/>
                  </a:lnTo>
                  <a:lnTo>
                    <a:pt x="10379" y="7805"/>
                  </a:lnTo>
                  <a:lnTo>
                    <a:pt x="10211" y="7554"/>
                  </a:lnTo>
                  <a:lnTo>
                    <a:pt x="10253" y="7429"/>
                  </a:lnTo>
                  <a:lnTo>
                    <a:pt x="10190" y="7219"/>
                  </a:lnTo>
                  <a:lnTo>
                    <a:pt x="10169" y="7115"/>
                  </a:lnTo>
                  <a:lnTo>
                    <a:pt x="10253" y="7010"/>
                  </a:lnTo>
                  <a:lnTo>
                    <a:pt x="10295" y="6717"/>
                  </a:lnTo>
                  <a:lnTo>
                    <a:pt x="10253" y="6571"/>
                  </a:lnTo>
                  <a:lnTo>
                    <a:pt x="10316" y="6278"/>
                  </a:lnTo>
                  <a:lnTo>
                    <a:pt x="10316" y="6173"/>
                  </a:lnTo>
                  <a:lnTo>
                    <a:pt x="10358" y="6090"/>
                  </a:lnTo>
                  <a:lnTo>
                    <a:pt x="10316" y="6048"/>
                  </a:lnTo>
                  <a:lnTo>
                    <a:pt x="10316" y="5922"/>
                  </a:lnTo>
                  <a:lnTo>
                    <a:pt x="10379" y="5859"/>
                  </a:lnTo>
                  <a:lnTo>
                    <a:pt x="10400" y="5713"/>
                  </a:lnTo>
                  <a:lnTo>
                    <a:pt x="10420" y="5650"/>
                  </a:lnTo>
                  <a:lnTo>
                    <a:pt x="10358" y="5608"/>
                  </a:lnTo>
                  <a:lnTo>
                    <a:pt x="10420" y="5504"/>
                  </a:lnTo>
                  <a:lnTo>
                    <a:pt x="10420" y="5336"/>
                  </a:lnTo>
                  <a:lnTo>
                    <a:pt x="10525" y="5336"/>
                  </a:lnTo>
                  <a:lnTo>
                    <a:pt x="10504" y="5441"/>
                  </a:lnTo>
                  <a:lnTo>
                    <a:pt x="10504" y="5525"/>
                  </a:lnTo>
                  <a:lnTo>
                    <a:pt x="10567" y="5504"/>
                  </a:lnTo>
                  <a:lnTo>
                    <a:pt x="10588" y="5399"/>
                  </a:lnTo>
                  <a:lnTo>
                    <a:pt x="10672" y="5294"/>
                  </a:lnTo>
                  <a:lnTo>
                    <a:pt x="10692" y="5148"/>
                  </a:lnTo>
                  <a:lnTo>
                    <a:pt x="10734" y="5106"/>
                  </a:lnTo>
                  <a:lnTo>
                    <a:pt x="10776" y="4939"/>
                  </a:lnTo>
                  <a:lnTo>
                    <a:pt x="10776" y="4897"/>
                  </a:lnTo>
                  <a:lnTo>
                    <a:pt x="10692" y="4939"/>
                  </a:lnTo>
                  <a:lnTo>
                    <a:pt x="10672" y="5127"/>
                  </a:lnTo>
                  <a:lnTo>
                    <a:pt x="10567" y="5190"/>
                  </a:lnTo>
                  <a:lnTo>
                    <a:pt x="10588" y="5106"/>
                  </a:lnTo>
                  <a:lnTo>
                    <a:pt x="10525" y="5085"/>
                  </a:lnTo>
                  <a:lnTo>
                    <a:pt x="10504" y="5002"/>
                  </a:lnTo>
                  <a:lnTo>
                    <a:pt x="10400" y="5002"/>
                  </a:lnTo>
                  <a:lnTo>
                    <a:pt x="10295" y="4918"/>
                  </a:lnTo>
                  <a:lnTo>
                    <a:pt x="10107" y="4876"/>
                  </a:lnTo>
                  <a:lnTo>
                    <a:pt x="10002" y="4771"/>
                  </a:lnTo>
                  <a:lnTo>
                    <a:pt x="9939" y="4730"/>
                  </a:lnTo>
                  <a:lnTo>
                    <a:pt x="9856" y="4730"/>
                  </a:lnTo>
                  <a:lnTo>
                    <a:pt x="9793" y="4709"/>
                  </a:lnTo>
                  <a:lnTo>
                    <a:pt x="9772" y="4709"/>
                  </a:lnTo>
                  <a:lnTo>
                    <a:pt x="9730" y="4667"/>
                  </a:lnTo>
                  <a:lnTo>
                    <a:pt x="9751" y="4499"/>
                  </a:lnTo>
                  <a:lnTo>
                    <a:pt x="9625" y="4165"/>
                  </a:lnTo>
                  <a:lnTo>
                    <a:pt x="9625" y="4144"/>
                  </a:lnTo>
                  <a:lnTo>
                    <a:pt x="9625" y="4081"/>
                  </a:lnTo>
                  <a:lnTo>
                    <a:pt x="9625" y="3976"/>
                  </a:lnTo>
                  <a:lnTo>
                    <a:pt x="9646" y="3872"/>
                  </a:lnTo>
                  <a:lnTo>
                    <a:pt x="9542" y="3788"/>
                  </a:lnTo>
                  <a:lnTo>
                    <a:pt x="9479" y="3683"/>
                  </a:lnTo>
                  <a:lnTo>
                    <a:pt x="9458" y="3579"/>
                  </a:lnTo>
                  <a:lnTo>
                    <a:pt x="9374" y="3537"/>
                  </a:lnTo>
                  <a:lnTo>
                    <a:pt x="9353" y="3453"/>
                  </a:lnTo>
                  <a:lnTo>
                    <a:pt x="9312" y="3432"/>
                  </a:lnTo>
                  <a:lnTo>
                    <a:pt x="9228" y="3223"/>
                  </a:lnTo>
                  <a:lnTo>
                    <a:pt x="9207" y="3139"/>
                  </a:lnTo>
                  <a:lnTo>
                    <a:pt x="9123" y="3118"/>
                  </a:lnTo>
                  <a:lnTo>
                    <a:pt x="9123" y="2951"/>
                  </a:lnTo>
                  <a:lnTo>
                    <a:pt x="9123" y="2888"/>
                  </a:lnTo>
                  <a:lnTo>
                    <a:pt x="9060" y="2825"/>
                  </a:lnTo>
                  <a:lnTo>
                    <a:pt x="9040" y="2721"/>
                  </a:lnTo>
                  <a:lnTo>
                    <a:pt x="8935" y="2574"/>
                  </a:lnTo>
                  <a:lnTo>
                    <a:pt x="8830" y="2491"/>
                  </a:lnTo>
                  <a:lnTo>
                    <a:pt x="8788" y="2386"/>
                  </a:lnTo>
                  <a:lnTo>
                    <a:pt x="8705" y="2365"/>
                  </a:lnTo>
                  <a:lnTo>
                    <a:pt x="8621" y="2365"/>
                  </a:lnTo>
                  <a:lnTo>
                    <a:pt x="8600" y="2323"/>
                  </a:lnTo>
                  <a:lnTo>
                    <a:pt x="8579" y="2302"/>
                  </a:lnTo>
                  <a:lnTo>
                    <a:pt x="8475" y="2323"/>
                  </a:lnTo>
                  <a:lnTo>
                    <a:pt x="8370" y="2302"/>
                  </a:lnTo>
                  <a:lnTo>
                    <a:pt x="8265" y="2302"/>
                  </a:lnTo>
                  <a:lnTo>
                    <a:pt x="8223" y="2386"/>
                  </a:lnTo>
                  <a:lnTo>
                    <a:pt x="8182" y="2386"/>
                  </a:lnTo>
                  <a:lnTo>
                    <a:pt x="8161" y="2365"/>
                  </a:lnTo>
                  <a:lnTo>
                    <a:pt x="8119" y="2365"/>
                  </a:lnTo>
                  <a:lnTo>
                    <a:pt x="8035" y="2386"/>
                  </a:lnTo>
                  <a:lnTo>
                    <a:pt x="7993" y="2428"/>
                  </a:lnTo>
                  <a:lnTo>
                    <a:pt x="7910" y="2595"/>
                  </a:lnTo>
                  <a:lnTo>
                    <a:pt x="7868" y="2679"/>
                  </a:lnTo>
                  <a:lnTo>
                    <a:pt x="7868" y="2700"/>
                  </a:lnTo>
                  <a:lnTo>
                    <a:pt x="7868" y="2742"/>
                  </a:lnTo>
                  <a:lnTo>
                    <a:pt x="7805" y="2742"/>
                  </a:lnTo>
                  <a:lnTo>
                    <a:pt x="7700" y="2825"/>
                  </a:lnTo>
                  <a:lnTo>
                    <a:pt x="7700" y="2846"/>
                  </a:lnTo>
                  <a:lnTo>
                    <a:pt x="7659" y="2888"/>
                  </a:lnTo>
                  <a:lnTo>
                    <a:pt x="7596" y="2888"/>
                  </a:lnTo>
                  <a:lnTo>
                    <a:pt x="7575" y="2825"/>
                  </a:lnTo>
                  <a:lnTo>
                    <a:pt x="7449" y="2784"/>
                  </a:lnTo>
                  <a:lnTo>
                    <a:pt x="7366" y="2742"/>
                  </a:lnTo>
                  <a:lnTo>
                    <a:pt x="7345" y="2700"/>
                  </a:lnTo>
                  <a:lnTo>
                    <a:pt x="7219" y="2637"/>
                  </a:lnTo>
                  <a:lnTo>
                    <a:pt x="7156" y="2637"/>
                  </a:lnTo>
                  <a:lnTo>
                    <a:pt x="7115" y="2595"/>
                  </a:lnTo>
                  <a:lnTo>
                    <a:pt x="7115" y="2574"/>
                  </a:lnTo>
                  <a:lnTo>
                    <a:pt x="7073" y="2512"/>
                  </a:lnTo>
                  <a:lnTo>
                    <a:pt x="7031" y="2491"/>
                  </a:lnTo>
                  <a:lnTo>
                    <a:pt x="6989" y="2491"/>
                  </a:lnTo>
                  <a:lnTo>
                    <a:pt x="6947" y="2470"/>
                  </a:lnTo>
                  <a:lnTo>
                    <a:pt x="6926" y="2470"/>
                  </a:lnTo>
                  <a:lnTo>
                    <a:pt x="6926" y="2428"/>
                  </a:lnTo>
                  <a:lnTo>
                    <a:pt x="6905" y="2323"/>
                  </a:lnTo>
                  <a:lnTo>
                    <a:pt x="6822" y="2261"/>
                  </a:lnTo>
                  <a:lnTo>
                    <a:pt x="6717" y="2114"/>
                  </a:lnTo>
                  <a:lnTo>
                    <a:pt x="6717" y="2093"/>
                  </a:lnTo>
                  <a:lnTo>
                    <a:pt x="6801" y="2072"/>
                  </a:lnTo>
                  <a:lnTo>
                    <a:pt x="6822" y="2051"/>
                  </a:lnTo>
                  <a:lnTo>
                    <a:pt x="6822" y="1968"/>
                  </a:lnTo>
                  <a:lnTo>
                    <a:pt x="6738" y="1884"/>
                  </a:lnTo>
                  <a:lnTo>
                    <a:pt x="6717" y="1863"/>
                  </a:lnTo>
                  <a:lnTo>
                    <a:pt x="6696" y="1842"/>
                  </a:lnTo>
                  <a:lnTo>
                    <a:pt x="6654" y="1800"/>
                  </a:lnTo>
                  <a:lnTo>
                    <a:pt x="6633" y="1675"/>
                  </a:lnTo>
                  <a:lnTo>
                    <a:pt x="6591" y="1591"/>
                  </a:lnTo>
                  <a:lnTo>
                    <a:pt x="6508" y="1549"/>
                  </a:lnTo>
                  <a:lnTo>
                    <a:pt x="6424" y="1528"/>
                  </a:lnTo>
                  <a:lnTo>
                    <a:pt x="6466" y="1465"/>
                  </a:lnTo>
                  <a:lnTo>
                    <a:pt x="6466" y="1424"/>
                  </a:lnTo>
                  <a:lnTo>
                    <a:pt x="6403" y="1340"/>
                  </a:lnTo>
                  <a:lnTo>
                    <a:pt x="6299" y="1319"/>
                  </a:lnTo>
                  <a:lnTo>
                    <a:pt x="6319" y="1256"/>
                  </a:lnTo>
                  <a:lnTo>
                    <a:pt x="6278" y="1173"/>
                  </a:lnTo>
                  <a:lnTo>
                    <a:pt x="6215" y="1173"/>
                  </a:lnTo>
                  <a:lnTo>
                    <a:pt x="6194" y="1131"/>
                  </a:lnTo>
                  <a:lnTo>
                    <a:pt x="6131" y="1068"/>
                  </a:lnTo>
                  <a:lnTo>
                    <a:pt x="6068" y="942"/>
                  </a:lnTo>
                  <a:lnTo>
                    <a:pt x="5943" y="859"/>
                  </a:lnTo>
                  <a:lnTo>
                    <a:pt x="5022" y="838"/>
                  </a:lnTo>
                  <a:lnTo>
                    <a:pt x="4980" y="1047"/>
                  </a:lnTo>
                  <a:lnTo>
                    <a:pt x="3327" y="1005"/>
                  </a:lnTo>
                  <a:lnTo>
                    <a:pt x="1402" y="105"/>
                  </a:lnTo>
                  <a:lnTo>
                    <a:pt x="1402" y="64"/>
                  </a:lnTo>
                  <a:lnTo>
                    <a:pt x="138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5" name="Google Shape;7733;p67">
              <a:extLst>
                <a:ext uri="{FF2B5EF4-FFF2-40B4-BE49-F238E27FC236}">
                  <a16:creationId xmlns:a16="http://schemas.microsoft.com/office/drawing/2014/main" id="{9C8ABB4C-35BD-4544-F860-3DBDB56703A1}"/>
                </a:ext>
              </a:extLst>
            </p:cNvPr>
            <p:cNvSpPr/>
            <p:nvPr/>
          </p:nvSpPr>
          <p:spPr>
            <a:xfrm>
              <a:off x="2916800" y="3161675"/>
              <a:ext cx="40825" cy="58600"/>
            </a:xfrm>
            <a:custGeom>
              <a:avLst/>
              <a:gdLst/>
              <a:ahLst/>
              <a:cxnLst/>
              <a:rect l="l" t="t" r="r" b="b"/>
              <a:pathLst>
                <a:path w="1633" h="2344" extrusionOk="0">
                  <a:moveTo>
                    <a:pt x="336" y="0"/>
                  </a:moveTo>
                  <a:lnTo>
                    <a:pt x="231" y="84"/>
                  </a:lnTo>
                  <a:lnTo>
                    <a:pt x="126" y="147"/>
                  </a:lnTo>
                  <a:lnTo>
                    <a:pt x="85" y="209"/>
                  </a:lnTo>
                  <a:lnTo>
                    <a:pt x="1" y="314"/>
                  </a:lnTo>
                  <a:lnTo>
                    <a:pt x="1" y="460"/>
                  </a:lnTo>
                  <a:lnTo>
                    <a:pt x="64" y="607"/>
                  </a:lnTo>
                  <a:lnTo>
                    <a:pt x="22" y="732"/>
                  </a:lnTo>
                  <a:lnTo>
                    <a:pt x="22" y="816"/>
                  </a:lnTo>
                  <a:lnTo>
                    <a:pt x="126" y="879"/>
                  </a:lnTo>
                  <a:lnTo>
                    <a:pt x="189" y="963"/>
                  </a:lnTo>
                  <a:lnTo>
                    <a:pt x="231" y="1067"/>
                  </a:lnTo>
                  <a:lnTo>
                    <a:pt x="273" y="1193"/>
                  </a:lnTo>
                  <a:lnTo>
                    <a:pt x="294" y="1256"/>
                  </a:lnTo>
                  <a:lnTo>
                    <a:pt x="273" y="1360"/>
                  </a:lnTo>
                  <a:lnTo>
                    <a:pt x="189" y="1444"/>
                  </a:lnTo>
                  <a:lnTo>
                    <a:pt x="189" y="1590"/>
                  </a:lnTo>
                  <a:lnTo>
                    <a:pt x="231" y="1653"/>
                  </a:lnTo>
                  <a:lnTo>
                    <a:pt x="189" y="1779"/>
                  </a:lnTo>
                  <a:lnTo>
                    <a:pt x="64" y="1883"/>
                  </a:lnTo>
                  <a:lnTo>
                    <a:pt x="1" y="1883"/>
                  </a:lnTo>
                  <a:lnTo>
                    <a:pt x="22" y="1925"/>
                  </a:lnTo>
                  <a:lnTo>
                    <a:pt x="85" y="2009"/>
                  </a:lnTo>
                  <a:lnTo>
                    <a:pt x="106" y="2030"/>
                  </a:lnTo>
                  <a:lnTo>
                    <a:pt x="106" y="2113"/>
                  </a:lnTo>
                  <a:lnTo>
                    <a:pt x="189" y="2197"/>
                  </a:lnTo>
                  <a:lnTo>
                    <a:pt x="294" y="2218"/>
                  </a:lnTo>
                  <a:lnTo>
                    <a:pt x="336" y="2134"/>
                  </a:lnTo>
                  <a:lnTo>
                    <a:pt x="419" y="2113"/>
                  </a:lnTo>
                  <a:lnTo>
                    <a:pt x="503" y="2113"/>
                  </a:lnTo>
                  <a:lnTo>
                    <a:pt x="503" y="2176"/>
                  </a:lnTo>
                  <a:lnTo>
                    <a:pt x="545" y="2197"/>
                  </a:lnTo>
                  <a:lnTo>
                    <a:pt x="545" y="2323"/>
                  </a:lnTo>
                  <a:lnTo>
                    <a:pt x="608" y="2344"/>
                  </a:lnTo>
                  <a:lnTo>
                    <a:pt x="712" y="2281"/>
                  </a:lnTo>
                  <a:lnTo>
                    <a:pt x="733" y="2197"/>
                  </a:lnTo>
                  <a:lnTo>
                    <a:pt x="817" y="2134"/>
                  </a:lnTo>
                  <a:lnTo>
                    <a:pt x="880" y="2113"/>
                  </a:lnTo>
                  <a:lnTo>
                    <a:pt x="963" y="1988"/>
                  </a:lnTo>
                  <a:lnTo>
                    <a:pt x="1068" y="1820"/>
                  </a:lnTo>
                  <a:lnTo>
                    <a:pt x="1173" y="1590"/>
                  </a:lnTo>
                  <a:lnTo>
                    <a:pt x="1173" y="1486"/>
                  </a:lnTo>
                  <a:lnTo>
                    <a:pt x="1340" y="1297"/>
                  </a:lnTo>
                  <a:lnTo>
                    <a:pt x="1466" y="1130"/>
                  </a:lnTo>
                  <a:lnTo>
                    <a:pt x="1528" y="1046"/>
                  </a:lnTo>
                  <a:lnTo>
                    <a:pt x="1633" y="921"/>
                  </a:lnTo>
                  <a:lnTo>
                    <a:pt x="1591" y="774"/>
                  </a:lnTo>
                  <a:lnTo>
                    <a:pt x="1487" y="649"/>
                  </a:lnTo>
                  <a:lnTo>
                    <a:pt x="1466" y="711"/>
                  </a:lnTo>
                  <a:lnTo>
                    <a:pt x="1382" y="649"/>
                  </a:lnTo>
                  <a:lnTo>
                    <a:pt x="1361" y="544"/>
                  </a:lnTo>
                  <a:lnTo>
                    <a:pt x="1173" y="335"/>
                  </a:lnTo>
                  <a:lnTo>
                    <a:pt x="1131" y="335"/>
                  </a:lnTo>
                  <a:lnTo>
                    <a:pt x="963" y="209"/>
                  </a:lnTo>
                  <a:lnTo>
                    <a:pt x="650" y="105"/>
                  </a:lnTo>
                  <a:lnTo>
                    <a:pt x="524" y="21"/>
                  </a:lnTo>
                  <a:lnTo>
                    <a:pt x="33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6" name="Google Shape;7734;p67">
              <a:extLst>
                <a:ext uri="{FF2B5EF4-FFF2-40B4-BE49-F238E27FC236}">
                  <a16:creationId xmlns:a16="http://schemas.microsoft.com/office/drawing/2014/main" id="{DA11F3E0-9C47-0B74-854B-9699C237AEDA}"/>
                </a:ext>
              </a:extLst>
            </p:cNvPr>
            <p:cNvSpPr/>
            <p:nvPr/>
          </p:nvSpPr>
          <p:spPr>
            <a:xfrm>
              <a:off x="2866075" y="3155900"/>
              <a:ext cx="58075" cy="63325"/>
            </a:xfrm>
            <a:custGeom>
              <a:avLst/>
              <a:gdLst/>
              <a:ahLst/>
              <a:cxnLst/>
              <a:rect l="l" t="t" r="r" b="b"/>
              <a:pathLst>
                <a:path w="2323" h="2533" extrusionOk="0">
                  <a:moveTo>
                    <a:pt x="1632" y="1"/>
                  </a:moveTo>
                  <a:lnTo>
                    <a:pt x="1528" y="43"/>
                  </a:lnTo>
                  <a:lnTo>
                    <a:pt x="1339" y="22"/>
                  </a:lnTo>
                  <a:lnTo>
                    <a:pt x="1151" y="64"/>
                  </a:lnTo>
                  <a:lnTo>
                    <a:pt x="963" y="22"/>
                  </a:lnTo>
                  <a:lnTo>
                    <a:pt x="691" y="22"/>
                  </a:lnTo>
                  <a:lnTo>
                    <a:pt x="544" y="64"/>
                  </a:lnTo>
                  <a:lnTo>
                    <a:pt x="544" y="210"/>
                  </a:lnTo>
                  <a:lnTo>
                    <a:pt x="482" y="336"/>
                  </a:lnTo>
                  <a:lnTo>
                    <a:pt x="523" y="419"/>
                  </a:lnTo>
                  <a:lnTo>
                    <a:pt x="440" y="524"/>
                  </a:lnTo>
                  <a:lnTo>
                    <a:pt x="335" y="566"/>
                  </a:lnTo>
                  <a:lnTo>
                    <a:pt x="168" y="566"/>
                  </a:lnTo>
                  <a:lnTo>
                    <a:pt x="105" y="691"/>
                  </a:lnTo>
                  <a:lnTo>
                    <a:pt x="105" y="838"/>
                  </a:lnTo>
                  <a:lnTo>
                    <a:pt x="0" y="1068"/>
                  </a:lnTo>
                  <a:lnTo>
                    <a:pt x="21" y="1152"/>
                  </a:lnTo>
                  <a:lnTo>
                    <a:pt x="126" y="1194"/>
                  </a:lnTo>
                  <a:lnTo>
                    <a:pt x="168" y="1277"/>
                  </a:lnTo>
                  <a:lnTo>
                    <a:pt x="210" y="1319"/>
                  </a:lnTo>
                  <a:lnTo>
                    <a:pt x="272" y="1424"/>
                  </a:lnTo>
                  <a:lnTo>
                    <a:pt x="272" y="1507"/>
                  </a:lnTo>
                  <a:lnTo>
                    <a:pt x="335" y="1570"/>
                  </a:lnTo>
                  <a:lnTo>
                    <a:pt x="419" y="1570"/>
                  </a:lnTo>
                  <a:lnTo>
                    <a:pt x="461" y="1591"/>
                  </a:lnTo>
                  <a:lnTo>
                    <a:pt x="482" y="1696"/>
                  </a:lnTo>
                  <a:lnTo>
                    <a:pt x="523" y="1842"/>
                  </a:lnTo>
                  <a:lnTo>
                    <a:pt x="523" y="1989"/>
                  </a:lnTo>
                  <a:lnTo>
                    <a:pt x="586" y="2010"/>
                  </a:lnTo>
                  <a:lnTo>
                    <a:pt x="670" y="2135"/>
                  </a:lnTo>
                  <a:lnTo>
                    <a:pt x="691" y="2219"/>
                  </a:lnTo>
                  <a:lnTo>
                    <a:pt x="795" y="2261"/>
                  </a:lnTo>
                  <a:lnTo>
                    <a:pt x="795" y="2323"/>
                  </a:lnTo>
                  <a:lnTo>
                    <a:pt x="858" y="2407"/>
                  </a:lnTo>
                  <a:lnTo>
                    <a:pt x="942" y="2449"/>
                  </a:lnTo>
                  <a:lnTo>
                    <a:pt x="984" y="2449"/>
                  </a:lnTo>
                  <a:lnTo>
                    <a:pt x="1005" y="2470"/>
                  </a:lnTo>
                  <a:lnTo>
                    <a:pt x="1172" y="2533"/>
                  </a:lnTo>
                  <a:lnTo>
                    <a:pt x="1256" y="2533"/>
                  </a:lnTo>
                  <a:lnTo>
                    <a:pt x="1277" y="2470"/>
                  </a:lnTo>
                  <a:lnTo>
                    <a:pt x="1214" y="2344"/>
                  </a:lnTo>
                  <a:lnTo>
                    <a:pt x="1193" y="2303"/>
                  </a:lnTo>
                  <a:lnTo>
                    <a:pt x="1088" y="2198"/>
                  </a:lnTo>
                  <a:lnTo>
                    <a:pt x="1109" y="2093"/>
                  </a:lnTo>
                  <a:lnTo>
                    <a:pt x="1214" y="2010"/>
                  </a:lnTo>
                  <a:lnTo>
                    <a:pt x="1339" y="2031"/>
                  </a:lnTo>
                  <a:lnTo>
                    <a:pt x="1591" y="2031"/>
                  </a:lnTo>
                  <a:lnTo>
                    <a:pt x="1695" y="1989"/>
                  </a:lnTo>
                  <a:lnTo>
                    <a:pt x="1842" y="1989"/>
                  </a:lnTo>
                  <a:lnTo>
                    <a:pt x="1946" y="2093"/>
                  </a:lnTo>
                  <a:lnTo>
                    <a:pt x="2030" y="2114"/>
                  </a:lnTo>
                  <a:lnTo>
                    <a:pt x="2093" y="2114"/>
                  </a:lnTo>
                  <a:lnTo>
                    <a:pt x="2218" y="2010"/>
                  </a:lnTo>
                  <a:lnTo>
                    <a:pt x="2260" y="1884"/>
                  </a:lnTo>
                  <a:lnTo>
                    <a:pt x="2218" y="1821"/>
                  </a:lnTo>
                  <a:lnTo>
                    <a:pt x="2218" y="1675"/>
                  </a:lnTo>
                  <a:lnTo>
                    <a:pt x="2302" y="1591"/>
                  </a:lnTo>
                  <a:lnTo>
                    <a:pt x="2323" y="1487"/>
                  </a:lnTo>
                  <a:lnTo>
                    <a:pt x="2302" y="1424"/>
                  </a:lnTo>
                  <a:lnTo>
                    <a:pt x="2260" y="1298"/>
                  </a:lnTo>
                  <a:lnTo>
                    <a:pt x="2218" y="1194"/>
                  </a:lnTo>
                  <a:lnTo>
                    <a:pt x="2155" y="1110"/>
                  </a:lnTo>
                  <a:lnTo>
                    <a:pt x="2051" y="1047"/>
                  </a:lnTo>
                  <a:lnTo>
                    <a:pt x="2051" y="963"/>
                  </a:lnTo>
                  <a:lnTo>
                    <a:pt x="2093" y="838"/>
                  </a:lnTo>
                  <a:lnTo>
                    <a:pt x="2030" y="691"/>
                  </a:lnTo>
                  <a:lnTo>
                    <a:pt x="2030" y="545"/>
                  </a:lnTo>
                  <a:lnTo>
                    <a:pt x="2114" y="440"/>
                  </a:lnTo>
                  <a:lnTo>
                    <a:pt x="2155" y="378"/>
                  </a:lnTo>
                  <a:lnTo>
                    <a:pt x="2260" y="231"/>
                  </a:lnTo>
                  <a:lnTo>
                    <a:pt x="2260" y="147"/>
                  </a:lnTo>
                  <a:lnTo>
                    <a:pt x="2135" y="106"/>
                  </a:lnTo>
                  <a:lnTo>
                    <a:pt x="1946" y="64"/>
                  </a:lnTo>
                  <a:lnTo>
                    <a:pt x="171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7" name="Google Shape;7735;p67">
              <a:extLst>
                <a:ext uri="{FF2B5EF4-FFF2-40B4-BE49-F238E27FC236}">
                  <a16:creationId xmlns:a16="http://schemas.microsoft.com/office/drawing/2014/main" id="{115F0B5F-5E1F-8E17-AFAA-17E3F63808B4}"/>
                </a:ext>
              </a:extLst>
            </p:cNvPr>
            <p:cNvSpPr/>
            <p:nvPr/>
          </p:nvSpPr>
          <p:spPr>
            <a:xfrm>
              <a:off x="2816900" y="3119825"/>
              <a:ext cx="72725" cy="109350"/>
            </a:xfrm>
            <a:custGeom>
              <a:avLst/>
              <a:gdLst/>
              <a:ahLst/>
              <a:cxnLst/>
              <a:rect l="l" t="t" r="r" b="b"/>
              <a:pathLst>
                <a:path w="2909" h="4374" extrusionOk="0">
                  <a:moveTo>
                    <a:pt x="879" y="0"/>
                  </a:moveTo>
                  <a:lnTo>
                    <a:pt x="858" y="84"/>
                  </a:lnTo>
                  <a:lnTo>
                    <a:pt x="712" y="251"/>
                  </a:lnTo>
                  <a:lnTo>
                    <a:pt x="565" y="356"/>
                  </a:lnTo>
                  <a:lnTo>
                    <a:pt x="503" y="335"/>
                  </a:lnTo>
                  <a:lnTo>
                    <a:pt x="335" y="544"/>
                  </a:lnTo>
                  <a:lnTo>
                    <a:pt x="356" y="628"/>
                  </a:lnTo>
                  <a:lnTo>
                    <a:pt x="419" y="733"/>
                  </a:lnTo>
                  <a:lnTo>
                    <a:pt x="565" y="753"/>
                  </a:lnTo>
                  <a:lnTo>
                    <a:pt x="649" y="837"/>
                  </a:lnTo>
                  <a:lnTo>
                    <a:pt x="649" y="963"/>
                  </a:lnTo>
                  <a:lnTo>
                    <a:pt x="461" y="1046"/>
                  </a:lnTo>
                  <a:lnTo>
                    <a:pt x="398" y="1025"/>
                  </a:lnTo>
                  <a:lnTo>
                    <a:pt x="293" y="1046"/>
                  </a:lnTo>
                  <a:lnTo>
                    <a:pt x="210" y="1025"/>
                  </a:lnTo>
                  <a:lnTo>
                    <a:pt x="126" y="1088"/>
                  </a:lnTo>
                  <a:lnTo>
                    <a:pt x="105" y="1277"/>
                  </a:lnTo>
                  <a:lnTo>
                    <a:pt x="1" y="1381"/>
                  </a:lnTo>
                  <a:lnTo>
                    <a:pt x="42" y="1507"/>
                  </a:lnTo>
                  <a:lnTo>
                    <a:pt x="189" y="1716"/>
                  </a:lnTo>
                  <a:lnTo>
                    <a:pt x="419" y="1904"/>
                  </a:lnTo>
                  <a:lnTo>
                    <a:pt x="419" y="1925"/>
                  </a:lnTo>
                  <a:lnTo>
                    <a:pt x="461" y="1925"/>
                  </a:lnTo>
                  <a:lnTo>
                    <a:pt x="524" y="1988"/>
                  </a:lnTo>
                  <a:lnTo>
                    <a:pt x="565" y="1925"/>
                  </a:lnTo>
                  <a:lnTo>
                    <a:pt x="712" y="1967"/>
                  </a:lnTo>
                  <a:lnTo>
                    <a:pt x="817" y="2072"/>
                  </a:lnTo>
                  <a:lnTo>
                    <a:pt x="817" y="2218"/>
                  </a:lnTo>
                  <a:lnTo>
                    <a:pt x="733" y="2344"/>
                  </a:lnTo>
                  <a:lnTo>
                    <a:pt x="670" y="2406"/>
                  </a:lnTo>
                  <a:lnTo>
                    <a:pt x="775" y="2448"/>
                  </a:lnTo>
                  <a:lnTo>
                    <a:pt x="879" y="2448"/>
                  </a:lnTo>
                  <a:lnTo>
                    <a:pt x="942" y="2532"/>
                  </a:lnTo>
                  <a:lnTo>
                    <a:pt x="984" y="2616"/>
                  </a:lnTo>
                  <a:lnTo>
                    <a:pt x="1089" y="2616"/>
                  </a:lnTo>
                  <a:lnTo>
                    <a:pt x="1089" y="2657"/>
                  </a:lnTo>
                  <a:lnTo>
                    <a:pt x="984" y="2804"/>
                  </a:lnTo>
                  <a:lnTo>
                    <a:pt x="963" y="2950"/>
                  </a:lnTo>
                  <a:lnTo>
                    <a:pt x="837" y="3160"/>
                  </a:lnTo>
                  <a:lnTo>
                    <a:pt x="858" y="3264"/>
                  </a:lnTo>
                  <a:lnTo>
                    <a:pt x="817" y="3369"/>
                  </a:lnTo>
                  <a:lnTo>
                    <a:pt x="817" y="3474"/>
                  </a:lnTo>
                  <a:lnTo>
                    <a:pt x="837" y="3536"/>
                  </a:lnTo>
                  <a:lnTo>
                    <a:pt x="817" y="3599"/>
                  </a:lnTo>
                  <a:lnTo>
                    <a:pt x="817" y="3704"/>
                  </a:lnTo>
                  <a:lnTo>
                    <a:pt x="921" y="3808"/>
                  </a:lnTo>
                  <a:lnTo>
                    <a:pt x="1047" y="3955"/>
                  </a:lnTo>
                  <a:lnTo>
                    <a:pt x="1047" y="4018"/>
                  </a:lnTo>
                  <a:lnTo>
                    <a:pt x="1130" y="4122"/>
                  </a:lnTo>
                  <a:lnTo>
                    <a:pt x="1361" y="4331"/>
                  </a:lnTo>
                  <a:lnTo>
                    <a:pt x="1444" y="4373"/>
                  </a:lnTo>
                  <a:lnTo>
                    <a:pt x="1507" y="4290"/>
                  </a:lnTo>
                  <a:lnTo>
                    <a:pt x="1591" y="4269"/>
                  </a:lnTo>
                  <a:lnTo>
                    <a:pt x="1612" y="4290"/>
                  </a:lnTo>
                  <a:lnTo>
                    <a:pt x="1758" y="4290"/>
                  </a:lnTo>
                  <a:lnTo>
                    <a:pt x="1821" y="4185"/>
                  </a:lnTo>
                  <a:lnTo>
                    <a:pt x="1863" y="4122"/>
                  </a:lnTo>
                  <a:lnTo>
                    <a:pt x="1967" y="4101"/>
                  </a:lnTo>
                  <a:lnTo>
                    <a:pt x="2198" y="4101"/>
                  </a:lnTo>
                  <a:lnTo>
                    <a:pt x="2260" y="3913"/>
                  </a:lnTo>
                  <a:lnTo>
                    <a:pt x="2386" y="3871"/>
                  </a:lnTo>
                  <a:lnTo>
                    <a:pt x="2553" y="3871"/>
                  </a:lnTo>
                  <a:lnTo>
                    <a:pt x="2616" y="3913"/>
                  </a:lnTo>
                  <a:lnTo>
                    <a:pt x="2721" y="3892"/>
                  </a:lnTo>
                  <a:lnTo>
                    <a:pt x="2909" y="3892"/>
                  </a:lnTo>
                  <a:lnTo>
                    <a:pt x="2825" y="3850"/>
                  </a:lnTo>
                  <a:lnTo>
                    <a:pt x="2762" y="3766"/>
                  </a:lnTo>
                  <a:lnTo>
                    <a:pt x="2762" y="3704"/>
                  </a:lnTo>
                  <a:lnTo>
                    <a:pt x="2658" y="3662"/>
                  </a:lnTo>
                  <a:lnTo>
                    <a:pt x="2637" y="3578"/>
                  </a:lnTo>
                  <a:lnTo>
                    <a:pt x="2553" y="3453"/>
                  </a:lnTo>
                  <a:lnTo>
                    <a:pt x="2490" y="3432"/>
                  </a:lnTo>
                  <a:lnTo>
                    <a:pt x="2490" y="3285"/>
                  </a:lnTo>
                  <a:lnTo>
                    <a:pt x="2449" y="3139"/>
                  </a:lnTo>
                  <a:lnTo>
                    <a:pt x="2428" y="3034"/>
                  </a:lnTo>
                  <a:lnTo>
                    <a:pt x="2386" y="3013"/>
                  </a:lnTo>
                  <a:lnTo>
                    <a:pt x="2302" y="3013"/>
                  </a:lnTo>
                  <a:lnTo>
                    <a:pt x="2239" y="2950"/>
                  </a:lnTo>
                  <a:lnTo>
                    <a:pt x="2239" y="2867"/>
                  </a:lnTo>
                  <a:lnTo>
                    <a:pt x="2177" y="2762"/>
                  </a:lnTo>
                  <a:lnTo>
                    <a:pt x="2135" y="2720"/>
                  </a:lnTo>
                  <a:lnTo>
                    <a:pt x="2093" y="2637"/>
                  </a:lnTo>
                  <a:lnTo>
                    <a:pt x="1988" y="2595"/>
                  </a:lnTo>
                  <a:lnTo>
                    <a:pt x="1967" y="2511"/>
                  </a:lnTo>
                  <a:lnTo>
                    <a:pt x="2072" y="2281"/>
                  </a:lnTo>
                  <a:lnTo>
                    <a:pt x="2072" y="2134"/>
                  </a:lnTo>
                  <a:lnTo>
                    <a:pt x="2135" y="2009"/>
                  </a:lnTo>
                  <a:lnTo>
                    <a:pt x="2302" y="2009"/>
                  </a:lnTo>
                  <a:lnTo>
                    <a:pt x="2407" y="1967"/>
                  </a:lnTo>
                  <a:lnTo>
                    <a:pt x="2490" y="1862"/>
                  </a:lnTo>
                  <a:lnTo>
                    <a:pt x="2449" y="1779"/>
                  </a:lnTo>
                  <a:lnTo>
                    <a:pt x="2511" y="1653"/>
                  </a:lnTo>
                  <a:lnTo>
                    <a:pt x="2449" y="1549"/>
                  </a:lnTo>
                  <a:lnTo>
                    <a:pt x="2449" y="1381"/>
                  </a:lnTo>
                  <a:lnTo>
                    <a:pt x="2428" y="1297"/>
                  </a:lnTo>
                  <a:lnTo>
                    <a:pt x="2218" y="1256"/>
                  </a:lnTo>
                  <a:lnTo>
                    <a:pt x="2009" y="1046"/>
                  </a:lnTo>
                  <a:lnTo>
                    <a:pt x="1905" y="963"/>
                  </a:lnTo>
                  <a:lnTo>
                    <a:pt x="1863" y="984"/>
                  </a:lnTo>
                  <a:lnTo>
                    <a:pt x="1716" y="1046"/>
                  </a:lnTo>
                  <a:lnTo>
                    <a:pt x="1653" y="1130"/>
                  </a:lnTo>
                  <a:lnTo>
                    <a:pt x="1612" y="1235"/>
                  </a:lnTo>
                  <a:lnTo>
                    <a:pt x="1591" y="1088"/>
                  </a:lnTo>
                  <a:lnTo>
                    <a:pt x="1612" y="921"/>
                  </a:lnTo>
                  <a:lnTo>
                    <a:pt x="1674" y="816"/>
                  </a:lnTo>
                  <a:lnTo>
                    <a:pt x="1612" y="628"/>
                  </a:lnTo>
                  <a:lnTo>
                    <a:pt x="1507" y="565"/>
                  </a:lnTo>
                  <a:lnTo>
                    <a:pt x="1298" y="419"/>
                  </a:lnTo>
                  <a:lnTo>
                    <a:pt x="1151" y="251"/>
                  </a:lnTo>
                  <a:lnTo>
                    <a:pt x="1130" y="147"/>
                  </a:lnTo>
                  <a:lnTo>
                    <a:pt x="1026" y="42"/>
                  </a:lnTo>
                  <a:lnTo>
                    <a:pt x="921" y="21"/>
                  </a:lnTo>
                  <a:lnTo>
                    <a:pt x="87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8" name="Google Shape;7736;p67">
              <a:extLst>
                <a:ext uri="{FF2B5EF4-FFF2-40B4-BE49-F238E27FC236}">
                  <a16:creationId xmlns:a16="http://schemas.microsoft.com/office/drawing/2014/main" id="{14E05FD6-3F4D-598A-F7D9-36056D1AC93E}"/>
                </a:ext>
              </a:extLst>
            </p:cNvPr>
            <p:cNvSpPr/>
            <p:nvPr/>
          </p:nvSpPr>
          <p:spPr>
            <a:xfrm>
              <a:off x="2646900" y="3064375"/>
              <a:ext cx="192000" cy="172650"/>
            </a:xfrm>
            <a:custGeom>
              <a:avLst/>
              <a:gdLst/>
              <a:ahLst/>
              <a:cxnLst/>
              <a:rect l="l" t="t" r="r" b="b"/>
              <a:pathLst>
                <a:path w="7680" h="6906" extrusionOk="0">
                  <a:moveTo>
                    <a:pt x="1988" y="0"/>
                  </a:moveTo>
                  <a:lnTo>
                    <a:pt x="1821" y="63"/>
                  </a:lnTo>
                  <a:lnTo>
                    <a:pt x="1674" y="251"/>
                  </a:lnTo>
                  <a:lnTo>
                    <a:pt x="1695" y="377"/>
                  </a:lnTo>
                  <a:lnTo>
                    <a:pt x="1758" y="440"/>
                  </a:lnTo>
                  <a:lnTo>
                    <a:pt x="1863" y="356"/>
                  </a:lnTo>
                  <a:lnTo>
                    <a:pt x="1967" y="377"/>
                  </a:lnTo>
                  <a:lnTo>
                    <a:pt x="2072" y="461"/>
                  </a:lnTo>
                  <a:lnTo>
                    <a:pt x="2030" y="544"/>
                  </a:lnTo>
                  <a:lnTo>
                    <a:pt x="1925" y="565"/>
                  </a:lnTo>
                  <a:lnTo>
                    <a:pt x="1821" y="523"/>
                  </a:lnTo>
                  <a:lnTo>
                    <a:pt x="1779" y="482"/>
                  </a:lnTo>
                  <a:lnTo>
                    <a:pt x="1758" y="523"/>
                  </a:lnTo>
                  <a:lnTo>
                    <a:pt x="1758" y="565"/>
                  </a:lnTo>
                  <a:lnTo>
                    <a:pt x="1611" y="649"/>
                  </a:lnTo>
                  <a:lnTo>
                    <a:pt x="1360" y="670"/>
                  </a:lnTo>
                  <a:lnTo>
                    <a:pt x="1088" y="774"/>
                  </a:lnTo>
                  <a:lnTo>
                    <a:pt x="1026" y="879"/>
                  </a:lnTo>
                  <a:lnTo>
                    <a:pt x="1026" y="984"/>
                  </a:lnTo>
                  <a:lnTo>
                    <a:pt x="1088" y="1088"/>
                  </a:lnTo>
                  <a:lnTo>
                    <a:pt x="1088" y="1318"/>
                  </a:lnTo>
                  <a:lnTo>
                    <a:pt x="1130" y="1486"/>
                  </a:lnTo>
                  <a:lnTo>
                    <a:pt x="1151" y="1611"/>
                  </a:lnTo>
                  <a:lnTo>
                    <a:pt x="1067" y="1800"/>
                  </a:lnTo>
                  <a:lnTo>
                    <a:pt x="879" y="1925"/>
                  </a:lnTo>
                  <a:lnTo>
                    <a:pt x="775" y="1904"/>
                  </a:lnTo>
                  <a:lnTo>
                    <a:pt x="775" y="1737"/>
                  </a:lnTo>
                  <a:lnTo>
                    <a:pt x="649" y="1611"/>
                  </a:lnTo>
                  <a:lnTo>
                    <a:pt x="628" y="1486"/>
                  </a:lnTo>
                  <a:lnTo>
                    <a:pt x="733" y="1402"/>
                  </a:lnTo>
                  <a:lnTo>
                    <a:pt x="754" y="1318"/>
                  </a:lnTo>
                  <a:lnTo>
                    <a:pt x="963" y="1109"/>
                  </a:lnTo>
                  <a:lnTo>
                    <a:pt x="963" y="942"/>
                  </a:lnTo>
                  <a:lnTo>
                    <a:pt x="879" y="795"/>
                  </a:lnTo>
                  <a:lnTo>
                    <a:pt x="921" y="754"/>
                  </a:lnTo>
                  <a:lnTo>
                    <a:pt x="879" y="670"/>
                  </a:lnTo>
                  <a:lnTo>
                    <a:pt x="816" y="628"/>
                  </a:lnTo>
                  <a:lnTo>
                    <a:pt x="754" y="523"/>
                  </a:lnTo>
                  <a:lnTo>
                    <a:pt x="775" y="440"/>
                  </a:lnTo>
                  <a:lnTo>
                    <a:pt x="921" y="377"/>
                  </a:lnTo>
                  <a:lnTo>
                    <a:pt x="1067" y="356"/>
                  </a:lnTo>
                  <a:lnTo>
                    <a:pt x="1172" y="210"/>
                  </a:lnTo>
                  <a:lnTo>
                    <a:pt x="1130" y="210"/>
                  </a:lnTo>
                  <a:lnTo>
                    <a:pt x="1088" y="230"/>
                  </a:lnTo>
                  <a:lnTo>
                    <a:pt x="775" y="356"/>
                  </a:lnTo>
                  <a:lnTo>
                    <a:pt x="628" y="628"/>
                  </a:lnTo>
                  <a:lnTo>
                    <a:pt x="565" y="670"/>
                  </a:lnTo>
                  <a:lnTo>
                    <a:pt x="461" y="691"/>
                  </a:lnTo>
                  <a:lnTo>
                    <a:pt x="356" y="837"/>
                  </a:lnTo>
                  <a:lnTo>
                    <a:pt x="293" y="900"/>
                  </a:lnTo>
                  <a:lnTo>
                    <a:pt x="105" y="1172"/>
                  </a:lnTo>
                  <a:lnTo>
                    <a:pt x="84" y="1298"/>
                  </a:lnTo>
                  <a:lnTo>
                    <a:pt x="105" y="1402"/>
                  </a:lnTo>
                  <a:lnTo>
                    <a:pt x="84" y="1590"/>
                  </a:lnTo>
                  <a:lnTo>
                    <a:pt x="0" y="1779"/>
                  </a:lnTo>
                  <a:lnTo>
                    <a:pt x="0" y="1821"/>
                  </a:lnTo>
                  <a:lnTo>
                    <a:pt x="147" y="1821"/>
                  </a:lnTo>
                  <a:lnTo>
                    <a:pt x="398" y="2239"/>
                  </a:lnTo>
                  <a:lnTo>
                    <a:pt x="503" y="2407"/>
                  </a:lnTo>
                  <a:lnTo>
                    <a:pt x="523" y="2511"/>
                  </a:lnTo>
                  <a:lnTo>
                    <a:pt x="461" y="2637"/>
                  </a:lnTo>
                  <a:lnTo>
                    <a:pt x="461" y="2720"/>
                  </a:lnTo>
                  <a:lnTo>
                    <a:pt x="440" y="2762"/>
                  </a:lnTo>
                  <a:lnTo>
                    <a:pt x="440" y="2867"/>
                  </a:lnTo>
                  <a:lnTo>
                    <a:pt x="565" y="2971"/>
                  </a:lnTo>
                  <a:lnTo>
                    <a:pt x="733" y="3034"/>
                  </a:lnTo>
                  <a:lnTo>
                    <a:pt x="837" y="3055"/>
                  </a:lnTo>
                  <a:lnTo>
                    <a:pt x="963" y="3097"/>
                  </a:lnTo>
                  <a:lnTo>
                    <a:pt x="1047" y="3055"/>
                  </a:lnTo>
                  <a:lnTo>
                    <a:pt x="1193" y="3055"/>
                  </a:lnTo>
                  <a:lnTo>
                    <a:pt x="1339" y="3097"/>
                  </a:lnTo>
                  <a:lnTo>
                    <a:pt x="1381" y="3076"/>
                  </a:lnTo>
                  <a:lnTo>
                    <a:pt x="1549" y="3055"/>
                  </a:lnTo>
                  <a:lnTo>
                    <a:pt x="1716" y="3076"/>
                  </a:lnTo>
                  <a:lnTo>
                    <a:pt x="1821" y="3139"/>
                  </a:lnTo>
                  <a:lnTo>
                    <a:pt x="2281" y="3557"/>
                  </a:lnTo>
                  <a:lnTo>
                    <a:pt x="2427" y="3515"/>
                  </a:lnTo>
                  <a:lnTo>
                    <a:pt x="2448" y="3557"/>
                  </a:lnTo>
                  <a:lnTo>
                    <a:pt x="2511" y="3515"/>
                  </a:lnTo>
                  <a:lnTo>
                    <a:pt x="2637" y="3578"/>
                  </a:lnTo>
                  <a:lnTo>
                    <a:pt x="2699" y="3599"/>
                  </a:lnTo>
                  <a:lnTo>
                    <a:pt x="2825" y="3557"/>
                  </a:lnTo>
                  <a:lnTo>
                    <a:pt x="2930" y="3557"/>
                  </a:lnTo>
                  <a:lnTo>
                    <a:pt x="3076" y="3578"/>
                  </a:lnTo>
                  <a:lnTo>
                    <a:pt x="3118" y="3515"/>
                  </a:lnTo>
                  <a:lnTo>
                    <a:pt x="3223" y="3515"/>
                  </a:lnTo>
                  <a:lnTo>
                    <a:pt x="3285" y="3578"/>
                  </a:lnTo>
                  <a:lnTo>
                    <a:pt x="3348" y="3808"/>
                  </a:lnTo>
                  <a:lnTo>
                    <a:pt x="3285" y="3892"/>
                  </a:lnTo>
                  <a:lnTo>
                    <a:pt x="3285" y="3997"/>
                  </a:lnTo>
                  <a:lnTo>
                    <a:pt x="3264" y="4080"/>
                  </a:lnTo>
                  <a:lnTo>
                    <a:pt x="3118" y="4101"/>
                  </a:lnTo>
                  <a:lnTo>
                    <a:pt x="3055" y="4185"/>
                  </a:lnTo>
                  <a:lnTo>
                    <a:pt x="3076" y="4394"/>
                  </a:lnTo>
                  <a:lnTo>
                    <a:pt x="3118" y="4457"/>
                  </a:lnTo>
                  <a:lnTo>
                    <a:pt x="3055" y="4624"/>
                  </a:lnTo>
                  <a:lnTo>
                    <a:pt x="3055" y="4813"/>
                  </a:lnTo>
                  <a:lnTo>
                    <a:pt x="3139" y="4875"/>
                  </a:lnTo>
                  <a:lnTo>
                    <a:pt x="3139" y="4959"/>
                  </a:lnTo>
                  <a:lnTo>
                    <a:pt x="3244" y="5252"/>
                  </a:lnTo>
                  <a:lnTo>
                    <a:pt x="3055" y="5587"/>
                  </a:lnTo>
                  <a:lnTo>
                    <a:pt x="3076" y="5692"/>
                  </a:lnTo>
                  <a:lnTo>
                    <a:pt x="3139" y="5692"/>
                  </a:lnTo>
                  <a:lnTo>
                    <a:pt x="3223" y="5671"/>
                  </a:lnTo>
                  <a:lnTo>
                    <a:pt x="3223" y="5692"/>
                  </a:lnTo>
                  <a:lnTo>
                    <a:pt x="3244" y="5775"/>
                  </a:lnTo>
                  <a:lnTo>
                    <a:pt x="3327" y="5817"/>
                  </a:lnTo>
                  <a:lnTo>
                    <a:pt x="3369" y="5922"/>
                  </a:lnTo>
                  <a:lnTo>
                    <a:pt x="3348" y="5984"/>
                  </a:lnTo>
                  <a:lnTo>
                    <a:pt x="3390" y="6131"/>
                  </a:lnTo>
                  <a:lnTo>
                    <a:pt x="3536" y="6424"/>
                  </a:lnTo>
                  <a:lnTo>
                    <a:pt x="3536" y="6528"/>
                  </a:lnTo>
                  <a:lnTo>
                    <a:pt x="3746" y="6696"/>
                  </a:lnTo>
                  <a:lnTo>
                    <a:pt x="3976" y="6863"/>
                  </a:lnTo>
                  <a:lnTo>
                    <a:pt x="4101" y="6905"/>
                  </a:lnTo>
                  <a:lnTo>
                    <a:pt x="4332" y="6863"/>
                  </a:lnTo>
                  <a:lnTo>
                    <a:pt x="4478" y="6717"/>
                  </a:lnTo>
                  <a:lnTo>
                    <a:pt x="4687" y="6591"/>
                  </a:lnTo>
                  <a:lnTo>
                    <a:pt x="4750" y="6487"/>
                  </a:lnTo>
                  <a:lnTo>
                    <a:pt x="5064" y="6319"/>
                  </a:lnTo>
                  <a:lnTo>
                    <a:pt x="5127" y="6173"/>
                  </a:lnTo>
                  <a:lnTo>
                    <a:pt x="5168" y="6110"/>
                  </a:lnTo>
                  <a:lnTo>
                    <a:pt x="5210" y="6068"/>
                  </a:lnTo>
                  <a:lnTo>
                    <a:pt x="5482" y="6005"/>
                  </a:lnTo>
                  <a:lnTo>
                    <a:pt x="5629" y="5964"/>
                  </a:lnTo>
                  <a:lnTo>
                    <a:pt x="5587" y="5817"/>
                  </a:lnTo>
                  <a:lnTo>
                    <a:pt x="5440" y="5796"/>
                  </a:lnTo>
                  <a:lnTo>
                    <a:pt x="5252" y="5817"/>
                  </a:lnTo>
                  <a:lnTo>
                    <a:pt x="4959" y="5712"/>
                  </a:lnTo>
                  <a:lnTo>
                    <a:pt x="5022" y="5545"/>
                  </a:lnTo>
                  <a:lnTo>
                    <a:pt x="5001" y="5482"/>
                  </a:lnTo>
                  <a:lnTo>
                    <a:pt x="4938" y="5440"/>
                  </a:lnTo>
                  <a:lnTo>
                    <a:pt x="5127" y="5168"/>
                  </a:lnTo>
                  <a:lnTo>
                    <a:pt x="5064" y="5064"/>
                  </a:lnTo>
                  <a:lnTo>
                    <a:pt x="4938" y="4938"/>
                  </a:lnTo>
                  <a:lnTo>
                    <a:pt x="4834" y="4917"/>
                  </a:lnTo>
                  <a:lnTo>
                    <a:pt x="4750" y="4750"/>
                  </a:lnTo>
                  <a:lnTo>
                    <a:pt x="4917" y="4813"/>
                  </a:lnTo>
                  <a:lnTo>
                    <a:pt x="5106" y="4834"/>
                  </a:lnTo>
                  <a:lnTo>
                    <a:pt x="5273" y="4938"/>
                  </a:lnTo>
                  <a:lnTo>
                    <a:pt x="5461" y="4938"/>
                  </a:lnTo>
                  <a:lnTo>
                    <a:pt x="5733" y="4875"/>
                  </a:lnTo>
                  <a:lnTo>
                    <a:pt x="5796" y="4938"/>
                  </a:lnTo>
                  <a:lnTo>
                    <a:pt x="5985" y="4875"/>
                  </a:lnTo>
                  <a:lnTo>
                    <a:pt x="6173" y="4708"/>
                  </a:lnTo>
                  <a:lnTo>
                    <a:pt x="6319" y="4708"/>
                  </a:lnTo>
                  <a:lnTo>
                    <a:pt x="6424" y="4729"/>
                  </a:lnTo>
                  <a:lnTo>
                    <a:pt x="6675" y="4624"/>
                  </a:lnTo>
                  <a:lnTo>
                    <a:pt x="6884" y="4624"/>
                  </a:lnTo>
                  <a:lnTo>
                    <a:pt x="7156" y="4394"/>
                  </a:lnTo>
                  <a:lnTo>
                    <a:pt x="7219" y="4248"/>
                  </a:lnTo>
                  <a:lnTo>
                    <a:pt x="7219" y="4143"/>
                  </a:lnTo>
                  <a:lnTo>
                    <a:pt x="7219" y="4122"/>
                  </a:lnTo>
                  <a:lnTo>
                    <a:pt x="6989" y="3934"/>
                  </a:lnTo>
                  <a:lnTo>
                    <a:pt x="6842" y="3725"/>
                  </a:lnTo>
                  <a:lnTo>
                    <a:pt x="6801" y="3599"/>
                  </a:lnTo>
                  <a:lnTo>
                    <a:pt x="6905" y="3495"/>
                  </a:lnTo>
                  <a:lnTo>
                    <a:pt x="6926" y="3306"/>
                  </a:lnTo>
                  <a:lnTo>
                    <a:pt x="7010" y="3243"/>
                  </a:lnTo>
                  <a:lnTo>
                    <a:pt x="7093" y="3264"/>
                  </a:lnTo>
                  <a:lnTo>
                    <a:pt x="7198" y="3243"/>
                  </a:lnTo>
                  <a:lnTo>
                    <a:pt x="7261" y="3264"/>
                  </a:lnTo>
                  <a:lnTo>
                    <a:pt x="7449" y="3181"/>
                  </a:lnTo>
                  <a:lnTo>
                    <a:pt x="7449" y="3055"/>
                  </a:lnTo>
                  <a:lnTo>
                    <a:pt x="7365" y="2971"/>
                  </a:lnTo>
                  <a:lnTo>
                    <a:pt x="7219" y="2951"/>
                  </a:lnTo>
                  <a:lnTo>
                    <a:pt x="7156" y="2846"/>
                  </a:lnTo>
                  <a:lnTo>
                    <a:pt x="7135" y="2762"/>
                  </a:lnTo>
                  <a:lnTo>
                    <a:pt x="7303" y="2553"/>
                  </a:lnTo>
                  <a:lnTo>
                    <a:pt x="7365" y="2574"/>
                  </a:lnTo>
                  <a:lnTo>
                    <a:pt x="7512" y="2469"/>
                  </a:lnTo>
                  <a:lnTo>
                    <a:pt x="7658" y="2302"/>
                  </a:lnTo>
                  <a:lnTo>
                    <a:pt x="7679" y="2218"/>
                  </a:lnTo>
                  <a:lnTo>
                    <a:pt x="7658" y="2218"/>
                  </a:lnTo>
                  <a:lnTo>
                    <a:pt x="7428" y="2114"/>
                  </a:lnTo>
                  <a:lnTo>
                    <a:pt x="7345" y="2114"/>
                  </a:lnTo>
                  <a:lnTo>
                    <a:pt x="7261" y="2135"/>
                  </a:lnTo>
                  <a:lnTo>
                    <a:pt x="7156" y="2114"/>
                  </a:lnTo>
                  <a:lnTo>
                    <a:pt x="7093" y="2114"/>
                  </a:lnTo>
                  <a:lnTo>
                    <a:pt x="7010" y="2155"/>
                  </a:lnTo>
                  <a:lnTo>
                    <a:pt x="6821" y="2197"/>
                  </a:lnTo>
                  <a:lnTo>
                    <a:pt x="6675" y="2155"/>
                  </a:lnTo>
                  <a:lnTo>
                    <a:pt x="6612" y="2155"/>
                  </a:lnTo>
                  <a:lnTo>
                    <a:pt x="6717" y="2135"/>
                  </a:lnTo>
                  <a:lnTo>
                    <a:pt x="6801" y="2135"/>
                  </a:lnTo>
                  <a:lnTo>
                    <a:pt x="6884" y="2093"/>
                  </a:lnTo>
                  <a:lnTo>
                    <a:pt x="6926" y="2009"/>
                  </a:lnTo>
                  <a:lnTo>
                    <a:pt x="7052" y="1904"/>
                  </a:lnTo>
                  <a:lnTo>
                    <a:pt x="7093" y="1842"/>
                  </a:lnTo>
                  <a:lnTo>
                    <a:pt x="7010" y="1800"/>
                  </a:lnTo>
                  <a:lnTo>
                    <a:pt x="7010" y="1779"/>
                  </a:lnTo>
                  <a:lnTo>
                    <a:pt x="6989" y="1674"/>
                  </a:lnTo>
                  <a:lnTo>
                    <a:pt x="6821" y="1590"/>
                  </a:lnTo>
                  <a:lnTo>
                    <a:pt x="6612" y="1528"/>
                  </a:lnTo>
                  <a:lnTo>
                    <a:pt x="6570" y="1486"/>
                  </a:lnTo>
                  <a:lnTo>
                    <a:pt x="6487" y="1423"/>
                  </a:lnTo>
                  <a:lnTo>
                    <a:pt x="6382" y="1423"/>
                  </a:lnTo>
                  <a:lnTo>
                    <a:pt x="6361" y="1381"/>
                  </a:lnTo>
                  <a:lnTo>
                    <a:pt x="6215" y="1318"/>
                  </a:lnTo>
                  <a:lnTo>
                    <a:pt x="6173" y="1318"/>
                  </a:lnTo>
                  <a:lnTo>
                    <a:pt x="6173" y="1423"/>
                  </a:lnTo>
                  <a:lnTo>
                    <a:pt x="6089" y="1318"/>
                  </a:lnTo>
                  <a:lnTo>
                    <a:pt x="6047" y="1214"/>
                  </a:lnTo>
                  <a:lnTo>
                    <a:pt x="5943" y="1172"/>
                  </a:lnTo>
                  <a:lnTo>
                    <a:pt x="5901" y="1088"/>
                  </a:lnTo>
                  <a:lnTo>
                    <a:pt x="5964" y="1046"/>
                  </a:lnTo>
                  <a:lnTo>
                    <a:pt x="6215" y="1067"/>
                  </a:lnTo>
                  <a:lnTo>
                    <a:pt x="6319" y="984"/>
                  </a:lnTo>
                  <a:lnTo>
                    <a:pt x="6487" y="984"/>
                  </a:lnTo>
                  <a:lnTo>
                    <a:pt x="6487" y="879"/>
                  </a:lnTo>
                  <a:lnTo>
                    <a:pt x="6361" y="900"/>
                  </a:lnTo>
                  <a:lnTo>
                    <a:pt x="6089" y="858"/>
                  </a:lnTo>
                  <a:lnTo>
                    <a:pt x="5901" y="879"/>
                  </a:lnTo>
                  <a:lnTo>
                    <a:pt x="5775" y="879"/>
                  </a:lnTo>
                  <a:lnTo>
                    <a:pt x="5524" y="963"/>
                  </a:lnTo>
                  <a:lnTo>
                    <a:pt x="5440" y="942"/>
                  </a:lnTo>
                  <a:lnTo>
                    <a:pt x="5336" y="942"/>
                  </a:lnTo>
                  <a:lnTo>
                    <a:pt x="5127" y="1088"/>
                  </a:lnTo>
                  <a:lnTo>
                    <a:pt x="5022" y="1109"/>
                  </a:lnTo>
                  <a:lnTo>
                    <a:pt x="4896" y="1172"/>
                  </a:lnTo>
                  <a:lnTo>
                    <a:pt x="4834" y="1256"/>
                  </a:lnTo>
                  <a:lnTo>
                    <a:pt x="4645" y="1277"/>
                  </a:lnTo>
                  <a:lnTo>
                    <a:pt x="4604" y="1298"/>
                  </a:lnTo>
                  <a:lnTo>
                    <a:pt x="4520" y="1277"/>
                  </a:lnTo>
                  <a:lnTo>
                    <a:pt x="4269" y="1088"/>
                  </a:lnTo>
                  <a:lnTo>
                    <a:pt x="4206" y="984"/>
                  </a:lnTo>
                  <a:lnTo>
                    <a:pt x="3871" y="984"/>
                  </a:lnTo>
                  <a:lnTo>
                    <a:pt x="3327" y="1088"/>
                  </a:lnTo>
                  <a:lnTo>
                    <a:pt x="3055" y="1088"/>
                  </a:lnTo>
                  <a:lnTo>
                    <a:pt x="2951" y="1046"/>
                  </a:lnTo>
                  <a:lnTo>
                    <a:pt x="2909" y="963"/>
                  </a:lnTo>
                  <a:lnTo>
                    <a:pt x="2909" y="858"/>
                  </a:lnTo>
                  <a:lnTo>
                    <a:pt x="2972" y="858"/>
                  </a:lnTo>
                  <a:lnTo>
                    <a:pt x="2951" y="733"/>
                  </a:lnTo>
                  <a:lnTo>
                    <a:pt x="2846" y="565"/>
                  </a:lnTo>
                  <a:lnTo>
                    <a:pt x="2741" y="544"/>
                  </a:lnTo>
                  <a:lnTo>
                    <a:pt x="2448" y="565"/>
                  </a:lnTo>
                  <a:lnTo>
                    <a:pt x="2323" y="482"/>
                  </a:lnTo>
                  <a:lnTo>
                    <a:pt x="2239" y="482"/>
                  </a:lnTo>
                  <a:lnTo>
                    <a:pt x="2176" y="523"/>
                  </a:lnTo>
                  <a:lnTo>
                    <a:pt x="2072" y="356"/>
                  </a:lnTo>
                  <a:lnTo>
                    <a:pt x="2072" y="210"/>
                  </a:lnTo>
                  <a:lnTo>
                    <a:pt x="2030" y="21"/>
                  </a:lnTo>
                  <a:lnTo>
                    <a:pt x="198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9" name="Google Shape;7737;p67">
              <a:extLst>
                <a:ext uri="{FF2B5EF4-FFF2-40B4-BE49-F238E27FC236}">
                  <a16:creationId xmlns:a16="http://schemas.microsoft.com/office/drawing/2014/main" id="{E6EC32EF-E173-FC96-47A3-4FC6125EE8A9}"/>
                </a:ext>
              </a:extLst>
            </p:cNvPr>
            <p:cNvSpPr/>
            <p:nvPr/>
          </p:nvSpPr>
          <p:spPr>
            <a:xfrm>
              <a:off x="2561625" y="3060700"/>
              <a:ext cx="173700" cy="247450"/>
            </a:xfrm>
            <a:custGeom>
              <a:avLst/>
              <a:gdLst/>
              <a:ahLst/>
              <a:cxnLst/>
              <a:rect l="l" t="t" r="r" b="b"/>
              <a:pathLst>
                <a:path w="6948" h="9898" extrusionOk="0">
                  <a:moveTo>
                    <a:pt x="4353" y="1"/>
                  </a:moveTo>
                  <a:lnTo>
                    <a:pt x="4332" y="64"/>
                  </a:lnTo>
                  <a:lnTo>
                    <a:pt x="4290" y="105"/>
                  </a:lnTo>
                  <a:lnTo>
                    <a:pt x="4227" y="147"/>
                  </a:lnTo>
                  <a:lnTo>
                    <a:pt x="4165" y="168"/>
                  </a:lnTo>
                  <a:lnTo>
                    <a:pt x="4060" y="168"/>
                  </a:lnTo>
                  <a:lnTo>
                    <a:pt x="3976" y="189"/>
                  </a:lnTo>
                  <a:lnTo>
                    <a:pt x="3955" y="252"/>
                  </a:lnTo>
                  <a:lnTo>
                    <a:pt x="3976" y="294"/>
                  </a:lnTo>
                  <a:lnTo>
                    <a:pt x="3955" y="357"/>
                  </a:lnTo>
                  <a:lnTo>
                    <a:pt x="3809" y="419"/>
                  </a:lnTo>
                  <a:lnTo>
                    <a:pt x="3621" y="566"/>
                  </a:lnTo>
                  <a:lnTo>
                    <a:pt x="3495" y="670"/>
                  </a:lnTo>
                  <a:lnTo>
                    <a:pt x="3328" y="691"/>
                  </a:lnTo>
                  <a:lnTo>
                    <a:pt x="2972" y="691"/>
                  </a:lnTo>
                  <a:lnTo>
                    <a:pt x="2867" y="733"/>
                  </a:lnTo>
                  <a:lnTo>
                    <a:pt x="2867" y="817"/>
                  </a:lnTo>
                  <a:lnTo>
                    <a:pt x="2888" y="901"/>
                  </a:lnTo>
                  <a:lnTo>
                    <a:pt x="2888" y="1005"/>
                  </a:lnTo>
                  <a:lnTo>
                    <a:pt x="2805" y="1089"/>
                  </a:lnTo>
                  <a:lnTo>
                    <a:pt x="2721" y="1047"/>
                  </a:lnTo>
                  <a:lnTo>
                    <a:pt x="2763" y="942"/>
                  </a:lnTo>
                  <a:lnTo>
                    <a:pt x="2763" y="921"/>
                  </a:lnTo>
                  <a:lnTo>
                    <a:pt x="2825" y="901"/>
                  </a:lnTo>
                  <a:lnTo>
                    <a:pt x="2700" y="880"/>
                  </a:lnTo>
                  <a:lnTo>
                    <a:pt x="2574" y="817"/>
                  </a:lnTo>
                  <a:lnTo>
                    <a:pt x="2491" y="817"/>
                  </a:lnTo>
                  <a:lnTo>
                    <a:pt x="2302" y="942"/>
                  </a:lnTo>
                  <a:lnTo>
                    <a:pt x="2261" y="1026"/>
                  </a:lnTo>
                  <a:lnTo>
                    <a:pt x="2135" y="1152"/>
                  </a:lnTo>
                  <a:lnTo>
                    <a:pt x="1968" y="1465"/>
                  </a:lnTo>
                  <a:lnTo>
                    <a:pt x="1947" y="1549"/>
                  </a:lnTo>
                  <a:lnTo>
                    <a:pt x="1947" y="1549"/>
                  </a:lnTo>
                  <a:lnTo>
                    <a:pt x="1989" y="1528"/>
                  </a:lnTo>
                  <a:lnTo>
                    <a:pt x="2051" y="1570"/>
                  </a:lnTo>
                  <a:lnTo>
                    <a:pt x="2051" y="1654"/>
                  </a:lnTo>
                  <a:lnTo>
                    <a:pt x="2030" y="1758"/>
                  </a:lnTo>
                  <a:lnTo>
                    <a:pt x="1947" y="1821"/>
                  </a:lnTo>
                  <a:lnTo>
                    <a:pt x="1842" y="1821"/>
                  </a:lnTo>
                  <a:lnTo>
                    <a:pt x="1737" y="1863"/>
                  </a:lnTo>
                  <a:lnTo>
                    <a:pt x="1612" y="1989"/>
                  </a:lnTo>
                  <a:lnTo>
                    <a:pt x="1528" y="2051"/>
                  </a:lnTo>
                  <a:lnTo>
                    <a:pt x="1424" y="2198"/>
                  </a:lnTo>
                  <a:lnTo>
                    <a:pt x="1340" y="2198"/>
                  </a:lnTo>
                  <a:lnTo>
                    <a:pt x="1256" y="2240"/>
                  </a:lnTo>
                  <a:lnTo>
                    <a:pt x="1298" y="2344"/>
                  </a:lnTo>
                  <a:lnTo>
                    <a:pt x="1403" y="2449"/>
                  </a:lnTo>
                  <a:lnTo>
                    <a:pt x="1403" y="2574"/>
                  </a:lnTo>
                  <a:lnTo>
                    <a:pt x="1340" y="2700"/>
                  </a:lnTo>
                  <a:lnTo>
                    <a:pt x="1256" y="2700"/>
                  </a:lnTo>
                  <a:lnTo>
                    <a:pt x="1152" y="2616"/>
                  </a:lnTo>
                  <a:lnTo>
                    <a:pt x="1193" y="2574"/>
                  </a:lnTo>
                  <a:lnTo>
                    <a:pt x="1214" y="2512"/>
                  </a:lnTo>
                  <a:lnTo>
                    <a:pt x="1131" y="2470"/>
                  </a:lnTo>
                  <a:lnTo>
                    <a:pt x="1089" y="2365"/>
                  </a:lnTo>
                  <a:lnTo>
                    <a:pt x="984" y="2261"/>
                  </a:lnTo>
                  <a:lnTo>
                    <a:pt x="942" y="2365"/>
                  </a:lnTo>
                  <a:lnTo>
                    <a:pt x="942" y="2407"/>
                  </a:lnTo>
                  <a:lnTo>
                    <a:pt x="1005" y="2574"/>
                  </a:lnTo>
                  <a:lnTo>
                    <a:pt x="921" y="2721"/>
                  </a:lnTo>
                  <a:lnTo>
                    <a:pt x="901" y="2867"/>
                  </a:lnTo>
                  <a:lnTo>
                    <a:pt x="817" y="2909"/>
                  </a:lnTo>
                  <a:lnTo>
                    <a:pt x="775" y="2909"/>
                  </a:lnTo>
                  <a:lnTo>
                    <a:pt x="691" y="3098"/>
                  </a:lnTo>
                  <a:lnTo>
                    <a:pt x="712" y="3118"/>
                  </a:lnTo>
                  <a:lnTo>
                    <a:pt x="733" y="3244"/>
                  </a:lnTo>
                  <a:lnTo>
                    <a:pt x="733" y="3390"/>
                  </a:lnTo>
                  <a:lnTo>
                    <a:pt x="880" y="3516"/>
                  </a:lnTo>
                  <a:lnTo>
                    <a:pt x="901" y="3516"/>
                  </a:lnTo>
                  <a:lnTo>
                    <a:pt x="942" y="3495"/>
                  </a:lnTo>
                  <a:lnTo>
                    <a:pt x="1005" y="3537"/>
                  </a:lnTo>
                  <a:lnTo>
                    <a:pt x="1005" y="3662"/>
                  </a:lnTo>
                  <a:lnTo>
                    <a:pt x="921" y="3746"/>
                  </a:lnTo>
                  <a:lnTo>
                    <a:pt x="921" y="3809"/>
                  </a:lnTo>
                  <a:lnTo>
                    <a:pt x="1005" y="3872"/>
                  </a:lnTo>
                  <a:lnTo>
                    <a:pt x="1005" y="4039"/>
                  </a:lnTo>
                  <a:lnTo>
                    <a:pt x="921" y="4081"/>
                  </a:lnTo>
                  <a:lnTo>
                    <a:pt x="880" y="4165"/>
                  </a:lnTo>
                  <a:lnTo>
                    <a:pt x="921" y="4186"/>
                  </a:lnTo>
                  <a:lnTo>
                    <a:pt x="984" y="4290"/>
                  </a:lnTo>
                  <a:lnTo>
                    <a:pt x="942" y="4478"/>
                  </a:lnTo>
                  <a:lnTo>
                    <a:pt x="984" y="4771"/>
                  </a:lnTo>
                  <a:lnTo>
                    <a:pt x="901" y="4855"/>
                  </a:lnTo>
                  <a:lnTo>
                    <a:pt x="880" y="4918"/>
                  </a:lnTo>
                  <a:lnTo>
                    <a:pt x="942" y="5022"/>
                  </a:lnTo>
                  <a:lnTo>
                    <a:pt x="1047" y="4981"/>
                  </a:lnTo>
                  <a:lnTo>
                    <a:pt x="1047" y="4981"/>
                  </a:lnTo>
                  <a:lnTo>
                    <a:pt x="1026" y="5064"/>
                  </a:lnTo>
                  <a:lnTo>
                    <a:pt x="1089" y="5127"/>
                  </a:lnTo>
                  <a:lnTo>
                    <a:pt x="1152" y="5127"/>
                  </a:lnTo>
                  <a:lnTo>
                    <a:pt x="1152" y="5190"/>
                  </a:lnTo>
                  <a:lnTo>
                    <a:pt x="1110" y="5274"/>
                  </a:lnTo>
                  <a:lnTo>
                    <a:pt x="1047" y="5378"/>
                  </a:lnTo>
                  <a:lnTo>
                    <a:pt x="817" y="5608"/>
                  </a:lnTo>
                  <a:lnTo>
                    <a:pt x="775" y="5713"/>
                  </a:lnTo>
                  <a:lnTo>
                    <a:pt x="608" y="5859"/>
                  </a:lnTo>
                  <a:lnTo>
                    <a:pt x="398" y="5922"/>
                  </a:lnTo>
                  <a:lnTo>
                    <a:pt x="210" y="6048"/>
                  </a:lnTo>
                  <a:lnTo>
                    <a:pt x="64" y="6278"/>
                  </a:lnTo>
                  <a:lnTo>
                    <a:pt x="43" y="6466"/>
                  </a:lnTo>
                  <a:lnTo>
                    <a:pt x="1" y="6571"/>
                  </a:lnTo>
                  <a:lnTo>
                    <a:pt x="189" y="6655"/>
                  </a:lnTo>
                  <a:lnTo>
                    <a:pt x="377" y="6780"/>
                  </a:lnTo>
                  <a:lnTo>
                    <a:pt x="629" y="6947"/>
                  </a:lnTo>
                  <a:lnTo>
                    <a:pt x="733" y="6947"/>
                  </a:lnTo>
                  <a:lnTo>
                    <a:pt x="880" y="7094"/>
                  </a:lnTo>
                  <a:lnTo>
                    <a:pt x="838" y="7178"/>
                  </a:lnTo>
                  <a:lnTo>
                    <a:pt x="880" y="7261"/>
                  </a:lnTo>
                  <a:lnTo>
                    <a:pt x="1047" y="7282"/>
                  </a:lnTo>
                  <a:lnTo>
                    <a:pt x="1256" y="7366"/>
                  </a:lnTo>
                  <a:lnTo>
                    <a:pt x="1319" y="7408"/>
                  </a:lnTo>
                  <a:lnTo>
                    <a:pt x="1507" y="7471"/>
                  </a:lnTo>
                  <a:lnTo>
                    <a:pt x="1570" y="7387"/>
                  </a:lnTo>
                  <a:lnTo>
                    <a:pt x="1570" y="7282"/>
                  </a:lnTo>
                  <a:lnTo>
                    <a:pt x="1654" y="7199"/>
                  </a:lnTo>
                  <a:lnTo>
                    <a:pt x="1717" y="7199"/>
                  </a:lnTo>
                  <a:lnTo>
                    <a:pt x="1863" y="7282"/>
                  </a:lnTo>
                  <a:lnTo>
                    <a:pt x="1968" y="7303"/>
                  </a:lnTo>
                  <a:lnTo>
                    <a:pt x="1989" y="7387"/>
                  </a:lnTo>
                  <a:lnTo>
                    <a:pt x="2072" y="7429"/>
                  </a:lnTo>
                  <a:lnTo>
                    <a:pt x="2135" y="7429"/>
                  </a:lnTo>
                  <a:lnTo>
                    <a:pt x="2177" y="7512"/>
                  </a:lnTo>
                  <a:lnTo>
                    <a:pt x="2386" y="7575"/>
                  </a:lnTo>
                  <a:lnTo>
                    <a:pt x="2512" y="7596"/>
                  </a:lnTo>
                  <a:lnTo>
                    <a:pt x="2553" y="7638"/>
                  </a:lnTo>
                  <a:lnTo>
                    <a:pt x="2700" y="7805"/>
                  </a:lnTo>
                  <a:lnTo>
                    <a:pt x="2700" y="7910"/>
                  </a:lnTo>
                  <a:lnTo>
                    <a:pt x="2805" y="8098"/>
                  </a:lnTo>
                  <a:lnTo>
                    <a:pt x="2888" y="8098"/>
                  </a:lnTo>
                  <a:lnTo>
                    <a:pt x="3139" y="8203"/>
                  </a:lnTo>
                  <a:lnTo>
                    <a:pt x="3244" y="8349"/>
                  </a:lnTo>
                  <a:lnTo>
                    <a:pt x="3244" y="8517"/>
                  </a:lnTo>
                  <a:lnTo>
                    <a:pt x="3307" y="8517"/>
                  </a:lnTo>
                  <a:lnTo>
                    <a:pt x="3411" y="8559"/>
                  </a:lnTo>
                  <a:lnTo>
                    <a:pt x="3432" y="8684"/>
                  </a:lnTo>
                  <a:lnTo>
                    <a:pt x="3411" y="8768"/>
                  </a:lnTo>
                  <a:lnTo>
                    <a:pt x="3432" y="8852"/>
                  </a:lnTo>
                  <a:lnTo>
                    <a:pt x="3537" y="8872"/>
                  </a:lnTo>
                  <a:lnTo>
                    <a:pt x="3662" y="8852"/>
                  </a:lnTo>
                  <a:lnTo>
                    <a:pt x="3767" y="8872"/>
                  </a:lnTo>
                  <a:lnTo>
                    <a:pt x="3914" y="8872"/>
                  </a:lnTo>
                  <a:lnTo>
                    <a:pt x="3955" y="8831"/>
                  </a:lnTo>
                  <a:lnTo>
                    <a:pt x="4144" y="8747"/>
                  </a:lnTo>
                  <a:lnTo>
                    <a:pt x="4290" y="8768"/>
                  </a:lnTo>
                  <a:lnTo>
                    <a:pt x="4458" y="8852"/>
                  </a:lnTo>
                  <a:lnTo>
                    <a:pt x="4646" y="8747"/>
                  </a:lnTo>
                  <a:lnTo>
                    <a:pt x="4750" y="8747"/>
                  </a:lnTo>
                  <a:lnTo>
                    <a:pt x="4792" y="8831"/>
                  </a:lnTo>
                  <a:lnTo>
                    <a:pt x="4876" y="8831"/>
                  </a:lnTo>
                  <a:lnTo>
                    <a:pt x="4981" y="8872"/>
                  </a:lnTo>
                  <a:lnTo>
                    <a:pt x="5064" y="8956"/>
                  </a:lnTo>
                  <a:lnTo>
                    <a:pt x="5169" y="8935"/>
                  </a:lnTo>
                  <a:lnTo>
                    <a:pt x="5169" y="8998"/>
                  </a:lnTo>
                  <a:lnTo>
                    <a:pt x="4792" y="9626"/>
                  </a:lnTo>
                  <a:lnTo>
                    <a:pt x="4813" y="9709"/>
                  </a:lnTo>
                  <a:lnTo>
                    <a:pt x="4960" y="9688"/>
                  </a:lnTo>
                  <a:lnTo>
                    <a:pt x="5085" y="9688"/>
                  </a:lnTo>
                  <a:lnTo>
                    <a:pt x="5190" y="9772"/>
                  </a:lnTo>
                  <a:lnTo>
                    <a:pt x="5211" y="9898"/>
                  </a:lnTo>
                  <a:lnTo>
                    <a:pt x="5294" y="9584"/>
                  </a:lnTo>
                  <a:lnTo>
                    <a:pt x="5629" y="8370"/>
                  </a:lnTo>
                  <a:lnTo>
                    <a:pt x="5629" y="8308"/>
                  </a:lnTo>
                  <a:lnTo>
                    <a:pt x="5629" y="8098"/>
                  </a:lnTo>
                  <a:lnTo>
                    <a:pt x="5504" y="7847"/>
                  </a:lnTo>
                  <a:lnTo>
                    <a:pt x="5294" y="7680"/>
                  </a:lnTo>
                  <a:lnTo>
                    <a:pt x="5190" y="7533"/>
                  </a:lnTo>
                  <a:lnTo>
                    <a:pt x="5169" y="7219"/>
                  </a:lnTo>
                  <a:lnTo>
                    <a:pt x="5546" y="7094"/>
                  </a:lnTo>
                  <a:lnTo>
                    <a:pt x="5692" y="7199"/>
                  </a:lnTo>
                  <a:lnTo>
                    <a:pt x="5713" y="7094"/>
                  </a:lnTo>
                  <a:lnTo>
                    <a:pt x="5650" y="7010"/>
                  </a:lnTo>
                  <a:lnTo>
                    <a:pt x="5713" y="6968"/>
                  </a:lnTo>
                  <a:lnTo>
                    <a:pt x="5629" y="6801"/>
                  </a:lnTo>
                  <a:lnTo>
                    <a:pt x="5420" y="6738"/>
                  </a:lnTo>
                  <a:lnTo>
                    <a:pt x="5336" y="6592"/>
                  </a:lnTo>
                  <a:lnTo>
                    <a:pt x="5399" y="6424"/>
                  </a:lnTo>
                  <a:lnTo>
                    <a:pt x="6048" y="6424"/>
                  </a:lnTo>
                  <a:lnTo>
                    <a:pt x="6131" y="6341"/>
                  </a:lnTo>
                  <a:lnTo>
                    <a:pt x="6236" y="6341"/>
                  </a:lnTo>
                  <a:lnTo>
                    <a:pt x="6278" y="6383"/>
                  </a:lnTo>
                  <a:lnTo>
                    <a:pt x="6362" y="6383"/>
                  </a:lnTo>
                  <a:lnTo>
                    <a:pt x="6466" y="6257"/>
                  </a:lnTo>
                  <a:lnTo>
                    <a:pt x="6634" y="6215"/>
                  </a:lnTo>
                  <a:lnTo>
                    <a:pt x="6675" y="6320"/>
                  </a:lnTo>
                  <a:lnTo>
                    <a:pt x="6759" y="6424"/>
                  </a:lnTo>
                  <a:lnTo>
                    <a:pt x="6780" y="6550"/>
                  </a:lnTo>
                  <a:lnTo>
                    <a:pt x="6780" y="6696"/>
                  </a:lnTo>
                  <a:lnTo>
                    <a:pt x="6947" y="6675"/>
                  </a:lnTo>
                  <a:lnTo>
                    <a:pt x="6947" y="6571"/>
                  </a:lnTo>
                  <a:lnTo>
                    <a:pt x="6801" y="6278"/>
                  </a:lnTo>
                  <a:lnTo>
                    <a:pt x="6759" y="6131"/>
                  </a:lnTo>
                  <a:lnTo>
                    <a:pt x="6780" y="6069"/>
                  </a:lnTo>
                  <a:lnTo>
                    <a:pt x="6738" y="5964"/>
                  </a:lnTo>
                  <a:lnTo>
                    <a:pt x="6655" y="5922"/>
                  </a:lnTo>
                  <a:lnTo>
                    <a:pt x="6634" y="5839"/>
                  </a:lnTo>
                  <a:lnTo>
                    <a:pt x="6634" y="5818"/>
                  </a:lnTo>
                  <a:lnTo>
                    <a:pt x="6550" y="5839"/>
                  </a:lnTo>
                  <a:lnTo>
                    <a:pt x="6487" y="5839"/>
                  </a:lnTo>
                  <a:lnTo>
                    <a:pt x="6466" y="5734"/>
                  </a:lnTo>
                  <a:lnTo>
                    <a:pt x="6655" y="5399"/>
                  </a:lnTo>
                  <a:lnTo>
                    <a:pt x="6550" y="5106"/>
                  </a:lnTo>
                  <a:lnTo>
                    <a:pt x="6550" y="5022"/>
                  </a:lnTo>
                  <a:lnTo>
                    <a:pt x="6466" y="4960"/>
                  </a:lnTo>
                  <a:lnTo>
                    <a:pt x="6466" y="4771"/>
                  </a:lnTo>
                  <a:lnTo>
                    <a:pt x="6529" y="4604"/>
                  </a:lnTo>
                  <a:lnTo>
                    <a:pt x="6487" y="4541"/>
                  </a:lnTo>
                  <a:lnTo>
                    <a:pt x="6466" y="4332"/>
                  </a:lnTo>
                  <a:lnTo>
                    <a:pt x="6529" y="4248"/>
                  </a:lnTo>
                  <a:lnTo>
                    <a:pt x="6675" y="4227"/>
                  </a:lnTo>
                  <a:lnTo>
                    <a:pt x="6696" y="4144"/>
                  </a:lnTo>
                  <a:lnTo>
                    <a:pt x="6696" y="4039"/>
                  </a:lnTo>
                  <a:lnTo>
                    <a:pt x="6759" y="3955"/>
                  </a:lnTo>
                  <a:lnTo>
                    <a:pt x="6696" y="3725"/>
                  </a:lnTo>
                  <a:lnTo>
                    <a:pt x="6634" y="3662"/>
                  </a:lnTo>
                  <a:lnTo>
                    <a:pt x="6529" y="3662"/>
                  </a:lnTo>
                  <a:lnTo>
                    <a:pt x="6487" y="3725"/>
                  </a:lnTo>
                  <a:lnTo>
                    <a:pt x="6341" y="3704"/>
                  </a:lnTo>
                  <a:lnTo>
                    <a:pt x="6236" y="3704"/>
                  </a:lnTo>
                  <a:lnTo>
                    <a:pt x="6110" y="3746"/>
                  </a:lnTo>
                  <a:lnTo>
                    <a:pt x="6048" y="3725"/>
                  </a:lnTo>
                  <a:lnTo>
                    <a:pt x="5922" y="3662"/>
                  </a:lnTo>
                  <a:lnTo>
                    <a:pt x="5859" y="3704"/>
                  </a:lnTo>
                  <a:lnTo>
                    <a:pt x="5838" y="3662"/>
                  </a:lnTo>
                  <a:lnTo>
                    <a:pt x="5692" y="3704"/>
                  </a:lnTo>
                  <a:lnTo>
                    <a:pt x="5232" y="3286"/>
                  </a:lnTo>
                  <a:lnTo>
                    <a:pt x="5127" y="3223"/>
                  </a:lnTo>
                  <a:lnTo>
                    <a:pt x="4960" y="3202"/>
                  </a:lnTo>
                  <a:lnTo>
                    <a:pt x="4792" y="3223"/>
                  </a:lnTo>
                  <a:lnTo>
                    <a:pt x="4750" y="3244"/>
                  </a:lnTo>
                  <a:lnTo>
                    <a:pt x="4604" y="3202"/>
                  </a:lnTo>
                  <a:lnTo>
                    <a:pt x="4458" y="3202"/>
                  </a:lnTo>
                  <a:lnTo>
                    <a:pt x="4374" y="3244"/>
                  </a:lnTo>
                  <a:lnTo>
                    <a:pt x="4248" y="3202"/>
                  </a:lnTo>
                  <a:lnTo>
                    <a:pt x="4144" y="3181"/>
                  </a:lnTo>
                  <a:lnTo>
                    <a:pt x="3976" y="3118"/>
                  </a:lnTo>
                  <a:lnTo>
                    <a:pt x="3851" y="3014"/>
                  </a:lnTo>
                  <a:lnTo>
                    <a:pt x="3851" y="2909"/>
                  </a:lnTo>
                  <a:lnTo>
                    <a:pt x="3872" y="2867"/>
                  </a:lnTo>
                  <a:lnTo>
                    <a:pt x="3872" y="2784"/>
                  </a:lnTo>
                  <a:lnTo>
                    <a:pt x="3934" y="2658"/>
                  </a:lnTo>
                  <a:lnTo>
                    <a:pt x="3914" y="2554"/>
                  </a:lnTo>
                  <a:lnTo>
                    <a:pt x="3809" y="2386"/>
                  </a:lnTo>
                  <a:lnTo>
                    <a:pt x="3558" y="1968"/>
                  </a:lnTo>
                  <a:lnTo>
                    <a:pt x="3411" y="1968"/>
                  </a:lnTo>
                  <a:lnTo>
                    <a:pt x="3411" y="1926"/>
                  </a:lnTo>
                  <a:lnTo>
                    <a:pt x="3495" y="1737"/>
                  </a:lnTo>
                  <a:lnTo>
                    <a:pt x="3516" y="1549"/>
                  </a:lnTo>
                  <a:lnTo>
                    <a:pt x="3495" y="1445"/>
                  </a:lnTo>
                  <a:lnTo>
                    <a:pt x="3516" y="1319"/>
                  </a:lnTo>
                  <a:lnTo>
                    <a:pt x="3704" y="1047"/>
                  </a:lnTo>
                  <a:lnTo>
                    <a:pt x="3767" y="984"/>
                  </a:lnTo>
                  <a:lnTo>
                    <a:pt x="3872" y="838"/>
                  </a:lnTo>
                  <a:lnTo>
                    <a:pt x="3976" y="817"/>
                  </a:lnTo>
                  <a:lnTo>
                    <a:pt x="4039" y="775"/>
                  </a:lnTo>
                  <a:lnTo>
                    <a:pt x="4186" y="503"/>
                  </a:lnTo>
                  <a:lnTo>
                    <a:pt x="4499" y="377"/>
                  </a:lnTo>
                  <a:lnTo>
                    <a:pt x="4541" y="357"/>
                  </a:lnTo>
                  <a:lnTo>
                    <a:pt x="4604" y="357"/>
                  </a:lnTo>
                  <a:lnTo>
                    <a:pt x="4667" y="294"/>
                  </a:lnTo>
                  <a:lnTo>
                    <a:pt x="4688" y="210"/>
                  </a:lnTo>
                  <a:lnTo>
                    <a:pt x="4646" y="147"/>
                  </a:lnTo>
                  <a:lnTo>
                    <a:pt x="4437" y="43"/>
                  </a:lnTo>
                  <a:lnTo>
                    <a:pt x="435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10" name="Google Shape;7738;p67">
              <a:extLst>
                <a:ext uri="{FF2B5EF4-FFF2-40B4-BE49-F238E27FC236}">
                  <a16:creationId xmlns:a16="http://schemas.microsoft.com/office/drawing/2014/main" id="{7104591F-91F1-0B63-BF56-8A4658AD8A8C}"/>
                </a:ext>
              </a:extLst>
            </p:cNvPr>
            <p:cNvSpPr/>
            <p:nvPr/>
          </p:nvSpPr>
          <p:spPr>
            <a:xfrm>
              <a:off x="2531825" y="3224950"/>
              <a:ext cx="85800" cy="94200"/>
            </a:xfrm>
            <a:custGeom>
              <a:avLst/>
              <a:gdLst/>
              <a:ahLst/>
              <a:cxnLst/>
              <a:rect l="l" t="t" r="r" b="b"/>
              <a:pathLst>
                <a:path w="3432" h="3768" extrusionOk="0">
                  <a:moveTo>
                    <a:pt x="1193" y="1"/>
                  </a:moveTo>
                  <a:lnTo>
                    <a:pt x="1172" y="168"/>
                  </a:lnTo>
                  <a:lnTo>
                    <a:pt x="1025" y="168"/>
                  </a:lnTo>
                  <a:lnTo>
                    <a:pt x="732" y="336"/>
                  </a:lnTo>
                  <a:lnTo>
                    <a:pt x="607" y="377"/>
                  </a:lnTo>
                  <a:lnTo>
                    <a:pt x="440" y="440"/>
                  </a:lnTo>
                  <a:lnTo>
                    <a:pt x="523" y="587"/>
                  </a:lnTo>
                  <a:lnTo>
                    <a:pt x="523" y="649"/>
                  </a:lnTo>
                  <a:lnTo>
                    <a:pt x="565" y="733"/>
                  </a:lnTo>
                  <a:lnTo>
                    <a:pt x="544" y="901"/>
                  </a:lnTo>
                  <a:lnTo>
                    <a:pt x="335" y="1131"/>
                  </a:lnTo>
                  <a:lnTo>
                    <a:pt x="314" y="1235"/>
                  </a:lnTo>
                  <a:lnTo>
                    <a:pt x="356" y="1277"/>
                  </a:lnTo>
                  <a:lnTo>
                    <a:pt x="251" y="1445"/>
                  </a:lnTo>
                  <a:lnTo>
                    <a:pt x="126" y="1465"/>
                  </a:lnTo>
                  <a:lnTo>
                    <a:pt x="21" y="1591"/>
                  </a:lnTo>
                  <a:lnTo>
                    <a:pt x="84" y="1696"/>
                  </a:lnTo>
                  <a:lnTo>
                    <a:pt x="126" y="1800"/>
                  </a:lnTo>
                  <a:lnTo>
                    <a:pt x="105" y="1905"/>
                  </a:lnTo>
                  <a:lnTo>
                    <a:pt x="126" y="2072"/>
                  </a:lnTo>
                  <a:lnTo>
                    <a:pt x="84" y="2198"/>
                  </a:lnTo>
                  <a:lnTo>
                    <a:pt x="0" y="2261"/>
                  </a:lnTo>
                  <a:lnTo>
                    <a:pt x="84" y="2323"/>
                  </a:lnTo>
                  <a:lnTo>
                    <a:pt x="209" y="2386"/>
                  </a:lnTo>
                  <a:lnTo>
                    <a:pt x="314" y="2491"/>
                  </a:lnTo>
                  <a:lnTo>
                    <a:pt x="419" y="2574"/>
                  </a:lnTo>
                  <a:lnTo>
                    <a:pt x="440" y="2533"/>
                  </a:lnTo>
                  <a:lnTo>
                    <a:pt x="502" y="2386"/>
                  </a:lnTo>
                  <a:lnTo>
                    <a:pt x="544" y="2323"/>
                  </a:lnTo>
                  <a:lnTo>
                    <a:pt x="628" y="2219"/>
                  </a:lnTo>
                  <a:lnTo>
                    <a:pt x="628" y="2323"/>
                  </a:lnTo>
                  <a:lnTo>
                    <a:pt x="649" y="2428"/>
                  </a:lnTo>
                  <a:lnTo>
                    <a:pt x="649" y="2365"/>
                  </a:lnTo>
                  <a:lnTo>
                    <a:pt x="649" y="2282"/>
                  </a:lnTo>
                  <a:lnTo>
                    <a:pt x="712" y="2282"/>
                  </a:lnTo>
                  <a:lnTo>
                    <a:pt x="732" y="2428"/>
                  </a:lnTo>
                  <a:lnTo>
                    <a:pt x="712" y="2595"/>
                  </a:lnTo>
                  <a:lnTo>
                    <a:pt x="712" y="2700"/>
                  </a:lnTo>
                  <a:lnTo>
                    <a:pt x="649" y="2826"/>
                  </a:lnTo>
                  <a:lnTo>
                    <a:pt x="502" y="2951"/>
                  </a:lnTo>
                  <a:lnTo>
                    <a:pt x="544" y="2993"/>
                  </a:lnTo>
                  <a:lnTo>
                    <a:pt x="607" y="3139"/>
                  </a:lnTo>
                  <a:lnTo>
                    <a:pt x="502" y="3202"/>
                  </a:lnTo>
                  <a:lnTo>
                    <a:pt x="398" y="3328"/>
                  </a:lnTo>
                  <a:lnTo>
                    <a:pt x="419" y="3432"/>
                  </a:lnTo>
                  <a:lnTo>
                    <a:pt x="523" y="3432"/>
                  </a:lnTo>
                  <a:lnTo>
                    <a:pt x="649" y="3370"/>
                  </a:lnTo>
                  <a:lnTo>
                    <a:pt x="712" y="3453"/>
                  </a:lnTo>
                  <a:lnTo>
                    <a:pt x="879" y="3516"/>
                  </a:lnTo>
                  <a:lnTo>
                    <a:pt x="984" y="3537"/>
                  </a:lnTo>
                  <a:lnTo>
                    <a:pt x="1151" y="3767"/>
                  </a:lnTo>
                  <a:lnTo>
                    <a:pt x="1235" y="3767"/>
                  </a:lnTo>
                  <a:lnTo>
                    <a:pt x="1339" y="3662"/>
                  </a:lnTo>
                  <a:lnTo>
                    <a:pt x="1779" y="2721"/>
                  </a:lnTo>
                  <a:lnTo>
                    <a:pt x="1883" y="2637"/>
                  </a:lnTo>
                  <a:lnTo>
                    <a:pt x="2448" y="2470"/>
                  </a:lnTo>
                  <a:lnTo>
                    <a:pt x="2720" y="2282"/>
                  </a:lnTo>
                  <a:lnTo>
                    <a:pt x="3118" y="1905"/>
                  </a:lnTo>
                  <a:lnTo>
                    <a:pt x="3264" y="1549"/>
                  </a:lnTo>
                  <a:lnTo>
                    <a:pt x="3369" y="1549"/>
                  </a:lnTo>
                  <a:lnTo>
                    <a:pt x="3390" y="1486"/>
                  </a:lnTo>
                  <a:lnTo>
                    <a:pt x="3432" y="1361"/>
                  </a:lnTo>
                  <a:lnTo>
                    <a:pt x="3390" y="1235"/>
                  </a:lnTo>
                  <a:lnTo>
                    <a:pt x="3285" y="1026"/>
                  </a:lnTo>
                  <a:lnTo>
                    <a:pt x="3285" y="963"/>
                  </a:lnTo>
                  <a:lnTo>
                    <a:pt x="3264" y="859"/>
                  </a:lnTo>
                  <a:lnTo>
                    <a:pt x="3181" y="817"/>
                  </a:lnTo>
                  <a:lnTo>
                    <a:pt x="3160" y="733"/>
                  </a:lnTo>
                  <a:lnTo>
                    <a:pt x="3055" y="712"/>
                  </a:lnTo>
                  <a:lnTo>
                    <a:pt x="2909" y="629"/>
                  </a:lnTo>
                  <a:lnTo>
                    <a:pt x="2846" y="629"/>
                  </a:lnTo>
                  <a:lnTo>
                    <a:pt x="2762" y="712"/>
                  </a:lnTo>
                  <a:lnTo>
                    <a:pt x="2762" y="817"/>
                  </a:lnTo>
                  <a:lnTo>
                    <a:pt x="2699" y="901"/>
                  </a:lnTo>
                  <a:lnTo>
                    <a:pt x="2511" y="838"/>
                  </a:lnTo>
                  <a:lnTo>
                    <a:pt x="2448" y="796"/>
                  </a:lnTo>
                  <a:lnTo>
                    <a:pt x="2239" y="712"/>
                  </a:lnTo>
                  <a:lnTo>
                    <a:pt x="2072" y="691"/>
                  </a:lnTo>
                  <a:lnTo>
                    <a:pt x="2030" y="608"/>
                  </a:lnTo>
                  <a:lnTo>
                    <a:pt x="2072" y="524"/>
                  </a:lnTo>
                  <a:lnTo>
                    <a:pt x="1925" y="377"/>
                  </a:lnTo>
                  <a:lnTo>
                    <a:pt x="1821" y="377"/>
                  </a:lnTo>
                  <a:lnTo>
                    <a:pt x="1569" y="210"/>
                  </a:lnTo>
                  <a:lnTo>
                    <a:pt x="1381" y="85"/>
                  </a:lnTo>
                  <a:lnTo>
                    <a:pt x="119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11" name="Google Shape;7739;p67">
              <a:extLst>
                <a:ext uri="{FF2B5EF4-FFF2-40B4-BE49-F238E27FC236}">
                  <a16:creationId xmlns:a16="http://schemas.microsoft.com/office/drawing/2014/main" id="{9B229F55-7AE3-C522-E52E-973A2F4E0728}"/>
                </a:ext>
              </a:extLst>
            </p:cNvPr>
            <p:cNvSpPr/>
            <p:nvPr/>
          </p:nvSpPr>
          <p:spPr>
            <a:xfrm>
              <a:off x="2527100" y="3246400"/>
              <a:ext cx="186250" cy="274650"/>
            </a:xfrm>
            <a:custGeom>
              <a:avLst/>
              <a:gdLst/>
              <a:ahLst/>
              <a:cxnLst/>
              <a:rect l="l" t="t" r="r" b="b"/>
              <a:pathLst>
                <a:path w="7450" h="10986" extrusionOk="0">
                  <a:moveTo>
                    <a:pt x="3453" y="1"/>
                  </a:moveTo>
                  <a:lnTo>
                    <a:pt x="3474" y="105"/>
                  </a:lnTo>
                  <a:lnTo>
                    <a:pt x="3474" y="168"/>
                  </a:lnTo>
                  <a:lnTo>
                    <a:pt x="3579" y="377"/>
                  </a:lnTo>
                  <a:lnTo>
                    <a:pt x="3621" y="503"/>
                  </a:lnTo>
                  <a:lnTo>
                    <a:pt x="3579" y="628"/>
                  </a:lnTo>
                  <a:lnTo>
                    <a:pt x="3558" y="691"/>
                  </a:lnTo>
                  <a:lnTo>
                    <a:pt x="3453" y="691"/>
                  </a:lnTo>
                  <a:lnTo>
                    <a:pt x="3307" y="1047"/>
                  </a:lnTo>
                  <a:lnTo>
                    <a:pt x="2909" y="1424"/>
                  </a:lnTo>
                  <a:lnTo>
                    <a:pt x="2637" y="1612"/>
                  </a:lnTo>
                  <a:lnTo>
                    <a:pt x="2072" y="1779"/>
                  </a:lnTo>
                  <a:lnTo>
                    <a:pt x="1968" y="1863"/>
                  </a:lnTo>
                  <a:lnTo>
                    <a:pt x="1528" y="2804"/>
                  </a:lnTo>
                  <a:lnTo>
                    <a:pt x="1424" y="2909"/>
                  </a:lnTo>
                  <a:lnTo>
                    <a:pt x="1340" y="2909"/>
                  </a:lnTo>
                  <a:lnTo>
                    <a:pt x="1173" y="2679"/>
                  </a:lnTo>
                  <a:lnTo>
                    <a:pt x="1068" y="2658"/>
                  </a:lnTo>
                  <a:lnTo>
                    <a:pt x="901" y="2595"/>
                  </a:lnTo>
                  <a:lnTo>
                    <a:pt x="838" y="2512"/>
                  </a:lnTo>
                  <a:lnTo>
                    <a:pt x="712" y="2574"/>
                  </a:lnTo>
                  <a:lnTo>
                    <a:pt x="608" y="2574"/>
                  </a:lnTo>
                  <a:lnTo>
                    <a:pt x="587" y="2470"/>
                  </a:lnTo>
                  <a:lnTo>
                    <a:pt x="691" y="2344"/>
                  </a:lnTo>
                  <a:lnTo>
                    <a:pt x="796" y="2281"/>
                  </a:lnTo>
                  <a:lnTo>
                    <a:pt x="733" y="2135"/>
                  </a:lnTo>
                  <a:lnTo>
                    <a:pt x="691" y="2093"/>
                  </a:lnTo>
                  <a:lnTo>
                    <a:pt x="398" y="2240"/>
                  </a:lnTo>
                  <a:lnTo>
                    <a:pt x="294" y="2344"/>
                  </a:lnTo>
                  <a:lnTo>
                    <a:pt x="105" y="2512"/>
                  </a:lnTo>
                  <a:lnTo>
                    <a:pt x="64" y="2679"/>
                  </a:lnTo>
                  <a:lnTo>
                    <a:pt x="1" y="2784"/>
                  </a:lnTo>
                  <a:lnTo>
                    <a:pt x="22" y="2825"/>
                  </a:lnTo>
                  <a:lnTo>
                    <a:pt x="105" y="2909"/>
                  </a:lnTo>
                  <a:lnTo>
                    <a:pt x="126" y="2993"/>
                  </a:lnTo>
                  <a:lnTo>
                    <a:pt x="64" y="3035"/>
                  </a:lnTo>
                  <a:lnTo>
                    <a:pt x="64" y="3097"/>
                  </a:lnTo>
                  <a:lnTo>
                    <a:pt x="189" y="3202"/>
                  </a:lnTo>
                  <a:lnTo>
                    <a:pt x="273" y="3348"/>
                  </a:lnTo>
                  <a:lnTo>
                    <a:pt x="231" y="3495"/>
                  </a:lnTo>
                  <a:lnTo>
                    <a:pt x="168" y="3495"/>
                  </a:lnTo>
                  <a:lnTo>
                    <a:pt x="85" y="3516"/>
                  </a:lnTo>
                  <a:lnTo>
                    <a:pt x="22" y="3621"/>
                  </a:lnTo>
                  <a:lnTo>
                    <a:pt x="126" y="3704"/>
                  </a:lnTo>
                  <a:lnTo>
                    <a:pt x="231" y="3746"/>
                  </a:lnTo>
                  <a:lnTo>
                    <a:pt x="419" y="3872"/>
                  </a:lnTo>
                  <a:lnTo>
                    <a:pt x="587" y="3913"/>
                  </a:lnTo>
                  <a:lnTo>
                    <a:pt x="817" y="4060"/>
                  </a:lnTo>
                  <a:lnTo>
                    <a:pt x="921" y="4081"/>
                  </a:lnTo>
                  <a:lnTo>
                    <a:pt x="963" y="4185"/>
                  </a:lnTo>
                  <a:lnTo>
                    <a:pt x="1068" y="4374"/>
                  </a:lnTo>
                  <a:lnTo>
                    <a:pt x="1110" y="4541"/>
                  </a:lnTo>
                  <a:lnTo>
                    <a:pt x="1173" y="4667"/>
                  </a:lnTo>
                  <a:lnTo>
                    <a:pt x="1424" y="4771"/>
                  </a:lnTo>
                  <a:lnTo>
                    <a:pt x="1486" y="4960"/>
                  </a:lnTo>
                  <a:lnTo>
                    <a:pt x="1549" y="5106"/>
                  </a:lnTo>
                  <a:lnTo>
                    <a:pt x="1591" y="5211"/>
                  </a:lnTo>
                  <a:lnTo>
                    <a:pt x="1633" y="5399"/>
                  </a:lnTo>
                  <a:lnTo>
                    <a:pt x="1696" y="5525"/>
                  </a:lnTo>
                  <a:lnTo>
                    <a:pt x="1800" y="5587"/>
                  </a:lnTo>
                  <a:lnTo>
                    <a:pt x="1905" y="5797"/>
                  </a:lnTo>
                  <a:lnTo>
                    <a:pt x="1905" y="5922"/>
                  </a:lnTo>
                  <a:lnTo>
                    <a:pt x="1884" y="5964"/>
                  </a:lnTo>
                  <a:lnTo>
                    <a:pt x="1989" y="6152"/>
                  </a:lnTo>
                  <a:lnTo>
                    <a:pt x="2177" y="6382"/>
                  </a:lnTo>
                  <a:lnTo>
                    <a:pt x="2219" y="6487"/>
                  </a:lnTo>
                  <a:lnTo>
                    <a:pt x="2198" y="6592"/>
                  </a:lnTo>
                  <a:lnTo>
                    <a:pt x="2219" y="6675"/>
                  </a:lnTo>
                  <a:lnTo>
                    <a:pt x="2302" y="6696"/>
                  </a:lnTo>
                  <a:lnTo>
                    <a:pt x="2491" y="6885"/>
                  </a:lnTo>
                  <a:lnTo>
                    <a:pt x="2533" y="6989"/>
                  </a:lnTo>
                  <a:lnTo>
                    <a:pt x="2574" y="7157"/>
                  </a:lnTo>
                  <a:lnTo>
                    <a:pt x="2616" y="7219"/>
                  </a:lnTo>
                  <a:lnTo>
                    <a:pt x="2784" y="7282"/>
                  </a:lnTo>
                  <a:lnTo>
                    <a:pt x="2805" y="7408"/>
                  </a:lnTo>
                  <a:lnTo>
                    <a:pt x="2951" y="7680"/>
                  </a:lnTo>
                  <a:lnTo>
                    <a:pt x="3014" y="7805"/>
                  </a:lnTo>
                  <a:lnTo>
                    <a:pt x="3202" y="8056"/>
                  </a:lnTo>
                  <a:lnTo>
                    <a:pt x="3202" y="8203"/>
                  </a:lnTo>
                  <a:lnTo>
                    <a:pt x="3139" y="8203"/>
                  </a:lnTo>
                  <a:lnTo>
                    <a:pt x="3098" y="8161"/>
                  </a:lnTo>
                  <a:lnTo>
                    <a:pt x="3098" y="8224"/>
                  </a:lnTo>
                  <a:lnTo>
                    <a:pt x="3118" y="8328"/>
                  </a:lnTo>
                  <a:lnTo>
                    <a:pt x="3118" y="8412"/>
                  </a:lnTo>
                  <a:lnTo>
                    <a:pt x="3160" y="8412"/>
                  </a:lnTo>
                  <a:lnTo>
                    <a:pt x="3244" y="8454"/>
                  </a:lnTo>
                  <a:lnTo>
                    <a:pt x="3265" y="8538"/>
                  </a:lnTo>
                  <a:lnTo>
                    <a:pt x="3244" y="8579"/>
                  </a:lnTo>
                  <a:lnTo>
                    <a:pt x="3432" y="8726"/>
                  </a:lnTo>
                  <a:lnTo>
                    <a:pt x="3621" y="8789"/>
                  </a:lnTo>
                  <a:lnTo>
                    <a:pt x="3642" y="8872"/>
                  </a:lnTo>
                  <a:lnTo>
                    <a:pt x="3725" y="8977"/>
                  </a:lnTo>
                  <a:lnTo>
                    <a:pt x="3830" y="8998"/>
                  </a:lnTo>
                  <a:lnTo>
                    <a:pt x="3872" y="9061"/>
                  </a:lnTo>
                  <a:lnTo>
                    <a:pt x="3893" y="9165"/>
                  </a:lnTo>
                  <a:lnTo>
                    <a:pt x="3976" y="9207"/>
                  </a:lnTo>
                  <a:lnTo>
                    <a:pt x="4165" y="9186"/>
                  </a:lnTo>
                  <a:lnTo>
                    <a:pt x="4206" y="9144"/>
                  </a:lnTo>
                  <a:lnTo>
                    <a:pt x="4186" y="9207"/>
                  </a:lnTo>
                  <a:lnTo>
                    <a:pt x="4269" y="9354"/>
                  </a:lnTo>
                  <a:lnTo>
                    <a:pt x="4458" y="9416"/>
                  </a:lnTo>
                  <a:lnTo>
                    <a:pt x="4562" y="9500"/>
                  </a:lnTo>
                  <a:lnTo>
                    <a:pt x="4562" y="9605"/>
                  </a:lnTo>
                  <a:lnTo>
                    <a:pt x="4667" y="9667"/>
                  </a:lnTo>
                  <a:lnTo>
                    <a:pt x="4792" y="9709"/>
                  </a:lnTo>
                  <a:lnTo>
                    <a:pt x="4834" y="9688"/>
                  </a:lnTo>
                  <a:lnTo>
                    <a:pt x="4939" y="9709"/>
                  </a:lnTo>
                  <a:lnTo>
                    <a:pt x="5148" y="9835"/>
                  </a:lnTo>
                  <a:lnTo>
                    <a:pt x="5315" y="9919"/>
                  </a:lnTo>
                  <a:lnTo>
                    <a:pt x="5420" y="9919"/>
                  </a:lnTo>
                  <a:lnTo>
                    <a:pt x="5462" y="9939"/>
                  </a:lnTo>
                  <a:lnTo>
                    <a:pt x="5504" y="10023"/>
                  </a:lnTo>
                  <a:lnTo>
                    <a:pt x="5650" y="10128"/>
                  </a:lnTo>
                  <a:lnTo>
                    <a:pt x="5755" y="10191"/>
                  </a:lnTo>
                  <a:lnTo>
                    <a:pt x="5859" y="10316"/>
                  </a:lnTo>
                  <a:lnTo>
                    <a:pt x="5943" y="10337"/>
                  </a:lnTo>
                  <a:lnTo>
                    <a:pt x="5985" y="10421"/>
                  </a:lnTo>
                  <a:lnTo>
                    <a:pt x="5964" y="10463"/>
                  </a:lnTo>
                  <a:lnTo>
                    <a:pt x="5964" y="10546"/>
                  </a:lnTo>
                  <a:lnTo>
                    <a:pt x="6090" y="10567"/>
                  </a:lnTo>
                  <a:lnTo>
                    <a:pt x="6236" y="10630"/>
                  </a:lnTo>
                  <a:lnTo>
                    <a:pt x="6403" y="10776"/>
                  </a:lnTo>
                  <a:lnTo>
                    <a:pt x="6550" y="10944"/>
                  </a:lnTo>
                  <a:lnTo>
                    <a:pt x="6655" y="10965"/>
                  </a:lnTo>
                  <a:lnTo>
                    <a:pt x="6675" y="10986"/>
                  </a:lnTo>
                  <a:lnTo>
                    <a:pt x="6801" y="10923"/>
                  </a:lnTo>
                  <a:lnTo>
                    <a:pt x="6927" y="10839"/>
                  </a:lnTo>
                  <a:lnTo>
                    <a:pt x="7010" y="10839"/>
                  </a:lnTo>
                  <a:lnTo>
                    <a:pt x="7115" y="10776"/>
                  </a:lnTo>
                  <a:lnTo>
                    <a:pt x="7178" y="10672"/>
                  </a:lnTo>
                  <a:lnTo>
                    <a:pt x="7073" y="10567"/>
                  </a:lnTo>
                  <a:lnTo>
                    <a:pt x="7094" y="10463"/>
                  </a:lnTo>
                  <a:lnTo>
                    <a:pt x="7136" y="10400"/>
                  </a:lnTo>
                  <a:lnTo>
                    <a:pt x="7240" y="10421"/>
                  </a:lnTo>
                  <a:lnTo>
                    <a:pt x="7219" y="10337"/>
                  </a:lnTo>
                  <a:lnTo>
                    <a:pt x="7136" y="10316"/>
                  </a:lnTo>
                  <a:lnTo>
                    <a:pt x="7094" y="10253"/>
                  </a:lnTo>
                  <a:lnTo>
                    <a:pt x="7199" y="10086"/>
                  </a:lnTo>
                  <a:lnTo>
                    <a:pt x="7324" y="10002"/>
                  </a:lnTo>
                  <a:lnTo>
                    <a:pt x="7429" y="9835"/>
                  </a:lnTo>
                  <a:lnTo>
                    <a:pt x="7450" y="9709"/>
                  </a:lnTo>
                  <a:lnTo>
                    <a:pt x="7282" y="9312"/>
                  </a:lnTo>
                  <a:lnTo>
                    <a:pt x="7324" y="9207"/>
                  </a:lnTo>
                  <a:lnTo>
                    <a:pt x="7324" y="9082"/>
                  </a:lnTo>
                  <a:lnTo>
                    <a:pt x="7303" y="8998"/>
                  </a:lnTo>
                  <a:lnTo>
                    <a:pt x="7282" y="8872"/>
                  </a:lnTo>
                  <a:lnTo>
                    <a:pt x="7324" y="8789"/>
                  </a:lnTo>
                  <a:lnTo>
                    <a:pt x="7387" y="8621"/>
                  </a:lnTo>
                  <a:lnTo>
                    <a:pt x="7345" y="8245"/>
                  </a:lnTo>
                  <a:lnTo>
                    <a:pt x="7303" y="8098"/>
                  </a:lnTo>
                  <a:lnTo>
                    <a:pt x="7387" y="7910"/>
                  </a:lnTo>
                  <a:lnTo>
                    <a:pt x="7387" y="7491"/>
                  </a:lnTo>
                  <a:lnTo>
                    <a:pt x="7450" y="7324"/>
                  </a:lnTo>
                  <a:lnTo>
                    <a:pt x="7450" y="7261"/>
                  </a:lnTo>
                  <a:lnTo>
                    <a:pt x="6927" y="6487"/>
                  </a:lnTo>
                  <a:lnTo>
                    <a:pt x="6906" y="6487"/>
                  </a:lnTo>
                  <a:lnTo>
                    <a:pt x="6864" y="6466"/>
                  </a:lnTo>
                  <a:lnTo>
                    <a:pt x="6675" y="6466"/>
                  </a:lnTo>
                  <a:lnTo>
                    <a:pt x="6571" y="6529"/>
                  </a:lnTo>
                  <a:lnTo>
                    <a:pt x="6445" y="6529"/>
                  </a:lnTo>
                  <a:lnTo>
                    <a:pt x="6383" y="6466"/>
                  </a:lnTo>
                  <a:lnTo>
                    <a:pt x="6362" y="6341"/>
                  </a:lnTo>
                  <a:lnTo>
                    <a:pt x="6341" y="6006"/>
                  </a:lnTo>
                  <a:lnTo>
                    <a:pt x="6341" y="5797"/>
                  </a:lnTo>
                  <a:lnTo>
                    <a:pt x="6383" y="5734"/>
                  </a:lnTo>
                  <a:lnTo>
                    <a:pt x="6403" y="5608"/>
                  </a:lnTo>
                  <a:lnTo>
                    <a:pt x="6362" y="5545"/>
                  </a:lnTo>
                  <a:lnTo>
                    <a:pt x="6152" y="5650"/>
                  </a:lnTo>
                  <a:lnTo>
                    <a:pt x="5922" y="5901"/>
                  </a:lnTo>
                  <a:lnTo>
                    <a:pt x="5608" y="5859"/>
                  </a:lnTo>
                  <a:lnTo>
                    <a:pt x="5357" y="5859"/>
                  </a:lnTo>
                  <a:lnTo>
                    <a:pt x="5315" y="5713"/>
                  </a:lnTo>
                  <a:lnTo>
                    <a:pt x="5211" y="5525"/>
                  </a:lnTo>
                  <a:lnTo>
                    <a:pt x="5023" y="5483"/>
                  </a:lnTo>
                  <a:lnTo>
                    <a:pt x="4688" y="5525"/>
                  </a:lnTo>
                  <a:lnTo>
                    <a:pt x="4813" y="5336"/>
                  </a:lnTo>
                  <a:lnTo>
                    <a:pt x="4520" y="4876"/>
                  </a:lnTo>
                  <a:lnTo>
                    <a:pt x="4374" y="4709"/>
                  </a:lnTo>
                  <a:lnTo>
                    <a:pt x="4395" y="4646"/>
                  </a:lnTo>
                  <a:lnTo>
                    <a:pt x="4374" y="4541"/>
                  </a:lnTo>
                  <a:lnTo>
                    <a:pt x="4416" y="4437"/>
                  </a:lnTo>
                  <a:lnTo>
                    <a:pt x="4416" y="4290"/>
                  </a:lnTo>
                  <a:lnTo>
                    <a:pt x="4395" y="4227"/>
                  </a:lnTo>
                  <a:lnTo>
                    <a:pt x="4458" y="4165"/>
                  </a:lnTo>
                  <a:lnTo>
                    <a:pt x="4458" y="4039"/>
                  </a:lnTo>
                  <a:lnTo>
                    <a:pt x="4625" y="3934"/>
                  </a:lnTo>
                  <a:lnTo>
                    <a:pt x="4709" y="3955"/>
                  </a:lnTo>
                  <a:lnTo>
                    <a:pt x="4792" y="3851"/>
                  </a:lnTo>
                  <a:lnTo>
                    <a:pt x="4730" y="3746"/>
                  </a:lnTo>
                  <a:lnTo>
                    <a:pt x="4688" y="3558"/>
                  </a:lnTo>
                  <a:lnTo>
                    <a:pt x="4834" y="3411"/>
                  </a:lnTo>
                  <a:lnTo>
                    <a:pt x="4813" y="3307"/>
                  </a:lnTo>
                  <a:lnTo>
                    <a:pt x="4897" y="3223"/>
                  </a:lnTo>
                  <a:lnTo>
                    <a:pt x="4876" y="3076"/>
                  </a:lnTo>
                  <a:lnTo>
                    <a:pt x="4981" y="3014"/>
                  </a:lnTo>
                  <a:lnTo>
                    <a:pt x="5106" y="2930"/>
                  </a:lnTo>
                  <a:lnTo>
                    <a:pt x="5232" y="2825"/>
                  </a:lnTo>
                  <a:lnTo>
                    <a:pt x="5295" y="2804"/>
                  </a:lnTo>
                  <a:lnTo>
                    <a:pt x="5357" y="2721"/>
                  </a:lnTo>
                  <a:lnTo>
                    <a:pt x="5650" y="2679"/>
                  </a:lnTo>
                  <a:lnTo>
                    <a:pt x="6069" y="2553"/>
                  </a:lnTo>
                  <a:lnTo>
                    <a:pt x="6090" y="2449"/>
                  </a:lnTo>
                  <a:lnTo>
                    <a:pt x="6152" y="2470"/>
                  </a:lnTo>
                  <a:lnTo>
                    <a:pt x="6299" y="2470"/>
                  </a:lnTo>
                  <a:lnTo>
                    <a:pt x="6445" y="2553"/>
                  </a:lnTo>
                  <a:lnTo>
                    <a:pt x="6445" y="2574"/>
                  </a:lnTo>
                  <a:lnTo>
                    <a:pt x="6550" y="2595"/>
                  </a:lnTo>
                  <a:lnTo>
                    <a:pt x="6592" y="2512"/>
                  </a:lnTo>
                  <a:lnTo>
                    <a:pt x="6592" y="2470"/>
                  </a:lnTo>
                  <a:lnTo>
                    <a:pt x="6571" y="2344"/>
                  </a:lnTo>
                  <a:lnTo>
                    <a:pt x="6466" y="2260"/>
                  </a:lnTo>
                  <a:lnTo>
                    <a:pt x="6341" y="2260"/>
                  </a:lnTo>
                  <a:lnTo>
                    <a:pt x="6194" y="2281"/>
                  </a:lnTo>
                  <a:lnTo>
                    <a:pt x="6173" y="2198"/>
                  </a:lnTo>
                  <a:lnTo>
                    <a:pt x="6550" y="1570"/>
                  </a:lnTo>
                  <a:lnTo>
                    <a:pt x="6550" y="1507"/>
                  </a:lnTo>
                  <a:lnTo>
                    <a:pt x="6445" y="1528"/>
                  </a:lnTo>
                  <a:lnTo>
                    <a:pt x="6362" y="1444"/>
                  </a:lnTo>
                  <a:lnTo>
                    <a:pt x="6257" y="1403"/>
                  </a:lnTo>
                  <a:lnTo>
                    <a:pt x="6173" y="1403"/>
                  </a:lnTo>
                  <a:lnTo>
                    <a:pt x="6131" y="1319"/>
                  </a:lnTo>
                  <a:lnTo>
                    <a:pt x="6027" y="1319"/>
                  </a:lnTo>
                  <a:lnTo>
                    <a:pt x="5839" y="1424"/>
                  </a:lnTo>
                  <a:lnTo>
                    <a:pt x="5671" y="1340"/>
                  </a:lnTo>
                  <a:lnTo>
                    <a:pt x="5525" y="1319"/>
                  </a:lnTo>
                  <a:lnTo>
                    <a:pt x="5336" y="1403"/>
                  </a:lnTo>
                  <a:lnTo>
                    <a:pt x="5295" y="1444"/>
                  </a:lnTo>
                  <a:lnTo>
                    <a:pt x="5148" y="1444"/>
                  </a:lnTo>
                  <a:lnTo>
                    <a:pt x="5043" y="1424"/>
                  </a:lnTo>
                  <a:lnTo>
                    <a:pt x="4918" y="1444"/>
                  </a:lnTo>
                  <a:lnTo>
                    <a:pt x="4813" y="1424"/>
                  </a:lnTo>
                  <a:lnTo>
                    <a:pt x="4792" y="1340"/>
                  </a:lnTo>
                  <a:lnTo>
                    <a:pt x="4813" y="1256"/>
                  </a:lnTo>
                  <a:lnTo>
                    <a:pt x="4792" y="1131"/>
                  </a:lnTo>
                  <a:lnTo>
                    <a:pt x="4688" y="1089"/>
                  </a:lnTo>
                  <a:lnTo>
                    <a:pt x="4625" y="1089"/>
                  </a:lnTo>
                  <a:lnTo>
                    <a:pt x="4625" y="921"/>
                  </a:lnTo>
                  <a:lnTo>
                    <a:pt x="4520" y="775"/>
                  </a:lnTo>
                  <a:lnTo>
                    <a:pt x="4269" y="670"/>
                  </a:lnTo>
                  <a:lnTo>
                    <a:pt x="4186" y="670"/>
                  </a:lnTo>
                  <a:lnTo>
                    <a:pt x="4081" y="482"/>
                  </a:lnTo>
                  <a:lnTo>
                    <a:pt x="4081" y="377"/>
                  </a:lnTo>
                  <a:lnTo>
                    <a:pt x="3934" y="210"/>
                  </a:lnTo>
                  <a:lnTo>
                    <a:pt x="3893" y="168"/>
                  </a:lnTo>
                  <a:lnTo>
                    <a:pt x="3767" y="147"/>
                  </a:lnTo>
                  <a:lnTo>
                    <a:pt x="3558" y="84"/>
                  </a:lnTo>
                  <a:lnTo>
                    <a:pt x="351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12" name="Google Shape;7740;p67">
              <a:extLst>
                <a:ext uri="{FF2B5EF4-FFF2-40B4-BE49-F238E27FC236}">
                  <a16:creationId xmlns:a16="http://schemas.microsoft.com/office/drawing/2014/main" id="{471AACD6-2402-B340-102F-366ED1847D30}"/>
                </a:ext>
              </a:extLst>
            </p:cNvPr>
            <p:cNvSpPr/>
            <p:nvPr/>
          </p:nvSpPr>
          <p:spPr>
            <a:xfrm>
              <a:off x="2700250" y="3389200"/>
              <a:ext cx="179975" cy="200900"/>
            </a:xfrm>
            <a:custGeom>
              <a:avLst/>
              <a:gdLst/>
              <a:ahLst/>
              <a:cxnLst/>
              <a:rect l="l" t="t" r="r" b="b"/>
              <a:pathLst>
                <a:path w="7199" h="8036" extrusionOk="0">
                  <a:moveTo>
                    <a:pt x="1967" y="1"/>
                  </a:moveTo>
                  <a:lnTo>
                    <a:pt x="1779" y="85"/>
                  </a:lnTo>
                  <a:lnTo>
                    <a:pt x="1612" y="126"/>
                  </a:lnTo>
                  <a:lnTo>
                    <a:pt x="1319" y="294"/>
                  </a:lnTo>
                  <a:lnTo>
                    <a:pt x="1235" y="545"/>
                  </a:lnTo>
                  <a:lnTo>
                    <a:pt x="1047" y="608"/>
                  </a:lnTo>
                  <a:lnTo>
                    <a:pt x="921" y="608"/>
                  </a:lnTo>
                  <a:lnTo>
                    <a:pt x="796" y="712"/>
                  </a:lnTo>
                  <a:lnTo>
                    <a:pt x="712" y="712"/>
                  </a:lnTo>
                  <a:lnTo>
                    <a:pt x="524" y="775"/>
                  </a:lnTo>
                  <a:lnTo>
                    <a:pt x="1" y="775"/>
                  </a:lnTo>
                  <a:lnTo>
                    <a:pt x="524" y="1549"/>
                  </a:lnTo>
                  <a:lnTo>
                    <a:pt x="524" y="1612"/>
                  </a:lnTo>
                  <a:lnTo>
                    <a:pt x="461" y="1779"/>
                  </a:lnTo>
                  <a:lnTo>
                    <a:pt x="461" y="2198"/>
                  </a:lnTo>
                  <a:lnTo>
                    <a:pt x="377" y="2386"/>
                  </a:lnTo>
                  <a:lnTo>
                    <a:pt x="419" y="2533"/>
                  </a:lnTo>
                  <a:lnTo>
                    <a:pt x="461" y="2909"/>
                  </a:lnTo>
                  <a:lnTo>
                    <a:pt x="398" y="3077"/>
                  </a:lnTo>
                  <a:lnTo>
                    <a:pt x="356" y="3160"/>
                  </a:lnTo>
                  <a:lnTo>
                    <a:pt x="377" y="3286"/>
                  </a:lnTo>
                  <a:lnTo>
                    <a:pt x="398" y="3370"/>
                  </a:lnTo>
                  <a:lnTo>
                    <a:pt x="398" y="3495"/>
                  </a:lnTo>
                  <a:lnTo>
                    <a:pt x="356" y="3600"/>
                  </a:lnTo>
                  <a:lnTo>
                    <a:pt x="524" y="3997"/>
                  </a:lnTo>
                  <a:lnTo>
                    <a:pt x="503" y="4123"/>
                  </a:lnTo>
                  <a:lnTo>
                    <a:pt x="398" y="4290"/>
                  </a:lnTo>
                  <a:lnTo>
                    <a:pt x="273" y="4374"/>
                  </a:lnTo>
                  <a:lnTo>
                    <a:pt x="168" y="4541"/>
                  </a:lnTo>
                  <a:lnTo>
                    <a:pt x="210" y="4604"/>
                  </a:lnTo>
                  <a:lnTo>
                    <a:pt x="293" y="4625"/>
                  </a:lnTo>
                  <a:lnTo>
                    <a:pt x="314" y="4709"/>
                  </a:lnTo>
                  <a:lnTo>
                    <a:pt x="356" y="4709"/>
                  </a:lnTo>
                  <a:lnTo>
                    <a:pt x="356" y="4834"/>
                  </a:lnTo>
                  <a:lnTo>
                    <a:pt x="482" y="4939"/>
                  </a:lnTo>
                  <a:lnTo>
                    <a:pt x="524" y="5002"/>
                  </a:lnTo>
                  <a:lnTo>
                    <a:pt x="565" y="5127"/>
                  </a:lnTo>
                  <a:lnTo>
                    <a:pt x="524" y="5232"/>
                  </a:lnTo>
                  <a:lnTo>
                    <a:pt x="524" y="5274"/>
                  </a:lnTo>
                  <a:lnTo>
                    <a:pt x="586" y="5483"/>
                  </a:lnTo>
                  <a:lnTo>
                    <a:pt x="670" y="5629"/>
                  </a:lnTo>
                  <a:lnTo>
                    <a:pt x="921" y="5839"/>
                  </a:lnTo>
                  <a:lnTo>
                    <a:pt x="942" y="5901"/>
                  </a:lnTo>
                  <a:lnTo>
                    <a:pt x="879" y="6090"/>
                  </a:lnTo>
                  <a:lnTo>
                    <a:pt x="921" y="6194"/>
                  </a:lnTo>
                  <a:lnTo>
                    <a:pt x="775" y="6508"/>
                  </a:lnTo>
                  <a:lnTo>
                    <a:pt x="879" y="6613"/>
                  </a:lnTo>
                  <a:lnTo>
                    <a:pt x="1130" y="6885"/>
                  </a:lnTo>
                  <a:lnTo>
                    <a:pt x="1570" y="8036"/>
                  </a:lnTo>
                  <a:lnTo>
                    <a:pt x="1737" y="8036"/>
                  </a:lnTo>
                  <a:lnTo>
                    <a:pt x="1758" y="7952"/>
                  </a:lnTo>
                  <a:lnTo>
                    <a:pt x="1863" y="7931"/>
                  </a:lnTo>
                  <a:lnTo>
                    <a:pt x="1863" y="7952"/>
                  </a:lnTo>
                  <a:lnTo>
                    <a:pt x="1946" y="7847"/>
                  </a:lnTo>
                  <a:lnTo>
                    <a:pt x="2051" y="7638"/>
                  </a:lnTo>
                  <a:lnTo>
                    <a:pt x="2260" y="7408"/>
                  </a:lnTo>
                  <a:lnTo>
                    <a:pt x="2407" y="7345"/>
                  </a:lnTo>
                  <a:lnTo>
                    <a:pt x="2553" y="7471"/>
                  </a:lnTo>
                  <a:lnTo>
                    <a:pt x="2721" y="7450"/>
                  </a:lnTo>
                  <a:lnTo>
                    <a:pt x="2804" y="7429"/>
                  </a:lnTo>
                  <a:lnTo>
                    <a:pt x="2930" y="7471"/>
                  </a:lnTo>
                  <a:lnTo>
                    <a:pt x="3139" y="7429"/>
                  </a:lnTo>
                  <a:lnTo>
                    <a:pt x="3244" y="7450"/>
                  </a:lnTo>
                  <a:lnTo>
                    <a:pt x="3286" y="7575"/>
                  </a:lnTo>
                  <a:lnTo>
                    <a:pt x="3348" y="7847"/>
                  </a:lnTo>
                  <a:lnTo>
                    <a:pt x="3411" y="7889"/>
                  </a:lnTo>
                  <a:lnTo>
                    <a:pt x="3453" y="7847"/>
                  </a:lnTo>
                  <a:lnTo>
                    <a:pt x="3453" y="7743"/>
                  </a:lnTo>
                  <a:lnTo>
                    <a:pt x="3516" y="7617"/>
                  </a:lnTo>
                  <a:lnTo>
                    <a:pt x="3516" y="7512"/>
                  </a:lnTo>
                  <a:lnTo>
                    <a:pt x="3620" y="7366"/>
                  </a:lnTo>
                  <a:lnTo>
                    <a:pt x="4227" y="7366"/>
                  </a:lnTo>
                  <a:lnTo>
                    <a:pt x="4353" y="7471"/>
                  </a:lnTo>
                  <a:lnTo>
                    <a:pt x="4374" y="7303"/>
                  </a:lnTo>
                  <a:lnTo>
                    <a:pt x="4541" y="6989"/>
                  </a:lnTo>
                  <a:lnTo>
                    <a:pt x="4562" y="6822"/>
                  </a:lnTo>
                  <a:lnTo>
                    <a:pt x="4541" y="6675"/>
                  </a:lnTo>
                  <a:lnTo>
                    <a:pt x="4478" y="6592"/>
                  </a:lnTo>
                  <a:lnTo>
                    <a:pt x="4667" y="6299"/>
                  </a:lnTo>
                  <a:lnTo>
                    <a:pt x="4750" y="6090"/>
                  </a:lnTo>
                  <a:lnTo>
                    <a:pt x="4750" y="5985"/>
                  </a:lnTo>
                  <a:lnTo>
                    <a:pt x="4876" y="5901"/>
                  </a:lnTo>
                  <a:lnTo>
                    <a:pt x="5650" y="5692"/>
                  </a:lnTo>
                  <a:lnTo>
                    <a:pt x="6319" y="5692"/>
                  </a:lnTo>
                  <a:lnTo>
                    <a:pt x="6696" y="5985"/>
                  </a:lnTo>
                  <a:lnTo>
                    <a:pt x="6780" y="5985"/>
                  </a:lnTo>
                  <a:lnTo>
                    <a:pt x="6864" y="6069"/>
                  </a:lnTo>
                  <a:lnTo>
                    <a:pt x="6926" y="5964"/>
                  </a:lnTo>
                  <a:lnTo>
                    <a:pt x="6905" y="5880"/>
                  </a:lnTo>
                  <a:lnTo>
                    <a:pt x="7198" y="5315"/>
                  </a:lnTo>
                  <a:lnTo>
                    <a:pt x="7177" y="5043"/>
                  </a:lnTo>
                  <a:lnTo>
                    <a:pt x="6884" y="4499"/>
                  </a:lnTo>
                  <a:lnTo>
                    <a:pt x="6571" y="4437"/>
                  </a:lnTo>
                  <a:lnTo>
                    <a:pt x="6591" y="4207"/>
                  </a:lnTo>
                  <a:lnTo>
                    <a:pt x="6550" y="3851"/>
                  </a:lnTo>
                  <a:lnTo>
                    <a:pt x="5524" y="3809"/>
                  </a:lnTo>
                  <a:lnTo>
                    <a:pt x="5545" y="3558"/>
                  </a:lnTo>
                  <a:lnTo>
                    <a:pt x="5315" y="3181"/>
                  </a:lnTo>
                  <a:lnTo>
                    <a:pt x="5399" y="3056"/>
                  </a:lnTo>
                  <a:lnTo>
                    <a:pt x="5336" y="2846"/>
                  </a:lnTo>
                  <a:lnTo>
                    <a:pt x="5378" y="2554"/>
                  </a:lnTo>
                  <a:lnTo>
                    <a:pt x="5315" y="2491"/>
                  </a:lnTo>
                  <a:lnTo>
                    <a:pt x="5106" y="2323"/>
                  </a:lnTo>
                  <a:lnTo>
                    <a:pt x="4771" y="2386"/>
                  </a:lnTo>
                  <a:lnTo>
                    <a:pt x="4604" y="2302"/>
                  </a:lnTo>
                  <a:lnTo>
                    <a:pt x="4499" y="2240"/>
                  </a:lnTo>
                  <a:lnTo>
                    <a:pt x="4457" y="2093"/>
                  </a:lnTo>
                  <a:lnTo>
                    <a:pt x="4290" y="2030"/>
                  </a:lnTo>
                  <a:lnTo>
                    <a:pt x="4060" y="1968"/>
                  </a:lnTo>
                  <a:lnTo>
                    <a:pt x="3955" y="1968"/>
                  </a:lnTo>
                  <a:lnTo>
                    <a:pt x="3746" y="1717"/>
                  </a:lnTo>
                  <a:lnTo>
                    <a:pt x="3620" y="1779"/>
                  </a:lnTo>
                  <a:lnTo>
                    <a:pt x="3411" y="1570"/>
                  </a:lnTo>
                  <a:lnTo>
                    <a:pt x="3181" y="1612"/>
                  </a:lnTo>
                  <a:lnTo>
                    <a:pt x="3118" y="1696"/>
                  </a:lnTo>
                  <a:lnTo>
                    <a:pt x="2993" y="1570"/>
                  </a:lnTo>
                  <a:lnTo>
                    <a:pt x="2804" y="1466"/>
                  </a:lnTo>
                  <a:lnTo>
                    <a:pt x="2679" y="1382"/>
                  </a:lnTo>
                  <a:lnTo>
                    <a:pt x="2616" y="1235"/>
                  </a:lnTo>
                  <a:lnTo>
                    <a:pt x="2490" y="1152"/>
                  </a:lnTo>
                  <a:lnTo>
                    <a:pt x="2407" y="942"/>
                  </a:lnTo>
                  <a:lnTo>
                    <a:pt x="2449" y="838"/>
                  </a:lnTo>
                  <a:lnTo>
                    <a:pt x="2386" y="545"/>
                  </a:lnTo>
                  <a:lnTo>
                    <a:pt x="2470" y="398"/>
                  </a:lnTo>
                  <a:lnTo>
                    <a:pt x="2407" y="189"/>
                  </a:lnTo>
                  <a:lnTo>
                    <a:pt x="2407" y="43"/>
                  </a:lnTo>
                  <a:lnTo>
                    <a:pt x="2365" y="1"/>
                  </a:lnTo>
                  <a:lnTo>
                    <a:pt x="2239" y="85"/>
                  </a:lnTo>
                  <a:lnTo>
                    <a:pt x="209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13" name="Google Shape;7741;p67">
              <a:extLst>
                <a:ext uri="{FF2B5EF4-FFF2-40B4-BE49-F238E27FC236}">
                  <a16:creationId xmlns:a16="http://schemas.microsoft.com/office/drawing/2014/main" id="{1C4844FD-68F8-136B-E034-EFAD51F2719B}"/>
                </a:ext>
              </a:extLst>
            </p:cNvPr>
            <p:cNvSpPr/>
            <p:nvPr/>
          </p:nvSpPr>
          <p:spPr>
            <a:xfrm>
              <a:off x="2809050" y="3531500"/>
              <a:ext cx="123475" cy="130275"/>
            </a:xfrm>
            <a:custGeom>
              <a:avLst/>
              <a:gdLst/>
              <a:ahLst/>
              <a:cxnLst/>
              <a:rect l="l" t="t" r="r" b="b"/>
              <a:pathLst>
                <a:path w="4939" h="5211" extrusionOk="0">
                  <a:moveTo>
                    <a:pt x="1298" y="0"/>
                  </a:moveTo>
                  <a:lnTo>
                    <a:pt x="524" y="209"/>
                  </a:lnTo>
                  <a:lnTo>
                    <a:pt x="398" y="293"/>
                  </a:lnTo>
                  <a:lnTo>
                    <a:pt x="398" y="398"/>
                  </a:lnTo>
                  <a:lnTo>
                    <a:pt x="315" y="607"/>
                  </a:lnTo>
                  <a:lnTo>
                    <a:pt x="126" y="900"/>
                  </a:lnTo>
                  <a:lnTo>
                    <a:pt x="189" y="983"/>
                  </a:lnTo>
                  <a:lnTo>
                    <a:pt x="210" y="1130"/>
                  </a:lnTo>
                  <a:lnTo>
                    <a:pt x="189" y="1297"/>
                  </a:lnTo>
                  <a:lnTo>
                    <a:pt x="22" y="1611"/>
                  </a:lnTo>
                  <a:lnTo>
                    <a:pt x="1" y="1779"/>
                  </a:lnTo>
                  <a:lnTo>
                    <a:pt x="1" y="1820"/>
                  </a:lnTo>
                  <a:lnTo>
                    <a:pt x="126" y="1946"/>
                  </a:lnTo>
                  <a:lnTo>
                    <a:pt x="231" y="1967"/>
                  </a:lnTo>
                  <a:lnTo>
                    <a:pt x="398" y="2239"/>
                  </a:lnTo>
                  <a:lnTo>
                    <a:pt x="754" y="2595"/>
                  </a:lnTo>
                  <a:lnTo>
                    <a:pt x="879" y="2595"/>
                  </a:lnTo>
                  <a:lnTo>
                    <a:pt x="1026" y="2720"/>
                  </a:lnTo>
                  <a:lnTo>
                    <a:pt x="1131" y="2888"/>
                  </a:lnTo>
                  <a:lnTo>
                    <a:pt x="1465" y="2971"/>
                  </a:lnTo>
                  <a:lnTo>
                    <a:pt x="1695" y="3097"/>
                  </a:lnTo>
                  <a:lnTo>
                    <a:pt x="1800" y="3097"/>
                  </a:lnTo>
                  <a:lnTo>
                    <a:pt x="2030" y="3327"/>
                  </a:lnTo>
                  <a:lnTo>
                    <a:pt x="2302" y="3452"/>
                  </a:lnTo>
                  <a:lnTo>
                    <a:pt x="2637" y="3515"/>
                  </a:lnTo>
                  <a:lnTo>
                    <a:pt x="2804" y="3641"/>
                  </a:lnTo>
                  <a:lnTo>
                    <a:pt x="2951" y="3808"/>
                  </a:lnTo>
                  <a:lnTo>
                    <a:pt x="3035" y="3934"/>
                  </a:lnTo>
                  <a:lnTo>
                    <a:pt x="2972" y="4059"/>
                  </a:lnTo>
                  <a:lnTo>
                    <a:pt x="2909" y="4185"/>
                  </a:lnTo>
                  <a:lnTo>
                    <a:pt x="2804" y="4269"/>
                  </a:lnTo>
                  <a:lnTo>
                    <a:pt x="2742" y="4373"/>
                  </a:lnTo>
                  <a:lnTo>
                    <a:pt x="2763" y="4478"/>
                  </a:lnTo>
                  <a:lnTo>
                    <a:pt x="2700" y="4708"/>
                  </a:lnTo>
                  <a:lnTo>
                    <a:pt x="2512" y="4896"/>
                  </a:lnTo>
                  <a:lnTo>
                    <a:pt x="2491" y="5022"/>
                  </a:lnTo>
                  <a:lnTo>
                    <a:pt x="2574" y="5022"/>
                  </a:lnTo>
                  <a:lnTo>
                    <a:pt x="2972" y="4959"/>
                  </a:lnTo>
                  <a:lnTo>
                    <a:pt x="3328" y="5064"/>
                  </a:lnTo>
                  <a:lnTo>
                    <a:pt x="3579" y="5210"/>
                  </a:lnTo>
                  <a:lnTo>
                    <a:pt x="3704" y="5168"/>
                  </a:lnTo>
                  <a:lnTo>
                    <a:pt x="3788" y="5168"/>
                  </a:lnTo>
                  <a:lnTo>
                    <a:pt x="3851" y="5210"/>
                  </a:lnTo>
                  <a:lnTo>
                    <a:pt x="3955" y="5064"/>
                  </a:lnTo>
                  <a:lnTo>
                    <a:pt x="3997" y="5022"/>
                  </a:lnTo>
                  <a:lnTo>
                    <a:pt x="4123" y="5085"/>
                  </a:lnTo>
                  <a:lnTo>
                    <a:pt x="4227" y="4959"/>
                  </a:lnTo>
                  <a:lnTo>
                    <a:pt x="4290" y="4792"/>
                  </a:lnTo>
                  <a:lnTo>
                    <a:pt x="4541" y="4603"/>
                  </a:lnTo>
                  <a:lnTo>
                    <a:pt x="4583" y="4478"/>
                  </a:lnTo>
                  <a:lnTo>
                    <a:pt x="4646" y="4352"/>
                  </a:lnTo>
                  <a:lnTo>
                    <a:pt x="4750" y="4248"/>
                  </a:lnTo>
                  <a:lnTo>
                    <a:pt x="4792" y="4038"/>
                  </a:lnTo>
                  <a:lnTo>
                    <a:pt x="4750" y="3976"/>
                  </a:lnTo>
                  <a:lnTo>
                    <a:pt x="4750" y="3829"/>
                  </a:lnTo>
                  <a:lnTo>
                    <a:pt x="4813" y="3808"/>
                  </a:lnTo>
                  <a:lnTo>
                    <a:pt x="4813" y="3724"/>
                  </a:lnTo>
                  <a:lnTo>
                    <a:pt x="4813" y="3662"/>
                  </a:lnTo>
                  <a:lnTo>
                    <a:pt x="4813" y="3599"/>
                  </a:lnTo>
                  <a:lnTo>
                    <a:pt x="4834" y="3599"/>
                  </a:lnTo>
                  <a:lnTo>
                    <a:pt x="4855" y="3515"/>
                  </a:lnTo>
                  <a:lnTo>
                    <a:pt x="4855" y="2971"/>
                  </a:lnTo>
                  <a:lnTo>
                    <a:pt x="4939" y="2888"/>
                  </a:lnTo>
                  <a:lnTo>
                    <a:pt x="4834" y="2867"/>
                  </a:lnTo>
                  <a:lnTo>
                    <a:pt x="4750" y="2783"/>
                  </a:lnTo>
                  <a:lnTo>
                    <a:pt x="4625" y="2720"/>
                  </a:lnTo>
                  <a:lnTo>
                    <a:pt x="4395" y="2867"/>
                  </a:lnTo>
                  <a:lnTo>
                    <a:pt x="4290" y="2825"/>
                  </a:lnTo>
                  <a:lnTo>
                    <a:pt x="4206" y="2616"/>
                  </a:lnTo>
                  <a:lnTo>
                    <a:pt x="4060" y="1988"/>
                  </a:lnTo>
                  <a:lnTo>
                    <a:pt x="4018" y="1862"/>
                  </a:lnTo>
                  <a:lnTo>
                    <a:pt x="3892" y="1820"/>
                  </a:lnTo>
                  <a:lnTo>
                    <a:pt x="3767" y="1716"/>
                  </a:lnTo>
                  <a:lnTo>
                    <a:pt x="3495" y="1841"/>
                  </a:lnTo>
                  <a:lnTo>
                    <a:pt x="3328" y="1758"/>
                  </a:lnTo>
                  <a:lnTo>
                    <a:pt x="3056" y="1779"/>
                  </a:lnTo>
                  <a:lnTo>
                    <a:pt x="2972" y="1737"/>
                  </a:lnTo>
                  <a:lnTo>
                    <a:pt x="2763" y="1758"/>
                  </a:lnTo>
                  <a:lnTo>
                    <a:pt x="2721" y="1632"/>
                  </a:lnTo>
                  <a:lnTo>
                    <a:pt x="2763" y="1528"/>
                  </a:lnTo>
                  <a:lnTo>
                    <a:pt x="2721" y="1360"/>
                  </a:lnTo>
                  <a:lnTo>
                    <a:pt x="2763" y="1025"/>
                  </a:lnTo>
                  <a:lnTo>
                    <a:pt x="2658" y="837"/>
                  </a:lnTo>
                  <a:lnTo>
                    <a:pt x="2658" y="670"/>
                  </a:lnTo>
                  <a:lnTo>
                    <a:pt x="2512" y="565"/>
                  </a:lnTo>
                  <a:lnTo>
                    <a:pt x="2553" y="419"/>
                  </a:lnTo>
                  <a:lnTo>
                    <a:pt x="2428" y="293"/>
                  </a:lnTo>
                  <a:lnTo>
                    <a:pt x="2344" y="293"/>
                  </a:lnTo>
                  <a:lnTo>
                    <a:pt x="196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14" name="Google Shape;7742;p67">
              <a:extLst>
                <a:ext uri="{FF2B5EF4-FFF2-40B4-BE49-F238E27FC236}">
                  <a16:creationId xmlns:a16="http://schemas.microsoft.com/office/drawing/2014/main" id="{25506B94-3B4E-77D6-5C50-0471D547BFA1}"/>
                </a:ext>
              </a:extLst>
            </p:cNvPr>
            <p:cNvSpPr/>
            <p:nvPr/>
          </p:nvSpPr>
          <p:spPr>
            <a:xfrm>
              <a:off x="2884375" y="3700450"/>
              <a:ext cx="73250" cy="83200"/>
            </a:xfrm>
            <a:custGeom>
              <a:avLst/>
              <a:gdLst/>
              <a:ahLst/>
              <a:cxnLst/>
              <a:rect l="l" t="t" r="r" b="b"/>
              <a:pathLst>
                <a:path w="2930" h="3328" extrusionOk="0">
                  <a:moveTo>
                    <a:pt x="754" y="0"/>
                  </a:moveTo>
                  <a:lnTo>
                    <a:pt x="440" y="63"/>
                  </a:lnTo>
                  <a:lnTo>
                    <a:pt x="377" y="42"/>
                  </a:lnTo>
                  <a:lnTo>
                    <a:pt x="315" y="42"/>
                  </a:lnTo>
                  <a:lnTo>
                    <a:pt x="273" y="63"/>
                  </a:lnTo>
                  <a:lnTo>
                    <a:pt x="231" y="210"/>
                  </a:lnTo>
                  <a:lnTo>
                    <a:pt x="126" y="335"/>
                  </a:lnTo>
                  <a:lnTo>
                    <a:pt x="168" y="524"/>
                  </a:lnTo>
                  <a:lnTo>
                    <a:pt x="126" y="586"/>
                  </a:lnTo>
                  <a:lnTo>
                    <a:pt x="147" y="712"/>
                  </a:lnTo>
                  <a:lnTo>
                    <a:pt x="147" y="963"/>
                  </a:lnTo>
                  <a:lnTo>
                    <a:pt x="84" y="1047"/>
                  </a:lnTo>
                  <a:lnTo>
                    <a:pt x="84" y="1151"/>
                  </a:lnTo>
                  <a:lnTo>
                    <a:pt x="43" y="1277"/>
                  </a:lnTo>
                  <a:lnTo>
                    <a:pt x="84" y="1465"/>
                  </a:lnTo>
                  <a:lnTo>
                    <a:pt x="43" y="1507"/>
                  </a:lnTo>
                  <a:lnTo>
                    <a:pt x="63" y="1779"/>
                  </a:lnTo>
                  <a:lnTo>
                    <a:pt x="126" y="1967"/>
                  </a:lnTo>
                  <a:lnTo>
                    <a:pt x="84" y="2030"/>
                  </a:lnTo>
                  <a:lnTo>
                    <a:pt x="22" y="2114"/>
                  </a:lnTo>
                  <a:lnTo>
                    <a:pt x="1" y="2156"/>
                  </a:lnTo>
                  <a:lnTo>
                    <a:pt x="1" y="2428"/>
                  </a:lnTo>
                  <a:lnTo>
                    <a:pt x="63" y="2637"/>
                  </a:lnTo>
                  <a:lnTo>
                    <a:pt x="231" y="2867"/>
                  </a:lnTo>
                  <a:lnTo>
                    <a:pt x="315" y="2867"/>
                  </a:lnTo>
                  <a:lnTo>
                    <a:pt x="461" y="3034"/>
                  </a:lnTo>
                  <a:lnTo>
                    <a:pt x="545" y="3055"/>
                  </a:lnTo>
                  <a:lnTo>
                    <a:pt x="796" y="3034"/>
                  </a:lnTo>
                  <a:lnTo>
                    <a:pt x="963" y="3055"/>
                  </a:lnTo>
                  <a:lnTo>
                    <a:pt x="1089" y="3139"/>
                  </a:lnTo>
                  <a:lnTo>
                    <a:pt x="1172" y="3160"/>
                  </a:lnTo>
                  <a:lnTo>
                    <a:pt x="1277" y="3160"/>
                  </a:lnTo>
                  <a:lnTo>
                    <a:pt x="1298" y="3181"/>
                  </a:lnTo>
                  <a:lnTo>
                    <a:pt x="1277" y="3244"/>
                  </a:lnTo>
                  <a:lnTo>
                    <a:pt x="1277" y="3285"/>
                  </a:lnTo>
                  <a:lnTo>
                    <a:pt x="1382" y="3285"/>
                  </a:lnTo>
                  <a:lnTo>
                    <a:pt x="1507" y="3202"/>
                  </a:lnTo>
                  <a:lnTo>
                    <a:pt x="1654" y="3181"/>
                  </a:lnTo>
                  <a:lnTo>
                    <a:pt x="1800" y="3244"/>
                  </a:lnTo>
                  <a:lnTo>
                    <a:pt x="1842" y="3264"/>
                  </a:lnTo>
                  <a:lnTo>
                    <a:pt x="1926" y="3264"/>
                  </a:lnTo>
                  <a:lnTo>
                    <a:pt x="2009" y="3285"/>
                  </a:lnTo>
                  <a:lnTo>
                    <a:pt x="2093" y="3327"/>
                  </a:lnTo>
                  <a:lnTo>
                    <a:pt x="2135" y="3264"/>
                  </a:lnTo>
                  <a:lnTo>
                    <a:pt x="2156" y="3181"/>
                  </a:lnTo>
                  <a:lnTo>
                    <a:pt x="2177" y="3181"/>
                  </a:lnTo>
                  <a:lnTo>
                    <a:pt x="2239" y="3202"/>
                  </a:lnTo>
                  <a:lnTo>
                    <a:pt x="2449" y="3139"/>
                  </a:lnTo>
                  <a:lnTo>
                    <a:pt x="2574" y="2972"/>
                  </a:lnTo>
                  <a:lnTo>
                    <a:pt x="2637" y="2930"/>
                  </a:lnTo>
                  <a:lnTo>
                    <a:pt x="2616" y="2909"/>
                  </a:lnTo>
                  <a:lnTo>
                    <a:pt x="2658" y="2804"/>
                  </a:lnTo>
                  <a:lnTo>
                    <a:pt x="2784" y="2720"/>
                  </a:lnTo>
                  <a:lnTo>
                    <a:pt x="2784" y="2532"/>
                  </a:lnTo>
                  <a:lnTo>
                    <a:pt x="2867" y="2428"/>
                  </a:lnTo>
                  <a:lnTo>
                    <a:pt x="2930" y="2407"/>
                  </a:lnTo>
                  <a:lnTo>
                    <a:pt x="2888" y="2386"/>
                  </a:lnTo>
                  <a:lnTo>
                    <a:pt x="2825" y="2281"/>
                  </a:lnTo>
                  <a:lnTo>
                    <a:pt x="2784" y="2239"/>
                  </a:lnTo>
                  <a:lnTo>
                    <a:pt x="2784" y="2218"/>
                  </a:lnTo>
                  <a:lnTo>
                    <a:pt x="2742" y="2030"/>
                  </a:lnTo>
                  <a:lnTo>
                    <a:pt x="2846" y="1884"/>
                  </a:lnTo>
                  <a:lnTo>
                    <a:pt x="2867" y="1716"/>
                  </a:lnTo>
                  <a:lnTo>
                    <a:pt x="2742" y="1612"/>
                  </a:lnTo>
                  <a:lnTo>
                    <a:pt x="2574" y="1402"/>
                  </a:lnTo>
                  <a:lnTo>
                    <a:pt x="2449" y="1256"/>
                  </a:lnTo>
                  <a:lnTo>
                    <a:pt x="2239" y="1151"/>
                  </a:lnTo>
                  <a:lnTo>
                    <a:pt x="2114" y="1172"/>
                  </a:lnTo>
                  <a:lnTo>
                    <a:pt x="2114" y="1026"/>
                  </a:lnTo>
                  <a:lnTo>
                    <a:pt x="1988" y="879"/>
                  </a:lnTo>
                  <a:lnTo>
                    <a:pt x="1842" y="858"/>
                  </a:lnTo>
                  <a:lnTo>
                    <a:pt x="1695" y="775"/>
                  </a:lnTo>
                  <a:lnTo>
                    <a:pt x="1570" y="565"/>
                  </a:lnTo>
                  <a:lnTo>
                    <a:pt x="1486" y="565"/>
                  </a:lnTo>
                  <a:lnTo>
                    <a:pt x="1382" y="670"/>
                  </a:lnTo>
                  <a:lnTo>
                    <a:pt x="1319" y="670"/>
                  </a:lnTo>
                  <a:lnTo>
                    <a:pt x="1172" y="461"/>
                  </a:lnTo>
                  <a:lnTo>
                    <a:pt x="1110" y="314"/>
                  </a:lnTo>
                  <a:lnTo>
                    <a:pt x="984" y="251"/>
                  </a:lnTo>
                  <a:lnTo>
                    <a:pt x="859" y="63"/>
                  </a:lnTo>
                  <a:lnTo>
                    <a:pt x="75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15" name="Google Shape;7743;p67">
              <a:extLst>
                <a:ext uri="{FF2B5EF4-FFF2-40B4-BE49-F238E27FC236}">
                  <a16:creationId xmlns:a16="http://schemas.microsoft.com/office/drawing/2014/main" id="{5CCD945C-F06A-D36B-C8C5-40593EF229E7}"/>
                </a:ext>
              </a:extLst>
            </p:cNvPr>
            <p:cNvGrpSpPr/>
            <p:nvPr/>
          </p:nvGrpSpPr>
          <p:grpSpPr>
            <a:xfrm>
              <a:off x="2711750" y="3572300"/>
              <a:ext cx="230725" cy="598425"/>
              <a:chOff x="2711750" y="3572300"/>
              <a:chExt cx="230725" cy="598425"/>
            </a:xfrm>
            <a:grpFill/>
          </p:grpSpPr>
          <p:sp>
            <p:nvSpPr>
              <p:cNvPr id="779" name="Google Shape;7744;p67">
                <a:extLst>
                  <a:ext uri="{FF2B5EF4-FFF2-40B4-BE49-F238E27FC236}">
                    <a16:creationId xmlns:a16="http://schemas.microsoft.com/office/drawing/2014/main" id="{9B77671D-B5E4-7A6D-0FDB-EB341F5D415A}"/>
                  </a:ext>
                </a:extLst>
              </p:cNvPr>
              <p:cNvSpPr/>
              <p:nvPr/>
            </p:nvSpPr>
            <p:spPr>
              <a:xfrm>
                <a:off x="2711750" y="3572300"/>
                <a:ext cx="230725" cy="538800"/>
              </a:xfrm>
              <a:custGeom>
                <a:avLst/>
                <a:gdLst/>
                <a:ahLst/>
                <a:cxnLst/>
                <a:rect l="l" t="t" r="r" b="b"/>
                <a:pathLst>
                  <a:path w="9229" h="21552" extrusionOk="0">
                    <a:moveTo>
                      <a:pt x="1947" y="0"/>
                    </a:moveTo>
                    <a:lnTo>
                      <a:pt x="1800" y="42"/>
                    </a:lnTo>
                    <a:lnTo>
                      <a:pt x="1570" y="293"/>
                    </a:lnTo>
                    <a:lnTo>
                      <a:pt x="1466" y="502"/>
                    </a:lnTo>
                    <a:lnTo>
                      <a:pt x="1382" y="607"/>
                    </a:lnTo>
                    <a:lnTo>
                      <a:pt x="1466" y="753"/>
                    </a:lnTo>
                    <a:lnTo>
                      <a:pt x="1298" y="1402"/>
                    </a:lnTo>
                    <a:lnTo>
                      <a:pt x="629" y="1779"/>
                    </a:lnTo>
                    <a:lnTo>
                      <a:pt x="566" y="1925"/>
                    </a:lnTo>
                    <a:lnTo>
                      <a:pt x="691" y="2030"/>
                    </a:lnTo>
                    <a:lnTo>
                      <a:pt x="733" y="2134"/>
                    </a:lnTo>
                    <a:lnTo>
                      <a:pt x="650" y="2281"/>
                    </a:lnTo>
                    <a:lnTo>
                      <a:pt x="670" y="2448"/>
                    </a:lnTo>
                    <a:lnTo>
                      <a:pt x="796" y="2616"/>
                    </a:lnTo>
                    <a:lnTo>
                      <a:pt x="796" y="2762"/>
                    </a:lnTo>
                    <a:lnTo>
                      <a:pt x="691" y="2846"/>
                    </a:lnTo>
                    <a:lnTo>
                      <a:pt x="670" y="2950"/>
                    </a:lnTo>
                    <a:lnTo>
                      <a:pt x="754" y="3013"/>
                    </a:lnTo>
                    <a:lnTo>
                      <a:pt x="796" y="3076"/>
                    </a:lnTo>
                    <a:lnTo>
                      <a:pt x="796" y="3243"/>
                    </a:lnTo>
                    <a:lnTo>
                      <a:pt x="859" y="3285"/>
                    </a:lnTo>
                    <a:lnTo>
                      <a:pt x="775" y="3390"/>
                    </a:lnTo>
                    <a:lnTo>
                      <a:pt x="670" y="3453"/>
                    </a:lnTo>
                    <a:lnTo>
                      <a:pt x="524" y="3599"/>
                    </a:lnTo>
                    <a:lnTo>
                      <a:pt x="357" y="3997"/>
                    </a:lnTo>
                    <a:lnTo>
                      <a:pt x="252" y="4164"/>
                    </a:lnTo>
                    <a:lnTo>
                      <a:pt x="210" y="4582"/>
                    </a:lnTo>
                    <a:lnTo>
                      <a:pt x="126" y="4645"/>
                    </a:lnTo>
                    <a:lnTo>
                      <a:pt x="147" y="5022"/>
                    </a:lnTo>
                    <a:lnTo>
                      <a:pt x="252" y="5210"/>
                    </a:lnTo>
                    <a:lnTo>
                      <a:pt x="252" y="5461"/>
                    </a:lnTo>
                    <a:lnTo>
                      <a:pt x="168" y="5566"/>
                    </a:lnTo>
                    <a:lnTo>
                      <a:pt x="168" y="5859"/>
                    </a:lnTo>
                    <a:lnTo>
                      <a:pt x="22" y="5942"/>
                    </a:lnTo>
                    <a:lnTo>
                      <a:pt x="1" y="6152"/>
                    </a:lnTo>
                    <a:lnTo>
                      <a:pt x="43" y="6424"/>
                    </a:lnTo>
                    <a:lnTo>
                      <a:pt x="147" y="6570"/>
                    </a:lnTo>
                    <a:lnTo>
                      <a:pt x="168" y="6675"/>
                    </a:lnTo>
                    <a:lnTo>
                      <a:pt x="315" y="6884"/>
                    </a:lnTo>
                    <a:lnTo>
                      <a:pt x="378" y="7051"/>
                    </a:lnTo>
                    <a:lnTo>
                      <a:pt x="461" y="7407"/>
                    </a:lnTo>
                    <a:lnTo>
                      <a:pt x="545" y="7470"/>
                    </a:lnTo>
                    <a:lnTo>
                      <a:pt x="587" y="7930"/>
                    </a:lnTo>
                    <a:lnTo>
                      <a:pt x="566" y="8181"/>
                    </a:lnTo>
                    <a:lnTo>
                      <a:pt x="461" y="8202"/>
                    </a:lnTo>
                    <a:lnTo>
                      <a:pt x="357" y="8453"/>
                    </a:lnTo>
                    <a:lnTo>
                      <a:pt x="378" y="8683"/>
                    </a:lnTo>
                    <a:lnTo>
                      <a:pt x="252" y="8872"/>
                    </a:lnTo>
                    <a:lnTo>
                      <a:pt x="336" y="8935"/>
                    </a:lnTo>
                    <a:lnTo>
                      <a:pt x="440" y="9123"/>
                    </a:lnTo>
                    <a:lnTo>
                      <a:pt x="461" y="9332"/>
                    </a:lnTo>
                    <a:lnTo>
                      <a:pt x="336" y="9458"/>
                    </a:lnTo>
                    <a:lnTo>
                      <a:pt x="210" y="9709"/>
                    </a:lnTo>
                    <a:lnTo>
                      <a:pt x="210" y="10085"/>
                    </a:lnTo>
                    <a:lnTo>
                      <a:pt x="210" y="10253"/>
                    </a:lnTo>
                    <a:lnTo>
                      <a:pt x="147" y="10483"/>
                    </a:lnTo>
                    <a:lnTo>
                      <a:pt x="482" y="11173"/>
                    </a:lnTo>
                    <a:lnTo>
                      <a:pt x="419" y="11278"/>
                    </a:lnTo>
                    <a:lnTo>
                      <a:pt x="252" y="11341"/>
                    </a:lnTo>
                    <a:lnTo>
                      <a:pt x="231" y="11655"/>
                    </a:lnTo>
                    <a:lnTo>
                      <a:pt x="22" y="11948"/>
                    </a:lnTo>
                    <a:lnTo>
                      <a:pt x="43" y="12157"/>
                    </a:lnTo>
                    <a:lnTo>
                      <a:pt x="147" y="12345"/>
                    </a:lnTo>
                    <a:lnTo>
                      <a:pt x="126" y="12764"/>
                    </a:lnTo>
                    <a:lnTo>
                      <a:pt x="147" y="13119"/>
                    </a:lnTo>
                    <a:lnTo>
                      <a:pt x="210" y="13391"/>
                    </a:lnTo>
                    <a:lnTo>
                      <a:pt x="315" y="13433"/>
                    </a:lnTo>
                    <a:lnTo>
                      <a:pt x="357" y="13538"/>
                    </a:lnTo>
                    <a:lnTo>
                      <a:pt x="336" y="13705"/>
                    </a:lnTo>
                    <a:lnTo>
                      <a:pt x="210" y="13789"/>
                    </a:lnTo>
                    <a:lnTo>
                      <a:pt x="231" y="14103"/>
                    </a:lnTo>
                    <a:cubicBezTo>
                      <a:pt x="252" y="14165"/>
                      <a:pt x="252" y="14270"/>
                      <a:pt x="273" y="14354"/>
                    </a:cubicBezTo>
                    <a:lnTo>
                      <a:pt x="273" y="14375"/>
                    </a:lnTo>
                    <a:lnTo>
                      <a:pt x="461" y="14437"/>
                    </a:lnTo>
                    <a:lnTo>
                      <a:pt x="461" y="14626"/>
                    </a:lnTo>
                    <a:lnTo>
                      <a:pt x="461" y="14772"/>
                    </a:lnTo>
                    <a:lnTo>
                      <a:pt x="566" y="15002"/>
                    </a:lnTo>
                    <a:lnTo>
                      <a:pt x="608" y="15274"/>
                    </a:lnTo>
                    <a:lnTo>
                      <a:pt x="712" y="15295"/>
                    </a:lnTo>
                    <a:lnTo>
                      <a:pt x="796" y="15253"/>
                    </a:lnTo>
                    <a:lnTo>
                      <a:pt x="880" y="15274"/>
                    </a:lnTo>
                    <a:lnTo>
                      <a:pt x="880" y="15400"/>
                    </a:lnTo>
                    <a:lnTo>
                      <a:pt x="754" y="15567"/>
                    </a:lnTo>
                    <a:lnTo>
                      <a:pt x="482" y="15567"/>
                    </a:lnTo>
                    <a:lnTo>
                      <a:pt x="440" y="15672"/>
                    </a:lnTo>
                    <a:lnTo>
                      <a:pt x="524" y="15735"/>
                    </a:lnTo>
                    <a:lnTo>
                      <a:pt x="545" y="15714"/>
                    </a:lnTo>
                    <a:lnTo>
                      <a:pt x="670" y="15714"/>
                    </a:lnTo>
                    <a:lnTo>
                      <a:pt x="859" y="15839"/>
                    </a:lnTo>
                    <a:lnTo>
                      <a:pt x="984" y="16049"/>
                    </a:lnTo>
                    <a:lnTo>
                      <a:pt x="984" y="16195"/>
                    </a:lnTo>
                    <a:lnTo>
                      <a:pt x="838" y="16321"/>
                    </a:lnTo>
                    <a:lnTo>
                      <a:pt x="838" y="16425"/>
                    </a:lnTo>
                    <a:lnTo>
                      <a:pt x="901" y="16572"/>
                    </a:lnTo>
                    <a:lnTo>
                      <a:pt x="963" y="16885"/>
                    </a:lnTo>
                    <a:lnTo>
                      <a:pt x="1047" y="17137"/>
                    </a:lnTo>
                    <a:lnTo>
                      <a:pt x="942" y="17241"/>
                    </a:lnTo>
                    <a:lnTo>
                      <a:pt x="901" y="17367"/>
                    </a:lnTo>
                    <a:lnTo>
                      <a:pt x="1005" y="17618"/>
                    </a:lnTo>
                    <a:lnTo>
                      <a:pt x="901" y="17764"/>
                    </a:lnTo>
                    <a:lnTo>
                      <a:pt x="859" y="18015"/>
                    </a:lnTo>
                    <a:lnTo>
                      <a:pt x="942" y="18246"/>
                    </a:lnTo>
                    <a:lnTo>
                      <a:pt x="984" y="18559"/>
                    </a:lnTo>
                    <a:lnTo>
                      <a:pt x="942" y="18852"/>
                    </a:lnTo>
                    <a:lnTo>
                      <a:pt x="733" y="19062"/>
                    </a:lnTo>
                    <a:lnTo>
                      <a:pt x="587" y="19250"/>
                    </a:lnTo>
                    <a:lnTo>
                      <a:pt x="524" y="19752"/>
                    </a:lnTo>
                    <a:cubicBezTo>
                      <a:pt x="545" y="19815"/>
                      <a:pt x="545" y="19898"/>
                      <a:pt x="566" y="19982"/>
                    </a:cubicBezTo>
                    <a:lnTo>
                      <a:pt x="796" y="20422"/>
                    </a:lnTo>
                    <a:lnTo>
                      <a:pt x="942" y="20422"/>
                    </a:lnTo>
                    <a:lnTo>
                      <a:pt x="1047" y="20317"/>
                    </a:lnTo>
                    <a:lnTo>
                      <a:pt x="1214" y="20233"/>
                    </a:lnTo>
                    <a:lnTo>
                      <a:pt x="1361" y="20233"/>
                    </a:lnTo>
                    <a:lnTo>
                      <a:pt x="1361" y="20401"/>
                    </a:lnTo>
                    <a:lnTo>
                      <a:pt x="1382" y="20735"/>
                    </a:lnTo>
                    <a:lnTo>
                      <a:pt x="1507" y="20840"/>
                    </a:lnTo>
                    <a:lnTo>
                      <a:pt x="1570" y="21049"/>
                    </a:lnTo>
                    <a:lnTo>
                      <a:pt x="1633" y="21279"/>
                    </a:lnTo>
                    <a:lnTo>
                      <a:pt x="1926" y="21321"/>
                    </a:lnTo>
                    <a:lnTo>
                      <a:pt x="2030" y="21363"/>
                    </a:lnTo>
                    <a:lnTo>
                      <a:pt x="2449" y="21279"/>
                    </a:lnTo>
                    <a:lnTo>
                      <a:pt x="3181" y="21279"/>
                    </a:lnTo>
                    <a:lnTo>
                      <a:pt x="3244" y="21342"/>
                    </a:lnTo>
                    <a:lnTo>
                      <a:pt x="3370" y="21363"/>
                    </a:lnTo>
                    <a:lnTo>
                      <a:pt x="3516" y="21489"/>
                    </a:lnTo>
                    <a:lnTo>
                      <a:pt x="3663" y="21551"/>
                    </a:lnTo>
                    <a:lnTo>
                      <a:pt x="3704" y="21551"/>
                    </a:lnTo>
                    <a:lnTo>
                      <a:pt x="3704" y="21447"/>
                    </a:lnTo>
                    <a:lnTo>
                      <a:pt x="3600" y="21363"/>
                    </a:lnTo>
                    <a:lnTo>
                      <a:pt x="3411" y="21238"/>
                    </a:lnTo>
                    <a:lnTo>
                      <a:pt x="3391" y="21133"/>
                    </a:lnTo>
                    <a:lnTo>
                      <a:pt x="3286" y="21028"/>
                    </a:lnTo>
                    <a:lnTo>
                      <a:pt x="3202" y="21049"/>
                    </a:lnTo>
                    <a:lnTo>
                      <a:pt x="3160" y="21007"/>
                    </a:lnTo>
                    <a:lnTo>
                      <a:pt x="3244" y="20945"/>
                    </a:lnTo>
                    <a:lnTo>
                      <a:pt x="3265" y="20861"/>
                    </a:lnTo>
                    <a:lnTo>
                      <a:pt x="3244" y="20840"/>
                    </a:lnTo>
                    <a:lnTo>
                      <a:pt x="3244" y="20756"/>
                    </a:lnTo>
                    <a:lnTo>
                      <a:pt x="3139" y="20505"/>
                    </a:lnTo>
                    <a:lnTo>
                      <a:pt x="3035" y="20317"/>
                    </a:lnTo>
                    <a:lnTo>
                      <a:pt x="2993" y="20129"/>
                    </a:lnTo>
                    <a:lnTo>
                      <a:pt x="3077" y="19961"/>
                    </a:lnTo>
                    <a:lnTo>
                      <a:pt x="3202" y="19857"/>
                    </a:lnTo>
                    <a:lnTo>
                      <a:pt x="3265" y="19752"/>
                    </a:lnTo>
                    <a:lnTo>
                      <a:pt x="3202" y="19689"/>
                    </a:lnTo>
                    <a:lnTo>
                      <a:pt x="3202" y="19585"/>
                    </a:lnTo>
                    <a:lnTo>
                      <a:pt x="3160" y="19501"/>
                    </a:lnTo>
                    <a:lnTo>
                      <a:pt x="3244" y="19564"/>
                    </a:lnTo>
                    <a:lnTo>
                      <a:pt x="3307" y="19647"/>
                    </a:lnTo>
                    <a:lnTo>
                      <a:pt x="3391" y="19668"/>
                    </a:lnTo>
                    <a:lnTo>
                      <a:pt x="3516" y="19564"/>
                    </a:lnTo>
                    <a:lnTo>
                      <a:pt x="3558" y="19480"/>
                    </a:lnTo>
                    <a:lnTo>
                      <a:pt x="3663" y="19354"/>
                    </a:lnTo>
                    <a:lnTo>
                      <a:pt x="3683" y="19250"/>
                    </a:lnTo>
                    <a:lnTo>
                      <a:pt x="3663" y="19062"/>
                    </a:lnTo>
                    <a:lnTo>
                      <a:pt x="3579" y="19041"/>
                    </a:lnTo>
                    <a:lnTo>
                      <a:pt x="3516" y="19082"/>
                    </a:lnTo>
                    <a:lnTo>
                      <a:pt x="3516" y="19082"/>
                    </a:lnTo>
                    <a:lnTo>
                      <a:pt x="3558" y="19020"/>
                    </a:lnTo>
                    <a:lnTo>
                      <a:pt x="3663" y="18915"/>
                    </a:lnTo>
                    <a:lnTo>
                      <a:pt x="3704" y="18769"/>
                    </a:lnTo>
                    <a:lnTo>
                      <a:pt x="3725" y="18643"/>
                    </a:lnTo>
                    <a:lnTo>
                      <a:pt x="3872" y="18518"/>
                    </a:lnTo>
                    <a:lnTo>
                      <a:pt x="3976" y="18518"/>
                    </a:lnTo>
                    <a:lnTo>
                      <a:pt x="4018" y="18392"/>
                    </a:lnTo>
                    <a:lnTo>
                      <a:pt x="4102" y="18287"/>
                    </a:lnTo>
                    <a:lnTo>
                      <a:pt x="4144" y="18246"/>
                    </a:lnTo>
                    <a:lnTo>
                      <a:pt x="4186" y="18141"/>
                    </a:lnTo>
                    <a:lnTo>
                      <a:pt x="4248" y="18099"/>
                    </a:lnTo>
                    <a:lnTo>
                      <a:pt x="4332" y="17994"/>
                    </a:lnTo>
                    <a:lnTo>
                      <a:pt x="4311" y="17932"/>
                    </a:lnTo>
                    <a:lnTo>
                      <a:pt x="4311" y="17869"/>
                    </a:lnTo>
                    <a:lnTo>
                      <a:pt x="4395" y="17806"/>
                    </a:lnTo>
                    <a:lnTo>
                      <a:pt x="4290" y="17702"/>
                    </a:lnTo>
                    <a:lnTo>
                      <a:pt x="4207" y="17702"/>
                    </a:lnTo>
                    <a:lnTo>
                      <a:pt x="4311" y="17597"/>
                    </a:lnTo>
                    <a:lnTo>
                      <a:pt x="4311" y="17492"/>
                    </a:lnTo>
                    <a:lnTo>
                      <a:pt x="4227" y="17367"/>
                    </a:lnTo>
                    <a:lnTo>
                      <a:pt x="4227" y="17423"/>
                    </a:lnTo>
                    <a:lnTo>
                      <a:pt x="4186" y="17409"/>
                    </a:lnTo>
                    <a:lnTo>
                      <a:pt x="4123" y="17429"/>
                    </a:lnTo>
                    <a:lnTo>
                      <a:pt x="4018" y="17429"/>
                    </a:lnTo>
                    <a:lnTo>
                      <a:pt x="3830" y="17471"/>
                    </a:lnTo>
                    <a:lnTo>
                      <a:pt x="3600" y="17262"/>
                    </a:lnTo>
                    <a:lnTo>
                      <a:pt x="3453" y="17137"/>
                    </a:lnTo>
                    <a:lnTo>
                      <a:pt x="3370" y="17095"/>
                    </a:lnTo>
                    <a:lnTo>
                      <a:pt x="3265" y="16990"/>
                    </a:lnTo>
                    <a:lnTo>
                      <a:pt x="3139" y="16781"/>
                    </a:lnTo>
                    <a:lnTo>
                      <a:pt x="3139" y="16655"/>
                    </a:lnTo>
                    <a:lnTo>
                      <a:pt x="3056" y="16551"/>
                    </a:lnTo>
                    <a:lnTo>
                      <a:pt x="3056" y="16467"/>
                    </a:lnTo>
                    <a:lnTo>
                      <a:pt x="3181" y="16362"/>
                    </a:lnTo>
                    <a:lnTo>
                      <a:pt x="3244" y="16258"/>
                    </a:lnTo>
                    <a:lnTo>
                      <a:pt x="3286" y="16132"/>
                    </a:lnTo>
                    <a:lnTo>
                      <a:pt x="3370" y="16111"/>
                    </a:lnTo>
                    <a:lnTo>
                      <a:pt x="3474" y="16007"/>
                    </a:lnTo>
                    <a:lnTo>
                      <a:pt x="3600" y="15986"/>
                    </a:lnTo>
                    <a:lnTo>
                      <a:pt x="3704" y="15881"/>
                    </a:lnTo>
                    <a:lnTo>
                      <a:pt x="3872" y="15839"/>
                    </a:lnTo>
                    <a:lnTo>
                      <a:pt x="3976" y="15881"/>
                    </a:lnTo>
                    <a:lnTo>
                      <a:pt x="4144" y="15839"/>
                    </a:lnTo>
                    <a:lnTo>
                      <a:pt x="4144" y="15797"/>
                    </a:lnTo>
                    <a:lnTo>
                      <a:pt x="4102" y="15735"/>
                    </a:lnTo>
                    <a:lnTo>
                      <a:pt x="3997" y="15693"/>
                    </a:lnTo>
                    <a:lnTo>
                      <a:pt x="4018" y="15630"/>
                    </a:lnTo>
                    <a:lnTo>
                      <a:pt x="4039" y="15567"/>
                    </a:lnTo>
                    <a:lnTo>
                      <a:pt x="4207" y="15463"/>
                    </a:lnTo>
                    <a:lnTo>
                      <a:pt x="4186" y="15421"/>
                    </a:lnTo>
                    <a:lnTo>
                      <a:pt x="4227" y="15358"/>
                    </a:lnTo>
                    <a:lnTo>
                      <a:pt x="4227" y="15295"/>
                    </a:lnTo>
                    <a:lnTo>
                      <a:pt x="4102" y="15128"/>
                    </a:lnTo>
                    <a:lnTo>
                      <a:pt x="4123" y="15065"/>
                    </a:lnTo>
                    <a:lnTo>
                      <a:pt x="4123" y="14981"/>
                    </a:lnTo>
                    <a:lnTo>
                      <a:pt x="4018" y="14940"/>
                    </a:lnTo>
                    <a:lnTo>
                      <a:pt x="3997" y="14772"/>
                    </a:lnTo>
                    <a:lnTo>
                      <a:pt x="4081" y="14668"/>
                    </a:lnTo>
                    <a:lnTo>
                      <a:pt x="4123" y="14563"/>
                    </a:lnTo>
                    <a:lnTo>
                      <a:pt x="4081" y="14521"/>
                    </a:lnTo>
                    <a:lnTo>
                      <a:pt x="4144" y="14437"/>
                    </a:lnTo>
                    <a:lnTo>
                      <a:pt x="4332" y="14354"/>
                    </a:lnTo>
                    <a:lnTo>
                      <a:pt x="4458" y="14249"/>
                    </a:lnTo>
                    <a:lnTo>
                      <a:pt x="4458" y="14207"/>
                    </a:lnTo>
                    <a:lnTo>
                      <a:pt x="4311" y="14144"/>
                    </a:lnTo>
                    <a:lnTo>
                      <a:pt x="4207" y="14144"/>
                    </a:lnTo>
                    <a:lnTo>
                      <a:pt x="4144" y="14061"/>
                    </a:lnTo>
                    <a:lnTo>
                      <a:pt x="4186" y="14019"/>
                    </a:lnTo>
                    <a:lnTo>
                      <a:pt x="4290" y="13935"/>
                    </a:lnTo>
                    <a:lnTo>
                      <a:pt x="4437" y="13893"/>
                    </a:lnTo>
                    <a:lnTo>
                      <a:pt x="4562" y="13956"/>
                    </a:lnTo>
                    <a:lnTo>
                      <a:pt x="4562" y="14040"/>
                    </a:lnTo>
                    <a:lnTo>
                      <a:pt x="4541" y="14082"/>
                    </a:lnTo>
                    <a:lnTo>
                      <a:pt x="4604" y="14186"/>
                    </a:lnTo>
                    <a:lnTo>
                      <a:pt x="4667" y="14228"/>
                    </a:lnTo>
                    <a:lnTo>
                      <a:pt x="4918" y="14082"/>
                    </a:lnTo>
                    <a:lnTo>
                      <a:pt x="4939" y="13998"/>
                    </a:lnTo>
                    <a:lnTo>
                      <a:pt x="4876" y="13852"/>
                    </a:lnTo>
                    <a:lnTo>
                      <a:pt x="4813" y="13747"/>
                    </a:lnTo>
                    <a:lnTo>
                      <a:pt x="4855" y="13726"/>
                    </a:lnTo>
                    <a:lnTo>
                      <a:pt x="4876" y="13621"/>
                    </a:lnTo>
                    <a:lnTo>
                      <a:pt x="4813" y="13496"/>
                    </a:lnTo>
                    <a:lnTo>
                      <a:pt x="4730" y="13496"/>
                    </a:lnTo>
                    <a:lnTo>
                      <a:pt x="4625" y="13559"/>
                    </a:lnTo>
                    <a:lnTo>
                      <a:pt x="4541" y="13559"/>
                    </a:lnTo>
                    <a:lnTo>
                      <a:pt x="4499" y="13621"/>
                    </a:lnTo>
                    <a:lnTo>
                      <a:pt x="4520" y="13642"/>
                    </a:lnTo>
                    <a:lnTo>
                      <a:pt x="4625" y="13684"/>
                    </a:lnTo>
                    <a:lnTo>
                      <a:pt x="4625" y="13726"/>
                    </a:lnTo>
                    <a:lnTo>
                      <a:pt x="4437" y="13789"/>
                    </a:lnTo>
                    <a:lnTo>
                      <a:pt x="4353" y="13747"/>
                    </a:lnTo>
                    <a:lnTo>
                      <a:pt x="4416" y="13705"/>
                    </a:lnTo>
                    <a:lnTo>
                      <a:pt x="4499" y="13684"/>
                    </a:lnTo>
                    <a:lnTo>
                      <a:pt x="4437" y="13642"/>
                    </a:lnTo>
                    <a:lnTo>
                      <a:pt x="4248" y="13642"/>
                    </a:lnTo>
                    <a:lnTo>
                      <a:pt x="4123" y="13580"/>
                    </a:lnTo>
                    <a:lnTo>
                      <a:pt x="4102" y="13475"/>
                    </a:lnTo>
                    <a:lnTo>
                      <a:pt x="4102" y="13203"/>
                    </a:lnTo>
                    <a:lnTo>
                      <a:pt x="4039" y="12994"/>
                    </a:lnTo>
                    <a:lnTo>
                      <a:pt x="3914" y="12889"/>
                    </a:lnTo>
                    <a:lnTo>
                      <a:pt x="3914" y="12680"/>
                    </a:lnTo>
                    <a:lnTo>
                      <a:pt x="4018" y="12575"/>
                    </a:lnTo>
                    <a:lnTo>
                      <a:pt x="4102" y="12575"/>
                    </a:lnTo>
                    <a:lnTo>
                      <a:pt x="4081" y="12659"/>
                    </a:lnTo>
                    <a:lnTo>
                      <a:pt x="4102" y="12680"/>
                    </a:lnTo>
                    <a:lnTo>
                      <a:pt x="4227" y="12680"/>
                    </a:lnTo>
                    <a:lnTo>
                      <a:pt x="4437" y="12764"/>
                    </a:lnTo>
                    <a:lnTo>
                      <a:pt x="4646" y="12910"/>
                    </a:lnTo>
                    <a:lnTo>
                      <a:pt x="4834" y="12973"/>
                    </a:lnTo>
                    <a:lnTo>
                      <a:pt x="5148" y="12973"/>
                    </a:lnTo>
                    <a:lnTo>
                      <a:pt x="5336" y="12847"/>
                    </a:lnTo>
                    <a:lnTo>
                      <a:pt x="5295" y="12805"/>
                    </a:lnTo>
                    <a:lnTo>
                      <a:pt x="5441" y="12701"/>
                    </a:lnTo>
                    <a:lnTo>
                      <a:pt x="5462" y="12596"/>
                    </a:lnTo>
                    <a:lnTo>
                      <a:pt x="5441" y="12533"/>
                    </a:lnTo>
                    <a:lnTo>
                      <a:pt x="5462" y="12471"/>
                    </a:lnTo>
                    <a:lnTo>
                      <a:pt x="5483" y="12366"/>
                    </a:lnTo>
                    <a:lnTo>
                      <a:pt x="5378" y="12345"/>
                    </a:lnTo>
                    <a:lnTo>
                      <a:pt x="5295" y="12220"/>
                    </a:lnTo>
                    <a:lnTo>
                      <a:pt x="5295" y="12115"/>
                    </a:lnTo>
                    <a:lnTo>
                      <a:pt x="5357" y="12031"/>
                    </a:lnTo>
                    <a:lnTo>
                      <a:pt x="5336" y="11968"/>
                    </a:lnTo>
                    <a:lnTo>
                      <a:pt x="5441" y="11864"/>
                    </a:lnTo>
                    <a:lnTo>
                      <a:pt x="5441" y="11843"/>
                    </a:lnTo>
                    <a:lnTo>
                      <a:pt x="5483" y="11843"/>
                    </a:lnTo>
                    <a:lnTo>
                      <a:pt x="5504" y="11759"/>
                    </a:lnTo>
                    <a:lnTo>
                      <a:pt x="5483" y="11655"/>
                    </a:lnTo>
                    <a:lnTo>
                      <a:pt x="5378" y="11655"/>
                    </a:lnTo>
                    <a:lnTo>
                      <a:pt x="5378" y="11613"/>
                    </a:lnTo>
                    <a:lnTo>
                      <a:pt x="5336" y="11529"/>
                    </a:lnTo>
                    <a:lnTo>
                      <a:pt x="5336" y="11320"/>
                    </a:lnTo>
                    <a:lnTo>
                      <a:pt x="5295" y="11236"/>
                    </a:lnTo>
                    <a:lnTo>
                      <a:pt x="5295" y="11131"/>
                    </a:lnTo>
                    <a:lnTo>
                      <a:pt x="5336" y="11111"/>
                    </a:lnTo>
                    <a:lnTo>
                      <a:pt x="5378" y="11194"/>
                    </a:lnTo>
                    <a:lnTo>
                      <a:pt x="5462" y="11194"/>
                    </a:lnTo>
                    <a:lnTo>
                      <a:pt x="5608" y="11236"/>
                    </a:lnTo>
                    <a:lnTo>
                      <a:pt x="5755" y="11320"/>
                    </a:lnTo>
                    <a:lnTo>
                      <a:pt x="5859" y="11320"/>
                    </a:lnTo>
                    <a:lnTo>
                      <a:pt x="6027" y="11299"/>
                    </a:lnTo>
                    <a:lnTo>
                      <a:pt x="6215" y="11320"/>
                    </a:lnTo>
                    <a:lnTo>
                      <a:pt x="6445" y="11320"/>
                    </a:lnTo>
                    <a:lnTo>
                      <a:pt x="6843" y="11215"/>
                    </a:lnTo>
                    <a:lnTo>
                      <a:pt x="7178" y="11069"/>
                    </a:lnTo>
                    <a:lnTo>
                      <a:pt x="7220" y="10985"/>
                    </a:lnTo>
                    <a:lnTo>
                      <a:pt x="7261" y="11027"/>
                    </a:lnTo>
                    <a:lnTo>
                      <a:pt x="7492" y="10964"/>
                    </a:lnTo>
                    <a:lnTo>
                      <a:pt x="7805" y="10776"/>
                    </a:lnTo>
                    <a:lnTo>
                      <a:pt x="7868" y="10671"/>
                    </a:lnTo>
                    <a:lnTo>
                      <a:pt x="7826" y="10546"/>
                    </a:lnTo>
                    <a:lnTo>
                      <a:pt x="7889" y="10357"/>
                    </a:lnTo>
                    <a:lnTo>
                      <a:pt x="7931" y="10336"/>
                    </a:lnTo>
                    <a:lnTo>
                      <a:pt x="7973" y="10378"/>
                    </a:lnTo>
                    <a:lnTo>
                      <a:pt x="8015" y="10336"/>
                    </a:lnTo>
                    <a:lnTo>
                      <a:pt x="8077" y="10148"/>
                    </a:lnTo>
                    <a:lnTo>
                      <a:pt x="8182" y="9960"/>
                    </a:lnTo>
                    <a:lnTo>
                      <a:pt x="8203" y="9855"/>
                    </a:lnTo>
                    <a:lnTo>
                      <a:pt x="8203" y="9625"/>
                    </a:lnTo>
                    <a:lnTo>
                      <a:pt x="8182" y="9520"/>
                    </a:lnTo>
                    <a:lnTo>
                      <a:pt x="8140" y="9520"/>
                    </a:lnTo>
                    <a:lnTo>
                      <a:pt x="8077" y="9604"/>
                    </a:lnTo>
                    <a:lnTo>
                      <a:pt x="7931" y="9604"/>
                    </a:lnTo>
                    <a:lnTo>
                      <a:pt x="7784" y="9499"/>
                    </a:lnTo>
                    <a:lnTo>
                      <a:pt x="7701" y="9332"/>
                    </a:lnTo>
                    <a:lnTo>
                      <a:pt x="7701" y="9248"/>
                    </a:lnTo>
                    <a:lnTo>
                      <a:pt x="7826" y="8976"/>
                    </a:lnTo>
                    <a:lnTo>
                      <a:pt x="7826" y="8872"/>
                    </a:lnTo>
                    <a:lnTo>
                      <a:pt x="7764" y="8788"/>
                    </a:lnTo>
                    <a:lnTo>
                      <a:pt x="7471" y="8558"/>
                    </a:lnTo>
                    <a:lnTo>
                      <a:pt x="7240" y="8453"/>
                    </a:lnTo>
                    <a:lnTo>
                      <a:pt x="6989" y="8265"/>
                    </a:lnTo>
                    <a:lnTo>
                      <a:pt x="6948" y="8160"/>
                    </a:lnTo>
                    <a:lnTo>
                      <a:pt x="6968" y="8139"/>
                    </a:lnTo>
                    <a:lnTo>
                      <a:pt x="6968" y="8035"/>
                    </a:lnTo>
                    <a:lnTo>
                      <a:pt x="6885" y="7951"/>
                    </a:lnTo>
                    <a:lnTo>
                      <a:pt x="6927" y="7888"/>
                    </a:lnTo>
                    <a:lnTo>
                      <a:pt x="6864" y="7679"/>
                    </a:lnTo>
                    <a:lnTo>
                      <a:pt x="6885" y="7449"/>
                    </a:lnTo>
                    <a:lnTo>
                      <a:pt x="6927" y="7240"/>
                    </a:lnTo>
                    <a:lnTo>
                      <a:pt x="7010" y="7156"/>
                    </a:lnTo>
                    <a:lnTo>
                      <a:pt x="7031" y="7093"/>
                    </a:lnTo>
                    <a:lnTo>
                      <a:pt x="6968" y="6905"/>
                    </a:lnTo>
                    <a:lnTo>
                      <a:pt x="6948" y="6633"/>
                    </a:lnTo>
                    <a:lnTo>
                      <a:pt x="7010" y="6591"/>
                    </a:lnTo>
                    <a:lnTo>
                      <a:pt x="6948" y="6403"/>
                    </a:lnTo>
                    <a:lnTo>
                      <a:pt x="7031" y="6277"/>
                    </a:lnTo>
                    <a:lnTo>
                      <a:pt x="7031" y="6173"/>
                    </a:lnTo>
                    <a:lnTo>
                      <a:pt x="7073" y="6089"/>
                    </a:lnTo>
                    <a:lnTo>
                      <a:pt x="7115" y="5838"/>
                    </a:lnTo>
                    <a:lnTo>
                      <a:pt x="7073" y="5733"/>
                    </a:lnTo>
                    <a:lnTo>
                      <a:pt x="7136" y="5650"/>
                    </a:lnTo>
                    <a:lnTo>
                      <a:pt x="7115" y="5461"/>
                    </a:lnTo>
                    <a:lnTo>
                      <a:pt x="7220" y="5336"/>
                    </a:lnTo>
                    <a:lnTo>
                      <a:pt x="7261" y="5210"/>
                    </a:lnTo>
                    <a:lnTo>
                      <a:pt x="7261" y="5168"/>
                    </a:lnTo>
                    <a:lnTo>
                      <a:pt x="7282" y="5126"/>
                    </a:lnTo>
                    <a:lnTo>
                      <a:pt x="7387" y="5043"/>
                    </a:lnTo>
                    <a:lnTo>
                      <a:pt x="7387" y="5001"/>
                    </a:lnTo>
                    <a:lnTo>
                      <a:pt x="7492" y="4833"/>
                    </a:lnTo>
                    <a:lnTo>
                      <a:pt x="7575" y="4750"/>
                    </a:lnTo>
                    <a:lnTo>
                      <a:pt x="7680" y="4541"/>
                    </a:lnTo>
                    <a:lnTo>
                      <a:pt x="7722" y="4478"/>
                    </a:lnTo>
                    <a:lnTo>
                      <a:pt x="7805" y="4436"/>
                    </a:lnTo>
                    <a:lnTo>
                      <a:pt x="7805" y="4310"/>
                    </a:lnTo>
                    <a:lnTo>
                      <a:pt x="7826" y="4227"/>
                    </a:lnTo>
                    <a:lnTo>
                      <a:pt x="8015" y="3997"/>
                    </a:lnTo>
                    <a:lnTo>
                      <a:pt x="8098" y="3997"/>
                    </a:lnTo>
                    <a:lnTo>
                      <a:pt x="8182" y="3976"/>
                    </a:lnTo>
                    <a:lnTo>
                      <a:pt x="8182" y="3850"/>
                    </a:lnTo>
                    <a:lnTo>
                      <a:pt x="8266" y="3808"/>
                    </a:lnTo>
                    <a:lnTo>
                      <a:pt x="8475" y="3641"/>
                    </a:lnTo>
                    <a:lnTo>
                      <a:pt x="8538" y="3599"/>
                    </a:lnTo>
                    <a:lnTo>
                      <a:pt x="8600" y="3536"/>
                    </a:lnTo>
                    <a:lnTo>
                      <a:pt x="8831" y="3369"/>
                    </a:lnTo>
                    <a:lnTo>
                      <a:pt x="8852" y="3390"/>
                    </a:lnTo>
                    <a:lnTo>
                      <a:pt x="8935" y="3327"/>
                    </a:lnTo>
                    <a:lnTo>
                      <a:pt x="8956" y="3264"/>
                    </a:lnTo>
                    <a:lnTo>
                      <a:pt x="9103" y="3181"/>
                    </a:lnTo>
                    <a:lnTo>
                      <a:pt x="9207" y="3181"/>
                    </a:lnTo>
                    <a:lnTo>
                      <a:pt x="9228" y="3118"/>
                    </a:lnTo>
                    <a:lnTo>
                      <a:pt x="9207" y="2909"/>
                    </a:lnTo>
                    <a:lnTo>
                      <a:pt x="9165" y="2657"/>
                    </a:lnTo>
                    <a:lnTo>
                      <a:pt x="9165" y="2490"/>
                    </a:lnTo>
                    <a:lnTo>
                      <a:pt x="9061" y="2239"/>
                    </a:lnTo>
                    <a:lnTo>
                      <a:pt x="9061" y="2134"/>
                    </a:lnTo>
                    <a:lnTo>
                      <a:pt x="8810" y="2113"/>
                    </a:lnTo>
                    <a:lnTo>
                      <a:pt x="8705" y="2197"/>
                    </a:lnTo>
                    <a:lnTo>
                      <a:pt x="8684" y="2218"/>
                    </a:lnTo>
                    <a:lnTo>
                      <a:pt x="8684" y="2385"/>
                    </a:lnTo>
                    <a:lnTo>
                      <a:pt x="8705" y="2427"/>
                    </a:lnTo>
                    <a:lnTo>
                      <a:pt x="8705" y="2637"/>
                    </a:lnTo>
                    <a:lnTo>
                      <a:pt x="8600" y="2720"/>
                    </a:lnTo>
                    <a:lnTo>
                      <a:pt x="8517" y="2846"/>
                    </a:lnTo>
                    <a:lnTo>
                      <a:pt x="8496" y="2971"/>
                    </a:lnTo>
                    <a:lnTo>
                      <a:pt x="8224" y="3160"/>
                    </a:lnTo>
                    <a:lnTo>
                      <a:pt x="8182" y="3327"/>
                    </a:lnTo>
                    <a:lnTo>
                      <a:pt x="8077" y="3453"/>
                    </a:lnTo>
                    <a:lnTo>
                      <a:pt x="7952" y="3432"/>
                    </a:lnTo>
                    <a:lnTo>
                      <a:pt x="7889" y="3453"/>
                    </a:lnTo>
                    <a:lnTo>
                      <a:pt x="7784" y="3599"/>
                    </a:lnTo>
                    <a:lnTo>
                      <a:pt x="7743" y="3557"/>
                    </a:lnTo>
                    <a:lnTo>
                      <a:pt x="7659" y="3557"/>
                    </a:lnTo>
                    <a:lnTo>
                      <a:pt x="7533" y="3599"/>
                    </a:lnTo>
                    <a:lnTo>
                      <a:pt x="7282" y="3453"/>
                    </a:lnTo>
                    <a:lnTo>
                      <a:pt x="6948" y="3348"/>
                    </a:lnTo>
                    <a:lnTo>
                      <a:pt x="6529" y="3390"/>
                    </a:lnTo>
                    <a:lnTo>
                      <a:pt x="6424" y="3390"/>
                    </a:lnTo>
                    <a:lnTo>
                      <a:pt x="6445" y="3264"/>
                    </a:lnTo>
                    <a:lnTo>
                      <a:pt x="6634" y="3076"/>
                    </a:lnTo>
                    <a:lnTo>
                      <a:pt x="6717" y="2846"/>
                    </a:lnTo>
                    <a:lnTo>
                      <a:pt x="6696" y="2720"/>
                    </a:lnTo>
                    <a:lnTo>
                      <a:pt x="6738" y="2616"/>
                    </a:lnTo>
                    <a:lnTo>
                      <a:pt x="6843" y="2532"/>
                    </a:lnTo>
                    <a:lnTo>
                      <a:pt x="6927" y="2406"/>
                    </a:lnTo>
                    <a:lnTo>
                      <a:pt x="6948" y="2281"/>
                    </a:lnTo>
                    <a:lnTo>
                      <a:pt x="6864" y="2134"/>
                    </a:lnTo>
                    <a:lnTo>
                      <a:pt x="6696" y="2009"/>
                    </a:lnTo>
                    <a:lnTo>
                      <a:pt x="6550" y="1862"/>
                    </a:lnTo>
                    <a:lnTo>
                      <a:pt x="6215" y="1800"/>
                    </a:lnTo>
                    <a:lnTo>
                      <a:pt x="5964" y="1674"/>
                    </a:lnTo>
                    <a:lnTo>
                      <a:pt x="5692" y="1465"/>
                    </a:lnTo>
                    <a:lnTo>
                      <a:pt x="5587" y="1444"/>
                    </a:lnTo>
                    <a:lnTo>
                      <a:pt x="5357" y="1339"/>
                    </a:lnTo>
                    <a:lnTo>
                      <a:pt x="5023" y="1256"/>
                    </a:lnTo>
                    <a:lnTo>
                      <a:pt x="4939" y="1088"/>
                    </a:lnTo>
                    <a:lnTo>
                      <a:pt x="4813" y="963"/>
                    </a:lnTo>
                    <a:lnTo>
                      <a:pt x="4667" y="942"/>
                    </a:lnTo>
                    <a:lnTo>
                      <a:pt x="4311" y="565"/>
                    </a:lnTo>
                    <a:lnTo>
                      <a:pt x="4186" y="314"/>
                    </a:lnTo>
                    <a:lnTo>
                      <a:pt x="4081" y="293"/>
                    </a:lnTo>
                    <a:lnTo>
                      <a:pt x="3935" y="147"/>
                    </a:lnTo>
                    <a:lnTo>
                      <a:pt x="3914" y="126"/>
                    </a:lnTo>
                    <a:lnTo>
                      <a:pt x="3809" y="21"/>
                    </a:lnTo>
                    <a:lnTo>
                      <a:pt x="3181" y="21"/>
                    </a:lnTo>
                    <a:lnTo>
                      <a:pt x="3077" y="147"/>
                    </a:lnTo>
                    <a:lnTo>
                      <a:pt x="3077" y="251"/>
                    </a:lnTo>
                    <a:lnTo>
                      <a:pt x="2993" y="356"/>
                    </a:lnTo>
                    <a:lnTo>
                      <a:pt x="2993" y="460"/>
                    </a:lnTo>
                    <a:lnTo>
                      <a:pt x="2951" y="544"/>
                    </a:lnTo>
                    <a:lnTo>
                      <a:pt x="2888" y="460"/>
                    </a:lnTo>
                    <a:lnTo>
                      <a:pt x="2826" y="230"/>
                    </a:lnTo>
                    <a:lnTo>
                      <a:pt x="2784" y="84"/>
                    </a:lnTo>
                    <a:lnTo>
                      <a:pt x="2679" y="42"/>
                    </a:lnTo>
                    <a:lnTo>
                      <a:pt x="2470" y="105"/>
                    </a:lnTo>
                    <a:lnTo>
                      <a:pt x="2344" y="84"/>
                    </a:lnTo>
                    <a:lnTo>
                      <a:pt x="2240" y="105"/>
                    </a:lnTo>
                    <a:lnTo>
                      <a:pt x="2093" y="126"/>
                    </a:lnTo>
                    <a:lnTo>
                      <a:pt x="194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0" name="Google Shape;7745;p67">
                <a:extLst>
                  <a:ext uri="{FF2B5EF4-FFF2-40B4-BE49-F238E27FC236}">
                    <a16:creationId xmlns:a16="http://schemas.microsoft.com/office/drawing/2014/main" id="{23981184-8EFC-6E03-2471-8C4D0681EA89}"/>
                  </a:ext>
                </a:extLst>
              </p:cNvPr>
              <p:cNvSpPr/>
              <p:nvPr/>
            </p:nvSpPr>
            <p:spPr>
              <a:xfrm>
                <a:off x="2804875" y="4134625"/>
                <a:ext cx="51800" cy="36100"/>
              </a:xfrm>
              <a:custGeom>
                <a:avLst/>
                <a:gdLst/>
                <a:ahLst/>
                <a:cxnLst/>
                <a:rect l="l" t="t" r="r" b="b"/>
                <a:pathLst>
                  <a:path w="2072" h="1444" extrusionOk="0">
                    <a:moveTo>
                      <a:pt x="0" y="0"/>
                    </a:moveTo>
                    <a:lnTo>
                      <a:pt x="272" y="1067"/>
                    </a:lnTo>
                    <a:lnTo>
                      <a:pt x="314" y="1067"/>
                    </a:lnTo>
                    <a:lnTo>
                      <a:pt x="502" y="1046"/>
                    </a:lnTo>
                    <a:lnTo>
                      <a:pt x="670" y="1046"/>
                    </a:lnTo>
                    <a:lnTo>
                      <a:pt x="816" y="1004"/>
                    </a:lnTo>
                    <a:lnTo>
                      <a:pt x="816" y="1046"/>
                    </a:lnTo>
                    <a:lnTo>
                      <a:pt x="712" y="1067"/>
                    </a:lnTo>
                    <a:lnTo>
                      <a:pt x="565" y="1130"/>
                    </a:lnTo>
                    <a:lnTo>
                      <a:pt x="293" y="1130"/>
                    </a:lnTo>
                    <a:lnTo>
                      <a:pt x="356" y="1360"/>
                    </a:lnTo>
                    <a:lnTo>
                      <a:pt x="398" y="1360"/>
                    </a:lnTo>
                    <a:lnTo>
                      <a:pt x="607" y="1276"/>
                    </a:lnTo>
                    <a:lnTo>
                      <a:pt x="837" y="1297"/>
                    </a:lnTo>
                    <a:lnTo>
                      <a:pt x="1005" y="1276"/>
                    </a:lnTo>
                    <a:lnTo>
                      <a:pt x="1235" y="1297"/>
                    </a:lnTo>
                    <a:lnTo>
                      <a:pt x="1360" y="1381"/>
                    </a:lnTo>
                    <a:lnTo>
                      <a:pt x="1507" y="1444"/>
                    </a:lnTo>
                    <a:lnTo>
                      <a:pt x="1632" y="1402"/>
                    </a:lnTo>
                    <a:lnTo>
                      <a:pt x="1737" y="1297"/>
                    </a:lnTo>
                    <a:lnTo>
                      <a:pt x="1758" y="1193"/>
                    </a:lnTo>
                    <a:lnTo>
                      <a:pt x="1883" y="1151"/>
                    </a:lnTo>
                    <a:lnTo>
                      <a:pt x="1946" y="1193"/>
                    </a:lnTo>
                    <a:lnTo>
                      <a:pt x="2072" y="1130"/>
                    </a:lnTo>
                    <a:lnTo>
                      <a:pt x="2072" y="1004"/>
                    </a:lnTo>
                    <a:lnTo>
                      <a:pt x="1967" y="983"/>
                    </a:lnTo>
                    <a:lnTo>
                      <a:pt x="1758" y="1046"/>
                    </a:lnTo>
                    <a:lnTo>
                      <a:pt x="1632" y="1004"/>
                    </a:lnTo>
                    <a:lnTo>
                      <a:pt x="1507" y="879"/>
                    </a:lnTo>
                    <a:lnTo>
                      <a:pt x="1318" y="837"/>
                    </a:lnTo>
                    <a:lnTo>
                      <a:pt x="1256" y="774"/>
                    </a:lnTo>
                    <a:lnTo>
                      <a:pt x="816" y="628"/>
                    </a:lnTo>
                    <a:lnTo>
                      <a:pt x="691" y="607"/>
                    </a:lnTo>
                    <a:lnTo>
                      <a:pt x="691" y="460"/>
                    </a:lnTo>
                    <a:lnTo>
                      <a:pt x="565" y="335"/>
                    </a:lnTo>
                    <a:lnTo>
                      <a:pt x="398" y="314"/>
                    </a:lnTo>
                    <a:lnTo>
                      <a:pt x="314" y="126"/>
                    </a:lnTo>
                    <a:lnTo>
                      <a:pt x="272" y="21"/>
                    </a:lnTo>
                    <a:lnTo>
                      <a:pt x="105" y="42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16" name="Google Shape;7746;p67">
              <a:extLst>
                <a:ext uri="{FF2B5EF4-FFF2-40B4-BE49-F238E27FC236}">
                  <a16:creationId xmlns:a16="http://schemas.microsoft.com/office/drawing/2014/main" id="{073F2B93-669D-0022-9555-336F2B2BD1E4}"/>
                </a:ext>
              </a:extLst>
            </p:cNvPr>
            <p:cNvSpPr/>
            <p:nvPr/>
          </p:nvSpPr>
          <p:spPr>
            <a:xfrm>
              <a:off x="5404100" y="2847275"/>
              <a:ext cx="26175" cy="61250"/>
            </a:xfrm>
            <a:custGeom>
              <a:avLst/>
              <a:gdLst/>
              <a:ahLst/>
              <a:cxnLst/>
              <a:rect l="l" t="t" r="r" b="b"/>
              <a:pathLst>
                <a:path w="1047" h="2450" extrusionOk="0">
                  <a:moveTo>
                    <a:pt x="691" y="1"/>
                  </a:moveTo>
                  <a:lnTo>
                    <a:pt x="628" y="43"/>
                  </a:lnTo>
                  <a:lnTo>
                    <a:pt x="628" y="127"/>
                  </a:lnTo>
                  <a:lnTo>
                    <a:pt x="524" y="147"/>
                  </a:lnTo>
                  <a:lnTo>
                    <a:pt x="398" y="315"/>
                  </a:lnTo>
                  <a:lnTo>
                    <a:pt x="294" y="482"/>
                  </a:lnTo>
                  <a:lnTo>
                    <a:pt x="315" y="545"/>
                  </a:lnTo>
                  <a:lnTo>
                    <a:pt x="294" y="629"/>
                  </a:lnTo>
                  <a:lnTo>
                    <a:pt x="231" y="671"/>
                  </a:lnTo>
                  <a:lnTo>
                    <a:pt x="105" y="880"/>
                  </a:lnTo>
                  <a:lnTo>
                    <a:pt x="63" y="1110"/>
                  </a:lnTo>
                  <a:lnTo>
                    <a:pt x="1" y="1152"/>
                  </a:lnTo>
                  <a:lnTo>
                    <a:pt x="63" y="1194"/>
                  </a:lnTo>
                  <a:lnTo>
                    <a:pt x="63" y="1424"/>
                  </a:lnTo>
                  <a:lnTo>
                    <a:pt x="84" y="1675"/>
                  </a:lnTo>
                  <a:lnTo>
                    <a:pt x="126" y="1696"/>
                  </a:lnTo>
                  <a:lnTo>
                    <a:pt x="168" y="1780"/>
                  </a:lnTo>
                  <a:lnTo>
                    <a:pt x="126" y="1780"/>
                  </a:lnTo>
                  <a:lnTo>
                    <a:pt x="105" y="1842"/>
                  </a:lnTo>
                  <a:lnTo>
                    <a:pt x="189" y="1947"/>
                  </a:lnTo>
                  <a:lnTo>
                    <a:pt x="231" y="1947"/>
                  </a:lnTo>
                  <a:lnTo>
                    <a:pt x="273" y="2031"/>
                  </a:lnTo>
                  <a:lnTo>
                    <a:pt x="419" y="2093"/>
                  </a:lnTo>
                  <a:lnTo>
                    <a:pt x="503" y="2219"/>
                  </a:lnTo>
                  <a:lnTo>
                    <a:pt x="503" y="2344"/>
                  </a:lnTo>
                  <a:lnTo>
                    <a:pt x="503" y="2449"/>
                  </a:lnTo>
                  <a:lnTo>
                    <a:pt x="587" y="2407"/>
                  </a:lnTo>
                  <a:lnTo>
                    <a:pt x="691" y="2449"/>
                  </a:lnTo>
                  <a:lnTo>
                    <a:pt x="691" y="2449"/>
                  </a:lnTo>
                  <a:lnTo>
                    <a:pt x="649" y="2324"/>
                  </a:lnTo>
                  <a:lnTo>
                    <a:pt x="691" y="2198"/>
                  </a:lnTo>
                  <a:lnTo>
                    <a:pt x="628" y="2010"/>
                  </a:lnTo>
                  <a:lnTo>
                    <a:pt x="712" y="1884"/>
                  </a:lnTo>
                  <a:lnTo>
                    <a:pt x="859" y="1675"/>
                  </a:lnTo>
                  <a:lnTo>
                    <a:pt x="859" y="1528"/>
                  </a:lnTo>
                  <a:lnTo>
                    <a:pt x="880" y="1487"/>
                  </a:lnTo>
                  <a:lnTo>
                    <a:pt x="838" y="1466"/>
                  </a:lnTo>
                  <a:lnTo>
                    <a:pt x="880" y="1256"/>
                  </a:lnTo>
                  <a:lnTo>
                    <a:pt x="880" y="1089"/>
                  </a:lnTo>
                  <a:lnTo>
                    <a:pt x="859" y="943"/>
                  </a:lnTo>
                  <a:lnTo>
                    <a:pt x="942" y="796"/>
                  </a:lnTo>
                  <a:lnTo>
                    <a:pt x="963" y="524"/>
                  </a:lnTo>
                  <a:lnTo>
                    <a:pt x="1005" y="357"/>
                  </a:lnTo>
                  <a:lnTo>
                    <a:pt x="1047" y="336"/>
                  </a:lnTo>
                  <a:lnTo>
                    <a:pt x="1026" y="252"/>
                  </a:lnTo>
                  <a:lnTo>
                    <a:pt x="921" y="168"/>
                  </a:lnTo>
                  <a:lnTo>
                    <a:pt x="880" y="168"/>
                  </a:lnTo>
                  <a:lnTo>
                    <a:pt x="817" y="43"/>
                  </a:lnTo>
                  <a:lnTo>
                    <a:pt x="69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17" name="Google Shape;7747;p67">
              <a:extLst>
                <a:ext uri="{FF2B5EF4-FFF2-40B4-BE49-F238E27FC236}">
                  <a16:creationId xmlns:a16="http://schemas.microsoft.com/office/drawing/2014/main" id="{B5255005-5BB5-1282-0F97-9177D96E8438}"/>
                </a:ext>
              </a:extLst>
            </p:cNvPr>
            <p:cNvGrpSpPr/>
            <p:nvPr/>
          </p:nvGrpSpPr>
          <p:grpSpPr>
            <a:xfrm>
              <a:off x="3781475" y="1624825"/>
              <a:ext cx="153300" cy="166375"/>
              <a:chOff x="3781475" y="1624825"/>
              <a:chExt cx="153300" cy="166375"/>
            </a:xfrm>
            <a:grpFill/>
          </p:grpSpPr>
          <p:sp>
            <p:nvSpPr>
              <p:cNvPr id="775" name="Google Shape;7748;p67">
                <a:extLst>
                  <a:ext uri="{FF2B5EF4-FFF2-40B4-BE49-F238E27FC236}">
                    <a16:creationId xmlns:a16="http://schemas.microsoft.com/office/drawing/2014/main" id="{B8A63C5F-FF78-69D6-B1E2-778A58B6C999}"/>
                  </a:ext>
                </a:extLst>
              </p:cNvPr>
              <p:cNvSpPr/>
              <p:nvPr/>
            </p:nvSpPr>
            <p:spPr>
              <a:xfrm>
                <a:off x="3845300" y="1624825"/>
                <a:ext cx="89475" cy="60700"/>
              </a:xfrm>
              <a:custGeom>
                <a:avLst/>
                <a:gdLst/>
                <a:ahLst/>
                <a:cxnLst/>
                <a:rect l="l" t="t" r="r" b="b"/>
                <a:pathLst>
                  <a:path w="3579" h="2428" extrusionOk="0">
                    <a:moveTo>
                      <a:pt x="1695" y="1"/>
                    </a:moveTo>
                    <a:lnTo>
                      <a:pt x="1674" y="84"/>
                    </a:lnTo>
                    <a:lnTo>
                      <a:pt x="1716" y="168"/>
                    </a:lnTo>
                    <a:lnTo>
                      <a:pt x="1758" y="252"/>
                    </a:lnTo>
                    <a:lnTo>
                      <a:pt x="1674" y="210"/>
                    </a:lnTo>
                    <a:lnTo>
                      <a:pt x="1611" y="168"/>
                    </a:lnTo>
                    <a:lnTo>
                      <a:pt x="1570" y="189"/>
                    </a:lnTo>
                    <a:lnTo>
                      <a:pt x="1570" y="293"/>
                    </a:lnTo>
                    <a:lnTo>
                      <a:pt x="1653" y="377"/>
                    </a:lnTo>
                    <a:lnTo>
                      <a:pt x="1653" y="482"/>
                    </a:lnTo>
                    <a:lnTo>
                      <a:pt x="1611" y="586"/>
                    </a:lnTo>
                    <a:lnTo>
                      <a:pt x="1611" y="712"/>
                    </a:lnTo>
                    <a:lnTo>
                      <a:pt x="1674" y="879"/>
                    </a:lnTo>
                    <a:lnTo>
                      <a:pt x="1653" y="984"/>
                    </a:lnTo>
                    <a:lnTo>
                      <a:pt x="1591" y="984"/>
                    </a:lnTo>
                    <a:lnTo>
                      <a:pt x="1570" y="879"/>
                    </a:lnTo>
                    <a:lnTo>
                      <a:pt x="1465" y="796"/>
                    </a:lnTo>
                    <a:lnTo>
                      <a:pt x="1360" y="733"/>
                    </a:lnTo>
                    <a:lnTo>
                      <a:pt x="1339" y="670"/>
                    </a:lnTo>
                    <a:lnTo>
                      <a:pt x="1381" y="586"/>
                    </a:lnTo>
                    <a:lnTo>
                      <a:pt x="1381" y="524"/>
                    </a:lnTo>
                    <a:lnTo>
                      <a:pt x="1298" y="503"/>
                    </a:lnTo>
                    <a:lnTo>
                      <a:pt x="1193" y="565"/>
                    </a:lnTo>
                    <a:lnTo>
                      <a:pt x="1151" y="565"/>
                    </a:lnTo>
                    <a:lnTo>
                      <a:pt x="1130" y="607"/>
                    </a:lnTo>
                    <a:lnTo>
                      <a:pt x="1026" y="670"/>
                    </a:lnTo>
                    <a:lnTo>
                      <a:pt x="942" y="628"/>
                    </a:lnTo>
                    <a:lnTo>
                      <a:pt x="942" y="586"/>
                    </a:lnTo>
                    <a:lnTo>
                      <a:pt x="942" y="524"/>
                    </a:lnTo>
                    <a:lnTo>
                      <a:pt x="879" y="524"/>
                    </a:lnTo>
                    <a:lnTo>
                      <a:pt x="816" y="461"/>
                    </a:lnTo>
                    <a:lnTo>
                      <a:pt x="775" y="356"/>
                    </a:lnTo>
                    <a:lnTo>
                      <a:pt x="712" y="314"/>
                    </a:lnTo>
                    <a:lnTo>
                      <a:pt x="649" y="356"/>
                    </a:lnTo>
                    <a:lnTo>
                      <a:pt x="565" y="273"/>
                    </a:lnTo>
                    <a:lnTo>
                      <a:pt x="607" y="189"/>
                    </a:lnTo>
                    <a:lnTo>
                      <a:pt x="565" y="84"/>
                    </a:lnTo>
                    <a:lnTo>
                      <a:pt x="523" y="63"/>
                    </a:lnTo>
                    <a:lnTo>
                      <a:pt x="461" y="147"/>
                    </a:lnTo>
                    <a:lnTo>
                      <a:pt x="440" y="293"/>
                    </a:lnTo>
                    <a:lnTo>
                      <a:pt x="461" y="419"/>
                    </a:lnTo>
                    <a:lnTo>
                      <a:pt x="544" y="565"/>
                    </a:lnTo>
                    <a:lnTo>
                      <a:pt x="565" y="712"/>
                    </a:lnTo>
                    <a:lnTo>
                      <a:pt x="523" y="733"/>
                    </a:lnTo>
                    <a:lnTo>
                      <a:pt x="440" y="649"/>
                    </a:lnTo>
                    <a:lnTo>
                      <a:pt x="419" y="545"/>
                    </a:lnTo>
                    <a:lnTo>
                      <a:pt x="398" y="524"/>
                    </a:lnTo>
                    <a:lnTo>
                      <a:pt x="398" y="628"/>
                    </a:lnTo>
                    <a:lnTo>
                      <a:pt x="419" y="754"/>
                    </a:lnTo>
                    <a:lnTo>
                      <a:pt x="461" y="837"/>
                    </a:lnTo>
                    <a:lnTo>
                      <a:pt x="461" y="921"/>
                    </a:lnTo>
                    <a:lnTo>
                      <a:pt x="440" y="1005"/>
                    </a:lnTo>
                    <a:lnTo>
                      <a:pt x="419" y="984"/>
                    </a:lnTo>
                    <a:lnTo>
                      <a:pt x="356" y="837"/>
                    </a:lnTo>
                    <a:lnTo>
                      <a:pt x="314" y="796"/>
                    </a:lnTo>
                    <a:lnTo>
                      <a:pt x="105" y="817"/>
                    </a:lnTo>
                    <a:lnTo>
                      <a:pt x="21" y="775"/>
                    </a:lnTo>
                    <a:lnTo>
                      <a:pt x="0" y="775"/>
                    </a:lnTo>
                    <a:lnTo>
                      <a:pt x="63" y="879"/>
                    </a:lnTo>
                    <a:lnTo>
                      <a:pt x="126" y="879"/>
                    </a:lnTo>
                    <a:lnTo>
                      <a:pt x="189" y="921"/>
                    </a:lnTo>
                    <a:lnTo>
                      <a:pt x="168" y="984"/>
                    </a:lnTo>
                    <a:lnTo>
                      <a:pt x="189" y="1026"/>
                    </a:lnTo>
                    <a:lnTo>
                      <a:pt x="293" y="1026"/>
                    </a:lnTo>
                    <a:lnTo>
                      <a:pt x="314" y="1068"/>
                    </a:lnTo>
                    <a:lnTo>
                      <a:pt x="168" y="1172"/>
                    </a:lnTo>
                    <a:lnTo>
                      <a:pt x="168" y="1235"/>
                    </a:lnTo>
                    <a:lnTo>
                      <a:pt x="293" y="1423"/>
                    </a:lnTo>
                    <a:lnTo>
                      <a:pt x="377" y="1444"/>
                    </a:lnTo>
                    <a:lnTo>
                      <a:pt x="461" y="1486"/>
                    </a:lnTo>
                    <a:lnTo>
                      <a:pt x="607" y="1486"/>
                    </a:lnTo>
                    <a:lnTo>
                      <a:pt x="691" y="1465"/>
                    </a:lnTo>
                    <a:lnTo>
                      <a:pt x="754" y="1528"/>
                    </a:lnTo>
                    <a:lnTo>
                      <a:pt x="816" y="1528"/>
                    </a:lnTo>
                    <a:lnTo>
                      <a:pt x="942" y="1444"/>
                    </a:lnTo>
                    <a:lnTo>
                      <a:pt x="1026" y="1423"/>
                    </a:lnTo>
                    <a:lnTo>
                      <a:pt x="1235" y="1381"/>
                    </a:lnTo>
                    <a:lnTo>
                      <a:pt x="1381" y="1381"/>
                    </a:lnTo>
                    <a:lnTo>
                      <a:pt x="1465" y="1340"/>
                    </a:lnTo>
                    <a:lnTo>
                      <a:pt x="1528" y="1340"/>
                    </a:lnTo>
                    <a:lnTo>
                      <a:pt x="1570" y="1361"/>
                    </a:lnTo>
                    <a:lnTo>
                      <a:pt x="1570" y="1423"/>
                    </a:lnTo>
                    <a:lnTo>
                      <a:pt x="1549" y="1465"/>
                    </a:lnTo>
                    <a:lnTo>
                      <a:pt x="1507" y="1549"/>
                    </a:lnTo>
                    <a:lnTo>
                      <a:pt x="1465" y="1570"/>
                    </a:lnTo>
                    <a:lnTo>
                      <a:pt x="1339" y="1549"/>
                    </a:lnTo>
                    <a:lnTo>
                      <a:pt x="1214" y="1549"/>
                    </a:lnTo>
                    <a:lnTo>
                      <a:pt x="1109" y="1528"/>
                    </a:lnTo>
                    <a:lnTo>
                      <a:pt x="1067" y="1570"/>
                    </a:lnTo>
                    <a:lnTo>
                      <a:pt x="1130" y="1591"/>
                    </a:lnTo>
                    <a:lnTo>
                      <a:pt x="1298" y="1653"/>
                    </a:lnTo>
                    <a:lnTo>
                      <a:pt x="1360" y="1695"/>
                    </a:lnTo>
                    <a:lnTo>
                      <a:pt x="1360" y="1758"/>
                    </a:lnTo>
                    <a:lnTo>
                      <a:pt x="1298" y="1758"/>
                    </a:lnTo>
                    <a:lnTo>
                      <a:pt x="1172" y="1695"/>
                    </a:lnTo>
                    <a:lnTo>
                      <a:pt x="1151" y="1758"/>
                    </a:lnTo>
                    <a:lnTo>
                      <a:pt x="1088" y="1758"/>
                    </a:lnTo>
                    <a:lnTo>
                      <a:pt x="984" y="1674"/>
                    </a:lnTo>
                    <a:lnTo>
                      <a:pt x="900" y="1653"/>
                    </a:lnTo>
                    <a:lnTo>
                      <a:pt x="754" y="1695"/>
                    </a:lnTo>
                    <a:lnTo>
                      <a:pt x="754" y="1758"/>
                    </a:lnTo>
                    <a:lnTo>
                      <a:pt x="837" y="1779"/>
                    </a:lnTo>
                    <a:lnTo>
                      <a:pt x="1047" y="1967"/>
                    </a:lnTo>
                    <a:lnTo>
                      <a:pt x="1130" y="1988"/>
                    </a:lnTo>
                    <a:lnTo>
                      <a:pt x="1235" y="1946"/>
                    </a:lnTo>
                    <a:lnTo>
                      <a:pt x="1277" y="1967"/>
                    </a:lnTo>
                    <a:lnTo>
                      <a:pt x="1339" y="2072"/>
                    </a:lnTo>
                    <a:lnTo>
                      <a:pt x="1339" y="2156"/>
                    </a:lnTo>
                    <a:lnTo>
                      <a:pt x="1423" y="2177"/>
                    </a:lnTo>
                    <a:lnTo>
                      <a:pt x="1507" y="2156"/>
                    </a:lnTo>
                    <a:lnTo>
                      <a:pt x="1674" y="2156"/>
                    </a:lnTo>
                    <a:lnTo>
                      <a:pt x="1842" y="2093"/>
                    </a:lnTo>
                    <a:lnTo>
                      <a:pt x="1946" y="2093"/>
                    </a:lnTo>
                    <a:lnTo>
                      <a:pt x="2093" y="2072"/>
                    </a:lnTo>
                    <a:lnTo>
                      <a:pt x="2093" y="2114"/>
                    </a:lnTo>
                    <a:lnTo>
                      <a:pt x="2072" y="2218"/>
                    </a:lnTo>
                    <a:lnTo>
                      <a:pt x="2093" y="2323"/>
                    </a:lnTo>
                    <a:lnTo>
                      <a:pt x="2218" y="2407"/>
                    </a:lnTo>
                    <a:lnTo>
                      <a:pt x="2365" y="2428"/>
                    </a:lnTo>
                    <a:lnTo>
                      <a:pt x="2532" y="2386"/>
                    </a:lnTo>
                    <a:lnTo>
                      <a:pt x="2574" y="2323"/>
                    </a:lnTo>
                    <a:lnTo>
                      <a:pt x="2532" y="2281"/>
                    </a:lnTo>
                    <a:lnTo>
                      <a:pt x="2532" y="2218"/>
                    </a:lnTo>
                    <a:lnTo>
                      <a:pt x="2595" y="2156"/>
                    </a:lnTo>
                    <a:lnTo>
                      <a:pt x="2699" y="2051"/>
                    </a:lnTo>
                    <a:lnTo>
                      <a:pt x="2783" y="2009"/>
                    </a:lnTo>
                    <a:lnTo>
                      <a:pt x="2846" y="2072"/>
                    </a:lnTo>
                    <a:lnTo>
                      <a:pt x="2930" y="2114"/>
                    </a:lnTo>
                    <a:lnTo>
                      <a:pt x="3034" y="2114"/>
                    </a:lnTo>
                    <a:lnTo>
                      <a:pt x="3160" y="2051"/>
                    </a:lnTo>
                    <a:lnTo>
                      <a:pt x="3202" y="1988"/>
                    </a:lnTo>
                    <a:lnTo>
                      <a:pt x="3160" y="1842"/>
                    </a:lnTo>
                    <a:lnTo>
                      <a:pt x="3139" y="1758"/>
                    </a:lnTo>
                    <a:lnTo>
                      <a:pt x="3181" y="1674"/>
                    </a:lnTo>
                    <a:lnTo>
                      <a:pt x="3264" y="1591"/>
                    </a:lnTo>
                    <a:lnTo>
                      <a:pt x="3348" y="1423"/>
                    </a:lnTo>
                    <a:lnTo>
                      <a:pt x="3432" y="1319"/>
                    </a:lnTo>
                    <a:lnTo>
                      <a:pt x="3557" y="1172"/>
                    </a:lnTo>
                    <a:lnTo>
                      <a:pt x="3578" y="1068"/>
                    </a:lnTo>
                    <a:lnTo>
                      <a:pt x="3578" y="1005"/>
                    </a:lnTo>
                    <a:lnTo>
                      <a:pt x="3557" y="900"/>
                    </a:lnTo>
                    <a:lnTo>
                      <a:pt x="3536" y="817"/>
                    </a:lnTo>
                    <a:lnTo>
                      <a:pt x="3557" y="754"/>
                    </a:lnTo>
                    <a:lnTo>
                      <a:pt x="3557" y="712"/>
                    </a:lnTo>
                    <a:lnTo>
                      <a:pt x="3516" y="691"/>
                    </a:lnTo>
                    <a:lnTo>
                      <a:pt x="3348" y="691"/>
                    </a:lnTo>
                    <a:lnTo>
                      <a:pt x="3264" y="607"/>
                    </a:lnTo>
                    <a:lnTo>
                      <a:pt x="3223" y="607"/>
                    </a:lnTo>
                    <a:lnTo>
                      <a:pt x="3034" y="628"/>
                    </a:lnTo>
                    <a:lnTo>
                      <a:pt x="2930" y="607"/>
                    </a:lnTo>
                    <a:lnTo>
                      <a:pt x="2846" y="545"/>
                    </a:lnTo>
                    <a:lnTo>
                      <a:pt x="2741" y="545"/>
                    </a:lnTo>
                    <a:lnTo>
                      <a:pt x="2679" y="503"/>
                    </a:lnTo>
                    <a:lnTo>
                      <a:pt x="2679" y="440"/>
                    </a:lnTo>
                    <a:lnTo>
                      <a:pt x="2637" y="419"/>
                    </a:lnTo>
                    <a:lnTo>
                      <a:pt x="2532" y="482"/>
                    </a:lnTo>
                    <a:lnTo>
                      <a:pt x="2532" y="419"/>
                    </a:lnTo>
                    <a:lnTo>
                      <a:pt x="2532" y="335"/>
                    </a:lnTo>
                    <a:lnTo>
                      <a:pt x="2532" y="293"/>
                    </a:lnTo>
                    <a:lnTo>
                      <a:pt x="2490" y="335"/>
                    </a:lnTo>
                    <a:lnTo>
                      <a:pt x="2469" y="440"/>
                    </a:lnTo>
                    <a:lnTo>
                      <a:pt x="2407" y="482"/>
                    </a:lnTo>
                    <a:lnTo>
                      <a:pt x="2386" y="335"/>
                    </a:lnTo>
                    <a:lnTo>
                      <a:pt x="2344" y="335"/>
                    </a:lnTo>
                    <a:lnTo>
                      <a:pt x="2302" y="398"/>
                    </a:lnTo>
                    <a:lnTo>
                      <a:pt x="2323" y="440"/>
                    </a:lnTo>
                    <a:lnTo>
                      <a:pt x="2302" y="503"/>
                    </a:lnTo>
                    <a:lnTo>
                      <a:pt x="2093" y="503"/>
                    </a:lnTo>
                    <a:lnTo>
                      <a:pt x="2093" y="607"/>
                    </a:lnTo>
                    <a:lnTo>
                      <a:pt x="2072" y="691"/>
                    </a:lnTo>
                    <a:lnTo>
                      <a:pt x="1988" y="670"/>
                    </a:lnTo>
                    <a:lnTo>
                      <a:pt x="1967" y="586"/>
                    </a:lnTo>
                    <a:lnTo>
                      <a:pt x="1925" y="586"/>
                    </a:lnTo>
                    <a:lnTo>
                      <a:pt x="1925" y="670"/>
                    </a:lnTo>
                    <a:lnTo>
                      <a:pt x="1904" y="733"/>
                    </a:lnTo>
                    <a:lnTo>
                      <a:pt x="1883" y="691"/>
                    </a:lnTo>
                    <a:lnTo>
                      <a:pt x="1883" y="607"/>
                    </a:lnTo>
                    <a:lnTo>
                      <a:pt x="1904" y="482"/>
                    </a:lnTo>
                    <a:lnTo>
                      <a:pt x="1904" y="252"/>
                    </a:lnTo>
                    <a:lnTo>
                      <a:pt x="1883" y="168"/>
                    </a:lnTo>
                    <a:lnTo>
                      <a:pt x="1779" y="84"/>
                    </a:lnTo>
                    <a:lnTo>
                      <a:pt x="1716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6" name="Google Shape;7749;p67">
                <a:extLst>
                  <a:ext uri="{FF2B5EF4-FFF2-40B4-BE49-F238E27FC236}">
                    <a16:creationId xmlns:a16="http://schemas.microsoft.com/office/drawing/2014/main" id="{800D0DF3-6411-CA2D-D5BB-E6E509195985}"/>
                  </a:ext>
                </a:extLst>
              </p:cNvPr>
              <p:cNvSpPr/>
              <p:nvPr/>
            </p:nvSpPr>
            <p:spPr>
              <a:xfrm>
                <a:off x="3875625" y="1704850"/>
                <a:ext cx="21475" cy="18350"/>
              </a:xfrm>
              <a:custGeom>
                <a:avLst/>
                <a:gdLst/>
                <a:ahLst/>
                <a:cxnLst/>
                <a:rect l="l" t="t" r="r" b="b"/>
                <a:pathLst>
                  <a:path w="859" h="734" extrusionOk="0">
                    <a:moveTo>
                      <a:pt x="650" y="1"/>
                    </a:moveTo>
                    <a:lnTo>
                      <a:pt x="587" y="43"/>
                    </a:lnTo>
                    <a:lnTo>
                      <a:pt x="419" y="126"/>
                    </a:lnTo>
                    <a:lnTo>
                      <a:pt x="419" y="43"/>
                    </a:lnTo>
                    <a:lnTo>
                      <a:pt x="357" y="43"/>
                    </a:lnTo>
                    <a:lnTo>
                      <a:pt x="273" y="105"/>
                    </a:lnTo>
                    <a:lnTo>
                      <a:pt x="252" y="147"/>
                    </a:lnTo>
                    <a:lnTo>
                      <a:pt x="231" y="210"/>
                    </a:lnTo>
                    <a:lnTo>
                      <a:pt x="126" y="189"/>
                    </a:lnTo>
                    <a:lnTo>
                      <a:pt x="64" y="252"/>
                    </a:lnTo>
                    <a:lnTo>
                      <a:pt x="1" y="315"/>
                    </a:lnTo>
                    <a:lnTo>
                      <a:pt x="64" y="357"/>
                    </a:lnTo>
                    <a:lnTo>
                      <a:pt x="210" y="357"/>
                    </a:lnTo>
                    <a:lnTo>
                      <a:pt x="252" y="461"/>
                    </a:lnTo>
                    <a:lnTo>
                      <a:pt x="273" y="524"/>
                    </a:lnTo>
                    <a:lnTo>
                      <a:pt x="273" y="608"/>
                    </a:lnTo>
                    <a:lnTo>
                      <a:pt x="336" y="629"/>
                    </a:lnTo>
                    <a:lnTo>
                      <a:pt x="273" y="712"/>
                    </a:lnTo>
                    <a:lnTo>
                      <a:pt x="357" y="712"/>
                    </a:lnTo>
                    <a:lnTo>
                      <a:pt x="419" y="733"/>
                    </a:lnTo>
                    <a:lnTo>
                      <a:pt x="440" y="670"/>
                    </a:lnTo>
                    <a:lnTo>
                      <a:pt x="587" y="608"/>
                    </a:lnTo>
                    <a:lnTo>
                      <a:pt x="670" y="608"/>
                    </a:lnTo>
                    <a:lnTo>
                      <a:pt x="754" y="524"/>
                    </a:lnTo>
                    <a:lnTo>
                      <a:pt x="733" y="461"/>
                    </a:lnTo>
                    <a:lnTo>
                      <a:pt x="754" y="315"/>
                    </a:lnTo>
                    <a:lnTo>
                      <a:pt x="796" y="294"/>
                    </a:lnTo>
                    <a:lnTo>
                      <a:pt x="859" y="189"/>
                    </a:lnTo>
                    <a:lnTo>
                      <a:pt x="796" y="105"/>
                    </a:lnTo>
                    <a:lnTo>
                      <a:pt x="733" y="85"/>
                    </a:lnTo>
                    <a:lnTo>
                      <a:pt x="670" y="22"/>
                    </a:lnTo>
                    <a:lnTo>
                      <a:pt x="650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7" name="Google Shape;7750;p67">
                <a:extLst>
                  <a:ext uri="{FF2B5EF4-FFF2-40B4-BE49-F238E27FC236}">
                    <a16:creationId xmlns:a16="http://schemas.microsoft.com/office/drawing/2014/main" id="{98560CE0-C7BF-2BD2-03B7-5928D0E153E8}"/>
                  </a:ext>
                </a:extLst>
              </p:cNvPr>
              <p:cNvSpPr/>
              <p:nvPr/>
            </p:nvSpPr>
            <p:spPr>
              <a:xfrm>
                <a:off x="3883475" y="1716375"/>
                <a:ext cx="39275" cy="43425"/>
              </a:xfrm>
              <a:custGeom>
                <a:avLst/>
                <a:gdLst/>
                <a:ahLst/>
                <a:cxnLst/>
                <a:rect l="l" t="t" r="r" b="b"/>
                <a:pathLst>
                  <a:path w="1571" h="1737" extrusionOk="0">
                    <a:moveTo>
                      <a:pt x="796" y="0"/>
                    </a:moveTo>
                    <a:lnTo>
                      <a:pt x="649" y="105"/>
                    </a:lnTo>
                    <a:lnTo>
                      <a:pt x="482" y="251"/>
                    </a:lnTo>
                    <a:lnTo>
                      <a:pt x="377" y="251"/>
                    </a:lnTo>
                    <a:lnTo>
                      <a:pt x="147" y="293"/>
                    </a:lnTo>
                    <a:lnTo>
                      <a:pt x="43" y="398"/>
                    </a:lnTo>
                    <a:lnTo>
                      <a:pt x="1" y="502"/>
                    </a:lnTo>
                    <a:lnTo>
                      <a:pt x="105" y="565"/>
                    </a:lnTo>
                    <a:lnTo>
                      <a:pt x="168" y="670"/>
                    </a:lnTo>
                    <a:lnTo>
                      <a:pt x="273" y="670"/>
                    </a:lnTo>
                    <a:lnTo>
                      <a:pt x="315" y="712"/>
                    </a:lnTo>
                    <a:lnTo>
                      <a:pt x="273" y="795"/>
                    </a:lnTo>
                    <a:lnTo>
                      <a:pt x="273" y="900"/>
                    </a:lnTo>
                    <a:lnTo>
                      <a:pt x="168" y="1046"/>
                    </a:lnTo>
                    <a:lnTo>
                      <a:pt x="147" y="1235"/>
                    </a:lnTo>
                    <a:lnTo>
                      <a:pt x="64" y="1297"/>
                    </a:lnTo>
                    <a:lnTo>
                      <a:pt x="105" y="1402"/>
                    </a:lnTo>
                    <a:lnTo>
                      <a:pt x="43" y="1444"/>
                    </a:lnTo>
                    <a:lnTo>
                      <a:pt x="64" y="1548"/>
                    </a:lnTo>
                    <a:lnTo>
                      <a:pt x="126" y="1548"/>
                    </a:lnTo>
                    <a:lnTo>
                      <a:pt x="210" y="1507"/>
                    </a:lnTo>
                    <a:lnTo>
                      <a:pt x="315" y="1465"/>
                    </a:lnTo>
                    <a:lnTo>
                      <a:pt x="440" y="1402"/>
                    </a:lnTo>
                    <a:lnTo>
                      <a:pt x="524" y="1402"/>
                    </a:lnTo>
                    <a:lnTo>
                      <a:pt x="587" y="1318"/>
                    </a:lnTo>
                    <a:lnTo>
                      <a:pt x="649" y="1193"/>
                    </a:lnTo>
                    <a:lnTo>
                      <a:pt x="691" y="1151"/>
                    </a:lnTo>
                    <a:lnTo>
                      <a:pt x="796" y="1151"/>
                    </a:lnTo>
                    <a:lnTo>
                      <a:pt x="838" y="1130"/>
                    </a:lnTo>
                    <a:lnTo>
                      <a:pt x="838" y="1235"/>
                    </a:lnTo>
                    <a:lnTo>
                      <a:pt x="796" y="1423"/>
                    </a:lnTo>
                    <a:lnTo>
                      <a:pt x="796" y="1548"/>
                    </a:lnTo>
                    <a:lnTo>
                      <a:pt x="754" y="1632"/>
                    </a:lnTo>
                    <a:lnTo>
                      <a:pt x="775" y="1737"/>
                    </a:lnTo>
                    <a:lnTo>
                      <a:pt x="859" y="1737"/>
                    </a:lnTo>
                    <a:lnTo>
                      <a:pt x="942" y="1653"/>
                    </a:lnTo>
                    <a:lnTo>
                      <a:pt x="942" y="1569"/>
                    </a:lnTo>
                    <a:lnTo>
                      <a:pt x="984" y="1465"/>
                    </a:lnTo>
                    <a:lnTo>
                      <a:pt x="1089" y="1423"/>
                    </a:lnTo>
                    <a:lnTo>
                      <a:pt x="1193" y="1402"/>
                    </a:lnTo>
                    <a:lnTo>
                      <a:pt x="1277" y="1151"/>
                    </a:lnTo>
                    <a:lnTo>
                      <a:pt x="1277" y="1046"/>
                    </a:lnTo>
                    <a:lnTo>
                      <a:pt x="1382" y="900"/>
                    </a:lnTo>
                    <a:lnTo>
                      <a:pt x="1507" y="837"/>
                    </a:lnTo>
                    <a:lnTo>
                      <a:pt x="1570" y="795"/>
                    </a:lnTo>
                    <a:lnTo>
                      <a:pt x="1465" y="732"/>
                    </a:lnTo>
                    <a:lnTo>
                      <a:pt x="1403" y="691"/>
                    </a:lnTo>
                    <a:lnTo>
                      <a:pt x="1298" y="628"/>
                    </a:lnTo>
                    <a:lnTo>
                      <a:pt x="1172" y="712"/>
                    </a:lnTo>
                    <a:lnTo>
                      <a:pt x="1089" y="774"/>
                    </a:lnTo>
                    <a:lnTo>
                      <a:pt x="963" y="691"/>
                    </a:lnTo>
                    <a:lnTo>
                      <a:pt x="838" y="565"/>
                    </a:lnTo>
                    <a:lnTo>
                      <a:pt x="796" y="398"/>
                    </a:lnTo>
                    <a:lnTo>
                      <a:pt x="838" y="356"/>
                    </a:lnTo>
                    <a:lnTo>
                      <a:pt x="942" y="314"/>
                    </a:lnTo>
                    <a:lnTo>
                      <a:pt x="942" y="272"/>
                    </a:lnTo>
                    <a:lnTo>
                      <a:pt x="859" y="147"/>
                    </a:lnTo>
                    <a:lnTo>
                      <a:pt x="796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8" name="Google Shape;7751;p67">
                <a:extLst>
                  <a:ext uri="{FF2B5EF4-FFF2-40B4-BE49-F238E27FC236}">
                    <a16:creationId xmlns:a16="http://schemas.microsoft.com/office/drawing/2014/main" id="{A57BF172-FBBF-4618-5AD5-A21E2532CAAF}"/>
                  </a:ext>
                </a:extLst>
              </p:cNvPr>
              <p:cNvSpPr/>
              <p:nvPr/>
            </p:nvSpPr>
            <p:spPr>
              <a:xfrm>
                <a:off x="3781475" y="1649925"/>
                <a:ext cx="102550" cy="141275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5651" extrusionOk="0">
                    <a:moveTo>
                      <a:pt x="1988" y="1"/>
                    </a:moveTo>
                    <a:lnTo>
                      <a:pt x="1926" y="22"/>
                    </a:lnTo>
                    <a:lnTo>
                      <a:pt x="1842" y="126"/>
                    </a:lnTo>
                    <a:lnTo>
                      <a:pt x="1884" y="315"/>
                    </a:lnTo>
                    <a:lnTo>
                      <a:pt x="1821" y="419"/>
                    </a:lnTo>
                    <a:lnTo>
                      <a:pt x="1821" y="524"/>
                    </a:lnTo>
                    <a:lnTo>
                      <a:pt x="1800" y="629"/>
                    </a:lnTo>
                    <a:lnTo>
                      <a:pt x="1842" y="649"/>
                    </a:lnTo>
                    <a:lnTo>
                      <a:pt x="1884" y="733"/>
                    </a:lnTo>
                    <a:lnTo>
                      <a:pt x="1884" y="1068"/>
                    </a:lnTo>
                    <a:lnTo>
                      <a:pt x="1884" y="1235"/>
                    </a:lnTo>
                    <a:lnTo>
                      <a:pt x="1926" y="1361"/>
                    </a:lnTo>
                    <a:lnTo>
                      <a:pt x="2030" y="1507"/>
                    </a:lnTo>
                    <a:lnTo>
                      <a:pt x="2030" y="1654"/>
                    </a:lnTo>
                    <a:lnTo>
                      <a:pt x="2135" y="1779"/>
                    </a:lnTo>
                    <a:lnTo>
                      <a:pt x="2135" y="1863"/>
                    </a:lnTo>
                    <a:lnTo>
                      <a:pt x="2051" y="1863"/>
                    </a:lnTo>
                    <a:lnTo>
                      <a:pt x="2009" y="1800"/>
                    </a:lnTo>
                    <a:lnTo>
                      <a:pt x="1926" y="1612"/>
                    </a:lnTo>
                    <a:lnTo>
                      <a:pt x="1842" y="1507"/>
                    </a:lnTo>
                    <a:lnTo>
                      <a:pt x="1800" y="1507"/>
                    </a:lnTo>
                    <a:lnTo>
                      <a:pt x="1716" y="1570"/>
                    </a:lnTo>
                    <a:lnTo>
                      <a:pt x="1675" y="1549"/>
                    </a:lnTo>
                    <a:lnTo>
                      <a:pt x="1675" y="1486"/>
                    </a:lnTo>
                    <a:lnTo>
                      <a:pt x="1737" y="1403"/>
                    </a:lnTo>
                    <a:lnTo>
                      <a:pt x="1779" y="1361"/>
                    </a:lnTo>
                    <a:lnTo>
                      <a:pt x="1779" y="1256"/>
                    </a:lnTo>
                    <a:lnTo>
                      <a:pt x="1695" y="1026"/>
                    </a:lnTo>
                    <a:lnTo>
                      <a:pt x="1695" y="817"/>
                    </a:lnTo>
                    <a:lnTo>
                      <a:pt x="1675" y="733"/>
                    </a:lnTo>
                    <a:lnTo>
                      <a:pt x="1528" y="649"/>
                    </a:lnTo>
                    <a:lnTo>
                      <a:pt x="1465" y="524"/>
                    </a:lnTo>
                    <a:lnTo>
                      <a:pt x="1382" y="503"/>
                    </a:lnTo>
                    <a:lnTo>
                      <a:pt x="1319" y="545"/>
                    </a:lnTo>
                    <a:lnTo>
                      <a:pt x="1319" y="670"/>
                    </a:lnTo>
                    <a:lnTo>
                      <a:pt x="1193" y="838"/>
                    </a:lnTo>
                    <a:lnTo>
                      <a:pt x="1172" y="963"/>
                    </a:lnTo>
                    <a:lnTo>
                      <a:pt x="1193" y="1089"/>
                    </a:lnTo>
                    <a:lnTo>
                      <a:pt x="1256" y="1235"/>
                    </a:lnTo>
                    <a:lnTo>
                      <a:pt x="1277" y="1403"/>
                    </a:lnTo>
                    <a:lnTo>
                      <a:pt x="1214" y="1382"/>
                    </a:lnTo>
                    <a:lnTo>
                      <a:pt x="1172" y="1298"/>
                    </a:lnTo>
                    <a:lnTo>
                      <a:pt x="1151" y="1173"/>
                    </a:lnTo>
                    <a:lnTo>
                      <a:pt x="1172" y="1089"/>
                    </a:lnTo>
                    <a:lnTo>
                      <a:pt x="1110" y="1068"/>
                    </a:lnTo>
                    <a:lnTo>
                      <a:pt x="1068" y="984"/>
                    </a:lnTo>
                    <a:lnTo>
                      <a:pt x="1047" y="984"/>
                    </a:lnTo>
                    <a:lnTo>
                      <a:pt x="984" y="1047"/>
                    </a:lnTo>
                    <a:lnTo>
                      <a:pt x="942" y="1026"/>
                    </a:lnTo>
                    <a:lnTo>
                      <a:pt x="942" y="942"/>
                    </a:lnTo>
                    <a:lnTo>
                      <a:pt x="1047" y="859"/>
                    </a:lnTo>
                    <a:lnTo>
                      <a:pt x="1047" y="838"/>
                    </a:lnTo>
                    <a:lnTo>
                      <a:pt x="984" y="817"/>
                    </a:lnTo>
                    <a:lnTo>
                      <a:pt x="859" y="859"/>
                    </a:lnTo>
                    <a:lnTo>
                      <a:pt x="775" y="921"/>
                    </a:lnTo>
                    <a:lnTo>
                      <a:pt x="691" y="859"/>
                    </a:lnTo>
                    <a:lnTo>
                      <a:pt x="733" y="817"/>
                    </a:lnTo>
                    <a:lnTo>
                      <a:pt x="775" y="775"/>
                    </a:lnTo>
                    <a:lnTo>
                      <a:pt x="796" y="733"/>
                    </a:lnTo>
                    <a:lnTo>
                      <a:pt x="900" y="629"/>
                    </a:lnTo>
                    <a:lnTo>
                      <a:pt x="984" y="629"/>
                    </a:lnTo>
                    <a:lnTo>
                      <a:pt x="1005" y="649"/>
                    </a:lnTo>
                    <a:lnTo>
                      <a:pt x="1089" y="670"/>
                    </a:lnTo>
                    <a:lnTo>
                      <a:pt x="1151" y="608"/>
                    </a:lnTo>
                    <a:lnTo>
                      <a:pt x="1172" y="524"/>
                    </a:lnTo>
                    <a:lnTo>
                      <a:pt x="1089" y="398"/>
                    </a:lnTo>
                    <a:lnTo>
                      <a:pt x="1047" y="336"/>
                    </a:lnTo>
                    <a:lnTo>
                      <a:pt x="900" y="357"/>
                    </a:lnTo>
                    <a:lnTo>
                      <a:pt x="670" y="545"/>
                    </a:lnTo>
                    <a:lnTo>
                      <a:pt x="587" y="566"/>
                    </a:lnTo>
                    <a:lnTo>
                      <a:pt x="545" y="545"/>
                    </a:lnTo>
                    <a:lnTo>
                      <a:pt x="545" y="461"/>
                    </a:lnTo>
                    <a:lnTo>
                      <a:pt x="461" y="419"/>
                    </a:lnTo>
                    <a:lnTo>
                      <a:pt x="419" y="440"/>
                    </a:lnTo>
                    <a:lnTo>
                      <a:pt x="419" y="566"/>
                    </a:lnTo>
                    <a:lnTo>
                      <a:pt x="545" y="712"/>
                    </a:lnTo>
                    <a:lnTo>
                      <a:pt x="524" y="754"/>
                    </a:lnTo>
                    <a:lnTo>
                      <a:pt x="419" y="754"/>
                    </a:lnTo>
                    <a:lnTo>
                      <a:pt x="377" y="649"/>
                    </a:lnTo>
                    <a:lnTo>
                      <a:pt x="315" y="503"/>
                    </a:lnTo>
                    <a:lnTo>
                      <a:pt x="231" y="503"/>
                    </a:lnTo>
                    <a:lnTo>
                      <a:pt x="126" y="608"/>
                    </a:lnTo>
                    <a:lnTo>
                      <a:pt x="147" y="733"/>
                    </a:lnTo>
                    <a:lnTo>
                      <a:pt x="168" y="775"/>
                    </a:lnTo>
                    <a:lnTo>
                      <a:pt x="168" y="880"/>
                    </a:lnTo>
                    <a:lnTo>
                      <a:pt x="147" y="880"/>
                    </a:lnTo>
                    <a:lnTo>
                      <a:pt x="43" y="963"/>
                    </a:lnTo>
                    <a:lnTo>
                      <a:pt x="1" y="984"/>
                    </a:lnTo>
                    <a:lnTo>
                      <a:pt x="1" y="1089"/>
                    </a:lnTo>
                    <a:lnTo>
                      <a:pt x="22" y="1235"/>
                    </a:lnTo>
                    <a:lnTo>
                      <a:pt x="43" y="1361"/>
                    </a:lnTo>
                    <a:lnTo>
                      <a:pt x="147" y="1549"/>
                    </a:lnTo>
                    <a:lnTo>
                      <a:pt x="147" y="1612"/>
                    </a:lnTo>
                    <a:lnTo>
                      <a:pt x="231" y="1591"/>
                    </a:lnTo>
                    <a:lnTo>
                      <a:pt x="273" y="1507"/>
                    </a:lnTo>
                    <a:lnTo>
                      <a:pt x="273" y="1403"/>
                    </a:lnTo>
                    <a:lnTo>
                      <a:pt x="273" y="1298"/>
                    </a:lnTo>
                    <a:lnTo>
                      <a:pt x="335" y="1277"/>
                    </a:lnTo>
                    <a:lnTo>
                      <a:pt x="419" y="1361"/>
                    </a:lnTo>
                    <a:lnTo>
                      <a:pt x="461" y="1298"/>
                    </a:lnTo>
                    <a:lnTo>
                      <a:pt x="482" y="1340"/>
                    </a:lnTo>
                    <a:lnTo>
                      <a:pt x="440" y="1445"/>
                    </a:lnTo>
                    <a:lnTo>
                      <a:pt x="419" y="1591"/>
                    </a:lnTo>
                    <a:lnTo>
                      <a:pt x="377" y="1612"/>
                    </a:lnTo>
                    <a:lnTo>
                      <a:pt x="377" y="1675"/>
                    </a:lnTo>
                    <a:lnTo>
                      <a:pt x="482" y="1779"/>
                    </a:lnTo>
                    <a:lnTo>
                      <a:pt x="482" y="1800"/>
                    </a:lnTo>
                    <a:lnTo>
                      <a:pt x="545" y="1821"/>
                    </a:lnTo>
                    <a:lnTo>
                      <a:pt x="628" y="1821"/>
                    </a:lnTo>
                    <a:lnTo>
                      <a:pt x="649" y="1863"/>
                    </a:lnTo>
                    <a:lnTo>
                      <a:pt x="649" y="1926"/>
                    </a:lnTo>
                    <a:lnTo>
                      <a:pt x="545" y="2010"/>
                    </a:lnTo>
                    <a:lnTo>
                      <a:pt x="482" y="2010"/>
                    </a:lnTo>
                    <a:lnTo>
                      <a:pt x="482" y="1968"/>
                    </a:lnTo>
                    <a:lnTo>
                      <a:pt x="461" y="1905"/>
                    </a:lnTo>
                    <a:lnTo>
                      <a:pt x="315" y="1800"/>
                    </a:lnTo>
                    <a:lnTo>
                      <a:pt x="273" y="1821"/>
                    </a:lnTo>
                    <a:lnTo>
                      <a:pt x="273" y="1884"/>
                    </a:lnTo>
                    <a:lnTo>
                      <a:pt x="335" y="1989"/>
                    </a:lnTo>
                    <a:lnTo>
                      <a:pt x="419" y="2030"/>
                    </a:lnTo>
                    <a:lnTo>
                      <a:pt x="482" y="2093"/>
                    </a:lnTo>
                    <a:lnTo>
                      <a:pt x="482" y="2114"/>
                    </a:lnTo>
                    <a:lnTo>
                      <a:pt x="440" y="2177"/>
                    </a:lnTo>
                    <a:lnTo>
                      <a:pt x="482" y="2240"/>
                    </a:lnTo>
                    <a:lnTo>
                      <a:pt x="587" y="2302"/>
                    </a:lnTo>
                    <a:lnTo>
                      <a:pt x="670" y="2344"/>
                    </a:lnTo>
                    <a:lnTo>
                      <a:pt x="691" y="2428"/>
                    </a:lnTo>
                    <a:lnTo>
                      <a:pt x="775" y="2449"/>
                    </a:lnTo>
                    <a:lnTo>
                      <a:pt x="900" y="2449"/>
                    </a:lnTo>
                    <a:lnTo>
                      <a:pt x="942" y="2491"/>
                    </a:lnTo>
                    <a:lnTo>
                      <a:pt x="879" y="2533"/>
                    </a:lnTo>
                    <a:lnTo>
                      <a:pt x="754" y="2533"/>
                    </a:lnTo>
                    <a:lnTo>
                      <a:pt x="754" y="2637"/>
                    </a:lnTo>
                    <a:lnTo>
                      <a:pt x="796" y="2742"/>
                    </a:lnTo>
                    <a:lnTo>
                      <a:pt x="859" y="2742"/>
                    </a:lnTo>
                    <a:lnTo>
                      <a:pt x="942" y="2763"/>
                    </a:lnTo>
                    <a:lnTo>
                      <a:pt x="1068" y="2909"/>
                    </a:lnTo>
                    <a:lnTo>
                      <a:pt x="1110" y="2972"/>
                    </a:lnTo>
                    <a:lnTo>
                      <a:pt x="1068" y="3035"/>
                    </a:lnTo>
                    <a:lnTo>
                      <a:pt x="1068" y="3077"/>
                    </a:lnTo>
                    <a:lnTo>
                      <a:pt x="1382" y="3077"/>
                    </a:lnTo>
                    <a:lnTo>
                      <a:pt x="1465" y="3014"/>
                    </a:lnTo>
                    <a:lnTo>
                      <a:pt x="1465" y="2930"/>
                    </a:lnTo>
                    <a:lnTo>
                      <a:pt x="1507" y="2805"/>
                    </a:lnTo>
                    <a:lnTo>
                      <a:pt x="1591" y="2763"/>
                    </a:lnTo>
                    <a:lnTo>
                      <a:pt x="1675" y="2805"/>
                    </a:lnTo>
                    <a:lnTo>
                      <a:pt x="1675" y="2721"/>
                    </a:lnTo>
                    <a:lnTo>
                      <a:pt x="1612" y="2616"/>
                    </a:lnTo>
                    <a:lnTo>
                      <a:pt x="1570" y="2512"/>
                    </a:lnTo>
                    <a:lnTo>
                      <a:pt x="1570" y="2386"/>
                    </a:lnTo>
                    <a:lnTo>
                      <a:pt x="1528" y="2302"/>
                    </a:lnTo>
                    <a:lnTo>
                      <a:pt x="1528" y="2219"/>
                    </a:lnTo>
                    <a:lnTo>
                      <a:pt x="1591" y="2198"/>
                    </a:lnTo>
                    <a:lnTo>
                      <a:pt x="1633" y="2219"/>
                    </a:lnTo>
                    <a:lnTo>
                      <a:pt x="1695" y="2323"/>
                    </a:lnTo>
                    <a:lnTo>
                      <a:pt x="1675" y="2344"/>
                    </a:lnTo>
                    <a:lnTo>
                      <a:pt x="1695" y="2428"/>
                    </a:lnTo>
                    <a:lnTo>
                      <a:pt x="1779" y="2344"/>
                    </a:lnTo>
                    <a:lnTo>
                      <a:pt x="1779" y="2282"/>
                    </a:lnTo>
                    <a:lnTo>
                      <a:pt x="1737" y="2093"/>
                    </a:lnTo>
                    <a:lnTo>
                      <a:pt x="1800" y="2010"/>
                    </a:lnTo>
                    <a:lnTo>
                      <a:pt x="1821" y="2010"/>
                    </a:lnTo>
                    <a:lnTo>
                      <a:pt x="1884" y="2093"/>
                    </a:lnTo>
                    <a:lnTo>
                      <a:pt x="1884" y="2219"/>
                    </a:lnTo>
                    <a:lnTo>
                      <a:pt x="1926" y="2282"/>
                    </a:lnTo>
                    <a:lnTo>
                      <a:pt x="1926" y="2344"/>
                    </a:lnTo>
                    <a:lnTo>
                      <a:pt x="1842" y="2428"/>
                    </a:lnTo>
                    <a:lnTo>
                      <a:pt x="1842" y="2491"/>
                    </a:lnTo>
                    <a:lnTo>
                      <a:pt x="1884" y="2637"/>
                    </a:lnTo>
                    <a:lnTo>
                      <a:pt x="1926" y="2658"/>
                    </a:lnTo>
                    <a:lnTo>
                      <a:pt x="2009" y="2637"/>
                    </a:lnTo>
                    <a:lnTo>
                      <a:pt x="2156" y="2491"/>
                    </a:lnTo>
                    <a:lnTo>
                      <a:pt x="2219" y="2344"/>
                    </a:lnTo>
                    <a:lnTo>
                      <a:pt x="2219" y="2240"/>
                    </a:lnTo>
                    <a:lnTo>
                      <a:pt x="2239" y="2177"/>
                    </a:lnTo>
                    <a:lnTo>
                      <a:pt x="2302" y="2198"/>
                    </a:lnTo>
                    <a:lnTo>
                      <a:pt x="2344" y="2282"/>
                    </a:lnTo>
                    <a:lnTo>
                      <a:pt x="2323" y="2407"/>
                    </a:lnTo>
                    <a:lnTo>
                      <a:pt x="2260" y="2512"/>
                    </a:lnTo>
                    <a:lnTo>
                      <a:pt x="2260" y="2595"/>
                    </a:lnTo>
                    <a:lnTo>
                      <a:pt x="2344" y="2637"/>
                    </a:lnTo>
                    <a:lnTo>
                      <a:pt x="2449" y="2616"/>
                    </a:lnTo>
                    <a:lnTo>
                      <a:pt x="2532" y="2533"/>
                    </a:lnTo>
                    <a:lnTo>
                      <a:pt x="2574" y="2533"/>
                    </a:lnTo>
                    <a:lnTo>
                      <a:pt x="2574" y="2595"/>
                    </a:lnTo>
                    <a:lnTo>
                      <a:pt x="2532" y="2637"/>
                    </a:lnTo>
                    <a:lnTo>
                      <a:pt x="2428" y="2658"/>
                    </a:lnTo>
                    <a:lnTo>
                      <a:pt x="2344" y="2763"/>
                    </a:lnTo>
                    <a:lnTo>
                      <a:pt x="2156" y="2763"/>
                    </a:lnTo>
                    <a:lnTo>
                      <a:pt x="2009" y="2826"/>
                    </a:lnTo>
                    <a:lnTo>
                      <a:pt x="1988" y="2867"/>
                    </a:lnTo>
                    <a:lnTo>
                      <a:pt x="2009" y="2951"/>
                    </a:lnTo>
                    <a:lnTo>
                      <a:pt x="1884" y="3014"/>
                    </a:lnTo>
                    <a:lnTo>
                      <a:pt x="1800" y="3118"/>
                    </a:lnTo>
                    <a:lnTo>
                      <a:pt x="1716" y="3181"/>
                    </a:lnTo>
                    <a:lnTo>
                      <a:pt x="1675" y="3181"/>
                    </a:lnTo>
                    <a:lnTo>
                      <a:pt x="1570" y="3244"/>
                    </a:lnTo>
                    <a:lnTo>
                      <a:pt x="1570" y="3328"/>
                    </a:lnTo>
                    <a:lnTo>
                      <a:pt x="1507" y="3349"/>
                    </a:lnTo>
                    <a:lnTo>
                      <a:pt x="1486" y="3265"/>
                    </a:lnTo>
                    <a:lnTo>
                      <a:pt x="1465" y="3223"/>
                    </a:lnTo>
                    <a:lnTo>
                      <a:pt x="1382" y="3265"/>
                    </a:lnTo>
                    <a:lnTo>
                      <a:pt x="1298" y="3286"/>
                    </a:lnTo>
                    <a:lnTo>
                      <a:pt x="1298" y="3349"/>
                    </a:lnTo>
                    <a:lnTo>
                      <a:pt x="1277" y="3390"/>
                    </a:lnTo>
                    <a:lnTo>
                      <a:pt x="1319" y="3579"/>
                    </a:lnTo>
                    <a:lnTo>
                      <a:pt x="1319" y="3704"/>
                    </a:lnTo>
                    <a:lnTo>
                      <a:pt x="1361" y="3746"/>
                    </a:lnTo>
                    <a:lnTo>
                      <a:pt x="1465" y="3746"/>
                    </a:lnTo>
                    <a:lnTo>
                      <a:pt x="1528" y="3704"/>
                    </a:lnTo>
                    <a:lnTo>
                      <a:pt x="1633" y="3683"/>
                    </a:lnTo>
                    <a:lnTo>
                      <a:pt x="1695" y="3662"/>
                    </a:lnTo>
                    <a:lnTo>
                      <a:pt x="1779" y="3662"/>
                    </a:lnTo>
                    <a:lnTo>
                      <a:pt x="1842" y="3642"/>
                    </a:lnTo>
                    <a:lnTo>
                      <a:pt x="1926" y="3537"/>
                    </a:lnTo>
                    <a:lnTo>
                      <a:pt x="1988" y="3537"/>
                    </a:lnTo>
                    <a:lnTo>
                      <a:pt x="2009" y="3495"/>
                    </a:lnTo>
                    <a:lnTo>
                      <a:pt x="2114" y="3495"/>
                    </a:lnTo>
                    <a:lnTo>
                      <a:pt x="2135" y="3537"/>
                    </a:lnTo>
                    <a:lnTo>
                      <a:pt x="2428" y="3537"/>
                    </a:lnTo>
                    <a:lnTo>
                      <a:pt x="2470" y="3474"/>
                    </a:lnTo>
                    <a:lnTo>
                      <a:pt x="2553" y="3432"/>
                    </a:lnTo>
                    <a:lnTo>
                      <a:pt x="2616" y="3432"/>
                    </a:lnTo>
                    <a:lnTo>
                      <a:pt x="2616" y="3495"/>
                    </a:lnTo>
                    <a:lnTo>
                      <a:pt x="2553" y="3537"/>
                    </a:lnTo>
                    <a:lnTo>
                      <a:pt x="2532" y="3600"/>
                    </a:lnTo>
                    <a:lnTo>
                      <a:pt x="2449" y="3600"/>
                    </a:lnTo>
                    <a:lnTo>
                      <a:pt x="2407" y="3642"/>
                    </a:lnTo>
                    <a:lnTo>
                      <a:pt x="2239" y="3642"/>
                    </a:lnTo>
                    <a:lnTo>
                      <a:pt x="2135" y="3683"/>
                    </a:lnTo>
                    <a:lnTo>
                      <a:pt x="1947" y="3767"/>
                    </a:lnTo>
                    <a:lnTo>
                      <a:pt x="1884" y="3767"/>
                    </a:lnTo>
                    <a:lnTo>
                      <a:pt x="1800" y="3788"/>
                    </a:lnTo>
                    <a:lnTo>
                      <a:pt x="1800" y="3809"/>
                    </a:lnTo>
                    <a:lnTo>
                      <a:pt x="1905" y="3872"/>
                    </a:lnTo>
                    <a:lnTo>
                      <a:pt x="2051" y="3893"/>
                    </a:lnTo>
                    <a:lnTo>
                      <a:pt x="2135" y="3893"/>
                    </a:lnTo>
                    <a:lnTo>
                      <a:pt x="2239" y="3976"/>
                    </a:lnTo>
                    <a:lnTo>
                      <a:pt x="2239" y="4018"/>
                    </a:lnTo>
                    <a:lnTo>
                      <a:pt x="2030" y="4018"/>
                    </a:lnTo>
                    <a:lnTo>
                      <a:pt x="1947" y="4060"/>
                    </a:lnTo>
                    <a:lnTo>
                      <a:pt x="1905" y="4018"/>
                    </a:lnTo>
                    <a:lnTo>
                      <a:pt x="1800" y="3997"/>
                    </a:lnTo>
                    <a:lnTo>
                      <a:pt x="1779" y="4060"/>
                    </a:lnTo>
                    <a:lnTo>
                      <a:pt x="1737" y="4060"/>
                    </a:lnTo>
                    <a:lnTo>
                      <a:pt x="1695" y="3997"/>
                    </a:lnTo>
                    <a:lnTo>
                      <a:pt x="1633" y="3914"/>
                    </a:lnTo>
                    <a:lnTo>
                      <a:pt x="1570" y="3893"/>
                    </a:lnTo>
                    <a:lnTo>
                      <a:pt x="1423" y="3997"/>
                    </a:lnTo>
                    <a:lnTo>
                      <a:pt x="1423" y="4018"/>
                    </a:lnTo>
                    <a:lnTo>
                      <a:pt x="1486" y="4102"/>
                    </a:lnTo>
                    <a:lnTo>
                      <a:pt x="1507" y="4165"/>
                    </a:lnTo>
                    <a:lnTo>
                      <a:pt x="1486" y="4227"/>
                    </a:lnTo>
                    <a:lnTo>
                      <a:pt x="1507" y="4227"/>
                    </a:lnTo>
                    <a:lnTo>
                      <a:pt x="1486" y="4290"/>
                    </a:lnTo>
                    <a:lnTo>
                      <a:pt x="1507" y="4332"/>
                    </a:lnTo>
                    <a:lnTo>
                      <a:pt x="1591" y="4395"/>
                    </a:lnTo>
                    <a:lnTo>
                      <a:pt x="1591" y="4437"/>
                    </a:lnTo>
                    <a:lnTo>
                      <a:pt x="1612" y="4499"/>
                    </a:lnTo>
                    <a:lnTo>
                      <a:pt x="1633" y="4478"/>
                    </a:lnTo>
                    <a:lnTo>
                      <a:pt x="1716" y="4541"/>
                    </a:lnTo>
                    <a:lnTo>
                      <a:pt x="1716" y="4604"/>
                    </a:lnTo>
                    <a:lnTo>
                      <a:pt x="1779" y="4688"/>
                    </a:lnTo>
                    <a:lnTo>
                      <a:pt x="1800" y="4646"/>
                    </a:lnTo>
                    <a:lnTo>
                      <a:pt x="1884" y="4688"/>
                    </a:lnTo>
                    <a:lnTo>
                      <a:pt x="1926" y="4751"/>
                    </a:lnTo>
                    <a:lnTo>
                      <a:pt x="1988" y="4792"/>
                    </a:lnTo>
                    <a:lnTo>
                      <a:pt x="1988" y="4855"/>
                    </a:lnTo>
                    <a:lnTo>
                      <a:pt x="2114" y="4960"/>
                    </a:lnTo>
                    <a:lnTo>
                      <a:pt x="2239" y="4918"/>
                    </a:lnTo>
                    <a:lnTo>
                      <a:pt x="2260" y="4834"/>
                    </a:lnTo>
                    <a:lnTo>
                      <a:pt x="2323" y="4834"/>
                    </a:lnTo>
                    <a:lnTo>
                      <a:pt x="2344" y="4897"/>
                    </a:lnTo>
                    <a:lnTo>
                      <a:pt x="2428" y="4855"/>
                    </a:lnTo>
                    <a:lnTo>
                      <a:pt x="2449" y="4897"/>
                    </a:lnTo>
                    <a:lnTo>
                      <a:pt x="2449" y="4960"/>
                    </a:lnTo>
                    <a:lnTo>
                      <a:pt x="2407" y="5023"/>
                    </a:lnTo>
                    <a:lnTo>
                      <a:pt x="2344" y="5023"/>
                    </a:lnTo>
                    <a:lnTo>
                      <a:pt x="2239" y="5106"/>
                    </a:lnTo>
                    <a:lnTo>
                      <a:pt x="2239" y="5148"/>
                    </a:lnTo>
                    <a:lnTo>
                      <a:pt x="2428" y="5336"/>
                    </a:lnTo>
                    <a:lnTo>
                      <a:pt x="2470" y="5357"/>
                    </a:lnTo>
                    <a:lnTo>
                      <a:pt x="2532" y="5420"/>
                    </a:lnTo>
                    <a:lnTo>
                      <a:pt x="2512" y="5567"/>
                    </a:lnTo>
                    <a:lnTo>
                      <a:pt x="2532" y="5650"/>
                    </a:lnTo>
                    <a:lnTo>
                      <a:pt x="2574" y="5650"/>
                    </a:lnTo>
                    <a:lnTo>
                      <a:pt x="2616" y="5587"/>
                    </a:lnTo>
                    <a:lnTo>
                      <a:pt x="2658" y="5567"/>
                    </a:lnTo>
                    <a:lnTo>
                      <a:pt x="2721" y="5650"/>
                    </a:lnTo>
                    <a:lnTo>
                      <a:pt x="2784" y="5629"/>
                    </a:lnTo>
                    <a:lnTo>
                      <a:pt x="2867" y="5525"/>
                    </a:lnTo>
                    <a:lnTo>
                      <a:pt x="2888" y="5420"/>
                    </a:lnTo>
                    <a:lnTo>
                      <a:pt x="2930" y="5357"/>
                    </a:lnTo>
                    <a:lnTo>
                      <a:pt x="2930" y="5315"/>
                    </a:lnTo>
                    <a:lnTo>
                      <a:pt x="2867" y="5148"/>
                    </a:lnTo>
                    <a:lnTo>
                      <a:pt x="2846" y="5023"/>
                    </a:lnTo>
                    <a:lnTo>
                      <a:pt x="2888" y="4939"/>
                    </a:lnTo>
                    <a:lnTo>
                      <a:pt x="2951" y="4855"/>
                    </a:lnTo>
                    <a:lnTo>
                      <a:pt x="2951" y="4499"/>
                    </a:lnTo>
                    <a:lnTo>
                      <a:pt x="2972" y="4395"/>
                    </a:lnTo>
                    <a:lnTo>
                      <a:pt x="2972" y="4311"/>
                    </a:lnTo>
                    <a:lnTo>
                      <a:pt x="3056" y="4227"/>
                    </a:lnTo>
                    <a:lnTo>
                      <a:pt x="3056" y="4206"/>
                    </a:lnTo>
                    <a:lnTo>
                      <a:pt x="2972" y="4165"/>
                    </a:lnTo>
                    <a:lnTo>
                      <a:pt x="3056" y="4060"/>
                    </a:lnTo>
                    <a:lnTo>
                      <a:pt x="3181" y="4081"/>
                    </a:lnTo>
                    <a:lnTo>
                      <a:pt x="3202" y="4081"/>
                    </a:lnTo>
                    <a:lnTo>
                      <a:pt x="3244" y="3976"/>
                    </a:lnTo>
                    <a:lnTo>
                      <a:pt x="3244" y="3809"/>
                    </a:lnTo>
                    <a:lnTo>
                      <a:pt x="3265" y="3683"/>
                    </a:lnTo>
                    <a:lnTo>
                      <a:pt x="3265" y="3558"/>
                    </a:lnTo>
                    <a:lnTo>
                      <a:pt x="3181" y="3432"/>
                    </a:lnTo>
                    <a:lnTo>
                      <a:pt x="3181" y="3286"/>
                    </a:lnTo>
                    <a:lnTo>
                      <a:pt x="3244" y="3265"/>
                    </a:lnTo>
                    <a:lnTo>
                      <a:pt x="3348" y="3328"/>
                    </a:lnTo>
                    <a:lnTo>
                      <a:pt x="3390" y="3223"/>
                    </a:lnTo>
                    <a:lnTo>
                      <a:pt x="3369" y="3181"/>
                    </a:lnTo>
                    <a:lnTo>
                      <a:pt x="3369" y="3056"/>
                    </a:lnTo>
                    <a:lnTo>
                      <a:pt x="3390" y="2951"/>
                    </a:lnTo>
                    <a:lnTo>
                      <a:pt x="3369" y="2742"/>
                    </a:lnTo>
                    <a:lnTo>
                      <a:pt x="3348" y="2616"/>
                    </a:lnTo>
                    <a:lnTo>
                      <a:pt x="3369" y="2554"/>
                    </a:lnTo>
                    <a:lnTo>
                      <a:pt x="3495" y="2449"/>
                    </a:lnTo>
                    <a:lnTo>
                      <a:pt x="3495" y="2386"/>
                    </a:lnTo>
                    <a:lnTo>
                      <a:pt x="3474" y="2323"/>
                    </a:lnTo>
                    <a:lnTo>
                      <a:pt x="3474" y="2282"/>
                    </a:lnTo>
                    <a:lnTo>
                      <a:pt x="3579" y="2282"/>
                    </a:lnTo>
                    <a:lnTo>
                      <a:pt x="3725" y="2135"/>
                    </a:lnTo>
                    <a:lnTo>
                      <a:pt x="3830" y="2135"/>
                    </a:lnTo>
                    <a:lnTo>
                      <a:pt x="3934" y="2114"/>
                    </a:lnTo>
                    <a:lnTo>
                      <a:pt x="3997" y="2219"/>
                    </a:lnTo>
                    <a:lnTo>
                      <a:pt x="4039" y="2198"/>
                    </a:lnTo>
                    <a:lnTo>
                      <a:pt x="4081" y="2114"/>
                    </a:lnTo>
                    <a:lnTo>
                      <a:pt x="4102" y="2072"/>
                    </a:lnTo>
                    <a:lnTo>
                      <a:pt x="4102" y="1926"/>
                    </a:lnTo>
                    <a:lnTo>
                      <a:pt x="4018" y="1905"/>
                    </a:lnTo>
                    <a:lnTo>
                      <a:pt x="3767" y="1821"/>
                    </a:lnTo>
                    <a:lnTo>
                      <a:pt x="3662" y="1779"/>
                    </a:lnTo>
                    <a:lnTo>
                      <a:pt x="3495" y="1612"/>
                    </a:lnTo>
                    <a:lnTo>
                      <a:pt x="3411" y="1570"/>
                    </a:lnTo>
                    <a:lnTo>
                      <a:pt x="3286" y="1382"/>
                    </a:lnTo>
                    <a:lnTo>
                      <a:pt x="3244" y="1361"/>
                    </a:lnTo>
                    <a:lnTo>
                      <a:pt x="3097" y="1361"/>
                    </a:lnTo>
                    <a:lnTo>
                      <a:pt x="3056" y="1277"/>
                    </a:lnTo>
                    <a:lnTo>
                      <a:pt x="3056" y="1193"/>
                    </a:lnTo>
                    <a:lnTo>
                      <a:pt x="2972" y="942"/>
                    </a:lnTo>
                    <a:lnTo>
                      <a:pt x="2888" y="733"/>
                    </a:lnTo>
                    <a:lnTo>
                      <a:pt x="2742" y="608"/>
                    </a:lnTo>
                    <a:lnTo>
                      <a:pt x="2658" y="670"/>
                    </a:lnTo>
                    <a:lnTo>
                      <a:pt x="2637" y="775"/>
                    </a:lnTo>
                    <a:lnTo>
                      <a:pt x="2658" y="984"/>
                    </a:lnTo>
                    <a:lnTo>
                      <a:pt x="2658" y="1131"/>
                    </a:lnTo>
                    <a:lnTo>
                      <a:pt x="2574" y="1193"/>
                    </a:lnTo>
                    <a:lnTo>
                      <a:pt x="2553" y="1173"/>
                    </a:lnTo>
                    <a:lnTo>
                      <a:pt x="2553" y="1131"/>
                    </a:lnTo>
                    <a:lnTo>
                      <a:pt x="2553" y="963"/>
                    </a:lnTo>
                    <a:lnTo>
                      <a:pt x="2553" y="733"/>
                    </a:lnTo>
                    <a:lnTo>
                      <a:pt x="2616" y="670"/>
                    </a:lnTo>
                    <a:lnTo>
                      <a:pt x="2616" y="545"/>
                    </a:lnTo>
                    <a:lnTo>
                      <a:pt x="2553" y="419"/>
                    </a:lnTo>
                    <a:lnTo>
                      <a:pt x="2449" y="231"/>
                    </a:lnTo>
                    <a:lnTo>
                      <a:pt x="2344" y="189"/>
                    </a:lnTo>
                    <a:lnTo>
                      <a:pt x="2260" y="231"/>
                    </a:lnTo>
                    <a:lnTo>
                      <a:pt x="2219" y="315"/>
                    </a:lnTo>
                    <a:lnTo>
                      <a:pt x="2156" y="294"/>
                    </a:lnTo>
                    <a:lnTo>
                      <a:pt x="2135" y="147"/>
                    </a:lnTo>
                    <a:lnTo>
                      <a:pt x="2030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18" name="Google Shape;7752;p67">
              <a:extLst>
                <a:ext uri="{FF2B5EF4-FFF2-40B4-BE49-F238E27FC236}">
                  <a16:creationId xmlns:a16="http://schemas.microsoft.com/office/drawing/2014/main" id="{9C1B938D-672A-1F7C-EDD9-9659470738F2}"/>
                </a:ext>
              </a:extLst>
            </p:cNvPr>
            <p:cNvSpPr/>
            <p:nvPr/>
          </p:nvSpPr>
          <p:spPr>
            <a:xfrm>
              <a:off x="5511350" y="2436650"/>
              <a:ext cx="175250" cy="307100"/>
            </a:xfrm>
            <a:custGeom>
              <a:avLst/>
              <a:gdLst/>
              <a:ahLst/>
              <a:cxnLst/>
              <a:rect l="l" t="t" r="r" b="b"/>
              <a:pathLst>
                <a:path w="7010" h="12284" extrusionOk="0">
                  <a:moveTo>
                    <a:pt x="4122" y="1"/>
                  </a:moveTo>
                  <a:lnTo>
                    <a:pt x="4122" y="43"/>
                  </a:lnTo>
                  <a:lnTo>
                    <a:pt x="4080" y="126"/>
                  </a:lnTo>
                  <a:lnTo>
                    <a:pt x="4017" y="126"/>
                  </a:lnTo>
                  <a:lnTo>
                    <a:pt x="3996" y="147"/>
                  </a:lnTo>
                  <a:lnTo>
                    <a:pt x="4059" y="231"/>
                  </a:lnTo>
                  <a:lnTo>
                    <a:pt x="4080" y="357"/>
                  </a:lnTo>
                  <a:lnTo>
                    <a:pt x="4289" y="671"/>
                  </a:lnTo>
                  <a:lnTo>
                    <a:pt x="4331" y="796"/>
                  </a:lnTo>
                  <a:lnTo>
                    <a:pt x="4331" y="1005"/>
                  </a:lnTo>
                  <a:lnTo>
                    <a:pt x="4310" y="1089"/>
                  </a:lnTo>
                  <a:lnTo>
                    <a:pt x="4373" y="1277"/>
                  </a:lnTo>
                  <a:lnTo>
                    <a:pt x="4415" y="1382"/>
                  </a:lnTo>
                  <a:lnTo>
                    <a:pt x="4415" y="1424"/>
                  </a:lnTo>
                  <a:lnTo>
                    <a:pt x="4373" y="1424"/>
                  </a:lnTo>
                  <a:lnTo>
                    <a:pt x="4289" y="1528"/>
                  </a:lnTo>
                  <a:lnTo>
                    <a:pt x="4310" y="1633"/>
                  </a:lnTo>
                  <a:lnTo>
                    <a:pt x="4373" y="1738"/>
                  </a:lnTo>
                  <a:lnTo>
                    <a:pt x="4394" y="1800"/>
                  </a:lnTo>
                  <a:lnTo>
                    <a:pt x="4457" y="1821"/>
                  </a:lnTo>
                  <a:lnTo>
                    <a:pt x="4478" y="1905"/>
                  </a:lnTo>
                  <a:lnTo>
                    <a:pt x="4457" y="1926"/>
                  </a:lnTo>
                  <a:lnTo>
                    <a:pt x="4457" y="2010"/>
                  </a:lnTo>
                  <a:lnTo>
                    <a:pt x="4394" y="2051"/>
                  </a:lnTo>
                  <a:lnTo>
                    <a:pt x="4206" y="2031"/>
                  </a:lnTo>
                  <a:lnTo>
                    <a:pt x="4017" y="1926"/>
                  </a:lnTo>
                  <a:lnTo>
                    <a:pt x="3955" y="1947"/>
                  </a:lnTo>
                  <a:lnTo>
                    <a:pt x="3892" y="2031"/>
                  </a:lnTo>
                  <a:lnTo>
                    <a:pt x="3913" y="2093"/>
                  </a:lnTo>
                  <a:lnTo>
                    <a:pt x="3976" y="2093"/>
                  </a:lnTo>
                  <a:lnTo>
                    <a:pt x="4080" y="2156"/>
                  </a:lnTo>
                  <a:lnTo>
                    <a:pt x="4080" y="2219"/>
                  </a:lnTo>
                  <a:lnTo>
                    <a:pt x="4017" y="2261"/>
                  </a:lnTo>
                  <a:lnTo>
                    <a:pt x="3976" y="2365"/>
                  </a:lnTo>
                  <a:lnTo>
                    <a:pt x="3892" y="2407"/>
                  </a:lnTo>
                  <a:lnTo>
                    <a:pt x="3871" y="2449"/>
                  </a:lnTo>
                  <a:lnTo>
                    <a:pt x="3787" y="2470"/>
                  </a:lnTo>
                  <a:lnTo>
                    <a:pt x="3745" y="2575"/>
                  </a:lnTo>
                  <a:lnTo>
                    <a:pt x="3766" y="2679"/>
                  </a:lnTo>
                  <a:lnTo>
                    <a:pt x="3766" y="2847"/>
                  </a:lnTo>
                  <a:lnTo>
                    <a:pt x="3787" y="2930"/>
                  </a:lnTo>
                  <a:lnTo>
                    <a:pt x="3871" y="2930"/>
                  </a:lnTo>
                  <a:lnTo>
                    <a:pt x="3976" y="2993"/>
                  </a:lnTo>
                  <a:lnTo>
                    <a:pt x="4059" y="3077"/>
                  </a:lnTo>
                  <a:lnTo>
                    <a:pt x="4122" y="3286"/>
                  </a:lnTo>
                  <a:lnTo>
                    <a:pt x="4164" y="3495"/>
                  </a:lnTo>
                  <a:lnTo>
                    <a:pt x="4122" y="3516"/>
                  </a:lnTo>
                  <a:lnTo>
                    <a:pt x="4185" y="3621"/>
                  </a:lnTo>
                  <a:lnTo>
                    <a:pt x="4289" y="3684"/>
                  </a:lnTo>
                  <a:lnTo>
                    <a:pt x="4415" y="3516"/>
                  </a:lnTo>
                  <a:lnTo>
                    <a:pt x="4478" y="3412"/>
                  </a:lnTo>
                  <a:lnTo>
                    <a:pt x="4478" y="3349"/>
                  </a:lnTo>
                  <a:lnTo>
                    <a:pt x="4520" y="3286"/>
                  </a:lnTo>
                  <a:lnTo>
                    <a:pt x="4540" y="3286"/>
                  </a:lnTo>
                  <a:cubicBezTo>
                    <a:pt x="4624" y="3370"/>
                    <a:pt x="4708" y="3453"/>
                    <a:pt x="4729" y="3558"/>
                  </a:cubicBezTo>
                  <a:lnTo>
                    <a:pt x="4729" y="3579"/>
                  </a:lnTo>
                  <a:lnTo>
                    <a:pt x="4687" y="3704"/>
                  </a:lnTo>
                  <a:lnTo>
                    <a:pt x="4687" y="3809"/>
                  </a:lnTo>
                  <a:lnTo>
                    <a:pt x="4729" y="3872"/>
                  </a:lnTo>
                  <a:lnTo>
                    <a:pt x="4792" y="3830"/>
                  </a:lnTo>
                  <a:lnTo>
                    <a:pt x="4917" y="3725"/>
                  </a:lnTo>
                  <a:lnTo>
                    <a:pt x="4980" y="3872"/>
                  </a:lnTo>
                  <a:lnTo>
                    <a:pt x="4917" y="3976"/>
                  </a:lnTo>
                  <a:lnTo>
                    <a:pt x="4833" y="4018"/>
                  </a:lnTo>
                  <a:lnTo>
                    <a:pt x="4771" y="3976"/>
                  </a:lnTo>
                  <a:lnTo>
                    <a:pt x="4792" y="4102"/>
                  </a:lnTo>
                  <a:lnTo>
                    <a:pt x="4729" y="4144"/>
                  </a:lnTo>
                  <a:lnTo>
                    <a:pt x="4666" y="4123"/>
                  </a:lnTo>
                  <a:lnTo>
                    <a:pt x="4624" y="4018"/>
                  </a:lnTo>
                  <a:lnTo>
                    <a:pt x="4603" y="3914"/>
                  </a:lnTo>
                  <a:lnTo>
                    <a:pt x="4582" y="3872"/>
                  </a:lnTo>
                  <a:lnTo>
                    <a:pt x="4499" y="3893"/>
                  </a:lnTo>
                  <a:lnTo>
                    <a:pt x="4457" y="3872"/>
                  </a:lnTo>
                  <a:lnTo>
                    <a:pt x="4415" y="3976"/>
                  </a:lnTo>
                  <a:lnTo>
                    <a:pt x="4478" y="4123"/>
                  </a:lnTo>
                  <a:lnTo>
                    <a:pt x="4478" y="4228"/>
                  </a:lnTo>
                  <a:lnTo>
                    <a:pt x="4394" y="4248"/>
                  </a:lnTo>
                  <a:lnTo>
                    <a:pt x="4310" y="4353"/>
                  </a:lnTo>
                  <a:lnTo>
                    <a:pt x="4310" y="4416"/>
                  </a:lnTo>
                  <a:lnTo>
                    <a:pt x="4457" y="4562"/>
                  </a:lnTo>
                  <a:lnTo>
                    <a:pt x="4499" y="4646"/>
                  </a:lnTo>
                  <a:lnTo>
                    <a:pt x="4457" y="4813"/>
                  </a:lnTo>
                  <a:lnTo>
                    <a:pt x="4373" y="4855"/>
                  </a:lnTo>
                  <a:lnTo>
                    <a:pt x="4289" y="4834"/>
                  </a:lnTo>
                  <a:lnTo>
                    <a:pt x="4268" y="4876"/>
                  </a:lnTo>
                  <a:lnTo>
                    <a:pt x="4352" y="4981"/>
                  </a:lnTo>
                  <a:lnTo>
                    <a:pt x="4415" y="4960"/>
                  </a:lnTo>
                  <a:lnTo>
                    <a:pt x="4499" y="4876"/>
                  </a:lnTo>
                  <a:lnTo>
                    <a:pt x="4603" y="5148"/>
                  </a:lnTo>
                  <a:lnTo>
                    <a:pt x="4666" y="5441"/>
                  </a:lnTo>
                  <a:lnTo>
                    <a:pt x="4624" y="5588"/>
                  </a:lnTo>
                  <a:lnTo>
                    <a:pt x="4624" y="5860"/>
                  </a:lnTo>
                  <a:lnTo>
                    <a:pt x="4520" y="6236"/>
                  </a:lnTo>
                  <a:lnTo>
                    <a:pt x="4561" y="6404"/>
                  </a:lnTo>
                  <a:lnTo>
                    <a:pt x="4499" y="6592"/>
                  </a:lnTo>
                  <a:lnTo>
                    <a:pt x="4373" y="6655"/>
                  </a:lnTo>
                  <a:lnTo>
                    <a:pt x="4310" y="6843"/>
                  </a:lnTo>
                  <a:lnTo>
                    <a:pt x="4310" y="7031"/>
                  </a:lnTo>
                  <a:lnTo>
                    <a:pt x="4248" y="7136"/>
                  </a:lnTo>
                  <a:lnTo>
                    <a:pt x="4206" y="7241"/>
                  </a:lnTo>
                  <a:lnTo>
                    <a:pt x="4080" y="7366"/>
                  </a:lnTo>
                  <a:lnTo>
                    <a:pt x="3829" y="7533"/>
                  </a:lnTo>
                  <a:lnTo>
                    <a:pt x="3724" y="7554"/>
                  </a:lnTo>
                  <a:lnTo>
                    <a:pt x="3662" y="7659"/>
                  </a:lnTo>
                  <a:lnTo>
                    <a:pt x="3536" y="7575"/>
                  </a:lnTo>
                  <a:lnTo>
                    <a:pt x="3411" y="7429"/>
                  </a:lnTo>
                  <a:lnTo>
                    <a:pt x="3411" y="7345"/>
                  </a:lnTo>
                  <a:lnTo>
                    <a:pt x="3452" y="7324"/>
                  </a:lnTo>
                  <a:lnTo>
                    <a:pt x="3515" y="7220"/>
                  </a:lnTo>
                  <a:lnTo>
                    <a:pt x="3515" y="7157"/>
                  </a:lnTo>
                  <a:lnTo>
                    <a:pt x="3578" y="7073"/>
                  </a:lnTo>
                  <a:lnTo>
                    <a:pt x="3578" y="7052"/>
                  </a:lnTo>
                  <a:lnTo>
                    <a:pt x="3452" y="7073"/>
                  </a:lnTo>
                  <a:lnTo>
                    <a:pt x="3348" y="7178"/>
                  </a:lnTo>
                  <a:lnTo>
                    <a:pt x="3222" y="7241"/>
                  </a:lnTo>
                  <a:lnTo>
                    <a:pt x="3201" y="7345"/>
                  </a:lnTo>
                  <a:lnTo>
                    <a:pt x="3264" y="7471"/>
                  </a:lnTo>
                  <a:lnTo>
                    <a:pt x="3306" y="7722"/>
                  </a:lnTo>
                  <a:lnTo>
                    <a:pt x="3264" y="7868"/>
                  </a:lnTo>
                  <a:lnTo>
                    <a:pt x="3139" y="7994"/>
                  </a:lnTo>
                  <a:lnTo>
                    <a:pt x="3139" y="8077"/>
                  </a:lnTo>
                  <a:lnTo>
                    <a:pt x="3076" y="8119"/>
                  </a:lnTo>
                  <a:lnTo>
                    <a:pt x="3055" y="8329"/>
                  </a:lnTo>
                  <a:lnTo>
                    <a:pt x="3118" y="8391"/>
                  </a:lnTo>
                  <a:lnTo>
                    <a:pt x="3118" y="8475"/>
                  </a:lnTo>
                  <a:lnTo>
                    <a:pt x="3076" y="8496"/>
                  </a:lnTo>
                  <a:lnTo>
                    <a:pt x="3118" y="8517"/>
                  </a:lnTo>
                  <a:lnTo>
                    <a:pt x="3076" y="8601"/>
                  </a:lnTo>
                  <a:lnTo>
                    <a:pt x="3034" y="8601"/>
                  </a:lnTo>
                  <a:lnTo>
                    <a:pt x="3055" y="8642"/>
                  </a:lnTo>
                  <a:lnTo>
                    <a:pt x="2992" y="8684"/>
                  </a:lnTo>
                  <a:lnTo>
                    <a:pt x="2929" y="8621"/>
                  </a:lnTo>
                  <a:lnTo>
                    <a:pt x="2846" y="8684"/>
                  </a:lnTo>
                  <a:lnTo>
                    <a:pt x="2804" y="8642"/>
                  </a:lnTo>
                  <a:lnTo>
                    <a:pt x="2762" y="8517"/>
                  </a:lnTo>
                  <a:lnTo>
                    <a:pt x="2741" y="8496"/>
                  </a:lnTo>
                  <a:lnTo>
                    <a:pt x="2657" y="8538"/>
                  </a:lnTo>
                  <a:lnTo>
                    <a:pt x="2595" y="8538"/>
                  </a:lnTo>
                  <a:lnTo>
                    <a:pt x="2553" y="8517"/>
                  </a:lnTo>
                  <a:lnTo>
                    <a:pt x="2302" y="8601"/>
                  </a:lnTo>
                  <a:lnTo>
                    <a:pt x="2176" y="8642"/>
                  </a:lnTo>
                  <a:lnTo>
                    <a:pt x="2030" y="8705"/>
                  </a:lnTo>
                  <a:lnTo>
                    <a:pt x="1883" y="8705"/>
                  </a:lnTo>
                  <a:lnTo>
                    <a:pt x="1758" y="8747"/>
                  </a:lnTo>
                  <a:lnTo>
                    <a:pt x="1695" y="8726"/>
                  </a:lnTo>
                  <a:lnTo>
                    <a:pt x="1569" y="8747"/>
                  </a:lnTo>
                  <a:lnTo>
                    <a:pt x="1360" y="8914"/>
                  </a:lnTo>
                  <a:lnTo>
                    <a:pt x="1297" y="9040"/>
                  </a:lnTo>
                  <a:lnTo>
                    <a:pt x="1235" y="9082"/>
                  </a:lnTo>
                  <a:lnTo>
                    <a:pt x="1193" y="9165"/>
                  </a:lnTo>
                  <a:lnTo>
                    <a:pt x="1046" y="9354"/>
                  </a:lnTo>
                  <a:lnTo>
                    <a:pt x="942" y="9375"/>
                  </a:lnTo>
                  <a:lnTo>
                    <a:pt x="858" y="9479"/>
                  </a:lnTo>
                  <a:lnTo>
                    <a:pt x="837" y="9563"/>
                  </a:lnTo>
                  <a:lnTo>
                    <a:pt x="753" y="9647"/>
                  </a:lnTo>
                  <a:lnTo>
                    <a:pt x="607" y="9668"/>
                  </a:lnTo>
                  <a:lnTo>
                    <a:pt x="544" y="9751"/>
                  </a:lnTo>
                  <a:lnTo>
                    <a:pt x="565" y="9940"/>
                  </a:lnTo>
                  <a:lnTo>
                    <a:pt x="628" y="9961"/>
                  </a:lnTo>
                  <a:lnTo>
                    <a:pt x="649" y="10002"/>
                  </a:lnTo>
                  <a:lnTo>
                    <a:pt x="628" y="10065"/>
                  </a:lnTo>
                  <a:lnTo>
                    <a:pt x="607" y="10044"/>
                  </a:lnTo>
                  <a:lnTo>
                    <a:pt x="481" y="10149"/>
                  </a:lnTo>
                  <a:lnTo>
                    <a:pt x="439" y="10212"/>
                  </a:lnTo>
                  <a:lnTo>
                    <a:pt x="377" y="10274"/>
                  </a:lnTo>
                  <a:lnTo>
                    <a:pt x="272" y="10379"/>
                  </a:lnTo>
                  <a:lnTo>
                    <a:pt x="209" y="10463"/>
                  </a:lnTo>
                  <a:lnTo>
                    <a:pt x="105" y="10463"/>
                  </a:lnTo>
                  <a:lnTo>
                    <a:pt x="0" y="10505"/>
                  </a:lnTo>
                  <a:lnTo>
                    <a:pt x="105" y="10505"/>
                  </a:lnTo>
                  <a:lnTo>
                    <a:pt x="167" y="10609"/>
                  </a:lnTo>
                  <a:lnTo>
                    <a:pt x="209" y="10735"/>
                  </a:lnTo>
                  <a:lnTo>
                    <a:pt x="167" y="10777"/>
                  </a:lnTo>
                  <a:lnTo>
                    <a:pt x="126" y="10693"/>
                  </a:lnTo>
                  <a:lnTo>
                    <a:pt x="84" y="10609"/>
                  </a:lnTo>
                  <a:lnTo>
                    <a:pt x="63" y="10714"/>
                  </a:lnTo>
                  <a:lnTo>
                    <a:pt x="84" y="10818"/>
                  </a:lnTo>
                  <a:lnTo>
                    <a:pt x="167" y="10839"/>
                  </a:lnTo>
                  <a:lnTo>
                    <a:pt x="167" y="10923"/>
                  </a:lnTo>
                  <a:lnTo>
                    <a:pt x="126" y="11007"/>
                  </a:lnTo>
                  <a:lnTo>
                    <a:pt x="126" y="11007"/>
                  </a:lnTo>
                  <a:lnTo>
                    <a:pt x="188" y="10965"/>
                  </a:lnTo>
                  <a:lnTo>
                    <a:pt x="230" y="10902"/>
                  </a:lnTo>
                  <a:lnTo>
                    <a:pt x="314" y="10860"/>
                  </a:lnTo>
                  <a:lnTo>
                    <a:pt x="377" y="10902"/>
                  </a:lnTo>
                  <a:lnTo>
                    <a:pt x="314" y="10944"/>
                  </a:lnTo>
                  <a:lnTo>
                    <a:pt x="377" y="10965"/>
                  </a:lnTo>
                  <a:lnTo>
                    <a:pt x="439" y="10944"/>
                  </a:lnTo>
                  <a:lnTo>
                    <a:pt x="439" y="10839"/>
                  </a:lnTo>
                  <a:lnTo>
                    <a:pt x="398" y="10798"/>
                  </a:lnTo>
                  <a:lnTo>
                    <a:pt x="293" y="10818"/>
                  </a:lnTo>
                  <a:lnTo>
                    <a:pt x="293" y="10777"/>
                  </a:lnTo>
                  <a:lnTo>
                    <a:pt x="314" y="10714"/>
                  </a:lnTo>
                  <a:lnTo>
                    <a:pt x="293" y="10630"/>
                  </a:lnTo>
                  <a:lnTo>
                    <a:pt x="335" y="10588"/>
                  </a:lnTo>
                  <a:lnTo>
                    <a:pt x="439" y="10609"/>
                  </a:lnTo>
                  <a:lnTo>
                    <a:pt x="544" y="10798"/>
                  </a:lnTo>
                  <a:lnTo>
                    <a:pt x="586" y="10923"/>
                  </a:lnTo>
                  <a:lnTo>
                    <a:pt x="628" y="10986"/>
                  </a:lnTo>
                  <a:lnTo>
                    <a:pt x="628" y="11153"/>
                  </a:lnTo>
                  <a:lnTo>
                    <a:pt x="544" y="11342"/>
                  </a:lnTo>
                  <a:lnTo>
                    <a:pt x="439" y="11342"/>
                  </a:lnTo>
                  <a:lnTo>
                    <a:pt x="481" y="11383"/>
                  </a:lnTo>
                  <a:lnTo>
                    <a:pt x="544" y="11551"/>
                  </a:lnTo>
                  <a:lnTo>
                    <a:pt x="586" y="11760"/>
                  </a:lnTo>
                  <a:lnTo>
                    <a:pt x="691" y="11865"/>
                  </a:lnTo>
                  <a:lnTo>
                    <a:pt x="691" y="11969"/>
                  </a:lnTo>
                  <a:lnTo>
                    <a:pt x="628" y="12011"/>
                  </a:lnTo>
                  <a:lnTo>
                    <a:pt x="711" y="12095"/>
                  </a:lnTo>
                  <a:lnTo>
                    <a:pt x="795" y="12095"/>
                  </a:lnTo>
                  <a:lnTo>
                    <a:pt x="858" y="12158"/>
                  </a:lnTo>
                  <a:lnTo>
                    <a:pt x="900" y="12095"/>
                  </a:lnTo>
                  <a:lnTo>
                    <a:pt x="900" y="12053"/>
                  </a:lnTo>
                  <a:lnTo>
                    <a:pt x="816" y="11906"/>
                  </a:lnTo>
                  <a:lnTo>
                    <a:pt x="816" y="11739"/>
                  </a:lnTo>
                  <a:lnTo>
                    <a:pt x="858" y="11676"/>
                  </a:lnTo>
                  <a:lnTo>
                    <a:pt x="921" y="11739"/>
                  </a:lnTo>
                  <a:lnTo>
                    <a:pt x="900" y="11781"/>
                  </a:lnTo>
                  <a:lnTo>
                    <a:pt x="900" y="11844"/>
                  </a:lnTo>
                  <a:lnTo>
                    <a:pt x="963" y="11948"/>
                  </a:lnTo>
                  <a:lnTo>
                    <a:pt x="1004" y="12095"/>
                  </a:lnTo>
                  <a:lnTo>
                    <a:pt x="963" y="12199"/>
                  </a:lnTo>
                  <a:lnTo>
                    <a:pt x="1004" y="12283"/>
                  </a:lnTo>
                  <a:lnTo>
                    <a:pt x="1109" y="12220"/>
                  </a:lnTo>
                  <a:lnTo>
                    <a:pt x="1214" y="12074"/>
                  </a:lnTo>
                  <a:lnTo>
                    <a:pt x="1109" y="11969"/>
                  </a:lnTo>
                  <a:lnTo>
                    <a:pt x="1109" y="11906"/>
                  </a:lnTo>
                  <a:lnTo>
                    <a:pt x="1151" y="11886"/>
                  </a:lnTo>
                  <a:lnTo>
                    <a:pt x="1235" y="11906"/>
                  </a:lnTo>
                  <a:lnTo>
                    <a:pt x="1276" y="11948"/>
                  </a:lnTo>
                  <a:lnTo>
                    <a:pt x="1318" y="11844"/>
                  </a:lnTo>
                  <a:lnTo>
                    <a:pt x="1318" y="11655"/>
                  </a:lnTo>
                  <a:lnTo>
                    <a:pt x="1276" y="11572"/>
                  </a:lnTo>
                  <a:lnTo>
                    <a:pt x="1276" y="11237"/>
                  </a:lnTo>
                  <a:lnTo>
                    <a:pt x="1276" y="11049"/>
                  </a:lnTo>
                  <a:lnTo>
                    <a:pt x="1339" y="10944"/>
                  </a:lnTo>
                  <a:lnTo>
                    <a:pt x="1444" y="10839"/>
                  </a:lnTo>
                  <a:lnTo>
                    <a:pt x="1423" y="10777"/>
                  </a:lnTo>
                  <a:lnTo>
                    <a:pt x="1360" y="10735"/>
                  </a:lnTo>
                  <a:lnTo>
                    <a:pt x="1360" y="10630"/>
                  </a:lnTo>
                  <a:lnTo>
                    <a:pt x="1318" y="10630"/>
                  </a:lnTo>
                  <a:lnTo>
                    <a:pt x="1339" y="10567"/>
                  </a:lnTo>
                  <a:lnTo>
                    <a:pt x="1151" y="10567"/>
                  </a:lnTo>
                  <a:lnTo>
                    <a:pt x="1130" y="10505"/>
                  </a:lnTo>
                  <a:lnTo>
                    <a:pt x="1235" y="10463"/>
                  </a:lnTo>
                  <a:lnTo>
                    <a:pt x="1255" y="10379"/>
                  </a:lnTo>
                  <a:lnTo>
                    <a:pt x="1235" y="10212"/>
                  </a:lnTo>
                  <a:lnTo>
                    <a:pt x="1151" y="10170"/>
                  </a:lnTo>
                  <a:lnTo>
                    <a:pt x="1067" y="10191"/>
                  </a:lnTo>
                  <a:lnTo>
                    <a:pt x="1067" y="10212"/>
                  </a:lnTo>
                  <a:lnTo>
                    <a:pt x="1004" y="10274"/>
                  </a:lnTo>
                  <a:lnTo>
                    <a:pt x="921" y="10274"/>
                  </a:lnTo>
                  <a:lnTo>
                    <a:pt x="795" y="10149"/>
                  </a:lnTo>
                  <a:lnTo>
                    <a:pt x="816" y="10065"/>
                  </a:lnTo>
                  <a:lnTo>
                    <a:pt x="1004" y="9982"/>
                  </a:lnTo>
                  <a:lnTo>
                    <a:pt x="1151" y="9961"/>
                  </a:lnTo>
                  <a:lnTo>
                    <a:pt x="1339" y="10002"/>
                  </a:lnTo>
                  <a:lnTo>
                    <a:pt x="1423" y="10065"/>
                  </a:lnTo>
                  <a:lnTo>
                    <a:pt x="1444" y="10002"/>
                  </a:lnTo>
                  <a:lnTo>
                    <a:pt x="1444" y="9940"/>
                  </a:lnTo>
                  <a:lnTo>
                    <a:pt x="1444" y="9835"/>
                  </a:lnTo>
                  <a:lnTo>
                    <a:pt x="1423" y="9751"/>
                  </a:lnTo>
                  <a:lnTo>
                    <a:pt x="1444" y="9689"/>
                  </a:lnTo>
                  <a:lnTo>
                    <a:pt x="1527" y="9689"/>
                  </a:lnTo>
                  <a:lnTo>
                    <a:pt x="1569" y="9772"/>
                  </a:lnTo>
                  <a:lnTo>
                    <a:pt x="1653" y="9772"/>
                  </a:lnTo>
                  <a:lnTo>
                    <a:pt x="1758" y="9730"/>
                  </a:lnTo>
                  <a:lnTo>
                    <a:pt x="1946" y="9689"/>
                  </a:lnTo>
                  <a:lnTo>
                    <a:pt x="2113" y="9647"/>
                  </a:lnTo>
                  <a:lnTo>
                    <a:pt x="2218" y="9647"/>
                  </a:lnTo>
                  <a:lnTo>
                    <a:pt x="2281" y="9668"/>
                  </a:lnTo>
                  <a:lnTo>
                    <a:pt x="2323" y="9647"/>
                  </a:lnTo>
                  <a:cubicBezTo>
                    <a:pt x="2323" y="9668"/>
                    <a:pt x="2364" y="9730"/>
                    <a:pt x="2364" y="9751"/>
                  </a:cubicBezTo>
                  <a:lnTo>
                    <a:pt x="2218" y="9856"/>
                  </a:lnTo>
                  <a:lnTo>
                    <a:pt x="2218" y="9940"/>
                  </a:lnTo>
                  <a:lnTo>
                    <a:pt x="2155" y="9877"/>
                  </a:lnTo>
                  <a:lnTo>
                    <a:pt x="2051" y="9898"/>
                  </a:lnTo>
                  <a:lnTo>
                    <a:pt x="1967" y="9961"/>
                  </a:lnTo>
                  <a:lnTo>
                    <a:pt x="1904" y="9940"/>
                  </a:lnTo>
                  <a:lnTo>
                    <a:pt x="1841" y="9772"/>
                  </a:lnTo>
                  <a:lnTo>
                    <a:pt x="1779" y="9772"/>
                  </a:lnTo>
                  <a:lnTo>
                    <a:pt x="1632" y="9961"/>
                  </a:lnTo>
                  <a:lnTo>
                    <a:pt x="1632" y="10065"/>
                  </a:lnTo>
                  <a:lnTo>
                    <a:pt x="1527" y="10128"/>
                  </a:lnTo>
                  <a:lnTo>
                    <a:pt x="1486" y="10233"/>
                  </a:lnTo>
                  <a:lnTo>
                    <a:pt x="1653" y="10295"/>
                  </a:lnTo>
                  <a:lnTo>
                    <a:pt x="1674" y="10400"/>
                  </a:lnTo>
                  <a:lnTo>
                    <a:pt x="1653" y="10421"/>
                  </a:lnTo>
                  <a:lnTo>
                    <a:pt x="1653" y="10484"/>
                  </a:lnTo>
                  <a:lnTo>
                    <a:pt x="1737" y="10609"/>
                  </a:lnTo>
                  <a:lnTo>
                    <a:pt x="1862" y="10630"/>
                  </a:lnTo>
                  <a:lnTo>
                    <a:pt x="1862" y="10714"/>
                  </a:lnTo>
                  <a:lnTo>
                    <a:pt x="1904" y="10735"/>
                  </a:lnTo>
                  <a:lnTo>
                    <a:pt x="1946" y="10693"/>
                  </a:lnTo>
                  <a:lnTo>
                    <a:pt x="2009" y="10714"/>
                  </a:lnTo>
                  <a:lnTo>
                    <a:pt x="2072" y="10693"/>
                  </a:lnTo>
                  <a:lnTo>
                    <a:pt x="2072" y="10609"/>
                  </a:lnTo>
                  <a:lnTo>
                    <a:pt x="1967" y="10505"/>
                  </a:lnTo>
                  <a:lnTo>
                    <a:pt x="2009" y="10400"/>
                  </a:lnTo>
                  <a:lnTo>
                    <a:pt x="2072" y="10254"/>
                  </a:lnTo>
                  <a:lnTo>
                    <a:pt x="2197" y="10170"/>
                  </a:lnTo>
                  <a:lnTo>
                    <a:pt x="2218" y="10107"/>
                  </a:lnTo>
                  <a:lnTo>
                    <a:pt x="2364" y="10149"/>
                  </a:lnTo>
                  <a:lnTo>
                    <a:pt x="2511" y="10254"/>
                  </a:lnTo>
                  <a:lnTo>
                    <a:pt x="2574" y="10316"/>
                  </a:lnTo>
                  <a:lnTo>
                    <a:pt x="2636" y="10295"/>
                  </a:lnTo>
                  <a:lnTo>
                    <a:pt x="2699" y="10086"/>
                  </a:lnTo>
                  <a:lnTo>
                    <a:pt x="2825" y="9961"/>
                  </a:lnTo>
                  <a:lnTo>
                    <a:pt x="2825" y="9877"/>
                  </a:lnTo>
                  <a:lnTo>
                    <a:pt x="2783" y="9814"/>
                  </a:lnTo>
                  <a:lnTo>
                    <a:pt x="2741" y="9751"/>
                  </a:lnTo>
                  <a:lnTo>
                    <a:pt x="2616" y="9647"/>
                  </a:lnTo>
                  <a:lnTo>
                    <a:pt x="2532" y="9647"/>
                  </a:lnTo>
                  <a:lnTo>
                    <a:pt x="2469" y="9584"/>
                  </a:lnTo>
                  <a:lnTo>
                    <a:pt x="2302" y="9584"/>
                  </a:lnTo>
                  <a:cubicBezTo>
                    <a:pt x="2302" y="9563"/>
                    <a:pt x="2302" y="9521"/>
                    <a:pt x="2281" y="9479"/>
                  </a:cubicBezTo>
                  <a:lnTo>
                    <a:pt x="2281" y="9458"/>
                  </a:lnTo>
                  <a:lnTo>
                    <a:pt x="2406" y="9375"/>
                  </a:lnTo>
                  <a:lnTo>
                    <a:pt x="2427" y="9333"/>
                  </a:lnTo>
                  <a:lnTo>
                    <a:pt x="2574" y="9228"/>
                  </a:lnTo>
                  <a:lnTo>
                    <a:pt x="2699" y="9165"/>
                  </a:lnTo>
                  <a:lnTo>
                    <a:pt x="2888" y="9207"/>
                  </a:lnTo>
                  <a:lnTo>
                    <a:pt x="2992" y="9165"/>
                  </a:lnTo>
                  <a:lnTo>
                    <a:pt x="3034" y="9228"/>
                  </a:lnTo>
                  <a:lnTo>
                    <a:pt x="3034" y="9333"/>
                  </a:lnTo>
                  <a:lnTo>
                    <a:pt x="2950" y="9458"/>
                  </a:lnTo>
                  <a:lnTo>
                    <a:pt x="2929" y="9563"/>
                  </a:lnTo>
                  <a:lnTo>
                    <a:pt x="2992" y="9584"/>
                  </a:lnTo>
                  <a:lnTo>
                    <a:pt x="2992" y="9689"/>
                  </a:lnTo>
                  <a:lnTo>
                    <a:pt x="2992" y="9793"/>
                  </a:lnTo>
                  <a:lnTo>
                    <a:pt x="2950" y="9856"/>
                  </a:lnTo>
                  <a:lnTo>
                    <a:pt x="2992" y="9961"/>
                  </a:lnTo>
                  <a:lnTo>
                    <a:pt x="3097" y="10002"/>
                  </a:lnTo>
                  <a:lnTo>
                    <a:pt x="3243" y="10170"/>
                  </a:lnTo>
                  <a:lnTo>
                    <a:pt x="3348" y="10191"/>
                  </a:lnTo>
                  <a:lnTo>
                    <a:pt x="3432" y="10170"/>
                  </a:lnTo>
                  <a:lnTo>
                    <a:pt x="3536" y="10002"/>
                  </a:lnTo>
                  <a:lnTo>
                    <a:pt x="3536" y="9898"/>
                  </a:lnTo>
                  <a:lnTo>
                    <a:pt x="3578" y="9856"/>
                  </a:lnTo>
                  <a:lnTo>
                    <a:pt x="3620" y="9793"/>
                  </a:lnTo>
                  <a:lnTo>
                    <a:pt x="3578" y="9710"/>
                  </a:lnTo>
                  <a:lnTo>
                    <a:pt x="3662" y="9584"/>
                  </a:lnTo>
                  <a:lnTo>
                    <a:pt x="3766" y="9563"/>
                  </a:lnTo>
                  <a:lnTo>
                    <a:pt x="3850" y="9563"/>
                  </a:lnTo>
                  <a:lnTo>
                    <a:pt x="3871" y="9500"/>
                  </a:lnTo>
                  <a:lnTo>
                    <a:pt x="3850" y="9458"/>
                  </a:lnTo>
                  <a:lnTo>
                    <a:pt x="3829" y="9333"/>
                  </a:lnTo>
                  <a:lnTo>
                    <a:pt x="3620" y="9249"/>
                  </a:lnTo>
                  <a:lnTo>
                    <a:pt x="3578" y="9186"/>
                  </a:lnTo>
                  <a:lnTo>
                    <a:pt x="3641" y="9040"/>
                  </a:lnTo>
                  <a:lnTo>
                    <a:pt x="3724" y="8977"/>
                  </a:lnTo>
                  <a:lnTo>
                    <a:pt x="3766" y="8956"/>
                  </a:lnTo>
                  <a:lnTo>
                    <a:pt x="3745" y="9019"/>
                  </a:lnTo>
                  <a:lnTo>
                    <a:pt x="3745" y="9145"/>
                  </a:lnTo>
                  <a:lnTo>
                    <a:pt x="3787" y="9165"/>
                  </a:lnTo>
                  <a:lnTo>
                    <a:pt x="3850" y="9145"/>
                  </a:lnTo>
                  <a:lnTo>
                    <a:pt x="3871" y="9124"/>
                  </a:lnTo>
                  <a:lnTo>
                    <a:pt x="3955" y="9145"/>
                  </a:lnTo>
                  <a:lnTo>
                    <a:pt x="3996" y="9186"/>
                  </a:lnTo>
                  <a:lnTo>
                    <a:pt x="4059" y="9165"/>
                  </a:lnTo>
                  <a:lnTo>
                    <a:pt x="4101" y="9165"/>
                  </a:lnTo>
                  <a:lnTo>
                    <a:pt x="4080" y="9228"/>
                  </a:lnTo>
                  <a:lnTo>
                    <a:pt x="3976" y="9249"/>
                  </a:lnTo>
                  <a:lnTo>
                    <a:pt x="3976" y="9270"/>
                  </a:lnTo>
                  <a:lnTo>
                    <a:pt x="3996" y="9291"/>
                  </a:lnTo>
                  <a:lnTo>
                    <a:pt x="4080" y="9270"/>
                  </a:lnTo>
                  <a:lnTo>
                    <a:pt x="4206" y="9186"/>
                  </a:lnTo>
                  <a:lnTo>
                    <a:pt x="4499" y="9228"/>
                  </a:lnTo>
                  <a:lnTo>
                    <a:pt x="4666" y="9186"/>
                  </a:lnTo>
                  <a:lnTo>
                    <a:pt x="4603" y="9165"/>
                  </a:lnTo>
                  <a:lnTo>
                    <a:pt x="4582" y="9061"/>
                  </a:lnTo>
                  <a:lnTo>
                    <a:pt x="4603" y="8935"/>
                  </a:lnTo>
                  <a:lnTo>
                    <a:pt x="4729" y="8873"/>
                  </a:lnTo>
                  <a:lnTo>
                    <a:pt x="4833" y="8914"/>
                  </a:lnTo>
                  <a:lnTo>
                    <a:pt x="4875" y="9019"/>
                  </a:lnTo>
                  <a:lnTo>
                    <a:pt x="4833" y="9124"/>
                  </a:lnTo>
                  <a:lnTo>
                    <a:pt x="4896" y="9186"/>
                  </a:lnTo>
                  <a:lnTo>
                    <a:pt x="4980" y="9186"/>
                  </a:lnTo>
                  <a:lnTo>
                    <a:pt x="5043" y="9061"/>
                  </a:lnTo>
                  <a:lnTo>
                    <a:pt x="4980" y="8852"/>
                  </a:lnTo>
                  <a:lnTo>
                    <a:pt x="5001" y="8726"/>
                  </a:lnTo>
                  <a:lnTo>
                    <a:pt x="5126" y="8621"/>
                  </a:lnTo>
                  <a:lnTo>
                    <a:pt x="5210" y="8621"/>
                  </a:lnTo>
                  <a:lnTo>
                    <a:pt x="5231" y="8559"/>
                  </a:lnTo>
                  <a:lnTo>
                    <a:pt x="5189" y="8496"/>
                  </a:lnTo>
                  <a:lnTo>
                    <a:pt x="5210" y="8349"/>
                  </a:lnTo>
                  <a:lnTo>
                    <a:pt x="5294" y="8308"/>
                  </a:lnTo>
                  <a:lnTo>
                    <a:pt x="5398" y="8329"/>
                  </a:lnTo>
                  <a:lnTo>
                    <a:pt x="5419" y="8391"/>
                  </a:lnTo>
                  <a:lnTo>
                    <a:pt x="5357" y="8454"/>
                  </a:lnTo>
                  <a:lnTo>
                    <a:pt x="5336" y="8621"/>
                  </a:lnTo>
                  <a:lnTo>
                    <a:pt x="5357" y="8956"/>
                  </a:lnTo>
                  <a:lnTo>
                    <a:pt x="5419" y="8998"/>
                  </a:lnTo>
                  <a:lnTo>
                    <a:pt x="5503" y="8935"/>
                  </a:lnTo>
                  <a:lnTo>
                    <a:pt x="5545" y="8831"/>
                  </a:lnTo>
                  <a:lnTo>
                    <a:pt x="5649" y="8831"/>
                  </a:lnTo>
                  <a:lnTo>
                    <a:pt x="5754" y="8726"/>
                  </a:lnTo>
                  <a:lnTo>
                    <a:pt x="5817" y="8580"/>
                  </a:lnTo>
                  <a:lnTo>
                    <a:pt x="5775" y="8475"/>
                  </a:lnTo>
                  <a:lnTo>
                    <a:pt x="5921" y="8370"/>
                  </a:lnTo>
                  <a:lnTo>
                    <a:pt x="5880" y="8287"/>
                  </a:lnTo>
                  <a:lnTo>
                    <a:pt x="5838" y="8224"/>
                  </a:lnTo>
                  <a:lnTo>
                    <a:pt x="5712" y="8057"/>
                  </a:lnTo>
                  <a:lnTo>
                    <a:pt x="5649" y="7910"/>
                  </a:lnTo>
                  <a:lnTo>
                    <a:pt x="5629" y="7638"/>
                  </a:lnTo>
                  <a:lnTo>
                    <a:pt x="5670" y="7324"/>
                  </a:lnTo>
                  <a:lnTo>
                    <a:pt x="5670" y="7115"/>
                  </a:lnTo>
                  <a:lnTo>
                    <a:pt x="5566" y="6717"/>
                  </a:lnTo>
                  <a:lnTo>
                    <a:pt x="5440" y="6529"/>
                  </a:lnTo>
                  <a:lnTo>
                    <a:pt x="5440" y="6383"/>
                  </a:lnTo>
                  <a:lnTo>
                    <a:pt x="5461" y="6194"/>
                  </a:lnTo>
                  <a:lnTo>
                    <a:pt x="5649" y="6111"/>
                  </a:lnTo>
                  <a:lnTo>
                    <a:pt x="5733" y="6111"/>
                  </a:lnTo>
                  <a:lnTo>
                    <a:pt x="5775" y="6194"/>
                  </a:lnTo>
                  <a:lnTo>
                    <a:pt x="5817" y="6132"/>
                  </a:lnTo>
                  <a:lnTo>
                    <a:pt x="5775" y="6006"/>
                  </a:lnTo>
                  <a:lnTo>
                    <a:pt x="5754" y="5922"/>
                  </a:lnTo>
                  <a:lnTo>
                    <a:pt x="5733" y="5880"/>
                  </a:lnTo>
                  <a:lnTo>
                    <a:pt x="5712" y="5776"/>
                  </a:lnTo>
                  <a:lnTo>
                    <a:pt x="5712" y="5713"/>
                  </a:lnTo>
                  <a:lnTo>
                    <a:pt x="5712" y="5650"/>
                  </a:lnTo>
                  <a:lnTo>
                    <a:pt x="5754" y="5567"/>
                  </a:lnTo>
                  <a:lnTo>
                    <a:pt x="5754" y="5546"/>
                  </a:lnTo>
                  <a:lnTo>
                    <a:pt x="5754" y="5462"/>
                  </a:lnTo>
                  <a:lnTo>
                    <a:pt x="5733" y="5399"/>
                  </a:lnTo>
                  <a:lnTo>
                    <a:pt x="5733" y="5274"/>
                  </a:lnTo>
                  <a:lnTo>
                    <a:pt x="5754" y="5190"/>
                  </a:lnTo>
                  <a:lnTo>
                    <a:pt x="5712" y="5127"/>
                  </a:lnTo>
                  <a:lnTo>
                    <a:pt x="5670" y="4876"/>
                  </a:lnTo>
                  <a:lnTo>
                    <a:pt x="5566" y="4709"/>
                  </a:lnTo>
                  <a:lnTo>
                    <a:pt x="5545" y="4709"/>
                  </a:lnTo>
                  <a:lnTo>
                    <a:pt x="5503" y="4667"/>
                  </a:lnTo>
                  <a:lnTo>
                    <a:pt x="5503" y="4437"/>
                  </a:lnTo>
                  <a:lnTo>
                    <a:pt x="5398" y="4332"/>
                  </a:lnTo>
                  <a:lnTo>
                    <a:pt x="5147" y="4081"/>
                  </a:lnTo>
                  <a:lnTo>
                    <a:pt x="5105" y="3976"/>
                  </a:lnTo>
                  <a:lnTo>
                    <a:pt x="5043" y="3788"/>
                  </a:lnTo>
                  <a:lnTo>
                    <a:pt x="5043" y="3600"/>
                  </a:lnTo>
                  <a:lnTo>
                    <a:pt x="5043" y="3558"/>
                  </a:lnTo>
                  <a:lnTo>
                    <a:pt x="4980" y="3600"/>
                  </a:lnTo>
                  <a:lnTo>
                    <a:pt x="4917" y="3600"/>
                  </a:lnTo>
                  <a:lnTo>
                    <a:pt x="4896" y="3579"/>
                  </a:lnTo>
                  <a:lnTo>
                    <a:pt x="4896" y="3558"/>
                  </a:lnTo>
                  <a:cubicBezTo>
                    <a:pt x="4854" y="3474"/>
                    <a:pt x="4812" y="3412"/>
                    <a:pt x="4750" y="3349"/>
                  </a:cubicBezTo>
                  <a:lnTo>
                    <a:pt x="4792" y="3265"/>
                  </a:lnTo>
                  <a:lnTo>
                    <a:pt x="4854" y="3160"/>
                  </a:lnTo>
                  <a:lnTo>
                    <a:pt x="4812" y="3077"/>
                  </a:lnTo>
                  <a:lnTo>
                    <a:pt x="4687" y="3077"/>
                  </a:lnTo>
                  <a:lnTo>
                    <a:pt x="4540" y="3056"/>
                  </a:lnTo>
                  <a:lnTo>
                    <a:pt x="4394" y="2888"/>
                  </a:lnTo>
                  <a:lnTo>
                    <a:pt x="4268" y="2930"/>
                  </a:lnTo>
                  <a:lnTo>
                    <a:pt x="4122" y="2847"/>
                  </a:lnTo>
                  <a:lnTo>
                    <a:pt x="4101" y="2763"/>
                  </a:lnTo>
                  <a:lnTo>
                    <a:pt x="4101" y="2658"/>
                  </a:lnTo>
                  <a:lnTo>
                    <a:pt x="4185" y="2575"/>
                  </a:lnTo>
                  <a:lnTo>
                    <a:pt x="4268" y="2575"/>
                  </a:lnTo>
                  <a:lnTo>
                    <a:pt x="4415" y="2679"/>
                  </a:lnTo>
                  <a:lnTo>
                    <a:pt x="4478" y="2721"/>
                  </a:lnTo>
                  <a:lnTo>
                    <a:pt x="4603" y="2533"/>
                  </a:lnTo>
                  <a:lnTo>
                    <a:pt x="4729" y="2428"/>
                  </a:lnTo>
                  <a:lnTo>
                    <a:pt x="4833" y="2428"/>
                  </a:lnTo>
                  <a:lnTo>
                    <a:pt x="4896" y="2470"/>
                  </a:lnTo>
                  <a:lnTo>
                    <a:pt x="4959" y="2512"/>
                  </a:lnTo>
                  <a:lnTo>
                    <a:pt x="5064" y="2470"/>
                  </a:lnTo>
                  <a:lnTo>
                    <a:pt x="5168" y="2575"/>
                  </a:lnTo>
                  <a:lnTo>
                    <a:pt x="5336" y="2721"/>
                  </a:lnTo>
                  <a:lnTo>
                    <a:pt x="5524" y="2784"/>
                  </a:lnTo>
                  <a:lnTo>
                    <a:pt x="5691" y="2847"/>
                  </a:lnTo>
                  <a:lnTo>
                    <a:pt x="5754" y="2930"/>
                  </a:lnTo>
                  <a:lnTo>
                    <a:pt x="5859" y="2972"/>
                  </a:lnTo>
                  <a:lnTo>
                    <a:pt x="5859" y="2888"/>
                  </a:lnTo>
                  <a:lnTo>
                    <a:pt x="5880" y="2784"/>
                  </a:lnTo>
                  <a:lnTo>
                    <a:pt x="5859" y="2658"/>
                  </a:lnTo>
                  <a:lnTo>
                    <a:pt x="5880" y="2470"/>
                  </a:lnTo>
                  <a:lnTo>
                    <a:pt x="5942" y="2240"/>
                  </a:lnTo>
                  <a:lnTo>
                    <a:pt x="6089" y="2031"/>
                  </a:lnTo>
                  <a:lnTo>
                    <a:pt x="6193" y="2010"/>
                  </a:lnTo>
                  <a:lnTo>
                    <a:pt x="6298" y="2031"/>
                  </a:lnTo>
                  <a:lnTo>
                    <a:pt x="6465" y="2031"/>
                  </a:lnTo>
                  <a:lnTo>
                    <a:pt x="6465" y="1989"/>
                  </a:lnTo>
                  <a:lnTo>
                    <a:pt x="6528" y="1926"/>
                  </a:lnTo>
                  <a:lnTo>
                    <a:pt x="6591" y="1947"/>
                  </a:lnTo>
                  <a:lnTo>
                    <a:pt x="6675" y="1947"/>
                  </a:lnTo>
                  <a:lnTo>
                    <a:pt x="6717" y="1905"/>
                  </a:lnTo>
                  <a:lnTo>
                    <a:pt x="6737" y="1821"/>
                  </a:lnTo>
                  <a:lnTo>
                    <a:pt x="6842" y="1779"/>
                  </a:lnTo>
                  <a:lnTo>
                    <a:pt x="6926" y="1717"/>
                  </a:lnTo>
                  <a:lnTo>
                    <a:pt x="6926" y="1612"/>
                  </a:lnTo>
                  <a:lnTo>
                    <a:pt x="6989" y="1591"/>
                  </a:lnTo>
                  <a:lnTo>
                    <a:pt x="7009" y="1507"/>
                  </a:lnTo>
                  <a:lnTo>
                    <a:pt x="6926" y="1507"/>
                  </a:lnTo>
                  <a:lnTo>
                    <a:pt x="6863" y="1591"/>
                  </a:lnTo>
                  <a:lnTo>
                    <a:pt x="6800" y="1675"/>
                  </a:lnTo>
                  <a:lnTo>
                    <a:pt x="6717" y="1675"/>
                  </a:lnTo>
                  <a:lnTo>
                    <a:pt x="6717" y="1612"/>
                  </a:lnTo>
                  <a:lnTo>
                    <a:pt x="6717" y="1528"/>
                  </a:lnTo>
                  <a:lnTo>
                    <a:pt x="6612" y="1403"/>
                  </a:lnTo>
                  <a:lnTo>
                    <a:pt x="6486" y="1319"/>
                  </a:lnTo>
                  <a:lnTo>
                    <a:pt x="6445" y="1277"/>
                  </a:lnTo>
                  <a:lnTo>
                    <a:pt x="6445" y="1110"/>
                  </a:lnTo>
                  <a:lnTo>
                    <a:pt x="6486" y="943"/>
                  </a:lnTo>
                  <a:lnTo>
                    <a:pt x="6486" y="838"/>
                  </a:lnTo>
                  <a:lnTo>
                    <a:pt x="6465" y="775"/>
                  </a:lnTo>
                  <a:lnTo>
                    <a:pt x="6445" y="796"/>
                  </a:lnTo>
                  <a:lnTo>
                    <a:pt x="6403" y="901"/>
                  </a:lnTo>
                  <a:lnTo>
                    <a:pt x="6298" y="1047"/>
                  </a:lnTo>
                  <a:lnTo>
                    <a:pt x="6131" y="1173"/>
                  </a:lnTo>
                  <a:lnTo>
                    <a:pt x="5963" y="1194"/>
                  </a:lnTo>
                  <a:lnTo>
                    <a:pt x="5901" y="1173"/>
                  </a:lnTo>
                  <a:lnTo>
                    <a:pt x="5838" y="1194"/>
                  </a:lnTo>
                  <a:lnTo>
                    <a:pt x="5733" y="1089"/>
                  </a:lnTo>
                  <a:lnTo>
                    <a:pt x="5608" y="1068"/>
                  </a:lnTo>
                  <a:lnTo>
                    <a:pt x="5419" y="984"/>
                  </a:lnTo>
                  <a:lnTo>
                    <a:pt x="5315" y="880"/>
                  </a:lnTo>
                  <a:lnTo>
                    <a:pt x="5210" y="859"/>
                  </a:lnTo>
                  <a:lnTo>
                    <a:pt x="5147" y="775"/>
                  </a:lnTo>
                  <a:lnTo>
                    <a:pt x="5001" y="671"/>
                  </a:lnTo>
                  <a:lnTo>
                    <a:pt x="4729" y="419"/>
                  </a:lnTo>
                  <a:lnTo>
                    <a:pt x="4645" y="252"/>
                  </a:lnTo>
                  <a:lnTo>
                    <a:pt x="4499" y="231"/>
                  </a:lnTo>
                  <a:lnTo>
                    <a:pt x="4310" y="64"/>
                  </a:lnTo>
                  <a:lnTo>
                    <a:pt x="426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19" name="Google Shape;7753;p67">
              <a:extLst>
                <a:ext uri="{FF2B5EF4-FFF2-40B4-BE49-F238E27FC236}">
                  <a16:creationId xmlns:a16="http://schemas.microsoft.com/office/drawing/2014/main" id="{3CE1004F-F227-135F-796F-D92B739E2DFA}"/>
                </a:ext>
              </a:extLst>
            </p:cNvPr>
            <p:cNvSpPr/>
            <p:nvPr/>
          </p:nvSpPr>
          <p:spPr>
            <a:xfrm>
              <a:off x="5440200" y="2597250"/>
              <a:ext cx="60175" cy="83725"/>
            </a:xfrm>
            <a:custGeom>
              <a:avLst/>
              <a:gdLst/>
              <a:ahLst/>
              <a:cxnLst/>
              <a:rect l="l" t="t" r="r" b="b"/>
              <a:pathLst>
                <a:path w="2407" h="3349" extrusionOk="0">
                  <a:moveTo>
                    <a:pt x="1256" y="1"/>
                  </a:moveTo>
                  <a:lnTo>
                    <a:pt x="1005" y="126"/>
                  </a:lnTo>
                  <a:lnTo>
                    <a:pt x="628" y="189"/>
                  </a:lnTo>
                  <a:lnTo>
                    <a:pt x="419" y="377"/>
                  </a:lnTo>
                  <a:lnTo>
                    <a:pt x="210" y="419"/>
                  </a:lnTo>
                  <a:lnTo>
                    <a:pt x="21" y="586"/>
                  </a:lnTo>
                  <a:lnTo>
                    <a:pt x="0" y="712"/>
                  </a:lnTo>
                  <a:lnTo>
                    <a:pt x="0" y="733"/>
                  </a:lnTo>
                  <a:lnTo>
                    <a:pt x="105" y="649"/>
                  </a:lnTo>
                  <a:lnTo>
                    <a:pt x="293" y="691"/>
                  </a:lnTo>
                  <a:lnTo>
                    <a:pt x="210" y="712"/>
                  </a:lnTo>
                  <a:lnTo>
                    <a:pt x="419" y="921"/>
                  </a:lnTo>
                  <a:lnTo>
                    <a:pt x="565" y="1130"/>
                  </a:lnTo>
                  <a:lnTo>
                    <a:pt x="649" y="1130"/>
                  </a:lnTo>
                  <a:lnTo>
                    <a:pt x="607" y="1214"/>
                  </a:lnTo>
                  <a:lnTo>
                    <a:pt x="712" y="1319"/>
                  </a:lnTo>
                  <a:lnTo>
                    <a:pt x="733" y="1423"/>
                  </a:lnTo>
                  <a:lnTo>
                    <a:pt x="544" y="1361"/>
                  </a:lnTo>
                  <a:lnTo>
                    <a:pt x="524" y="1277"/>
                  </a:lnTo>
                  <a:lnTo>
                    <a:pt x="461" y="1381"/>
                  </a:lnTo>
                  <a:lnTo>
                    <a:pt x="398" y="1361"/>
                  </a:lnTo>
                  <a:lnTo>
                    <a:pt x="252" y="1549"/>
                  </a:lnTo>
                  <a:lnTo>
                    <a:pt x="524" y="1653"/>
                  </a:lnTo>
                  <a:lnTo>
                    <a:pt x="607" y="1633"/>
                  </a:lnTo>
                  <a:lnTo>
                    <a:pt x="649" y="1758"/>
                  </a:lnTo>
                  <a:lnTo>
                    <a:pt x="649" y="1988"/>
                  </a:lnTo>
                  <a:lnTo>
                    <a:pt x="712" y="2051"/>
                  </a:lnTo>
                  <a:lnTo>
                    <a:pt x="754" y="2009"/>
                  </a:lnTo>
                  <a:lnTo>
                    <a:pt x="858" y="2197"/>
                  </a:lnTo>
                  <a:lnTo>
                    <a:pt x="670" y="2323"/>
                  </a:lnTo>
                  <a:lnTo>
                    <a:pt x="670" y="2386"/>
                  </a:lnTo>
                  <a:lnTo>
                    <a:pt x="754" y="2469"/>
                  </a:lnTo>
                  <a:lnTo>
                    <a:pt x="754" y="2574"/>
                  </a:lnTo>
                  <a:lnTo>
                    <a:pt x="670" y="2595"/>
                  </a:lnTo>
                  <a:lnTo>
                    <a:pt x="670" y="2700"/>
                  </a:lnTo>
                  <a:lnTo>
                    <a:pt x="733" y="2804"/>
                  </a:lnTo>
                  <a:lnTo>
                    <a:pt x="670" y="2804"/>
                  </a:lnTo>
                  <a:lnTo>
                    <a:pt x="816" y="3097"/>
                  </a:lnTo>
                  <a:lnTo>
                    <a:pt x="879" y="3097"/>
                  </a:lnTo>
                  <a:lnTo>
                    <a:pt x="921" y="3223"/>
                  </a:lnTo>
                  <a:lnTo>
                    <a:pt x="963" y="3244"/>
                  </a:lnTo>
                  <a:lnTo>
                    <a:pt x="963" y="3348"/>
                  </a:lnTo>
                  <a:lnTo>
                    <a:pt x="1047" y="3306"/>
                  </a:lnTo>
                  <a:lnTo>
                    <a:pt x="1047" y="3139"/>
                  </a:lnTo>
                  <a:lnTo>
                    <a:pt x="1088" y="3223"/>
                  </a:lnTo>
                  <a:lnTo>
                    <a:pt x="1172" y="3118"/>
                  </a:lnTo>
                  <a:lnTo>
                    <a:pt x="1444" y="2888"/>
                  </a:lnTo>
                  <a:lnTo>
                    <a:pt x="1549" y="2846"/>
                  </a:lnTo>
                  <a:lnTo>
                    <a:pt x="1570" y="2909"/>
                  </a:lnTo>
                  <a:lnTo>
                    <a:pt x="1653" y="2825"/>
                  </a:lnTo>
                  <a:lnTo>
                    <a:pt x="1695" y="2825"/>
                  </a:lnTo>
                  <a:lnTo>
                    <a:pt x="1758" y="2930"/>
                  </a:lnTo>
                  <a:lnTo>
                    <a:pt x="1863" y="2909"/>
                  </a:lnTo>
                  <a:lnTo>
                    <a:pt x="1905" y="2951"/>
                  </a:lnTo>
                  <a:lnTo>
                    <a:pt x="1967" y="2909"/>
                  </a:lnTo>
                  <a:lnTo>
                    <a:pt x="1925" y="2825"/>
                  </a:lnTo>
                  <a:lnTo>
                    <a:pt x="2072" y="2741"/>
                  </a:lnTo>
                  <a:lnTo>
                    <a:pt x="2197" y="2741"/>
                  </a:lnTo>
                  <a:lnTo>
                    <a:pt x="2344" y="2532"/>
                  </a:lnTo>
                  <a:lnTo>
                    <a:pt x="2323" y="2490"/>
                  </a:lnTo>
                  <a:lnTo>
                    <a:pt x="2407" y="2428"/>
                  </a:lnTo>
                  <a:lnTo>
                    <a:pt x="2344" y="1988"/>
                  </a:lnTo>
                  <a:lnTo>
                    <a:pt x="2323" y="1988"/>
                  </a:lnTo>
                  <a:lnTo>
                    <a:pt x="2281" y="2009"/>
                  </a:lnTo>
                  <a:lnTo>
                    <a:pt x="2281" y="1884"/>
                  </a:lnTo>
                  <a:lnTo>
                    <a:pt x="2197" y="1486"/>
                  </a:lnTo>
                  <a:lnTo>
                    <a:pt x="2114" y="1381"/>
                  </a:lnTo>
                  <a:lnTo>
                    <a:pt x="2114" y="1130"/>
                  </a:lnTo>
                  <a:lnTo>
                    <a:pt x="1779" y="712"/>
                  </a:lnTo>
                  <a:lnTo>
                    <a:pt x="1465" y="398"/>
                  </a:lnTo>
                  <a:lnTo>
                    <a:pt x="125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0" name="Google Shape;7754;p67">
              <a:extLst>
                <a:ext uri="{FF2B5EF4-FFF2-40B4-BE49-F238E27FC236}">
                  <a16:creationId xmlns:a16="http://schemas.microsoft.com/office/drawing/2014/main" id="{84BDDA7C-A444-2F07-6573-FCAFC367324D}"/>
                </a:ext>
              </a:extLst>
            </p:cNvPr>
            <p:cNvSpPr/>
            <p:nvPr/>
          </p:nvSpPr>
          <p:spPr>
            <a:xfrm>
              <a:off x="5410900" y="2501000"/>
              <a:ext cx="68550" cy="117725"/>
            </a:xfrm>
            <a:custGeom>
              <a:avLst/>
              <a:gdLst/>
              <a:ahLst/>
              <a:cxnLst/>
              <a:rect l="l" t="t" r="r" b="b"/>
              <a:pathLst>
                <a:path w="2742" h="4709" extrusionOk="0">
                  <a:moveTo>
                    <a:pt x="2260" y="1"/>
                  </a:moveTo>
                  <a:lnTo>
                    <a:pt x="2177" y="42"/>
                  </a:lnTo>
                  <a:lnTo>
                    <a:pt x="2177" y="168"/>
                  </a:lnTo>
                  <a:lnTo>
                    <a:pt x="2177" y="273"/>
                  </a:lnTo>
                  <a:lnTo>
                    <a:pt x="2240" y="377"/>
                  </a:lnTo>
                  <a:lnTo>
                    <a:pt x="2177" y="482"/>
                  </a:lnTo>
                  <a:lnTo>
                    <a:pt x="2093" y="482"/>
                  </a:lnTo>
                  <a:lnTo>
                    <a:pt x="1988" y="607"/>
                  </a:lnTo>
                  <a:lnTo>
                    <a:pt x="1988" y="733"/>
                  </a:lnTo>
                  <a:lnTo>
                    <a:pt x="1737" y="921"/>
                  </a:lnTo>
                  <a:lnTo>
                    <a:pt x="1612" y="921"/>
                  </a:lnTo>
                  <a:lnTo>
                    <a:pt x="1528" y="1005"/>
                  </a:lnTo>
                  <a:lnTo>
                    <a:pt x="1633" y="1089"/>
                  </a:lnTo>
                  <a:lnTo>
                    <a:pt x="1779" y="1214"/>
                  </a:lnTo>
                  <a:lnTo>
                    <a:pt x="1779" y="1298"/>
                  </a:lnTo>
                  <a:lnTo>
                    <a:pt x="1716" y="1444"/>
                  </a:lnTo>
                  <a:lnTo>
                    <a:pt x="1570" y="1423"/>
                  </a:lnTo>
                  <a:lnTo>
                    <a:pt x="1319" y="1444"/>
                  </a:lnTo>
                  <a:lnTo>
                    <a:pt x="1193" y="1402"/>
                  </a:lnTo>
                  <a:lnTo>
                    <a:pt x="1089" y="1444"/>
                  </a:lnTo>
                  <a:lnTo>
                    <a:pt x="1005" y="1361"/>
                  </a:lnTo>
                  <a:lnTo>
                    <a:pt x="942" y="1319"/>
                  </a:lnTo>
                  <a:lnTo>
                    <a:pt x="838" y="1151"/>
                  </a:lnTo>
                  <a:lnTo>
                    <a:pt x="691" y="1298"/>
                  </a:lnTo>
                  <a:lnTo>
                    <a:pt x="691" y="1465"/>
                  </a:lnTo>
                  <a:lnTo>
                    <a:pt x="691" y="1528"/>
                  </a:lnTo>
                  <a:lnTo>
                    <a:pt x="649" y="1633"/>
                  </a:lnTo>
                  <a:lnTo>
                    <a:pt x="566" y="1926"/>
                  </a:lnTo>
                  <a:lnTo>
                    <a:pt x="461" y="1967"/>
                  </a:lnTo>
                  <a:lnTo>
                    <a:pt x="356" y="2156"/>
                  </a:lnTo>
                  <a:lnTo>
                    <a:pt x="210" y="2260"/>
                  </a:lnTo>
                  <a:lnTo>
                    <a:pt x="210" y="2365"/>
                  </a:lnTo>
                  <a:lnTo>
                    <a:pt x="147" y="2511"/>
                  </a:lnTo>
                  <a:lnTo>
                    <a:pt x="1" y="2616"/>
                  </a:lnTo>
                  <a:lnTo>
                    <a:pt x="1" y="2972"/>
                  </a:lnTo>
                  <a:lnTo>
                    <a:pt x="22" y="3014"/>
                  </a:lnTo>
                  <a:lnTo>
                    <a:pt x="43" y="2993"/>
                  </a:lnTo>
                  <a:lnTo>
                    <a:pt x="84" y="3202"/>
                  </a:lnTo>
                  <a:lnTo>
                    <a:pt x="168" y="3139"/>
                  </a:lnTo>
                  <a:lnTo>
                    <a:pt x="168" y="3034"/>
                  </a:lnTo>
                  <a:lnTo>
                    <a:pt x="315" y="3118"/>
                  </a:lnTo>
                  <a:lnTo>
                    <a:pt x="356" y="3202"/>
                  </a:lnTo>
                  <a:lnTo>
                    <a:pt x="545" y="3181"/>
                  </a:lnTo>
                  <a:lnTo>
                    <a:pt x="587" y="3097"/>
                  </a:lnTo>
                  <a:lnTo>
                    <a:pt x="670" y="3097"/>
                  </a:lnTo>
                  <a:lnTo>
                    <a:pt x="649" y="3181"/>
                  </a:lnTo>
                  <a:lnTo>
                    <a:pt x="566" y="3223"/>
                  </a:lnTo>
                  <a:lnTo>
                    <a:pt x="649" y="3348"/>
                  </a:lnTo>
                  <a:lnTo>
                    <a:pt x="524" y="3558"/>
                  </a:lnTo>
                  <a:lnTo>
                    <a:pt x="524" y="3851"/>
                  </a:lnTo>
                  <a:lnTo>
                    <a:pt x="545" y="3913"/>
                  </a:lnTo>
                  <a:lnTo>
                    <a:pt x="775" y="3913"/>
                  </a:lnTo>
                  <a:lnTo>
                    <a:pt x="880" y="3851"/>
                  </a:lnTo>
                  <a:lnTo>
                    <a:pt x="754" y="3955"/>
                  </a:lnTo>
                  <a:lnTo>
                    <a:pt x="608" y="3955"/>
                  </a:lnTo>
                  <a:lnTo>
                    <a:pt x="545" y="4143"/>
                  </a:lnTo>
                  <a:lnTo>
                    <a:pt x="524" y="4374"/>
                  </a:lnTo>
                  <a:lnTo>
                    <a:pt x="482" y="4478"/>
                  </a:lnTo>
                  <a:lnTo>
                    <a:pt x="545" y="4478"/>
                  </a:lnTo>
                  <a:lnTo>
                    <a:pt x="649" y="4436"/>
                  </a:lnTo>
                  <a:lnTo>
                    <a:pt x="775" y="4478"/>
                  </a:lnTo>
                  <a:lnTo>
                    <a:pt x="670" y="4646"/>
                  </a:lnTo>
                  <a:lnTo>
                    <a:pt x="691" y="4708"/>
                  </a:lnTo>
                  <a:lnTo>
                    <a:pt x="838" y="4604"/>
                  </a:lnTo>
                  <a:lnTo>
                    <a:pt x="900" y="4667"/>
                  </a:lnTo>
                  <a:lnTo>
                    <a:pt x="1005" y="4541"/>
                  </a:lnTo>
                  <a:lnTo>
                    <a:pt x="963" y="4478"/>
                  </a:lnTo>
                  <a:lnTo>
                    <a:pt x="1047" y="4436"/>
                  </a:lnTo>
                  <a:lnTo>
                    <a:pt x="1172" y="4562"/>
                  </a:lnTo>
                  <a:lnTo>
                    <a:pt x="1193" y="4436"/>
                  </a:lnTo>
                  <a:lnTo>
                    <a:pt x="1382" y="4269"/>
                  </a:lnTo>
                  <a:lnTo>
                    <a:pt x="1591" y="4227"/>
                  </a:lnTo>
                  <a:lnTo>
                    <a:pt x="1800" y="4039"/>
                  </a:lnTo>
                  <a:lnTo>
                    <a:pt x="2177" y="3976"/>
                  </a:lnTo>
                  <a:lnTo>
                    <a:pt x="2428" y="3851"/>
                  </a:lnTo>
                  <a:lnTo>
                    <a:pt x="2344" y="3725"/>
                  </a:lnTo>
                  <a:lnTo>
                    <a:pt x="1926" y="3495"/>
                  </a:lnTo>
                  <a:lnTo>
                    <a:pt x="1884" y="3390"/>
                  </a:lnTo>
                  <a:lnTo>
                    <a:pt x="1654" y="3348"/>
                  </a:lnTo>
                  <a:lnTo>
                    <a:pt x="1612" y="3202"/>
                  </a:lnTo>
                  <a:lnTo>
                    <a:pt x="1654" y="3118"/>
                  </a:lnTo>
                  <a:lnTo>
                    <a:pt x="1633" y="2993"/>
                  </a:lnTo>
                  <a:lnTo>
                    <a:pt x="1633" y="2867"/>
                  </a:lnTo>
                  <a:lnTo>
                    <a:pt x="1800" y="2762"/>
                  </a:lnTo>
                  <a:lnTo>
                    <a:pt x="1821" y="2616"/>
                  </a:lnTo>
                  <a:lnTo>
                    <a:pt x="1947" y="2574"/>
                  </a:lnTo>
                  <a:lnTo>
                    <a:pt x="2051" y="2574"/>
                  </a:lnTo>
                  <a:lnTo>
                    <a:pt x="2093" y="2490"/>
                  </a:lnTo>
                  <a:lnTo>
                    <a:pt x="2156" y="2449"/>
                  </a:lnTo>
                  <a:lnTo>
                    <a:pt x="2135" y="2344"/>
                  </a:lnTo>
                  <a:lnTo>
                    <a:pt x="2428" y="2051"/>
                  </a:lnTo>
                  <a:lnTo>
                    <a:pt x="2407" y="1988"/>
                  </a:lnTo>
                  <a:lnTo>
                    <a:pt x="2553" y="1863"/>
                  </a:lnTo>
                  <a:lnTo>
                    <a:pt x="2574" y="1737"/>
                  </a:lnTo>
                  <a:lnTo>
                    <a:pt x="2512" y="1654"/>
                  </a:lnTo>
                  <a:lnTo>
                    <a:pt x="2512" y="1361"/>
                  </a:lnTo>
                  <a:lnTo>
                    <a:pt x="2365" y="1256"/>
                  </a:lnTo>
                  <a:lnTo>
                    <a:pt x="2365" y="1110"/>
                  </a:lnTo>
                  <a:lnTo>
                    <a:pt x="2449" y="817"/>
                  </a:lnTo>
                  <a:lnTo>
                    <a:pt x="2449" y="691"/>
                  </a:lnTo>
                  <a:lnTo>
                    <a:pt x="2532" y="691"/>
                  </a:lnTo>
                  <a:lnTo>
                    <a:pt x="2721" y="482"/>
                  </a:lnTo>
                  <a:lnTo>
                    <a:pt x="2742" y="482"/>
                  </a:lnTo>
                  <a:lnTo>
                    <a:pt x="2637" y="356"/>
                  </a:lnTo>
                  <a:lnTo>
                    <a:pt x="2616" y="293"/>
                  </a:lnTo>
                  <a:lnTo>
                    <a:pt x="2428" y="273"/>
                  </a:lnTo>
                  <a:lnTo>
                    <a:pt x="2365" y="189"/>
                  </a:lnTo>
                  <a:lnTo>
                    <a:pt x="2365" y="84"/>
                  </a:lnTo>
                  <a:lnTo>
                    <a:pt x="226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1" name="Google Shape;7755;p67">
              <a:extLst>
                <a:ext uri="{FF2B5EF4-FFF2-40B4-BE49-F238E27FC236}">
                  <a16:creationId xmlns:a16="http://schemas.microsoft.com/office/drawing/2014/main" id="{B140C02C-486B-EB2E-6B3A-C92EB1DFAE23}"/>
                </a:ext>
              </a:extLst>
            </p:cNvPr>
            <p:cNvSpPr/>
            <p:nvPr/>
          </p:nvSpPr>
          <p:spPr>
            <a:xfrm>
              <a:off x="4855375" y="2348250"/>
              <a:ext cx="444650" cy="209800"/>
            </a:xfrm>
            <a:custGeom>
              <a:avLst/>
              <a:gdLst/>
              <a:ahLst/>
              <a:cxnLst/>
              <a:rect l="l" t="t" r="r" b="b"/>
              <a:pathLst>
                <a:path w="17786" h="8392" extrusionOk="0">
                  <a:moveTo>
                    <a:pt x="5232" y="1"/>
                  </a:moveTo>
                  <a:lnTo>
                    <a:pt x="5169" y="85"/>
                  </a:lnTo>
                  <a:lnTo>
                    <a:pt x="5169" y="147"/>
                  </a:lnTo>
                  <a:lnTo>
                    <a:pt x="5190" y="252"/>
                  </a:lnTo>
                  <a:lnTo>
                    <a:pt x="5169" y="336"/>
                  </a:lnTo>
                  <a:lnTo>
                    <a:pt x="5085" y="336"/>
                  </a:lnTo>
                  <a:lnTo>
                    <a:pt x="5002" y="357"/>
                  </a:lnTo>
                  <a:lnTo>
                    <a:pt x="4918" y="461"/>
                  </a:lnTo>
                  <a:lnTo>
                    <a:pt x="4918" y="545"/>
                  </a:lnTo>
                  <a:lnTo>
                    <a:pt x="4813" y="670"/>
                  </a:lnTo>
                  <a:lnTo>
                    <a:pt x="4813" y="963"/>
                  </a:lnTo>
                  <a:lnTo>
                    <a:pt x="4855" y="1089"/>
                  </a:lnTo>
                  <a:lnTo>
                    <a:pt x="5023" y="1152"/>
                  </a:lnTo>
                  <a:lnTo>
                    <a:pt x="5085" y="1214"/>
                  </a:lnTo>
                  <a:lnTo>
                    <a:pt x="5190" y="1256"/>
                  </a:lnTo>
                  <a:lnTo>
                    <a:pt x="5211" y="1340"/>
                  </a:lnTo>
                  <a:lnTo>
                    <a:pt x="5190" y="1507"/>
                  </a:lnTo>
                  <a:lnTo>
                    <a:pt x="5190" y="1696"/>
                  </a:lnTo>
                  <a:lnTo>
                    <a:pt x="5295" y="1779"/>
                  </a:lnTo>
                  <a:lnTo>
                    <a:pt x="5378" y="1863"/>
                  </a:lnTo>
                  <a:lnTo>
                    <a:pt x="5232" y="2010"/>
                  </a:lnTo>
                  <a:lnTo>
                    <a:pt x="5043" y="2030"/>
                  </a:lnTo>
                  <a:lnTo>
                    <a:pt x="4960" y="2010"/>
                  </a:lnTo>
                  <a:lnTo>
                    <a:pt x="4918" y="2072"/>
                  </a:lnTo>
                  <a:lnTo>
                    <a:pt x="4813" y="2072"/>
                  </a:lnTo>
                  <a:lnTo>
                    <a:pt x="4709" y="2010"/>
                  </a:lnTo>
                  <a:lnTo>
                    <a:pt x="4479" y="2010"/>
                  </a:lnTo>
                  <a:lnTo>
                    <a:pt x="4374" y="2030"/>
                  </a:lnTo>
                  <a:lnTo>
                    <a:pt x="4290" y="1989"/>
                  </a:lnTo>
                  <a:lnTo>
                    <a:pt x="4186" y="1968"/>
                  </a:lnTo>
                  <a:lnTo>
                    <a:pt x="4081" y="1968"/>
                  </a:lnTo>
                  <a:lnTo>
                    <a:pt x="3955" y="2072"/>
                  </a:lnTo>
                  <a:lnTo>
                    <a:pt x="3851" y="2093"/>
                  </a:lnTo>
                  <a:lnTo>
                    <a:pt x="3767" y="2135"/>
                  </a:lnTo>
                  <a:lnTo>
                    <a:pt x="3558" y="2030"/>
                  </a:lnTo>
                  <a:lnTo>
                    <a:pt x="3453" y="1968"/>
                  </a:lnTo>
                  <a:lnTo>
                    <a:pt x="3181" y="1800"/>
                  </a:lnTo>
                  <a:lnTo>
                    <a:pt x="3139" y="1717"/>
                  </a:lnTo>
                  <a:lnTo>
                    <a:pt x="3118" y="1612"/>
                  </a:lnTo>
                  <a:lnTo>
                    <a:pt x="3077" y="1549"/>
                  </a:lnTo>
                  <a:lnTo>
                    <a:pt x="2888" y="1549"/>
                  </a:lnTo>
                  <a:lnTo>
                    <a:pt x="2805" y="1591"/>
                  </a:lnTo>
                  <a:lnTo>
                    <a:pt x="2700" y="1591"/>
                  </a:lnTo>
                  <a:lnTo>
                    <a:pt x="2658" y="1612"/>
                  </a:lnTo>
                  <a:lnTo>
                    <a:pt x="2512" y="1612"/>
                  </a:lnTo>
                  <a:lnTo>
                    <a:pt x="2470" y="1549"/>
                  </a:lnTo>
                  <a:lnTo>
                    <a:pt x="2428" y="1486"/>
                  </a:lnTo>
                  <a:lnTo>
                    <a:pt x="2365" y="1382"/>
                  </a:lnTo>
                  <a:lnTo>
                    <a:pt x="2344" y="1382"/>
                  </a:lnTo>
                  <a:lnTo>
                    <a:pt x="2261" y="1445"/>
                  </a:lnTo>
                  <a:lnTo>
                    <a:pt x="2030" y="1445"/>
                  </a:lnTo>
                  <a:lnTo>
                    <a:pt x="1905" y="1466"/>
                  </a:lnTo>
                  <a:lnTo>
                    <a:pt x="1717" y="1486"/>
                  </a:lnTo>
                  <a:lnTo>
                    <a:pt x="1633" y="1549"/>
                  </a:lnTo>
                  <a:lnTo>
                    <a:pt x="1549" y="1675"/>
                  </a:lnTo>
                  <a:lnTo>
                    <a:pt x="1466" y="1717"/>
                  </a:lnTo>
                  <a:lnTo>
                    <a:pt x="1298" y="1675"/>
                  </a:lnTo>
                  <a:lnTo>
                    <a:pt x="1256" y="1717"/>
                  </a:lnTo>
                  <a:lnTo>
                    <a:pt x="1256" y="1800"/>
                  </a:lnTo>
                  <a:lnTo>
                    <a:pt x="1319" y="1863"/>
                  </a:lnTo>
                  <a:lnTo>
                    <a:pt x="1256" y="1884"/>
                  </a:lnTo>
                  <a:lnTo>
                    <a:pt x="1193" y="2010"/>
                  </a:lnTo>
                  <a:lnTo>
                    <a:pt x="1110" y="2030"/>
                  </a:lnTo>
                  <a:lnTo>
                    <a:pt x="1005" y="2114"/>
                  </a:lnTo>
                  <a:lnTo>
                    <a:pt x="1005" y="2198"/>
                  </a:lnTo>
                  <a:lnTo>
                    <a:pt x="838" y="2282"/>
                  </a:lnTo>
                  <a:lnTo>
                    <a:pt x="817" y="2386"/>
                  </a:lnTo>
                  <a:lnTo>
                    <a:pt x="796" y="2512"/>
                  </a:lnTo>
                  <a:lnTo>
                    <a:pt x="608" y="2554"/>
                  </a:lnTo>
                  <a:lnTo>
                    <a:pt x="503" y="2658"/>
                  </a:lnTo>
                  <a:lnTo>
                    <a:pt x="482" y="2742"/>
                  </a:lnTo>
                  <a:lnTo>
                    <a:pt x="210" y="2721"/>
                  </a:lnTo>
                  <a:lnTo>
                    <a:pt x="105" y="2763"/>
                  </a:lnTo>
                  <a:lnTo>
                    <a:pt x="1" y="2972"/>
                  </a:lnTo>
                  <a:lnTo>
                    <a:pt x="1" y="3014"/>
                  </a:lnTo>
                  <a:lnTo>
                    <a:pt x="43" y="3056"/>
                  </a:lnTo>
                  <a:lnTo>
                    <a:pt x="43" y="3181"/>
                  </a:lnTo>
                  <a:lnTo>
                    <a:pt x="64" y="3223"/>
                  </a:lnTo>
                  <a:lnTo>
                    <a:pt x="105" y="3286"/>
                  </a:lnTo>
                  <a:lnTo>
                    <a:pt x="147" y="3286"/>
                  </a:lnTo>
                  <a:lnTo>
                    <a:pt x="147" y="3244"/>
                  </a:lnTo>
                  <a:lnTo>
                    <a:pt x="168" y="3244"/>
                  </a:lnTo>
                  <a:lnTo>
                    <a:pt x="189" y="3286"/>
                  </a:lnTo>
                  <a:lnTo>
                    <a:pt x="189" y="3370"/>
                  </a:lnTo>
                  <a:lnTo>
                    <a:pt x="210" y="3453"/>
                  </a:lnTo>
                  <a:lnTo>
                    <a:pt x="294" y="3495"/>
                  </a:lnTo>
                  <a:lnTo>
                    <a:pt x="336" y="3537"/>
                  </a:lnTo>
                  <a:lnTo>
                    <a:pt x="461" y="3642"/>
                  </a:lnTo>
                  <a:lnTo>
                    <a:pt x="566" y="3704"/>
                  </a:lnTo>
                  <a:lnTo>
                    <a:pt x="629" y="3788"/>
                  </a:lnTo>
                  <a:lnTo>
                    <a:pt x="629" y="3851"/>
                  </a:lnTo>
                  <a:lnTo>
                    <a:pt x="670" y="3914"/>
                  </a:lnTo>
                  <a:lnTo>
                    <a:pt x="796" y="3997"/>
                  </a:lnTo>
                  <a:lnTo>
                    <a:pt x="838" y="3997"/>
                  </a:lnTo>
                  <a:lnTo>
                    <a:pt x="859" y="3914"/>
                  </a:lnTo>
                  <a:lnTo>
                    <a:pt x="901" y="3872"/>
                  </a:lnTo>
                  <a:lnTo>
                    <a:pt x="1026" y="3809"/>
                  </a:lnTo>
                  <a:lnTo>
                    <a:pt x="1131" y="3809"/>
                  </a:lnTo>
                  <a:lnTo>
                    <a:pt x="1152" y="3872"/>
                  </a:lnTo>
                  <a:lnTo>
                    <a:pt x="1235" y="3976"/>
                  </a:lnTo>
                  <a:lnTo>
                    <a:pt x="1319" y="3997"/>
                  </a:lnTo>
                  <a:lnTo>
                    <a:pt x="1361" y="3976"/>
                  </a:lnTo>
                  <a:lnTo>
                    <a:pt x="1424" y="3914"/>
                  </a:lnTo>
                  <a:lnTo>
                    <a:pt x="1528" y="3914"/>
                  </a:lnTo>
                  <a:lnTo>
                    <a:pt x="1612" y="3955"/>
                  </a:lnTo>
                  <a:lnTo>
                    <a:pt x="1654" y="4018"/>
                  </a:lnTo>
                  <a:lnTo>
                    <a:pt x="1738" y="4060"/>
                  </a:lnTo>
                  <a:lnTo>
                    <a:pt x="1842" y="4123"/>
                  </a:lnTo>
                  <a:lnTo>
                    <a:pt x="1884" y="4207"/>
                  </a:lnTo>
                  <a:lnTo>
                    <a:pt x="1905" y="4311"/>
                  </a:lnTo>
                  <a:lnTo>
                    <a:pt x="1947" y="4416"/>
                  </a:lnTo>
                  <a:lnTo>
                    <a:pt x="1989" y="4499"/>
                  </a:lnTo>
                  <a:lnTo>
                    <a:pt x="2051" y="4604"/>
                  </a:lnTo>
                  <a:lnTo>
                    <a:pt x="2135" y="4646"/>
                  </a:lnTo>
                  <a:lnTo>
                    <a:pt x="2198" y="4709"/>
                  </a:lnTo>
                  <a:lnTo>
                    <a:pt x="2282" y="4834"/>
                  </a:lnTo>
                  <a:lnTo>
                    <a:pt x="2344" y="4897"/>
                  </a:lnTo>
                  <a:lnTo>
                    <a:pt x="2344" y="5023"/>
                  </a:lnTo>
                  <a:lnTo>
                    <a:pt x="2302" y="5106"/>
                  </a:lnTo>
                  <a:lnTo>
                    <a:pt x="2344" y="5232"/>
                  </a:lnTo>
                  <a:lnTo>
                    <a:pt x="2407" y="5315"/>
                  </a:lnTo>
                  <a:lnTo>
                    <a:pt x="2365" y="5420"/>
                  </a:lnTo>
                  <a:lnTo>
                    <a:pt x="2282" y="5483"/>
                  </a:lnTo>
                  <a:lnTo>
                    <a:pt x="2261" y="5546"/>
                  </a:lnTo>
                  <a:lnTo>
                    <a:pt x="2261" y="5629"/>
                  </a:lnTo>
                  <a:lnTo>
                    <a:pt x="2282" y="5734"/>
                  </a:lnTo>
                  <a:lnTo>
                    <a:pt x="2407" y="5901"/>
                  </a:lnTo>
                  <a:lnTo>
                    <a:pt x="2512" y="5985"/>
                  </a:lnTo>
                  <a:lnTo>
                    <a:pt x="3098" y="6111"/>
                  </a:lnTo>
                  <a:lnTo>
                    <a:pt x="3349" y="6090"/>
                  </a:lnTo>
                  <a:lnTo>
                    <a:pt x="3516" y="6090"/>
                  </a:lnTo>
                  <a:lnTo>
                    <a:pt x="3558" y="6048"/>
                  </a:lnTo>
                  <a:lnTo>
                    <a:pt x="3600" y="6048"/>
                  </a:lnTo>
                  <a:lnTo>
                    <a:pt x="3976" y="6111"/>
                  </a:lnTo>
                  <a:lnTo>
                    <a:pt x="4165" y="6257"/>
                  </a:lnTo>
                  <a:lnTo>
                    <a:pt x="4227" y="6299"/>
                  </a:lnTo>
                  <a:lnTo>
                    <a:pt x="4332" y="6320"/>
                  </a:lnTo>
                  <a:lnTo>
                    <a:pt x="4437" y="6320"/>
                  </a:lnTo>
                  <a:lnTo>
                    <a:pt x="4646" y="6487"/>
                  </a:lnTo>
                  <a:lnTo>
                    <a:pt x="4792" y="6571"/>
                  </a:lnTo>
                  <a:lnTo>
                    <a:pt x="5023" y="6571"/>
                  </a:lnTo>
                  <a:lnTo>
                    <a:pt x="5043" y="6675"/>
                  </a:lnTo>
                  <a:lnTo>
                    <a:pt x="5085" y="6738"/>
                  </a:lnTo>
                  <a:lnTo>
                    <a:pt x="5127" y="6738"/>
                  </a:lnTo>
                  <a:lnTo>
                    <a:pt x="5211" y="6780"/>
                  </a:lnTo>
                  <a:lnTo>
                    <a:pt x="5315" y="6885"/>
                  </a:lnTo>
                  <a:lnTo>
                    <a:pt x="5315" y="6948"/>
                  </a:lnTo>
                  <a:lnTo>
                    <a:pt x="5378" y="7115"/>
                  </a:lnTo>
                  <a:lnTo>
                    <a:pt x="5483" y="7240"/>
                  </a:lnTo>
                  <a:lnTo>
                    <a:pt x="5608" y="7408"/>
                  </a:lnTo>
                  <a:lnTo>
                    <a:pt x="5650" y="7533"/>
                  </a:lnTo>
                  <a:lnTo>
                    <a:pt x="5797" y="7784"/>
                  </a:lnTo>
                  <a:lnTo>
                    <a:pt x="5901" y="7826"/>
                  </a:lnTo>
                  <a:lnTo>
                    <a:pt x="6006" y="7784"/>
                  </a:lnTo>
                  <a:lnTo>
                    <a:pt x="6236" y="7764"/>
                  </a:lnTo>
                  <a:lnTo>
                    <a:pt x="6487" y="7784"/>
                  </a:lnTo>
                  <a:lnTo>
                    <a:pt x="6843" y="7764"/>
                  </a:lnTo>
                  <a:lnTo>
                    <a:pt x="7324" y="7826"/>
                  </a:lnTo>
                  <a:lnTo>
                    <a:pt x="7596" y="7784"/>
                  </a:lnTo>
                  <a:lnTo>
                    <a:pt x="7784" y="7722"/>
                  </a:lnTo>
                  <a:lnTo>
                    <a:pt x="7826" y="7659"/>
                  </a:lnTo>
                  <a:lnTo>
                    <a:pt x="7889" y="7617"/>
                  </a:lnTo>
                  <a:lnTo>
                    <a:pt x="7952" y="7638"/>
                  </a:lnTo>
                  <a:lnTo>
                    <a:pt x="8328" y="7638"/>
                  </a:lnTo>
                  <a:lnTo>
                    <a:pt x="8747" y="7659"/>
                  </a:lnTo>
                  <a:lnTo>
                    <a:pt x="8872" y="7680"/>
                  </a:lnTo>
                  <a:lnTo>
                    <a:pt x="9082" y="7868"/>
                  </a:lnTo>
                  <a:lnTo>
                    <a:pt x="9458" y="8036"/>
                  </a:lnTo>
                  <a:lnTo>
                    <a:pt x="9814" y="8161"/>
                  </a:lnTo>
                  <a:lnTo>
                    <a:pt x="9981" y="8182"/>
                  </a:lnTo>
                  <a:lnTo>
                    <a:pt x="10191" y="8287"/>
                  </a:lnTo>
                  <a:lnTo>
                    <a:pt x="10358" y="8266"/>
                  </a:lnTo>
                  <a:lnTo>
                    <a:pt x="10630" y="8182"/>
                  </a:lnTo>
                  <a:lnTo>
                    <a:pt x="10651" y="8287"/>
                  </a:lnTo>
                  <a:lnTo>
                    <a:pt x="10651" y="8349"/>
                  </a:lnTo>
                  <a:lnTo>
                    <a:pt x="10797" y="8391"/>
                  </a:lnTo>
                  <a:lnTo>
                    <a:pt x="10944" y="8391"/>
                  </a:lnTo>
                  <a:lnTo>
                    <a:pt x="11049" y="8287"/>
                  </a:lnTo>
                  <a:lnTo>
                    <a:pt x="11300" y="8098"/>
                  </a:lnTo>
                  <a:lnTo>
                    <a:pt x="11467" y="7931"/>
                  </a:lnTo>
                  <a:lnTo>
                    <a:pt x="11781" y="7826"/>
                  </a:lnTo>
                  <a:lnTo>
                    <a:pt x="12199" y="7659"/>
                  </a:lnTo>
                  <a:lnTo>
                    <a:pt x="12367" y="7617"/>
                  </a:lnTo>
                  <a:lnTo>
                    <a:pt x="12555" y="7554"/>
                  </a:lnTo>
                  <a:lnTo>
                    <a:pt x="12806" y="7533"/>
                  </a:lnTo>
                  <a:lnTo>
                    <a:pt x="12953" y="7533"/>
                  </a:lnTo>
                  <a:lnTo>
                    <a:pt x="13120" y="7408"/>
                  </a:lnTo>
                  <a:lnTo>
                    <a:pt x="13266" y="7303"/>
                  </a:lnTo>
                  <a:lnTo>
                    <a:pt x="13392" y="7303"/>
                  </a:lnTo>
                  <a:lnTo>
                    <a:pt x="13580" y="7240"/>
                  </a:lnTo>
                  <a:lnTo>
                    <a:pt x="13685" y="7240"/>
                  </a:lnTo>
                  <a:lnTo>
                    <a:pt x="13769" y="7031"/>
                  </a:lnTo>
                  <a:lnTo>
                    <a:pt x="13894" y="6801"/>
                  </a:lnTo>
                  <a:lnTo>
                    <a:pt x="14166" y="6508"/>
                  </a:lnTo>
                  <a:lnTo>
                    <a:pt x="14229" y="6403"/>
                  </a:lnTo>
                  <a:lnTo>
                    <a:pt x="14292" y="6299"/>
                  </a:lnTo>
                  <a:lnTo>
                    <a:pt x="14292" y="6215"/>
                  </a:lnTo>
                  <a:lnTo>
                    <a:pt x="14062" y="6090"/>
                  </a:lnTo>
                  <a:lnTo>
                    <a:pt x="13790" y="5901"/>
                  </a:lnTo>
                  <a:lnTo>
                    <a:pt x="13810" y="5839"/>
                  </a:lnTo>
                  <a:lnTo>
                    <a:pt x="13790" y="5692"/>
                  </a:lnTo>
                  <a:lnTo>
                    <a:pt x="13790" y="5462"/>
                  </a:lnTo>
                  <a:lnTo>
                    <a:pt x="13894" y="5336"/>
                  </a:lnTo>
                  <a:lnTo>
                    <a:pt x="14020" y="5232"/>
                  </a:lnTo>
                  <a:lnTo>
                    <a:pt x="14229" y="5169"/>
                  </a:lnTo>
                  <a:lnTo>
                    <a:pt x="14396" y="5211"/>
                  </a:lnTo>
                  <a:lnTo>
                    <a:pt x="14522" y="5274"/>
                  </a:lnTo>
                  <a:lnTo>
                    <a:pt x="14710" y="5357"/>
                  </a:lnTo>
                  <a:lnTo>
                    <a:pt x="14836" y="5378"/>
                  </a:lnTo>
                  <a:lnTo>
                    <a:pt x="14961" y="5441"/>
                  </a:lnTo>
                  <a:lnTo>
                    <a:pt x="15024" y="5441"/>
                  </a:lnTo>
                  <a:lnTo>
                    <a:pt x="15045" y="5336"/>
                  </a:lnTo>
                  <a:lnTo>
                    <a:pt x="15129" y="5253"/>
                  </a:lnTo>
                  <a:lnTo>
                    <a:pt x="15254" y="5148"/>
                  </a:lnTo>
                  <a:lnTo>
                    <a:pt x="15359" y="5064"/>
                  </a:lnTo>
                  <a:lnTo>
                    <a:pt x="15463" y="4855"/>
                  </a:lnTo>
                  <a:lnTo>
                    <a:pt x="15547" y="4813"/>
                  </a:lnTo>
                  <a:lnTo>
                    <a:pt x="15673" y="4834"/>
                  </a:lnTo>
                  <a:lnTo>
                    <a:pt x="15840" y="4834"/>
                  </a:lnTo>
                  <a:lnTo>
                    <a:pt x="16070" y="4646"/>
                  </a:lnTo>
                  <a:lnTo>
                    <a:pt x="16196" y="4625"/>
                  </a:lnTo>
                  <a:lnTo>
                    <a:pt x="16259" y="4541"/>
                  </a:lnTo>
                  <a:lnTo>
                    <a:pt x="16259" y="4437"/>
                  </a:lnTo>
                  <a:lnTo>
                    <a:pt x="16279" y="4269"/>
                  </a:lnTo>
                  <a:lnTo>
                    <a:pt x="16384" y="4102"/>
                  </a:lnTo>
                  <a:lnTo>
                    <a:pt x="16426" y="4018"/>
                  </a:lnTo>
                  <a:lnTo>
                    <a:pt x="16489" y="4060"/>
                  </a:lnTo>
                  <a:lnTo>
                    <a:pt x="16551" y="4018"/>
                  </a:lnTo>
                  <a:lnTo>
                    <a:pt x="16614" y="3976"/>
                  </a:lnTo>
                  <a:lnTo>
                    <a:pt x="16614" y="3872"/>
                  </a:lnTo>
                  <a:lnTo>
                    <a:pt x="16677" y="3851"/>
                  </a:lnTo>
                  <a:lnTo>
                    <a:pt x="16782" y="3914"/>
                  </a:lnTo>
                  <a:lnTo>
                    <a:pt x="16844" y="3872"/>
                  </a:lnTo>
                  <a:lnTo>
                    <a:pt x="17012" y="3746"/>
                  </a:lnTo>
                  <a:lnTo>
                    <a:pt x="17116" y="3600"/>
                  </a:lnTo>
                  <a:lnTo>
                    <a:pt x="17221" y="3579"/>
                  </a:lnTo>
                  <a:lnTo>
                    <a:pt x="17367" y="3662"/>
                  </a:lnTo>
                  <a:lnTo>
                    <a:pt x="17451" y="3600"/>
                  </a:lnTo>
                  <a:lnTo>
                    <a:pt x="17556" y="3579"/>
                  </a:lnTo>
                  <a:lnTo>
                    <a:pt x="17598" y="3642"/>
                  </a:lnTo>
                  <a:lnTo>
                    <a:pt x="17723" y="3662"/>
                  </a:lnTo>
                  <a:lnTo>
                    <a:pt x="17744" y="3579"/>
                  </a:lnTo>
                  <a:lnTo>
                    <a:pt x="17744" y="3495"/>
                  </a:lnTo>
                  <a:lnTo>
                    <a:pt x="17786" y="3453"/>
                  </a:lnTo>
                  <a:lnTo>
                    <a:pt x="17786" y="3349"/>
                  </a:lnTo>
                  <a:lnTo>
                    <a:pt x="17765" y="3265"/>
                  </a:lnTo>
                  <a:lnTo>
                    <a:pt x="17744" y="3160"/>
                  </a:lnTo>
                  <a:lnTo>
                    <a:pt x="17535" y="3014"/>
                  </a:lnTo>
                  <a:lnTo>
                    <a:pt x="17367" y="2805"/>
                  </a:lnTo>
                  <a:lnTo>
                    <a:pt x="17158" y="2616"/>
                  </a:lnTo>
                  <a:lnTo>
                    <a:pt x="17012" y="2428"/>
                  </a:lnTo>
                  <a:lnTo>
                    <a:pt x="16740" y="2344"/>
                  </a:lnTo>
                  <a:lnTo>
                    <a:pt x="16698" y="2407"/>
                  </a:lnTo>
                  <a:lnTo>
                    <a:pt x="16531" y="2449"/>
                  </a:lnTo>
                  <a:lnTo>
                    <a:pt x="16531" y="2554"/>
                  </a:lnTo>
                  <a:lnTo>
                    <a:pt x="16531" y="2700"/>
                  </a:lnTo>
                  <a:lnTo>
                    <a:pt x="16405" y="2909"/>
                  </a:lnTo>
                  <a:lnTo>
                    <a:pt x="16300" y="2805"/>
                  </a:lnTo>
                  <a:lnTo>
                    <a:pt x="16028" y="2742"/>
                  </a:lnTo>
                  <a:lnTo>
                    <a:pt x="15798" y="2742"/>
                  </a:lnTo>
                  <a:lnTo>
                    <a:pt x="15631" y="2909"/>
                  </a:lnTo>
                  <a:lnTo>
                    <a:pt x="15359" y="2763"/>
                  </a:lnTo>
                  <a:lnTo>
                    <a:pt x="15254" y="2595"/>
                  </a:lnTo>
                  <a:lnTo>
                    <a:pt x="15338" y="2323"/>
                  </a:lnTo>
                  <a:lnTo>
                    <a:pt x="15317" y="2219"/>
                  </a:lnTo>
                  <a:lnTo>
                    <a:pt x="15359" y="2030"/>
                  </a:lnTo>
                  <a:lnTo>
                    <a:pt x="15338" y="1863"/>
                  </a:lnTo>
                  <a:lnTo>
                    <a:pt x="15463" y="963"/>
                  </a:lnTo>
                  <a:lnTo>
                    <a:pt x="15463" y="942"/>
                  </a:lnTo>
                  <a:lnTo>
                    <a:pt x="15422" y="880"/>
                  </a:lnTo>
                  <a:lnTo>
                    <a:pt x="15212" y="838"/>
                  </a:lnTo>
                  <a:lnTo>
                    <a:pt x="14982" y="859"/>
                  </a:lnTo>
                  <a:lnTo>
                    <a:pt x="14982" y="922"/>
                  </a:lnTo>
                  <a:lnTo>
                    <a:pt x="14857" y="984"/>
                  </a:lnTo>
                  <a:lnTo>
                    <a:pt x="14752" y="984"/>
                  </a:lnTo>
                  <a:lnTo>
                    <a:pt x="14710" y="942"/>
                  </a:lnTo>
                  <a:lnTo>
                    <a:pt x="14606" y="1026"/>
                  </a:lnTo>
                  <a:lnTo>
                    <a:pt x="14501" y="963"/>
                  </a:lnTo>
                  <a:lnTo>
                    <a:pt x="14438" y="880"/>
                  </a:lnTo>
                  <a:lnTo>
                    <a:pt x="14313" y="775"/>
                  </a:lnTo>
                  <a:lnTo>
                    <a:pt x="14208" y="775"/>
                  </a:lnTo>
                  <a:lnTo>
                    <a:pt x="14020" y="838"/>
                  </a:lnTo>
                  <a:lnTo>
                    <a:pt x="13999" y="775"/>
                  </a:lnTo>
                  <a:lnTo>
                    <a:pt x="13894" y="775"/>
                  </a:lnTo>
                  <a:lnTo>
                    <a:pt x="13790" y="859"/>
                  </a:lnTo>
                  <a:lnTo>
                    <a:pt x="13769" y="984"/>
                  </a:lnTo>
                  <a:lnTo>
                    <a:pt x="13685" y="1068"/>
                  </a:lnTo>
                  <a:lnTo>
                    <a:pt x="13559" y="1131"/>
                  </a:lnTo>
                  <a:lnTo>
                    <a:pt x="13476" y="1256"/>
                  </a:lnTo>
                  <a:lnTo>
                    <a:pt x="13476" y="1298"/>
                  </a:lnTo>
                  <a:lnTo>
                    <a:pt x="13455" y="1403"/>
                  </a:lnTo>
                  <a:lnTo>
                    <a:pt x="13350" y="1507"/>
                  </a:lnTo>
                  <a:lnTo>
                    <a:pt x="12973" y="1507"/>
                  </a:lnTo>
                  <a:lnTo>
                    <a:pt x="12869" y="1612"/>
                  </a:lnTo>
                  <a:lnTo>
                    <a:pt x="12743" y="1612"/>
                  </a:lnTo>
                  <a:lnTo>
                    <a:pt x="12534" y="1758"/>
                  </a:lnTo>
                  <a:lnTo>
                    <a:pt x="12429" y="1905"/>
                  </a:lnTo>
                  <a:lnTo>
                    <a:pt x="12367" y="1905"/>
                  </a:lnTo>
                  <a:lnTo>
                    <a:pt x="12283" y="1863"/>
                  </a:lnTo>
                  <a:lnTo>
                    <a:pt x="12137" y="1863"/>
                  </a:lnTo>
                  <a:lnTo>
                    <a:pt x="12095" y="1884"/>
                  </a:lnTo>
                  <a:lnTo>
                    <a:pt x="11927" y="1905"/>
                  </a:lnTo>
                  <a:lnTo>
                    <a:pt x="11593" y="1905"/>
                  </a:lnTo>
                  <a:lnTo>
                    <a:pt x="11362" y="1863"/>
                  </a:lnTo>
                  <a:lnTo>
                    <a:pt x="11090" y="1884"/>
                  </a:lnTo>
                  <a:lnTo>
                    <a:pt x="11028" y="1884"/>
                  </a:lnTo>
                  <a:lnTo>
                    <a:pt x="10923" y="1758"/>
                  </a:lnTo>
                  <a:lnTo>
                    <a:pt x="10839" y="1758"/>
                  </a:lnTo>
                  <a:lnTo>
                    <a:pt x="10756" y="1696"/>
                  </a:lnTo>
                  <a:lnTo>
                    <a:pt x="10651" y="1612"/>
                  </a:lnTo>
                  <a:lnTo>
                    <a:pt x="10609" y="1445"/>
                  </a:lnTo>
                  <a:lnTo>
                    <a:pt x="10525" y="1382"/>
                  </a:lnTo>
                  <a:lnTo>
                    <a:pt x="10421" y="1403"/>
                  </a:lnTo>
                  <a:lnTo>
                    <a:pt x="10232" y="1403"/>
                  </a:lnTo>
                  <a:lnTo>
                    <a:pt x="10044" y="1340"/>
                  </a:lnTo>
                  <a:lnTo>
                    <a:pt x="9919" y="1173"/>
                  </a:lnTo>
                  <a:lnTo>
                    <a:pt x="9521" y="1173"/>
                  </a:lnTo>
                  <a:lnTo>
                    <a:pt x="9396" y="1089"/>
                  </a:lnTo>
                  <a:lnTo>
                    <a:pt x="9270" y="1131"/>
                  </a:lnTo>
                  <a:lnTo>
                    <a:pt x="9103" y="1152"/>
                  </a:lnTo>
                  <a:lnTo>
                    <a:pt x="8977" y="1194"/>
                  </a:lnTo>
                  <a:lnTo>
                    <a:pt x="8768" y="1214"/>
                  </a:lnTo>
                  <a:lnTo>
                    <a:pt x="8580" y="1277"/>
                  </a:lnTo>
                  <a:lnTo>
                    <a:pt x="8517" y="1382"/>
                  </a:lnTo>
                  <a:lnTo>
                    <a:pt x="8433" y="1403"/>
                  </a:lnTo>
                  <a:lnTo>
                    <a:pt x="8349" y="1382"/>
                  </a:lnTo>
                  <a:lnTo>
                    <a:pt x="8266" y="1382"/>
                  </a:lnTo>
                  <a:lnTo>
                    <a:pt x="8182" y="1445"/>
                  </a:lnTo>
                  <a:lnTo>
                    <a:pt x="8015" y="1445"/>
                  </a:lnTo>
                  <a:lnTo>
                    <a:pt x="7952" y="1466"/>
                  </a:lnTo>
                  <a:lnTo>
                    <a:pt x="7889" y="1466"/>
                  </a:lnTo>
                  <a:lnTo>
                    <a:pt x="7722" y="1361"/>
                  </a:lnTo>
                  <a:lnTo>
                    <a:pt x="7533" y="1340"/>
                  </a:lnTo>
                  <a:lnTo>
                    <a:pt x="7512" y="1256"/>
                  </a:lnTo>
                  <a:lnTo>
                    <a:pt x="7387" y="1152"/>
                  </a:lnTo>
                  <a:lnTo>
                    <a:pt x="7324" y="1152"/>
                  </a:lnTo>
                  <a:lnTo>
                    <a:pt x="7261" y="1089"/>
                  </a:lnTo>
                  <a:lnTo>
                    <a:pt x="7261" y="984"/>
                  </a:lnTo>
                  <a:lnTo>
                    <a:pt x="7199" y="859"/>
                  </a:lnTo>
                  <a:lnTo>
                    <a:pt x="7136" y="817"/>
                  </a:lnTo>
                  <a:lnTo>
                    <a:pt x="7136" y="691"/>
                  </a:lnTo>
                  <a:lnTo>
                    <a:pt x="7094" y="629"/>
                  </a:lnTo>
                  <a:lnTo>
                    <a:pt x="7094" y="566"/>
                  </a:lnTo>
                  <a:lnTo>
                    <a:pt x="7052" y="461"/>
                  </a:lnTo>
                  <a:lnTo>
                    <a:pt x="6947" y="440"/>
                  </a:lnTo>
                  <a:lnTo>
                    <a:pt x="6696" y="440"/>
                  </a:lnTo>
                  <a:lnTo>
                    <a:pt x="6592" y="419"/>
                  </a:lnTo>
                  <a:lnTo>
                    <a:pt x="6529" y="398"/>
                  </a:lnTo>
                  <a:lnTo>
                    <a:pt x="6383" y="357"/>
                  </a:lnTo>
                  <a:lnTo>
                    <a:pt x="6341" y="315"/>
                  </a:lnTo>
                  <a:lnTo>
                    <a:pt x="6257" y="252"/>
                  </a:lnTo>
                  <a:lnTo>
                    <a:pt x="5901" y="252"/>
                  </a:lnTo>
                  <a:lnTo>
                    <a:pt x="5755" y="210"/>
                  </a:lnTo>
                  <a:lnTo>
                    <a:pt x="5734" y="168"/>
                  </a:lnTo>
                  <a:lnTo>
                    <a:pt x="5567" y="105"/>
                  </a:lnTo>
                  <a:lnTo>
                    <a:pt x="5441" y="43"/>
                  </a:lnTo>
                  <a:lnTo>
                    <a:pt x="537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2" name="Google Shape;7756;p67">
              <a:extLst>
                <a:ext uri="{FF2B5EF4-FFF2-40B4-BE49-F238E27FC236}">
                  <a16:creationId xmlns:a16="http://schemas.microsoft.com/office/drawing/2014/main" id="{BB97F142-8752-87F5-1433-8F445934A622}"/>
                </a:ext>
              </a:extLst>
            </p:cNvPr>
            <p:cNvSpPr/>
            <p:nvPr/>
          </p:nvSpPr>
          <p:spPr>
            <a:xfrm>
              <a:off x="5730000" y="3287725"/>
              <a:ext cx="141250" cy="120875"/>
            </a:xfrm>
            <a:custGeom>
              <a:avLst/>
              <a:gdLst/>
              <a:ahLst/>
              <a:cxnLst/>
              <a:rect l="l" t="t" r="r" b="b"/>
              <a:pathLst>
                <a:path w="5650" h="4835" extrusionOk="0">
                  <a:moveTo>
                    <a:pt x="126" y="1"/>
                  </a:moveTo>
                  <a:lnTo>
                    <a:pt x="42" y="2156"/>
                  </a:lnTo>
                  <a:lnTo>
                    <a:pt x="21" y="2323"/>
                  </a:lnTo>
                  <a:lnTo>
                    <a:pt x="21" y="2407"/>
                  </a:lnTo>
                  <a:lnTo>
                    <a:pt x="21" y="2470"/>
                  </a:lnTo>
                  <a:lnTo>
                    <a:pt x="0" y="3872"/>
                  </a:lnTo>
                  <a:lnTo>
                    <a:pt x="168" y="3872"/>
                  </a:lnTo>
                  <a:lnTo>
                    <a:pt x="251" y="3892"/>
                  </a:lnTo>
                  <a:lnTo>
                    <a:pt x="356" y="3872"/>
                  </a:lnTo>
                  <a:lnTo>
                    <a:pt x="732" y="3872"/>
                  </a:lnTo>
                  <a:lnTo>
                    <a:pt x="753" y="3934"/>
                  </a:lnTo>
                  <a:lnTo>
                    <a:pt x="837" y="3997"/>
                  </a:lnTo>
                  <a:lnTo>
                    <a:pt x="942" y="4039"/>
                  </a:lnTo>
                  <a:lnTo>
                    <a:pt x="1046" y="3955"/>
                  </a:lnTo>
                  <a:lnTo>
                    <a:pt x="1256" y="3892"/>
                  </a:lnTo>
                  <a:lnTo>
                    <a:pt x="1276" y="3851"/>
                  </a:lnTo>
                  <a:lnTo>
                    <a:pt x="1318" y="3892"/>
                  </a:lnTo>
                  <a:lnTo>
                    <a:pt x="1381" y="3830"/>
                  </a:lnTo>
                  <a:lnTo>
                    <a:pt x="1360" y="3662"/>
                  </a:lnTo>
                  <a:lnTo>
                    <a:pt x="1214" y="3558"/>
                  </a:lnTo>
                  <a:lnTo>
                    <a:pt x="1046" y="3474"/>
                  </a:lnTo>
                  <a:lnTo>
                    <a:pt x="900" y="3453"/>
                  </a:lnTo>
                  <a:lnTo>
                    <a:pt x="858" y="3411"/>
                  </a:lnTo>
                  <a:lnTo>
                    <a:pt x="753" y="3369"/>
                  </a:lnTo>
                  <a:lnTo>
                    <a:pt x="732" y="3369"/>
                  </a:lnTo>
                  <a:lnTo>
                    <a:pt x="670" y="3328"/>
                  </a:lnTo>
                  <a:lnTo>
                    <a:pt x="649" y="3202"/>
                  </a:lnTo>
                  <a:lnTo>
                    <a:pt x="544" y="3056"/>
                  </a:lnTo>
                  <a:lnTo>
                    <a:pt x="440" y="3014"/>
                  </a:lnTo>
                  <a:lnTo>
                    <a:pt x="419" y="2930"/>
                  </a:lnTo>
                  <a:lnTo>
                    <a:pt x="335" y="2846"/>
                  </a:lnTo>
                  <a:lnTo>
                    <a:pt x="419" y="2909"/>
                  </a:lnTo>
                  <a:lnTo>
                    <a:pt x="440" y="3014"/>
                  </a:lnTo>
                  <a:lnTo>
                    <a:pt x="523" y="3014"/>
                  </a:lnTo>
                  <a:lnTo>
                    <a:pt x="649" y="3097"/>
                  </a:lnTo>
                  <a:lnTo>
                    <a:pt x="670" y="3202"/>
                  </a:lnTo>
                  <a:lnTo>
                    <a:pt x="670" y="3328"/>
                  </a:lnTo>
                  <a:lnTo>
                    <a:pt x="732" y="3328"/>
                  </a:lnTo>
                  <a:lnTo>
                    <a:pt x="879" y="3348"/>
                  </a:lnTo>
                  <a:lnTo>
                    <a:pt x="963" y="3432"/>
                  </a:lnTo>
                  <a:lnTo>
                    <a:pt x="1151" y="3432"/>
                  </a:lnTo>
                  <a:lnTo>
                    <a:pt x="1297" y="3369"/>
                  </a:lnTo>
                  <a:lnTo>
                    <a:pt x="1423" y="3411"/>
                  </a:lnTo>
                  <a:lnTo>
                    <a:pt x="1507" y="3348"/>
                  </a:lnTo>
                  <a:lnTo>
                    <a:pt x="1486" y="3328"/>
                  </a:lnTo>
                  <a:lnTo>
                    <a:pt x="1402" y="3244"/>
                  </a:lnTo>
                  <a:lnTo>
                    <a:pt x="1360" y="3160"/>
                  </a:lnTo>
                  <a:lnTo>
                    <a:pt x="1276" y="3202"/>
                  </a:lnTo>
                  <a:lnTo>
                    <a:pt x="1256" y="3118"/>
                  </a:lnTo>
                  <a:lnTo>
                    <a:pt x="1297" y="3160"/>
                  </a:lnTo>
                  <a:lnTo>
                    <a:pt x="1423" y="3139"/>
                  </a:lnTo>
                  <a:lnTo>
                    <a:pt x="1507" y="3244"/>
                  </a:lnTo>
                  <a:lnTo>
                    <a:pt x="1611" y="3244"/>
                  </a:lnTo>
                  <a:lnTo>
                    <a:pt x="1569" y="3202"/>
                  </a:lnTo>
                  <a:lnTo>
                    <a:pt x="1569" y="3118"/>
                  </a:lnTo>
                  <a:lnTo>
                    <a:pt x="1611" y="3056"/>
                  </a:lnTo>
                  <a:lnTo>
                    <a:pt x="1611" y="3014"/>
                  </a:lnTo>
                  <a:lnTo>
                    <a:pt x="1611" y="2930"/>
                  </a:lnTo>
                  <a:lnTo>
                    <a:pt x="1528" y="2825"/>
                  </a:lnTo>
                  <a:lnTo>
                    <a:pt x="1528" y="2804"/>
                  </a:lnTo>
                  <a:lnTo>
                    <a:pt x="1632" y="2846"/>
                  </a:lnTo>
                  <a:lnTo>
                    <a:pt x="1674" y="2909"/>
                  </a:lnTo>
                  <a:lnTo>
                    <a:pt x="1779" y="3014"/>
                  </a:lnTo>
                  <a:lnTo>
                    <a:pt x="1883" y="3035"/>
                  </a:lnTo>
                  <a:lnTo>
                    <a:pt x="1883" y="2993"/>
                  </a:lnTo>
                  <a:lnTo>
                    <a:pt x="1841" y="2909"/>
                  </a:lnTo>
                  <a:lnTo>
                    <a:pt x="1883" y="2930"/>
                  </a:lnTo>
                  <a:lnTo>
                    <a:pt x="1904" y="3035"/>
                  </a:lnTo>
                  <a:lnTo>
                    <a:pt x="1946" y="3035"/>
                  </a:lnTo>
                  <a:lnTo>
                    <a:pt x="1946" y="2951"/>
                  </a:lnTo>
                  <a:lnTo>
                    <a:pt x="1925" y="2888"/>
                  </a:lnTo>
                  <a:lnTo>
                    <a:pt x="1946" y="2784"/>
                  </a:lnTo>
                  <a:lnTo>
                    <a:pt x="2009" y="2825"/>
                  </a:lnTo>
                  <a:lnTo>
                    <a:pt x="2155" y="2888"/>
                  </a:lnTo>
                  <a:lnTo>
                    <a:pt x="2197" y="2951"/>
                  </a:lnTo>
                  <a:lnTo>
                    <a:pt x="2260" y="2993"/>
                  </a:lnTo>
                  <a:lnTo>
                    <a:pt x="2323" y="2951"/>
                  </a:lnTo>
                  <a:lnTo>
                    <a:pt x="2365" y="2993"/>
                  </a:lnTo>
                  <a:lnTo>
                    <a:pt x="2427" y="2930"/>
                  </a:lnTo>
                  <a:lnTo>
                    <a:pt x="2427" y="3014"/>
                  </a:lnTo>
                  <a:lnTo>
                    <a:pt x="2427" y="3097"/>
                  </a:lnTo>
                  <a:lnTo>
                    <a:pt x="2469" y="3097"/>
                  </a:lnTo>
                  <a:lnTo>
                    <a:pt x="2553" y="3160"/>
                  </a:lnTo>
                  <a:lnTo>
                    <a:pt x="2867" y="3244"/>
                  </a:lnTo>
                  <a:lnTo>
                    <a:pt x="2950" y="3307"/>
                  </a:lnTo>
                  <a:lnTo>
                    <a:pt x="3055" y="3411"/>
                  </a:lnTo>
                  <a:lnTo>
                    <a:pt x="3076" y="3558"/>
                  </a:lnTo>
                  <a:lnTo>
                    <a:pt x="3243" y="3746"/>
                  </a:lnTo>
                  <a:lnTo>
                    <a:pt x="3264" y="3830"/>
                  </a:lnTo>
                  <a:lnTo>
                    <a:pt x="3369" y="3872"/>
                  </a:lnTo>
                  <a:lnTo>
                    <a:pt x="3453" y="3955"/>
                  </a:lnTo>
                  <a:lnTo>
                    <a:pt x="3473" y="4039"/>
                  </a:lnTo>
                  <a:lnTo>
                    <a:pt x="3725" y="4290"/>
                  </a:lnTo>
                  <a:lnTo>
                    <a:pt x="3725" y="4374"/>
                  </a:lnTo>
                  <a:lnTo>
                    <a:pt x="3829" y="4457"/>
                  </a:lnTo>
                  <a:lnTo>
                    <a:pt x="3997" y="4499"/>
                  </a:lnTo>
                  <a:lnTo>
                    <a:pt x="4080" y="4478"/>
                  </a:lnTo>
                  <a:lnTo>
                    <a:pt x="4122" y="4478"/>
                  </a:lnTo>
                  <a:lnTo>
                    <a:pt x="4206" y="4520"/>
                  </a:lnTo>
                  <a:lnTo>
                    <a:pt x="4394" y="4499"/>
                  </a:lnTo>
                  <a:lnTo>
                    <a:pt x="4520" y="4562"/>
                  </a:lnTo>
                  <a:lnTo>
                    <a:pt x="4624" y="4520"/>
                  </a:lnTo>
                  <a:lnTo>
                    <a:pt x="4771" y="4562"/>
                  </a:lnTo>
                  <a:lnTo>
                    <a:pt x="4875" y="4604"/>
                  </a:lnTo>
                  <a:lnTo>
                    <a:pt x="5022" y="4583"/>
                  </a:lnTo>
                  <a:lnTo>
                    <a:pt x="5064" y="4667"/>
                  </a:lnTo>
                  <a:lnTo>
                    <a:pt x="5168" y="4667"/>
                  </a:lnTo>
                  <a:lnTo>
                    <a:pt x="5189" y="4688"/>
                  </a:lnTo>
                  <a:lnTo>
                    <a:pt x="5126" y="4729"/>
                  </a:lnTo>
                  <a:lnTo>
                    <a:pt x="5252" y="4771"/>
                  </a:lnTo>
                  <a:lnTo>
                    <a:pt x="5378" y="4834"/>
                  </a:lnTo>
                  <a:lnTo>
                    <a:pt x="5503" y="4813"/>
                  </a:lnTo>
                  <a:lnTo>
                    <a:pt x="5545" y="4729"/>
                  </a:lnTo>
                  <a:lnTo>
                    <a:pt x="5398" y="4667"/>
                  </a:lnTo>
                  <a:lnTo>
                    <a:pt x="5357" y="4667"/>
                  </a:lnTo>
                  <a:lnTo>
                    <a:pt x="5357" y="4604"/>
                  </a:lnTo>
                  <a:lnTo>
                    <a:pt x="5461" y="4583"/>
                  </a:lnTo>
                  <a:lnTo>
                    <a:pt x="5545" y="4604"/>
                  </a:lnTo>
                  <a:lnTo>
                    <a:pt x="5650" y="4562"/>
                  </a:lnTo>
                  <a:lnTo>
                    <a:pt x="5440" y="4499"/>
                  </a:lnTo>
                  <a:lnTo>
                    <a:pt x="5168" y="4478"/>
                  </a:lnTo>
                  <a:lnTo>
                    <a:pt x="5043" y="4395"/>
                  </a:lnTo>
                  <a:lnTo>
                    <a:pt x="4980" y="4311"/>
                  </a:lnTo>
                  <a:lnTo>
                    <a:pt x="5126" y="4269"/>
                  </a:lnTo>
                  <a:lnTo>
                    <a:pt x="5189" y="4269"/>
                  </a:lnTo>
                  <a:lnTo>
                    <a:pt x="5252" y="4248"/>
                  </a:lnTo>
                  <a:lnTo>
                    <a:pt x="5168" y="4185"/>
                  </a:lnTo>
                  <a:lnTo>
                    <a:pt x="4959" y="4185"/>
                  </a:lnTo>
                  <a:lnTo>
                    <a:pt x="4771" y="4164"/>
                  </a:lnTo>
                  <a:lnTo>
                    <a:pt x="4708" y="4081"/>
                  </a:lnTo>
                  <a:lnTo>
                    <a:pt x="4708" y="3997"/>
                  </a:lnTo>
                  <a:lnTo>
                    <a:pt x="4771" y="3934"/>
                  </a:lnTo>
                  <a:lnTo>
                    <a:pt x="4813" y="3851"/>
                  </a:lnTo>
                  <a:lnTo>
                    <a:pt x="4750" y="3788"/>
                  </a:lnTo>
                  <a:lnTo>
                    <a:pt x="4666" y="3788"/>
                  </a:lnTo>
                  <a:lnTo>
                    <a:pt x="4624" y="3830"/>
                  </a:lnTo>
                  <a:lnTo>
                    <a:pt x="4541" y="3788"/>
                  </a:lnTo>
                  <a:lnTo>
                    <a:pt x="4457" y="3830"/>
                  </a:lnTo>
                  <a:lnTo>
                    <a:pt x="4352" y="3683"/>
                  </a:lnTo>
                  <a:lnTo>
                    <a:pt x="4352" y="3537"/>
                  </a:lnTo>
                  <a:lnTo>
                    <a:pt x="4248" y="3516"/>
                  </a:lnTo>
                  <a:lnTo>
                    <a:pt x="4143" y="3244"/>
                  </a:lnTo>
                  <a:lnTo>
                    <a:pt x="4101" y="3223"/>
                  </a:lnTo>
                  <a:lnTo>
                    <a:pt x="4080" y="3139"/>
                  </a:lnTo>
                  <a:lnTo>
                    <a:pt x="3934" y="3139"/>
                  </a:lnTo>
                  <a:lnTo>
                    <a:pt x="3871" y="3097"/>
                  </a:lnTo>
                  <a:lnTo>
                    <a:pt x="3808" y="2951"/>
                  </a:lnTo>
                  <a:lnTo>
                    <a:pt x="3683" y="2825"/>
                  </a:lnTo>
                  <a:lnTo>
                    <a:pt x="3662" y="2700"/>
                  </a:lnTo>
                  <a:lnTo>
                    <a:pt x="3578" y="2616"/>
                  </a:lnTo>
                  <a:lnTo>
                    <a:pt x="3494" y="2512"/>
                  </a:lnTo>
                  <a:lnTo>
                    <a:pt x="3515" y="2470"/>
                  </a:lnTo>
                  <a:lnTo>
                    <a:pt x="3766" y="2491"/>
                  </a:lnTo>
                  <a:lnTo>
                    <a:pt x="3976" y="2386"/>
                  </a:lnTo>
                  <a:lnTo>
                    <a:pt x="4017" y="2281"/>
                  </a:lnTo>
                  <a:lnTo>
                    <a:pt x="3997" y="2156"/>
                  </a:lnTo>
                  <a:lnTo>
                    <a:pt x="3829" y="1988"/>
                  </a:lnTo>
                  <a:lnTo>
                    <a:pt x="3704" y="1968"/>
                  </a:lnTo>
                  <a:lnTo>
                    <a:pt x="3662" y="1988"/>
                  </a:lnTo>
                  <a:lnTo>
                    <a:pt x="3557" y="1947"/>
                  </a:lnTo>
                  <a:lnTo>
                    <a:pt x="3348" y="1842"/>
                  </a:lnTo>
                  <a:lnTo>
                    <a:pt x="3243" y="1737"/>
                  </a:lnTo>
                  <a:lnTo>
                    <a:pt x="3097" y="1758"/>
                  </a:lnTo>
                  <a:lnTo>
                    <a:pt x="2846" y="1654"/>
                  </a:lnTo>
                  <a:lnTo>
                    <a:pt x="2825" y="1570"/>
                  </a:lnTo>
                  <a:lnTo>
                    <a:pt x="2867" y="1444"/>
                  </a:lnTo>
                  <a:lnTo>
                    <a:pt x="2888" y="1340"/>
                  </a:lnTo>
                  <a:lnTo>
                    <a:pt x="2825" y="1235"/>
                  </a:lnTo>
                  <a:lnTo>
                    <a:pt x="2616" y="1026"/>
                  </a:lnTo>
                  <a:lnTo>
                    <a:pt x="2553" y="1026"/>
                  </a:lnTo>
                  <a:lnTo>
                    <a:pt x="2511" y="1047"/>
                  </a:lnTo>
                  <a:lnTo>
                    <a:pt x="2448" y="963"/>
                  </a:lnTo>
                  <a:lnTo>
                    <a:pt x="2344" y="900"/>
                  </a:lnTo>
                  <a:lnTo>
                    <a:pt x="2323" y="817"/>
                  </a:lnTo>
                  <a:lnTo>
                    <a:pt x="2197" y="796"/>
                  </a:lnTo>
                  <a:lnTo>
                    <a:pt x="2134" y="712"/>
                  </a:lnTo>
                  <a:lnTo>
                    <a:pt x="2092" y="712"/>
                  </a:lnTo>
                  <a:lnTo>
                    <a:pt x="1988" y="649"/>
                  </a:lnTo>
                  <a:lnTo>
                    <a:pt x="1841" y="649"/>
                  </a:lnTo>
                  <a:lnTo>
                    <a:pt x="1716" y="545"/>
                  </a:lnTo>
                  <a:lnTo>
                    <a:pt x="1590" y="524"/>
                  </a:lnTo>
                  <a:lnTo>
                    <a:pt x="1381" y="398"/>
                  </a:lnTo>
                  <a:lnTo>
                    <a:pt x="1067" y="377"/>
                  </a:lnTo>
                  <a:lnTo>
                    <a:pt x="963" y="315"/>
                  </a:lnTo>
                  <a:lnTo>
                    <a:pt x="879" y="231"/>
                  </a:lnTo>
                  <a:lnTo>
                    <a:pt x="837" y="231"/>
                  </a:lnTo>
                  <a:lnTo>
                    <a:pt x="795" y="273"/>
                  </a:lnTo>
                  <a:lnTo>
                    <a:pt x="565" y="189"/>
                  </a:lnTo>
                  <a:lnTo>
                    <a:pt x="523" y="126"/>
                  </a:lnTo>
                  <a:lnTo>
                    <a:pt x="419" y="84"/>
                  </a:lnTo>
                  <a:lnTo>
                    <a:pt x="23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3" name="Google Shape;7757;p67">
              <a:extLst>
                <a:ext uri="{FF2B5EF4-FFF2-40B4-BE49-F238E27FC236}">
                  <a16:creationId xmlns:a16="http://schemas.microsoft.com/office/drawing/2014/main" id="{90928DD4-D091-D997-A742-3327609ED5D3}"/>
                </a:ext>
              </a:extLst>
            </p:cNvPr>
            <p:cNvSpPr/>
            <p:nvPr/>
          </p:nvSpPr>
          <p:spPr>
            <a:xfrm>
              <a:off x="5413525" y="2961325"/>
              <a:ext cx="115100" cy="200900"/>
            </a:xfrm>
            <a:custGeom>
              <a:avLst/>
              <a:gdLst/>
              <a:ahLst/>
              <a:cxnLst/>
              <a:rect l="l" t="t" r="r" b="b"/>
              <a:pathLst>
                <a:path w="4604" h="8036" extrusionOk="0">
                  <a:moveTo>
                    <a:pt x="586" y="0"/>
                  </a:moveTo>
                  <a:lnTo>
                    <a:pt x="440" y="63"/>
                  </a:lnTo>
                  <a:lnTo>
                    <a:pt x="419" y="189"/>
                  </a:lnTo>
                  <a:lnTo>
                    <a:pt x="314" y="419"/>
                  </a:lnTo>
                  <a:lnTo>
                    <a:pt x="335" y="565"/>
                  </a:lnTo>
                  <a:lnTo>
                    <a:pt x="335" y="795"/>
                  </a:lnTo>
                  <a:lnTo>
                    <a:pt x="251" y="1088"/>
                  </a:lnTo>
                  <a:lnTo>
                    <a:pt x="210" y="1214"/>
                  </a:lnTo>
                  <a:lnTo>
                    <a:pt x="272" y="1402"/>
                  </a:lnTo>
                  <a:lnTo>
                    <a:pt x="272" y="1465"/>
                  </a:lnTo>
                  <a:lnTo>
                    <a:pt x="210" y="1528"/>
                  </a:lnTo>
                  <a:lnTo>
                    <a:pt x="105" y="1507"/>
                  </a:lnTo>
                  <a:lnTo>
                    <a:pt x="21" y="1402"/>
                  </a:lnTo>
                  <a:lnTo>
                    <a:pt x="0" y="1528"/>
                  </a:lnTo>
                  <a:lnTo>
                    <a:pt x="21" y="1653"/>
                  </a:lnTo>
                  <a:lnTo>
                    <a:pt x="105" y="1653"/>
                  </a:lnTo>
                  <a:lnTo>
                    <a:pt x="126" y="1716"/>
                  </a:lnTo>
                  <a:lnTo>
                    <a:pt x="63" y="1779"/>
                  </a:lnTo>
                  <a:lnTo>
                    <a:pt x="126" y="1946"/>
                  </a:lnTo>
                  <a:lnTo>
                    <a:pt x="210" y="2093"/>
                  </a:lnTo>
                  <a:lnTo>
                    <a:pt x="210" y="2302"/>
                  </a:lnTo>
                  <a:lnTo>
                    <a:pt x="251" y="2344"/>
                  </a:lnTo>
                  <a:lnTo>
                    <a:pt x="314" y="2302"/>
                  </a:lnTo>
                  <a:lnTo>
                    <a:pt x="356" y="2344"/>
                  </a:lnTo>
                  <a:lnTo>
                    <a:pt x="356" y="2448"/>
                  </a:lnTo>
                  <a:lnTo>
                    <a:pt x="461" y="2595"/>
                  </a:lnTo>
                  <a:lnTo>
                    <a:pt x="544" y="2595"/>
                  </a:lnTo>
                  <a:lnTo>
                    <a:pt x="628" y="2511"/>
                  </a:lnTo>
                  <a:lnTo>
                    <a:pt x="565" y="2448"/>
                  </a:lnTo>
                  <a:lnTo>
                    <a:pt x="565" y="2365"/>
                  </a:lnTo>
                  <a:lnTo>
                    <a:pt x="691" y="2365"/>
                  </a:lnTo>
                  <a:lnTo>
                    <a:pt x="795" y="2448"/>
                  </a:lnTo>
                  <a:lnTo>
                    <a:pt x="670" y="2595"/>
                  </a:lnTo>
                  <a:lnTo>
                    <a:pt x="628" y="2679"/>
                  </a:lnTo>
                  <a:lnTo>
                    <a:pt x="628" y="2762"/>
                  </a:lnTo>
                  <a:lnTo>
                    <a:pt x="628" y="2888"/>
                  </a:lnTo>
                  <a:lnTo>
                    <a:pt x="691" y="3013"/>
                  </a:lnTo>
                  <a:lnTo>
                    <a:pt x="733" y="2909"/>
                  </a:lnTo>
                  <a:lnTo>
                    <a:pt x="795" y="2888"/>
                  </a:lnTo>
                  <a:lnTo>
                    <a:pt x="858" y="2992"/>
                  </a:lnTo>
                  <a:lnTo>
                    <a:pt x="795" y="3097"/>
                  </a:lnTo>
                  <a:lnTo>
                    <a:pt x="795" y="3097"/>
                  </a:lnTo>
                  <a:lnTo>
                    <a:pt x="879" y="3076"/>
                  </a:lnTo>
                  <a:lnTo>
                    <a:pt x="963" y="3013"/>
                  </a:lnTo>
                  <a:cubicBezTo>
                    <a:pt x="963" y="3097"/>
                    <a:pt x="963" y="3181"/>
                    <a:pt x="984" y="3244"/>
                  </a:cubicBezTo>
                  <a:lnTo>
                    <a:pt x="900" y="3181"/>
                  </a:lnTo>
                  <a:lnTo>
                    <a:pt x="775" y="3202"/>
                  </a:lnTo>
                  <a:lnTo>
                    <a:pt x="649" y="3139"/>
                  </a:lnTo>
                  <a:lnTo>
                    <a:pt x="544" y="3202"/>
                  </a:lnTo>
                  <a:lnTo>
                    <a:pt x="565" y="3244"/>
                  </a:lnTo>
                  <a:lnTo>
                    <a:pt x="649" y="3244"/>
                  </a:lnTo>
                  <a:lnTo>
                    <a:pt x="670" y="3390"/>
                  </a:lnTo>
                  <a:lnTo>
                    <a:pt x="754" y="3411"/>
                  </a:lnTo>
                  <a:lnTo>
                    <a:pt x="816" y="3516"/>
                  </a:lnTo>
                  <a:lnTo>
                    <a:pt x="816" y="3704"/>
                  </a:lnTo>
                  <a:lnTo>
                    <a:pt x="900" y="3746"/>
                  </a:lnTo>
                  <a:lnTo>
                    <a:pt x="900" y="3850"/>
                  </a:lnTo>
                  <a:lnTo>
                    <a:pt x="1005" y="3976"/>
                  </a:lnTo>
                  <a:lnTo>
                    <a:pt x="1109" y="4018"/>
                  </a:lnTo>
                  <a:lnTo>
                    <a:pt x="1214" y="3934"/>
                  </a:lnTo>
                  <a:lnTo>
                    <a:pt x="1214" y="3850"/>
                  </a:lnTo>
                  <a:lnTo>
                    <a:pt x="1277" y="3829"/>
                  </a:lnTo>
                  <a:lnTo>
                    <a:pt x="1277" y="3725"/>
                  </a:lnTo>
                  <a:lnTo>
                    <a:pt x="1214" y="3641"/>
                  </a:lnTo>
                  <a:lnTo>
                    <a:pt x="1277" y="3557"/>
                  </a:lnTo>
                  <a:lnTo>
                    <a:pt x="1277" y="3453"/>
                  </a:lnTo>
                  <a:lnTo>
                    <a:pt x="1172" y="3411"/>
                  </a:lnTo>
                  <a:lnTo>
                    <a:pt x="1109" y="3348"/>
                  </a:lnTo>
                  <a:cubicBezTo>
                    <a:pt x="1130" y="3306"/>
                    <a:pt x="1130" y="3223"/>
                    <a:pt x="1130" y="3181"/>
                  </a:cubicBezTo>
                  <a:lnTo>
                    <a:pt x="1235" y="3097"/>
                  </a:lnTo>
                  <a:lnTo>
                    <a:pt x="1214" y="3013"/>
                  </a:lnTo>
                  <a:lnTo>
                    <a:pt x="1277" y="2930"/>
                  </a:lnTo>
                  <a:lnTo>
                    <a:pt x="1402" y="2930"/>
                  </a:lnTo>
                  <a:lnTo>
                    <a:pt x="1632" y="3034"/>
                  </a:lnTo>
                  <a:lnTo>
                    <a:pt x="1695" y="3118"/>
                  </a:lnTo>
                  <a:lnTo>
                    <a:pt x="1821" y="3202"/>
                  </a:lnTo>
                  <a:lnTo>
                    <a:pt x="1904" y="3327"/>
                  </a:lnTo>
                  <a:lnTo>
                    <a:pt x="1863" y="3306"/>
                  </a:lnTo>
                  <a:cubicBezTo>
                    <a:pt x="1800" y="3264"/>
                    <a:pt x="1716" y="3264"/>
                    <a:pt x="1632" y="3264"/>
                  </a:cubicBezTo>
                  <a:lnTo>
                    <a:pt x="1653" y="3244"/>
                  </a:lnTo>
                  <a:lnTo>
                    <a:pt x="1611" y="3139"/>
                  </a:lnTo>
                  <a:lnTo>
                    <a:pt x="1507" y="3097"/>
                  </a:lnTo>
                  <a:lnTo>
                    <a:pt x="1444" y="3181"/>
                  </a:lnTo>
                  <a:lnTo>
                    <a:pt x="1486" y="3244"/>
                  </a:lnTo>
                  <a:lnTo>
                    <a:pt x="1528" y="3285"/>
                  </a:lnTo>
                  <a:cubicBezTo>
                    <a:pt x="1507" y="3285"/>
                    <a:pt x="1486" y="3306"/>
                    <a:pt x="1444" y="3306"/>
                  </a:cubicBezTo>
                  <a:lnTo>
                    <a:pt x="1444" y="3327"/>
                  </a:lnTo>
                  <a:lnTo>
                    <a:pt x="1591" y="3327"/>
                  </a:lnTo>
                  <a:lnTo>
                    <a:pt x="1611" y="3348"/>
                  </a:lnTo>
                  <a:lnTo>
                    <a:pt x="1611" y="3327"/>
                  </a:lnTo>
                  <a:cubicBezTo>
                    <a:pt x="1695" y="3327"/>
                    <a:pt x="1758" y="3348"/>
                    <a:pt x="1842" y="3390"/>
                  </a:cubicBezTo>
                  <a:cubicBezTo>
                    <a:pt x="1850" y="3393"/>
                    <a:pt x="1858" y="3394"/>
                    <a:pt x="1866" y="3394"/>
                  </a:cubicBezTo>
                  <a:cubicBezTo>
                    <a:pt x="1915" y="3394"/>
                    <a:pt x="1946" y="3342"/>
                    <a:pt x="1946" y="3306"/>
                  </a:cubicBezTo>
                  <a:lnTo>
                    <a:pt x="1967" y="3327"/>
                  </a:lnTo>
                  <a:lnTo>
                    <a:pt x="2030" y="3327"/>
                  </a:lnTo>
                  <a:lnTo>
                    <a:pt x="2009" y="3139"/>
                  </a:lnTo>
                  <a:lnTo>
                    <a:pt x="1863" y="2930"/>
                  </a:lnTo>
                  <a:lnTo>
                    <a:pt x="1904" y="2888"/>
                  </a:lnTo>
                  <a:lnTo>
                    <a:pt x="1946" y="2888"/>
                  </a:lnTo>
                  <a:lnTo>
                    <a:pt x="2030" y="2971"/>
                  </a:lnTo>
                  <a:lnTo>
                    <a:pt x="2114" y="2992"/>
                  </a:lnTo>
                  <a:lnTo>
                    <a:pt x="2176" y="3118"/>
                  </a:lnTo>
                  <a:lnTo>
                    <a:pt x="2344" y="3181"/>
                  </a:lnTo>
                  <a:lnTo>
                    <a:pt x="2386" y="3285"/>
                  </a:lnTo>
                  <a:lnTo>
                    <a:pt x="2386" y="3411"/>
                  </a:lnTo>
                  <a:lnTo>
                    <a:pt x="2469" y="3432"/>
                  </a:lnTo>
                  <a:lnTo>
                    <a:pt x="2595" y="3599"/>
                  </a:lnTo>
                  <a:lnTo>
                    <a:pt x="2699" y="3557"/>
                  </a:lnTo>
                  <a:lnTo>
                    <a:pt x="2699" y="3516"/>
                  </a:lnTo>
                  <a:lnTo>
                    <a:pt x="2804" y="3536"/>
                  </a:lnTo>
                  <a:lnTo>
                    <a:pt x="2804" y="3599"/>
                  </a:lnTo>
                  <a:lnTo>
                    <a:pt x="2741" y="3641"/>
                  </a:lnTo>
                  <a:cubicBezTo>
                    <a:pt x="2741" y="3641"/>
                    <a:pt x="2699" y="3641"/>
                    <a:pt x="2699" y="3662"/>
                  </a:cubicBezTo>
                  <a:cubicBezTo>
                    <a:pt x="2783" y="3913"/>
                    <a:pt x="2992" y="4060"/>
                    <a:pt x="3223" y="4122"/>
                  </a:cubicBezTo>
                  <a:lnTo>
                    <a:pt x="3285" y="4122"/>
                  </a:lnTo>
                  <a:lnTo>
                    <a:pt x="3411" y="4269"/>
                  </a:lnTo>
                  <a:lnTo>
                    <a:pt x="3432" y="4290"/>
                  </a:lnTo>
                  <a:lnTo>
                    <a:pt x="3432" y="4332"/>
                  </a:lnTo>
                  <a:cubicBezTo>
                    <a:pt x="3432" y="4352"/>
                    <a:pt x="3411" y="4394"/>
                    <a:pt x="3411" y="4436"/>
                  </a:cubicBezTo>
                  <a:lnTo>
                    <a:pt x="3411" y="4436"/>
                  </a:lnTo>
                  <a:cubicBezTo>
                    <a:pt x="3411" y="4436"/>
                    <a:pt x="3411" y="4394"/>
                    <a:pt x="3453" y="4394"/>
                  </a:cubicBezTo>
                  <a:lnTo>
                    <a:pt x="3495" y="4436"/>
                  </a:lnTo>
                  <a:lnTo>
                    <a:pt x="3599" y="4478"/>
                  </a:lnTo>
                  <a:lnTo>
                    <a:pt x="3620" y="4562"/>
                  </a:lnTo>
                  <a:lnTo>
                    <a:pt x="3808" y="4562"/>
                  </a:lnTo>
                  <a:lnTo>
                    <a:pt x="3829" y="4583"/>
                  </a:lnTo>
                  <a:lnTo>
                    <a:pt x="3871" y="4562"/>
                  </a:lnTo>
                  <a:lnTo>
                    <a:pt x="3913" y="4583"/>
                  </a:lnTo>
                  <a:lnTo>
                    <a:pt x="3871" y="4499"/>
                  </a:lnTo>
                  <a:lnTo>
                    <a:pt x="3829" y="4394"/>
                  </a:lnTo>
                  <a:lnTo>
                    <a:pt x="3788" y="4352"/>
                  </a:lnTo>
                  <a:lnTo>
                    <a:pt x="3788" y="4185"/>
                  </a:lnTo>
                  <a:lnTo>
                    <a:pt x="3767" y="3976"/>
                  </a:lnTo>
                  <a:lnTo>
                    <a:pt x="3767" y="3934"/>
                  </a:lnTo>
                  <a:lnTo>
                    <a:pt x="3704" y="3913"/>
                  </a:lnTo>
                  <a:lnTo>
                    <a:pt x="3599" y="3767"/>
                  </a:lnTo>
                  <a:lnTo>
                    <a:pt x="3557" y="3662"/>
                  </a:lnTo>
                  <a:lnTo>
                    <a:pt x="3474" y="3662"/>
                  </a:lnTo>
                  <a:lnTo>
                    <a:pt x="3453" y="3704"/>
                  </a:lnTo>
                  <a:lnTo>
                    <a:pt x="3390" y="3662"/>
                  </a:lnTo>
                  <a:lnTo>
                    <a:pt x="3348" y="3662"/>
                  </a:lnTo>
                  <a:lnTo>
                    <a:pt x="3285" y="3725"/>
                  </a:lnTo>
                  <a:lnTo>
                    <a:pt x="3097" y="3725"/>
                  </a:lnTo>
                  <a:lnTo>
                    <a:pt x="3055" y="3704"/>
                  </a:lnTo>
                  <a:lnTo>
                    <a:pt x="3055" y="3767"/>
                  </a:lnTo>
                  <a:lnTo>
                    <a:pt x="3055" y="3808"/>
                  </a:lnTo>
                  <a:cubicBezTo>
                    <a:pt x="2992" y="3767"/>
                    <a:pt x="2972" y="3746"/>
                    <a:pt x="2930" y="3725"/>
                  </a:cubicBezTo>
                  <a:lnTo>
                    <a:pt x="2951" y="3620"/>
                  </a:lnTo>
                  <a:lnTo>
                    <a:pt x="2951" y="3536"/>
                  </a:lnTo>
                  <a:lnTo>
                    <a:pt x="2992" y="3495"/>
                  </a:lnTo>
                  <a:lnTo>
                    <a:pt x="2951" y="3432"/>
                  </a:lnTo>
                  <a:lnTo>
                    <a:pt x="2846" y="3432"/>
                  </a:lnTo>
                  <a:lnTo>
                    <a:pt x="2762" y="3390"/>
                  </a:lnTo>
                  <a:lnTo>
                    <a:pt x="2658" y="3390"/>
                  </a:lnTo>
                  <a:lnTo>
                    <a:pt x="2658" y="3306"/>
                  </a:lnTo>
                  <a:lnTo>
                    <a:pt x="2574" y="3097"/>
                  </a:lnTo>
                  <a:lnTo>
                    <a:pt x="2553" y="2992"/>
                  </a:lnTo>
                  <a:lnTo>
                    <a:pt x="2616" y="2971"/>
                  </a:lnTo>
                  <a:lnTo>
                    <a:pt x="2658" y="2992"/>
                  </a:lnTo>
                  <a:lnTo>
                    <a:pt x="2741" y="2992"/>
                  </a:lnTo>
                  <a:lnTo>
                    <a:pt x="2720" y="2971"/>
                  </a:lnTo>
                  <a:lnTo>
                    <a:pt x="2616" y="2888"/>
                  </a:lnTo>
                  <a:lnTo>
                    <a:pt x="2469" y="2888"/>
                  </a:lnTo>
                  <a:lnTo>
                    <a:pt x="2427" y="2783"/>
                  </a:lnTo>
                  <a:lnTo>
                    <a:pt x="2365" y="2825"/>
                  </a:lnTo>
                  <a:lnTo>
                    <a:pt x="2365" y="2930"/>
                  </a:lnTo>
                  <a:lnTo>
                    <a:pt x="2302" y="2992"/>
                  </a:lnTo>
                  <a:lnTo>
                    <a:pt x="2239" y="2930"/>
                  </a:lnTo>
                  <a:lnTo>
                    <a:pt x="2260" y="2804"/>
                  </a:lnTo>
                  <a:lnTo>
                    <a:pt x="2197" y="2679"/>
                  </a:lnTo>
                  <a:lnTo>
                    <a:pt x="2009" y="2574"/>
                  </a:lnTo>
                  <a:lnTo>
                    <a:pt x="1904" y="2574"/>
                  </a:lnTo>
                  <a:lnTo>
                    <a:pt x="1737" y="2699"/>
                  </a:lnTo>
                  <a:lnTo>
                    <a:pt x="1716" y="2783"/>
                  </a:lnTo>
                  <a:lnTo>
                    <a:pt x="1632" y="2804"/>
                  </a:lnTo>
                  <a:lnTo>
                    <a:pt x="1507" y="2762"/>
                  </a:lnTo>
                  <a:lnTo>
                    <a:pt x="1465" y="2658"/>
                  </a:lnTo>
                  <a:lnTo>
                    <a:pt x="1381" y="2574"/>
                  </a:lnTo>
                  <a:lnTo>
                    <a:pt x="1381" y="2448"/>
                  </a:lnTo>
                  <a:lnTo>
                    <a:pt x="1423" y="2365"/>
                  </a:lnTo>
                  <a:lnTo>
                    <a:pt x="1360" y="2281"/>
                  </a:lnTo>
                  <a:lnTo>
                    <a:pt x="1088" y="2239"/>
                  </a:lnTo>
                  <a:lnTo>
                    <a:pt x="1026" y="2176"/>
                  </a:lnTo>
                  <a:lnTo>
                    <a:pt x="1067" y="2051"/>
                  </a:lnTo>
                  <a:lnTo>
                    <a:pt x="1109" y="1967"/>
                  </a:lnTo>
                  <a:lnTo>
                    <a:pt x="1109" y="1842"/>
                  </a:lnTo>
                  <a:lnTo>
                    <a:pt x="1172" y="1737"/>
                  </a:lnTo>
                  <a:lnTo>
                    <a:pt x="1360" y="1549"/>
                  </a:lnTo>
                  <a:lnTo>
                    <a:pt x="1423" y="1507"/>
                  </a:lnTo>
                  <a:lnTo>
                    <a:pt x="1402" y="1570"/>
                  </a:lnTo>
                  <a:lnTo>
                    <a:pt x="1402" y="1632"/>
                  </a:lnTo>
                  <a:lnTo>
                    <a:pt x="1507" y="1465"/>
                  </a:lnTo>
                  <a:lnTo>
                    <a:pt x="1486" y="1339"/>
                  </a:lnTo>
                  <a:lnTo>
                    <a:pt x="1549" y="1193"/>
                  </a:lnTo>
                  <a:lnTo>
                    <a:pt x="1611" y="921"/>
                  </a:lnTo>
                  <a:lnTo>
                    <a:pt x="1549" y="837"/>
                  </a:lnTo>
                  <a:lnTo>
                    <a:pt x="1528" y="691"/>
                  </a:lnTo>
                  <a:lnTo>
                    <a:pt x="1465" y="649"/>
                  </a:lnTo>
                  <a:lnTo>
                    <a:pt x="1360" y="482"/>
                  </a:lnTo>
                  <a:lnTo>
                    <a:pt x="1381" y="251"/>
                  </a:lnTo>
                  <a:lnTo>
                    <a:pt x="1381" y="189"/>
                  </a:lnTo>
                  <a:lnTo>
                    <a:pt x="1381" y="105"/>
                  </a:lnTo>
                  <a:lnTo>
                    <a:pt x="1298" y="0"/>
                  </a:lnTo>
                  <a:lnTo>
                    <a:pt x="1256" y="42"/>
                  </a:lnTo>
                  <a:lnTo>
                    <a:pt x="1256" y="84"/>
                  </a:lnTo>
                  <a:lnTo>
                    <a:pt x="1172" y="168"/>
                  </a:lnTo>
                  <a:lnTo>
                    <a:pt x="1005" y="168"/>
                  </a:lnTo>
                  <a:lnTo>
                    <a:pt x="984" y="210"/>
                  </a:lnTo>
                  <a:lnTo>
                    <a:pt x="900" y="168"/>
                  </a:lnTo>
                  <a:lnTo>
                    <a:pt x="795" y="63"/>
                  </a:lnTo>
                  <a:lnTo>
                    <a:pt x="586" y="0"/>
                  </a:lnTo>
                  <a:close/>
                  <a:moveTo>
                    <a:pt x="1842" y="4060"/>
                  </a:moveTo>
                  <a:lnTo>
                    <a:pt x="1716" y="4080"/>
                  </a:lnTo>
                  <a:lnTo>
                    <a:pt x="1695" y="4164"/>
                  </a:lnTo>
                  <a:lnTo>
                    <a:pt x="1821" y="4227"/>
                  </a:lnTo>
                  <a:lnTo>
                    <a:pt x="1883" y="4248"/>
                  </a:lnTo>
                  <a:lnTo>
                    <a:pt x="1883" y="4352"/>
                  </a:lnTo>
                  <a:lnTo>
                    <a:pt x="1842" y="4457"/>
                  </a:lnTo>
                  <a:lnTo>
                    <a:pt x="1842" y="4666"/>
                  </a:lnTo>
                  <a:lnTo>
                    <a:pt x="1800" y="4792"/>
                  </a:lnTo>
                  <a:lnTo>
                    <a:pt x="1842" y="4980"/>
                  </a:lnTo>
                  <a:lnTo>
                    <a:pt x="1904" y="4959"/>
                  </a:lnTo>
                  <a:lnTo>
                    <a:pt x="1925" y="4896"/>
                  </a:lnTo>
                  <a:lnTo>
                    <a:pt x="2051" y="4813"/>
                  </a:lnTo>
                  <a:cubicBezTo>
                    <a:pt x="2093" y="4813"/>
                    <a:pt x="2114" y="4855"/>
                    <a:pt x="2135" y="4855"/>
                  </a:cubicBezTo>
                  <a:lnTo>
                    <a:pt x="2114" y="4959"/>
                  </a:lnTo>
                  <a:lnTo>
                    <a:pt x="2197" y="5001"/>
                  </a:lnTo>
                  <a:lnTo>
                    <a:pt x="2260" y="4917"/>
                  </a:lnTo>
                  <a:cubicBezTo>
                    <a:pt x="2323" y="4959"/>
                    <a:pt x="2344" y="5001"/>
                    <a:pt x="2407" y="5022"/>
                  </a:cubicBezTo>
                  <a:lnTo>
                    <a:pt x="2407" y="5106"/>
                  </a:lnTo>
                  <a:lnTo>
                    <a:pt x="2344" y="5231"/>
                  </a:lnTo>
                  <a:lnTo>
                    <a:pt x="2155" y="5294"/>
                  </a:lnTo>
                  <a:lnTo>
                    <a:pt x="2114" y="5378"/>
                  </a:lnTo>
                  <a:lnTo>
                    <a:pt x="2135" y="5545"/>
                  </a:lnTo>
                  <a:lnTo>
                    <a:pt x="2218" y="5545"/>
                  </a:lnTo>
                  <a:lnTo>
                    <a:pt x="2344" y="5629"/>
                  </a:lnTo>
                  <a:lnTo>
                    <a:pt x="2448" y="5629"/>
                  </a:lnTo>
                  <a:lnTo>
                    <a:pt x="2448" y="5754"/>
                  </a:lnTo>
                  <a:lnTo>
                    <a:pt x="2532" y="5817"/>
                  </a:lnTo>
                  <a:lnTo>
                    <a:pt x="2637" y="5754"/>
                  </a:lnTo>
                  <a:lnTo>
                    <a:pt x="2637" y="5650"/>
                  </a:lnTo>
                  <a:lnTo>
                    <a:pt x="2574" y="5587"/>
                  </a:lnTo>
                  <a:cubicBezTo>
                    <a:pt x="2616" y="5545"/>
                    <a:pt x="2637" y="5545"/>
                    <a:pt x="2658" y="5524"/>
                  </a:cubicBezTo>
                  <a:lnTo>
                    <a:pt x="2658" y="5503"/>
                  </a:lnTo>
                  <a:lnTo>
                    <a:pt x="2679" y="5587"/>
                  </a:lnTo>
                  <a:lnTo>
                    <a:pt x="2762" y="5482"/>
                  </a:lnTo>
                  <a:lnTo>
                    <a:pt x="2804" y="5231"/>
                  </a:lnTo>
                  <a:lnTo>
                    <a:pt x="2972" y="5064"/>
                  </a:lnTo>
                  <a:lnTo>
                    <a:pt x="2992" y="4959"/>
                  </a:lnTo>
                  <a:lnTo>
                    <a:pt x="2972" y="4855"/>
                  </a:lnTo>
                  <a:lnTo>
                    <a:pt x="3034" y="4771"/>
                  </a:lnTo>
                  <a:lnTo>
                    <a:pt x="3034" y="4750"/>
                  </a:lnTo>
                  <a:cubicBezTo>
                    <a:pt x="3087" y="4760"/>
                    <a:pt x="3128" y="4766"/>
                    <a:pt x="3170" y="4766"/>
                  </a:cubicBezTo>
                  <a:cubicBezTo>
                    <a:pt x="3212" y="4766"/>
                    <a:pt x="3254" y="4760"/>
                    <a:pt x="3306" y="4750"/>
                  </a:cubicBezTo>
                  <a:cubicBezTo>
                    <a:pt x="3348" y="4750"/>
                    <a:pt x="3369" y="4708"/>
                    <a:pt x="3369" y="4687"/>
                  </a:cubicBezTo>
                  <a:lnTo>
                    <a:pt x="3411" y="4750"/>
                  </a:lnTo>
                  <a:lnTo>
                    <a:pt x="3411" y="4896"/>
                  </a:lnTo>
                  <a:lnTo>
                    <a:pt x="3411" y="4917"/>
                  </a:lnTo>
                  <a:cubicBezTo>
                    <a:pt x="3390" y="4959"/>
                    <a:pt x="3390" y="4980"/>
                    <a:pt x="3411" y="4980"/>
                  </a:cubicBezTo>
                  <a:cubicBezTo>
                    <a:pt x="3453" y="5001"/>
                    <a:pt x="3453" y="5022"/>
                    <a:pt x="3474" y="5085"/>
                  </a:cubicBezTo>
                  <a:lnTo>
                    <a:pt x="3474" y="5189"/>
                  </a:lnTo>
                  <a:lnTo>
                    <a:pt x="3557" y="5231"/>
                  </a:lnTo>
                  <a:cubicBezTo>
                    <a:pt x="3599" y="5336"/>
                    <a:pt x="3683" y="5482"/>
                    <a:pt x="3704" y="5608"/>
                  </a:cubicBezTo>
                  <a:cubicBezTo>
                    <a:pt x="3716" y="5632"/>
                    <a:pt x="3750" y="5643"/>
                    <a:pt x="3780" y="5643"/>
                  </a:cubicBezTo>
                  <a:cubicBezTo>
                    <a:pt x="3801" y="5643"/>
                    <a:pt x="3821" y="5637"/>
                    <a:pt x="3829" y="5629"/>
                  </a:cubicBezTo>
                  <a:lnTo>
                    <a:pt x="3871" y="5754"/>
                  </a:lnTo>
                  <a:lnTo>
                    <a:pt x="3871" y="5838"/>
                  </a:lnTo>
                  <a:lnTo>
                    <a:pt x="3788" y="5733"/>
                  </a:lnTo>
                  <a:lnTo>
                    <a:pt x="3725" y="5733"/>
                  </a:lnTo>
                  <a:lnTo>
                    <a:pt x="3725" y="5901"/>
                  </a:lnTo>
                  <a:lnTo>
                    <a:pt x="3704" y="5943"/>
                  </a:lnTo>
                  <a:lnTo>
                    <a:pt x="3620" y="5901"/>
                  </a:lnTo>
                  <a:lnTo>
                    <a:pt x="3495" y="5838"/>
                  </a:lnTo>
                  <a:lnTo>
                    <a:pt x="3453" y="6068"/>
                  </a:lnTo>
                  <a:lnTo>
                    <a:pt x="3495" y="6110"/>
                  </a:lnTo>
                  <a:lnTo>
                    <a:pt x="3495" y="6173"/>
                  </a:lnTo>
                  <a:lnTo>
                    <a:pt x="3411" y="6215"/>
                  </a:lnTo>
                  <a:lnTo>
                    <a:pt x="3369" y="6068"/>
                  </a:lnTo>
                  <a:lnTo>
                    <a:pt x="3244" y="6131"/>
                  </a:lnTo>
                  <a:lnTo>
                    <a:pt x="3181" y="6340"/>
                  </a:lnTo>
                  <a:lnTo>
                    <a:pt x="3055" y="6424"/>
                  </a:lnTo>
                  <a:lnTo>
                    <a:pt x="2951" y="6445"/>
                  </a:lnTo>
                  <a:lnTo>
                    <a:pt x="2846" y="6549"/>
                  </a:lnTo>
                  <a:lnTo>
                    <a:pt x="2972" y="6361"/>
                  </a:lnTo>
                  <a:lnTo>
                    <a:pt x="2972" y="6173"/>
                  </a:lnTo>
                  <a:lnTo>
                    <a:pt x="2825" y="6047"/>
                  </a:lnTo>
                  <a:lnTo>
                    <a:pt x="2741" y="6047"/>
                  </a:lnTo>
                  <a:lnTo>
                    <a:pt x="2658" y="6152"/>
                  </a:lnTo>
                  <a:lnTo>
                    <a:pt x="2532" y="6215"/>
                  </a:lnTo>
                  <a:lnTo>
                    <a:pt x="2469" y="6319"/>
                  </a:lnTo>
                  <a:lnTo>
                    <a:pt x="2532" y="6424"/>
                  </a:lnTo>
                  <a:lnTo>
                    <a:pt x="2365" y="6445"/>
                  </a:lnTo>
                  <a:lnTo>
                    <a:pt x="2260" y="6424"/>
                  </a:lnTo>
                  <a:lnTo>
                    <a:pt x="2197" y="6487"/>
                  </a:lnTo>
                  <a:lnTo>
                    <a:pt x="2093" y="6529"/>
                  </a:lnTo>
                  <a:lnTo>
                    <a:pt x="1988" y="6654"/>
                  </a:lnTo>
                  <a:lnTo>
                    <a:pt x="2009" y="6738"/>
                  </a:lnTo>
                  <a:lnTo>
                    <a:pt x="1988" y="6884"/>
                  </a:lnTo>
                  <a:lnTo>
                    <a:pt x="1904" y="7052"/>
                  </a:lnTo>
                  <a:lnTo>
                    <a:pt x="2030" y="7177"/>
                  </a:lnTo>
                  <a:lnTo>
                    <a:pt x="2093" y="7093"/>
                  </a:lnTo>
                  <a:lnTo>
                    <a:pt x="2155" y="6863"/>
                  </a:lnTo>
                  <a:lnTo>
                    <a:pt x="2239" y="6801"/>
                  </a:lnTo>
                  <a:lnTo>
                    <a:pt x="2302" y="6675"/>
                  </a:lnTo>
                  <a:lnTo>
                    <a:pt x="2344" y="6654"/>
                  </a:lnTo>
                  <a:lnTo>
                    <a:pt x="2427" y="6738"/>
                  </a:lnTo>
                  <a:lnTo>
                    <a:pt x="2407" y="6863"/>
                  </a:lnTo>
                  <a:lnTo>
                    <a:pt x="2427" y="6884"/>
                  </a:lnTo>
                  <a:lnTo>
                    <a:pt x="2469" y="6863"/>
                  </a:lnTo>
                  <a:lnTo>
                    <a:pt x="2532" y="6884"/>
                  </a:lnTo>
                  <a:lnTo>
                    <a:pt x="2532" y="6780"/>
                  </a:lnTo>
                  <a:lnTo>
                    <a:pt x="2574" y="6759"/>
                  </a:lnTo>
                  <a:lnTo>
                    <a:pt x="2637" y="6780"/>
                  </a:lnTo>
                  <a:lnTo>
                    <a:pt x="2616" y="6863"/>
                  </a:lnTo>
                  <a:lnTo>
                    <a:pt x="2658" y="6863"/>
                  </a:lnTo>
                  <a:lnTo>
                    <a:pt x="2762" y="6947"/>
                  </a:lnTo>
                  <a:lnTo>
                    <a:pt x="2825" y="6947"/>
                  </a:lnTo>
                  <a:lnTo>
                    <a:pt x="2762" y="6863"/>
                  </a:lnTo>
                  <a:lnTo>
                    <a:pt x="2783" y="6801"/>
                  </a:lnTo>
                  <a:lnTo>
                    <a:pt x="2762" y="6759"/>
                  </a:lnTo>
                  <a:lnTo>
                    <a:pt x="2825" y="6696"/>
                  </a:lnTo>
                  <a:lnTo>
                    <a:pt x="2867" y="6696"/>
                  </a:lnTo>
                  <a:lnTo>
                    <a:pt x="2972" y="6801"/>
                  </a:lnTo>
                  <a:lnTo>
                    <a:pt x="3076" y="6842"/>
                  </a:lnTo>
                  <a:lnTo>
                    <a:pt x="3181" y="6905"/>
                  </a:lnTo>
                  <a:lnTo>
                    <a:pt x="3202" y="7010"/>
                  </a:lnTo>
                  <a:lnTo>
                    <a:pt x="3306" y="7093"/>
                  </a:lnTo>
                  <a:lnTo>
                    <a:pt x="3202" y="7073"/>
                  </a:lnTo>
                  <a:lnTo>
                    <a:pt x="3160" y="7093"/>
                  </a:lnTo>
                  <a:lnTo>
                    <a:pt x="3160" y="7156"/>
                  </a:lnTo>
                  <a:lnTo>
                    <a:pt x="3097" y="7219"/>
                  </a:lnTo>
                  <a:lnTo>
                    <a:pt x="3160" y="7282"/>
                  </a:lnTo>
                  <a:lnTo>
                    <a:pt x="3160" y="7365"/>
                  </a:lnTo>
                  <a:lnTo>
                    <a:pt x="3139" y="7428"/>
                  </a:lnTo>
                  <a:lnTo>
                    <a:pt x="3202" y="7533"/>
                  </a:lnTo>
                  <a:lnTo>
                    <a:pt x="3244" y="7637"/>
                  </a:lnTo>
                  <a:lnTo>
                    <a:pt x="3348" y="7784"/>
                  </a:lnTo>
                  <a:lnTo>
                    <a:pt x="3474" y="7784"/>
                  </a:lnTo>
                  <a:lnTo>
                    <a:pt x="3578" y="7847"/>
                  </a:lnTo>
                  <a:lnTo>
                    <a:pt x="3704" y="7909"/>
                  </a:lnTo>
                  <a:lnTo>
                    <a:pt x="3808" y="7847"/>
                  </a:lnTo>
                  <a:lnTo>
                    <a:pt x="3829" y="7805"/>
                  </a:lnTo>
                  <a:lnTo>
                    <a:pt x="3892" y="7742"/>
                  </a:lnTo>
                  <a:lnTo>
                    <a:pt x="3913" y="7805"/>
                  </a:lnTo>
                  <a:lnTo>
                    <a:pt x="3871" y="7889"/>
                  </a:lnTo>
                  <a:lnTo>
                    <a:pt x="3892" y="7993"/>
                  </a:lnTo>
                  <a:lnTo>
                    <a:pt x="3913" y="8035"/>
                  </a:lnTo>
                  <a:lnTo>
                    <a:pt x="3997" y="7993"/>
                  </a:lnTo>
                  <a:lnTo>
                    <a:pt x="4143" y="7784"/>
                  </a:lnTo>
                  <a:lnTo>
                    <a:pt x="4143" y="7637"/>
                  </a:lnTo>
                  <a:lnTo>
                    <a:pt x="4101" y="7575"/>
                  </a:lnTo>
                  <a:lnTo>
                    <a:pt x="4039" y="7407"/>
                  </a:lnTo>
                  <a:lnTo>
                    <a:pt x="3934" y="7324"/>
                  </a:lnTo>
                  <a:lnTo>
                    <a:pt x="3976" y="7219"/>
                  </a:lnTo>
                  <a:lnTo>
                    <a:pt x="4101" y="6989"/>
                  </a:lnTo>
                  <a:lnTo>
                    <a:pt x="4185" y="6947"/>
                  </a:lnTo>
                  <a:lnTo>
                    <a:pt x="4248" y="7052"/>
                  </a:lnTo>
                  <a:lnTo>
                    <a:pt x="4290" y="7156"/>
                  </a:lnTo>
                  <a:lnTo>
                    <a:pt x="4332" y="7219"/>
                  </a:lnTo>
                  <a:lnTo>
                    <a:pt x="4332" y="7324"/>
                  </a:lnTo>
                  <a:lnTo>
                    <a:pt x="4394" y="7512"/>
                  </a:lnTo>
                  <a:lnTo>
                    <a:pt x="4415" y="7596"/>
                  </a:lnTo>
                  <a:lnTo>
                    <a:pt x="4415" y="7512"/>
                  </a:lnTo>
                  <a:lnTo>
                    <a:pt x="4415" y="7386"/>
                  </a:lnTo>
                  <a:lnTo>
                    <a:pt x="4352" y="7219"/>
                  </a:lnTo>
                  <a:lnTo>
                    <a:pt x="4394" y="7156"/>
                  </a:lnTo>
                  <a:lnTo>
                    <a:pt x="4436" y="7156"/>
                  </a:lnTo>
                  <a:lnTo>
                    <a:pt x="4499" y="7219"/>
                  </a:lnTo>
                  <a:lnTo>
                    <a:pt x="4499" y="7156"/>
                  </a:lnTo>
                  <a:lnTo>
                    <a:pt x="4541" y="7156"/>
                  </a:lnTo>
                  <a:lnTo>
                    <a:pt x="4604" y="6989"/>
                  </a:lnTo>
                  <a:lnTo>
                    <a:pt x="4562" y="6801"/>
                  </a:lnTo>
                  <a:lnTo>
                    <a:pt x="4499" y="6696"/>
                  </a:lnTo>
                  <a:lnTo>
                    <a:pt x="4436" y="6591"/>
                  </a:lnTo>
                  <a:lnTo>
                    <a:pt x="4436" y="6466"/>
                  </a:lnTo>
                  <a:lnTo>
                    <a:pt x="4415" y="6340"/>
                  </a:lnTo>
                  <a:lnTo>
                    <a:pt x="4352" y="6424"/>
                  </a:lnTo>
                  <a:lnTo>
                    <a:pt x="4352" y="6277"/>
                  </a:lnTo>
                  <a:lnTo>
                    <a:pt x="4352" y="6215"/>
                  </a:lnTo>
                  <a:lnTo>
                    <a:pt x="4311" y="6215"/>
                  </a:lnTo>
                  <a:lnTo>
                    <a:pt x="4227" y="6131"/>
                  </a:lnTo>
                  <a:lnTo>
                    <a:pt x="4248" y="6068"/>
                  </a:lnTo>
                  <a:lnTo>
                    <a:pt x="4332" y="6068"/>
                  </a:lnTo>
                  <a:lnTo>
                    <a:pt x="4332" y="5922"/>
                  </a:lnTo>
                  <a:lnTo>
                    <a:pt x="4248" y="5796"/>
                  </a:lnTo>
                  <a:lnTo>
                    <a:pt x="4248" y="5712"/>
                  </a:lnTo>
                  <a:lnTo>
                    <a:pt x="4185" y="5796"/>
                  </a:lnTo>
                  <a:lnTo>
                    <a:pt x="4080" y="5692"/>
                  </a:lnTo>
                  <a:lnTo>
                    <a:pt x="3913" y="5545"/>
                  </a:lnTo>
                  <a:lnTo>
                    <a:pt x="3892" y="5440"/>
                  </a:lnTo>
                  <a:lnTo>
                    <a:pt x="3871" y="5440"/>
                  </a:lnTo>
                  <a:lnTo>
                    <a:pt x="3767" y="5420"/>
                  </a:lnTo>
                  <a:lnTo>
                    <a:pt x="3767" y="5503"/>
                  </a:lnTo>
                  <a:cubicBezTo>
                    <a:pt x="3725" y="5482"/>
                    <a:pt x="3725" y="5420"/>
                    <a:pt x="3704" y="5399"/>
                  </a:cubicBezTo>
                  <a:lnTo>
                    <a:pt x="3704" y="5315"/>
                  </a:lnTo>
                  <a:lnTo>
                    <a:pt x="3662" y="5210"/>
                  </a:lnTo>
                  <a:lnTo>
                    <a:pt x="3662" y="5273"/>
                  </a:lnTo>
                  <a:cubicBezTo>
                    <a:pt x="3620" y="5231"/>
                    <a:pt x="3620" y="5210"/>
                    <a:pt x="3599" y="5189"/>
                  </a:cubicBezTo>
                  <a:lnTo>
                    <a:pt x="3683" y="5168"/>
                  </a:lnTo>
                  <a:lnTo>
                    <a:pt x="3683" y="5085"/>
                  </a:lnTo>
                  <a:lnTo>
                    <a:pt x="3578" y="4896"/>
                  </a:lnTo>
                  <a:lnTo>
                    <a:pt x="3495" y="4855"/>
                  </a:lnTo>
                  <a:lnTo>
                    <a:pt x="3474" y="4666"/>
                  </a:lnTo>
                  <a:lnTo>
                    <a:pt x="3411" y="4562"/>
                  </a:lnTo>
                  <a:cubicBezTo>
                    <a:pt x="3411" y="4541"/>
                    <a:pt x="3411" y="4541"/>
                    <a:pt x="3453" y="4499"/>
                  </a:cubicBezTo>
                  <a:cubicBezTo>
                    <a:pt x="3474" y="4478"/>
                    <a:pt x="3453" y="4457"/>
                    <a:pt x="3411" y="4436"/>
                  </a:cubicBezTo>
                  <a:lnTo>
                    <a:pt x="3390" y="4457"/>
                  </a:lnTo>
                  <a:lnTo>
                    <a:pt x="3411" y="4457"/>
                  </a:lnTo>
                  <a:lnTo>
                    <a:pt x="3411" y="4478"/>
                  </a:lnTo>
                  <a:cubicBezTo>
                    <a:pt x="3411" y="4478"/>
                    <a:pt x="3390" y="4478"/>
                    <a:pt x="3390" y="4499"/>
                  </a:cubicBezTo>
                  <a:lnTo>
                    <a:pt x="3390" y="4541"/>
                  </a:lnTo>
                  <a:lnTo>
                    <a:pt x="3306" y="4562"/>
                  </a:lnTo>
                  <a:lnTo>
                    <a:pt x="3202" y="4499"/>
                  </a:lnTo>
                  <a:lnTo>
                    <a:pt x="3139" y="4499"/>
                  </a:lnTo>
                  <a:lnTo>
                    <a:pt x="3181" y="4604"/>
                  </a:lnTo>
                  <a:lnTo>
                    <a:pt x="3181" y="4666"/>
                  </a:lnTo>
                  <a:cubicBezTo>
                    <a:pt x="3097" y="4687"/>
                    <a:pt x="3055" y="4708"/>
                    <a:pt x="2972" y="4750"/>
                  </a:cubicBezTo>
                  <a:lnTo>
                    <a:pt x="2972" y="4583"/>
                  </a:lnTo>
                  <a:lnTo>
                    <a:pt x="2930" y="4604"/>
                  </a:lnTo>
                  <a:lnTo>
                    <a:pt x="2888" y="4750"/>
                  </a:lnTo>
                  <a:lnTo>
                    <a:pt x="2888" y="4792"/>
                  </a:lnTo>
                  <a:lnTo>
                    <a:pt x="2783" y="4980"/>
                  </a:lnTo>
                  <a:lnTo>
                    <a:pt x="2783" y="5106"/>
                  </a:lnTo>
                  <a:lnTo>
                    <a:pt x="2741" y="5273"/>
                  </a:lnTo>
                  <a:lnTo>
                    <a:pt x="2658" y="5378"/>
                  </a:lnTo>
                  <a:lnTo>
                    <a:pt x="2658" y="5482"/>
                  </a:lnTo>
                  <a:cubicBezTo>
                    <a:pt x="2646" y="5459"/>
                    <a:pt x="2622" y="5443"/>
                    <a:pt x="2599" y="5443"/>
                  </a:cubicBezTo>
                  <a:cubicBezTo>
                    <a:pt x="2580" y="5443"/>
                    <a:pt x="2562" y="5454"/>
                    <a:pt x="2553" y="5482"/>
                  </a:cubicBezTo>
                  <a:lnTo>
                    <a:pt x="2553" y="5315"/>
                  </a:lnTo>
                  <a:lnTo>
                    <a:pt x="2637" y="4980"/>
                  </a:lnTo>
                  <a:lnTo>
                    <a:pt x="2741" y="4876"/>
                  </a:lnTo>
                  <a:lnTo>
                    <a:pt x="2741" y="4771"/>
                  </a:lnTo>
                  <a:lnTo>
                    <a:pt x="2658" y="4687"/>
                  </a:lnTo>
                  <a:lnTo>
                    <a:pt x="2616" y="4708"/>
                  </a:lnTo>
                  <a:lnTo>
                    <a:pt x="2532" y="4687"/>
                  </a:lnTo>
                  <a:lnTo>
                    <a:pt x="2448" y="4750"/>
                  </a:lnTo>
                  <a:lnTo>
                    <a:pt x="2448" y="4855"/>
                  </a:lnTo>
                  <a:cubicBezTo>
                    <a:pt x="2427" y="4792"/>
                    <a:pt x="2365" y="4708"/>
                    <a:pt x="2323" y="4666"/>
                  </a:cubicBezTo>
                  <a:lnTo>
                    <a:pt x="2427" y="4583"/>
                  </a:lnTo>
                  <a:lnTo>
                    <a:pt x="2469" y="4457"/>
                  </a:lnTo>
                  <a:lnTo>
                    <a:pt x="2532" y="4394"/>
                  </a:lnTo>
                  <a:lnTo>
                    <a:pt x="2553" y="4290"/>
                  </a:lnTo>
                  <a:lnTo>
                    <a:pt x="2511" y="4227"/>
                  </a:lnTo>
                  <a:lnTo>
                    <a:pt x="2427" y="4269"/>
                  </a:lnTo>
                  <a:lnTo>
                    <a:pt x="2344" y="4373"/>
                  </a:lnTo>
                  <a:lnTo>
                    <a:pt x="2260" y="4269"/>
                  </a:lnTo>
                  <a:lnTo>
                    <a:pt x="2197" y="4248"/>
                  </a:lnTo>
                  <a:lnTo>
                    <a:pt x="2009" y="4248"/>
                  </a:lnTo>
                  <a:lnTo>
                    <a:pt x="2030" y="4185"/>
                  </a:lnTo>
                  <a:lnTo>
                    <a:pt x="1946" y="4164"/>
                  </a:lnTo>
                  <a:lnTo>
                    <a:pt x="1842" y="406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4" name="Google Shape;7758;p67">
              <a:extLst>
                <a:ext uri="{FF2B5EF4-FFF2-40B4-BE49-F238E27FC236}">
                  <a16:creationId xmlns:a16="http://schemas.microsoft.com/office/drawing/2014/main" id="{B0D9D414-3570-B04B-0C08-50B385CA5DC7}"/>
                </a:ext>
              </a:extLst>
            </p:cNvPr>
            <p:cNvSpPr/>
            <p:nvPr/>
          </p:nvSpPr>
          <p:spPr>
            <a:xfrm>
              <a:off x="5472625" y="3375600"/>
              <a:ext cx="56000" cy="29325"/>
            </a:xfrm>
            <a:custGeom>
              <a:avLst/>
              <a:gdLst/>
              <a:ahLst/>
              <a:cxnLst/>
              <a:rect l="l" t="t" r="r" b="b"/>
              <a:pathLst>
                <a:path w="2240" h="1173" extrusionOk="0">
                  <a:moveTo>
                    <a:pt x="2177" y="1"/>
                  </a:moveTo>
                  <a:lnTo>
                    <a:pt x="1968" y="43"/>
                  </a:lnTo>
                  <a:lnTo>
                    <a:pt x="1821" y="43"/>
                  </a:lnTo>
                  <a:lnTo>
                    <a:pt x="1675" y="64"/>
                  </a:lnTo>
                  <a:lnTo>
                    <a:pt x="1570" y="64"/>
                  </a:lnTo>
                  <a:lnTo>
                    <a:pt x="1424" y="105"/>
                  </a:lnTo>
                  <a:lnTo>
                    <a:pt x="1193" y="105"/>
                  </a:lnTo>
                  <a:lnTo>
                    <a:pt x="1005" y="252"/>
                  </a:lnTo>
                  <a:lnTo>
                    <a:pt x="880" y="315"/>
                  </a:lnTo>
                  <a:lnTo>
                    <a:pt x="817" y="336"/>
                  </a:lnTo>
                  <a:lnTo>
                    <a:pt x="712" y="357"/>
                  </a:lnTo>
                  <a:lnTo>
                    <a:pt x="628" y="377"/>
                  </a:lnTo>
                  <a:lnTo>
                    <a:pt x="482" y="419"/>
                  </a:lnTo>
                  <a:lnTo>
                    <a:pt x="398" y="482"/>
                  </a:lnTo>
                  <a:lnTo>
                    <a:pt x="377" y="524"/>
                  </a:lnTo>
                  <a:lnTo>
                    <a:pt x="252" y="587"/>
                  </a:lnTo>
                  <a:lnTo>
                    <a:pt x="210" y="733"/>
                  </a:lnTo>
                  <a:lnTo>
                    <a:pt x="105" y="880"/>
                  </a:lnTo>
                  <a:lnTo>
                    <a:pt x="84" y="942"/>
                  </a:lnTo>
                  <a:lnTo>
                    <a:pt x="147" y="984"/>
                  </a:lnTo>
                  <a:lnTo>
                    <a:pt x="147" y="1047"/>
                  </a:lnTo>
                  <a:lnTo>
                    <a:pt x="84" y="1047"/>
                  </a:lnTo>
                  <a:lnTo>
                    <a:pt x="43" y="1005"/>
                  </a:lnTo>
                  <a:lnTo>
                    <a:pt x="1" y="1110"/>
                  </a:lnTo>
                  <a:lnTo>
                    <a:pt x="63" y="1173"/>
                  </a:lnTo>
                  <a:lnTo>
                    <a:pt x="252" y="1152"/>
                  </a:lnTo>
                  <a:lnTo>
                    <a:pt x="419" y="1047"/>
                  </a:lnTo>
                  <a:lnTo>
                    <a:pt x="503" y="1005"/>
                  </a:lnTo>
                  <a:lnTo>
                    <a:pt x="608" y="1005"/>
                  </a:lnTo>
                  <a:lnTo>
                    <a:pt x="712" y="942"/>
                  </a:lnTo>
                  <a:lnTo>
                    <a:pt x="796" y="838"/>
                  </a:lnTo>
                  <a:lnTo>
                    <a:pt x="1005" y="670"/>
                  </a:lnTo>
                  <a:lnTo>
                    <a:pt x="1047" y="587"/>
                  </a:lnTo>
                  <a:lnTo>
                    <a:pt x="1110" y="566"/>
                  </a:lnTo>
                  <a:lnTo>
                    <a:pt x="1131" y="566"/>
                  </a:lnTo>
                  <a:lnTo>
                    <a:pt x="1235" y="461"/>
                  </a:lnTo>
                  <a:lnTo>
                    <a:pt x="1340" y="440"/>
                  </a:lnTo>
                  <a:lnTo>
                    <a:pt x="1444" y="440"/>
                  </a:lnTo>
                  <a:lnTo>
                    <a:pt x="1675" y="419"/>
                  </a:lnTo>
                  <a:lnTo>
                    <a:pt x="1842" y="315"/>
                  </a:lnTo>
                  <a:lnTo>
                    <a:pt x="2030" y="252"/>
                  </a:lnTo>
                  <a:lnTo>
                    <a:pt x="2051" y="168"/>
                  </a:lnTo>
                  <a:lnTo>
                    <a:pt x="2135" y="168"/>
                  </a:lnTo>
                  <a:lnTo>
                    <a:pt x="2240" y="105"/>
                  </a:lnTo>
                  <a:lnTo>
                    <a:pt x="2240" y="43"/>
                  </a:lnTo>
                  <a:lnTo>
                    <a:pt x="217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25" name="Google Shape;7759;p67">
              <a:extLst>
                <a:ext uri="{FF2B5EF4-FFF2-40B4-BE49-F238E27FC236}">
                  <a16:creationId xmlns:a16="http://schemas.microsoft.com/office/drawing/2014/main" id="{5244A99A-2F59-2E62-7588-2B3F0CAD0192}"/>
                </a:ext>
              </a:extLst>
            </p:cNvPr>
            <p:cNvGrpSpPr/>
            <p:nvPr/>
          </p:nvGrpSpPr>
          <p:grpSpPr>
            <a:xfrm>
              <a:off x="5068275" y="3161675"/>
              <a:ext cx="664875" cy="222850"/>
              <a:chOff x="5068275" y="3161675"/>
              <a:chExt cx="664875" cy="222850"/>
            </a:xfrm>
            <a:grpFill/>
          </p:grpSpPr>
          <p:sp>
            <p:nvSpPr>
              <p:cNvPr id="771" name="Google Shape;7760;p67">
                <a:extLst>
                  <a:ext uri="{FF2B5EF4-FFF2-40B4-BE49-F238E27FC236}">
                    <a16:creationId xmlns:a16="http://schemas.microsoft.com/office/drawing/2014/main" id="{24081518-F1EB-9A8E-4C26-CEC10CA67191}"/>
                  </a:ext>
                </a:extLst>
              </p:cNvPr>
              <p:cNvSpPr/>
              <p:nvPr/>
            </p:nvSpPr>
            <p:spPr>
              <a:xfrm>
                <a:off x="5408300" y="3224425"/>
                <a:ext cx="96775" cy="107800"/>
              </a:xfrm>
              <a:custGeom>
                <a:avLst/>
                <a:gdLst/>
                <a:ahLst/>
                <a:cxnLst/>
                <a:rect l="l" t="t" r="r" b="b"/>
                <a:pathLst>
                  <a:path w="3871" h="4312" extrusionOk="0">
                    <a:moveTo>
                      <a:pt x="3620" y="1"/>
                    </a:moveTo>
                    <a:lnTo>
                      <a:pt x="3515" y="43"/>
                    </a:lnTo>
                    <a:lnTo>
                      <a:pt x="3494" y="147"/>
                    </a:lnTo>
                    <a:lnTo>
                      <a:pt x="3390" y="231"/>
                    </a:lnTo>
                    <a:lnTo>
                      <a:pt x="3390" y="294"/>
                    </a:lnTo>
                    <a:lnTo>
                      <a:pt x="3285" y="357"/>
                    </a:lnTo>
                    <a:lnTo>
                      <a:pt x="3181" y="398"/>
                    </a:lnTo>
                    <a:lnTo>
                      <a:pt x="3139" y="461"/>
                    </a:lnTo>
                    <a:lnTo>
                      <a:pt x="2992" y="503"/>
                    </a:lnTo>
                    <a:lnTo>
                      <a:pt x="2720" y="440"/>
                    </a:lnTo>
                    <a:lnTo>
                      <a:pt x="2469" y="419"/>
                    </a:lnTo>
                    <a:lnTo>
                      <a:pt x="2448" y="503"/>
                    </a:lnTo>
                    <a:lnTo>
                      <a:pt x="2406" y="503"/>
                    </a:lnTo>
                    <a:lnTo>
                      <a:pt x="2260" y="398"/>
                    </a:lnTo>
                    <a:lnTo>
                      <a:pt x="2092" y="398"/>
                    </a:lnTo>
                    <a:lnTo>
                      <a:pt x="1988" y="357"/>
                    </a:lnTo>
                    <a:lnTo>
                      <a:pt x="1820" y="336"/>
                    </a:lnTo>
                    <a:lnTo>
                      <a:pt x="1737" y="398"/>
                    </a:lnTo>
                    <a:lnTo>
                      <a:pt x="1674" y="336"/>
                    </a:lnTo>
                    <a:lnTo>
                      <a:pt x="1569" y="231"/>
                    </a:lnTo>
                    <a:lnTo>
                      <a:pt x="1381" y="210"/>
                    </a:lnTo>
                    <a:lnTo>
                      <a:pt x="1276" y="210"/>
                    </a:lnTo>
                    <a:lnTo>
                      <a:pt x="1276" y="336"/>
                    </a:lnTo>
                    <a:lnTo>
                      <a:pt x="1193" y="398"/>
                    </a:lnTo>
                    <a:lnTo>
                      <a:pt x="1151" y="503"/>
                    </a:lnTo>
                    <a:lnTo>
                      <a:pt x="1067" y="566"/>
                    </a:lnTo>
                    <a:lnTo>
                      <a:pt x="900" y="524"/>
                    </a:lnTo>
                    <a:lnTo>
                      <a:pt x="774" y="545"/>
                    </a:lnTo>
                    <a:lnTo>
                      <a:pt x="712" y="608"/>
                    </a:lnTo>
                    <a:lnTo>
                      <a:pt x="753" y="650"/>
                    </a:lnTo>
                    <a:lnTo>
                      <a:pt x="586" y="775"/>
                    </a:lnTo>
                    <a:lnTo>
                      <a:pt x="586" y="942"/>
                    </a:lnTo>
                    <a:lnTo>
                      <a:pt x="628" y="1047"/>
                    </a:lnTo>
                    <a:lnTo>
                      <a:pt x="628" y="1235"/>
                    </a:lnTo>
                    <a:lnTo>
                      <a:pt x="586" y="1298"/>
                    </a:lnTo>
                    <a:lnTo>
                      <a:pt x="649" y="1445"/>
                    </a:lnTo>
                    <a:lnTo>
                      <a:pt x="670" y="1549"/>
                    </a:lnTo>
                    <a:lnTo>
                      <a:pt x="628" y="1486"/>
                    </a:lnTo>
                    <a:lnTo>
                      <a:pt x="565" y="1403"/>
                    </a:lnTo>
                    <a:lnTo>
                      <a:pt x="523" y="1445"/>
                    </a:lnTo>
                    <a:lnTo>
                      <a:pt x="440" y="1507"/>
                    </a:lnTo>
                    <a:lnTo>
                      <a:pt x="335" y="1570"/>
                    </a:lnTo>
                    <a:lnTo>
                      <a:pt x="314" y="1675"/>
                    </a:lnTo>
                    <a:lnTo>
                      <a:pt x="335" y="1800"/>
                    </a:lnTo>
                    <a:lnTo>
                      <a:pt x="314" y="1905"/>
                    </a:lnTo>
                    <a:lnTo>
                      <a:pt x="335" y="2135"/>
                    </a:lnTo>
                    <a:lnTo>
                      <a:pt x="314" y="2198"/>
                    </a:lnTo>
                    <a:lnTo>
                      <a:pt x="272" y="2303"/>
                    </a:lnTo>
                    <a:lnTo>
                      <a:pt x="188" y="2323"/>
                    </a:lnTo>
                    <a:lnTo>
                      <a:pt x="188" y="2449"/>
                    </a:lnTo>
                    <a:lnTo>
                      <a:pt x="63" y="2554"/>
                    </a:lnTo>
                    <a:lnTo>
                      <a:pt x="42" y="2721"/>
                    </a:lnTo>
                    <a:lnTo>
                      <a:pt x="42" y="2763"/>
                    </a:lnTo>
                    <a:lnTo>
                      <a:pt x="0" y="2826"/>
                    </a:lnTo>
                    <a:lnTo>
                      <a:pt x="63" y="3035"/>
                    </a:lnTo>
                    <a:lnTo>
                      <a:pt x="126" y="3139"/>
                    </a:lnTo>
                    <a:lnTo>
                      <a:pt x="168" y="3119"/>
                    </a:lnTo>
                    <a:lnTo>
                      <a:pt x="251" y="3119"/>
                    </a:lnTo>
                    <a:lnTo>
                      <a:pt x="335" y="3056"/>
                    </a:lnTo>
                    <a:lnTo>
                      <a:pt x="377" y="3077"/>
                    </a:lnTo>
                    <a:lnTo>
                      <a:pt x="419" y="3223"/>
                    </a:lnTo>
                    <a:lnTo>
                      <a:pt x="523" y="3495"/>
                    </a:lnTo>
                    <a:lnTo>
                      <a:pt x="481" y="3558"/>
                    </a:lnTo>
                    <a:lnTo>
                      <a:pt x="440" y="3704"/>
                    </a:lnTo>
                    <a:lnTo>
                      <a:pt x="356" y="3851"/>
                    </a:lnTo>
                    <a:lnTo>
                      <a:pt x="356" y="4081"/>
                    </a:lnTo>
                    <a:lnTo>
                      <a:pt x="356" y="4269"/>
                    </a:lnTo>
                    <a:lnTo>
                      <a:pt x="440" y="4269"/>
                    </a:lnTo>
                    <a:lnTo>
                      <a:pt x="523" y="4311"/>
                    </a:lnTo>
                    <a:lnTo>
                      <a:pt x="628" y="4311"/>
                    </a:lnTo>
                    <a:lnTo>
                      <a:pt x="670" y="4269"/>
                    </a:lnTo>
                    <a:lnTo>
                      <a:pt x="774" y="4290"/>
                    </a:lnTo>
                    <a:lnTo>
                      <a:pt x="879" y="4269"/>
                    </a:lnTo>
                    <a:lnTo>
                      <a:pt x="963" y="4311"/>
                    </a:lnTo>
                    <a:lnTo>
                      <a:pt x="984" y="4227"/>
                    </a:lnTo>
                    <a:lnTo>
                      <a:pt x="963" y="4102"/>
                    </a:lnTo>
                    <a:lnTo>
                      <a:pt x="879" y="4060"/>
                    </a:lnTo>
                    <a:lnTo>
                      <a:pt x="858" y="3914"/>
                    </a:lnTo>
                    <a:lnTo>
                      <a:pt x="942" y="3809"/>
                    </a:lnTo>
                    <a:lnTo>
                      <a:pt x="963" y="3600"/>
                    </a:lnTo>
                    <a:lnTo>
                      <a:pt x="942" y="3432"/>
                    </a:lnTo>
                    <a:lnTo>
                      <a:pt x="879" y="3391"/>
                    </a:lnTo>
                    <a:lnTo>
                      <a:pt x="1004" y="3223"/>
                    </a:lnTo>
                    <a:lnTo>
                      <a:pt x="1046" y="3056"/>
                    </a:lnTo>
                    <a:lnTo>
                      <a:pt x="1004" y="2909"/>
                    </a:lnTo>
                    <a:lnTo>
                      <a:pt x="942" y="2826"/>
                    </a:lnTo>
                    <a:lnTo>
                      <a:pt x="942" y="2763"/>
                    </a:lnTo>
                    <a:lnTo>
                      <a:pt x="1067" y="2700"/>
                    </a:lnTo>
                    <a:lnTo>
                      <a:pt x="1088" y="2616"/>
                    </a:lnTo>
                    <a:lnTo>
                      <a:pt x="1214" y="2595"/>
                    </a:lnTo>
                    <a:lnTo>
                      <a:pt x="1318" y="2637"/>
                    </a:lnTo>
                    <a:lnTo>
                      <a:pt x="1318" y="2700"/>
                    </a:lnTo>
                    <a:lnTo>
                      <a:pt x="1381" y="2763"/>
                    </a:lnTo>
                    <a:lnTo>
                      <a:pt x="1381" y="2909"/>
                    </a:lnTo>
                    <a:lnTo>
                      <a:pt x="1276" y="3014"/>
                    </a:lnTo>
                    <a:lnTo>
                      <a:pt x="1276" y="3119"/>
                    </a:lnTo>
                    <a:lnTo>
                      <a:pt x="1318" y="3223"/>
                    </a:lnTo>
                    <a:lnTo>
                      <a:pt x="1402" y="3244"/>
                    </a:lnTo>
                    <a:lnTo>
                      <a:pt x="1486" y="3328"/>
                    </a:lnTo>
                    <a:lnTo>
                      <a:pt x="1611" y="3391"/>
                    </a:lnTo>
                    <a:lnTo>
                      <a:pt x="1632" y="3495"/>
                    </a:lnTo>
                    <a:lnTo>
                      <a:pt x="1590" y="3495"/>
                    </a:lnTo>
                    <a:lnTo>
                      <a:pt x="1569" y="3704"/>
                    </a:lnTo>
                    <a:lnTo>
                      <a:pt x="1590" y="3851"/>
                    </a:lnTo>
                    <a:lnTo>
                      <a:pt x="1674" y="3872"/>
                    </a:lnTo>
                    <a:lnTo>
                      <a:pt x="1737" y="3851"/>
                    </a:lnTo>
                    <a:lnTo>
                      <a:pt x="1883" y="3893"/>
                    </a:lnTo>
                    <a:lnTo>
                      <a:pt x="1946" y="3872"/>
                    </a:lnTo>
                    <a:lnTo>
                      <a:pt x="1946" y="3851"/>
                    </a:lnTo>
                    <a:lnTo>
                      <a:pt x="1925" y="3746"/>
                    </a:lnTo>
                    <a:lnTo>
                      <a:pt x="2030" y="3663"/>
                    </a:lnTo>
                    <a:lnTo>
                      <a:pt x="2113" y="3642"/>
                    </a:lnTo>
                    <a:lnTo>
                      <a:pt x="2260" y="3558"/>
                    </a:lnTo>
                    <a:lnTo>
                      <a:pt x="2427" y="3579"/>
                    </a:lnTo>
                    <a:lnTo>
                      <a:pt x="2511" y="3495"/>
                    </a:lnTo>
                    <a:lnTo>
                      <a:pt x="2532" y="3537"/>
                    </a:lnTo>
                    <a:lnTo>
                      <a:pt x="2616" y="3537"/>
                    </a:lnTo>
                    <a:lnTo>
                      <a:pt x="2657" y="3453"/>
                    </a:lnTo>
                    <a:lnTo>
                      <a:pt x="2657" y="3391"/>
                    </a:lnTo>
                    <a:lnTo>
                      <a:pt x="2511" y="3370"/>
                    </a:lnTo>
                    <a:lnTo>
                      <a:pt x="2448" y="3391"/>
                    </a:lnTo>
                    <a:lnTo>
                      <a:pt x="2281" y="3391"/>
                    </a:lnTo>
                    <a:lnTo>
                      <a:pt x="2281" y="3328"/>
                    </a:lnTo>
                    <a:lnTo>
                      <a:pt x="2239" y="3328"/>
                    </a:lnTo>
                    <a:lnTo>
                      <a:pt x="2239" y="3244"/>
                    </a:lnTo>
                    <a:lnTo>
                      <a:pt x="2197" y="3244"/>
                    </a:lnTo>
                    <a:lnTo>
                      <a:pt x="2134" y="3265"/>
                    </a:lnTo>
                    <a:lnTo>
                      <a:pt x="2134" y="3223"/>
                    </a:lnTo>
                    <a:lnTo>
                      <a:pt x="2030" y="3181"/>
                    </a:lnTo>
                    <a:lnTo>
                      <a:pt x="2009" y="3119"/>
                    </a:lnTo>
                    <a:lnTo>
                      <a:pt x="2051" y="3035"/>
                    </a:lnTo>
                    <a:lnTo>
                      <a:pt x="2092" y="2972"/>
                    </a:lnTo>
                    <a:lnTo>
                      <a:pt x="2134" y="3014"/>
                    </a:lnTo>
                    <a:lnTo>
                      <a:pt x="2134" y="3014"/>
                    </a:lnTo>
                    <a:lnTo>
                      <a:pt x="2113" y="2930"/>
                    </a:lnTo>
                    <a:lnTo>
                      <a:pt x="2155" y="2930"/>
                    </a:lnTo>
                    <a:lnTo>
                      <a:pt x="2197" y="2867"/>
                    </a:lnTo>
                    <a:lnTo>
                      <a:pt x="2134" y="2826"/>
                    </a:lnTo>
                    <a:lnTo>
                      <a:pt x="2051" y="2805"/>
                    </a:lnTo>
                    <a:lnTo>
                      <a:pt x="2092" y="2742"/>
                    </a:lnTo>
                    <a:lnTo>
                      <a:pt x="2051" y="2658"/>
                    </a:lnTo>
                    <a:lnTo>
                      <a:pt x="1988" y="2616"/>
                    </a:lnTo>
                    <a:lnTo>
                      <a:pt x="1904" y="2616"/>
                    </a:lnTo>
                    <a:lnTo>
                      <a:pt x="1883" y="2491"/>
                    </a:lnTo>
                    <a:lnTo>
                      <a:pt x="1716" y="2323"/>
                    </a:lnTo>
                    <a:lnTo>
                      <a:pt x="1611" y="2240"/>
                    </a:lnTo>
                    <a:lnTo>
                      <a:pt x="1569" y="2135"/>
                    </a:lnTo>
                    <a:lnTo>
                      <a:pt x="1569" y="2093"/>
                    </a:lnTo>
                    <a:lnTo>
                      <a:pt x="1611" y="2093"/>
                    </a:lnTo>
                    <a:lnTo>
                      <a:pt x="1632" y="2177"/>
                    </a:lnTo>
                    <a:lnTo>
                      <a:pt x="1737" y="2177"/>
                    </a:lnTo>
                    <a:lnTo>
                      <a:pt x="1841" y="2093"/>
                    </a:lnTo>
                    <a:lnTo>
                      <a:pt x="1883" y="2010"/>
                    </a:lnTo>
                    <a:lnTo>
                      <a:pt x="2092" y="1926"/>
                    </a:lnTo>
                    <a:lnTo>
                      <a:pt x="2260" y="1800"/>
                    </a:lnTo>
                    <a:lnTo>
                      <a:pt x="2344" y="1675"/>
                    </a:lnTo>
                    <a:lnTo>
                      <a:pt x="2448" y="1612"/>
                    </a:lnTo>
                    <a:lnTo>
                      <a:pt x="2448" y="1549"/>
                    </a:lnTo>
                    <a:lnTo>
                      <a:pt x="2574" y="1507"/>
                    </a:lnTo>
                    <a:lnTo>
                      <a:pt x="2678" y="1570"/>
                    </a:lnTo>
                    <a:lnTo>
                      <a:pt x="2762" y="1591"/>
                    </a:lnTo>
                    <a:lnTo>
                      <a:pt x="2867" y="1445"/>
                    </a:lnTo>
                    <a:lnTo>
                      <a:pt x="2867" y="1361"/>
                    </a:lnTo>
                    <a:lnTo>
                      <a:pt x="2741" y="1298"/>
                    </a:lnTo>
                    <a:lnTo>
                      <a:pt x="2469" y="1340"/>
                    </a:lnTo>
                    <a:lnTo>
                      <a:pt x="2364" y="1403"/>
                    </a:lnTo>
                    <a:lnTo>
                      <a:pt x="2197" y="1403"/>
                    </a:lnTo>
                    <a:lnTo>
                      <a:pt x="2113" y="1445"/>
                    </a:lnTo>
                    <a:lnTo>
                      <a:pt x="2009" y="1549"/>
                    </a:lnTo>
                    <a:lnTo>
                      <a:pt x="1820" y="1549"/>
                    </a:lnTo>
                    <a:lnTo>
                      <a:pt x="1716" y="1486"/>
                    </a:lnTo>
                    <a:lnTo>
                      <a:pt x="1611" y="1466"/>
                    </a:lnTo>
                    <a:lnTo>
                      <a:pt x="1507" y="1591"/>
                    </a:lnTo>
                    <a:lnTo>
                      <a:pt x="1423" y="1800"/>
                    </a:lnTo>
                    <a:lnTo>
                      <a:pt x="1297" y="1863"/>
                    </a:lnTo>
                    <a:lnTo>
                      <a:pt x="1193" y="1821"/>
                    </a:lnTo>
                    <a:lnTo>
                      <a:pt x="1172" y="1779"/>
                    </a:lnTo>
                    <a:lnTo>
                      <a:pt x="1004" y="1612"/>
                    </a:lnTo>
                    <a:lnTo>
                      <a:pt x="858" y="1486"/>
                    </a:lnTo>
                    <a:lnTo>
                      <a:pt x="774" y="1277"/>
                    </a:lnTo>
                    <a:lnTo>
                      <a:pt x="795" y="1047"/>
                    </a:lnTo>
                    <a:lnTo>
                      <a:pt x="879" y="838"/>
                    </a:lnTo>
                    <a:lnTo>
                      <a:pt x="984" y="733"/>
                    </a:lnTo>
                    <a:lnTo>
                      <a:pt x="1109" y="670"/>
                    </a:lnTo>
                    <a:lnTo>
                      <a:pt x="1276" y="754"/>
                    </a:lnTo>
                    <a:lnTo>
                      <a:pt x="1465" y="775"/>
                    </a:lnTo>
                    <a:lnTo>
                      <a:pt x="1674" y="670"/>
                    </a:lnTo>
                    <a:lnTo>
                      <a:pt x="1820" y="670"/>
                    </a:lnTo>
                    <a:lnTo>
                      <a:pt x="1883" y="754"/>
                    </a:lnTo>
                    <a:lnTo>
                      <a:pt x="1988" y="754"/>
                    </a:lnTo>
                    <a:lnTo>
                      <a:pt x="2051" y="712"/>
                    </a:lnTo>
                    <a:lnTo>
                      <a:pt x="2281" y="733"/>
                    </a:lnTo>
                    <a:lnTo>
                      <a:pt x="2427" y="733"/>
                    </a:lnTo>
                    <a:lnTo>
                      <a:pt x="2448" y="712"/>
                    </a:lnTo>
                    <a:lnTo>
                      <a:pt x="2574" y="712"/>
                    </a:lnTo>
                    <a:lnTo>
                      <a:pt x="2678" y="754"/>
                    </a:lnTo>
                    <a:lnTo>
                      <a:pt x="2720" y="817"/>
                    </a:lnTo>
                    <a:lnTo>
                      <a:pt x="2825" y="859"/>
                    </a:lnTo>
                    <a:lnTo>
                      <a:pt x="3264" y="754"/>
                    </a:lnTo>
                    <a:lnTo>
                      <a:pt x="3453" y="629"/>
                    </a:lnTo>
                    <a:lnTo>
                      <a:pt x="3494" y="524"/>
                    </a:lnTo>
                    <a:lnTo>
                      <a:pt x="3578" y="524"/>
                    </a:lnTo>
                    <a:lnTo>
                      <a:pt x="3620" y="440"/>
                    </a:lnTo>
                    <a:lnTo>
                      <a:pt x="3704" y="398"/>
                    </a:lnTo>
                    <a:lnTo>
                      <a:pt x="3766" y="294"/>
                    </a:lnTo>
                    <a:lnTo>
                      <a:pt x="3808" y="210"/>
                    </a:lnTo>
                    <a:lnTo>
                      <a:pt x="3871" y="147"/>
                    </a:lnTo>
                    <a:lnTo>
                      <a:pt x="3808" y="106"/>
                    </a:lnTo>
                    <a:lnTo>
                      <a:pt x="3787" y="43"/>
                    </a:lnTo>
                    <a:lnTo>
                      <a:pt x="3620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2" name="Google Shape;7761;p67">
                <a:extLst>
                  <a:ext uri="{FF2B5EF4-FFF2-40B4-BE49-F238E27FC236}">
                    <a16:creationId xmlns:a16="http://schemas.microsoft.com/office/drawing/2014/main" id="{8BD3C909-A169-9B2C-19AD-26CF3438AE7C}"/>
                  </a:ext>
                </a:extLst>
              </p:cNvPr>
              <p:cNvSpPr/>
              <p:nvPr/>
            </p:nvSpPr>
            <p:spPr>
              <a:xfrm>
                <a:off x="5587700" y="3253200"/>
                <a:ext cx="145450" cy="131325"/>
              </a:xfrm>
              <a:custGeom>
                <a:avLst/>
                <a:gdLst/>
                <a:ahLst/>
                <a:cxnLst/>
                <a:rect l="l" t="t" r="r" b="b"/>
                <a:pathLst>
                  <a:path w="5818" h="5253" extrusionOk="0">
                    <a:moveTo>
                      <a:pt x="922" y="1"/>
                    </a:moveTo>
                    <a:lnTo>
                      <a:pt x="775" y="22"/>
                    </a:lnTo>
                    <a:lnTo>
                      <a:pt x="712" y="84"/>
                    </a:lnTo>
                    <a:lnTo>
                      <a:pt x="566" y="189"/>
                    </a:lnTo>
                    <a:lnTo>
                      <a:pt x="482" y="210"/>
                    </a:lnTo>
                    <a:lnTo>
                      <a:pt x="398" y="294"/>
                    </a:lnTo>
                    <a:lnTo>
                      <a:pt x="252" y="294"/>
                    </a:lnTo>
                    <a:lnTo>
                      <a:pt x="147" y="356"/>
                    </a:lnTo>
                    <a:lnTo>
                      <a:pt x="189" y="440"/>
                    </a:lnTo>
                    <a:lnTo>
                      <a:pt x="168" y="524"/>
                    </a:lnTo>
                    <a:lnTo>
                      <a:pt x="43" y="608"/>
                    </a:lnTo>
                    <a:lnTo>
                      <a:pt x="1" y="670"/>
                    </a:lnTo>
                    <a:lnTo>
                      <a:pt x="147" y="712"/>
                    </a:lnTo>
                    <a:lnTo>
                      <a:pt x="252" y="649"/>
                    </a:lnTo>
                    <a:lnTo>
                      <a:pt x="273" y="608"/>
                    </a:lnTo>
                    <a:lnTo>
                      <a:pt x="315" y="670"/>
                    </a:lnTo>
                    <a:lnTo>
                      <a:pt x="503" y="754"/>
                    </a:lnTo>
                    <a:lnTo>
                      <a:pt x="566" y="859"/>
                    </a:lnTo>
                    <a:lnTo>
                      <a:pt x="524" y="921"/>
                    </a:lnTo>
                    <a:lnTo>
                      <a:pt x="566" y="1047"/>
                    </a:lnTo>
                    <a:lnTo>
                      <a:pt x="691" y="1131"/>
                    </a:lnTo>
                    <a:lnTo>
                      <a:pt x="796" y="1152"/>
                    </a:lnTo>
                    <a:lnTo>
                      <a:pt x="901" y="1131"/>
                    </a:lnTo>
                    <a:lnTo>
                      <a:pt x="984" y="1172"/>
                    </a:lnTo>
                    <a:lnTo>
                      <a:pt x="1026" y="1131"/>
                    </a:lnTo>
                    <a:lnTo>
                      <a:pt x="1110" y="1152"/>
                    </a:lnTo>
                    <a:lnTo>
                      <a:pt x="1298" y="1131"/>
                    </a:lnTo>
                    <a:lnTo>
                      <a:pt x="1340" y="1152"/>
                    </a:lnTo>
                    <a:lnTo>
                      <a:pt x="1424" y="1131"/>
                    </a:lnTo>
                    <a:lnTo>
                      <a:pt x="1361" y="1068"/>
                    </a:lnTo>
                    <a:lnTo>
                      <a:pt x="1654" y="1089"/>
                    </a:lnTo>
                    <a:lnTo>
                      <a:pt x="1717" y="1172"/>
                    </a:lnTo>
                    <a:lnTo>
                      <a:pt x="1675" y="1298"/>
                    </a:lnTo>
                    <a:lnTo>
                      <a:pt x="1633" y="1277"/>
                    </a:lnTo>
                    <a:lnTo>
                      <a:pt x="1549" y="1361"/>
                    </a:lnTo>
                    <a:lnTo>
                      <a:pt x="1507" y="1465"/>
                    </a:lnTo>
                    <a:lnTo>
                      <a:pt x="1445" y="1361"/>
                    </a:lnTo>
                    <a:lnTo>
                      <a:pt x="1256" y="1277"/>
                    </a:lnTo>
                    <a:lnTo>
                      <a:pt x="1194" y="1298"/>
                    </a:lnTo>
                    <a:lnTo>
                      <a:pt x="1131" y="1465"/>
                    </a:lnTo>
                    <a:lnTo>
                      <a:pt x="1026" y="1507"/>
                    </a:lnTo>
                    <a:lnTo>
                      <a:pt x="922" y="1465"/>
                    </a:lnTo>
                    <a:lnTo>
                      <a:pt x="817" y="1465"/>
                    </a:lnTo>
                    <a:lnTo>
                      <a:pt x="775" y="1403"/>
                    </a:lnTo>
                    <a:lnTo>
                      <a:pt x="629" y="1444"/>
                    </a:lnTo>
                    <a:lnTo>
                      <a:pt x="566" y="1507"/>
                    </a:lnTo>
                    <a:lnTo>
                      <a:pt x="608" y="1570"/>
                    </a:lnTo>
                    <a:lnTo>
                      <a:pt x="733" y="1591"/>
                    </a:lnTo>
                    <a:lnTo>
                      <a:pt x="838" y="1654"/>
                    </a:lnTo>
                    <a:lnTo>
                      <a:pt x="901" y="1779"/>
                    </a:lnTo>
                    <a:lnTo>
                      <a:pt x="942" y="1821"/>
                    </a:lnTo>
                    <a:lnTo>
                      <a:pt x="1005" y="1800"/>
                    </a:lnTo>
                    <a:lnTo>
                      <a:pt x="1026" y="1884"/>
                    </a:lnTo>
                    <a:lnTo>
                      <a:pt x="1026" y="1968"/>
                    </a:lnTo>
                    <a:lnTo>
                      <a:pt x="984" y="1988"/>
                    </a:lnTo>
                    <a:lnTo>
                      <a:pt x="942" y="2072"/>
                    </a:lnTo>
                    <a:lnTo>
                      <a:pt x="1047" y="2240"/>
                    </a:lnTo>
                    <a:lnTo>
                      <a:pt x="1152" y="2281"/>
                    </a:lnTo>
                    <a:lnTo>
                      <a:pt x="1256" y="2240"/>
                    </a:lnTo>
                    <a:lnTo>
                      <a:pt x="1403" y="2114"/>
                    </a:lnTo>
                    <a:lnTo>
                      <a:pt x="1361" y="2009"/>
                    </a:lnTo>
                    <a:lnTo>
                      <a:pt x="1466" y="1863"/>
                    </a:lnTo>
                    <a:lnTo>
                      <a:pt x="1507" y="1821"/>
                    </a:lnTo>
                    <a:lnTo>
                      <a:pt x="1528" y="1758"/>
                    </a:lnTo>
                    <a:lnTo>
                      <a:pt x="1570" y="1612"/>
                    </a:lnTo>
                    <a:lnTo>
                      <a:pt x="1633" y="1507"/>
                    </a:lnTo>
                    <a:lnTo>
                      <a:pt x="1633" y="1654"/>
                    </a:lnTo>
                    <a:lnTo>
                      <a:pt x="1549" y="1716"/>
                    </a:lnTo>
                    <a:lnTo>
                      <a:pt x="1612" y="1863"/>
                    </a:lnTo>
                    <a:lnTo>
                      <a:pt x="1654" y="1988"/>
                    </a:lnTo>
                    <a:lnTo>
                      <a:pt x="1717" y="2072"/>
                    </a:lnTo>
                    <a:lnTo>
                      <a:pt x="1738" y="2009"/>
                    </a:lnTo>
                    <a:lnTo>
                      <a:pt x="1779" y="2009"/>
                    </a:lnTo>
                    <a:lnTo>
                      <a:pt x="1842" y="2030"/>
                    </a:lnTo>
                    <a:lnTo>
                      <a:pt x="1842" y="2135"/>
                    </a:lnTo>
                    <a:lnTo>
                      <a:pt x="1884" y="2093"/>
                    </a:lnTo>
                    <a:lnTo>
                      <a:pt x="1947" y="2093"/>
                    </a:lnTo>
                    <a:lnTo>
                      <a:pt x="1968" y="2135"/>
                    </a:lnTo>
                    <a:lnTo>
                      <a:pt x="2051" y="2177"/>
                    </a:lnTo>
                    <a:lnTo>
                      <a:pt x="2156" y="2135"/>
                    </a:lnTo>
                    <a:lnTo>
                      <a:pt x="2240" y="2135"/>
                    </a:lnTo>
                    <a:lnTo>
                      <a:pt x="2240" y="2177"/>
                    </a:lnTo>
                    <a:lnTo>
                      <a:pt x="2093" y="2177"/>
                    </a:lnTo>
                    <a:lnTo>
                      <a:pt x="2093" y="2281"/>
                    </a:lnTo>
                    <a:lnTo>
                      <a:pt x="2240" y="2302"/>
                    </a:lnTo>
                    <a:lnTo>
                      <a:pt x="2240" y="2323"/>
                    </a:lnTo>
                    <a:lnTo>
                      <a:pt x="2261" y="2386"/>
                    </a:lnTo>
                    <a:lnTo>
                      <a:pt x="2407" y="2449"/>
                    </a:lnTo>
                    <a:lnTo>
                      <a:pt x="2575" y="2449"/>
                    </a:lnTo>
                    <a:lnTo>
                      <a:pt x="2930" y="2553"/>
                    </a:lnTo>
                    <a:lnTo>
                      <a:pt x="3286" y="2658"/>
                    </a:lnTo>
                    <a:lnTo>
                      <a:pt x="3391" y="2658"/>
                    </a:lnTo>
                    <a:lnTo>
                      <a:pt x="3537" y="2721"/>
                    </a:lnTo>
                    <a:lnTo>
                      <a:pt x="3558" y="2825"/>
                    </a:lnTo>
                    <a:lnTo>
                      <a:pt x="3725" y="2867"/>
                    </a:lnTo>
                    <a:lnTo>
                      <a:pt x="3830" y="2867"/>
                    </a:lnTo>
                    <a:lnTo>
                      <a:pt x="3914" y="2825"/>
                    </a:lnTo>
                    <a:lnTo>
                      <a:pt x="3914" y="2825"/>
                    </a:lnTo>
                    <a:lnTo>
                      <a:pt x="3830" y="2951"/>
                    </a:lnTo>
                    <a:lnTo>
                      <a:pt x="3851" y="2972"/>
                    </a:lnTo>
                    <a:lnTo>
                      <a:pt x="3935" y="2951"/>
                    </a:lnTo>
                    <a:lnTo>
                      <a:pt x="3955" y="3014"/>
                    </a:lnTo>
                    <a:lnTo>
                      <a:pt x="4081" y="2972"/>
                    </a:lnTo>
                    <a:lnTo>
                      <a:pt x="4018" y="3035"/>
                    </a:lnTo>
                    <a:lnTo>
                      <a:pt x="4060" y="3076"/>
                    </a:lnTo>
                    <a:lnTo>
                      <a:pt x="4039" y="3139"/>
                    </a:lnTo>
                    <a:lnTo>
                      <a:pt x="4081" y="3181"/>
                    </a:lnTo>
                    <a:lnTo>
                      <a:pt x="4186" y="3160"/>
                    </a:lnTo>
                    <a:lnTo>
                      <a:pt x="4081" y="3265"/>
                    </a:lnTo>
                    <a:lnTo>
                      <a:pt x="4081" y="3328"/>
                    </a:lnTo>
                    <a:lnTo>
                      <a:pt x="4227" y="3453"/>
                    </a:lnTo>
                    <a:lnTo>
                      <a:pt x="4186" y="3558"/>
                    </a:lnTo>
                    <a:lnTo>
                      <a:pt x="4227" y="3641"/>
                    </a:lnTo>
                    <a:lnTo>
                      <a:pt x="4332" y="3704"/>
                    </a:lnTo>
                    <a:lnTo>
                      <a:pt x="4479" y="3809"/>
                    </a:lnTo>
                    <a:lnTo>
                      <a:pt x="4499" y="3872"/>
                    </a:lnTo>
                    <a:lnTo>
                      <a:pt x="4374" y="3872"/>
                    </a:lnTo>
                    <a:lnTo>
                      <a:pt x="4353" y="3955"/>
                    </a:lnTo>
                    <a:lnTo>
                      <a:pt x="4437" y="4018"/>
                    </a:lnTo>
                    <a:lnTo>
                      <a:pt x="4541" y="4081"/>
                    </a:lnTo>
                    <a:lnTo>
                      <a:pt x="4667" y="4060"/>
                    </a:lnTo>
                    <a:lnTo>
                      <a:pt x="4751" y="4081"/>
                    </a:lnTo>
                    <a:lnTo>
                      <a:pt x="4688" y="4081"/>
                    </a:lnTo>
                    <a:lnTo>
                      <a:pt x="4562" y="4123"/>
                    </a:lnTo>
                    <a:lnTo>
                      <a:pt x="4499" y="4102"/>
                    </a:lnTo>
                    <a:lnTo>
                      <a:pt x="4458" y="4123"/>
                    </a:lnTo>
                    <a:lnTo>
                      <a:pt x="4499" y="4206"/>
                    </a:lnTo>
                    <a:lnTo>
                      <a:pt x="4583" y="4227"/>
                    </a:lnTo>
                    <a:lnTo>
                      <a:pt x="4562" y="4395"/>
                    </a:lnTo>
                    <a:lnTo>
                      <a:pt x="4541" y="4416"/>
                    </a:lnTo>
                    <a:lnTo>
                      <a:pt x="4541" y="4499"/>
                    </a:lnTo>
                    <a:lnTo>
                      <a:pt x="4499" y="4583"/>
                    </a:lnTo>
                    <a:lnTo>
                      <a:pt x="4458" y="4604"/>
                    </a:lnTo>
                    <a:lnTo>
                      <a:pt x="4541" y="4709"/>
                    </a:lnTo>
                    <a:lnTo>
                      <a:pt x="4667" y="4625"/>
                    </a:lnTo>
                    <a:lnTo>
                      <a:pt x="4709" y="4688"/>
                    </a:lnTo>
                    <a:lnTo>
                      <a:pt x="4792" y="4688"/>
                    </a:lnTo>
                    <a:lnTo>
                      <a:pt x="4897" y="4625"/>
                    </a:lnTo>
                    <a:lnTo>
                      <a:pt x="5064" y="4625"/>
                    </a:lnTo>
                    <a:lnTo>
                      <a:pt x="5127" y="4583"/>
                    </a:lnTo>
                    <a:lnTo>
                      <a:pt x="5169" y="4478"/>
                    </a:lnTo>
                    <a:lnTo>
                      <a:pt x="5169" y="4583"/>
                    </a:lnTo>
                    <a:lnTo>
                      <a:pt x="5106" y="4688"/>
                    </a:lnTo>
                    <a:lnTo>
                      <a:pt x="5127" y="4750"/>
                    </a:lnTo>
                    <a:lnTo>
                      <a:pt x="5190" y="4792"/>
                    </a:lnTo>
                    <a:lnTo>
                      <a:pt x="5316" y="4897"/>
                    </a:lnTo>
                    <a:lnTo>
                      <a:pt x="5295" y="4939"/>
                    </a:lnTo>
                    <a:lnTo>
                      <a:pt x="5336" y="5022"/>
                    </a:lnTo>
                    <a:lnTo>
                      <a:pt x="5504" y="5211"/>
                    </a:lnTo>
                    <a:lnTo>
                      <a:pt x="5629" y="5232"/>
                    </a:lnTo>
                    <a:lnTo>
                      <a:pt x="5692" y="5253"/>
                    </a:lnTo>
                    <a:lnTo>
                      <a:pt x="5713" y="3851"/>
                    </a:lnTo>
                    <a:lnTo>
                      <a:pt x="5713" y="3788"/>
                    </a:lnTo>
                    <a:lnTo>
                      <a:pt x="5713" y="3704"/>
                    </a:lnTo>
                    <a:lnTo>
                      <a:pt x="5734" y="3537"/>
                    </a:lnTo>
                    <a:lnTo>
                      <a:pt x="5818" y="1382"/>
                    </a:lnTo>
                    <a:lnTo>
                      <a:pt x="5713" y="1403"/>
                    </a:lnTo>
                    <a:lnTo>
                      <a:pt x="5629" y="1382"/>
                    </a:lnTo>
                    <a:lnTo>
                      <a:pt x="5629" y="1298"/>
                    </a:lnTo>
                    <a:lnTo>
                      <a:pt x="5650" y="1256"/>
                    </a:lnTo>
                    <a:lnTo>
                      <a:pt x="5546" y="1193"/>
                    </a:lnTo>
                    <a:lnTo>
                      <a:pt x="5441" y="1193"/>
                    </a:lnTo>
                    <a:lnTo>
                      <a:pt x="5316" y="1172"/>
                    </a:lnTo>
                    <a:lnTo>
                      <a:pt x="5232" y="1152"/>
                    </a:lnTo>
                    <a:lnTo>
                      <a:pt x="5169" y="1172"/>
                    </a:lnTo>
                    <a:lnTo>
                      <a:pt x="4813" y="1026"/>
                    </a:lnTo>
                    <a:lnTo>
                      <a:pt x="4667" y="984"/>
                    </a:lnTo>
                    <a:lnTo>
                      <a:pt x="4562" y="963"/>
                    </a:lnTo>
                    <a:lnTo>
                      <a:pt x="4458" y="880"/>
                    </a:lnTo>
                    <a:lnTo>
                      <a:pt x="4248" y="838"/>
                    </a:lnTo>
                    <a:lnTo>
                      <a:pt x="4060" y="754"/>
                    </a:lnTo>
                    <a:lnTo>
                      <a:pt x="3976" y="670"/>
                    </a:lnTo>
                    <a:lnTo>
                      <a:pt x="3830" y="649"/>
                    </a:lnTo>
                    <a:lnTo>
                      <a:pt x="3537" y="838"/>
                    </a:lnTo>
                    <a:lnTo>
                      <a:pt x="3537" y="880"/>
                    </a:lnTo>
                    <a:lnTo>
                      <a:pt x="3600" y="984"/>
                    </a:lnTo>
                    <a:lnTo>
                      <a:pt x="3558" y="1068"/>
                    </a:lnTo>
                    <a:lnTo>
                      <a:pt x="3391" y="1089"/>
                    </a:lnTo>
                    <a:lnTo>
                      <a:pt x="3286" y="1131"/>
                    </a:lnTo>
                    <a:lnTo>
                      <a:pt x="3223" y="1131"/>
                    </a:lnTo>
                    <a:lnTo>
                      <a:pt x="3181" y="1089"/>
                    </a:lnTo>
                    <a:lnTo>
                      <a:pt x="3119" y="1172"/>
                    </a:lnTo>
                    <a:lnTo>
                      <a:pt x="3119" y="1277"/>
                    </a:lnTo>
                    <a:lnTo>
                      <a:pt x="2993" y="1340"/>
                    </a:lnTo>
                    <a:lnTo>
                      <a:pt x="2888" y="1361"/>
                    </a:lnTo>
                    <a:lnTo>
                      <a:pt x="2805" y="1465"/>
                    </a:lnTo>
                    <a:lnTo>
                      <a:pt x="2805" y="1612"/>
                    </a:lnTo>
                    <a:lnTo>
                      <a:pt x="2763" y="1654"/>
                    </a:lnTo>
                    <a:lnTo>
                      <a:pt x="2700" y="1696"/>
                    </a:lnTo>
                    <a:lnTo>
                      <a:pt x="2658" y="1800"/>
                    </a:lnTo>
                    <a:lnTo>
                      <a:pt x="2554" y="1821"/>
                    </a:lnTo>
                    <a:lnTo>
                      <a:pt x="2449" y="1821"/>
                    </a:lnTo>
                    <a:lnTo>
                      <a:pt x="2386" y="1779"/>
                    </a:lnTo>
                    <a:lnTo>
                      <a:pt x="2261" y="1675"/>
                    </a:lnTo>
                    <a:lnTo>
                      <a:pt x="2240" y="1570"/>
                    </a:lnTo>
                    <a:lnTo>
                      <a:pt x="2177" y="1591"/>
                    </a:lnTo>
                    <a:lnTo>
                      <a:pt x="2156" y="1465"/>
                    </a:lnTo>
                    <a:lnTo>
                      <a:pt x="2156" y="1361"/>
                    </a:lnTo>
                    <a:lnTo>
                      <a:pt x="2072" y="1298"/>
                    </a:lnTo>
                    <a:lnTo>
                      <a:pt x="2031" y="1382"/>
                    </a:lnTo>
                    <a:lnTo>
                      <a:pt x="2051" y="1507"/>
                    </a:lnTo>
                    <a:lnTo>
                      <a:pt x="1989" y="1507"/>
                    </a:lnTo>
                    <a:lnTo>
                      <a:pt x="1926" y="1444"/>
                    </a:lnTo>
                    <a:lnTo>
                      <a:pt x="1863" y="1298"/>
                    </a:lnTo>
                    <a:lnTo>
                      <a:pt x="1842" y="1047"/>
                    </a:lnTo>
                    <a:lnTo>
                      <a:pt x="1821" y="880"/>
                    </a:lnTo>
                    <a:lnTo>
                      <a:pt x="1863" y="775"/>
                    </a:lnTo>
                    <a:lnTo>
                      <a:pt x="1947" y="670"/>
                    </a:lnTo>
                    <a:lnTo>
                      <a:pt x="1884" y="566"/>
                    </a:lnTo>
                    <a:lnTo>
                      <a:pt x="1821" y="503"/>
                    </a:lnTo>
                    <a:lnTo>
                      <a:pt x="1821" y="335"/>
                    </a:lnTo>
                    <a:lnTo>
                      <a:pt x="1842" y="294"/>
                    </a:lnTo>
                    <a:lnTo>
                      <a:pt x="1779" y="231"/>
                    </a:lnTo>
                    <a:lnTo>
                      <a:pt x="1612" y="210"/>
                    </a:lnTo>
                    <a:lnTo>
                      <a:pt x="1424" y="231"/>
                    </a:lnTo>
                    <a:lnTo>
                      <a:pt x="1235" y="105"/>
                    </a:lnTo>
                    <a:lnTo>
                      <a:pt x="922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3" name="Google Shape;7762;p67">
                <a:extLst>
                  <a:ext uri="{FF2B5EF4-FFF2-40B4-BE49-F238E27FC236}">
                    <a16:creationId xmlns:a16="http://schemas.microsoft.com/office/drawing/2014/main" id="{09614915-4F1F-1052-37FA-07A5BEB70055}"/>
                  </a:ext>
                </a:extLst>
              </p:cNvPr>
              <p:cNvSpPr/>
              <p:nvPr/>
            </p:nvSpPr>
            <p:spPr>
              <a:xfrm>
                <a:off x="5268100" y="3181025"/>
                <a:ext cx="143350" cy="129750"/>
              </a:xfrm>
              <a:custGeom>
                <a:avLst/>
                <a:gdLst/>
                <a:ahLst/>
                <a:cxnLst/>
                <a:rect l="l" t="t" r="r" b="b"/>
                <a:pathLst>
                  <a:path w="5734" h="5190" extrusionOk="0">
                    <a:moveTo>
                      <a:pt x="4060" y="0"/>
                    </a:moveTo>
                    <a:lnTo>
                      <a:pt x="3955" y="147"/>
                    </a:lnTo>
                    <a:lnTo>
                      <a:pt x="3955" y="209"/>
                    </a:lnTo>
                    <a:lnTo>
                      <a:pt x="3892" y="314"/>
                    </a:lnTo>
                    <a:lnTo>
                      <a:pt x="3892" y="398"/>
                    </a:lnTo>
                    <a:lnTo>
                      <a:pt x="3767" y="837"/>
                    </a:lnTo>
                    <a:lnTo>
                      <a:pt x="3579" y="1109"/>
                    </a:lnTo>
                    <a:lnTo>
                      <a:pt x="3516" y="1360"/>
                    </a:lnTo>
                    <a:lnTo>
                      <a:pt x="3265" y="1716"/>
                    </a:lnTo>
                    <a:lnTo>
                      <a:pt x="3307" y="1779"/>
                    </a:lnTo>
                    <a:lnTo>
                      <a:pt x="3014" y="1842"/>
                    </a:lnTo>
                    <a:lnTo>
                      <a:pt x="2783" y="1967"/>
                    </a:lnTo>
                    <a:lnTo>
                      <a:pt x="2637" y="1967"/>
                    </a:lnTo>
                    <a:lnTo>
                      <a:pt x="2595" y="1883"/>
                    </a:lnTo>
                    <a:lnTo>
                      <a:pt x="2470" y="1842"/>
                    </a:lnTo>
                    <a:lnTo>
                      <a:pt x="2177" y="1842"/>
                    </a:lnTo>
                    <a:lnTo>
                      <a:pt x="2093" y="1925"/>
                    </a:lnTo>
                    <a:lnTo>
                      <a:pt x="1758" y="2051"/>
                    </a:lnTo>
                    <a:lnTo>
                      <a:pt x="1444" y="2030"/>
                    </a:lnTo>
                    <a:lnTo>
                      <a:pt x="1361" y="2072"/>
                    </a:lnTo>
                    <a:lnTo>
                      <a:pt x="1235" y="2051"/>
                    </a:lnTo>
                    <a:lnTo>
                      <a:pt x="1214" y="2134"/>
                    </a:lnTo>
                    <a:lnTo>
                      <a:pt x="1047" y="2176"/>
                    </a:lnTo>
                    <a:lnTo>
                      <a:pt x="942" y="2155"/>
                    </a:lnTo>
                    <a:lnTo>
                      <a:pt x="921" y="2051"/>
                    </a:lnTo>
                    <a:lnTo>
                      <a:pt x="796" y="1946"/>
                    </a:lnTo>
                    <a:lnTo>
                      <a:pt x="754" y="1883"/>
                    </a:lnTo>
                    <a:lnTo>
                      <a:pt x="566" y="1758"/>
                    </a:lnTo>
                    <a:lnTo>
                      <a:pt x="440" y="1549"/>
                    </a:lnTo>
                    <a:lnTo>
                      <a:pt x="377" y="1570"/>
                    </a:lnTo>
                    <a:lnTo>
                      <a:pt x="314" y="1653"/>
                    </a:lnTo>
                    <a:lnTo>
                      <a:pt x="168" y="1842"/>
                    </a:lnTo>
                    <a:lnTo>
                      <a:pt x="84" y="1988"/>
                    </a:lnTo>
                    <a:lnTo>
                      <a:pt x="84" y="2072"/>
                    </a:lnTo>
                    <a:lnTo>
                      <a:pt x="105" y="2155"/>
                    </a:lnTo>
                    <a:lnTo>
                      <a:pt x="84" y="2239"/>
                    </a:lnTo>
                    <a:lnTo>
                      <a:pt x="1" y="2281"/>
                    </a:lnTo>
                    <a:lnTo>
                      <a:pt x="22" y="2490"/>
                    </a:lnTo>
                    <a:lnTo>
                      <a:pt x="210" y="2699"/>
                    </a:lnTo>
                    <a:lnTo>
                      <a:pt x="231" y="2804"/>
                    </a:lnTo>
                    <a:lnTo>
                      <a:pt x="189" y="2762"/>
                    </a:lnTo>
                    <a:lnTo>
                      <a:pt x="168" y="2804"/>
                    </a:lnTo>
                    <a:lnTo>
                      <a:pt x="210" y="2930"/>
                    </a:lnTo>
                    <a:lnTo>
                      <a:pt x="335" y="2971"/>
                    </a:lnTo>
                    <a:lnTo>
                      <a:pt x="419" y="2971"/>
                    </a:lnTo>
                    <a:lnTo>
                      <a:pt x="607" y="2909"/>
                    </a:lnTo>
                    <a:lnTo>
                      <a:pt x="733" y="2825"/>
                    </a:lnTo>
                    <a:lnTo>
                      <a:pt x="838" y="2867"/>
                    </a:lnTo>
                    <a:lnTo>
                      <a:pt x="733" y="2867"/>
                    </a:lnTo>
                    <a:lnTo>
                      <a:pt x="607" y="2971"/>
                    </a:lnTo>
                    <a:lnTo>
                      <a:pt x="398" y="3013"/>
                    </a:lnTo>
                    <a:lnTo>
                      <a:pt x="314" y="3097"/>
                    </a:lnTo>
                    <a:lnTo>
                      <a:pt x="210" y="3097"/>
                    </a:lnTo>
                    <a:lnTo>
                      <a:pt x="210" y="3139"/>
                    </a:lnTo>
                    <a:lnTo>
                      <a:pt x="335" y="3181"/>
                    </a:lnTo>
                    <a:lnTo>
                      <a:pt x="503" y="3243"/>
                    </a:lnTo>
                    <a:lnTo>
                      <a:pt x="649" y="3411"/>
                    </a:lnTo>
                    <a:lnTo>
                      <a:pt x="712" y="3515"/>
                    </a:lnTo>
                    <a:lnTo>
                      <a:pt x="733" y="3620"/>
                    </a:lnTo>
                    <a:lnTo>
                      <a:pt x="649" y="3746"/>
                    </a:lnTo>
                    <a:lnTo>
                      <a:pt x="566" y="3829"/>
                    </a:lnTo>
                    <a:lnTo>
                      <a:pt x="607" y="3871"/>
                    </a:lnTo>
                    <a:lnTo>
                      <a:pt x="712" y="3955"/>
                    </a:lnTo>
                    <a:lnTo>
                      <a:pt x="733" y="4227"/>
                    </a:lnTo>
                    <a:lnTo>
                      <a:pt x="733" y="4352"/>
                    </a:lnTo>
                    <a:lnTo>
                      <a:pt x="817" y="4499"/>
                    </a:lnTo>
                    <a:lnTo>
                      <a:pt x="858" y="4499"/>
                    </a:lnTo>
                    <a:lnTo>
                      <a:pt x="963" y="4436"/>
                    </a:lnTo>
                    <a:lnTo>
                      <a:pt x="1005" y="4499"/>
                    </a:lnTo>
                    <a:lnTo>
                      <a:pt x="1130" y="4499"/>
                    </a:lnTo>
                    <a:lnTo>
                      <a:pt x="1214" y="4541"/>
                    </a:lnTo>
                    <a:lnTo>
                      <a:pt x="1361" y="4541"/>
                    </a:lnTo>
                    <a:lnTo>
                      <a:pt x="1444" y="4457"/>
                    </a:lnTo>
                    <a:lnTo>
                      <a:pt x="1528" y="4499"/>
                    </a:lnTo>
                    <a:lnTo>
                      <a:pt x="1591" y="4457"/>
                    </a:lnTo>
                    <a:lnTo>
                      <a:pt x="1654" y="4352"/>
                    </a:lnTo>
                    <a:lnTo>
                      <a:pt x="1654" y="4290"/>
                    </a:lnTo>
                    <a:lnTo>
                      <a:pt x="1674" y="4373"/>
                    </a:lnTo>
                    <a:lnTo>
                      <a:pt x="1654" y="4478"/>
                    </a:lnTo>
                    <a:lnTo>
                      <a:pt x="1695" y="4603"/>
                    </a:lnTo>
                    <a:lnTo>
                      <a:pt x="1737" y="4792"/>
                    </a:lnTo>
                    <a:lnTo>
                      <a:pt x="1695" y="4896"/>
                    </a:lnTo>
                    <a:lnTo>
                      <a:pt x="1779" y="4896"/>
                    </a:lnTo>
                    <a:lnTo>
                      <a:pt x="1905" y="4750"/>
                    </a:lnTo>
                    <a:lnTo>
                      <a:pt x="1988" y="4708"/>
                    </a:lnTo>
                    <a:lnTo>
                      <a:pt x="2051" y="4771"/>
                    </a:lnTo>
                    <a:lnTo>
                      <a:pt x="2114" y="4750"/>
                    </a:lnTo>
                    <a:lnTo>
                      <a:pt x="2135" y="4687"/>
                    </a:lnTo>
                    <a:lnTo>
                      <a:pt x="2302" y="4687"/>
                    </a:lnTo>
                    <a:lnTo>
                      <a:pt x="2386" y="4583"/>
                    </a:lnTo>
                    <a:lnTo>
                      <a:pt x="2428" y="4583"/>
                    </a:lnTo>
                    <a:lnTo>
                      <a:pt x="2532" y="4645"/>
                    </a:lnTo>
                    <a:lnTo>
                      <a:pt x="2616" y="4583"/>
                    </a:lnTo>
                    <a:lnTo>
                      <a:pt x="2658" y="4645"/>
                    </a:lnTo>
                    <a:lnTo>
                      <a:pt x="2658" y="4750"/>
                    </a:lnTo>
                    <a:lnTo>
                      <a:pt x="2721" y="4792"/>
                    </a:lnTo>
                    <a:lnTo>
                      <a:pt x="2825" y="4813"/>
                    </a:lnTo>
                    <a:lnTo>
                      <a:pt x="2804" y="4750"/>
                    </a:lnTo>
                    <a:lnTo>
                      <a:pt x="2825" y="4666"/>
                    </a:lnTo>
                    <a:lnTo>
                      <a:pt x="2888" y="4750"/>
                    </a:lnTo>
                    <a:lnTo>
                      <a:pt x="2993" y="4771"/>
                    </a:lnTo>
                    <a:lnTo>
                      <a:pt x="3035" y="4750"/>
                    </a:lnTo>
                    <a:lnTo>
                      <a:pt x="3097" y="4813"/>
                    </a:lnTo>
                    <a:lnTo>
                      <a:pt x="3139" y="4792"/>
                    </a:lnTo>
                    <a:lnTo>
                      <a:pt x="3160" y="4855"/>
                    </a:lnTo>
                    <a:lnTo>
                      <a:pt x="3223" y="4917"/>
                    </a:lnTo>
                    <a:lnTo>
                      <a:pt x="3181" y="5022"/>
                    </a:lnTo>
                    <a:lnTo>
                      <a:pt x="3244" y="5189"/>
                    </a:lnTo>
                    <a:lnTo>
                      <a:pt x="3348" y="5168"/>
                    </a:lnTo>
                    <a:lnTo>
                      <a:pt x="3579" y="5064"/>
                    </a:lnTo>
                    <a:lnTo>
                      <a:pt x="3746" y="5022"/>
                    </a:lnTo>
                    <a:lnTo>
                      <a:pt x="3955" y="4896"/>
                    </a:lnTo>
                    <a:lnTo>
                      <a:pt x="4060" y="4666"/>
                    </a:lnTo>
                    <a:lnTo>
                      <a:pt x="4060" y="4583"/>
                    </a:lnTo>
                    <a:lnTo>
                      <a:pt x="4102" y="4457"/>
                    </a:lnTo>
                    <a:lnTo>
                      <a:pt x="4143" y="4478"/>
                    </a:lnTo>
                    <a:lnTo>
                      <a:pt x="4185" y="4478"/>
                    </a:lnTo>
                    <a:lnTo>
                      <a:pt x="4269" y="4290"/>
                    </a:lnTo>
                    <a:lnTo>
                      <a:pt x="4227" y="4269"/>
                    </a:lnTo>
                    <a:lnTo>
                      <a:pt x="4185" y="4227"/>
                    </a:lnTo>
                    <a:lnTo>
                      <a:pt x="4185" y="4164"/>
                    </a:lnTo>
                    <a:lnTo>
                      <a:pt x="4206" y="4185"/>
                    </a:lnTo>
                    <a:lnTo>
                      <a:pt x="4290" y="4227"/>
                    </a:lnTo>
                    <a:lnTo>
                      <a:pt x="4353" y="4143"/>
                    </a:lnTo>
                    <a:lnTo>
                      <a:pt x="4311" y="4059"/>
                    </a:lnTo>
                    <a:lnTo>
                      <a:pt x="4269" y="4059"/>
                    </a:lnTo>
                    <a:lnTo>
                      <a:pt x="4206" y="4039"/>
                    </a:lnTo>
                    <a:lnTo>
                      <a:pt x="4290" y="3976"/>
                    </a:lnTo>
                    <a:lnTo>
                      <a:pt x="4290" y="3871"/>
                    </a:lnTo>
                    <a:lnTo>
                      <a:pt x="4143" y="3871"/>
                    </a:lnTo>
                    <a:lnTo>
                      <a:pt x="4185" y="3808"/>
                    </a:lnTo>
                    <a:lnTo>
                      <a:pt x="4164" y="3746"/>
                    </a:lnTo>
                    <a:lnTo>
                      <a:pt x="4164" y="3746"/>
                    </a:lnTo>
                    <a:lnTo>
                      <a:pt x="4227" y="3767"/>
                    </a:lnTo>
                    <a:lnTo>
                      <a:pt x="4353" y="3725"/>
                    </a:lnTo>
                    <a:lnTo>
                      <a:pt x="4374" y="3620"/>
                    </a:lnTo>
                    <a:lnTo>
                      <a:pt x="4457" y="3515"/>
                    </a:lnTo>
                    <a:lnTo>
                      <a:pt x="4478" y="3390"/>
                    </a:lnTo>
                    <a:lnTo>
                      <a:pt x="4457" y="3306"/>
                    </a:lnTo>
                    <a:lnTo>
                      <a:pt x="4499" y="3348"/>
                    </a:lnTo>
                    <a:lnTo>
                      <a:pt x="4562" y="3453"/>
                    </a:lnTo>
                    <a:lnTo>
                      <a:pt x="4625" y="3348"/>
                    </a:lnTo>
                    <a:lnTo>
                      <a:pt x="4708" y="3243"/>
                    </a:lnTo>
                    <a:lnTo>
                      <a:pt x="4667" y="3097"/>
                    </a:lnTo>
                    <a:lnTo>
                      <a:pt x="4813" y="2971"/>
                    </a:lnTo>
                    <a:lnTo>
                      <a:pt x="4834" y="2783"/>
                    </a:lnTo>
                    <a:lnTo>
                      <a:pt x="4897" y="2699"/>
                    </a:lnTo>
                    <a:lnTo>
                      <a:pt x="4918" y="2469"/>
                    </a:lnTo>
                    <a:lnTo>
                      <a:pt x="4980" y="2406"/>
                    </a:lnTo>
                    <a:lnTo>
                      <a:pt x="4980" y="2344"/>
                    </a:lnTo>
                    <a:lnTo>
                      <a:pt x="5106" y="2197"/>
                    </a:lnTo>
                    <a:lnTo>
                      <a:pt x="5148" y="2281"/>
                    </a:lnTo>
                    <a:lnTo>
                      <a:pt x="5190" y="2239"/>
                    </a:lnTo>
                    <a:lnTo>
                      <a:pt x="5148" y="2072"/>
                    </a:lnTo>
                    <a:lnTo>
                      <a:pt x="5148" y="2072"/>
                    </a:lnTo>
                    <a:lnTo>
                      <a:pt x="5336" y="2260"/>
                    </a:lnTo>
                    <a:lnTo>
                      <a:pt x="5462" y="2260"/>
                    </a:lnTo>
                    <a:lnTo>
                      <a:pt x="5545" y="2197"/>
                    </a:lnTo>
                    <a:lnTo>
                      <a:pt x="5629" y="2239"/>
                    </a:lnTo>
                    <a:lnTo>
                      <a:pt x="5713" y="2197"/>
                    </a:lnTo>
                    <a:lnTo>
                      <a:pt x="5734" y="2093"/>
                    </a:lnTo>
                    <a:lnTo>
                      <a:pt x="5629" y="2072"/>
                    </a:lnTo>
                    <a:lnTo>
                      <a:pt x="5608" y="2030"/>
                    </a:lnTo>
                    <a:lnTo>
                      <a:pt x="5503" y="1883"/>
                    </a:lnTo>
                    <a:lnTo>
                      <a:pt x="5420" y="1883"/>
                    </a:lnTo>
                    <a:lnTo>
                      <a:pt x="5190" y="1674"/>
                    </a:lnTo>
                    <a:lnTo>
                      <a:pt x="5106" y="1632"/>
                    </a:lnTo>
                    <a:lnTo>
                      <a:pt x="5085" y="1528"/>
                    </a:lnTo>
                    <a:lnTo>
                      <a:pt x="5022" y="1465"/>
                    </a:lnTo>
                    <a:lnTo>
                      <a:pt x="5043" y="1423"/>
                    </a:lnTo>
                    <a:lnTo>
                      <a:pt x="5190" y="1360"/>
                    </a:lnTo>
                    <a:lnTo>
                      <a:pt x="5231" y="1256"/>
                    </a:lnTo>
                    <a:lnTo>
                      <a:pt x="5148" y="1193"/>
                    </a:lnTo>
                    <a:lnTo>
                      <a:pt x="4980" y="1005"/>
                    </a:lnTo>
                    <a:lnTo>
                      <a:pt x="4918" y="879"/>
                    </a:lnTo>
                    <a:lnTo>
                      <a:pt x="4834" y="795"/>
                    </a:lnTo>
                    <a:lnTo>
                      <a:pt x="4876" y="712"/>
                    </a:lnTo>
                    <a:lnTo>
                      <a:pt x="4918" y="691"/>
                    </a:lnTo>
                    <a:lnTo>
                      <a:pt x="4918" y="628"/>
                    </a:lnTo>
                    <a:lnTo>
                      <a:pt x="4876" y="607"/>
                    </a:lnTo>
                    <a:lnTo>
                      <a:pt x="4750" y="482"/>
                    </a:lnTo>
                    <a:lnTo>
                      <a:pt x="4813" y="461"/>
                    </a:lnTo>
                    <a:lnTo>
                      <a:pt x="4939" y="482"/>
                    </a:lnTo>
                    <a:lnTo>
                      <a:pt x="5085" y="461"/>
                    </a:lnTo>
                    <a:lnTo>
                      <a:pt x="4980" y="314"/>
                    </a:lnTo>
                    <a:lnTo>
                      <a:pt x="4834" y="272"/>
                    </a:lnTo>
                    <a:lnTo>
                      <a:pt x="4897" y="209"/>
                    </a:lnTo>
                    <a:lnTo>
                      <a:pt x="4876" y="168"/>
                    </a:lnTo>
                    <a:lnTo>
                      <a:pt x="4939" y="147"/>
                    </a:lnTo>
                    <a:lnTo>
                      <a:pt x="4939" y="105"/>
                    </a:lnTo>
                    <a:lnTo>
                      <a:pt x="4813" y="84"/>
                    </a:lnTo>
                    <a:lnTo>
                      <a:pt x="4667" y="84"/>
                    </a:lnTo>
                    <a:lnTo>
                      <a:pt x="4604" y="42"/>
                    </a:lnTo>
                    <a:lnTo>
                      <a:pt x="4164" y="42"/>
                    </a:lnTo>
                    <a:lnTo>
                      <a:pt x="406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4" name="Google Shape;7763;p67">
                <a:extLst>
                  <a:ext uri="{FF2B5EF4-FFF2-40B4-BE49-F238E27FC236}">
                    <a16:creationId xmlns:a16="http://schemas.microsoft.com/office/drawing/2014/main" id="{183FDA89-2B73-7B74-C3AA-9F9991CF8E39}"/>
                  </a:ext>
                </a:extLst>
              </p:cNvPr>
              <p:cNvSpPr/>
              <p:nvPr/>
            </p:nvSpPr>
            <p:spPr>
              <a:xfrm>
                <a:off x="5068275" y="3161675"/>
                <a:ext cx="431050" cy="221800"/>
              </a:xfrm>
              <a:custGeom>
                <a:avLst/>
                <a:gdLst/>
                <a:ahLst/>
                <a:cxnLst/>
                <a:rect l="l" t="t" r="r" b="b"/>
                <a:pathLst>
                  <a:path w="17242" h="8872" extrusionOk="0">
                    <a:moveTo>
                      <a:pt x="16991" y="8202"/>
                    </a:moveTo>
                    <a:lnTo>
                      <a:pt x="16886" y="8265"/>
                    </a:lnTo>
                    <a:lnTo>
                      <a:pt x="16928" y="8286"/>
                    </a:lnTo>
                    <a:lnTo>
                      <a:pt x="16907" y="8307"/>
                    </a:lnTo>
                    <a:cubicBezTo>
                      <a:pt x="16886" y="8307"/>
                      <a:pt x="16823" y="8349"/>
                      <a:pt x="16802" y="8349"/>
                    </a:cubicBezTo>
                    <a:lnTo>
                      <a:pt x="16802" y="8307"/>
                    </a:lnTo>
                    <a:lnTo>
                      <a:pt x="16782" y="8349"/>
                    </a:lnTo>
                    <a:cubicBezTo>
                      <a:pt x="16677" y="8370"/>
                      <a:pt x="16572" y="8370"/>
                      <a:pt x="16489" y="8390"/>
                    </a:cubicBezTo>
                    <a:lnTo>
                      <a:pt x="16593" y="8286"/>
                    </a:lnTo>
                    <a:lnTo>
                      <a:pt x="16551" y="8265"/>
                    </a:lnTo>
                    <a:lnTo>
                      <a:pt x="16468" y="8307"/>
                    </a:lnTo>
                    <a:lnTo>
                      <a:pt x="16384" y="8307"/>
                    </a:lnTo>
                    <a:lnTo>
                      <a:pt x="16342" y="8349"/>
                    </a:lnTo>
                    <a:lnTo>
                      <a:pt x="16363" y="8390"/>
                    </a:lnTo>
                    <a:lnTo>
                      <a:pt x="16300" y="8453"/>
                    </a:lnTo>
                    <a:lnTo>
                      <a:pt x="16196" y="8453"/>
                    </a:lnTo>
                    <a:lnTo>
                      <a:pt x="16258" y="8495"/>
                    </a:lnTo>
                    <a:lnTo>
                      <a:pt x="16384" y="8474"/>
                    </a:lnTo>
                    <a:lnTo>
                      <a:pt x="16447" y="8411"/>
                    </a:lnTo>
                    <a:cubicBezTo>
                      <a:pt x="16489" y="8411"/>
                      <a:pt x="16551" y="8411"/>
                      <a:pt x="16614" y="8390"/>
                    </a:cubicBezTo>
                    <a:lnTo>
                      <a:pt x="16614" y="8390"/>
                    </a:lnTo>
                    <a:lnTo>
                      <a:pt x="16593" y="8411"/>
                    </a:lnTo>
                    <a:lnTo>
                      <a:pt x="16677" y="8411"/>
                    </a:lnTo>
                    <a:lnTo>
                      <a:pt x="16719" y="8474"/>
                    </a:lnTo>
                    <a:lnTo>
                      <a:pt x="16802" y="8370"/>
                    </a:lnTo>
                    <a:cubicBezTo>
                      <a:pt x="16823" y="8370"/>
                      <a:pt x="16886" y="8349"/>
                      <a:pt x="16907" y="8349"/>
                    </a:cubicBezTo>
                    <a:lnTo>
                      <a:pt x="16907" y="8370"/>
                    </a:lnTo>
                    <a:lnTo>
                      <a:pt x="17012" y="8390"/>
                    </a:lnTo>
                    <a:lnTo>
                      <a:pt x="17200" y="8307"/>
                    </a:lnTo>
                    <a:lnTo>
                      <a:pt x="17242" y="8244"/>
                    </a:lnTo>
                    <a:lnTo>
                      <a:pt x="17200" y="8202"/>
                    </a:lnTo>
                    <a:lnTo>
                      <a:pt x="17033" y="8244"/>
                    </a:lnTo>
                    <a:lnTo>
                      <a:pt x="16991" y="8202"/>
                    </a:lnTo>
                    <a:close/>
                    <a:moveTo>
                      <a:pt x="16070" y="8411"/>
                    </a:moveTo>
                    <a:lnTo>
                      <a:pt x="16007" y="8443"/>
                    </a:lnTo>
                    <a:lnTo>
                      <a:pt x="16007" y="8443"/>
                    </a:lnTo>
                    <a:cubicBezTo>
                      <a:pt x="16026" y="8475"/>
                      <a:pt x="16037" y="8501"/>
                      <a:pt x="16036" y="8525"/>
                    </a:cubicBezTo>
                    <a:lnTo>
                      <a:pt x="16036" y="8525"/>
                    </a:lnTo>
                    <a:lnTo>
                      <a:pt x="16049" y="8474"/>
                    </a:lnTo>
                    <a:lnTo>
                      <a:pt x="16133" y="8453"/>
                    </a:lnTo>
                    <a:lnTo>
                      <a:pt x="16196" y="8453"/>
                    </a:lnTo>
                    <a:lnTo>
                      <a:pt x="16237" y="8411"/>
                    </a:lnTo>
                    <a:close/>
                    <a:moveTo>
                      <a:pt x="16036" y="8525"/>
                    </a:moveTo>
                    <a:lnTo>
                      <a:pt x="16028" y="8558"/>
                    </a:lnTo>
                    <a:cubicBezTo>
                      <a:pt x="16034" y="8547"/>
                      <a:pt x="16036" y="8536"/>
                      <a:pt x="16036" y="8525"/>
                    </a:cubicBezTo>
                    <a:close/>
                    <a:moveTo>
                      <a:pt x="105" y="0"/>
                    </a:moveTo>
                    <a:lnTo>
                      <a:pt x="22" y="42"/>
                    </a:lnTo>
                    <a:lnTo>
                      <a:pt x="1" y="105"/>
                    </a:lnTo>
                    <a:lnTo>
                      <a:pt x="22" y="251"/>
                    </a:lnTo>
                    <a:lnTo>
                      <a:pt x="168" y="565"/>
                    </a:lnTo>
                    <a:lnTo>
                      <a:pt x="252" y="628"/>
                    </a:lnTo>
                    <a:lnTo>
                      <a:pt x="524" y="879"/>
                    </a:lnTo>
                    <a:lnTo>
                      <a:pt x="587" y="879"/>
                    </a:lnTo>
                    <a:lnTo>
                      <a:pt x="754" y="1067"/>
                    </a:lnTo>
                    <a:lnTo>
                      <a:pt x="838" y="1088"/>
                    </a:lnTo>
                    <a:lnTo>
                      <a:pt x="900" y="1067"/>
                    </a:lnTo>
                    <a:lnTo>
                      <a:pt x="1089" y="1214"/>
                    </a:lnTo>
                    <a:lnTo>
                      <a:pt x="1298" y="1528"/>
                    </a:lnTo>
                    <a:lnTo>
                      <a:pt x="1507" y="1716"/>
                    </a:lnTo>
                    <a:lnTo>
                      <a:pt x="1570" y="1716"/>
                    </a:lnTo>
                    <a:lnTo>
                      <a:pt x="1570" y="1883"/>
                    </a:lnTo>
                    <a:lnTo>
                      <a:pt x="1612" y="1925"/>
                    </a:lnTo>
                    <a:lnTo>
                      <a:pt x="1633" y="2092"/>
                    </a:lnTo>
                    <a:lnTo>
                      <a:pt x="1716" y="2155"/>
                    </a:lnTo>
                    <a:lnTo>
                      <a:pt x="1842" y="2155"/>
                    </a:lnTo>
                    <a:lnTo>
                      <a:pt x="2009" y="2344"/>
                    </a:lnTo>
                    <a:lnTo>
                      <a:pt x="2093" y="2406"/>
                    </a:lnTo>
                    <a:lnTo>
                      <a:pt x="2156" y="2406"/>
                    </a:lnTo>
                    <a:lnTo>
                      <a:pt x="2198" y="2448"/>
                    </a:lnTo>
                    <a:lnTo>
                      <a:pt x="2135" y="2532"/>
                    </a:lnTo>
                    <a:lnTo>
                      <a:pt x="2219" y="2616"/>
                    </a:lnTo>
                    <a:lnTo>
                      <a:pt x="2261" y="2762"/>
                    </a:lnTo>
                    <a:lnTo>
                      <a:pt x="2261" y="2783"/>
                    </a:lnTo>
                    <a:lnTo>
                      <a:pt x="2365" y="3097"/>
                    </a:lnTo>
                    <a:lnTo>
                      <a:pt x="2428" y="3264"/>
                    </a:lnTo>
                    <a:lnTo>
                      <a:pt x="2574" y="3306"/>
                    </a:lnTo>
                    <a:lnTo>
                      <a:pt x="2763" y="3411"/>
                    </a:lnTo>
                    <a:lnTo>
                      <a:pt x="2763" y="3515"/>
                    </a:lnTo>
                    <a:lnTo>
                      <a:pt x="2888" y="3787"/>
                    </a:lnTo>
                    <a:lnTo>
                      <a:pt x="3035" y="3892"/>
                    </a:lnTo>
                    <a:lnTo>
                      <a:pt x="3056" y="4185"/>
                    </a:lnTo>
                    <a:lnTo>
                      <a:pt x="3265" y="4561"/>
                    </a:lnTo>
                    <a:lnTo>
                      <a:pt x="3265" y="4729"/>
                    </a:lnTo>
                    <a:lnTo>
                      <a:pt x="3307" y="4875"/>
                    </a:lnTo>
                    <a:lnTo>
                      <a:pt x="3516" y="5043"/>
                    </a:lnTo>
                    <a:lnTo>
                      <a:pt x="3725" y="5294"/>
                    </a:lnTo>
                    <a:lnTo>
                      <a:pt x="3788" y="5440"/>
                    </a:lnTo>
                    <a:lnTo>
                      <a:pt x="3934" y="5461"/>
                    </a:lnTo>
                    <a:lnTo>
                      <a:pt x="3997" y="5545"/>
                    </a:lnTo>
                    <a:lnTo>
                      <a:pt x="4123" y="5608"/>
                    </a:lnTo>
                    <a:lnTo>
                      <a:pt x="4144" y="5775"/>
                    </a:lnTo>
                    <a:lnTo>
                      <a:pt x="4290" y="5859"/>
                    </a:lnTo>
                    <a:lnTo>
                      <a:pt x="4437" y="6005"/>
                    </a:lnTo>
                    <a:lnTo>
                      <a:pt x="4709" y="6173"/>
                    </a:lnTo>
                    <a:lnTo>
                      <a:pt x="4750" y="6298"/>
                    </a:lnTo>
                    <a:lnTo>
                      <a:pt x="4918" y="6361"/>
                    </a:lnTo>
                    <a:lnTo>
                      <a:pt x="5253" y="6633"/>
                    </a:lnTo>
                    <a:lnTo>
                      <a:pt x="5274" y="6779"/>
                    </a:lnTo>
                    <a:lnTo>
                      <a:pt x="5357" y="6800"/>
                    </a:lnTo>
                    <a:lnTo>
                      <a:pt x="5441" y="6926"/>
                    </a:lnTo>
                    <a:lnTo>
                      <a:pt x="5483" y="6884"/>
                    </a:lnTo>
                    <a:lnTo>
                      <a:pt x="5483" y="6779"/>
                    </a:lnTo>
                    <a:lnTo>
                      <a:pt x="5462" y="6717"/>
                    </a:lnTo>
                    <a:lnTo>
                      <a:pt x="5462" y="6675"/>
                    </a:lnTo>
                    <a:lnTo>
                      <a:pt x="5566" y="6696"/>
                    </a:lnTo>
                    <a:lnTo>
                      <a:pt x="5797" y="6905"/>
                    </a:lnTo>
                    <a:lnTo>
                      <a:pt x="5859" y="6884"/>
                    </a:lnTo>
                    <a:lnTo>
                      <a:pt x="5859" y="6717"/>
                    </a:lnTo>
                    <a:lnTo>
                      <a:pt x="5901" y="6633"/>
                    </a:lnTo>
                    <a:lnTo>
                      <a:pt x="5985" y="6675"/>
                    </a:lnTo>
                    <a:cubicBezTo>
                      <a:pt x="5985" y="6696"/>
                      <a:pt x="6006" y="6696"/>
                      <a:pt x="6006" y="6717"/>
                    </a:cubicBezTo>
                    <a:lnTo>
                      <a:pt x="6090" y="6842"/>
                    </a:lnTo>
                    <a:lnTo>
                      <a:pt x="6110" y="6842"/>
                    </a:lnTo>
                    <a:cubicBezTo>
                      <a:pt x="6173" y="6905"/>
                      <a:pt x="6215" y="6989"/>
                      <a:pt x="6278" y="7030"/>
                    </a:cubicBezTo>
                    <a:lnTo>
                      <a:pt x="6236" y="7051"/>
                    </a:lnTo>
                    <a:lnTo>
                      <a:pt x="6236" y="7198"/>
                    </a:lnTo>
                    <a:lnTo>
                      <a:pt x="6194" y="7323"/>
                    </a:lnTo>
                    <a:lnTo>
                      <a:pt x="6069" y="7344"/>
                    </a:lnTo>
                    <a:lnTo>
                      <a:pt x="6069" y="7449"/>
                    </a:lnTo>
                    <a:lnTo>
                      <a:pt x="5985" y="7470"/>
                    </a:lnTo>
                    <a:lnTo>
                      <a:pt x="5922" y="7428"/>
                    </a:lnTo>
                    <a:lnTo>
                      <a:pt x="5880" y="7428"/>
                    </a:lnTo>
                    <a:lnTo>
                      <a:pt x="5880" y="7512"/>
                    </a:lnTo>
                    <a:lnTo>
                      <a:pt x="5964" y="7554"/>
                    </a:lnTo>
                    <a:lnTo>
                      <a:pt x="6194" y="7554"/>
                    </a:lnTo>
                    <a:lnTo>
                      <a:pt x="6320" y="7512"/>
                    </a:lnTo>
                    <a:lnTo>
                      <a:pt x="6382" y="7616"/>
                    </a:lnTo>
                    <a:lnTo>
                      <a:pt x="6445" y="7658"/>
                    </a:lnTo>
                    <a:lnTo>
                      <a:pt x="6529" y="7637"/>
                    </a:lnTo>
                    <a:lnTo>
                      <a:pt x="6613" y="7637"/>
                    </a:lnTo>
                    <a:lnTo>
                      <a:pt x="6550" y="7679"/>
                    </a:lnTo>
                    <a:lnTo>
                      <a:pt x="6466" y="7826"/>
                    </a:lnTo>
                    <a:lnTo>
                      <a:pt x="6529" y="7867"/>
                    </a:lnTo>
                    <a:lnTo>
                      <a:pt x="6696" y="7888"/>
                    </a:lnTo>
                    <a:lnTo>
                      <a:pt x="6822" y="7951"/>
                    </a:lnTo>
                    <a:lnTo>
                      <a:pt x="6926" y="7888"/>
                    </a:lnTo>
                    <a:lnTo>
                      <a:pt x="6989" y="7951"/>
                    </a:lnTo>
                    <a:lnTo>
                      <a:pt x="7178" y="7951"/>
                    </a:lnTo>
                    <a:lnTo>
                      <a:pt x="7366" y="8077"/>
                    </a:lnTo>
                    <a:lnTo>
                      <a:pt x="7638" y="8160"/>
                    </a:lnTo>
                    <a:lnTo>
                      <a:pt x="7743" y="8035"/>
                    </a:lnTo>
                    <a:lnTo>
                      <a:pt x="7805" y="8035"/>
                    </a:lnTo>
                    <a:lnTo>
                      <a:pt x="7889" y="8139"/>
                    </a:lnTo>
                    <a:lnTo>
                      <a:pt x="7994" y="8160"/>
                    </a:lnTo>
                    <a:lnTo>
                      <a:pt x="8077" y="8077"/>
                    </a:lnTo>
                    <a:lnTo>
                      <a:pt x="8140" y="8077"/>
                    </a:lnTo>
                    <a:lnTo>
                      <a:pt x="8287" y="8181"/>
                    </a:lnTo>
                    <a:lnTo>
                      <a:pt x="8454" y="8181"/>
                    </a:lnTo>
                    <a:lnTo>
                      <a:pt x="8747" y="8370"/>
                    </a:lnTo>
                    <a:lnTo>
                      <a:pt x="9061" y="8474"/>
                    </a:lnTo>
                    <a:lnTo>
                      <a:pt x="9186" y="8390"/>
                    </a:lnTo>
                    <a:lnTo>
                      <a:pt x="9395" y="8390"/>
                    </a:lnTo>
                    <a:lnTo>
                      <a:pt x="9521" y="8495"/>
                    </a:lnTo>
                    <a:lnTo>
                      <a:pt x="9647" y="8390"/>
                    </a:lnTo>
                    <a:lnTo>
                      <a:pt x="9793" y="8411"/>
                    </a:lnTo>
                    <a:lnTo>
                      <a:pt x="9960" y="8495"/>
                    </a:lnTo>
                    <a:lnTo>
                      <a:pt x="10149" y="8495"/>
                    </a:lnTo>
                    <a:lnTo>
                      <a:pt x="10295" y="8411"/>
                    </a:lnTo>
                    <a:lnTo>
                      <a:pt x="10379" y="8411"/>
                    </a:lnTo>
                    <a:lnTo>
                      <a:pt x="10483" y="8516"/>
                    </a:lnTo>
                    <a:lnTo>
                      <a:pt x="10609" y="8558"/>
                    </a:lnTo>
                    <a:lnTo>
                      <a:pt x="10776" y="8683"/>
                    </a:lnTo>
                    <a:lnTo>
                      <a:pt x="10902" y="8662"/>
                    </a:lnTo>
                    <a:lnTo>
                      <a:pt x="10986" y="8725"/>
                    </a:lnTo>
                    <a:lnTo>
                      <a:pt x="11048" y="8704"/>
                    </a:lnTo>
                    <a:lnTo>
                      <a:pt x="11028" y="8516"/>
                    </a:lnTo>
                    <a:lnTo>
                      <a:pt x="10965" y="8474"/>
                    </a:lnTo>
                    <a:lnTo>
                      <a:pt x="11007" y="8453"/>
                    </a:lnTo>
                    <a:cubicBezTo>
                      <a:pt x="11132" y="8453"/>
                      <a:pt x="11237" y="8474"/>
                      <a:pt x="11341" y="8495"/>
                    </a:cubicBezTo>
                    <a:lnTo>
                      <a:pt x="11467" y="8579"/>
                    </a:lnTo>
                    <a:lnTo>
                      <a:pt x="11488" y="8662"/>
                    </a:lnTo>
                    <a:lnTo>
                      <a:pt x="11551" y="8579"/>
                    </a:lnTo>
                    <a:lnTo>
                      <a:pt x="11634" y="8516"/>
                    </a:lnTo>
                    <a:cubicBezTo>
                      <a:pt x="11697" y="8579"/>
                      <a:pt x="11781" y="8600"/>
                      <a:pt x="11864" y="8621"/>
                    </a:cubicBezTo>
                    <a:lnTo>
                      <a:pt x="11844" y="8662"/>
                    </a:lnTo>
                    <a:lnTo>
                      <a:pt x="11864" y="8704"/>
                    </a:lnTo>
                    <a:lnTo>
                      <a:pt x="12053" y="8767"/>
                    </a:lnTo>
                    <a:lnTo>
                      <a:pt x="12157" y="8704"/>
                    </a:lnTo>
                    <a:lnTo>
                      <a:pt x="12220" y="8725"/>
                    </a:lnTo>
                    <a:lnTo>
                      <a:pt x="12220" y="8704"/>
                    </a:lnTo>
                    <a:cubicBezTo>
                      <a:pt x="12262" y="8725"/>
                      <a:pt x="12304" y="8725"/>
                      <a:pt x="12325" y="8767"/>
                    </a:cubicBezTo>
                    <a:lnTo>
                      <a:pt x="12388" y="8809"/>
                    </a:lnTo>
                    <a:lnTo>
                      <a:pt x="12492" y="8872"/>
                    </a:lnTo>
                    <a:lnTo>
                      <a:pt x="12597" y="8830"/>
                    </a:lnTo>
                    <a:lnTo>
                      <a:pt x="12680" y="8830"/>
                    </a:lnTo>
                    <a:lnTo>
                      <a:pt x="12722" y="8872"/>
                    </a:lnTo>
                    <a:lnTo>
                      <a:pt x="12848" y="8809"/>
                    </a:lnTo>
                    <a:lnTo>
                      <a:pt x="12911" y="8725"/>
                    </a:lnTo>
                    <a:lnTo>
                      <a:pt x="13015" y="8767"/>
                    </a:lnTo>
                    <a:lnTo>
                      <a:pt x="13141" y="8704"/>
                    </a:lnTo>
                    <a:lnTo>
                      <a:pt x="13245" y="8725"/>
                    </a:lnTo>
                    <a:lnTo>
                      <a:pt x="13371" y="8621"/>
                    </a:lnTo>
                    <a:lnTo>
                      <a:pt x="13413" y="8704"/>
                    </a:lnTo>
                    <a:lnTo>
                      <a:pt x="13517" y="8683"/>
                    </a:lnTo>
                    <a:lnTo>
                      <a:pt x="13664" y="8704"/>
                    </a:lnTo>
                    <a:lnTo>
                      <a:pt x="13580" y="8662"/>
                    </a:lnTo>
                    <a:lnTo>
                      <a:pt x="13894" y="8662"/>
                    </a:lnTo>
                    <a:lnTo>
                      <a:pt x="13936" y="8683"/>
                    </a:lnTo>
                    <a:lnTo>
                      <a:pt x="13936" y="8662"/>
                    </a:lnTo>
                    <a:lnTo>
                      <a:pt x="14166" y="8662"/>
                    </a:lnTo>
                    <a:lnTo>
                      <a:pt x="14250" y="8683"/>
                    </a:lnTo>
                    <a:lnTo>
                      <a:pt x="14313" y="8683"/>
                    </a:lnTo>
                    <a:lnTo>
                      <a:pt x="14396" y="8704"/>
                    </a:lnTo>
                    <a:lnTo>
                      <a:pt x="14480" y="8683"/>
                    </a:lnTo>
                    <a:lnTo>
                      <a:pt x="14564" y="8683"/>
                    </a:lnTo>
                    <a:lnTo>
                      <a:pt x="14626" y="8725"/>
                    </a:lnTo>
                    <a:lnTo>
                      <a:pt x="14731" y="8683"/>
                    </a:lnTo>
                    <a:lnTo>
                      <a:pt x="14794" y="8704"/>
                    </a:lnTo>
                    <a:lnTo>
                      <a:pt x="14877" y="8704"/>
                    </a:lnTo>
                    <a:lnTo>
                      <a:pt x="14898" y="8683"/>
                    </a:lnTo>
                    <a:lnTo>
                      <a:pt x="15024" y="8621"/>
                    </a:lnTo>
                    <a:lnTo>
                      <a:pt x="15212" y="8662"/>
                    </a:lnTo>
                    <a:lnTo>
                      <a:pt x="15359" y="8579"/>
                    </a:lnTo>
                    <a:lnTo>
                      <a:pt x="15547" y="8579"/>
                    </a:lnTo>
                    <a:lnTo>
                      <a:pt x="15631" y="8600"/>
                    </a:lnTo>
                    <a:lnTo>
                      <a:pt x="15652" y="8579"/>
                    </a:lnTo>
                    <a:cubicBezTo>
                      <a:pt x="15683" y="8589"/>
                      <a:pt x="15714" y="8594"/>
                      <a:pt x="15748" y="8594"/>
                    </a:cubicBezTo>
                    <a:cubicBezTo>
                      <a:pt x="15782" y="8594"/>
                      <a:pt x="15819" y="8589"/>
                      <a:pt x="15861" y="8579"/>
                    </a:cubicBezTo>
                    <a:cubicBezTo>
                      <a:pt x="15882" y="8579"/>
                      <a:pt x="15924" y="8558"/>
                      <a:pt x="15945" y="8516"/>
                    </a:cubicBezTo>
                    <a:lnTo>
                      <a:pt x="15986" y="8453"/>
                    </a:lnTo>
                    <a:lnTo>
                      <a:pt x="16007" y="8443"/>
                    </a:lnTo>
                    <a:lnTo>
                      <a:pt x="16007" y="8443"/>
                    </a:lnTo>
                    <a:cubicBezTo>
                      <a:pt x="16001" y="8433"/>
                      <a:pt x="15994" y="8423"/>
                      <a:pt x="15986" y="8411"/>
                    </a:cubicBezTo>
                    <a:lnTo>
                      <a:pt x="16049" y="8390"/>
                    </a:lnTo>
                    <a:lnTo>
                      <a:pt x="16091" y="8286"/>
                    </a:lnTo>
                    <a:lnTo>
                      <a:pt x="16091" y="8181"/>
                    </a:lnTo>
                    <a:lnTo>
                      <a:pt x="15965" y="8139"/>
                    </a:lnTo>
                    <a:lnTo>
                      <a:pt x="15861" y="8202"/>
                    </a:lnTo>
                    <a:lnTo>
                      <a:pt x="15924" y="8244"/>
                    </a:lnTo>
                    <a:lnTo>
                      <a:pt x="15840" y="8349"/>
                    </a:lnTo>
                    <a:lnTo>
                      <a:pt x="15735" y="8370"/>
                    </a:lnTo>
                    <a:lnTo>
                      <a:pt x="15714" y="8390"/>
                    </a:lnTo>
                    <a:lnTo>
                      <a:pt x="15673" y="8390"/>
                    </a:lnTo>
                    <a:cubicBezTo>
                      <a:pt x="15652" y="8390"/>
                      <a:pt x="15631" y="8411"/>
                      <a:pt x="15610" y="8453"/>
                    </a:cubicBezTo>
                    <a:lnTo>
                      <a:pt x="15526" y="8453"/>
                    </a:lnTo>
                    <a:lnTo>
                      <a:pt x="15442" y="8390"/>
                    </a:lnTo>
                    <a:lnTo>
                      <a:pt x="15296" y="8390"/>
                    </a:lnTo>
                    <a:lnTo>
                      <a:pt x="15149" y="8453"/>
                    </a:lnTo>
                    <a:lnTo>
                      <a:pt x="15003" y="8349"/>
                    </a:lnTo>
                    <a:lnTo>
                      <a:pt x="14836" y="8307"/>
                    </a:lnTo>
                    <a:lnTo>
                      <a:pt x="14773" y="8349"/>
                    </a:lnTo>
                    <a:lnTo>
                      <a:pt x="14626" y="8265"/>
                    </a:lnTo>
                    <a:lnTo>
                      <a:pt x="14354" y="8307"/>
                    </a:lnTo>
                    <a:lnTo>
                      <a:pt x="14166" y="8411"/>
                    </a:lnTo>
                    <a:lnTo>
                      <a:pt x="14166" y="8453"/>
                    </a:lnTo>
                    <a:lnTo>
                      <a:pt x="13999" y="8453"/>
                    </a:lnTo>
                    <a:lnTo>
                      <a:pt x="13894" y="8411"/>
                    </a:lnTo>
                    <a:lnTo>
                      <a:pt x="13894" y="8474"/>
                    </a:lnTo>
                    <a:cubicBezTo>
                      <a:pt x="13852" y="8474"/>
                      <a:pt x="13769" y="8474"/>
                      <a:pt x="13727" y="8495"/>
                    </a:cubicBezTo>
                    <a:lnTo>
                      <a:pt x="13685" y="8453"/>
                    </a:lnTo>
                    <a:lnTo>
                      <a:pt x="13685" y="8370"/>
                    </a:lnTo>
                    <a:lnTo>
                      <a:pt x="13559" y="8349"/>
                    </a:lnTo>
                    <a:lnTo>
                      <a:pt x="13580" y="8453"/>
                    </a:lnTo>
                    <a:lnTo>
                      <a:pt x="13538" y="8474"/>
                    </a:lnTo>
                    <a:lnTo>
                      <a:pt x="13538" y="8370"/>
                    </a:lnTo>
                    <a:lnTo>
                      <a:pt x="13434" y="8286"/>
                    </a:lnTo>
                    <a:lnTo>
                      <a:pt x="13329" y="8349"/>
                    </a:lnTo>
                    <a:lnTo>
                      <a:pt x="13224" y="8265"/>
                    </a:lnTo>
                    <a:lnTo>
                      <a:pt x="13120" y="8202"/>
                    </a:lnTo>
                    <a:lnTo>
                      <a:pt x="12994" y="8286"/>
                    </a:lnTo>
                    <a:lnTo>
                      <a:pt x="12994" y="8349"/>
                    </a:lnTo>
                    <a:lnTo>
                      <a:pt x="13224" y="8411"/>
                    </a:lnTo>
                    <a:lnTo>
                      <a:pt x="13308" y="8495"/>
                    </a:lnTo>
                    <a:lnTo>
                      <a:pt x="13162" y="8495"/>
                    </a:lnTo>
                    <a:lnTo>
                      <a:pt x="13162" y="8516"/>
                    </a:lnTo>
                    <a:lnTo>
                      <a:pt x="13099" y="8579"/>
                    </a:lnTo>
                    <a:lnTo>
                      <a:pt x="13057" y="8579"/>
                    </a:lnTo>
                    <a:cubicBezTo>
                      <a:pt x="13094" y="8560"/>
                      <a:pt x="13098" y="8492"/>
                      <a:pt x="13055" y="8492"/>
                    </a:cubicBezTo>
                    <a:cubicBezTo>
                      <a:pt x="13049" y="8492"/>
                      <a:pt x="13043" y="8493"/>
                      <a:pt x="13036" y="8495"/>
                    </a:cubicBezTo>
                    <a:lnTo>
                      <a:pt x="12952" y="8495"/>
                    </a:lnTo>
                    <a:lnTo>
                      <a:pt x="12932" y="8390"/>
                    </a:lnTo>
                    <a:lnTo>
                      <a:pt x="12848" y="8370"/>
                    </a:lnTo>
                    <a:lnTo>
                      <a:pt x="12743" y="8390"/>
                    </a:lnTo>
                    <a:lnTo>
                      <a:pt x="12639" y="8370"/>
                    </a:lnTo>
                    <a:lnTo>
                      <a:pt x="12492" y="8411"/>
                    </a:lnTo>
                    <a:lnTo>
                      <a:pt x="12408" y="8516"/>
                    </a:lnTo>
                    <a:lnTo>
                      <a:pt x="12388" y="8600"/>
                    </a:lnTo>
                    <a:lnTo>
                      <a:pt x="12283" y="8600"/>
                    </a:lnTo>
                    <a:lnTo>
                      <a:pt x="12283" y="8579"/>
                    </a:lnTo>
                    <a:lnTo>
                      <a:pt x="12283" y="8558"/>
                    </a:lnTo>
                    <a:lnTo>
                      <a:pt x="12304" y="8558"/>
                    </a:lnTo>
                    <a:cubicBezTo>
                      <a:pt x="12325" y="8558"/>
                      <a:pt x="12304" y="8516"/>
                      <a:pt x="12304" y="8516"/>
                    </a:cubicBezTo>
                    <a:lnTo>
                      <a:pt x="12325" y="8495"/>
                    </a:lnTo>
                    <a:lnTo>
                      <a:pt x="12367" y="8370"/>
                    </a:lnTo>
                    <a:lnTo>
                      <a:pt x="12178" y="8307"/>
                    </a:lnTo>
                    <a:lnTo>
                      <a:pt x="12053" y="8390"/>
                    </a:lnTo>
                    <a:lnTo>
                      <a:pt x="12011" y="8516"/>
                    </a:lnTo>
                    <a:cubicBezTo>
                      <a:pt x="11885" y="8495"/>
                      <a:pt x="11781" y="8474"/>
                      <a:pt x="11676" y="8453"/>
                    </a:cubicBezTo>
                    <a:lnTo>
                      <a:pt x="11781" y="8411"/>
                    </a:lnTo>
                    <a:lnTo>
                      <a:pt x="11802" y="8349"/>
                    </a:lnTo>
                    <a:lnTo>
                      <a:pt x="11676" y="8181"/>
                    </a:lnTo>
                    <a:lnTo>
                      <a:pt x="11530" y="8160"/>
                    </a:lnTo>
                    <a:lnTo>
                      <a:pt x="11362" y="8202"/>
                    </a:lnTo>
                    <a:lnTo>
                      <a:pt x="11237" y="8181"/>
                    </a:lnTo>
                    <a:lnTo>
                      <a:pt x="11111" y="8202"/>
                    </a:lnTo>
                    <a:lnTo>
                      <a:pt x="11111" y="8244"/>
                    </a:lnTo>
                    <a:cubicBezTo>
                      <a:pt x="11069" y="8244"/>
                      <a:pt x="11069" y="8244"/>
                      <a:pt x="11048" y="8202"/>
                    </a:cubicBezTo>
                    <a:lnTo>
                      <a:pt x="11069" y="8056"/>
                    </a:lnTo>
                    <a:lnTo>
                      <a:pt x="11028" y="7972"/>
                    </a:lnTo>
                    <a:lnTo>
                      <a:pt x="10923" y="7951"/>
                    </a:lnTo>
                    <a:lnTo>
                      <a:pt x="10902" y="7930"/>
                    </a:lnTo>
                    <a:lnTo>
                      <a:pt x="10797" y="7930"/>
                    </a:lnTo>
                    <a:lnTo>
                      <a:pt x="10714" y="7972"/>
                    </a:lnTo>
                    <a:lnTo>
                      <a:pt x="10609" y="7972"/>
                    </a:lnTo>
                    <a:lnTo>
                      <a:pt x="10525" y="7930"/>
                    </a:lnTo>
                    <a:lnTo>
                      <a:pt x="10400" y="7972"/>
                    </a:lnTo>
                    <a:lnTo>
                      <a:pt x="10274" y="7930"/>
                    </a:lnTo>
                    <a:lnTo>
                      <a:pt x="10191" y="7846"/>
                    </a:lnTo>
                    <a:lnTo>
                      <a:pt x="10191" y="7763"/>
                    </a:lnTo>
                    <a:lnTo>
                      <a:pt x="10086" y="7595"/>
                    </a:lnTo>
                    <a:lnTo>
                      <a:pt x="10086" y="7449"/>
                    </a:lnTo>
                    <a:lnTo>
                      <a:pt x="9939" y="7449"/>
                    </a:lnTo>
                    <a:lnTo>
                      <a:pt x="9856" y="7470"/>
                    </a:lnTo>
                    <a:lnTo>
                      <a:pt x="9772" y="7386"/>
                    </a:lnTo>
                    <a:lnTo>
                      <a:pt x="9667" y="7386"/>
                    </a:lnTo>
                    <a:lnTo>
                      <a:pt x="9542" y="7282"/>
                    </a:lnTo>
                    <a:lnTo>
                      <a:pt x="9458" y="7240"/>
                    </a:lnTo>
                    <a:lnTo>
                      <a:pt x="9354" y="7261"/>
                    </a:lnTo>
                    <a:lnTo>
                      <a:pt x="9270" y="7261"/>
                    </a:lnTo>
                    <a:lnTo>
                      <a:pt x="9144" y="7114"/>
                    </a:lnTo>
                    <a:lnTo>
                      <a:pt x="9040" y="7114"/>
                    </a:lnTo>
                    <a:lnTo>
                      <a:pt x="9019" y="7344"/>
                    </a:lnTo>
                    <a:lnTo>
                      <a:pt x="8935" y="7449"/>
                    </a:lnTo>
                    <a:lnTo>
                      <a:pt x="8684" y="7491"/>
                    </a:lnTo>
                    <a:lnTo>
                      <a:pt x="8370" y="7449"/>
                    </a:lnTo>
                    <a:lnTo>
                      <a:pt x="8015" y="7449"/>
                    </a:lnTo>
                    <a:lnTo>
                      <a:pt x="7805" y="7365"/>
                    </a:lnTo>
                    <a:lnTo>
                      <a:pt x="7763" y="7323"/>
                    </a:lnTo>
                    <a:lnTo>
                      <a:pt x="7784" y="7219"/>
                    </a:lnTo>
                    <a:lnTo>
                      <a:pt x="7701" y="7072"/>
                    </a:lnTo>
                    <a:lnTo>
                      <a:pt x="7450" y="7051"/>
                    </a:lnTo>
                    <a:lnTo>
                      <a:pt x="7240" y="7010"/>
                    </a:lnTo>
                    <a:lnTo>
                      <a:pt x="7136" y="6926"/>
                    </a:lnTo>
                    <a:lnTo>
                      <a:pt x="6947" y="6926"/>
                    </a:lnTo>
                    <a:lnTo>
                      <a:pt x="6906" y="6968"/>
                    </a:lnTo>
                    <a:lnTo>
                      <a:pt x="6843" y="7030"/>
                    </a:lnTo>
                    <a:lnTo>
                      <a:pt x="6759" y="6947"/>
                    </a:lnTo>
                    <a:lnTo>
                      <a:pt x="6592" y="6926"/>
                    </a:lnTo>
                    <a:lnTo>
                      <a:pt x="6487" y="6926"/>
                    </a:lnTo>
                    <a:cubicBezTo>
                      <a:pt x="6403" y="6842"/>
                      <a:pt x="6320" y="6758"/>
                      <a:pt x="6278" y="6654"/>
                    </a:cubicBezTo>
                    <a:lnTo>
                      <a:pt x="6278" y="6486"/>
                    </a:lnTo>
                    <a:lnTo>
                      <a:pt x="6320" y="6173"/>
                    </a:lnTo>
                    <a:lnTo>
                      <a:pt x="6278" y="5963"/>
                    </a:lnTo>
                    <a:lnTo>
                      <a:pt x="6382" y="5712"/>
                    </a:lnTo>
                    <a:lnTo>
                      <a:pt x="6320" y="5649"/>
                    </a:lnTo>
                    <a:lnTo>
                      <a:pt x="6320" y="5461"/>
                    </a:lnTo>
                    <a:lnTo>
                      <a:pt x="6424" y="5398"/>
                    </a:lnTo>
                    <a:lnTo>
                      <a:pt x="6487" y="5336"/>
                    </a:lnTo>
                    <a:lnTo>
                      <a:pt x="6445" y="5231"/>
                    </a:lnTo>
                    <a:lnTo>
                      <a:pt x="6382" y="5168"/>
                    </a:lnTo>
                    <a:lnTo>
                      <a:pt x="6278" y="5085"/>
                    </a:lnTo>
                    <a:lnTo>
                      <a:pt x="6215" y="4959"/>
                    </a:lnTo>
                    <a:lnTo>
                      <a:pt x="6131" y="4938"/>
                    </a:lnTo>
                    <a:lnTo>
                      <a:pt x="6110" y="4854"/>
                    </a:lnTo>
                    <a:lnTo>
                      <a:pt x="6006" y="4813"/>
                    </a:lnTo>
                    <a:lnTo>
                      <a:pt x="5818" y="4833"/>
                    </a:lnTo>
                    <a:lnTo>
                      <a:pt x="5713" y="4813"/>
                    </a:lnTo>
                    <a:lnTo>
                      <a:pt x="5692" y="4624"/>
                    </a:lnTo>
                    <a:lnTo>
                      <a:pt x="5608" y="4520"/>
                    </a:lnTo>
                    <a:lnTo>
                      <a:pt x="5546" y="4561"/>
                    </a:lnTo>
                    <a:lnTo>
                      <a:pt x="5587" y="4457"/>
                    </a:lnTo>
                    <a:lnTo>
                      <a:pt x="5483" y="4415"/>
                    </a:lnTo>
                    <a:lnTo>
                      <a:pt x="5462" y="4122"/>
                    </a:lnTo>
                    <a:lnTo>
                      <a:pt x="5336" y="4185"/>
                    </a:lnTo>
                    <a:lnTo>
                      <a:pt x="5274" y="4122"/>
                    </a:lnTo>
                    <a:lnTo>
                      <a:pt x="5043" y="4122"/>
                    </a:lnTo>
                    <a:lnTo>
                      <a:pt x="4855" y="3996"/>
                    </a:lnTo>
                    <a:lnTo>
                      <a:pt x="4855" y="3892"/>
                    </a:lnTo>
                    <a:lnTo>
                      <a:pt x="4960" y="3850"/>
                    </a:lnTo>
                    <a:lnTo>
                      <a:pt x="5085" y="3766"/>
                    </a:lnTo>
                    <a:lnTo>
                      <a:pt x="5002" y="3704"/>
                    </a:lnTo>
                    <a:lnTo>
                      <a:pt x="4876" y="3745"/>
                    </a:lnTo>
                    <a:lnTo>
                      <a:pt x="4813" y="3704"/>
                    </a:lnTo>
                    <a:lnTo>
                      <a:pt x="4667" y="3766"/>
                    </a:lnTo>
                    <a:lnTo>
                      <a:pt x="4750" y="3683"/>
                    </a:lnTo>
                    <a:lnTo>
                      <a:pt x="4876" y="3578"/>
                    </a:lnTo>
                    <a:lnTo>
                      <a:pt x="5064" y="3557"/>
                    </a:lnTo>
                    <a:lnTo>
                      <a:pt x="5043" y="3432"/>
                    </a:lnTo>
                    <a:lnTo>
                      <a:pt x="4855" y="3222"/>
                    </a:lnTo>
                    <a:lnTo>
                      <a:pt x="4750" y="3222"/>
                    </a:lnTo>
                    <a:lnTo>
                      <a:pt x="4625" y="3285"/>
                    </a:lnTo>
                    <a:lnTo>
                      <a:pt x="4478" y="3369"/>
                    </a:lnTo>
                    <a:lnTo>
                      <a:pt x="4332" y="3369"/>
                    </a:lnTo>
                    <a:lnTo>
                      <a:pt x="4416" y="3348"/>
                    </a:lnTo>
                    <a:lnTo>
                      <a:pt x="4457" y="3285"/>
                    </a:lnTo>
                    <a:lnTo>
                      <a:pt x="4520" y="3264"/>
                    </a:lnTo>
                    <a:lnTo>
                      <a:pt x="4562" y="3180"/>
                    </a:lnTo>
                    <a:lnTo>
                      <a:pt x="4541" y="3097"/>
                    </a:lnTo>
                    <a:lnTo>
                      <a:pt x="4416" y="3055"/>
                    </a:lnTo>
                    <a:lnTo>
                      <a:pt x="4206" y="3055"/>
                    </a:lnTo>
                    <a:lnTo>
                      <a:pt x="4081" y="2929"/>
                    </a:lnTo>
                    <a:lnTo>
                      <a:pt x="4081" y="2846"/>
                    </a:lnTo>
                    <a:lnTo>
                      <a:pt x="4039" y="2678"/>
                    </a:lnTo>
                    <a:lnTo>
                      <a:pt x="3809" y="2448"/>
                    </a:lnTo>
                    <a:lnTo>
                      <a:pt x="3725" y="2427"/>
                    </a:lnTo>
                    <a:lnTo>
                      <a:pt x="3662" y="2448"/>
                    </a:lnTo>
                    <a:lnTo>
                      <a:pt x="3558" y="2364"/>
                    </a:lnTo>
                    <a:lnTo>
                      <a:pt x="3516" y="2155"/>
                    </a:lnTo>
                    <a:lnTo>
                      <a:pt x="3369" y="2009"/>
                    </a:lnTo>
                    <a:lnTo>
                      <a:pt x="3160" y="1883"/>
                    </a:lnTo>
                    <a:lnTo>
                      <a:pt x="3035" y="1883"/>
                    </a:lnTo>
                    <a:lnTo>
                      <a:pt x="2993" y="1925"/>
                    </a:lnTo>
                    <a:lnTo>
                      <a:pt x="2930" y="1883"/>
                    </a:lnTo>
                    <a:lnTo>
                      <a:pt x="2888" y="1716"/>
                    </a:lnTo>
                    <a:lnTo>
                      <a:pt x="2825" y="1800"/>
                    </a:lnTo>
                    <a:lnTo>
                      <a:pt x="2763" y="1716"/>
                    </a:lnTo>
                    <a:lnTo>
                      <a:pt x="2763" y="1528"/>
                    </a:lnTo>
                    <a:lnTo>
                      <a:pt x="2658" y="1402"/>
                    </a:lnTo>
                    <a:lnTo>
                      <a:pt x="2533" y="1381"/>
                    </a:lnTo>
                    <a:lnTo>
                      <a:pt x="2470" y="1297"/>
                    </a:lnTo>
                    <a:lnTo>
                      <a:pt x="2135" y="1088"/>
                    </a:lnTo>
                    <a:lnTo>
                      <a:pt x="2030" y="1088"/>
                    </a:lnTo>
                    <a:lnTo>
                      <a:pt x="1905" y="942"/>
                    </a:lnTo>
                    <a:lnTo>
                      <a:pt x="1779" y="900"/>
                    </a:lnTo>
                    <a:lnTo>
                      <a:pt x="1737" y="837"/>
                    </a:lnTo>
                    <a:lnTo>
                      <a:pt x="1716" y="649"/>
                    </a:lnTo>
                    <a:lnTo>
                      <a:pt x="1612" y="586"/>
                    </a:lnTo>
                    <a:lnTo>
                      <a:pt x="1528" y="460"/>
                    </a:lnTo>
                    <a:lnTo>
                      <a:pt x="1486" y="439"/>
                    </a:lnTo>
                    <a:lnTo>
                      <a:pt x="1403" y="272"/>
                    </a:lnTo>
                    <a:lnTo>
                      <a:pt x="1277" y="230"/>
                    </a:lnTo>
                    <a:lnTo>
                      <a:pt x="1152" y="230"/>
                    </a:lnTo>
                    <a:lnTo>
                      <a:pt x="1068" y="251"/>
                    </a:lnTo>
                    <a:lnTo>
                      <a:pt x="1005" y="209"/>
                    </a:lnTo>
                    <a:lnTo>
                      <a:pt x="859" y="209"/>
                    </a:lnTo>
                    <a:lnTo>
                      <a:pt x="670" y="251"/>
                    </a:lnTo>
                    <a:lnTo>
                      <a:pt x="587" y="209"/>
                    </a:lnTo>
                    <a:lnTo>
                      <a:pt x="336" y="21"/>
                    </a:lnTo>
                    <a:lnTo>
                      <a:pt x="105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26" name="Google Shape;7764;p67">
              <a:extLst>
                <a:ext uri="{FF2B5EF4-FFF2-40B4-BE49-F238E27FC236}">
                  <a16:creationId xmlns:a16="http://schemas.microsoft.com/office/drawing/2014/main" id="{B8AE79B7-4CC4-D31F-6C40-4EB32F53FBA8}"/>
                </a:ext>
              </a:extLst>
            </p:cNvPr>
            <p:cNvSpPr/>
            <p:nvPr/>
          </p:nvSpPr>
          <p:spPr>
            <a:xfrm>
              <a:off x="5139425" y="3145975"/>
              <a:ext cx="62800" cy="82150"/>
            </a:xfrm>
            <a:custGeom>
              <a:avLst/>
              <a:gdLst/>
              <a:ahLst/>
              <a:cxnLst/>
              <a:rect l="l" t="t" r="r" b="b"/>
              <a:pathLst>
                <a:path w="2512" h="3286" extrusionOk="0">
                  <a:moveTo>
                    <a:pt x="126" y="0"/>
                  </a:moveTo>
                  <a:lnTo>
                    <a:pt x="42" y="84"/>
                  </a:lnTo>
                  <a:lnTo>
                    <a:pt x="0" y="210"/>
                  </a:lnTo>
                  <a:lnTo>
                    <a:pt x="126" y="419"/>
                  </a:lnTo>
                  <a:lnTo>
                    <a:pt x="189" y="879"/>
                  </a:lnTo>
                  <a:lnTo>
                    <a:pt x="251" y="1047"/>
                  </a:lnTo>
                  <a:lnTo>
                    <a:pt x="314" y="1172"/>
                  </a:lnTo>
                  <a:lnTo>
                    <a:pt x="314" y="1360"/>
                  </a:lnTo>
                  <a:lnTo>
                    <a:pt x="251" y="1402"/>
                  </a:lnTo>
                  <a:lnTo>
                    <a:pt x="293" y="1507"/>
                  </a:lnTo>
                  <a:lnTo>
                    <a:pt x="356" y="1611"/>
                  </a:lnTo>
                  <a:lnTo>
                    <a:pt x="335" y="1674"/>
                  </a:lnTo>
                  <a:lnTo>
                    <a:pt x="419" y="1758"/>
                  </a:lnTo>
                  <a:lnTo>
                    <a:pt x="565" y="1863"/>
                  </a:lnTo>
                  <a:lnTo>
                    <a:pt x="649" y="2009"/>
                  </a:lnTo>
                  <a:lnTo>
                    <a:pt x="754" y="2072"/>
                  </a:lnTo>
                  <a:lnTo>
                    <a:pt x="837" y="2176"/>
                  </a:lnTo>
                  <a:lnTo>
                    <a:pt x="754" y="2281"/>
                  </a:lnTo>
                  <a:lnTo>
                    <a:pt x="733" y="2344"/>
                  </a:lnTo>
                  <a:lnTo>
                    <a:pt x="816" y="2407"/>
                  </a:lnTo>
                  <a:lnTo>
                    <a:pt x="1005" y="2490"/>
                  </a:lnTo>
                  <a:lnTo>
                    <a:pt x="1193" y="2616"/>
                  </a:lnTo>
                  <a:lnTo>
                    <a:pt x="1172" y="2720"/>
                  </a:lnTo>
                  <a:lnTo>
                    <a:pt x="1339" y="2867"/>
                  </a:lnTo>
                  <a:lnTo>
                    <a:pt x="1486" y="2867"/>
                  </a:lnTo>
                  <a:lnTo>
                    <a:pt x="1528" y="2909"/>
                  </a:lnTo>
                  <a:lnTo>
                    <a:pt x="1611" y="3013"/>
                  </a:lnTo>
                  <a:lnTo>
                    <a:pt x="1800" y="3118"/>
                  </a:lnTo>
                  <a:lnTo>
                    <a:pt x="1988" y="3139"/>
                  </a:lnTo>
                  <a:lnTo>
                    <a:pt x="2051" y="3223"/>
                  </a:lnTo>
                  <a:lnTo>
                    <a:pt x="2197" y="3264"/>
                  </a:lnTo>
                  <a:lnTo>
                    <a:pt x="2218" y="3244"/>
                  </a:lnTo>
                  <a:lnTo>
                    <a:pt x="2281" y="3285"/>
                  </a:lnTo>
                  <a:lnTo>
                    <a:pt x="2386" y="3223"/>
                  </a:lnTo>
                  <a:lnTo>
                    <a:pt x="2386" y="3181"/>
                  </a:lnTo>
                  <a:lnTo>
                    <a:pt x="2344" y="3181"/>
                  </a:lnTo>
                  <a:lnTo>
                    <a:pt x="2386" y="3118"/>
                  </a:lnTo>
                  <a:lnTo>
                    <a:pt x="2323" y="3076"/>
                  </a:lnTo>
                  <a:lnTo>
                    <a:pt x="2407" y="3118"/>
                  </a:lnTo>
                  <a:lnTo>
                    <a:pt x="2407" y="3181"/>
                  </a:lnTo>
                  <a:lnTo>
                    <a:pt x="2407" y="3223"/>
                  </a:lnTo>
                  <a:lnTo>
                    <a:pt x="2511" y="3244"/>
                  </a:lnTo>
                  <a:lnTo>
                    <a:pt x="2511" y="3118"/>
                  </a:lnTo>
                  <a:lnTo>
                    <a:pt x="2386" y="2846"/>
                  </a:lnTo>
                  <a:lnTo>
                    <a:pt x="2344" y="2846"/>
                  </a:lnTo>
                  <a:lnTo>
                    <a:pt x="2344" y="2804"/>
                  </a:lnTo>
                  <a:lnTo>
                    <a:pt x="2323" y="2762"/>
                  </a:lnTo>
                  <a:lnTo>
                    <a:pt x="2281" y="2741"/>
                  </a:lnTo>
                  <a:lnTo>
                    <a:pt x="2239" y="2553"/>
                  </a:lnTo>
                  <a:lnTo>
                    <a:pt x="2281" y="2511"/>
                  </a:lnTo>
                  <a:lnTo>
                    <a:pt x="2239" y="2448"/>
                  </a:lnTo>
                  <a:lnTo>
                    <a:pt x="2176" y="2448"/>
                  </a:lnTo>
                  <a:lnTo>
                    <a:pt x="2009" y="2344"/>
                  </a:lnTo>
                  <a:lnTo>
                    <a:pt x="1967" y="2197"/>
                  </a:lnTo>
                  <a:lnTo>
                    <a:pt x="1967" y="1904"/>
                  </a:lnTo>
                  <a:lnTo>
                    <a:pt x="1904" y="1821"/>
                  </a:lnTo>
                  <a:lnTo>
                    <a:pt x="1904" y="1716"/>
                  </a:lnTo>
                  <a:lnTo>
                    <a:pt x="1925" y="1674"/>
                  </a:lnTo>
                  <a:lnTo>
                    <a:pt x="1904" y="1381"/>
                  </a:lnTo>
                  <a:lnTo>
                    <a:pt x="1967" y="1339"/>
                  </a:lnTo>
                  <a:lnTo>
                    <a:pt x="1904" y="1088"/>
                  </a:lnTo>
                  <a:lnTo>
                    <a:pt x="1779" y="879"/>
                  </a:lnTo>
                  <a:lnTo>
                    <a:pt x="1360" y="461"/>
                  </a:lnTo>
                  <a:lnTo>
                    <a:pt x="1277" y="314"/>
                  </a:lnTo>
                  <a:lnTo>
                    <a:pt x="1235" y="335"/>
                  </a:lnTo>
                  <a:lnTo>
                    <a:pt x="1172" y="398"/>
                  </a:lnTo>
                  <a:lnTo>
                    <a:pt x="1088" y="398"/>
                  </a:lnTo>
                  <a:lnTo>
                    <a:pt x="1067" y="419"/>
                  </a:lnTo>
                  <a:lnTo>
                    <a:pt x="1067" y="523"/>
                  </a:lnTo>
                  <a:lnTo>
                    <a:pt x="984" y="565"/>
                  </a:lnTo>
                  <a:lnTo>
                    <a:pt x="921" y="523"/>
                  </a:lnTo>
                  <a:lnTo>
                    <a:pt x="816" y="523"/>
                  </a:lnTo>
                  <a:lnTo>
                    <a:pt x="670" y="628"/>
                  </a:lnTo>
                  <a:lnTo>
                    <a:pt x="523" y="607"/>
                  </a:lnTo>
                  <a:lnTo>
                    <a:pt x="523" y="523"/>
                  </a:lnTo>
                  <a:lnTo>
                    <a:pt x="607" y="440"/>
                  </a:lnTo>
                  <a:lnTo>
                    <a:pt x="607" y="251"/>
                  </a:lnTo>
                  <a:lnTo>
                    <a:pt x="544" y="189"/>
                  </a:lnTo>
                  <a:lnTo>
                    <a:pt x="419" y="189"/>
                  </a:lnTo>
                  <a:lnTo>
                    <a:pt x="398" y="126"/>
                  </a:lnTo>
                  <a:lnTo>
                    <a:pt x="231" y="84"/>
                  </a:lnTo>
                  <a:lnTo>
                    <a:pt x="12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7" name="Google Shape;7765;p67">
              <a:extLst>
                <a:ext uri="{FF2B5EF4-FFF2-40B4-BE49-F238E27FC236}">
                  <a16:creationId xmlns:a16="http://schemas.microsoft.com/office/drawing/2014/main" id="{AD8597E8-07C0-ACDA-F4DE-BE3A04BCEC27}"/>
                </a:ext>
              </a:extLst>
            </p:cNvPr>
            <p:cNvSpPr/>
            <p:nvPr/>
          </p:nvSpPr>
          <p:spPr>
            <a:xfrm>
              <a:off x="5279075" y="3142825"/>
              <a:ext cx="137075" cy="92625"/>
            </a:xfrm>
            <a:custGeom>
              <a:avLst/>
              <a:gdLst/>
              <a:ahLst/>
              <a:cxnLst/>
              <a:rect l="l" t="t" r="r" b="b"/>
              <a:pathLst>
                <a:path w="5483" h="3705" extrusionOk="0">
                  <a:moveTo>
                    <a:pt x="4186" y="1"/>
                  </a:moveTo>
                  <a:lnTo>
                    <a:pt x="4144" y="22"/>
                  </a:lnTo>
                  <a:lnTo>
                    <a:pt x="4165" y="126"/>
                  </a:lnTo>
                  <a:lnTo>
                    <a:pt x="4039" y="252"/>
                  </a:lnTo>
                  <a:lnTo>
                    <a:pt x="3976" y="231"/>
                  </a:lnTo>
                  <a:lnTo>
                    <a:pt x="4039" y="126"/>
                  </a:lnTo>
                  <a:lnTo>
                    <a:pt x="4018" y="43"/>
                  </a:lnTo>
                  <a:lnTo>
                    <a:pt x="3935" y="43"/>
                  </a:lnTo>
                  <a:lnTo>
                    <a:pt x="3851" y="273"/>
                  </a:lnTo>
                  <a:lnTo>
                    <a:pt x="3767" y="315"/>
                  </a:lnTo>
                  <a:lnTo>
                    <a:pt x="3642" y="587"/>
                  </a:lnTo>
                  <a:lnTo>
                    <a:pt x="3642" y="754"/>
                  </a:lnTo>
                  <a:lnTo>
                    <a:pt x="3432" y="963"/>
                  </a:lnTo>
                  <a:lnTo>
                    <a:pt x="3328" y="963"/>
                  </a:lnTo>
                  <a:lnTo>
                    <a:pt x="3140" y="1005"/>
                  </a:lnTo>
                  <a:lnTo>
                    <a:pt x="3098" y="1089"/>
                  </a:lnTo>
                  <a:lnTo>
                    <a:pt x="3181" y="1089"/>
                  </a:lnTo>
                  <a:lnTo>
                    <a:pt x="3119" y="1152"/>
                  </a:lnTo>
                  <a:lnTo>
                    <a:pt x="3181" y="1173"/>
                  </a:lnTo>
                  <a:lnTo>
                    <a:pt x="3307" y="1152"/>
                  </a:lnTo>
                  <a:lnTo>
                    <a:pt x="3244" y="1214"/>
                  </a:lnTo>
                  <a:lnTo>
                    <a:pt x="3181" y="1277"/>
                  </a:lnTo>
                  <a:lnTo>
                    <a:pt x="3140" y="1298"/>
                  </a:lnTo>
                  <a:lnTo>
                    <a:pt x="3140" y="1319"/>
                  </a:lnTo>
                  <a:lnTo>
                    <a:pt x="3223" y="1528"/>
                  </a:lnTo>
                  <a:lnTo>
                    <a:pt x="3181" y="1633"/>
                  </a:lnTo>
                  <a:lnTo>
                    <a:pt x="3098" y="1591"/>
                  </a:lnTo>
                  <a:lnTo>
                    <a:pt x="3098" y="1465"/>
                  </a:lnTo>
                  <a:lnTo>
                    <a:pt x="3077" y="1361"/>
                  </a:lnTo>
                  <a:lnTo>
                    <a:pt x="3035" y="1361"/>
                  </a:lnTo>
                  <a:lnTo>
                    <a:pt x="3035" y="1319"/>
                  </a:lnTo>
                  <a:lnTo>
                    <a:pt x="2993" y="1319"/>
                  </a:lnTo>
                  <a:lnTo>
                    <a:pt x="2930" y="1424"/>
                  </a:lnTo>
                  <a:lnTo>
                    <a:pt x="2972" y="1675"/>
                  </a:lnTo>
                  <a:lnTo>
                    <a:pt x="2909" y="1717"/>
                  </a:lnTo>
                  <a:lnTo>
                    <a:pt x="2805" y="1612"/>
                  </a:lnTo>
                  <a:lnTo>
                    <a:pt x="2700" y="1465"/>
                  </a:lnTo>
                  <a:lnTo>
                    <a:pt x="2658" y="1465"/>
                  </a:lnTo>
                  <a:lnTo>
                    <a:pt x="2554" y="1403"/>
                  </a:lnTo>
                  <a:lnTo>
                    <a:pt x="2470" y="1507"/>
                  </a:lnTo>
                  <a:lnTo>
                    <a:pt x="2470" y="1633"/>
                  </a:lnTo>
                  <a:lnTo>
                    <a:pt x="2344" y="1779"/>
                  </a:lnTo>
                  <a:lnTo>
                    <a:pt x="2261" y="1884"/>
                  </a:lnTo>
                  <a:lnTo>
                    <a:pt x="2093" y="2030"/>
                  </a:lnTo>
                  <a:lnTo>
                    <a:pt x="2072" y="2135"/>
                  </a:lnTo>
                  <a:lnTo>
                    <a:pt x="1926" y="2323"/>
                  </a:lnTo>
                  <a:lnTo>
                    <a:pt x="1779" y="2449"/>
                  </a:lnTo>
                  <a:lnTo>
                    <a:pt x="1319" y="2554"/>
                  </a:lnTo>
                  <a:lnTo>
                    <a:pt x="1256" y="2574"/>
                  </a:lnTo>
                  <a:lnTo>
                    <a:pt x="1298" y="2742"/>
                  </a:lnTo>
                  <a:lnTo>
                    <a:pt x="1340" y="2784"/>
                  </a:lnTo>
                  <a:lnTo>
                    <a:pt x="1256" y="2763"/>
                  </a:lnTo>
                  <a:lnTo>
                    <a:pt x="1173" y="2826"/>
                  </a:lnTo>
                  <a:lnTo>
                    <a:pt x="1047" y="2846"/>
                  </a:lnTo>
                  <a:lnTo>
                    <a:pt x="984" y="2888"/>
                  </a:lnTo>
                  <a:lnTo>
                    <a:pt x="943" y="3035"/>
                  </a:lnTo>
                  <a:lnTo>
                    <a:pt x="943" y="3181"/>
                  </a:lnTo>
                  <a:lnTo>
                    <a:pt x="838" y="3349"/>
                  </a:lnTo>
                  <a:lnTo>
                    <a:pt x="838" y="3370"/>
                  </a:lnTo>
                  <a:lnTo>
                    <a:pt x="629" y="3349"/>
                  </a:lnTo>
                  <a:lnTo>
                    <a:pt x="399" y="3265"/>
                  </a:lnTo>
                  <a:lnTo>
                    <a:pt x="210" y="3265"/>
                  </a:lnTo>
                  <a:lnTo>
                    <a:pt x="168" y="3181"/>
                  </a:lnTo>
                  <a:lnTo>
                    <a:pt x="64" y="3056"/>
                  </a:lnTo>
                  <a:lnTo>
                    <a:pt x="1" y="3077"/>
                  </a:lnTo>
                  <a:lnTo>
                    <a:pt x="127" y="3286"/>
                  </a:lnTo>
                  <a:lnTo>
                    <a:pt x="315" y="3411"/>
                  </a:lnTo>
                  <a:lnTo>
                    <a:pt x="357" y="3474"/>
                  </a:lnTo>
                  <a:lnTo>
                    <a:pt x="482" y="3579"/>
                  </a:lnTo>
                  <a:lnTo>
                    <a:pt x="503" y="3683"/>
                  </a:lnTo>
                  <a:lnTo>
                    <a:pt x="608" y="3704"/>
                  </a:lnTo>
                  <a:lnTo>
                    <a:pt x="775" y="3662"/>
                  </a:lnTo>
                  <a:lnTo>
                    <a:pt x="796" y="3579"/>
                  </a:lnTo>
                  <a:lnTo>
                    <a:pt x="922" y="3600"/>
                  </a:lnTo>
                  <a:lnTo>
                    <a:pt x="1005" y="3558"/>
                  </a:lnTo>
                  <a:lnTo>
                    <a:pt x="1319" y="3579"/>
                  </a:lnTo>
                  <a:lnTo>
                    <a:pt x="1654" y="3453"/>
                  </a:lnTo>
                  <a:lnTo>
                    <a:pt x="1738" y="3370"/>
                  </a:lnTo>
                  <a:lnTo>
                    <a:pt x="2031" y="3370"/>
                  </a:lnTo>
                  <a:lnTo>
                    <a:pt x="2156" y="3411"/>
                  </a:lnTo>
                  <a:lnTo>
                    <a:pt x="2198" y="3495"/>
                  </a:lnTo>
                  <a:lnTo>
                    <a:pt x="2344" y="3495"/>
                  </a:lnTo>
                  <a:lnTo>
                    <a:pt x="2575" y="3370"/>
                  </a:lnTo>
                  <a:lnTo>
                    <a:pt x="2868" y="3307"/>
                  </a:lnTo>
                  <a:lnTo>
                    <a:pt x="2826" y="3244"/>
                  </a:lnTo>
                  <a:lnTo>
                    <a:pt x="3077" y="2888"/>
                  </a:lnTo>
                  <a:lnTo>
                    <a:pt x="3140" y="2637"/>
                  </a:lnTo>
                  <a:lnTo>
                    <a:pt x="3328" y="2365"/>
                  </a:lnTo>
                  <a:lnTo>
                    <a:pt x="3453" y="1926"/>
                  </a:lnTo>
                  <a:lnTo>
                    <a:pt x="3453" y="1842"/>
                  </a:lnTo>
                  <a:lnTo>
                    <a:pt x="3516" y="1737"/>
                  </a:lnTo>
                  <a:lnTo>
                    <a:pt x="3516" y="1675"/>
                  </a:lnTo>
                  <a:lnTo>
                    <a:pt x="3621" y="1528"/>
                  </a:lnTo>
                  <a:lnTo>
                    <a:pt x="3725" y="1570"/>
                  </a:lnTo>
                  <a:lnTo>
                    <a:pt x="4165" y="1570"/>
                  </a:lnTo>
                  <a:lnTo>
                    <a:pt x="4228" y="1612"/>
                  </a:lnTo>
                  <a:lnTo>
                    <a:pt x="4374" y="1612"/>
                  </a:lnTo>
                  <a:lnTo>
                    <a:pt x="4500" y="1633"/>
                  </a:lnTo>
                  <a:lnTo>
                    <a:pt x="4500" y="1591"/>
                  </a:lnTo>
                  <a:lnTo>
                    <a:pt x="4667" y="1675"/>
                  </a:lnTo>
                  <a:lnTo>
                    <a:pt x="4751" y="1696"/>
                  </a:lnTo>
                  <a:lnTo>
                    <a:pt x="4876" y="1633"/>
                  </a:lnTo>
                  <a:lnTo>
                    <a:pt x="5023" y="1612"/>
                  </a:lnTo>
                  <a:lnTo>
                    <a:pt x="5023" y="1528"/>
                  </a:lnTo>
                  <a:lnTo>
                    <a:pt x="4876" y="1403"/>
                  </a:lnTo>
                  <a:lnTo>
                    <a:pt x="4876" y="1277"/>
                  </a:lnTo>
                  <a:lnTo>
                    <a:pt x="4918" y="1214"/>
                  </a:lnTo>
                  <a:lnTo>
                    <a:pt x="5169" y="1256"/>
                  </a:lnTo>
                  <a:lnTo>
                    <a:pt x="5357" y="1193"/>
                  </a:lnTo>
                  <a:lnTo>
                    <a:pt x="5483" y="1089"/>
                  </a:lnTo>
                  <a:lnTo>
                    <a:pt x="5441" y="1005"/>
                  </a:lnTo>
                  <a:lnTo>
                    <a:pt x="5357" y="1005"/>
                  </a:lnTo>
                  <a:lnTo>
                    <a:pt x="5232" y="984"/>
                  </a:lnTo>
                  <a:lnTo>
                    <a:pt x="5127" y="880"/>
                  </a:lnTo>
                  <a:lnTo>
                    <a:pt x="5023" y="901"/>
                  </a:lnTo>
                  <a:lnTo>
                    <a:pt x="4897" y="775"/>
                  </a:lnTo>
                  <a:lnTo>
                    <a:pt x="4813" y="775"/>
                  </a:lnTo>
                  <a:lnTo>
                    <a:pt x="4709" y="859"/>
                  </a:lnTo>
                  <a:lnTo>
                    <a:pt x="4667" y="796"/>
                  </a:lnTo>
                  <a:lnTo>
                    <a:pt x="4792" y="691"/>
                  </a:lnTo>
                  <a:lnTo>
                    <a:pt x="4709" y="629"/>
                  </a:lnTo>
                  <a:lnTo>
                    <a:pt x="4688" y="649"/>
                  </a:lnTo>
                  <a:lnTo>
                    <a:pt x="4604" y="754"/>
                  </a:lnTo>
                  <a:lnTo>
                    <a:pt x="4562" y="670"/>
                  </a:lnTo>
                  <a:lnTo>
                    <a:pt x="4500" y="670"/>
                  </a:lnTo>
                  <a:lnTo>
                    <a:pt x="4500" y="482"/>
                  </a:lnTo>
                  <a:lnTo>
                    <a:pt x="4604" y="461"/>
                  </a:lnTo>
                  <a:lnTo>
                    <a:pt x="4604" y="377"/>
                  </a:lnTo>
                  <a:lnTo>
                    <a:pt x="4458" y="273"/>
                  </a:lnTo>
                  <a:lnTo>
                    <a:pt x="4437" y="336"/>
                  </a:lnTo>
                  <a:lnTo>
                    <a:pt x="4290" y="231"/>
                  </a:lnTo>
                  <a:lnTo>
                    <a:pt x="4290" y="64"/>
                  </a:lnTo>
                  <a:lnTo>
                    <a:pt x="418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8" name="Google Shape;7766;p67">
              <a:extLst>
                <a:ext uri="{FF2B5EF4-FFF2-40B4-BE49-F238E27FC236}">
                  <a16:creationId xmlns:a16="http://schemas.microsoft.com/office/drawing/2014/main" id="{3C569F7A-324C-E957-94F3-D45EF79C09FB}"/>
                </a:ext>
              </a:extLst>
            </p:cNvPr>
            <p:cNvSpPr/>
            <p:nvPr/>
          </p:nvSpPr>
          <p:spPr>
            <a:xfrm>
              <a:off x="5150925" y="2887575"/>
              <a:ext cx="119300" cy="230700"/>
            </a:xfrm>
            <a:custGeom>
              <a:avLst/>
              <a:gdLst/>
              <a:ahLst/>
              <a:cxnLst/>
              <a:rect l="l" t="t" r="r" b="b"/>
              <a:pathLst>
                <a:path w="4772" h="9228" extrusionOk="0">
                  <a:moveTo>
                    <a:pt x="1821" y="0"/>
                  </a:moveTo>
                  <a:lnTo>
                    <a:pt x="1737" y="84"/>
                  </a:lnTo>
                  <a:lnTo>
                    <a:pt x="1591" y="84"/>
                  </a:lnTo>
                  <a:lnTo>
                    <a:pt x="1465" y="126"/>
                  </a:lnTo>
                  <a:lnTo>
                    <a:pt x="1507" y="314"/>
                  </a:lnTo>
                  <a:lnTo>
                    <a:pt x="1298" y="398"/>
                  </a:lnTo>
                  <a:lnTo>
                    <a:pt x="1193" y="314"/>
                  </a:lnTo>
                  <a:lnTo>
                    <a:pt x="1026" y="377"/>
                  </a:lnTo>
                  <a:lnTo>
                    <a:pt x="1026" y="440"/>
                  </a:lnTo>
                  <a:lnTo>
                    <a:pt x="900" y="502"/>
                  </a:lnTo>
                  <a:lnTo>
                    <a:pt x="879" y="419"/>
                  </a:lnTo>
                  <a:lnTo>
                    <a:pt x="796" y="419"/>
                  </a:lnTo>
                  <a:lnTo>
                    <a:pt x="733" y="502"/>
                  </a:lnTo>
                  <a:lnTo>
                    <a:pt x="607" y="398"/>
                  </a:lnTo>
                  <a:lnTo>
                    <a:pt x="524" y="440"/>
                  </a:lnTo>
                  <a:lnTo>
                    <a:pt x="503" y="544"/>
                  </a:lnTo>
                  <a:lnTo>
                    <a:pt x="419" y="544"/>
                  </a:lnTo>
                  <a:lnTo>
                    <a:pt x="377" y="523"/>
                  </a:lnTo>
                  <a:lnTo>
                    <a:pt x="398" y="440"/>
                  </a:lnTo>
                  <a:lnTo>
                    <a:pt x="315" y="419"/>
                  </a:lnTo>
                  <a:lnTo>
                    <a:pt x="189" y="481"/>
                  </a:lnTo>
                  <a:lnTo>
                    <a:pt x="147" y="523"/>
                  </a:lnTo>
                  <a:lnTo>
                    <a:pt x="105" y="586"/>
                  </a:lnTo>
                  <a:lnTo>
                    <a:pt x="63" y="607"/>
                  </a:lnTo>
                  <a:lnTo>
                    <a:pt x="1" y="628"/>
                  </a:lnTo>
                  <a:lnTo>
                    <a:pt x="63" y="712"/>
                  </a:lnTo>
                  <a:lnTo>
                    <a:pt x="252" y="795"/>
                  </a:lnTo>
                  <a:lnTo>
                    <a:pt x="356" y="942"/>
                  </a:lnTo>
                  <a:lnTo>
                    <a:pt x="461" y="1025"/>
                  </a:lnTo>
                  <a:lnTo>
                    <a:pt x="482" y="1151"/>
                  </a:lnTo>
                  <a:lnTo>
                    <a:pt x="419" y="1235"/>
                  </a:lnTo>
                  <a:lnTo>
                    <a:pt x="628" y="1423"/>
                  </a:lnTo>
                  <a:lnTo>
                    <a:pt x="733" y="1632"/>
                  </a:lnTo>
                  <a:lnTo>
                    <a:pt x="984" y="1632"/>
                  </a:lnTo>
                  <a:lnTo>
                    <a:pt x="1131" y="1674"/>
                  </a:lnTo>
                  <a:lnTo>
                    <a:pt x="1256" y="1590"/>
                  </a:lnTo>
                  <a:lnTo>
                    <a:pt x="1423" y="1590"/>
                  </a:lnTo>
                  <a:lnTo>
                    <a:pt x="1507" y="1695"/>
                  </a:lnTo>
                  <a:lnTo>
                    <a:pt x="1654" y="1737"/>
                  </a:lnTo>
                  <a:lnTo>
                    <a:pt x="1675" y="1841"/>
                  </a:lnTo>
                  <a:lnTo>
                    <a:pt x="1654" y="1946"/>
                  </a:lnTo>
                  <a:lnTo>
                    <a:pt x="1842" y="1988"/>
                  </a:lnTo>
                  <a:lnTo>
                    <a:pt x="1842" y="2072"/>
                  </a:lnTo>
                  <a:lnTo>
                    <a:pt x="1758" y="2092"/>
                  </a:lnTo>
                  <a:lnTo>
                    <a:pt x="1675" y="2302"/>
                  </a:lnTo>
                  <a:lnTo>
                    <a:pt x="1633" y="2385"/>
                  </a:lnTo>
                  <a:lnTo>
                    <a:pt x="1507" y="2385"/>
                  </a:lnTo>
                  <a:lnTo>
                    <a:pt x="1340" y="2469"/>
                  </a:lnTo>
                  <a:lnTo>
                    <a:pt x="1256" y="2469"/>
                  </a:lnTo>
                  <a:lnTo>
                    <a:pt x="1256" y="2532"/>
                  </a:lnTo>
                  <a:lnTo>
                    <a:pt x="1403" y="2699"/>
                  </a:lnTo>
                  <a:lnTo>
                    <a:pt x="1319" y="2783"/>
                  </a:lnTo>
                  <a:lnTo>
                    <a:pt x="1340" y="2846"/>
                  </a:lnTo>
                  <a:lnTo>
                    <a:pt x="1423" y="2846"/>
                  </a:lnTo>
                  <a:lnTo>
                    <a:pt x="1507" y="3013"/>
                  </a:lnTo>
                  <a:lnTo>
                    <a:pt x="1675" y="3013"/>
                  </a:lnTo>
                  <a:lnTo>
                    <a:pt x="1863" y="3118"/>
                  </a:lnTo>
                  <a:lnTo>
                    <a:pt x="1968" y="3118"/>
                  </a:lnTo>
                  <a:lnTo>
                    <a:pt x="2114" y="3327"/>
                  </a:lnTo>
                  <a:lnTo>
                    <a:pt x="2281" y="3411"/>
                  </a:lnTo>
                  <a:lnTo>
                    <a:pt x="2407" y="3557"/>
                  </a:lnTo>
                  <a:lnTo>
                    <a:pt x="2386" y="3641"/>
                  </a:lnTo>
                  <a:lnTo>
                    <a:pt x="2574" y="3850"/>
                  </a:lnTo>
                  <a:lnTo>
                    <a:pt x="2616" y="3976"/>
                  </a:lnTo>
                  <a:lnTo>
                    <a:pt x="2700" y="4038"/>
                  </a:lnTo>
                  <a:lnTo>
                    <a:pt x="2825" y="4038"/>
                  </a:lnTo>
                  <a:lnTo>
                    <a:pt x="2909" y="4143"/>
                  </a:lnTo>
                  <a:lnTo>
                    <a:pt x="2909" y="4206"/>
                  </a:lnTo>
                  <a:lnTo>
                    <a:pt x="2993" y="4289"/>
                  </a:lnTo>
                  <a:lnTo>
                    <a:pt x="3035" y="4289"/>
                  </a:lnTo>
                  <a:lnTo>
                    <a:pt x="3118" y="4310"/>
                  </a:lnTo>
                  <a:lnTo>
                    <a:pt x="3097" y="4415"/>
                  </a:lnTo>
                  <a:lnTo>
                    <a:pt x="3139" y="4478"/>
                  </a:lnTo>
                  <a:lnTo>
                    <a:pt x="3286" y="4478"/>
                  </a:lnTo>
                  <a:lnTo>
                    <a:pt x="3348" y="4582"/>
                  </a:lnTo>
                  <a:lnTo>
                    <a:pt x="3411" y="4603"/>
                  </a:lnTo>
                  <a:lnTo>
                    <a:pt x="3516" y="4561"/>
                  </a:lnTo>
                  <a:lnTo>
                    <a:pt x="3558" y="4624"/>
                  </a:lnTo>
                  <a:lnTo>
                    <a:pt x="3495" y="4708"/>
                  </a:lnTo>
                  <a:lnTo>
                    <a:pt x="3453" y="4875"/>
                  </a:lnTo>
                  <a:lnTo>
                    <a:pt x="3516" y="4938"/>
                  </a:lnTo>
                  <a:lnTo>
                    <a:pt x="3600" y="4938"/>
                  </a:lnTo>
                  <a:lnTo>
                    <a:pt x="3600" y="5105"/>
                  </a:lnTo>
                  <a:lnTo>
                    <a:pt x="3432" y="5231"/>
                  </a:lnTo>
                  <a:lnTo>
                    <a:pt x="3453" y="5357"/>
                  </a:lnTo>
                  <a:lnTo>
                    <a:pt x="3495" y="5440"/>
                  </a:lnTo>
                  <a:lnTo>
                    <a:pt x="3516" y="5629"/>
                  </a:lnTo>
                  <a:lnTo>
                    <a:pt x="3411" y="5670"/>
                  </a:lnTo>
                  <a:lnTo>
                    <a:pt x="3390" y="5670"/>
                  </a:lnTo>
                  <a:lnTo>
                    <a:pt x="3453" y="5859"/>
                  </a:lnTo>
                  <a:lnTo>
                    <a:pt x="3558" y="5921"/>
                  </a:lnTo>
                  <a:lnTo>
                    <a:pt x="3662" y="6152"/>
                  </a:lnTo>
                  <a:lnTo>
                    <a:pt x="3641" y="6340"/>
                  </a:lnTo>
                  <a:lnTo>
                    <a:pt x="3662" y="6445"/>
                  </a:lnTo>
                  <a:lnTo>
                    <a:pt x="3641" y="6591"/>
                  </a:lnTo>
                  <a:lnTo>
                    <a:pt x="3662" y="6717"/>
                  </a:lnTo>
                  <a:lnTo>
                    <a:pt x="3558" y="6905"/>
                  </a:lnTo>
                  <a:lnTo>
                    <a:pt x="3495" y="6926"/>
                  </a:lnTo>
                  <a:lnTo>
                    <a:pt x="3453" y="7010"/>
                  </a:lnTo>
                  <a:lnTo>
                    <a:pt x="3307" y="7072"/>
                  </a:lnTo>
                  <a:lnTo>
                    <a:pt x="3139" y="7177"/>
                  </a:lnTo>
                  <a:lnTo>
                    <a:pt x="3076" y="7282"/>
                  </a:lnTo>
                  <a:lnTo>
                    <a:pt x="2867" y="7282"/>
                  </a:lnTo>
                  <a:lnTo>
                    <a:pt x="2763" y="7344"/>
                  </a:lnTo>
                  <a:lnTo>
                    <a:pt x="2784" y="7554"/>
                  </a:lnTo>
                  <a:lnTo>
                    <a:pt x="2909" y="7595"/>
                  </a:lnTo>
                  <a:lnTo>
                    <a:pt x="3014" y="7700"/>
                  </a:lnTo>
                  <a:lnTo>
                    <a:pt x="2993" y="7763"/>
                  </a:lnTo>
                  <a:lnTo>
                    <a:pt x="3035" y="7909"/>
                  </a:lnTo>
                  <a:lnTo>
                    <a:pt x="2867" y="7909"/>
                  </a:lnTo>
                  <a:lnTo>
                    <a:pt x="2825" y="7826"/>
                  </a:lnTo>
                  <a:lnTo>
                    <a:pt x="2721" y="7763"/>
                  </a:lnTo>
                  <a:lnTo>
                    <a:pt x="2449" y="7826"/>
                  </a:lnTo>
                  <a:lnTo>
                    <a:pt x="2386" y="7805"/>
                  </a:lnTo>
                  <a:lnTo>
                    <a:pt x="2260" y="7805"/>
                  </a:lnTo>
                  <a:lnTo>
                    <a:pt x="2198" y="7951"/>
                  </a:lnTo>
                  <a:lnTo>
                    <a:pt x="2072" y="7972"/>
                  </a:lnTo>
                  <a:lnTo>
                    <a:pt x="1968" y="8118"/>
                  </a:lnTo>
                  <a:lnTo>
                    <a:pt x="1988" y="8139"/>
                  </a:lnTo>
                  <a:lnTo>
                    <a:pt x="1988" y="8244"/>
                  </a:lnTo>
                  <a:lnTo>
                    <a:pt x="1988" y="8265"/>
                  </a:lnTo>
                  <a:lnTo>
                    <a:pt x="2093" y="8286"/>
                  </a:lnTo>
                  <a:lnTo>
                    <a:pt x="2156" y="8265"/>
                  </a:lnTo>
                  <a:lnTo>
                    <a:pt x="2198" y="8286"/>
                  </a:lnTo>
                  <a:lnTo>
                    <a:pt x="2281" y="8265"/>
                  </a:lnTo>
                  <a:lnTo>
                    <a:pt x="2407" y="8286"/>
                  </a:lnTo>
                  <a:lnTo>
                    <a:pt x="2491" y="8265"/>
                  </a:lnTo>
                  <a:lnTo>
                    <a:pt x="2449" y="8328"/>
                  </a:lnTo>
                  <a:lnTo>
                    <a:pt x="2281" y="8453"/>
                  </a:lnTo>
                  <a:lnTo>
                    <a:pt x="2198" y="8579"/>
                  </a:lnTo>
                  <a:lnTo>
                    <a:pt x="2198" y="8767"/>
                  </a:lnTo>
                  <a:lnTo>
                    <a:pt x="2177" y="8851"/>
                  </a:lnTo>
                  <a:lnTo>
                    <a:pt x="2240" y="8851"/>
                  </a:lnTo>
                  <a:lnTo>
                    <a:pt x="2198" y="8872"/>
                  </a:lnTo>
                  <a:lnTo>
                    <a:pt x="2198" y="9018"/>
                  </a:lnTo>
                  <a:lnTo>
                    <a:pt x="2281" y="9081"/>
                  </a:lnTo>
                  <a:lnTo>
                    <a:pt x="2344" y="9060"/>
                  </a:lnTo>
                  <a:lnTo>
                    <a:pt x="2344" y="9060"/>
                  </a:lnTo>
                  <a:lnTo>
                    <a:pt x="2281" y="9123"/>
                  </a:lnTo>
                  <a:lnTo>
                    <a:pt x="2177" y="9165"/>
                  </a:lnTo>
                  <a:lnTo>
                    <a:pt x="2072" y="9227"/>
                  </a:lnTo>
                  <a:lnTo>
                    <a:pt x="2240" y="9227"/>
                  </a:lnTo>
                  <a:lnTo>
                    <a:pt x="2470" y="9123"/>
                  </a:lnTo>
                  <a:lnTo>
                    <a:pt x="2470" y="9102"/>
                  </a:lnTo>
                  <a:lnTo>
                    <a:pt x="2491" y="9102"/>
                  </a:lnTo>
                  <a:lnTo>
                    <a:pt x="2574" y="9018"/>
                  </a:lnTo>
                  <a:lnTo>
                    <a:pt x="2595" y="8914"/>
                  </a:lnTo>
                  <a:lnTo>
                    <a:pt x="2616" y="8851"/>
                  </a:lnTo>
                  <a:lnTo>
                    <a:pt x="2700" y="8872"/>
                  </a:lnTo>
                  <a:lnTo>
                    <a:pt x="2721" y="8851"/>
                  </a:lnTo>
                  <a:lnTo>
                    <a:pt x="2867" y="8746"/>
                  </a:lnTo>
                  <a:lnTo>
                    <a:pt x="2909" y="8746"/>
                  </a:lnTo>
                  <a:lnTo>
                    <a:pt x="2930" y="8683"/>
                  </a:lnTo>
                  <a:lnTo>
                    <a:pt x="2993" y="8662"/>
                  </a:lnTo>
                  <a:lnTo>
                    <a:pt x="2972" y="8600"/>
                  </a:lnTo>
                  <a:lnTo>
                    <a:pt x="2972" y="8579"/>
                  </a:lnTo>
                  <a:lnTo>
                    <a:pt x="2930" y="8495"/>
                  </a:lnTo>
                  <a:lnTo>
                    <a:pt x="2993" y="8495"/>
                  </a:lnTo>
                  <a:lnTo>
                    <a:pt x="3035" y="8558"/>
                  </a:lnTo>
                  <a:lnTo>
                    <a:pt x="3097" y="8579"/>
                  </a:lnTo>
                  <a:lnTo>
                    <a:pt x="3139" y="8537"/>
                  </a:lnTo>
                  <a:lnTo>
                    <a:pt x="3139" y="8453"/>
                  </a:lnTo>
                  <a:lnTo>
                    <a:pt x="3035" y="8349"/>
                  </a:lnTo>
                  <a:lnTo>
                    <a:pt x="3160" y="8453"/>
                  </a:lnTo>
                  <a:lnTo>
                    <a:pt x="3244" y="8390"/>
                  </a:lnTo>
                  <a:lnTo>
                    <a:pt x="3223" y="8286"/>
                  </a:lnTo>
                  <a:lnTo>
                    <a:pt x="3244" y="8244"/>
                  </a:lnTo>
                  <a:lnTo>
                    <a:pt x="3097" y="8181"/>
                  </a:lnTo>
                  <a:lnTo>
                    <a:pt x="3160" y="8181"/>
                  </a:lnTo>
                  <a:lnTo>
                    <a:pt x="3223" y="8160"/>
                  </a:lnTo>
                  <a:lnTo>
                    <a:pt x="3223" y="8139"/>
                  </a:lnTo>
                  <a:lnTo>
                    <a:pt x="3139" y="8077"/>
                  </a:lnTo>
                  <a:lnTo>
                    <a:pt x="3244" y="8118"/>
                  </a:lnTo>
                  <a:lnTo>
                    <a:pt x="3286" y="8077"/>
                  </a:lnTo>
                  <a:lnTo>
                    <a:pt x="3307" y="8014"/>
                  </a:lnTo>
                  <a:lnTo>
                    <a:pt x="3307" y="8077"/>
                  </a:lnTo>
                  <a:lnTo>
                    <a:pt x="3286" y="8160"/>
                  </a:lnTo>
                  <a:lnTo>
                    <a:pt x="3307" y="8160"/>
                  </a:lnTo>
                  <a:lnTo>
                    <a:pt x="3411" y="8139"/>
                  </a:lnTo>
                  <a:lnTo>
                    <a:pt x="3495" y="8181"/>
                  </a:lnTo>
                  <a:lnTo>
                    <a:pt x="3620" y="8160"/>
                  </a:lnTo>
                  <a:lnTo>
                    <a:pt x="3872" y="8014"/>
                  </a:lnTo>
                  <a:lnTo>
                    <a:pt x="3955" y="7951"/>
                  </a:lnTo>
                  <a:lnTo>
                    <a:pt x="4060" y="7951"/>
                  </a:lnTo>
                  <a:lnTo>
                    <a:pt x="4060" y="7846"/>
                  </a:lnTo>
                  <a:lnTo>
                    <a:pt x="4164" y="7763"/>
                  </a:lnTo>
                  <a:lnTo>
                    <a:pt x="4269" y="7721"/>
                  </a:lnTo>
                  <a:lnTo>
                    <a:pt x="4395" y="7595"/>
                  </a:lnTo>
                  <a:lnTo>
                    <a:pt x="4457" y="7554"/>
                  </a:lnTo>
                  <a:lnTo>
                    <a:pt x="4478" y="7428"/>
                  </a:lnTo>
                  <a:lnTo>
                    <a:pt x="4541" y="7407"/>
                  </a:lnTo>
                  <a:lnTo>
                    <a:pt x="4604" y="7323"/>
                  </a:lnTo>
                  <a:lnTo>
                    <a:pt x="4583" y="7282"/>
                  </a:lnTo>
                  <a:lnTo>
                    <a:pt x="4604" y="7177"/>
                  </a:lnTo>
                  <a:lnTo>
                    <a:pt x="4541" y="7072"/>
                  </a:lnTo>
                  <a:lnTo>
                    <a:pt x="4646" y="6989"/>
                  </a:lnTo>
                  <a:lnTo>
                    <a:pt x="4646" y="6905"/>
                  </a:lnTo>
                  <a:lnTo>
                    <a:pt x="4688" y="6884"/>
                  </a:lnTo>
                  <a:lnTo>
                    <a:pt x="4688" y="6821"/>
                  </a:lnTo>
                  <a:lnTo>
                    <a:pt x="4646" y="6758"/>
                  </a:lnTo>
                  <a:lnTo>
                    <a:pt x="4646" y="6675"/>
                  </a:lnTo>
                  <a:lnTo>
                    <a:pt x="4688" y="6654"/>
                  </a:lnTo>
                  <a:lnTo>
                    <a:pt x="4709" y="6696"/>
                  </a:lnTo>
                  <a:lnTo>
                    <a:pt x="4709" y="6717"/>
                  </a:lnTo>
                  <a:lnTo>
                    <a:pt x="4729" y="6717"/>
                  </a:lnTo>
                  <a:lnTo>
                    <a:pt x="4771" y="6654"/>
                  </a:lnTo>
                  <a:lnTo>
                    <a:pt x="4688" y="6507"/>
                  </a:lnTo>
                  <a:lnTo>
                    <a:pt x="4667" y="6445"/>
                  </a:lnTo>
                  <a:lnTo>
                    <a:pt x="4604" y="6403"/>
                  </a:lnTo>
                  <a:lnTo>
                    <a:pt x="4604" y="6361"/>
                  </a:lnTo>
                  <a:lnTo>
                    <a:pt x="4583" y="6194"/>
                  </a:lnTo>
                  <a:lnTo>
                    <a:pt x="4604" y="6173"/>
                  </a:lnTo>
                  <a:lnTo>
                    <a:pt x="4562" y="6068"/>
                  </a:lnTo>
                  <a:lnTo>
                    <a:pt x="4583" y="6026"/>
                  </a:lnTo>
                  <a:lnTo>
                    <a:pt x="4583" y="5921"/>
                  </a:lnTo>
                  <a:lnTo>
                    <a:pt x="4541" y="5859"/>
                  </a:lnTo>
                  <a:lnTo>
                    <a:pt x="4499" y="5670"/>
                  </a:lnTo>
                  <a:lnTo>
                    <a:pt x="4457" y="5649"/>
                  </a:lnTo>
                  <a:lnTo>
                    <a:pt x="4437" y="5440"/>
                  </a:lnTo>
                  <a:lnTo>
                    <a:pt x="4332" y="5315"/>
                  </a:lnTo>
                  <a:lnTo>
                    <a:pt x="4353" y="5252"/>
                  </a:lnTo>
                  <a:lnTo>
                    <a:pt x="4332" y="5210"/>
                  </a:lnTo>
                  <a:lnTo>
                    <a:pt x="4332" y="5147"/>
                  </a:lnTo>
                  <a:lnTo>
                    <a:pt x="4185" y="5022"/>
                  </a:lnTo>
                  <a:lnTo>
                    <a:pt x="4185" y="4938"/>
                  </a:lnTo>
                  <a:lnTo>
                    <a:pt x="4164" y="4938"/>
                  </a:lnTo>
                  <a:lnTo>
                    <a:pt x="4144" y="4833"/>
                  </a:lnTo>
                  <a:lnTo>
                    <a:pt x="4060" y="4708"/>
                  </a:lnTo>
                  <a:lnTo>
                    <a:pt x="3809" y="4499"/>
                  </a:lnTo>
                  <a:lnTo>
                    <a:pt x="3746" y="4394"/>
                  </a:lnTo>
                  <a:lnTo>
                    <a:pt x="3453" y="4185"/>
                  </a:lnTo>
                  <a:lnTo>
                    <a:pt x="3139" y="4038"/>
                  </a:lnTo>
                  <a:lnTo>
                    <a:pt x="3139" y="3976"/>
                  </a:lnTo>
                  <a:lnTo>
                    <a:pt x="3014" y="3934"/>
                  </a:lnTo>
                  <a:lnTo>
                    <a:pt x="2784" y="3745"/>
                  </a:lnTo>
                  <a:lnTo>
                    <a:pt x="2763" y="3662"/>
                  </a:lnTo>
                  <a:lnTo>
                    <a:pt x="2721" y="3536"/>
                  </a:lnTo>
                  <a:lnTo>
                    <a:pt x="2721" y="3473"/>
                  </a:lnTo>
                  <a:lnTo>
                    <a:pt x="2721" y="3432"/>
                  </a:lnTo>
                  <a:lnTo>
                    <a:pt x="2679" y="3306"/>
                  </a:lnTo>
                  <a:lnTo>
                    <a:pt x="2595" y="3306"/>
                  </a:lnTo>
                  <a:lnTo>
                    <a:pt x="2470" y="3139"/>
                  </a:lnTo>
                  <a:lnTo>
                    <a:pt x="2281" y="3055"/>
                  </a:lnTo>
                  <a:lnTo>
                    <a:pt x="2177" y="3034"/>
                  </a:lnTo>
                  <a:lnTo>
                    <a:pt x="2281" y="2992"/>
                  </a:lnTo>
                  <a:lnTo>
                    <a:pt x="2281" y="2929"/>
                  </a:lnTo>
                  <a:lnTo>
                    <a:pt x="2177" y="2825"/>
                  </a:lnTo>
                  <a:lnTo>
                    <a:pt x="2240" y="2720"/>
                  </a:lnTo>
                  <a:lnTo>
                    <a:pt x="2281" y="2532"/>
                  </a:lnTo>
                  <a:lnTo>
                    <a:pt x="2260" y="2490"/>
                  </a:lnTo>
                  <a:lnTo>
                    <a:pt x="2198" y="2490"/>
                  </a:lnTo>
                  <a:lnTo>
                    <a:pt x="2198" y="2385"/>
                  </a:lnTo>
                  <a:lnTo>
                    <a:pt x="2260" y="2323"/>
                  </a:lnTo>
                  <a:lnTo>
                    <a:pt x="2281" y="2218"/>
                  </a:lnTo>
                  <a:lnTo>
                    <a:pt x="2344" y="2197"/>
                  </a:lnTo>
                  <a:lnTo>
                    <a:pt x="2365" y="2155"/>
                  </a:lnTo>
                  <a:lnTo>
                    <a:pt x="2386" y="2176"/>
                  </a:lnTo>
                  <a:lnTo>
                    <a:pt x="2449" y="2176"/>
                  </a:lnTo>
                  <a:lnTo>
                    <a:pt x="2553" y="2051"/>
                  </a:lnTo>
                  <a:lnTo>
                    <a:pt x="2574" y="2051"/>
                  </a:lnTo>
                  <a:lnTo>
                    <a:pt x="2616" y="1988"/>
                  </a:lnTo>
                  <a:lnTo>
                    <a:pt x="2574" y="1904"/>
                  </a:lnTo>
                  <a:lnTo>
                    <a:pt x="2595" y="1883"/>
                  </a:lnTo>
                  <a:lnTo>
                    <a:pt x="2595" y="1800"/>
                  </a:lnTo>
                  <a:lnTo>
                    <a:pt x="2595" y="1737"/>
                  </a:lnTo>
                  <a:lnTo>
                    <a:pt x="2574" y="1674"/>
                  </a:lnTo>
                  <a:lnTo>
                    <a:pt x="2616" y="1632"/>
                  </a:lnTo>
                  <a:lnTo>
                    <a:pt x="2616" y="1548"/>
                  </a:lnTo>
                  <a:lnTo>
                    <a:pt x="2679" y="1548"/>
                  </a:lnTo>
                  <a:lnTo>
                    <a:pt x="2700" y="1590"/>
                  </a:lnTo>
                  <a:lnTo>
                    <a:pt x="2721" y="1590"/>
                  </a:lnTo>
                  <a:lnTo>
                    <a:pt x="2804" y="1548"/>
                  </a:lnTo>
                  <a:lnTo>
                    <a:pt x="2888" y="1528"/>
                  </a:lnTo>
                  <a:lnTo>
                    <a:pt x="2930" y="1548"/>
                  </a:lnTo>
                  <a:lnTo>
                    <a:pt x="2972" y="1528"/>
                  </a:lnTo>
                  <a:lnTo>
                    <a:pt x="3014" y="1465"/>
                  </a:lnTo>
                  <a:lnTo>
                    <a:pt x="2993" y="1381"/>
                  </a:lnTo>
                  <a:lnTo>
                    <a:pt x="3014" y="1339"/>
                  </a:lnTo>
                  <a:lnTo>
                    <a:pt x="3118" y="1318"/>
                  </a:lnTo>
                  <a:lnTo>
                    <a:pt x="3223" y="1339"/>
                  </a:lnTo>
                  <a:lnTo>
                    <a:pt x="3328" y="1256"/>
                  </a:lnTo>
                  <a:lnTo>
                    <a:pt x="3390" y="1256"/>
                  </a:lnTo>
                  <a:lnTo>
                    <a:pt x="3432" y="1235"/>
                  </a:lnTo>
                  <a:lnTo>
                    <a:pt x="3495" y="1172"/>
                  </a:lnTo>
                  <a:lnTo>
                    <a:pt x="3453" y="1130"/>
                  </a:lnTo>
                  <a:lnTo>
                    <a:pt x="3348" y="1067"/>
                  </a:lnTo>
                  <a:lnTo>
                    <a:pt x="3286" y="1109"/>
                  </a:lnTo>
                  <a:lnTo>
                    <a:pt x="3223" y="1046"/>
                  </a:lnTo>
                  <a:lnTo>
                    <a:pt x="3118" y="1109"/>
                  </a:lnTo>
                  <a:lnTo>
                    <a:pt x="3014" y="1025"/>
                  </a:lnTo>
                  <a:lnTo>
                    <a:pt x="2888" y="1004"/>
                  </a:lnTo>
                  <a:lnTo>
                    <a:pt x="2867" y="900"/>
                  </a:lnTo>
                  <a:lnTo>
                    <a:pt x="2616" y="816"/>
                  </a:lnTo>
                  <a:lnTo>
                    <a:pt x="2595" y="712"/>
                  </a:lnTo>
                  <a:lnTo>
                    <a:pt x="2512" y="691"/>
                  </a:lnTo>
                  <a:lnTo>
                    <a:pt x="2574" y="481"/>
                  </a:lnTo>
                  <a:lnTo>
                    <a:pt x="2679" y="440"/>
                  </a:lnTo>
                  <a:lnTo>
                    <a:pt x="2679" y="335"/>
                  </a:lnTo>
                  <a:lnTo>
                    <a:pt x="2595" y="272"/>
                  </a:lnTo>
                  <a:lnTo>
                    <a:pt x="2449" y="314"/>
                  </a:lnTo>
                  <a:lnTo>
                    <a:pt x="2386" y="272"/>
                  </a:lnTo>
                  <a:lnTo>
                    <a:pt x="2114" y="272"/>
                  </a:lnTo>
                  <a:lnTo>
                    <a:pt x="2072" y="188"/>
                  </a:lnTo>
                  <a:lnTo>
                    <a:pt x="1947" y="168"/>
                  </a:lnTo>
                  <a:lnTo>
                    <a:pt x="1947" y="84"/>
                  </a:lnTo>
                  <a:lnTo>
                    <a:pt x="182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9" name="Google Shape;7767;p67">
              <a:extLst>
                <a:ext uri="{FF2B5EF4-FFF2-40B4-BE49-F238E27FC236}">
                  <a16:creationId xmlns:a16="http://schemas.microsoft.com/office/drawing/2014/main" id="{A18A7011-D59B-6A2F-E5FD-2D312CCD1EA5}"/>
                </a:ext>
              </a:extLst>
            </p:cNvPr>
            <p:cNvSpPr/>
            <p:nvPr/>
          </p:nvSpPr>
          <p:spPr>
            <a:xfrm>
              <a:off x="5166625" y="3025150"/>
              <a:ext cx="75875" cy="65400"/>
            </a:xfrm>
            <a:custGeom>
              <a:avLst/>
              <a:gdLst/>
              <a:ahLst/>
              <a:cxnLst/>
              <a:rect l="l" t="t" r="r" b="b"/>
              <a:pathLst>
                <a:path w="3035" h="2616" extrusionOk="0">
                  <a:moveTo>
                    <a:pt x="2407" y="0"/>
                  </a:moveTo>
                  <a:lnTo>
                    <a:pt x="2239" y="42"/>
                  </a:lnTo>
                  <a:lnTo>
                    <a:pt x="2135" y="126"/>
                  </a:lnTo>
                  <a:lnTo>
                    <a:pt x="2260" y="251"/>
                  </a:lnTo>
                  <a:lnTo>
                    <a:pt x="2239" y="356"/>
                  </a:lnTo>
                  <a:lnTo>
                    <a:pt x="2260" y="460"/>
                  </a:lnTo>
                  <a:lnTo>
                    <a:pt x="2260" y="544"/>
                  </a:lnTo>
                  <a:lnTo>
                    <a:pt x="2072" y="481"/>
                  </a:lnTo>
                  <a:lnTo>
                    <a:pt x="1967" y="314"/>
                  </a:lnTo>
                  <a:lnTo>
                    <a:pt x="1821" y="314"/>
                  </a:lnTo>
                  <a:lnTo>
                    <a:pt x="1758" y="230"/>
                  </a:lnTo>
                  <a:lnTo>
                    <a:pt x="1632" y="126"/>
                  </a:lnTo>
                  <a:lnTo>
                    <a:pt x="1549" y="167"/>
                  </a:lnTo>
                  <a:lnTo>
                    <a:pt x="1444" y="105"/>
                  </a:lnTo>
                  <a:lnTo>
                    <a:pt x="1298" y="126"/>
                  </a:lnTo>
                  <a:lnTo>
                    <a:pt x="1151" y="63"/>
                  </a:lnTo>
                  <a:lnTo>
                    <a:pt x="1026" y="63"/>
                  </a:lnTo>
                  <a:lnTo>
                    <a:pt x="879" y="146"/>
                  </a:lnTo>
                  <a:lnTo>
                    <a:pt x="816" y="105"/>
                  </a:lnTo>
                  <a:lnTo>
                    <a:pt x="670" y="105"/>
                  </a:lnTo>
                  <a:lnTo>
                    <a:pt x="398" y="167"/>
                  </a:lnTo>
                  <a:lnTo>
                    <a:pt x="272" y="167"/>
                  </a:lnTo>
                  <a:lnTo>
                    <a:pt x="168" y="335"/>
                  </a:lnTo>
                  <a:lnTo>
                    <a:pt x="105" y="523"/>
                  </a:lnTo>
                  <a:lnTo>
                    <a:pt x="42" y="649"/>
                  </a:lnTo>
                  <a:lnTo>
                    <a:pt x="0" y="858"/>
                  </a:lnTo>
                  <a:lnTo>
                    <a:pt x="63" y="1088"/>
                  </a:lnTo>
                  <a:lnTo>
                    <a:pt x="168" y="1151"/>
                  </a:lnTo>
                  <a:lnTo>
                    <a:pt x="210" y="1255"/>
                  </a:lnTo>
                  <a:lnTo>
                    <a:pt x="189" y="1486"/>
                  </a:lnTo>
                  <a:lnTo>
                    <a:pt x="189" y="1569"/>
                  </a:lnTo>
                  <a:lnTo>
                    <a:pt x="272" y="1632"/>
                  </a:lnTo>
                  <a:lnTo>
                    <a:pt x="272" y="1779"/>
                  </a:lnTo>
                  <a:lnTo>
                    <a:pt x="356" y="1820"/>
                  </a:lnTo>
                  <a:lnTo>
                    <a:pt x="356" y="1925"/>
                  </a:lnTo>
                  <a:lnTo>
                    <a:pt x="419" y="2051"/>
                  </a:lnTo>
                  <a:lnTo>
                    <a:pt x="482" y="2030"/>
                  </a:lnTo>
                  <a:lnTo>
                    <a:pt x="523" y="2113"/>
                  </a:lnTo>
                  <a:lnTo>
                    <a:pt x="503" y="2218"/>
                  </a:lnTo>
                  <a:lnTo>
                    <a:pt x="565" y="2260"/>
                  </a:lnTo>
                  <a:lnTo>
                    <a:pt x="565" y="2364"/>
                  </a:lnTo>
                  <a:lnTo>
                    <a:pt x="733" y="2364"/>
                  </a:lnTo>
                  <a:lnTo>
                    <a:pt x="733" y="2260"/>
                  </a:lnTo>
                  <a:lnTo>
                    <a:pt x="795" y="2218"/>
                  </a:lnTo>
                  <a:lnTo>
                    <a:pt x="837" y="2155"/>
                  </a:lnTo>
                  <a:lnTo>
                    <a:pt x="837" y="2239"/>
                  </a:lnTo>
                  <a:lnTo>
                    <a:pt x="900" y="2323"/>
                  </a:lnTo>
                  <a:lnTo>
                    <a:pt x="879" y="2406"/>
                  </a:lnTo>
                  <a:lnTo>
                    <a:pt x="816" y="2469"/>
                  </a:lnTo>
                  <a:lnTo>
                    <a:pt x="837" y="2553"/>
                  </a:lnTo>
                  <a:lnTo>
                    <a:pt x="879" y="2574"/>
                  </a:lnTo>
                  <a:lnTo>
                    <a:pt x="921" y="2574"/>
                  </a:lnTo>
                  <a:lnTo>
                    <a:pt x="1026" y="2511"/>
                  </a:lnTo>
                  <a:lnTo>
                    <a:pt x="1026" y="2469"/>
                  </a:lnTo>
                  <a:lnTo>
                    <a:pt x="1088" y="2532"/>
                  </a:lnTo>
                  <a:lnTo>
                    <a:pt x="1214" y="2553"/>
                  </a:lnTo>
                  <a:lnTo>
                    <a:pt x="1235" y="2532"/>
                  </a:lnTo>
                  <a:lnTo>
                    <a:pt x="1340" y="2615"/>
                  </a:lnTo>
                  <a:lnTo>
                    <a:pt x="1444" y="2469"/>
                  </a:lnTo>
                  <a:lnTo>
                    <a:pt x="1570" y="2448"/>
                  </a:lnTo>
                  <a:lnTo>
                    <a:pt x="1632" y="2302"/>
                  </a:lnTo>
                  <a:lnTo>
                    <a:pt x="1758" y="2302"/>
                  </a:lnTo>
                  <a:lnTo>
                    <a:pt x="1821" y="2323"/>
                  </a:lnTo>
                  <a:lnTo>
                    <a:pt x="2093" y="2260"/>
                  </a:lnTo>
                  <a:lnTo>
                    <a:pt x="2197" y="2323"/>
                  </a:lnTo>
                  <a:lnTo>
                    <a:pt x="2239" y="2406"/>
                  </a:lnTo>
                  <a:lnTo>
                    <a:pt x="2407" y="2406"/>
                  </a:lnTo>
                  <a:lnTo>
                    <a:pt x="2365" y="2260"/>
                  </a:lnTo>
                  <a:lnTo>
                    <a:pt x="2386" y="2197"/>
                  </a:lnTo>
                  <a:lnTo>
                    <a:pt x="2281" y="2092"/>
                  </a:lnTo>
                  <a:lnTo>
                    <a:pt x="2156" y="2051"/>
                  </a:lnTo>
                  <a:lnTo>
                    <a:pt x="2135" y="1841"/>
                  </a:lnTo>
                  <a:lnTo>
                    <a:pt x="2239" y="1779"/>
                  </a:lnTo>
                  <a:lnTo>
                    <a:pt x="2448" y="1779"/>
                  </a:lnTo>
                  <a:lnTo>
                    <a:pt x="2511" y="1674"/>
                  </a:lnTo>
                  <a:lnTo>
                    <a:pt x="2679" y="1569"/>
                  </a:lnTo>
                  <a:lnTo>
                    <a:pt x="2825" y="1507"/>
                  </a:lnTo>
                  <a:lnTo>
                    <a:pt x="2867" y="1423"/>
                  </a:lnTo>
                  <a:lnTo>
                    <a:pt x="2930" y="1402"/>
                  </a:lnTo>
                  <a:lnTo>
                    <a:pt x="3034" y="1214"/>
                  </a:lnTo>
                  <a:lnTo>
                    <a:pt x="3013" y="1088"/>
                  </a:lnTo>
                  <a:lnTo>
                    <a:pt x="3034" y="942"/>
                  </a:lnTo>
                  <a:lnTo>
                    <a:pt x="3013" y="837"/>
                  </a:lnTo>
                  <a:lnTo>
                    <a:pt x="3034" y="649"/>
                  </a:lnTo>
                  <a:lnTo>
                    <a:pt x="2930" y="418"/>
                  </a:lnTo>
                  <a:lnTo>
                    <a:pt x="2825" y="356"/>
                  </a:lnTo>
                  <a:lnTo>
                    <a:pt x="2762" y="167"/>
                  </a:lnTo>
                  <a:lnTo>
                    <a:pt x="2679" y="167"/>
                  </a:lnTo>
                  <a:lnTo>
                    <a:pt x="2574" y="126"/>
                  </a:lnTo>
                  <a:lnTo>
                    <a:pt x="2469" y="105"/>
                  </a:lnTo>
                  <a:lnTo>
                    <a:pt x="240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0" name="Google Shape;7768;p67">
              <a:extLst>
                <a:ext uri="{FF2B5EF4-FFF2-40B4-BE49-F238E27FC236}">
                  <a16:creationId xmlns:a16="http://schemas.microsoft.com/office/drawing/2014/main" id="{3E255122-5A5C-72B5-67E2-B0E88E9846DF}"/>
                </a:ext>
              </a:extLst>
            </p:cNvPr>
            <p:cNvSpPr/>
            <p:nvPr/>
          </p:nvSpPr>
          <p:spPr>
            <a:xfrm>
              <a:off x="5123725" y="2903250"/>
              <a:ext cx="117200" cy="135525"/>
            </a:xfrm>
            <a:custGeom>
              <a:avLst/>
              <a:gdLst/>
              <a:ahLst/>
              <a:cxnLst/>
              <a:rect l="l" t="t" r="r" b="b"/>
              <a:pathLst>
                <a:path w="4688" h="5421" extrusionOk="0">
                  <a:moveTo>
                    <a:pt x="879" y="1"/>
                  </a:moveTo>
                  <a:lnTo>
                    <a:pt x="879" y="85"/>
                  </a:lnTo>
                  <a:lnTo>
                    <a:pt x="817" y="126"/>
                  </a:lnTo>
                  <a:lnTo>
                    <a:pt x="817" y="336"/>
                  </a:lnTo>
                  <a:lnTo>
                    <a:pt x="859" y="440"/>
                  </a:lnTo>
                  <a:lnTo>
                    <a:pt x="859" y="587"/>
                  </a:lnTo>
                  <a:lnTo>
                    <a:pt x="879" y="733"/>
                  </a:lnTo>
                  <a:lnTo>
                    <a:pt x="775" y="712"/>
                  </a:lnTo>
                  <a:lnTo>
                    <a:pt x="649" y="754"/>
                  </a:lnTo>
                  <a:lnTo>
                    <a:pt x="587" y="649"/>
                  </a:lnTo>
                  <a:lnTo>
                    <a:pt x="524" y="608"/>
                  </a:lnTo>
                  <a:lnTo>
                    <a:pt x="419" y="712"/>
                  </a:lnTo>
                  <a:lnTo>
                    <a:pt x="252" y="733"/>
                  </a:lnTo>
                  <a:lnTo>
                    <a:pt x="231" y="838"/>
                  </a:lnTo>
                  <a:lnTo>
                    <a:pt x="189" y="942"/>
                  </a:lnTo>
                  <a:lnTo>
                    <a:pt x="231" y="1026"/>
                  </a:lnTo>
                  <a:lnTo>
                    <a:pt x="105" y="1110"/>
                  </a:lnTo>
                  <a:lnTo>
                    <a:pt x="43" y="1110"/>
                  </a:lnTo>
                  <a:lnTo>
                    <a:pt x="1" y="1256"/>
                  </a:lnTo>
                  <a:lnTo>
                    <a:pt x="43" y="1382"/>
                  </a:lnTo>
                  <a:lnTo>
                    <a:pt x="210" y="1361"/>
                  </a:lnTo>
                  <a:lnTo>
                    <a:pt x="315" y="1486"/>
                  </a:lnTo>
                  <a:lnTo>
                    <a:pt x="335" y="1675"/>
                  </a:lnTo>
                  <a:lnTo>
                    <a:pt x="252" y="1758"/>
                  </a:lnTo>
                  <a:lnTo>
                    <a:pt x="335" y="1884"/>
                  </a:lnTo>
                  <a:lnTo>
                    <a:pt x="440" y="1947"/>
                  </a:lnTo>
                  <a:lnTo>
                    <a:pt x="524" y="1863"/>
                  </a:lnTo>
                  <a:lnTo>
                    <a:pt x="733" y="1863"/>
                  </a:lnTo>
                  <a:lnTo>
                    <a:pt x="754" y="1968"/>
                  </a:lnTo>
                  <a:lnTo>
                    <a:pt x="670" y="2093"/>
                  </a:lnTo>
                  <a:lnTo>
                    <a:pt x="754" y="2198"/>
                  </a:lnTo>
                  <a:lnTo>
                    <a:pt x="733" y="2281"/>
                  </a:lnTo>
                  <a:lnTo>
                    <a:pt x="670" y="2386"/>
                  </a:lnTo>
                  <a:lnTo>
                    <a:pt x="733" y="2512"/>
                  </a:lnTo>
                  <a:lnTo>
                    <a:pt x="733" y="2721"/>
                  </a:lnTo>
                  <a:lnTo>
                    <a:pt x="733" y="3014"/>
                  </a:lnTo>
                  <a:lnTo>
                    <a:pt x="879" y="2930"/>
                  </a:lnTo>
                  <a:lnTo>
                    <a:pt x="1047" y="2909"/>
                  </a:lnTo>
                  <a:lnTo>
                    <a:pt x="1047" y="2784"/>
                  </a:lnTo>
                  <a:lnTo>
                    <a:pt x="1235" y="2700"/>
                  </a:lnTo>
                  <a:lnTo>
                    <a:pt x="1444" y="2805"/>
                  </a:lnTo>
                  <a:lnTo>
                    <a:pt x="1549" y="2805"/>
                  </a:lnTo>
                  <a:lnTo>
                    <a:pt x="1633" y="2930"/>
                  </a:lnTo>
                  <a:lnTo>
                    <a:pt x="1884" y="2909"/>
                  </a:lnTo>
                  <a:lnTo>
                    <a:pt x="2009" y="2637"/>
                  </a:lnTo>
                  <a:lnTo>
                    <a:pt x="2198" y="2595"/>
                  </a:lnTo>
                  <a:lnTo>
                    <a:pt x="2449" y="2679"/>
                  </a:lnTo>
                  <a:lnTo>
                    <a:pt x="2532" y="2826"/>
                  </a:lnTo>
                  <a:lnTo>
                    <a:pt x="2804" y="3014"/>
                  </a:lnTo>
                  <a:lnTo>
                    <a:pt x="2930" y="3118"/>
                  </a:lnTo>
                  <a:lnTo>
                    <a:pt x="2972" y="3244"/>
                  </a:lnTo>
                  <a:lnTo>
                    <a:pt x="2972" y="3328"/>
                  </a:lnTo>
                  <a:lnTo>
                    <a:pt x="2930" y="3411"/>
                  </a:lnTo>
                  <a:lnTo>
                    <a:pt x="2972" y="3537"/>
                  </a:lnTo>
                  <a:lnTo>
                    <a:pt x="2972" y="3725"/>
                  </a:lnTo>
                  <a:lnTo>
                    <a:pt x="2951" y="3788"/>
                  </a:lnTo>
                  <a:lnTo>
                    <a:pt x="3056" y="3872"/>
                  </a:lnTo>
                  <a:lnTo>
                    <a:pt x="3160" y="3997"/>
                  </a:lnTo>
                  <a:lnTo>
                    <a:pt x="3286" y="3997"/>
                  </a:lnTo>
                  <a:lnTo>
                    <a:pt x="3369" y="4060"/>
                  </a:lnTo>
                  <a:lnTo>
                    <a:pt x="3348" y="4102"/>
                  </a:lnTo>
                  <a:lnTo>
                    <a:pt x="3495" y="4206"/>
                  </a:lnTo>
                  <a:lnTo>
                    <a:pt x="3495" y="4290"/>
                  </a:lnTo>
                  <a:lnTo>
                    <a:pt x="3474" y="4416"/>
                  </a:lnTo>
                  <a:lnTo>
                    <a:pt x="3474" y="4499"/>
                  </a:lnTo>
                  <a:lnTo>
                    <a:pt x="3453" y="4604"/>
                  </a:lnTo>
                  <a:lnTo>
                    <a:pt x="3474" y="4688"/>
                  </a:lnTo>
                  <a:lnTo>
                    <a:pt x="3474" y="4897"/>
                  </a:lnTo>
                  <a:lnTo>
                    <a:pt x="3390" y="4981"/>
                  </a:lnTo>
                  <a:lnTo>
                    <a:pt x="3348" y="5002"/>
                  </a:lnTo>
                  <a:lnTo>
                    <a:pt x="3474" y="5106"/>
                  </a:lnTo>
                  <a:lnTo>
                    <a:pt x="3537" y="5190"/>
                  </a:lnTo>
                  <a:lnTo>
                    <a:pt x="3683" y="5190"/>
                  </a:lnTo>
                  <a:lnTo>
                    <a:pt x="3788" y="5357"/>
                  </a:lnTo>
                  <a:lnTo>
                    <a:pt x="3976" y="5420"/>
                  </a:lnTo>
                  <a:lnTo>
                    <a:pt x="3976" y="5336"/>
                  </a:lnTo>
                  <a:lnTo>
                    <a:pt x="3955" y="5232"/>
                  </a:lnTo>
                  <a:lnTo>
                    <a:pt x="3976" y="5127"/>
                  </a:lnTo>
                  <a:lnTo>
                    <a:pt x="3851" y="5002"/>
                  </a:lnTo>
                  <a:lnTo>
                    <a:pt x="3955" y="4918"/>
                  </a:lnTo>
                  <a:lnTo>
                    <a:pt x="4123" y="4876"/>
                  </a:lnTo>
                  <a:lnTo>
                    <a:pt x="4185" y="4981"/>
                  </a:lnTo>
                  <a:lnTo>
                    <a:pt x="4290" y="5002"/>
                  </a:lnTo>
                  <a:lnTo>
                    <a:pt x="4395" y="5043"/>
                  </a:lnTo>
                  <a:lnTo>
                    <a:pt x="4499" y="5043"/>
                  </a:lnTo>
                  <a:lnTo>
                    <a:pt x="4604" y="5002"/>
                  </a:lnTo>
                  <a:lnTo>
                    <a:pt x="4583" y="4813"/>
                  </a:lnTo>
                  <a:lnTo>
                    <a:pt x="4541" y="4730"/>
                  </a:lnTo>
                  <a:lnTo>
                    <a:pt x="4520" y="4604"/>
                  </a:lnTo>
                  <a:lnTo>
                    <a:pt x="4688" y="4478"/>
                  </a:lnTo>
                  <a:lnTo>
                    <a:pt x="4688" y="4311"/>
                  </a:lnTo>
                  <a:lnTo>
                    <a:pt x="4604" y="4311"/>
                  </a:lnTo>
                  <a:lnTo>
                    <a:pt x="4541" y="4248"/>
                  </a:lnTo>
                  <a:lnTo>
                    <a:pt x="4583" y="4081"/>
                  </a:lnTo>
                  <a:lnTo>
                    <a:pt x="4646" y="3997"/>
                  </a:lnTo>
                  <a:lnTo>
                    <a:pt x="4604" y="3934"/>
                  </a:lnTo>
                  <a:lnTo>
                    <a:pt x="4499" y="3976"/>
                  </a:lnTo>
                  <a:lnTo>
                    <a:pt x="4436" y="3955"/>
                  </a:lnTo>
                  <a:lnTo>
                    <a:pt x="4374" y="3851"/>
                  </a:lnTo>
                  <a:lnTo>
                    <a:pt x="4227" y="3851"/>
                  </a:lnTo>
                  <a:lnTo>
                    <a:pt x="4185" y="3788"/>
                  </a:lnTo>
                  <a:lnTo>
                    <a:pt x="4206" y="3683"/>
                  </a:lnTo>
                  <a:lnTo>
                    <a:pt x="4123" y="3662"/>
                  </a:lnTo>
                  <a:lnTo>
                    <a:pt x="4081" y="3662"/>
                  </a:lnTo>
                  <a:lnTo>
                    <a:pt x="3997" y="3579"/>
                  </a:lnTo>
                  <a:lnTo>
                    <a:pt x="3997" y="3516"/>
                  </a:lnTo>
                  <a:lnTo>
                    <a:pt x="3913" y="3411"/>
                  </a:lnTo>
                  <a:lnTo>
                    <a:pt x="3788" y="3411"/>
                  </a:lnTo>
                  <a:lnTo>
                    <a:pt x="3704" y="3349"/>
                  </a:lnTo>
                  <a:lnTo>
                    <a:pt x="3662" y="3223"/>
                  </a:lnTo>
                  <a:lnTo>
                    <a:pt x="3474" y="3014"/>
                  </a:lnTo>
                  <a:lnTo>
                    <a:pt x="3495" y="2930"/>
                  </a:lnTo>
                  <a:lnTo>
                    <a:pt x="3369" y="2784"/>
                  </a:lnTo>
                  <a:lnTo>
                    <a:pt x="3202" y="2700"/>
                  </a:lnTo>
                  <a:lnTo>
                    <a:pt x="3056" y="2491"/>
                  </a:lnTo>
                  <a:lnTo>
                    <a:pt x="2951" y="2491"/>
                  </a:lnTo>
                  <a:lnTo>
                    <a:pt x="2763" y="2386"/>
                  </a:lnTo>
                  <a:lnTo>
                    <a:pt x="2595" y="2386"/>
                  </a:lnTo>
                  <a:lnTo>
                    <a:pt x="2511" y="2219"/>
                  </a:lnTo>
                  <a:lnTo>
                    <a:pt x="2428" y="2219"/>
                  </a:lnTo>
                  <a:lnTo>
                    <a:pt x="2407" y="2156"/>
                  </a:lnTo>
                  <a:lnTo>
                    <a:pt x="2491" y="2072"/>
                  </a:lnTo>
                  <a:lnTo>
                    <a:pt x="2344" y="1905"/>
                  </a:lnTo>
                  <a:lnTo>
                    <a:pt x="2344" y="1842"/>
                  </a:lnTo>
                  <a:lnTo>
                    <a:pt x="2428" y="1842"/>
                  </a:lnTo>
                  <a:lnTo>
                    <a:pt x="2595" y="1758"/>
                  </a:lnTo>
                  <a:lnTo>
                    <a:pt x="2721" y="1758"/>
                  </a:lnTo>
                  <a:lnTo>
                    <a:pt x="2763" y="1675"/>
                  </a:lnTo>
                  <a:lnTo>
                    <a:pt x="2846" y="1465"/>
                  </a:lnTo>
                  <a:lnTo>
                    <a:pt x="2930" y="1445"/>
                  </a:lnTo>
                  <a:lnTo>
                    <a:pt x="2930" y="1361"/>
                  </a:lnTo>
                  <a:lnTo>
                    <a:pt x="2742" y="1319"/>
                  </a:lnTo>
                  <a:lnTo>
                    <a:pt x="2763" y="1214"/>
                  </a:lnTo>
                  <a:lnTo>
                    <a:pt x="2742" y="1110"/>
                  </a:lnTo>
                  <a:lnTo>
                    <a:pt x="2595" y="1068"/>
                  </a:lnTo>
                  <a:lnTo>
                    <a:pt x="2511" y="963"/>
                  </a:lnTo>
                  <a:lnTo>
                    <a:pt x="2344" y="963"/>
                  </a:lnTo>
                  <a:lnTo>
                    <a:pt x="2219" y="1047"/>
                  </a:lnTo>
                  <a:lnTo>
                    <a:pt x="2072" y="1005"/>
                  </a:lnTo>
                  <a:lnTo>
                    <a:pt x="1821" y="1005"/>
                  </a:lnTo>
                  <a:lnTo>
                    <a:pt x="1716" y="796"/>
                  </a:lnTo>
                  <a:lnTo>
                    <a:pt x="1507" y="608"/>
                  </a:lnTo>
                  <a:lnTo>
                    <a:pt x="1570" y="524"/>
                  </a:lnTo>
                  <a:lnTo>
                    <a:pt x="1549" y="398"/>
                  </a:lnTo>
                  <a:lnTo>
                    <a:pt x="1444" y="315"/>
                  </a:lnTo>
                  <a:lnTo>
                    <a:pt x="1340" y="168"/>
                  </a:lnTo>
                  <a:lnTo>
                    <a:pt x="1151" y="85"/>
                  </a:lnTo>
                  <a:lnTo>
                    <a:pt x="108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1" name="Google Shape;7769;p67">
              <a:extLst>
                <a:ext uri="{FF2B5EF4-FFF2-40B4-BE49-F238E27FC236}">
                  <a16:creationId xmlns:a16="http://schemas.microsoft.com/office/drawing/2014/main" id="{AC81860C-7E8F-9883-5F13-6AF80C11778C}"/>
                </a:ext>
              </a:extLst>
            </p:cNvPr>
            <p:cNvSpPr/>
            <p:nvPr/>
          </p:nvSpPr>
          <p:spPr>
            <a:xfrm>
              <a:off x="5089200" y="2934650"/>
              <a:ext cx="121900" cy="227050"/>
            </a:xfrm>
            <a:custGeom>
              <a:avLst/>
              <a:gdLst/>
              <a:ahLst/>
              <a:cxnLst/>
              <a:rect l="l" t="t" r="r" b="b"/>
              <a:pathLst>
                <a:path w="4876" h="9082" extrusionOk="0">
                  <a:moveTo>
                    <a:pt x="1361" y="0"/>
                  </a:moveTo>
                  <a:lnTo>
                    <a:pt x="1193" y="21"/>
                  </a:lnTo>
                  <a:lnTo>
                    <a:pt x="1068" y="63"/>
                  </a:lnTo>
                  <a:lnTo>
                    <a:pt x="1068" y="126"/>
                  </a:lnTo>
                  <a:lnTo>
                    <a:pt x="1110" y="209"/>
                  </a:lnTo>
                  <a:lnTo>
                    <a:pt x="1089" y="293"/>
                  </a:lnTo>
                  <a:lnTo>
                    <a:pt x="921" y="272"/>
                  </a:lnTo>
                  <a:lnTo>
                    <a:pt x="859" y="314"/>
                  </a:lnTo>
                  <a:lnTo>
                    <a:pt x="859" y="481"/>
                  </a:lnTo>
                  <a:lnTo>
                    <a:pt x="838" y="523"/>
                  </a:lnTo>
                  <a:lnTo>
                    <a:pt x="691" y="523"/>
                  </a:lnTo>
                  <a:lnTo>
                    <a:pt x="566" y="628"/>
                  </a:lnTo>
                  <a:lnTo>
                    <a:pt x="335" y="544"/>
                  </a:lnTo>
                  <a:lnTo>
                    <a:pt x="252" y="691"/>
                  </a:lnTo>
                  <a:lnTo>
                    <a:pt x="273" y="858"/>
                  </a:lnTo>
                  <a:lnTo>
                    <a:pt x="210" y="942"/>
                  </a:lnTo>
                  <a:lnTo>
                    <a:pt x="210" y="1130"/>
                  </a:lnTo>
                  <a:lnTo>
                    <a:pt x="231" y="1214"/>
                  </a:lnTo>
                  <a:lnTo>
                    <a:pt x="126" y="1277"/>
                  </a:lnTo>
                  <a:lnTo>
                    <a:pt x="1" y="1360"/>
                  </a:lnTo>
                  <a:lnTo>
                    <a:pt x="1" y="1444"/>
                  </a:lnTo>
                  <a:lnTo>
                    <a:pt x="63" y="1465"/>
                  </a:lnTo>
                  <a:lnTo>
                    <a:pt x="168" y="1653"/>
                  </a:lnTo>
                  <a:lnTo>
                    <a:pt x="252" y="1737"/>
                  </a:lnTo>
                  <a:lnTo>
                    <a:pt x="315" y="1800"/>
                  </a:lnTo>
                  <a:lnTo>
                    <a:pt x="440" y="1904"/>
                  </a:lnTo>
                  <a:lnTo>
                    <a:pt x="587" y="2197"/>
                  </a:lnTo>
                  <a:lnTo>
                    <a:pt x="670" y="2260"/>
                  </a:lnTo>
                  <a:lnTo>
                    <a:pt x="754" y="2386"/>
                  </a:lnTo>
                  <a:lnTo>
                    <a:pt x="754" y="2511"/>
                  </a:lnTo>
                  <a:lnTo>
                    <a:pt x="879" y="2574"/>
                  </a:lnTo>
                  <a:lnTo>
                    <a:pt x="879" y="2699"/>
                  </a:lnTo>
                  <a:lnTo>
                    <a:pt x="775" y="2741"/>
                  </a:lnTo>
                  <a:lnTo>
                    <a:pt x="754" y="2825"/>
                  </a:lnTo>
                  <a:lnTo>
                    <a:pt x="796" y="3118"/>
                  </a:lnTo>
                  <a:lnTo>
                    <a:pt x="775" y="3222"/>
                  </a:lnTo>
                  <a:lnTo>
                    <a:pt x="670" y="3264"/>
                  </a:lnTo>
                  <a:lnTo>
                    <a:pt x="754" y="3474"/>
                  </a:lnTo>
                  <a:lnTo>
                    <a:pt x="754" y="3578"/>
                  </a:lnTo>
                  <a:lnTo>
                    <a:pt x="900" y="3766"/>
                  </a:lnTo>
                  <a:lnTo>
                    <a:pt x="1089" y="3892"/>
                  </a:lnTo>
                  <a:lnTo>
                    <a:pt x="1256" y="4059"/>
                  </a:lnTo>
                  <a:lnTo>
                    <a:pt x="1298" y="4311"/>
                  </a:lnTo>
                  <a:lnTo>
                    <a:pt x="1277" y="4394"/>
                  </a:lnTo>
                  <a:lnTo>
                    <a:pt x="1298" y="4520"/>
                  </a:lnTo>
                  <a:lnTo>
                    <a:pt x="1277" y="4624"/>
                  </a:lnTo>
                  <a:lnTo>
                    <a:pt x="1361" y="4708"/>
                  </a:lnTo>
                  <a:lnTo>
                    <a:pt x="1382" y="4896"/>
                  </a:lnTo>
                  <a:lnTo>
                    <a:pt x="1424" y="5001"/>
                  </a:lnTo>
                  <a:lnTo>
                    <a:pt x="1403" y="5147"/>
                  </a:lnTo>
                  <a:lnTo>
                    <a:pt x="1486" y="5294"/>
                  </a:lnTo>
                  <a:lnTo>
                    <a:pt x="1486" y="5461"/>
                  </a:lnTo>
                  <a:lnTo>
                    <a:pt x="1403" y="5524"/>
                  </a:lnTo>
                  <a:lnTo>
                    <a:pt x="1277" y="5880"/>
                  </a:lnTo>
                  <a:lnTo>
                    <a:pt x="1152" y="5963"/>
                  </a:lnTo>
                  <a:lnTo>
                    <a:pt x="1152" y="6131"/>
                  </a:lnTo>
                  <a:lnTo>
                    <a:pt x="1089" y="6194"/>
                  </a:lnTo>
                  <a:lnTo>
                    <a:pt x="1068" y="6298"/>
                  </a:lnTo>
                  <a:lnTo>
                    <a:pt x="1047" y="6487"/>
                  </a:lnTo>
                  <a:lnTo>
                    <a:pt x="1089" y="6487"/>
                  </a:lnTo>
                  <a:lnTo>
                    <a:pt x="1005" y="6591"/>
                  </a:lnTo>
                  <a:lnTo>
                    <a:pt x="1047" y="6654"/>
                  </a:lnTo>
                  <a:lnTo>
                    <a:pt x="963" y="6779"/>
                  </a:lnTo>
                  <a:lnTo>
                    <a:pt x="1047" y="6779"/>
                  </a:lnTo>
                  <a:lnTo>
                    <a:pt x="984" y="6863"/>
                  </a:lnTo>
                  <a:lnTo>
                    <a:pt x="921" y="6863"/>
                  </a:lnTo>
                  <a:lnTo>
                    <a:pt x="921" y="7072"/>
                  </a:lnTo>
                  <a:lnTo>
                    <a:pt x="859" y="7114"/>
                  </a:lnTo>
                  <a:lnTo>
                    <a:pt x="879" y="7282"/>
                  </a:lnTo>
                  <a:lnTo>
                    <a:pt x="859" y="7324"/>
                  </a:lnTo>
                  <a:lnTo>
                    <a:pt x="879" y="7533"/>
                  </a:lnTo>
                  <a:lnTo>
                    <a:pt x="921" y="7616"/>
                  </a:lnTo>
                  <a:lnTo>
                    <a:pt x="1005" y="7616"/>
                  </a:lnTo>
                  <a:lnTo>
                    <a:pt x="984" y="7512"/>
                  </a:lnTo>
                  <a:lnTo>
                    <a:pt x="1110" y="7449"/>
                  </a:lnTo>
                  <a:lnTo>
                    <a:pt x="1089" y="7512"/>
                  </a:lnTo>
                  <a:lnTo>
                    <a:pt x="1172" y="7554"/>
                  </a:lnTo>
                  <a:lnTo>
                    <a:pt x="1172" y="7637"/>
                  </a:lnTo>
                  <a:lnTo>
                    <a:pt x="1277" y="7658"/>
                  </a:lnTo>
                  <a:lnTo>
                    <a:pt x="1319" y="7868"/>
                  </a:lnTo>
                  <a:lnTo>
                    <a:pt x="1424" y="7868"/>
                  </a:lnTo>
                  <a:lnTo>
                    <a:pt x="1570" y="8035"/>
                  </a:lnTo>
                  <a:lnTo>
                    <a:pt x="1570" y="8119"/>
                  </a:lnTo>
                  <a:lnTo>
                    <a:pt x="1675" y="8140"/>
                  </a:lnTo>
                  <a:lnTo>
                    <a:pt x="1696" y="8244"/>
                  </a:lnTo>
                  <a:lnTo>
                    <a:pt x="1779" y="8244"/>
                  </a:lnTo>
                  <a:lnTo>
                    <a:pt x="1779" y="8286"/>
                  </a:lnTo>
                  <a:lnTo>
                    <a:pt x="1716" y="8370"/>
                  </a:lnTo>
                  <a:lnTo>
                    <a:pt x="1716" y="8391"/>
                  </a:lnTo>
                  <a:lnTo>
                    <a:pt x="1968" y="8579"/>
                  </a:lnTo>
                  <a:lnTo>
                    <a:pt x="2009" y="8663"/>
                  </a:lnTo>
                  <a:lnTo>
                    <a:pt x="2051" y="8537"/>
                  </a:lnTo>
                  <a:lnTo>
                    <a:pt x="2135" y="8453"/>
                  </a:lnTo>
                  <a:lnTo>
                    <a:pt x="2240" y="8537"/>
                  </a:lnTo>
                  <a:lnTo>
                    <a:pt x="2407" y="8579"/>
                  </a:lnTo>
                  <a:lnTo>
                    <a:pt x="2428" y="8642"/>
                  </a:lnTo>
                  <a:lnTo>
                    <a:pt x="2553" y="8642"/>
                  </a:lnTo>
                  <a:lnTo>
                    <a:pt x="2616" y="8704"/>
                  </a:lnTo>
                  <a:lnTo>
                    <a:pt x="2616" y="8893"/>
                  </a:lnTo>
                  <a:lnTo>
                    <a:pt x="2532" y="8976"/>
                  </a:lnTo>
                  <a:lnTo>
                    <a:pt x="2532" y="9060"/>
                  </a:lnTo>
                  <a:lnTo>
                    <a:pt x="2679" y="9081"/>
                  </a:lnTo>
                  <a:lnTo>
                    <a:pt x="2825" y="8976"/>
                  </a:lnTo>
                  <a:lnTo>
                    <a:pt x="2930" y="8976"/>
                  </a:lnTo>
                  <a:lnTo>
                    <a:pt x="2993" y="9018"/>
                  </a:lnTo>
                  <a:lnTo>
                    <a:pt x="3076" y="8976"/>
                  </a:lnTo>
                  <a:lnTo>
                    <a:pt x="3076" y="8872"/>
                  </a:lnTo>
                  <a:lnTo>
                    <a:pt x="3097" y="8851"/>
                  </a:lnTo>
                  <a:lnTo>
                    <a:pt x="3076" y="8788"/>
                  </a:lnTo>
                  <a:lnTo>
                    <a:pt x="2972" y="8704"/>
                  </a:lnTo>
                  <a:lnTo>
                    <a:pt x="2930" y="8642"/>
                  </a:lnTo>
                  <a:lnTo>
                    <a:pt x="2846" y="8474"/>
                  </a:lnTo>
                  <a:lnTo>
                    <a:pt x="2742" y="8432"/>
                  </a:lnTo>
                  <a:lnTo>
                    <a:pt x="2637" y="8432"/>
                  </a:lnTo>
                  <a:lnTo>
                    <a:pt x="2574" y="8453"/>
                  </a:lnTo>
                  <a:lnTo>
                    <a:pt x="2491" y="8391"/>
                  </a:lnTo>
                  <a:lnTo>
                    <a:pt x="2344" y="8244"/>
                  </a:lnTo>
                  <a:lnTo>
                    <a:pt x="2260" y="8160"/>
                  </a:lnTo>
                  <a:lnTo>
                    <a:pt x="2260" y="8056"/>
                  </a:lnTo>
                  <a:lnTo>
                    <a:pt x="2219" y="8035"/>
                  </a:lnTo>
                  <a:lnTo>
                    <a:pt x="2198" y="8140"/>
                  </a:lnTo>
                  <a:lnTo>
                    <a:pt x="2030" y="8056"/>
                  </a:lnTo>
                  <a:lnTo>
                    <a:pt x="2051" y="7972"/>
                  </a:lnTo>
                  <a:lnTo>
                    <a:pt x="2135" y="7930"/>
                  </a:lnTo>
                  <a:lnTo>
                    <a:pt x="2156" y="7951"/>
                  </a:lnTo>
                  <a:lnTo>
                    <a:pt x="2198" y="7930"/>
                  </a:lnTo>
                  <a:lnTo>
                    <a:pt x="2219" y="7868"/>
                  </a:lnTo>
                  <a:lnTo>
                    <a:pt x="2156" y="7637"/>
                  </a:lnTo>
                  <a:lnTo>
                    <a:pt x="2114" y="7616"/>
                  </a:lnTo>
                  <a:lnTo>
                    <a:pt x="2114" y="7533"/>
                  </a:lnTo>
                  <a:lnTo>
                    <a:pt x="2030" y="7428"/>
                  </a:lnTo>
                  <a:lnTo>
                    <a:pt x="2009" y="7344"/>
                  </a:lnTo>
                  <a:lnTo>
                    <a:pt x="2009" y="7386"/>
                  </a:lnTo>
                  <a:lnTo>
                    <a:pt x="2009" y="7449"/>
                  </a:lnTo>
                  <a:lnTo>
                    <a:pt x="1947" y="7449"/>
                  </a:lnTo>
                  <a:lnTo>
                    <a:pt x="1884" y="7324"/>
                  </a:lnTo>
                  <a:lnTo>
                    <a:pt x="1821" y="7303"/>
                  </a:lnTo>
                  <a:lnTo>
                    <a:pt x="1842" y="7177"/>
                  </a:lnTo>
                  <a:lnTo>
                    <a:pt x="1800" y="7114"/>
                  </a:lnTo>
                  <a:lnTo>
                    <a:pt x="1779" y="6989"/>
                  </a:lnTo>
                  <a:lnTo>
                    <a:pt x="1716" y="6926"/>
                  </a:lnTo>
                  <a:lnTo>
                    <a:pt x="1633" y="6926"/>
                  </a:lnTo>
                  <a:lnTo>
                    <a:pt x="1612" y="6905"/>
                  </a:lnTo>
                  <a:lnTo>
                    <a:pt x="1570" y="6968"/>
                  </a:lnTo>
                  <a:lnTo>
                    <a:pt x="1528" y="7010"/>
                  </a:lnTo>
                  <a:lnTo>
                    <a:pt x="1486" y="7031"/>
                  </a:lnTo>
                  <a:lnTo>
                    <a:pt x="1424" y="6989"/>
                  </a:lnTo>
                  <a:lnTo>
                    <a:pt x="1486" y="6884"/>
                  </a:lnTo>
                  <a:lnTo>
                    <a:pt x="1382" y="6717"/>
                  </a:lnTo>
                  <a:lnTo>
                    <a:pt x="1382" y="6654"/>
                  </a:lnTo>
                  <a:lnTo>
                    <a:pt x="1361" y="6507"/>
                  </a:lnTo>
                  <a:lnTo>
                    <a:pt x="1361" y="6466"/>
                  </a:lnTo>
                  <a:lnTo>
                    <a:pt x="1403" y="6382"/>
                  </a:lnTo>
                  <a:lnTo>
                    <a:pt x="1382" y="6361"/>
                  </a:lnTo>
                  <a:lnTo>
                    <a:pt x="1319" y="6361"/>
                  </a:lnTo>
                  <a:lnTo>
                    <a:pt x="1382" y="6256"/>
                  </a:lnTo>
                  <a:lnTo>
                    <a:pt x="1382" y="6131"/>
                  </a:lnTo>
                  <a:lnTo>
                    <a:pt x="1507" y="5943"/>
                  </a:lnTo>
                  <a:lnTo>
                    <a:pt x="1528" y="5503"/>
                  </a:lnTo>
                  <a:lnTo>
                    <a:pt x="1612" y="5399"/>
                  </a:lnTo>
                  <a:lnTo>
                    <a:pt x="1633" y="5252"/>
                  </a:lnTo>
                  <a:lnTo>
                    <a:pt x="1716" y="5147"/>
                  </a:lnTo>
                  <a:lnTo>
                    <a:pt x="1737" y="5001"/>
                  </a:lnTo>
                  <a:lnTo>
                    <a:pt x="1696" y="4980"/>
                  </a:lnTo>
                  <a:lnTo>
                    <a:pt x="1716" y="4896"/>
                  </a:lnTo>
                  <a:lnTo>
                    <a:pt x="1716" y="4771"/>
                  </a:lnTo>
                  <a:lnTo>
                    <a:pt x="1779" y="4666"/>
                  </a:lnTo>
                  <a:lnTo>
                    <a:pt x="1779" y="4562"/>
                  </a:lnTo>
                  <a:lnTo>
                    <a:pt x="1675" y="4520"/>
                  </a:lnTo>
                  <a:lnTo>
                    <a:pt x="1696" y="4457"/>
                  </a:lnTo>
                  <a:lnTo>
                    <a:pt x="1696" y="4415"/>
                  </a:lnTo>
                  <a:lnTo>
                    <a:pt x="1800" y="4415"/>
                  </a:lnTo>
                  <a:lnTo>
                    <a:pt x="1821" y="4394"/>
                  </a:lnTo>
                  <a:lnTo>
                    <a:pt x="1884" y="4415"/>
                  </a:lnTo>
                  <a:lnTo>
                    <a:pt x="1926" y="4415"/>
                  </a:lnTo>
                  <a:lnTo>
                    <a:pt x="2030" y="4373"/>
                  </a:lnTo>
                  <a:lnTo>
                    <a:pt x="2051" y="4394"/>
                  </a:lnTo>
                  <a:lnTo>
                    <a:pt x="2135" y="4394"/>
                  </a:lnTo>
                  <a:lnTo>
                    <a:pt x="2219" y="4415"/>
                  </a:lnTo>
                  <a:lnTo>
                    <a:pt x="2260" y="4499"/>
                  </a:lnTo>
                  <a:lnTo>
                    <a:pt x="2219" y="4520"/>
                  </a:lnTo>
                  <a:lnTo>
                    <a:pt x="2219" y="4687"/>
                  </a:lnTo>
                  <a:lnTo>
                    <a:pt x="2260" y="4792"/>
                  </a:lnTo>
                  <a:lnTo>
                    <a:pt x="2240" y="4813"/>
                  </a:lnTo>
                  <a:lnTo>
                    <a:pt x="2198" y="4917"/>
                  </a:lnTo>
                  <a:lnTo>
                    <a:pt x="2302" y="4896"/>
                  </a:lnTo>
                  <a:lnTo>
                    <a:pt x="2365" y="4917"/>
                  </a:lnTo>
                  <a:lnTo>
                    <a:pt x="2470" y="4896"/>
                  </a:lnTo>
                  <a:lnTo>
                    <a:pt x="2616" y="4917"/>
                  </a:lnTo>
                  <a:lnTo>
                    <a:pt x="2658" y="4980"/>
                  </a:lnTo>
                  <a:lnTo>
                    <a:pt x="2658" y="4938"/>
                  </a:lnTo>
                  <a:lnTo>
                    <a:pt x="2658" y="4917"/>
                  </a:lnTo>
                  <a:lnTo>
                    <a:pt x="2721" y="4875"/>
                  </a:lnTo>
                  <a:lnTo>
                    <a:pt x="2784" y="4896"/>
                  </a:lnTo>
                  <a:lnTo>
                    <a:pt x="2951" y="5043"/>
                  </a:lnTo>
                  <a:lnTo>
                    <a:pt x="3014" y="5085"/>
                  </a:lnTo>
                  <a:lnTo>
                    <a:pt x="3014" y="5127"/>
                  </a:lnTo>
                  <a:lnTo>
                    <a:pt x="3076" y="5127"/>
                  </a:lnTo>
                  <a:lnTo>
                    <a:pt x="3181" y="5231"/>
                  </a:lnTo>
                  <a:lnTo>
                    <a:pt x="3202" y="5252"/>
                  </a:lnTo>
                  <a:lnTo>
                    <a:pt x="3244" y="5252"/>
                  </a:lnTo>
                  <a:lnTo>
                    <a:pt x="3244" y="5189"/>
                  </a:lnTo>
                  <a:lnTo>
                    <a:pt x="3286" y="5189"/>
                  </a:lnTo>
                  <a:lnTo>
                    <a:pt x="3286" y="5106"/>
                  </a:lnTo>
                  <a:lnTo>
                    <a:pt x="3307" y="4875"/>
                  </a:lnTo>
                  <a:lnTo>
                    <a:pt x="3265" y="4771"/>
                  </a:lnTo>
                  <a:lnTo>
                    <a:pt x="3160" y="4708"/>
                  </a:lnTo>
                  <a:lnTo>
                    <a:pt x="3097" y="4478"/>
                  </a:lnTo>
                  <a:lnTo>
                    <a:pt x="3139" y="4269"/>
                  </a:lnTo>
                  <a:lnTo>
                    <a:pt x="3202" y="4143"/>
                  </a:lnTo>
                  <a:lnTo>
                    <a:pt x="3265" y="3955"/>
                  </a:lnTo>
                  <a:lnTo>
                    <a:pt x="3369" y="3787"/>
                  </a:lnTo>
                  <a:lnTo>
                    <a:pt x="3495" y="3787"/>
                  </a:lnTo>
                  <a:lnTo>
                    <a:pt x="3767" y="3725"/>
                  </a:lnTo>
                  <a:lnTo>
                    <a:pt x="3913" y="3725"/>
                  </a:lnTo>
                  <a:lnTo>
                    <a:pt x="3976" y="3766"/>
                  </a:lnTo>
                  <a:lnTo>
                    <a:pt x="4123" y="3683"/>
                  </a:lnTo>
                  <a:lnTo>
                    <a:pt x="4248" y="3683"/>
                  </a:lnTo>
                  <a:lnTo>
                    <a:pt x="4395" y="3746"/>
                  </a:lnTo>
                  <a:lnTo>
                    <a:pt x="4541" y="3725"/>
                  </a:lnTo>
                  <a:lnTo>
                    <a:pt x="4646" y="3787"/>
                  </a:lnTo>
                  <a:lnTo>
                    <a:pt x="4771" y="3725"/>
                  </a:lnTo>
                  <a:lnTo>
                    <a:pt x="4855" y="3641"/>
                  </a:lnTo>
                  <a:lnTo>
                    <a:pt x="4855" y="3432"/>
                  </a:lnTo>
                  <a:lnTo>
                    <a:pt x="4834" y="3348"/>
                  </a:lnTo>
                  <a:lnTo>
                    <a:pt x="4855" y="3243"/>
                  </a:lnTo>
                  <a:lnTo>
                    <a:pt x="4855" y="3160"/>
                  </a:lnTo>
                  <a:lnTo>
                    <a:pt x="4876" y="3034"/>
                  </a:lnTo>
                  <a:lnTo>
                    <a:pt x="4876" y="2950"/>
                  </a:lnTo>
                  <a:lnTo>
                    <a:pt x="4729" y="2846"/>
                  </a:lnTo>
                  <a:lnTo>
                    <a:pt x="4750" y="2804"/>
                  </a:lnTo>
                  <a:lnTo>
                    <a:pt x="4667" y="2741"/>
                  </a:lnTo>
                  <a:lnTo>
                    <a:pt x="4541" y="2741"/>
                  </a:lnTo>
                  <a:lnTo>
                    <a:pt x="4437" y="2616"/>
                  </a:lnTo>
                  <a:lnTo>
                    <a:pt x="4332" y="2532"/>
                  </a:lnTo>
                  <a:lnTo>
                    <a:pt x="4353" y="2469"/>
                  </a:lnTo>
                  <a:lnTo>
                    <a:pt x="4353" y="2281"/>
                  </a:lnTo>
                  <a:lnTo>
                    <a:pt x="4311" y="2155"/>
                  </a:lnTo>
                  <a:lnTo>
                    <a:pt x="4353" y="2072"/>
                  </a:lnTo>
                  <a:lnTo>
                    <a:pt x="4353" y="1988"/>
                  </a:lnTo>
                  <a:lnTo>
                    <a:pt x="4311" y="1862"/>
                  </a:lnTo>
                  <a:lnTo>
                    <a:pt x="4185" y="1758"/>
                  </a:lnTo>
                  <a:lnTo>
                    <a:pt x="3913" y="1570"/>
                  </a:lnTo>
                  <a:lnTo>
                    <a:pt x="3830" y="1423"/>
                  </a:lnTo>
                  <a:lnTo>
                    <a:pt x="3579" y="1339"/>
                  </a:lnTo>
                  <a:lnTo>
                    <a:pt x="3390" y="1381"/>
                  </a:lnTo>
                  <a:lnTo>
                    <a:pt x="3265" y="1653"/>
                  </a:lnTo>
                  <a:lnTo>
                    <a:pt x="3014" y="1674"/>
                  </a:lnTo>
                  <a:lnTo>
                    <a:pt x="2930" y="1549"/>
                  </a:lnTo>
                  <a:lnTo>
                    <a:pt x="2825" y="1549"/>
                  </a:lnTo>
                  <a:lnTo>
                    <a:pt x="2616" y="1444"/>
                  </a:lnTo>
                  <a:lnTo>
                    <a:pt x="2428" y="1528"/>
                  </a:lnTo>
                  <a:lnTo>
                    <a:pt x="2428" y="1653"/>
                  </a:lnTo>
                  <a:lnTo>
                    <a:pt x="2260" y="1674"/>
                  </a:lnTo>
                  <a:lnTo>
                    <a:pt x="2114" y="1758"/>
                  </a:lnTo>
                  <a:lnTo>
                    <a:pt x="2114" y="1465"/>
                  </a:lnTo>
                  <a:lnTo>
                    <a:pt x="2114" y="1256"/>
                  </a:lnTo>
                  <a:lnTo>
                    <a:pt x="2051" y="1130"/>
                  </a:lnTo>
                  <a:lnTo>
                    <a:pt x="2114" y="1025"/>
                  </a:lnTo>
                  <a:lnTo>
                    <a:pt x="2135" y="942"/>
                  </a:lnTo>
                  <a:lnTo>
                    <a:pt x="2051" y="837"/>
                  </a:lnTo>
                  <a:lnTo>
                    <a:pt x="2135" y="712"/>
                  </a:lnTo>
                  <a:lnTo>
                    <a:pt x="2114" y="607"/>
                  </a:lnTo>
                  <a:lnTo>
                    <a:pt x="1905" y="607"/>
                  </a:lnTo>
                  <a:lnTo>
                    <a:pt x="1821" y="691"/>
                  </a:lnTo>
                  <a:lnTo>
                    <a:pt x="1716" y="628"/>
                  </a:lnTo>
                  <a:lnTo>
                    <a:pt x="1633" y="502"/>
                  </a:lnTo>
                  <a:lnTo>
                    <a:pt x="1716" y="419"/>
                  </a:lnTo>
                  <a:lnTo>
                    <a:pt x="1696" y="230"/>
                  </a:lnTo>
                  <a:lnTo>
                    <a:pt x="1591" y="105"/>
                  </a:lnTo>
                  <a:lnTo>
                    <a:pt x="1424" y="126"/>
                  </a:lnTo>
                  <a:lnTo>
                    <a:pt x="138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2" name="Google Shape;7770;p67">
              <a:extLst>
                <a:ext uri="{FF2B5EF4-FFF2-40B4-BE49-F238E27FC236}">
                  <a16:creationId xmlns:a16="http://schemas.microsoft.com/office/drawing/2014/main" id="{9DC16ADF-F375-3D57-4B74-F7038C156641}"/>
                </a:ext>
              </a:extLst>
            </p:cNvPr>
            <p:cNvSpPr/>
            <p:nvPr/>
          </p:nvSpPr>
          <p:spPr>
            <a:xfrm>
              <a:off x="5009700" y="2810675"/>
              <a:ext cx="128175" cy="288250"/>
            </a:xfrm>
            <a:custGeom>
              <a:avLst/>
              <a:gdLst/>
              <a:ahLst/>
              <a:cxnLst/>
              <a:rect l="l" t="t" r="r" b="b"/>
              <a:pathLst>
                <a:path w="5127" h="11530" extrusionOk="0">
                  <a:moveTo>
                    <a:pt x="2407" y="0"/>
                  </a:moveTo>
                  <a:lnTo>
                    <a:pt x="2302" y="42"/>
                  </a:lnTo>
                  <a:lnTo>
                    <a:pt x="2344" y="63"/>
                  </a:lnTo>
                  <a:lnTo>
                    <a:pt x="2365" y="147"/>
                  </a:lnTo>
                  <a:lnTo>
                    <a:pt x="2260" y="251"/>
                  </a:lnTo>
                  <a:lnTo>
                    <a:pt x="2260" y="419"/>
                  </a:lnTo>
                  <a:lnTo>
                    <a:pt x="2281" y="523"/>
                  </a:lnTo>
                  <a:lnTo>
                    <a:pt x="2155" y="461"/>
                  </a:lnTo>
                  <a:lnTo>
                    <a:pt x="2072" y="377"/>
                  </a:lnTo>
                  <a:lnTo>
                    <a:pt x="1925" y="482"/>
                  </a:lnTo>
                  <a:lnTo>
                    <a:pt x="1716" y="544"/>
                  </a:lnTo>
                  <a:lnTo>
                    <a:pt x="1653" y="691"/>
                  </a:lnTo>
                  <a:lnTo>
                    <a:pt x="1528" y="858"/>
                  </a:lnTo>
                  <a:lnTo>
                    <a:pt x="1402" y="900"/>
                  </a:lnTo>
                  <a:lnTo>
                    <a:pt x="1214" y="1193"/>
                  </a:lnTo>
                  <a:lnTo>
                    <a:pt x="1193" y="1360"/>
                  </a:lnTo>
                  <a:lnTo>
                    <a:pt x="1235" y="1402"/>
                  </a:lnTo>
                  <a:lnTo>
                    <a:pt x="1151" y="1632"/>
                  </a:lnTo>
                  <a:lnTo>
                    <a:pt x="1005" y="1904"/>
                  </a:lnTo>
                  <a:lnTo>
                    <a:pt x="1005" y="2009"/>
                  </a:lnTo>
                  <a:lnTo>
                    <a:pt x="1130" y="2051"/>
                  </a:lnTo>
                  <a:lnTo>
                    <a:pt x="1005" y="2365"/>
                  </a:lnTo>
                  <a:lnTo>
                    <a:pt x="942" y="2616"/>
                  </a:lnTo>
                  <a:lnTo>
                    <a:pt x="879" y="2825"/>
                  </a:lnTo>
                  <a:lnTo>
                    <a:pt x="712" y="2825"/>
                  </a:lnTo>
                  <a:lnTo>
                    <a:pt x="607" y="2783"/>
                  </a:lnTo>
                  <a:lnTo>
                    <a:pt x="502" y="2783"/>
                  </a:lnTo>
                  <a:lnTo>
                    <a:pt x="565" y="3076"/>
                  </a:lnTo>
                  <a:lnTo>
                    <a:pt x="565" y="3202"/>
                  </a:lnTo>
                  <a:lnTo>
                    <a:pt x="565" y="3411"/>
                  </a:lnTo>
                  <a:lnTo>
                    <a:pt x="419" y="3411"/>
                  </a:lnTo>
                  <a:lnTo>
                    <a:pt x="440" y="3578"/>
                  </a:lnTo>
                  <a:lnTo>
                    <a:pt x="419" y="3704"/>
                  </a:lnTo>
                  <a:lnTo>
                    <a:pt x="440" y="3808"/>
                  </a:lnTo>
                  <a:lnTo>
                    <a:pt x="398" y="4018"/>
                  </a:lnTo>
                  <a:lnTo>
                    <a:pt x="314" y="4039"/>
                  </a:lnTo>
                  <a:lnTo>
                    <a:pt x="272" y="4018"/>
                  </a:lnTo>
                  <a:lnTo>
                    <a:pt x="251" y="4122"/>
                  </a:lnTo>
                  <a:lnTo>
                    <a:pt x="251" y="4206"/>
                  </a:lnTo>
                  <a:lnTo>
                    <a:pt x="251" y="4332"/>
                  </a:lnTo>
                  <a:lnTo>
                    <a:pt x="189" y="4457"/>
                  </a:lnTo>
                  <a:lnTo>
                    <a:pt x="147" y="4436"/>
                  </a:lnTo>
                  <a:lnTo>
                    <a:pt x="42" y="4562"/>
                  </a:lnTo>
                  <a:lnTo>
                    <a:pt x="0" y="4666"/>
                  </a:lnTo>
                  <a:lnTo>
                    <a:pt x="0" y="4729"/>
                  </a:lnTo>
                  <a:lnTo>
                    <a:pt x="84" y="4834"/>
                  </a:lnTo>
                  <a:lnTo>
                    <a:pt x="105" y="4980"/>
                  </a:lnTo>
                  <a:lnTo>
                    <a:pt x="377" y="5231"/>
                  </a:lnTo>
                  <a:lnTo>
                    <a:pt x="377" y="5231"/>
                  </a:lnTo>
                  <a:lnTo>
                    <a:pt x="314" y="5127"/>
                  </a:lnTo>
                  <a:lnTo>
                    <a:pt x="314" y="5064"/>
                  </a:lnTo>
                  <a:lnTo>
                    <a:pt x="398" y="5148"/>
                  </a:lnTo>
                  <a:lnTo>
                    <a:pt x="523" y="5148"/>
                  </a:lnTo>
                  <a:lnTo>
                    <a:pt x="419" y="5231"/>
                  </a:lnTo>
                  <a:lnTo>
                    <a:pt x="440" y="5273"/>
                  </a:lnTo>
                  <a:lnTo>
                    <a:pt x="565" y="5273"/>
                  </a:lnTo>
                  <a:lnTo>
                    <a:pt x="565" y="5189"/>
                  </a:lnTo>
                  <a:lnTo>
                    <a:pt x="586" y="5273"/>
                  </a:lnTo>
                  <a:lnTo>
                    <a:pt x="691" y="5273"/>
                  </a:lnTo>
                  <a:lnTo>
                    <a:pt x="733" y="5357"/>
                  </a:lnTo>
                  <a:lnTo>
                    <a:pt x="921" y="5399"/>
                  </a:lnTo>
                  <a:lnTo>
                    <a:pt x="1026" y="5566"/>
                  </a:lnTo>
                  <a:lnTo>
                    <a:pt x="1026" y="5671"/>
                  </a:lnTo>
                  <a:lnTo>
                    <a:pt x="942" y="5692"/>
                  </a:lnTo>
                  <a:lnTo>
                    <a:pt x="900" y="5608"/>
                  </a:lnTo>
                  <a:lnTo>
                    <a:pt x="816" y="5671"/>
                  </a:lnTo>
                  <a:lnTo>
                    <a:pt x="900" y="5754"/>
                  </a:lnTo>
                  <a:lnTo>
                    <a:pt x="921" y="5775"/>
                  </a:lnTo>
                  <a:lnTo>
                    <a:pt x="900" y="5796"/>
                  </a:lnTo>
                  <a:lnTo>
                    <a:pt x="795" y="5775"/>
                  </a:lnTo>
                  <a:lnTo>
                    <a:pt x="774" y="5671"/>
                  </a:lnTo>
                  <a:lnTo>
                    <a:pt x="670" y="5671"/>
                  </a:lnTo>
                  <a:lnTo>
                    <a:pt x="670" y="5712"/>
                  </a:lnTo>
                  <a:lnTo>
                    <a:pt x="795" y="5817"/>
                  </a:lnTo>
                  <a:lnTo>
                    <a:pt x="795" y="5880"/>
                  </a:lnTo>
                  <a:lnTo>
                    <a:pt x="900" y="6005"/>
                  </a:lnTo>
                  <a:lnTo>
                    <a:pt x="1109" y="6068"/>
                  </a:lnTo>
                  <a:lnTo>
                    <a:pt x="1088" y="5880"/>
                  </a:lnTo>
                  <a:lnTo>
                    <a:pt x="1026" y="5775"/>
                  </a:lnTo>
                  <a:lnTo>
                    <a:pt x="1151" y="5859"/>
                  </a:lnTo>
                  <a:lnTo>
                    <a:pt x="1151" y="5964"/>
                  </a:lnTo>
                  <a:lnTo>
                    <a:pt x="1214" y="6068"/>
                  </a:lnTo>
                  <a:lnTo>
                    <a:pt x="1298" y="6131"/>
                  </a:lnTo>
                  <a:lnTo>
                    <a:pt x="1319" y="6298"/>
                  </a:lnTo>
                  <a:lnTo>
                    <a:pt x="1402" y="6382"/>
                  </a:lnTo>
                  <a:lnTo>
                    <a:pt x="1360" y="6403"/>
                  </a:lnTo>
                  <a:lnTo>
                    <a:pt x="1402" y="6445"/>
                  </a:lnTo>
                  <a:lnTo>
                    <a:pt x="1465" y="6487"/>
                  </a:lnTo>
                  <a:lnTo>
                    <a:pt x="1465" y="6717"/>
                  </a:lnTo>
                  <a:lnTo>
                    <a:pt x="1570" y="6947"/>
                  </a:lnTo>
                  <a:lnTo>
                    <a:pt x="1632" y="7010"/>
                  </a:lnTo>
                  <a:lnTo>
                    <a:pt x="1486" y="7114"/>
                  </a:lnTo>
                  <a:lnTo>
                    <a:pt x="1402" y="7658"/>
                  </a:lnTo>
                  <a:lnTo>
                    <a:pt x="1444" y="7784"/>
                  </a:lnTo>
                  <a:lnTo>
                    <a:pt x="1423" y="7847"/>
                  </a:lnTo>
                  <a:lnTo>
                    <a:pt x="1444" y="7889"/>
                  </a:lnTo>
                  <a:lnTo>
                    <a:pt x="1528" y="7742"/>
                  </a:lnTo>
                  <a:lnTo>
                    <a:pt x="1653" y="7637"/>
                  </a:lnTo>
                  <a:lnTo>
                    <a:pt x="1716" y="7470"/>
                  </a:lnTo>
                  <a:lnTo>
                    <a:pt x="1716" y="7658"/>
                  </a:lnTo>
                  <a:lnTo>
                    <a:pt x="1549" y="7805"/>
                  </a:lnTo>
                  <a:lnTo>
                    <a:pt x="1549" y="7972"/>
                  </a:lnTo>
                  <a:lnTo>
                    <a:pt x="1632" y="7951"/>
                  </a:lnTo>
                  <a:lnTo>
                    <a:pt x="1632" y="7868"/>
                  </a:lnTo>
                  <a:lnTo>
                    <a:pt x="1779" y="7784"/>
                  </a:lnTo>
                  <a:lnTo>
                    <a:pt x="1863" y="7868"/>
                  </a:lnTo>
                  <a:lnTo>
                    <a:pt x="1925" y="7868"/>
                  </a:lnTo>
                  <a:lnTo>
                    <a:pt x="1925" y="7805"/>
                  </a:lnTo>
                  <a:lnTo>
                    <a:pt x="1946" y="7847"/>
                  </a:lnTo>
                  <a:lnTo>
                    <a:pt x="1988" y="7847"/>
                  </a:lnTo>
                  <a:lnTo>
                    <a:pt x="2009" y="7805"/>
                  </a:lnTo>
                  <a:lnTo>
                    <a:pt x="2135" y="7805"/>
                  </a:lnTo>
                  <a:lnTo>
                    <a:pt x="2365" y="7658"/>
                  </a:lnTo>
                  <a:lnTo>
                    <a:pt x="2386" y="7575"/>
                  </a:lnTo>
                  <a:lnTo>
                    <a:pt x="2448" y="7596"/>
                  </a:lnTo>
                  <a:lnTo>
                    <a:pt x="2511" y="7596"/>
                  </a:lnTo>
                  <a:lnTo>
                    <a:pt x="2658" y="7533"/>
                  </a:lnTo>
                  <a:lnTo>
                    <a:pt x="2574" y="7491"/>
                  </a:lnTo>
                  <a:lnTo>
                    <a:pt x="2574" y="7470"/>
                  </a:lnTo>
                  <a:lnTo>
                    <a:pt x="2511" y="7365"/>
                  </a:lnTo>
                  <a:lnTo>
                    <a:pt x="2574" y="7365"/>
                  </a:lnTo>
                  <a:lnTo>
                    <a:pt x="2616" y="7449"/>
                  </a:lnTo>
                  <a:lnTo>
                    <a:pt x="2720" y="7470"/>
                  </a:lnTo>
                  <a:lnTo>
                    <a:pt x="2888" y="7345"/>
                  </a:lnTo>
                  <a:lnTo>
                    <a:pt x="2867" y="7282"/>
                  </a:lnTo>
                  <a:lnTo>
                    <a:pt x="2909" y="7240"/>
                  </a:lnTo>
                  <a:lnTo>
                    <a:pt x="2909" y="7114"/>
                  </a:lnTo>
                  <a:lnTo>
                    <a:pt x="2867" y="7052"/>
                  </a:lnTo>
                  <a:lnTo>
                    <a:pt x="2867" y="7010"/>
                  </a:lnTo>
                  <a:lnTo>
                    <a:pt x="2888" y="6947"/>
                  </a:lnTo>
                  <a:lnTo>
                    <a:pt x="2804" y="6863"/>
                  </a:lnTo>
                  <a:lnTo>
                    <a:pt x="2909" y="6947"/>
                  </a:lnTo>
                  <a:lnTo>
                    <a:pt x="2909" y="7010"/>
                  </a:lnTo>
                  <a:lnTo>
                    <a:pt x="2992" y="7010"/>
                  </a:lnTo>
                  <a:lnTo>
                    <a:pt x="2992" y="7073"/>
                  </a:lnTo>
                  <a:lnTo>
                    <a:pt x="3118" y="7282"/>
                  </a:lnTo>
                  <a:lnTo>
                    <a:pt x="3181" y="7365"/>
                  </a:lnTo>
                  <a:lnTo>
                    <a:pt x="3202" y="7491"/>
                  </a:lnTo>
                  <a:lnTo>
                    <a:pt x="3306" y="7491"/>
                  </a:lnTo>
                  <a:lnTo>
                    <a:pt x="3390" y="7470"/>
                  </a:lnTo>
                  <a:lnTo>
                    <a:pt x="3411" y="7386"/>
                  </a:lnTo>
                  <a:lnTo>
                    <a:pt x="3411" y="7470"/>
                  </a:lnTo>
                  <a:lnTo>
                    <a:pt x="3390" y="7533"/>
                  </a:lnTo>
                  <a:lnTo>
                    <a:pt x="3432" y="7658"/>
                  </a:lnTo>
                  <a:lnTo>
                    <a:pt x="3432" y="7700"/>
                  </a:lnTo>
                  <a:lnTo>
                    <a:pt x="3411" y="7742"/>
                  </a:lnTo>
                  <a:lnTo>
                    <a:pt x="3432" y="7847"/>
                  </a:lnTo>
                  <a:lnTo>
                    <a:pt x="3495" y="7889"/>
                  </a:lnTo>
                  <a:lnTo>
                    <a:pt x="3536" y="8307"/>
                  </a:lnTo>
                  <a:lnTo>
                    <a:pt x="3578" y="8328"/>
                  </a:lnTo>
                  <a:lnTo>
                    <a:pt x="3578" y="8516"/>
                  </a:lnTo>
                  <a:lnTo>
                    <a:pt x="3725" y="8600"/>
                  </a:lnTo>
                  <a:lnTo>
                    <a:pt x="3704" y="8642"/>
                  </a:lnTo>
                  <a:lnTo>
                    <a:pt x="3704" y="8788"/>
                  </a:lnTo>
                  <a:lnTo>
                    <a:pt x="3767" y="8851"/>
                  </a:lnTo>
                  <a:lnTo>
                    <a:pt x="3767" y="9123"/>
                  </a:lnTo>
                  <a:lnTo>
                    <a:pt x="3829" y="9228"/>
                  </a:lnTo>
                  <a:lnTo>
                    <a:pt x="3829" y="9332"/>
                  </a:lnTo>
                  <a:lnTo>
                    <a:pt x="3850" y="9311"/>
                  </a:lnTo>
                  <a:lnTo>
                    <a:pt x="3871" y="9123"/>
                  </a:lnTo>
                  <a:lnTo>
                    <a:pt x="3955" y="9249"/>
                  </a:lnTo>
                  <a:lnTo>
                    <a:pt x="3976" y="9374"/>
                  </a:lnTo>
                  <a:lnTo>
                    <a:pt x="4059" y="9458"/>
                  </a:lnTo>
                  <a:lnTo>
                    <a:pt x="4080" y="9793"/>
                  </a:lnTo>
                  <a:lnTo>
                    <a:pt x="4164" y="9855"/>
                  </a:lnTo>
                  <a:lnTo>
                    <a:pt x="4185" y="9960"/>
                  </a:lnTo>
                  <a:lnTo>
                    <a:pt x="4143" y="10002"/>
                  </a:lnTo>
                  <a:lnTo>
                    <a:pt x="4164" y="10169"/>
                  </a:lnTo>
                  <a:lnTo>
                    <a:pt x="4227" y="10253"/>
                  </a:lnTo>
                  <a:lnTo>
                    <a:pt x="4290" y="10316"/>
                  </a:lnTo>
                  <a:lnTo>
                    <a:pt x="4227" y="10399"/>
                  </a:lnTo>
                  <a:lnTo>
                    <a:pt x="4269" y="10567"/>
                  </a:lnTo>
                  <a:lnTo>
                    <a:pt x="4248" y="10609"/>
                  </a:lnTo>
                  <a:lnTo>
                    <a:pt x="4227" y="10630"/>
                  </a:lnTo>
                  <a:lnTo>
                    <a:pt x="4185" y="10797"/>
                  </a:lnTo>
                  <a:lnTo>
                    <a:pt x="4227" y="10818"/>
                  </a:lnTo>
                  <a:lnTo>
                    <a:pt x="4227" y="10922"/>
                  </a:lnTo>
                  <a:lnTo>
                    <a:pt x="4143" y="11027"/>
                  </a:lnTo>
                  <a:lnTo>
                    <a:pt x="4101" y="11048"/>
                  </a:lnTo>
                  <a:lnTo>
                    <a:pt x="4059" y="11048"/>
                  </a:lnTo>
                  <a:lnTo>
                    <a:pt x="4059" y="11111"/>
                  </a:lnTo>
                  <a:lnTo>
                    <a:pt x="4101" y="11194"/>
                  </a:lnTo>
                  <a:lnTo>
                    <a:pt x="4101" y="11341"/>
                  </a:lnTo>
                  <a:lnTo>
                    <a:pt x="4164" y="11529"/>
                  </a:lnTo>
                  <a:lnTo>
                    <a:pt x="4185" y="11341"/>
                  </a:lnTo>
                  <a:lnTo>
                    <a:pt x="4248" y="11236"/>
                  </a:lnTo>
                  <a:lnTo>
                    <a:pt x="4248" y="11257"/>
                  </a:lnTo>
                  <a:lnTo>
                    <a:pt x="4269" y="11153"/>
                  </a:lnTo>
                  <a:lnTo>
                    <a:pt x="4332" y="11090"/>
                  </a:lnTo>
                  <a:lnTo>
                    <a:pt x="4332" y="10922"/>
                  </a:lnTo>
                  <a:lnTo>
                    <a:pt x="4457" y="10839"/>
                  </a:lnTo>
                  <a:lnTo>
                    <a:pt x="4583" y="10483"/>
                  </a:lnTo>
                  <a:lnTo>
                    <a:pt x="4666" y="10420"/>
                  </a:lnTo>
                  <a:lnTo>
                    <a:pt x="4666" y="10253"/>
                  </a:lnTo>
                  <a:lnTo>
                    <a:pt x="4583" y="10106"/>
                  </a:lnTo>
                  <a:lnTo>
                    <a:pt x="4604" y="9960"/>
                  </a:lnTo>
                  <a:lnTo>
                    <a:pt x="4562" y="9855"/>
                  </a:lnTo>
                  <a:lnTo>
                    <a:pt x="4541" y="9667"/>
                  </a:lnTo>
                  <a:lnTo>
                    <a:pt x="4457" y="9583"/>
                  </a:lnTo>
                  <a:lnTo>
                    <a:pt x="4478" y="9479"/>
                  </a:lnTo>
                  <a:lnTo>
                    <a:pt x="4457" y="9353"/>
                  </a:lnTo>
                  <a:lnTo>
                    <a:pt x="4478" y="9270"/>
                  </a:lnTo>
                  <a:lnTo>
                    <a:pt x="4436" y="9018"/>
                  </a:lnTo>
                  <a:lnTo>
                    <a:pt x="4269" y="8851"/>
                  </a:lnTo>
                  <a:lnTo>
                    <a:pt x="4080" y="8725"/>
                  </a:lnTo>
                  <a:lnTo>
                    <a:pt x="3934" y="8537"/>
                  </a:lnTo>
                  <a:lnTo>
                    <a:pt x="3934" y="8433"/>
                  </a:lnTo>
                  <a:lnTo>
                    <a:pt x="3850" y="8223"/>
                  </a:lnTo>
                  <a:lnTo>
                    <a:pt x="3955" y="8181"/>
                  </a:lnTo>
                  <a:lnTo>
                    <a:pt x="3976" y="8077"/>
                  </a:lnTo>
                  <a:lnTo>
                    <a:pt x="3934" y="7784"/>
                  </a:lnTo>
                  <a:lnTo>
                    <a:pt x="3955" y="7700"/>
                  </a:lnTo>
                  <a:lnTo>
                    <a:pt x="4059" y="7658"/>
                  </a:lnTo>
                  <a:lnTo>
                    <a:pt x="4059" y="7533"/>
                  </a:lnTo>
                  <a:lnTo>
                    <a:pt x="3934" y="7470"/>
                  </a:lnTo>
                  <a:lnTo>
                    <a:pt x="3934" y="7345"/>
                  </a:lnTo>
                  <a:lnTo>
                    <a:pt x="3850" y="7219"/>
                  </a:lnTo>
                  <a:lnTo>
                    <a:pt x="3767" y="7156"/>
                  </a:lnTo>
                  <a:lnTo>
                    <a:pt x="3620" y="6863"/>
                  </a:lnTo>
                  <a:lnTo>
                    <a:pt x="3495" y="6759"/>
                  </a:lnTo>
                  <a:lnTo>
                    <a:pt x="3432" y="6696"/>
                  </a:lnTo>
                  <a:lnTo>
                    <a:pt x="3348" y="6612"/>
                  </a:lnTo>
                  <a:lnTo>
                    <a:pt x="3243" y="6424"/>
                  </a:lnTo>
                  <a:lnTo>
                    <a:pt x="3181" y="6403"/>
                  </a:lnTo>
                  <a:lnTo>
                    <a:pt x="3181" y="6319"/>
                  </a:lnTo>
                  <a:lnTo>
                    <a:pt x="3306" y="6236"/>
                  </a:lnTo>
                  <a:lnTo>
                    <a:pt x="3411" y="6173"/>
                  </a:lnTo>
                  <a:lnTo>
                    <a:pt x="3390" y="6089"/>
                  </a:lnTo>
                  <a:lnTo>
                    <a:pt x="3390" y="5901"/>
                  </a:lnTo>
                  <a:lnTo>
                    <a:pt x="3453" y="5817"/>
                  </a:lnTo>
                  <a:lnTo>
                    <a:pt x="3432" y="5650"/>
                  </a:lnTo>
                  <a:lnTo>
                    <a:pt x="3515" y="5503"/>
                  </a:lnTo>
                  <a:lnTo>
                    <a:pt x="3746" y="5587"/>
                  </a:lnTo>
                  <a:lnTo>
                    <a:pt x="3871" y="5482"/>
                  </a:lnTo>
                  <a:lnTo>
                    <a:pt x="4018" y="5482"/>
                  </a:lnTo>
                  <a:lnTo>
                    <a:pt x="4039" y="5440"/>
                  </a:lnTo>
                  <a:lnTo>
                    <a:pt x="4039" y="5273"/>
                  </a:lnTo>
                  <a:lnTo>
                    <a:pt x="4101" y="5231"/>
                  </a:lnTo>
                  <a:lnTo>
                    <a:pt x="4269" y="5252"/>
                  </a:lnTo>
                  <a:lnTo>
                    <a:pt x="4290" y="5168"/>
                  </a:lnTo>
                  <a:lnTo>
                    <a:pt x="4248" y="5085"/>
                  </a:lnTo>
                  <a:lnTo>
                    <a:pt x="4248" y="5022"/>
                  </a:lnTo>
                  <a:lnTo>
                    <a:pt x="4373" y="4980"/>
                  </a:lnTo>
                  <a:lnTo>
                    <a:pt x="4541" y="4959"/>
                  </a:lnTo>
                  <a:lnTo>
                    <a:pt x="4562" y="4959"/>
                  </a:lnTo>
                  <a:lnTo>
                    <a:pt x="4604" y="4813"/>
                  </a:lnTo>
                  <a:lnTo>
                    <a:pt x="4666" y="4813"/>
                  </a:lnTo>
                  <a:lnTo>
                    <a:pt x="4792" y="4729"/>
                  </a:lnTo>
                  <a:lnTo>
                    <a:pt x="4750" y="4645"/>
                  </a:lnTo>
                  <a:lnTo>
                    <a:pt x="4792" y="4541"/>
                  </a:lnTo>
                  <a:lnTo>
                    <a:pt x="4813" y="4436"/>
                  </a:lnTo>
                  <a:lnTo>
                    <a:pt x="4980" y="4415"/>
                  </a:lnTo>
                  <a:lnTo>
                    <a:pt x="5085" y="4311"/>
                  </a:lnTo>
                  <a:lnTo>
                    <a:pt x="5127" y="4290"/>
                  </a:lnTo>
                  <a:lnTo>
                    <a:pt x="5127" y="4143"/>
                  </a:lnTo>
                  <a:lnTo>
                    <a:pt x="5022" y="4122"/>
                  </a:lnTo>
                  <a:lnTo>
                    <a:pt x="4771" y="4227"/>
                  </a:lnTo>
                  <a:lnTo>
                    <a:pt x="4624" y="4227"/>
                  </a:lnTo>
                  <a:lnTo>
                    <a:pt x="4562" y="4311"/>
                  </a:lnTo>
                  <a:lnTo>
                    <a:pt x="4436" y="4248"/>
                  </a:lnTo>
                  <a:lnTo>
                    <a:pt x="4394" y="4122"/>
                  </a:lnTo>
                  <a:lnTo>
                    <a:pt x="4436" y="3997"/>
                  </a:lnTo>
                  <a:lnTo>
                    <a:pt x="4352" y="3892"/>
                  </a:lnTo>
                  <a:lnTo>
                    <a:pt x="4269" y="3976"/>
                  </a:lnTo>
                  <a:lnTo>
                    <a:pt x="4227" y="3913"/>
                  </a:lnTo>
                  <a:lnTo>
                    <a:pt x="4039" y="3913"/>
                  </a:lnTo>
                  <a:lnTo>
                    <a:pt x="3955" y="3934"/>
                  </a:lnTo>
                  <a:lnTo>
                    <a:pt x="3934" y="3871"/>
                  </a:lnTo>
                  <a:lnTo>
                    <a:pt x="4039" y="3767"/>
                  </a:lnTo>
                  <a:lnTo>
                    <a:pt x="4185" y="3578"/>
                  </a:lnTo>
                  <a:lnTo>
                    <a:pt x="4164" y="3495"/>
                  </a:lnTo>
                  <a:lnTo>
                    <a:pt x="4227" y="3390"/>
                  </a:lnTo>
                  <a:lnTo>
                    <a:pt x="4227" y="3306"/>
                  </a:lnTo>
                  <a:lnTo>
                    <a:pt x="4101" y="3244"/>
                  </a:lnTo>
                  <a:lnTo>
                    <a:pt x="3955" y="3244"/>
                  </a:lnTo>
                  <a:lnTo>
                    <a:pt x="3934" y="3285"/>
                  </a:lnTo>
                  <a:lnTo>
                    <a:pt x="3871" y="3202"/>
                  </a:lnTo>
                  <a:lnTo>
                    <a:pt x="3913" y="3160"/>
                  </a:lnTo>
                  <a:lnTo>
                    <a:pt x="3767" y="3139"/>
                  </a:lnTo>
                  <a:lnTo>
                    <a:pt x="3704" y="3055"/>
                  </a:lnTo>
                  <a:lnTo>
                    <a:pt x="3725" y="2951"/>
                  </a:lnTo>
                  <a:lnTo>
                    <a:pt x="3704" y="2846"/>
                  </a:lnTo>
                  <a:lnTo>
                    <a:pt x="3557" y="2867"/>
                  </a:lnTo>
                  <a:lnTo>
                    <a:pt x="3495" y="2825"/>
                  </a:lnTo>
                  <a:lnTo>
                    <a:pt x="3515" y="2741"/>
                  </a:lnTo>
                  <a:lnTo>
                    <a:pt x="3495" y="2658"/>
                  </a:lnTo>
                  <a:lnTo>
                    <a:pt x="3223" y="2720"/>
                  </a:lnTo>
                  <a:lnTo>
                    <a:pt x="3097" y="2825"/>
                  </a:lnTo>
                  <a:lnTo>
                    <a:pt x="3034" y="2679"/>
                  </a:lnTo>
                  <a:lnTo>
                    <a:pt x="3055" y="2532"/>
                  </a:lnTo>
                  <a:lnTo>
                    <a:pt x="2992" y="2469"/>
                  </a:lnTo>
                  <a:lnTo>
                    <a:pt x="2930" y="2407"/>
                  </a:lnTo>
                  <a:lnTo>
                    <a:pt x="2825" y="2344"/>
                  </a:lnTo>
                  <a:lnTo>
                    <a:pt x="2825" y="2239"/>
                  </a:lnTo>
                  <a:lnTo>
                    <a:pt x="2888" y="2155"/>
                  </a:lnTo>
                  <a:lnTo>
                    <a:pt x="2825" y="2093"/>
                  </a:lnTo>
                  <a:lnTo>
                    <a:pt x="2888" y="2009"/>
                  </a:lnTo>
                  <a:lnTo>
                    <a:pt x="2971" y="1904"/>
                  </a:lnTo>
                  <a:lnTo>
                    <a:pt x="3034" y="1925"/>
                  </a:lnTo>
                  <a:lnTo>
                    <a:pt x="3097" y="1883"/>
                  </a:lnTo>
                  <a:lnTo>
                    <a:pt x="3034" y="1779"/>
                  </a:lnTo>
                  <a:lnTo>
                    <a:pt x="3055" y="1695"/>
                  </a:lnTo>
                  <a:lnTo>
                    <a:pt x="3118" y="1674"/>
                  </a:lnTo>
                  <a:lnTo>
                    <a:pt x="3139" y="1570"/>
                  </a:lnTo>
                  <a:lnTo>
                    <a:pt x="3243" y="1507"/>
                  </a:lnTo>
                  <a:lnTo>
                    <a:pt x="3285" y="1423"/>
                  </a:lnTo>
                  <a:lnTo>
                    <a:pt x="3285" y="1319"/>
                  </a:lnTo>
                  <a:lnTo>
                    <a:pt x="3306" y="1067"/>
                  </a:lnTo>
                  <a:lnTo>
                    <a:pt x="3285" y="900"/>
                  </a:lnTo>
                  <a:lnTo>
                    <a:pt x="3202" y="691"/>
                  </a:lnTo>
                  <a:lnTo>
                    <a:pt x="3202" y="544"/>
                  </a:lnTo>
                  <a:lnTo>
                    <a:pt x="3097" y="419"/>
                  </a:lnTo>
                  <a:lnTo>
                    <a:pt x="2992" y="419"/>
                  </a:lnTo>
                  <a:lnTo>
                    <a:pt x="2971" y="251"/>
                  </a:lnTo>
                  <a:lnTo>
                    <a:pt x="2825" y="147"/>
                  </a:lnTo>
                  <a:lnTo>
                    <a:pt x="2783" y="0"/>
                  </a:lnTo>
                  <a:lnTo>
                    <a:pt x="2616" y="0"/>
                  </a:lnTo>
                  <a:lnTo>
                    <a:pt x="2532" y="42"/>
                  </a:lnTo>
                  <a:lnTo>
                    <a:pt x="240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3" name="Google Shape;7771;p67">
              <a:extLst>
                <a:ext uri="{FF2B5EF4-FFF2-40B4-BE49-F238E27FC236}">
                  <a16:creationId xmlns:a16="http://schemas.microsoft.com/office/drawing/2014/main" id="{DE7F2E4B-8683-7C9F-567B-144C9D3029E8}"/>
                </a:ext>
              </a:extLst>
            </p:cNvPr>
            <p:cNvSpPr/>
            <p:nvPr/>
          </p:nvSpPr>
          <p:spPr>
            <a:xfrm>
              <a:off x="4941700" y="2836825"/>
              <a:ext cx="74300" cy="95750"/>
            </a:xfrm>
            <a:custGeom>
              <a:avLst/>
              <a:gdLst/>
              <a:ahLst/>
              <a:cxnLst/>
              <a:rect l="l" t="t" r="r" b="b"/>
              <a:pathLst>
                <a:path w="2972" h="3830" extrusionOk="0">
                  <a:moveTo>
                    <a:pt x="209" y="1"/>
                  </a:moveTo>
                  <a:lnTo>
                    <a:pt x="189" y="63"/>
                  </a:lnTo>
                  <a:lnTo>
                    <a:pt x="147" y="63"/>
                  </a:lnTo>
                  <a:lnTo>
                    <a:pt x="147" y="147"/>
                  </a:lnTo>
                  <a:lnTo>
                    <a:pt x="189" y="210"/>
                  </a:lnTo>
                  <a:lnTo>
                    <a:pt x="147" y="356"/>
                  </a:lnTo>
                  <a:lnTo>
                    <a:pt x="21" y="482"/>
                  </a:lnTo>
                  <a:lnTo>
                    <a:pt x="0" y="628"/>
                  </a:lnTo>
                  <a:lnTo>
                    <a:pt x="293" y="733"/>
                  </a:lnTo>
                  <a:lnTo>
                    <a:pt x="398" y="670"/>
                  </a:lnTo>
                  <a:lnTo>
                    <a:pt x="523" y="691"/>
                  </a:lnTo>
                  <a:lnTo>
                    <a:pt x="502" y="754"/>
                  </a:lnTo>
                  <a:lnTo>
                    <a:pt x="544" y="900"/>
                  </a:lnTo>
                  <a:lnTo>
                    <a:pt x="481" y="963"/>
                  </a:lnTo>
                  <a:lnTo>
                    <a:pt x="398" y="942"/>
                  </a:lnTo>
                  <a:lnTo>
                    <a:pt x="314" y="984"/>
                  </a:lnTo>
                  <a:lnTo>
                    <a:pt x="272" y="1151"/>
                  </a:lnTo>
                  <a:lnTo>
                    <a:pt x="168" y="1172"/>
                  </a:lnTo>
                  <a:lnTo>
                    <a:pt x="168" y="1402"/>
                  </a:lnTo>
                  <a:lnTo>
                    <a:pt x="293" y="1570"/>
                  </a:lnTo>
                  <a:lnTo>
                    <a:pt x="419" y="1612"/>
                  </a:lnTo>
                  <a:lnTo>
                    <a:pt x="586" y="1800"/>
                  </a:lnTo>
                  <a:lnTo>
                    <a:pt x="586" y="1988"/>
                  </a:lnTo>
                  <a:lnTo>
                    <a:pt x="628" y="2114"/>
                  </a:lnTo>
                  <a:lnTo>
                    <a:pt x="607" y="2218"/>
                  </a:lnTo>
                  <a:lnTo>
                    <a:pt x="628" y="2407"/>
                  </a:lnTo>
                  <a:lnTo>
                    <a:pt x="816" y="2637"/>
                  </a:lnTo>
                  <a:lnTo>
                    <a:pt x="816" y="2783"/>
                  </a:lnTo>
                  <a:lnTo>
                    <a:pt x="837" y="2888"/>
                  </a:lnTo>
                  <a:lnTo>
                    <a:pt x="879" y="3076"/>
                  </a:lnTo>
                  <a:lnTo>
                    <a:pt x="921" y="3055"/>
                  </a:lnTo>
                  <a:lnTo>
                    <a:pt x="984" y="3160"/>
                  </a:lnTo>
                  <a:lnTo>
                    <a:pt x="1005" y="3202"/>
                  </a:lnTo>
                  <a:lnTo>
                    <a:pt x="1046" y="3202"/>
                  </a:lnTo>
                  <a:lnTo>
                    <a:pt x="1067" y="3139"/>
                  </a:lnTo>
                  <a:lnTo>
                    <a:pt x="1130" y="3097"/>
                  </a:lnTo>
                  <a:lnTo>
                    <a:pt x="1214" y="3160"/>
                  </a:lnTo>
                  <a:lnTo>
                    <a:pt x="1214" y="3181"/>
                  </a:lnTo>
                  <a:lnTo>
                    <a:pt x="1256" y="3160"/>
                  </a:lnTo>
                  <a:lnTo>
                    <a:pt x="1298" y="3055"/>
                  </a:lnTo>
                  <a:lnTo>
                    <a:pt x="1214" y="2930"/>
                  </a:lnTo>
                  <a:lnTo>
                    <a:pt x="1256" y="2888"/>
                  </a:lnTo>
                  <a:lnTo>
                    <a:pt x="1256" y="2783"/>
                  </a:lnTo>
                  <a:lnTo>
                    <a:pt x="1318" y="2721"/>
                  </a:lnTo>
                  <a:lnTo>
                    <a:pt x="1318" y="2742"/>
                  </a:lnTo>
                  <a:lnTo>
                    <a:pt x="1256" y="2951"/>
                  </a:lnTo>
                  <a:lnTo>
                    <a:pt x="1339" y="3055"/>
                  </a:lnTo>
                  <a:lnTo>
                    <a:pt x="1423" y="2930"/>
                  </a:lnTo>
                  <a:lnTo>
                    <a:pt x="1507" y="2888"/>
                  </a:lnTo>
                  <a:lnTo>
                    <a:pt x="1507" y="2888"/>
                  </a:lnTo>
                  <a:lnTo>
                    <a:pt x="1465" y="2951"/>
                  </a:lnTo>
                  <a:lnTo>
                    <a:pt x="1423" y="2972"/>
                  </a:lnTo>
                  <a:lnTo>
                    <a:pt x="1360" y="3076"/>
                  </a:lnTo>
                  <a:lnTo>
                    <a:pt x="1465" y="3139"/>
                  </a:lnTo>
                  <a:lnTo>
                    <a:pt x="1549" y="2951"/>
                  </a:lnTo>
                  <a:lnTo>
                    <a:pt x="1653" y="2930"/>
                  </a:lnTo>
                  <a:lnTo>
                    <a:pt x="1674" y="2762"/>
                  </a:lnTo>
                  <a:lnTo>
                    <a:pt x="1590" y="2637"/>
                  </a:lnTo>
                  <a:lnTo>
                    <a:pt x="1528" y="2616"/>
                  </a:lnTo>
                  <a:lnTo>
                    <a:pt x="1632" y="2553"/>
                  </a:lnTo>
                  <a:lnTo>
                    <a:pt x="1653" y="2511"/>
                  </a:lnTo>
                  <a:lnTo>
                    <a:pt x="1570" y="2365"/>
                  </a:lnTo>
                  <a:lnTo>
                    <a:pt x="1549" y="2156"/>
                  </a:lnTo>
                  <a:lnTo>
                    <a:pt x="1590" y="2344"/>
                  </a:lnTo>
                  <a:lnTo>
                    <a:pt x="1716" y="2449"/>
                  </a:lnTo>
                  <a:lnTo>
                    <a:pt x="1779" y="2428"/>
                  </a:lnTo>
                  <a:lnTo>
                    <a:pt x="1779" y="2470"/>
                  </a:lnTo>
                  <a:lnTo>
                    <a:pt x="1988" y="2574"/>
                  </a:lnTo>
                  <a:lnTo>
                    <a:pt x="2093" y="2511"/>
                  </a:lnTo>
                  <a:lnTo>
                    <a:pt x="2155" y="2532"/>
                  </a:lnTo>
                  <a:lnTo>
                    <a:pt x="2155" y="2470"/>
                  </a:lnTo>
                  <a:lnTo>
                    <a:pt x="2197" y="2470"/>
                  </a:lnTo>
                  <a:lnTo>
                    <a:pt x="2365" y="2888"/>
                  </a:lnTo>
                  <a:lnTo>
                    <a:pt x="2448" y="2951"/>
                  </a:lnTo>
                  <a:lnTo>
                    <a:pt x="2448" y="3034"/>
                  </a:lnTo>
                  <a:lnTo>
                    <a:pt x="2406" y="3160"/>
                  </a:lnTo>
                  <a:lnTo>
                    <a:pt x="2469" y="3181"/>
                  </a:lnTo>
                  <a:lnTo>
                    <a:pt x="2406" y="3348"/>
                  </a:lnTo>
                  <a:lnTo>
                    <a:pt x="2448" y="3369"/>
                  </a:lnTo>
                  <a:lnTo>
                    <a:pt x="2511" y="3306"/>
                  </a:lnTo>
                  <a:lnTo>
                    <a:pt x="2553" y="3265"/>
                  </a:lnTo>
                  <a:lnTo>
                    <a:pt x="2553" y="3265"/>
                  </a:lnTo>
                  <a:lnTo>
                    <a:pt x="2511" y="3369"/>
                  </a:lnTo>
                  <a:lnTo>
                    <a:pt x="2490" y="3411"/>
                  </a:lnTo>
                  <a:lnTo>
                    <a:pt x="2553" y="3495"/>
                  </a:lnTo>
                  <a:lnTo>
                    <a:pt x="2637" y="3620"/>
                  </a:lnTo>
                  <a:lnTo>
                    <a:pt x="2720" y="3830"/>
                  </a:lnTo>
                  <a:lnTo>
                    <a:pt x="2762" y="3830"/>
                  </a:lnTo>
                  <a:lnTo>
                    <a:pt x="2720" y="3683"/>
                  </a:lnTo>
                  <a:lnTo>
                    <a:pt x="2720" y="3620"/>
                  </a:lnTo>
                  <a:lnTo>
                    <a:pt x="2762" y="3516"/>
                  </a:lnTo>
                  <a:lnTo>
                    <a:pt x="2867" y="3390"/>
                  </a:lnTo>
                  <a:lnTo>
                    <a:pt x="2909" y="3411"/>
                  </a:lnTo>
                  <a:lnTo>
                    <a:pt x="2971" y="3286"/>
                  </a:lnTo>
                  <a:lnTo>
                    <a:pt x="2971" y="3160"/>
                  </a:lnTo>
                  <a:lnTo>
                    <a:pt x="2930" y="3139"/>
                  </a:lnTo>
                  <a:lnTo>
                    <a:pt x="2909" y="3076"/>
                  </a:lnTo>
                  <a:lnTo>
                    <a:pt x="2909" y="3034"/>
                  </a:lnTo>
                  <a:lnTo>
                    <a:pt x="2888" y="2972"/>
                  </a:lnTo>
                  <a:lnTo>
                    <a:pt x="2867" y="2888"/>
                  </a:lnTo>
                  <a:lnTo>
                    <a:pt x="2804" y="2742"/>
                  </a:lnTo>
                  <a:lnTo>
                    <a:pt x="2783" y="2511"/>
                  </a:lnTo>
                  <a:lnTo>
                    <a:pt x="2720" y="2428"/>
                  </a:lnTo>
                  <a:lnTo>
                    <a:pt x="2720" y="2302"/>
                  </a:lnTo>
                  <a:lnTo>
                    <a:pt x="2699" y="2135"/>
                  </a:lnTo>
                  <a:lnTo>
                    <a:pt x="2637" y="2051"/>
                  </a:lnTo>
                  <a:lnTo>
                    <a:pt x="2595" y="2009"/>
                  </a:lnTo>
                  <a:lnTo>
                    <a:pt x="2511" y="2009"/>
                  </a:lnTo>
                  <a:lnTo>
                    <a:pt x="2448" y="1946"/>
                  </a:lnTo>
                  <a:lnTo>
                    <a:pt x="2386" y="2009"/>
                  </a:lnTo>
                  <a:lnTo>
                    <a:pt x="2406" y="2051"/>
                  </a:lnTo>
                  <a:lnTo>
                    <a:pt x="2386" y="2114"/>
                  </a:lnTo>
                  <a:lnTo>
                    <a:pt x="2386" y="2156"/>
                  </a:lnTo>
                  <a:lnTo>
                    <a:pt x="2344" y="2239"/>
                  </a:lnTo>
                  <a:lnTo>
                    <a:pt x="2365" y="2302"/>
                  </a:lnTo>
                  <a:lnTo>
                    <a:pt x="2365" y="2365"/>
                  </a:lnTo>
                  <a:lnTo>
                    <a:pt x="2281" y="2365"/>
                  </a:lnTo>
                  <a:lnTo>
                    <a:pt x="2197" y="2260"/>
                  </a:lnTo>
                  <a:lnTo>
                    <a:pt x="2093" y="2156"/>
                  </a:lnTo>
                  <a:lnTo>
                    <a:pt x="2093" y="2114"/>
                  </a:lnTo>
                  <a:lnTo>
                    <a:pt x="2030" y="2051"/>
                  </a:lnTo>
                  <a:lnTo>
                    <a:pt x="1967" y="1905"/>
                  </a:lnTo>
                  <a:lnTo>
                    <a:pt x="1967" y="1821"/>
                  </a:lnTo>
                  <a:lnTo>
                    <a:pt x="2030" y="1800"/>
                  </a:lnTo>
                  <a:lnTo>
                    <a:pt x="2051" y="1716"/>
                  </a:lnTo>
                  <a:lnTo>
                    <a:pt x="2155" y="1633"/>
                  </a:lnTo>
                  <a:lnTo>
                    <a:pt x="2176" y="1695"/>
                  </a:lnTo>
                  <a:lnTo>
                    <a:pt x="2260" y="1695"/>
                  </a:lnTo>
                  <a:lnTo>
                    <a:pt x="2302" y="1633"/>
                  </a:lnTo>
                  <a:lnTo>
                    <a:pt x="2302" y="1570"/>
                  </a:lnTo>
                  <a:lnTo>
                    <a:pt x="2365" y="1528"/>
                  </a:lnTo>
                  <a:lnTo>
                    <a:pt x="2448" y="1319"/>
                  </a:lnTo>
                  <a:lnTo>
                    <a:pt x="2469" y="1193"/>
                  </a:lnTo>
                  <a:lnTo>
                    <a:pt x="2511" y="1068"/>
                  </a:lnTo>
                  <a:lnTo>
                    <a:pt x="2469" y="1047"/>
                  </a:lnTo>
                  <a:lnTo>
                    <a:pt x="2365" y="942"/>
                  </a:lnTo>
                  <a:lnTo>
                    <a:pt x="2302" y="963"/>
                  </a:lnTo>
                  <a:lnTo>
                    <a:pt x="2260" y="942"/>
                  </a:lnTo>
                  <a:lnTo>
                    <a:pt x="2176" y="942"/>
                  </a:lnTo>
                  <a:lnTo>
                    <a:pt x="1967" y="963"/>
                  </a:lnTo>
                  <a:lnTo>
                    <a:pt x="1779" y="942"/>
                  </a:lnTo>
                  <a:lnTo>
                    <a:pt x="1423" y="942"/>
                  </a:lnTo>
                  <a:lnTo>
                    <a:pt x="1298" y="879"/>
                  </a:lnTo>
                  <a:lnTo>
                    <a:pt x="1193" y="900"/>
                  </a:lnTo>
                  <a:lnTo>
                    <a:pt x="1067" y="858"/>
                  </a:lnTo>
                  <a:lnTo>
                    <a:pt x="1067" y="775"/>
                  </a:lnTo>
                  <a:lnTo>
                    <a:pt x="1026" y="649"/>
                  </a:lnTo>
                  <a:lnTo>
                    <a:pt x="1026" y="565"/>
                  </a:lnTo>
                  <a:lnTo>
                    <a:pt x="1005" y="440"/>
                  </a:lnTo>
                  <a:lnTo>
                    <a:pt x="921" y="314"/>
                  </a:lnTo>
                  <a:lnTo>
                    <a:pt x="879" y="314"/>
                  </a:lnTo>
                  <a:lnTo>
                    <a:pt x="837" y="356"/>
                  </a:lnTo>
                  <a:lnTo>
                    <a:pt x="733" y="314"/>
                  </a:lnTo>
                  <a:lnTo>
                    <a:pt x="691" y="252"/>
                  </a:lnTo>
                  <a:lnTo>
                    <a:pt x="607" y="168"/>
                  </a:lnTo>
                  <a:lnTo>
                    <a:pt x="544" y="168"/>
                  </a:lnTo>
                  <a:lnTo>
                    <a:pt x="523" y="252"/>
                  </a:lnTo>
                  <a:lnTo>
                    <a:pt x="607" y="314"/>
                  </a:lnTo>
                  <a:lnTo>
                    <a:pt x="544" y="335"/>
                  </a:lnTo>
                  <a:lnTo>
                    <a:pt x="419" y="314"/>
                  </a:lnTo>
                  <a:lnTo>
                    <a:pt x="356" y="210"/>
                  </a:lnTo>
                  <a:lnTo>
                    <a:pt x="356" y="147"/>
                  </a:lnTo>
                  <a:lnTo>
                    <a:pt x="272" y="42"/>
                  </a:lnTo>
                  <a:lnTo>
                    <a:pt x="20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4" name="Google Shape;7772;p67">
              <a:extLst>
                <a:ext uri="{FF2B5EF4-FFF2-40B4-BE49-F238E27FC236}">
                  <a16:creationId xmlns:a16="http://schemas.microsoft.com/office/drawing/2014/main" id="{837607CB-35E0-96DF-899C-8CC43AF6354F}"/>
                </a:ext>
              </a:extLst>
            </p:cNvPr>
            <p:cNvSpPr/>
            <p:nvPr/>
          </p:nvSpPr>
          <p:spPr>
            <a:xfrm>
              <a:off x="3787225" y="2293850"/>
              <a:ext cx="55475" cy="68025"/>
            </a:xfrm>
            <a:custGeom>
              <a:avLst/>
              <a:gdLst/>
              <a:ahLst/>
              <a:cxnLst/>
              <a:rect l="l" t="t" r="r" b="b"/>
              <a:pathLst>
                <a:path w="2219" h="2721" extrusionOk="0">
                  <a:moveTo>
                    <a:pt x="1298" y="1"/>
                  </a:moveTo>
                  <a:lnTo>
                    <a:pt x="1152" y="168"/>
                  </a:lnTo>
                  <a:lnTo>
                    <a:pt x="984" y="231"/>
                  </a:lnTo>
                  <a:lnTo>
                    <a:pt x="880" y="231"/>
                  </a:lnTo>
                  <a:lnTo>
                    <a:pt x="817" y="336"/>
                  </a:lnTo>
                  <a:lnTo>
                    <a:pt x="754" y="482"/>
                  </a:lnTo>
                  <a:lnTo>
                    <a:pt x="649" y="545"/>
                  </a:lnTo>
                  <a:lnTo>
                    <a:pt x="524" y="545"/>
                  </a:lnTo>
                  <a:lnTo>
                    <a:pt x="357" y="649"/>
                  </a:lnTo>
                  <a:lnTo>
                    <a:pt x="315" y="629"/>
                  </a:lnTo>
                  <a:lnTo>
                    <a:pt x="231" y="629"/>
                  </a:lnTo>
                  <a:lnTo>
                    <a:pt x="210" y="754"/>
                  </a:lnTo>
                  <a:lnTo>
                    <a:pt x="126" y="838"/>
                  </a:lnTo>
                  <a:lnTo>
                    <a:pt x="189" y="901"/>
                  </a:lnTo>
                  <a:lnTo>
                    <a:pt x="231" y="859"/>
                  </a:lnTo>
                  <a:lnTo>
                    <a:pt x="357" y="1005"/>
                  </a:lnTo>
                  <a:lnTo>
                    <a:pt x="336" y="838"/>
                  </a:lnTo>
                  <a:lnTo>
                    <a:pt x="357" y="754"/>
                  </a:lnTo>
                  <a:lnTo>
                    <a:pt x="545" y="629"/>
                  </a:lnTo>
                  <a:lnTo>
                    <a:pt x="566" y="649"/>
                  </a:lnTo>
                  <a:lnTo>
                    <a:pt x="670" y="629"/>
                  </a:lnTo>
                  <a:lnTo>
                    <a:pt x="817" y="649"/>
                  </a:lnTo>
                  <a:lnTo>
                    <a:pt x="859" y="629"/>
                  </a:lnTo>
                  <a:lnTo>
                    <a:pt x="859" y="629"/>
                  </a:lnTo>
                  <a:cubicBezTo>
                    <a:pt x="859" y="649"/>
                    <a:pt x="838" y="649"/>
                    <a:pt x="838" y="691"/>
                  </a:cubicBezTo>
                  <a:lnTo>
                    <a:pt x="754" y="712"/>
                  </a:lnTo>
                  <a:lnTo>
                    <a:pt x="670" y="712"/>
                  </a:lnTo>
                  <a:lnTo>
                    <a:pt x="629" y="733"/>
                  </a:lnTo>
                  <a:lnTo>
                    <a:pt x="733" y="859"/>
                  </a:lnTo>
                  <a:lnTo>
                    <a:pt x="691" y="921"/>
                  </a:lnTo>
                  <a:lnTo>
                    <a:pt x="775" y="1026"/>
                  </a:lnTo>
                  <a:lnTo>
                    <a:pt x="775" y="1047"/>
                  </a:lnTo>
                  <a:lnTo>
                    <a:pt x="691" y="1026"/>
                  </a:lnTo>
                  <a:lnTo>
                    <a:pt x="587" y="1047"/>
                  </a:lnTo>
                  <a:lnTo>
                    <a:pt x="566" y="1005"/>
                  </a:lnTo>
                  <a:lnTo>
                    <a:pt x="629" y="942"/>
                  </a:lnTo>
                  <a:lnTo>
                    <a:pt x="566" y="838"/>
                  </a:lnTo>
                  <a:lnTo>
                    <a:pt x="545" y="838"/>
                  </a:lnTo>
                  <a:lnTo>
                    <a:pt x="461" y="963"/>
                  </a:lnTo>
                  <a:lnTo>
                    <a:pt x="524" y="1047"/>
                  </a:lnTo>
                  <a:lnTo>
                    <a:pt x="419" y="1131"/>
                  </a:lnTo>
                  <a:lnTo>
                    <a:pt x="336" y="1047"/>
                  </a:lnTo>
                  <a:lnTo>
                    <a:pt x="231" y="1047"/>
                  </a:lnTo>
                  <a:lnTo>
                    <a:pt x="147" y="1026"/>
                  </a:lnTo>
                  <a:lnTo>
                    <a:pt x="64" y="1110"/>
                  </a:lnTo>
                  <a:lnTo>
                    <a:pt x="210" y="1173"/>
                  </a:lnTo>
                  <a:lnTo>
                    <a:pt x="210" y="1277"/>
                  </a:lnTo>
                  <a:lnTo>
                    <a:pt x="126" y="1235"/>
                  </a:lnTo>
                  <a:lnTo>
                    <a:pt x="64" y="1256"/>
                  </a:lnTo>
                  <a:lnTo>
                    <a:pt x="105" y="1424"/>
                  </a:lnTo>
                  <a:lnTo>
                    <a:pt x="168" y="1465"/>
                  </a:lnTo>
                  <a:lnTo>
                    <a:pt x="168" y="1591"/>
                  </a:lnTo>
                  <a:lnTo>
                    <a:pt x="231" y="1675"/>
                  </a:lnTo>
                  <a:lnTo>
                    <a:pt x="64" y="1758"/>
                  </a:lnTo>
                  <a:lnTo>
                    <a:pt x="1" y="1905"/>
                  </a:lnTo>
                  <a:lnTo>
                    <a:pt x="64" y="1968"/>
                  </a:lnTo>
                  <a:lnTo>
                    <a:pt x="168" y="1905"/>
                  </a:lnTo>
                  <a:lnTo>
                    <a:pt x="315" y="2051"/>
                  </a:lnTo>
                  <a:lnTo>
                    <a:pt x="336" y="2219"/>
                  </a:lnTo>
                  <a:lnTo>
                    <a:pt x="273" y="2261"/>
                  </a:lnTo>
                  <a:lnTo>
                    <a:pt x="315" y="2323"/>
                  </a:lnTo>
                  <a:lnTo>
                    <a:pt x="461" y="2323"/>
                  </a:lnTo>
                  <a:lnTo>
                    <a:pt x="608" y="2533"/>
                  </a:lnTo>
                  <a:lnTo>
                    <a:pt x="649" y="2574"/>
                  </a:lnTo>
                  <a:lnTo>
                    <a:pt x="754" y="2533"/>
                  </a:lnTo>
                  <a:lnTo>
                    <a:pt x="775" y="2470"/>
                  </a:lnTo>
                  <a:lnTo>
                    <a:pt x="691" y="2386"/>
                  </a:lnTo>
                  <a:lnTo>
                    <a:pt x="649" y="2386"/>
                  </a:lnTo>
                  <a:lnTo>
                    <a:pt x="649" y="2302"/>
                  </a:lnTo>
                  <a:lnTo>
                    <a:pt x="733" y="2261"/>
                  </a:lnTo>
                  <a:lnTo>
                    <a:pt x="733" y="2177"/>
                  </a:lnTo>
                  <a:lnTo>
                    <a:pt x="670" y="2135"/>
                  </a:lnTo>
                  <a:lnTo>
                    <a:pt x="670" y="2072"/>
                  </a:lnTo>
                  <a:lnTo>
                    <a:pt x="754" y="2009"/>
                  </a:lnTo>
                  <a:cubicBezTo>
                    <a:pt x="775" y="2051"/>
                    <a:pt x="817" y="2093"/>
                    <a:pt x="838" y="2135"/>
                  </a:cubicBezTo>
                  <a:lnTo>
                    <a:pt x="838" y="2177"/>
                  </a:lnTo>
                  <a:lnTo>
                    <a:pt x="880" y="2302"/>
                  </a:lnTo>
                  <a:lnTo>
                    <a:pt x="984" y="2407"/>
                  </a:lnTo>
                  <a:lnTo>
                    <a:pt x="1089" y="2407"/>
                  </a:lnTo>
                  <a:lnTo>
                    <a:pt x="1152" y="2449"/>
                  </a:lnTo>
                  <a:lnTo>
                    <a:pt x="1256" y="2428"/>
                  </a:lnTo>
                  <a:cubicBezTo>
                    <a:pt x="1277" y="2428"/>
                    <a:pt x="1298" y="2428"/>
                    <a:pt x="1298" y="2407"/>
                  </a:cubicBezTo>
                  <a:cubicBezTo>
                    <a:pt x="1319" y="2407"/>
                    <a:pt x="1319" y="2428"/>
                    <a:pt x="1361" y="2428"/>
                  </a:cubicBezTo>
                  <a:lnTo>
                    <a:pt x="1361" y="2449"/>
                  </a:lnTo>
                  <a:lnTo>
                    <a:pt x="1298" y="2533"/>
                  </a:lnTo>
                  <a:lnTo>
                    <a:pt x="1319" y="2595"/>
                  </a:lnTo>
                  <a:lnTo>
                    <a:pt x="1382" y="2512"/>
                  </a:lnTo>
                  <a:lnTo>
                    <a:pt x="1403" y="2449"/>
                  </a:lnTo>
                  <a:cubicBezTo>
                    <a:pt x="1445" y="2491"/>
                    <a:pt x="1486" y="2512"/>
                    <a:pt x="1507" y="2553"/>
                  </a:cubicBezTo>
                  <a:lnTo>
                    <a:pt x="1507" y="2595"/>
                  </a:lnTo>
                  <a:lnTo>
                    <a:pt x="1465" y="2616"/>
                  </a:lnTo>
                  <a:lnTo>
                    <a:pt x="1507" y="2658"/>
                  </a:lnTo>
                  <a:lnTo>
                    <a:pt x="1675" y="2721"/>
                  </a:lnTo>
                  <a:lnTo>
                    <a:pt x="1821" y="2700"/>
                  </a:lnTo>
                  <a:lnTo>
                    <a:pt x="1884" y="2616"/>
                  </a:lnTo>
                  <a:lnTo>
                    <a:pt x="1905" y="2700"/>
                  </a:lnTo>
                  <a:lnTo>
                    <a:pt x="1926" y="2721"/>
                  </a:lnTo>
                  <a:lnTo>
                    <a:pt x="1926" y="2616"/>
                  </a:lnTo>
                  <a:lnTo>
                    <a:pt x="1968" y="2574"/>
                  </a:lnTo>
                  <a:cubicBezTo>
                    <a:pt x="2009" y="2533"/>
                    <a:pt x="2030" y="2512"/>
                    <a:pt x="2030" y="2470"/>
                  </a:cubicBezTo>
                  <a:lnTo>
                    <a:pt x="2093" y="2386"/>
                  </a:lnTo>
                  <a:lnTo>
                    <a:pt x="2177" y="2344"/>
                  </a:lnTo>
                  <a:lnTo>
                    <a:pt x="2135" y="2302"/>
                  </a:lnTo>
                  <a:lnTo>
                    <a:pt x="2072" y="2323"/>
                  </a:lnTo>
                  <a:lnTo>
                    <a:pt x="2009" y="2407"/>
                  </a:lnTo>
                  <a:lnTo>
                    <a:pt x="2009" y="2386"/>
                  </a:lnTo>
                  <a:cubicBezTo>
                    <a:pt x="1989" y="2344"/>
                    <a:pt x="1989" y="2344"/>
                    <a:pt x="1989" y="2323"/>
                  </a:cubicBezTo>
                  <a:lnTo>
                    <a:pt x="2009" y="2302"/>
                  </a:lnTo>
                  <a:lnTo>
                    <a:pt x="2009" y="2219"/>
                  </a:lnTo>
                  <a:lnTo>
                    <a:pt x="2135" y="2177"/>
                  </a:lnTo>
                  <a:lnTo>
                    <a:pt x="2198" y="2114"/>
                  </a:lnTo>
                  <a:lnTo>
                    <a:pt x="2177" y="2051"/>
                  </a:lnTo>
                  <a:lnTo>
                    <a:pt x="2072" y="1968"/>
                  </a:lnTo>
                  <a:lnTo>
                    <a:pt x="2072" y="1905"/>
                  </a:lnTo>
                  <a:lnTo>
                    <a:pt x="2198" y="1863"/>
                  </a:lnTo>
                  <a:lnTo>
                    <a:pt x="2219" y="1737"/>
                  </a:lnTo>
                  <a:lnTo>
                    <a:pt x="2219" y="1591"/>
                  </a:lnTo>
                  <a:lnTo>
                    <a:pt x="2198" y="1486"/>
                  </a:lnTo>
                  <a:lnTo>
                    <a:pt x="2072" y="1486"/>
                  </a:lnTo>
                  <a:lnTo>
                    <a:pt x="1905" y="1528"/>
                  </a:lnTo>
                  <a:lnTo>
                    <a:pt x="1863" y="1633"/>
                  </a:lnTo>
                  <a:lnTo>
                    <a:pt x="1905" y="1675"/>
                  </a:lnTo>
                  <a:lnTo>
                    <a:pt x="1989" y="1737"/>
                  </a:lnTo>
                  <a:lnTo>
                    <a:pt x="1989" y="1779"/>
                  </a:lnTo>
                  <a:lnTo>
                    <a:pt x="1926" y="1758"/>
                  </a:lnTo>
                  <a:lnTo>
                    <a:pt x="1905" y="1779"/>
                  </a:lnTo>
                  <a:lnTo>
                    <a:pt x="1800" y="1696"/>
                  </a:lnTo>
                  <a:lnTo>
                    <a:pt x="1800" y="1654"/>
                  </a:lnTo>
                  <a:lnTo>
                    <a:pt x="1758" y="1570"/>
                  </a:lnTo>
                  <a:lnTo>
                    <a:pt x="1696" y="1591"/>
                  </a:lnTo>
                  <a:lnTo>
                    <a:pt x="1654" y="1675"/>
                  </a:lnTo>
                  <a:lnTo>
                    <a:pt x="1570" y="1696"/>
                  </a:lnTo>
                  <a:lnTo>
                    <a:pt x="1591" y="1779"/>
                  </a:lnTo>
                  <a:lnTo>
                    <a:pt x="1654" y="1863"/>
                  </a:lnTo>
                  <a:lnTo>
                    <a:pt x="1654" y="1989"/>
                  </a:lnTo>
                  <a:lnTo>
                    <a:pt x="1717" y="2072"/>
                  </a:lnTo>
                  <a:lnTo>
                    <a:pt x="1800" y="2072"/>
                  </a:lnTo>
                  <a:lnTo>
                    <a:pt x="1926" y="2093"/>
                  </a:lnTo>
                  <a:lnTo>
                    <a:pt x="1968" y="2156"/>
                  </a:lnTo>
                  <a:lnTo>
                    <a:pt x="1905" y="2198"/>
                  </a:lnTo>
                  <a:lnTo>
                    <a:pt x="1968" y="2261"/>
                  </a:lnTo>
                  <a:cubicBezTo>
                    <a:pt x="1926" y="2281"/>
                    <a:pt x="1926" y="2323"/>
                    <a:pt x="1926" y="2365"/>
                  </a:cubicBezTo>
                  <a:lnTo>
                    <a:pt x="1905" y="2386"/>
                  </a:lnTo>
                  <a:lnTo>
                    <a:pt x="1863" y="2386"/>
                  </a:lnTo>
                  <a:lnTo>
                    <a:pt x="1779" y="2407"/>
                  </a:lnTo>
                  <a:lnTo>
                    <a:pt x="1675" y="2261"/>
                  </a:lnTo>
                  <a:lnTo>
                    <a:pt x="1612" y="2281"/>
                  </a:lnTo>
                  <a:cubicBezTo>
                    <a:pt x="1591" y="2261"/>
                    <a:pt x="1570" y="2261"/>
                    <a:pt x="1549" y="2219"/>
                  </a:cubicBezTo>
                  <a:lnTo>
                    <a:pt x="1549" y="2198"/>
                  </a:lnTo>
                  <a:lnTo>
                    <a:pt x="1465" y="2114"/>
                  </a:lnTo>
                  <a:lnTo>
                    <a:pt x="1465" y="2177"/>
                  </a:lnTo>
                  <a:cubicBezTo>
                    <a:pt x="1465" y="2177"/>
                    <a:pt x="1445" y="2177"/>
                    <a:pt x="1445" y="2156"/>
                  </a:cubicBezTo>
                  <a:cubicBezTo>
                    <a:pt x="1403" y="2156"/>
                    <a:pt x="1403" y="2156"/>
                    <a:pt x="1382" y="2177"/>
                  </a:cubicBezTo>
                  <a:lnTo>
                    <a:pt x="1403" y="2093"/>
                  </a:lnTo>
                  <a:lnTo>
                    <a:pt x="1382" y="2009"/>
                  </a:lnTo>
                  <a:lnTo>
                    <a:pt x="1298" y="1863"/>
                  </a:lnTo>
                  <a:lnTo>
                    <a:pt x="1235" y="1863"/>
                  </a:lnTo>
                  <a:lnTo>
                    <a:pt x="1089" y="1779"/>
                  </a:lnTo>
                  <a:lnTo>
                    <a:pt x="1026" y="1612"/>
                  </a:lnTo>
                  <a:lnTo>
                    <a:pt x="1047" y="1654"/>
                  </a:lnTo>
                  <a:lnTo>
                    <a:pt x="1173" y="1591"/>
                  </a:lnTo>
                  <a:lnTo>
                    <a:pt x="1173" y="1445"/>
                  </a:lnTo>
                  <a:lnTo>
                    <a:pt x="1131" y="1340"/>
                  </a:lnTo>
                  <a:lnTo>
                    <a:pt x="1193" y="1256"/>
                  </a:lnTo>
                  <a:lnTo>
                    <a:pt x="1298" y="1235"/>
                  </a:lnTo>
                  <a:lnTo>
                    <a:pt x="1382" y="1298"/>
                  </a:lnTo>
                  <a:lnTo>
                    <a:pt x="1445" y="1277"/>
                  </a:lnTo>
                  <a:lnTo>
                    <a:pt x="1486" y="1298"/>
                  </a:lnTo>
                  <a:lnTo>
                    <a:pt x="1507" y="1256"/>
                  </a:lnTo>
                  <a:lnTo>
                    <a:pt x="1549" y="1152"/>
                  </a:lnTo>
                  <a:lnTo>
                    <a:pt x="1445" y="1047"/>
                  </a:lnTo>
                  <a:lnTo>
                    <a:pt x="1382" y="1110"/>
                  </a:lnTo>
                  <a:lnTo>
                    <a:pt x="1256" y="1110"/>
                  </a:lnTo>
                  <a:lnTo>
                    <a:pt x="1193" y="1026"/>
                  </a:lnTo>
                  <a:lnTo>
                    <a:pt x="1152" y="921"/>
                  </a:lnTo>
                  <a:lnTo>
                    <a:pt x="1089" y="921"/>
                  </a:lnTo>
                  <a:lnTo>
                    <a:pt x="1152" y="859"/>
                  </a:lnTo>
                  <a:lnTo>
                    <a:pt x="1152" y="754"/>
                  </a:lnTo>
                  <a:lnTo>
                    <a:pt x="1131" y="754"/>
                  </a:lnTo>
                  <a:cubicBezTo>
                    <a:pt x="1131" y="733"/>
                    <a:pt x="1152" y="712"/>
                    <a:pt x="1152" y="691"/>
                  </a:cubicBezTo>
                  <a:lnTo>
                    <a:pt x="1173" y="691"/>
                  </a:lnTo>
                  <a:lnTo>
                    <a:pt x="1277" y="503"/>
                  </a:lnTo>
                  <a:lnTo>
                    <a:pt x="1256" y="377"/>
                  </a:lnTo>
                  <a:lnTo>
                    <a:pt x="1277" y="315"/>
                  </a:lnTo>
                  <a:lnTo>
                    <a:pt x="1256" y="210"/>
                  </a:lnTo>
                  <a:lnTo>
                    <a:pt x="1340" y="64"/>
                  </a:lnTo>
                  <a:lnTo>
                    <a:pt x="129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5" name="Google Shape;7773;p67">
              <a:extLst>
                <a:ext uri="{FF2B5EF4-FFF2-40B4-BE49-F238E27FC236}">
                  <a16:creationId xmlns:a16="http://schemas.microsoft.com/office/drawing/2014/main" id="{15BC4F1A-6C19-4C1B-4674-5B0BFF3E7BF4}"/>
                </a:ext>
              </a:extLst>
            </p:cNvPr>
            <p:cNvSpPr/>
            <p:nvPr/>
          </p:nvSpPr>
          <p:spPr>
            <a:xfrm>
              <a:off x="3743300" y="1958025"/>
              <a:ext cx="290325" cy="337425"/>
            </a:xfrm>
            <a:custGeom>
              <a:avLst/>
              <a:gdLst/>
              <a:ahLst/>
              <a:cxnLst/>
              <a:rect l="l" t="t" r="r" b="b"/>
              <a:pathLst>
                <a:path w="11613" h="13497" extrusionOk="0">
                  <a:moveTo>
                    <a:pt x="9792" y="1"/>
                  </a:moveTo>
                  <a:lnTo>
                    <a:pt x="9709" y="64"/>
                  </a:lnTo>
                  <a:lnTo>
                    <a:pt x="9709" y="126"/>
                  </a:lnTo>
                  <a:lnTo>
                    <a:pt x="9792" y="231"/>
                  </a:lnTo>
                  <a:lnTo>
                    <a:pt x="9730" y="273"/>
                  </a:lnTo>
                  <a:lnTo>
                    <a:pt x="9688" y="273"/>
                  </a:lnTo>
                  <a:lnTo>
                    <a:pt x="9604" y="168"/>
                  </a:lnTo>
                  <a:lnTo>
                    <a:pt x="9541" y="231"/>
                  </a:lnTo>
                  <a:lnTo>
                    <a:pt x="9520" y="336"/>
                  </a:lnTo>
                  <a:lnTo>
                    <a:pt x="9541" y="357"/>
                  </a:lnTo>
                  <a:lnTo>
                    <a:pt x="9625" y="357"/>
                  </a:lnTo>
                  <a:lnTo>
                    <a:pt x="9688" y="419"/>
                  </a:lnTo>
                  <a:lnTo>
                    <a:pt x="9646" y="440"/>
                  </a:lnTo>
                  <a:lnTo>
                    <a:pt x="9604" y="482"/>
                  </a:lnTo>
                  <a:lnTo>
                    <a:pt x="9604" y="566"/>
                  </a:lnTo>
                  <a:lnTo>
                    <a:pt x="9520" y="587"/>
                  </a:lnTo>
                  <a:lnTo>
                    <a:pt x="9520" y="670"/>
                  </a:lnTo>
                  <a:lnTo>
                    <a:pt x="9541" y="691"/>
                  </a:lnTo>
                  <a:lnTo>
                    <a:pt x="9479" y="754"/>
                  </a:lnTo>
                  <a:lnTo>
                    <a:pt x="9520" y="859"/>
                  </a:lnTo>
                  <a:lnTo>
                    <a:pt x="9479" y="901"/>
                  </a:lnTo>
                  <a:lnTo>
                    <a:pt x="9416" y="859"/>
                  </a:lnTo>
                  <a:lnTo>
                    <a:pt x="9332" y="901"/>
                  </a:lnTo>
                  <a:lnTo>
                    <a:pt x="9332" y="942"/>
                  </a:lnTo>
                  <a:lnTo>
                    <a:pt x="9269" y="984"/>
                  </a:lnTo>
                  <a:lnTo>
                    <a:pt x="9228" y="880"/>
                  </a:lnTo>
                  <a:lnTo>
                    <a:pt x="9332" y="670"/>
                  </a:lnTo>
                  <a:lnTo>
                    <a:pt x="9269" y="649"/>
                  </a:lnTo>
                  <a:lnTo>
                    <a:pt x="9269" y="587"/>
                  </a:lnTo>
                  <a:lnTo>
                    <a:pt x="9311" y="545"/>
                  </a:lnTo>
                  <a:lnTo>
                    <a:pt x="9311" y="357"/>
                  </a:lnTo>
                  <a:lnTo>
                    <a:pt x="9290" y="315"/>
                  </a:lnTo>
                  <a:lnTo>
                    <a:pt x="9228" y="315"/>
                  </a:lnTo>
                  <a:lnTo>
                    <a:pt x="9102" y="545"/>
                  </a:lnTo>
                  <a:lnTo>
                    <a:pt x="9081" y="670"/>
                  </a:lnTo>
                  <a:lnTo>
                    <a:pt x="8956" y="880"/>
                  </a:lnTo>
                  <a:lnTo>
                    <a:pt x="8893" y="1005"/>
                  </a:lnTo>
                  <a:lnTo>
                    <a:pt x="8956" y="1068"/>
                  </a:lnTo>
                  <a:lnTo>
                    <a:pt x="8914" y="1193"/>
                  </a:lnTo>
                  <a:lnTo>
                    <a:pt x="8767" y="1361"/>
                  </a:lnTo>
                  <a:lnTo>
                    <a:pt x="8704" y="1382"/>
                  </a:lnTo>
                  <a:lnTo>
                    <a:pt x="8704" y="1298"/>
                  </a:lnTo>
                  <a:lnTo>
                    <a:pt x="8663" y="1214"/>
                  </a:lnTo>
                  <a:lnTo>
                    <a:pt x="8767" y="1068"/>
                  </a:lnTo>
                  <a:lnTo>
                    <a:pt x="8746" y="963"/>
                  </a:lnTo>
                  <a:lnTo>
                    <a:pt x="8788" y="880"/>
                  </a:lnTo>
                  <a:lnTo>
                    <a:pt x="8746" y="775"/>
                  </a:lnTo>
                  <a:lnTo>
                    <a:pt x="8893" y="587"/>
                  </a:lnTo>
                  <a:lnTo>
                    <a:pt x="8914" y="482"/>
                  </a:lnTo>
                  <a:lnTo>
                    <a:pt x="8956" y="461"/>
                  </a:lnTo>
                  <a:lnTo>
                    <a:pt x="8956" y="419"/>
                  </a:lnTo>
                  <a:lnTo>
                    <a:pt x="8851" y="419"/>
                  </a:lnTo>
                  <a:lnTo>
                    <a:pt x="8767" y="315"/>
                  </a:lnTo>
                  <a:lnTo>
                    <a:pt x="8704" y="336"/>
                  </a:lnTo>
                  <a:lnTo>
                    <a:pt x="8746" y="440"/>
                  </a:lnTo>
                  <a:lnTo>
                    <a:pt x="8663" y="482"/>
                  </a:lnTo>
                  <a:lnTo>
                    <a:pt x="8663" y="419"/>
                  </a:lnTo>
                  <a:lnTo>
                    <a:pt x="8579" y="336"/>
                  </a:lnTo>
                  <a:lnTo>
                    <a:pt x="8495" y="315"/>
                  </a:lnTo>
                  <a:lnTo>
                    <a:pt x="8432" y="336"/>
                  </a:lnTo>
                  <a:lnTo>
                    <a:pt x="8453" y="482"/>
                  </a:lnTo>
                  <a:lnTo>
                    <a:pt x="8391" y="545"/>
                  </a:lnTo>
                  <a:lnTo>
                    <a:pt x="8349" y="482"/>
                  </a:lnTo>
                  <a:lnTo>
                    <a:pt x="8286" y="461"/>
                  </a:lnTo>
                  <a:lnTo>
                    <a:pt x="8244" y="482"/>
                  </a:lnTo>
                  <a:lnTo>
                    <a:pt x="8265" y="545"/>
                  </a:lnTo>
                  <a:lnTo>
                    <a:pt x="8391" y="608"/>
                  </a:lnTo>
                  <a:lnTo>
                    <a:pt x="8432" y="733"/>
                  </a:lnTo>
                  <a:lnTo>
                    <a:pt x="8391" y="775"/>
                  </a:lnTo>
                  <a:lnTo>
                    <a:pt x="8349" y="691"/>
                  </a:lnTo>
                  <a:lnTo>
                    <a:pt x="8265" y="775"/>
                  </a:lnTo>
                  <a:lnTo>
                    <a:pt x="8265" y="838"/>
                  </a:lnTo>
                  <a:lnTo>
                    <a:pt x="8286" y="880"/>
                  </a:lnTo>
                  <a:lnTo>
                    <a:pt x="8265" y="901"/>
                  </a:lnTo>
                  <a:lnTo>
                    <a:pt x="8160" y="859"/>
                  </a:lnTo>
                  <a:lnTo>
                    <a:pt x="8119" y="859"/>
                  </a:lnTo>
                  <a:lnTo>
                    <a:pt x="8035" y="963"/>
                  </a:lnTo>
                  <a:lnTo>
                    <a:pt x="7951" y="1005"/>
                  </a:lnTo>
                  <a:lnTo>
                    <a:pt x="7951" y="1047"/>
                  </a:lnTo>
                  <a:lnTo>
                    <a:pt x="8014" y="1068"/>
                  </a:lnTo>
                  <a:lnTo>
                    <a:pt x="7909" y="1131"/>
                  </a:lnTo>
                  <a:lnTo>
                    <a:pt x="7868" y="1214"/>
                  </a:lnTo>
                  <a:lnTo>
                    <a:pt x="7972" y="1319"/>
                  </a:lnTo>
                  <a:lnTo>
                    <a:pt x="7909" y="1382"/>
                  </a:lnTo>
                  <a:lnTo>
                    <a:pt x="7972" y="1424"/>
                  </a:lnTo>
                  <a:lnTo>
                    <a:pt x="8035" y="1466"/>
                  </a:lnTo>
                  <a:lnTo>
                    <a:pt x="7972" y="1507"/>
                  </a:lnTo>
                  <a:lnTo>
                    <a:pt x="7847" y="1507"/>
                  </a:lnTo>
                  <a:lnTo>
                    <a:pt x="7805" y="1361"/>
                  </a:lnTo>
                  <a:lnTo>
                    <a:pt x="7742" y="1319"/>
                  </a:lnTo>
                  <a:lnTo>
                    <a:pt x="7805" y="1277"/>
                  </a:lnTo>
                  <a:lnTo>
                    <a:pt x="7721" y="1214"/>
                  </a:lnTo>
                  <a:lnTo>
                    <a:pt x="7491" y="1214"/>
                  </a:lnTo>
                  <a:lnTo>
                    <a:pt x="7303" y="1089"/>
                  </a:lnTo>
                  <a:lnTo>
                    <a:pt x="7240" y="1089"/>
                  </a:lnTo>
                  <a:lnTo>
                    <a:pt x="7198" y="1131"/>
                  </a:lnTo>
                  <a:lnTo>
                    <a:pt x="7177" y="1068"/>
                  </a:lnTo>
                  <a:lnTo>
                    <a:pt x="7072" y="1173"/>
                  </a:lnTo>
                  <a:lnTo>
                    <a:pt x="6968" y="1173"/>
                  </a:lnTo>
                  <a:lnTo>
                    <a:pt x="6968" y="1214"/>
                  </a:lnTo>
                  <a:lnTo>
                    <a:pt x="7093" y="1382"/>
                  </a:lnTo>
                  <a:lnTo>
                    <a:pt x="7177" y="1382"/>
                  </a:lnTo>
                  <a:lnTo>
                    <a:pt x="7219" y="1424"/>
                  </a:lnTo>
                  <a:lnTo>
                    <a:pt x="7344" y="1424"/>
                  </a:lnTo>
                  <a:lnTo>
                    <a:pt x="7303" y="1528"/>
                  </a:lnTo>
                  <a:lnTo>
                    <a:pt x="7303" y="1633"/>
                  </a:lnTo>
                  <a:lnTo>
                    <a:pt x="7407" y="1779"/>
                  </a:lnTo>
                  <a:lnTo>
                    <a:pt x="7386" y="1842"/>
                  </a:lnTo>
                  <a:lnTo>
                    <a:pt x="7303" y="1800"/>
                  </a:lnTo>
                  <a:lnTo>
                    <a:pt x="7219" y="1654"/>
                  </a:lnTo>
                  <a:lnTo>
                    <a:pt x="7114" y="1612"/>
                  </a:lnTo>
                  <a:lnTo>
                    <a:pt x="7072" y="1528"/>
                  </a:lnTo>
                  <a:lnTo>
                    <a:pt x="7031" y="1633"/>
                  </a:lnTo>
                  <a:lnTo>
                    <a:pt x="6968" y="1717"/>
                  </a:lnTo>
                  <a:lnTo>
                    <a:pt x="6926" y="1591"/>
                  </a:lnTo>
                  <a:lnTo>
                    <a:pt x="6863" y="1633"/>
                  </a:lnTo>
                  <a:lnTo>
                    <a:pt x="6863" y="1717"/>
                  </a:lnTo>
                  <a:lnTo>
                    <a:pt x="6759" y="1800"/>
                  </a:lnTo>
                  <a:lnTo>
                    <a:pt x="6759" y="1884"/>
                  </a:lnTo>
                  <a:lnTo>
                    <a:pt x="6884" y="1947"/>
                  </a:lnTo>
                  <a:lnTo>
                    <a:pt x="6926" y="2051"/>
                  </a:lnTo>
                  <a:lnTo>
                    <a:pt x="6821" y="2030"/>
                  </a:lnTo>
                  <a:lnTo>
                    <a:pt x="6779" y="1989"/>
                  </a:lnTo>
                  <a:lnTo>
                    <a:pt x="6696" y="2114"/>
                  </a:lnTo>
                  <a:lnTo>
                    <a:pt x="6675" y="2177"/>
                  </a:lnTo>
                  <a:lnTo>
                    <a:pt x="6549" y="2302"/>
                  </a:lnTo>
                  <a:lnTo>
                    <a:pt x="6549" y="2219"/>
                  </a:lnTo>
                  <a:lnTo>
                    <a:pt x="6654" y="2156"/>
                  </a:lnTo>
                  <a:lnTo>
                    <a:pt x="6591" y="2093"/>
                  </a:lnTo>
                  <a:lnTo>
                    <a:pt x="6696" y="1926"/>
                  </a:lnTo>
                  <a:lnTo>
                    <a:pt x="6612" y="1612"/>
                  </a:lnTo>
                  <a:lnTo>
                    <a:pt x="6549" y="1654"/>
                  </a:lnTo>
                  <a:lnTo>
                    <a:pt x="6403" y="1842"/>
                  </a:lnTo>
                  <a:lnTo>
                    <a:pt x="6403" y="2010"/>
                  </a:lnTo>
                  <a:lnTo>
                    <a:pt x="6445" y="2051"/>
                  </a:lnTo>
                  <a:lnTo>
                    <a:pt x="6340" y="2156"/>
                  </a:lnTo>
                  <a:lnTo>
                    <a:pt x="6340" y="2051"/>
                  </a:lnTo>
                  <a:lnTo>
                    <a:pt x="6382" y="1947"/>
                  </a:lnTo>
                  <a:lnTo>
                    <a:pt x="6340" y="1800"/>
                  </a:lnTo>
                  <a:lnTo>
                    <a:pt x="6277" y="1779"/>
                  </a:lnTo>
                  <a:lnTo>
                    <a:pt x="6173" y="1842"/>
                  </a:lnTo>
                  <a:lnTo>
                    <a:pt x="6089" y="1989"/>
                  </a:lnTo>
                  <a:lnTo>
                    <a:pt x="6152" y="2114"/>
                  </a:lnTo>
                  <a:lnTo>
                    <a:pt x="6152" y="2177"/>
                  </a:lnTo>
                  <a:lnTo>
                    <a:pt x="6298" y="2323"/>
                  </a:lnTo>
                  <a:lnTo>
                    <a:pt x="6340" y="2407"/>
                  </a:lnTo>
                  <a:lnTo>
                    <a:pt x="6277" y="2512"/>
                  </a:lnTo>
                  <a:lnTo>
                    <a:pt x="6235" y="2344"/>
                  </a:lnTo>
                  <a:lnTo>
                    <a:pt x="6131" y="2302"/>
                  </a:lnTo>
                  <a:lnTo>
                    <a:pt x="6047" y="2114"/>
                  </a:lnTo>
                  <a:lnTo>
                    <a:pt x="5984" y="2093"/>
                  </a:lnTo>
                  <a:lnTo>
                    <a:pt x="5859" y="2135"/>
                  </a:lnTo>
                  <a:lnTo>
                    <a:pt x="5838" y="2219"/>
                  </a:lnTo>
                  <a:lnTo>
                    <a:pt x="5984" y="2323"/>
                  </a:lnTo>
                  <a:lnTo>
                    <a:pt x="6047" y="2323"/>
                  </a:lnTo>
                  <a:lnTo>
                    <a:pt x="6089" y="2365"/>
                  </a:lnTo>
                  <a:lnTo>
                    <a:pt x="5984" y="2344"/>
                  </a:lnTo>
                  <a:lnTo>
                    <a:pt x="5880" y="2407"/>
                  </a:lnTo>
                  <a:lnTo>
                    <a:pt x="5963" y="2512"/>
                  </a:lnTo>
                  <a:lnTo>
                    <a:pt x="5838" y="2428"/>
                  </a:lnTo>
                  <a:lnTo>
                    <a:pt x="5838" y="2302"/>
                  </a:lnTo>
                  <a:lnTo>
                    <a:pt x="5775" y="2261"/>
                  </a:lnTo>
                  <a:lnTo>
                    <a:pt x="5754" y="2156"/>
                  </a:lnTo>
                  <a:lnTo>
                    <a:pt x="5712" y="2219"/>
                  </a:lnTo>
                  <a:lnTo>
                    <a:pt x="5671" y="2365"/>
                  </a:lnTo>
                  <a:lnTo>
                    <a:pt x="5733" y="2428"/>
                  </a:lnTo>
                  <a:lnTo>
                    <a:pt x="5712" y="2554"/>
                  </a:lnTo>
                  <a:lnTo>
                    <a:pt x="5629" y="2512"/>
                  </a:lnTo>
                  <a:lnTo>
                    <a:pt x="5545" y="2533"/>
                  </a:lnTo>
                  <a:lnTo>
                    <a:pt x="5419" y="2658"/>
                  </a:lnTo>
                  <a:lnTo>
                    <a:pt x="5440" y="2679"/>
                  </a:lnTo>
                  <a:lnTo>
                    <a:pt x="5524" y="2658"/>
                  </a:lnTo>
                  <a:lnTo>
                    <a:pt x="5608" y="2763"/>
                  </a:lnTo>
                  <a:lnTo>
                    <a:pt x="5503" y="2763"/>
                  </a:lnTo>
                  <a:lnTo>
                    <a:pt x="5440" y="2826"/>
                  </a:lnTo>
                  <a:lnTo>
                    <a:pt x="5503" y="2846"/>
                  </a:lnTo>
                  <a:lnTo>
                    <a:pt x="5461" y="2888"/>
                  </a:lnTo>
                  <a:lnTo>
                    <a:pt x="5357" y="2930"/>
                  </a:lnTo>
                  <a:lnTo>
                    <a:pt x="5357" y="2972"/>
                  </a:lnTo>
                  <a:lnTo>
                    <a:pt x="5399" y="2993"/>
                  </a:lnTo>
                  <a:lnTo>
                    <a:pt x="5336" y="2993"/>
                  </a:lnTo>
                  <a:lnTo>
                    <a:pt x="5294" y="2951"/>
                  </a:lnTo>
                  <a:lnTo>
                    <a:pt x="5210" y="2972"/>
                  </a:lnTo>
                  <a:lnTo>
                    <a:pt x="5127" y="3077"/>
                  </a:lnTo>
                  <a:lnTo>
                    <a:pt x="5147" y="3139"/>
                  </a:lnTo>
                  <a:lnTo>
                    <a:pt x="5127" y="3160"/>
                  </a:lnTo>
                  <a:lnTo>
                    <a:pt x="5022" y="3160"/>
                  </a:lnTo>
                  <a:lnTo>
                    <a:pt x="4938" y="3265"/>
                  </a:lnTo>
                  <a:lnTo>
                    <a:pt x="5043" y="3307"/>
                  </a:lnTo>
                  <a:lnTo>
                    <a:pt x="5315" y="3223"/>
                  </a:lnTo>
                  <a:lnTo>
                    <a:pt x="5357" y="3265"/>
                  </a:lnTo>
                  <a:lnTo>
                    <a:pt x="5461" y="3202"/>
                  </a:lnTo>
                  <a:lnTo>
                    <a:pt x="5524" y="3202"/>
                  </a:lnTo>
                  <a:lnTo>
                    <a:pt x="5524" y="3286"/>
                  </a:lnTo>
                  <a:lnTo>
                    <a:pt x="5461" y="3370"/>
                  </a:lnTo>
                  <a:lnTo>
                    <a:pt x="5440" y="3516"/>
                  </a:lnTo>
                  <a:lnTo>
                    <a:pt x="5419" y="3558"/>
                  </a:lnTo>
                  <a:lnTo>
                    <a:pt x="5357" y="3495"/>
                  </a:lnTo>
                  <a:lnTo>
                    <a:pt x="5336" y="3411"/>
                  </a:lnTo>
                  <a:lnTo>
                    <a:pt x="5252" y="3453"/>
                  </a:lnTo>
                  <a:lnTo>
                    <a:pt x="5210" y="3390"/>
                  </a:lnTo>
                  <a:lnTo>
                    <a:pt x="5106" y="3390"/>
                  </a:lnTo>
                  <a:lnTo>
                    <a:pt x="5127" y="3453"/>
                  </a:lnTo>
                  <a:lnTo>
                    <a:pt x="5106" y="3495"/>
                  </a:lnTo>
                  <a:lnTo>
                    <a:pt x="5022" y="3453"/>
                  </a:lnTo>
                  <a:lnTo>
                    <a:pt x="4938" y="3474"/>
                  </a:lnTo>
                  <a:lnTo>
                    <a:pt x="5043" y="3516"/>
                  </a:lnTo>
                  <a:lnTo>
                    <a:pt x="5085" y="3600"/>
                  </a:lnTo>
                  <a:lnTo>
                    <a:pt x="5022" y="3621"/>
                  </a:lnTo>
                  <a:lnTo>
                    <a:pt x="5001" y="3683"/>
                  </a:lnTo>
                  <a:lnTo>
                    <a:pt x="5001" y="3746"/>
                  </a:lnTo>
                  <a:lnTo>
                    <a:pt x="4980" y="3809"/>
                  </a:lnTo>
                  <a:lnTo>
                    <a:pt x="4938" y="3725"/>
                  </a:lnTo>
                  <a:lnTo>
                    <a:pt x="4938" y="3621"/>
                  </a:lnTo>
                  <a:lnTo>
                    <a:pt x="4875" y="3558"/>
                  </a:lnTo>
                  <a:lnTo>
                    <a:pt x="4792" y="3621"/>
                  </a:lnTo>
                  <a:lnTo>
                    <a:pt x="4708" y="3662"/>
                  </a:lnTo>
                  <a:lnTo>
                    <a:pt x="4666" y="3579"/>
                  </a:lnTo>
                  <a:lnTo>
                    <a:pt x="4687" y="3516"/>
                  </a:lnTo>
                  <a:lnTo>
                    <a:pt x="4624" y="3516"/>
                  </a:lnTo>
                  <a:lnTo>
                    <a:pt x="4520" y="3621"/>
                  </a:lnTo>
                  <a:lnTo>
                    <a:pt x="4603" y="3704"/>
                  </a:lnTo>
                  <a:lnTo>
                    <a:pt x="4729" y="3704"/>
                  </a:lnTo>
                  <a:lnTo>
                    <a:pt x="4834" y="3746"/>
                  </a:lnTo>
                  <a:lnTo>
                    <a:pt x="4792" y="3830"/>
                  </a:lnTo>
                  <a:lnTo>
                    <a:pt x="4583" y="3893"/>
                  </a:lnTo>
                  <a:lnTo>
                    <a:pt x="4520" y="3830"/>
                  </a:lnTo>
                  <a:lnTo>
                    <a:pt x="4457" y="3830"/>
                  </a:lnTo>
                  <a:lnTo>
                    <a:pt x="4394" y="3934"/>
                  </a:lnTo>
                  <a:lnTo>
                    <a:pt x="4478" y="4018"/>
                  </a:lnTo>
                  <a:lnTo>
                    <a:pt x="4394" y="4102"/>
                  </a:lnTo>
                  <a:lnTo>
                    <a:pt x="4478" y="4102"/>
                  </a:lnTo>
                  <a:lnTo>
                    <a:pt x="4583" y="3976"/>
                  </a:lnTo>
                  <a:lnTo>
                    <a:pt x="4687" y="3976"/>
                  </a:lnTo>
                  <a:lnTo>
                    <a:pt x="4729" y="4039"/>
                  </a:lnTo>
                  <a:lnTo>
                    <a:pt x="4583" y="4081"/>
                  </a:lnTo>
                  <a:lnTo>
                    <a:pt x="4562" y="4186"/>
                  </a:lnTo>
                  <a:lnTo>
                    <a:pt x="4603" y="4248"/>
                  </a:lnTo>
                  <a:lnTo>
                    <a:pt x="4729" y="4332"/>
                  </a:lnTo>
                  <a:lnTo>
                    <a:pt x="4729" y="4416"/>
                  </a:lnTo>
                  <a:lnTo>
                    <a:pt x="4666" y="4353"/>
                  </a:lnTo>
                  <a:lnTo>
                    <a:pt x="4583" y="4353"/>
                  </a:lnTo>
                  <a:lnTo>
                    <a:pt x="4499" y="4248"/>
                  </a:lnTo>
                  <a:lnTo>
                    <a:pt x="4457" y="4248"/>
                  </a:lnTo>
                  <a:lnTo>
                    <a:pt x="4373" y="4332"/>
                  </a:lnTo>
                  <a:lnTo>
                    <a:pt x="4457" y="4395"/>
                  </a:lnTo>
                  <a:lnTo>
                    <a:pt x="4352" y="4416"/>
                  </a:lnTo>
                  <a:lnTo>
                    <a:pt x="4248" y="4499"/>
                  </a:lnTo>
                  <a:lnTo>
                    <a:pt x="4248" y="4541"/>
                  </a:lnTo>
                  <a:lnTo>
                    <a:pt x="4352" y="4604"/>
                  </a:lnTo>
                  <a:lnTo>
                    <a:pt x="4457" y="4541"/>
                  </a:lnTo>
                  <a:lnTo>
                    <a:pt x="4499" y="4604"/>
                  </a:lnTo>
                  <a:lnTo>
                    <a:pt x="4603" y="4562"/>
                  </a:lnTo>
                  <a:lnTo>
                    <a:pt x="4624" y="4646"/>
                  </a:lnTo>
                  <a:lnTo>
                    <a:pt x="4708" y="4709"/>
                  </a:lnTo>
                  <a:lnTo>
                    <a:pt x="4708" y="4751"/>
                  </a:lnTo>
                  <a:lnTo>
                    <a:pt x="4562" y="4667"/>
                  </a:lnTo>
                  <a:lnTo>
                    <a:pt x="4415" y="4667"/>
                  </a:lnTo>
                  <a:lnTo>
                    <a:pt x="4373" y="4709"/>
                  </a:lnTo>
                  <a:lnTo>
                    <a:pt x="4206" y="4730"/>
                  </a:lnTo>
                  <a:lnTo>
                    <a:pt x="4206" y="4792"/>
                  </a:lnTo>
                  <a:lnTo>
                    <a:pt x="4143" y="4855"/>
                  </a:lnTo>
                  <a:lnTo>
                    <a:pt x="4080" y="4834"/>
                  </a:lnTo>
                  <a:lnTo>
                    <a:pt x="3955" y="4918"/>
                  </a:lnTo>
                  <a:lnTo>
                    <a:pt x="3871" y="4918"/>
                  </a:lnTo>
                  <a:lnTo>
                    <a:pt x="3850" y="4960"/>
                  </a:lnTo>
                  <a:lnTo>
                    <a:pt x="3955" y="4981"/>
                  </a:lnTo>
                  <a:lnTo>
                    <a:pt x="3997" y="5064"/>
                  </a:lnTo>
                  <a:lnTo>
                    <a:pt x="3934" y="5127"/>
                  </a:lnTo>
                  <a:lnTo>
                    <a:pt x="3871" y="5085"/>
                  </a:lnTo>
                  <a:lnTo>
                    <a:pt x="3850" y="5127"/>
                  </a:lnTo>
                  <a:lnTo>
                    <a:pt x="3934" y="5169"/>
                  </a:lnTo>
                  <a:lnTo>
                    <a:pt x="3892" y="5232"/>
                  </a:lnTo>
                  <a:lnTo>
                    <a:pt x="3787" y="5190"/>
                  </a:lnTo>
                  <a:lnTo>
                    <a:pt x="3766" y="5169"/>
                  </a:lnTo>
                  <a:lnTo>
                    <a:pt x="3746" y="5190"/>
                  </a:lnTo>
                  <a:lnTo>
                    <a:pt x="3829" y="5274"/>
                  </a:lnTo>
                  <a:lnTo>
                    <a:pt x="3766" y="5295"/>
                  </a:lnTo>
                  <a:lnTo>
                    <a:pt x="3787" y="5378"/>
                  </a:lnTo>
                  <a:lnTo>
                    <a:pt x="3850" y="5378"/>
                  </a:lnTo>
                  <a:lnTo>
                    <a:pt x="3787" y="5399"/>
                  </a:lnTo>
                  <a:lnTo>
                    <a:pt x="3725" y="5441"/>
                  </a:lnTo>
                  <a:lnTo>
                    <a:pt x="3662" y="5378"/>
                  </a:lnTo>
                  <a:lnTo>
                    <a:pt x="3662" y="5462"/>
                  </a:lnTo>
                  <a:lnTo>
                    <a:pt x="3641" y="5504"/>
                  </a:lnTo>
                  <a:lnTo>
                    <a:pt x="3683" y="5546"/>
                  </a:lnTo>
                  <a:lnTo>
                    <a:pt x="3850" y="5587"/>
                  </a:lnTo>
                  <a:lnTo>
                    <a:pt x="3871" y="5671"/>
                  </a:lnTo>
                  <a:lnTo>
                    <a:pt x="3934" y="5671"/>
                  </a:lnTo>
                  <a:lnTo>
                    <a:pt x="4039" y="5650"/>
                  </a:lnTo>
                  <a:lnTo>
                    <a:pt x="3955" y="5692"/>
                  </a:lnTo>
                  <a:lnTo>
                    <a:pt x="3955" y="5755"/>
                  </a:lnTo>
                  <a:lnTo>
                    <a:pt x="3850" y="5755"/>
                  </a:lnTo>
                  <a:lnTo>
                    <a:pt x="3829" y="5713"/>
                  </a:lnTo>
                  <a:lnTo>
                    <a:pt x="3662" y="5713"/>
                  </a:lnTo>
                  <a:lnTo>
                    <a:pt x="3557" y="5818"/>
                  </a:lnTo>
                  <a:lnTo>
                    <a:pt x="3578" y="5839"/>
                  </a:lnTo>
                  <a:lnTo>
                    <a:pt x="3683" y="5839"/>
                  </a:lnTo>
                  <a:lnTo>
                    <a:pt x="3725" y="5922"/>
                  </a:lnTo>
                  <a:lnTo>
                    <a:pt x="3766" y="5985"/>
                  </a:lnTo>
                  <a:lnTo>
                    <a:pt x="3766" y="6069"/>
                  </a:lnTo>
                  <a:lnTo>
                    <a:pt x="3683" y="6006"/>
                  </a:lnTo>
                  <a:lnTo>
                    <a:pt x="3641" y="6006"/>
                  </a:lnTo>
                  <a:lnTo>
                    <a:pt x="3578" y="6069"/>
                  </a:lnTo>
                  <a:lnTo>
                    <a:pt x="3578" y="6131"/>
                  </a:lnTo>
                  <a:lnTo>
                    <a:pt x="3557" y="6173"/>
                  </a:lnTo>
                  <a:lnTo>
                    <a:pt x="3620" y="6215"/>
                  </a:lnTo>
                  <a:lnTo>
                    <a:pt x="3641" y="6299"/>
                  </a:lnTo>
                  <a:lnTo>
                    <a:pt x="3578" y="6299"/>
                  </a:lnTo>
                  <a:lnTo>
                    <a:pt x="3515" y="6236"/>
                  </a:lnTo>
                  <a:lnTo>
                    <a:pt x="3474" y="6278"/>
                  </a:lnTo>
                  <a:lnTo>
                    <a:pt x="3474" y="6341"/>
                  </a:lnTo>
                  <a:lnTo>
                    <a:pt x="3578" y="6362"/>
                  </a:lnTo>
                  <a:lnTo>
                    <a:pt x="3578" y="6424"/>
                  </a:lnTo>
                  <a:lnTo>
                    <a:pt x="3578" y="6508"/>
                  </a:lnTo>
                  <a:lnTo>
                    <a:pt x="3453" y="6403"/>
                  </a:lnTo>
                  <a:lnTo>
                    <a:pt x="3411" y="6445"/>
                  </a:lnTo>
                  <a:lnTo>
                    <a:pt x="3411" y="6529"/>
                  </a:lnTo>
                  <a:lnTo>
                    <a:pt x="3432" y="6529"/>
                  </a:lnTo>
                  <a:lnTo>
                    <a:pt x="3432" y="6634"/>
                  </a:lnTo>
                  <a:lnTo>
                    <a:pt x="3474" y="6738"/>
                  </a:lnTo>
                  <a:lnTo>
                    <a:pt x="3536" y="6738"/>
                  </a:lnTo>
                  <a:lnTo>
                    <a:pt x="3578" y="6634"/>
                  </a:lnTo>
                  <a:lnTo>
                    <a:pt x="3641" y="6634"/>
                  </a:lnTo>
                  <a:lnTo>
                    <a:pt x="3578" y="6759"/>
                  </a:lnTo>
                  <a:lnTo>
                    <a:pt x="3536" y="6801"/>
                  </a:lnTo>
                  <a:lnTo>
                    <a:pt x="3432" y="6885"/>
                  </a:lnTo>
                  <a:lnTo>
                    <a:pt x="3348" y="6885"/>
                  </a:lnTo>
                  <a:lnTo>
                    <a:pt x="3264" y="6927"/>
                  </a:lnTo>
                  <a:lnTo>
                    <a:pt x="3264" y="6968"/>
                  </a:lnTo>
                  <a:lnTo>
                    <a:pt x="3202" y="7031"/>
                  </a:lnTo>
                  <a:lnTo>
                    <a:pt x="3118" y="7073"/>
                  </a:lnTo>
                  <a:lnTo>
                    <a:pt x="3202" y="7136"/>
                  </a:lnTo>
                  <a:lnTo>
                    <a:pt x="3160" y="7157"/>
                  </a:lnTo>
                  <a:lnTo>
                    <a:pt x="3013" y="7178"/>
                  </a:lnTo>
                  <a:lnTo>
                    <a:pt x="2950" y="7261"/>
                  </a:lnTo>
                  <a:lnTo>
                    <a:pt x="2950" y="7324"/>
                  </a:lnTo>
                  <a:lnTo>
                    <a:pt x="3055" y="7345"/>
                  </a:lnTo>
                  <a:lnTo>
                    <a:pt x="2992" y="7387"/>
                  </a:lnTo>
                  <a:lnTo>
                    <a:pt x="2930" y="7492"/>
                  </a:lnTo>
                  <a:lnTo>
                    <a:pt x="2846" y="7492"/>
                  </a:lnTo>
                  <a:lnTo>
                    <a:pt x="2825" y="7408"/>
                  </a:lnTo>
                  <a:lnTo>
                    <a:pt x="2783" y="7366"/>
                  </a:lnTo>
                  <a:lnTo>
                    <a:pt x="2741" y="7408"/>
                  </a:lnTo>
                  <a:lnTo>
                    <a:pt x="2678" y="7408"/>
                  </a:lnTo>
                  <a:lnTo>
                    <a:pt x="2699" y="7492"/>
                  </a:lnTo>
                  <a:lnTo>
                    <a:pt x="2637" y="7554"/>
                  </a:lnTo>
                  <a:lnTo>
                    <a:pt x="2637" y="7596"/>
                  </a:lnTo>
                  <a:lnTo>
                    <a:pt x="2678" y="7659"/>
                  </a:lnTo>
                  <a:lnTo>
                    <a:pt x="2532" y="7659"/>
                  </a:lnTo>
                  <a:lnTo>
                    <a:pt x="2490" y="7680"/>
                  </a:lnTo>
                  <a:lnTo>
                    <a:pt x="2490" y="7805"/>
                  </a:lnTo>
                  <a:lnTo>
                    <a:pt x="2386" y="7868"/>
                  </a:lnTo>
                  <a:lnTo>
                    <a:pt x="2406" y="7910"/>
                  </a:lnTo>
                  <a:lnTo>
                    <a:pt x="2386" y="8015"/>
                  </a:lnTo>
                  <a:lnTo>
                    <a:pt x="2302" y="8098"/>
                  </a:lnTo>
                  <a:lnTo>
                    <a:pt x="2197" y="8182"/>
                  </a:lnTo>
                  <a:lnTo>
                    <a:pt x="2218" y="8224"/>
                  </a:lnTo>
                  <a:lnTo>
                    <a:pt x="2365" y="8161"/>
                  </a:lnTo>
                  <a:lnTo>
                    <a:pt x="2406" y="8161"/>
                  </a:lnTo>
                  <a:lnTo>
                    <a:pt x="2406" y="8224"/>
                  </a:lnTo>
                  <a:lnTo>
                    <a:pt x="2323" y="8266"/>
                  </a:lnTo>
                  <a:lnTo>
                    <a:pt x="2323" y="8370"/>
                  </a:lnTo>
                  <a:lnTo>
                    <a:pt x="2386" y="8454"/>
                  </a:lnTo>
                  <a:lnTo>
                    <a:pt x="2511" y="8391"/>
                  </a:lnTo>
                  <a:lnTo>
                    <a:pt x="2637" y="8370"/>
                  </a:lnTo>
                  <a:lnTo>
                    <a:pt x="2804" y="8203"/>
                  </a:lnTo>
                  <a:lnTo>
                    <a:pt x="2804" y="8119"/>
                  </a:lnTo>
                  <a:lnTo>
                    <a:pt x="2720" y="8161"/>
                  </a:lnTo>
                  <a:lnTo>
                    <a:pt x="2804" y="8056"/>
                  </a:lnTo>
                  <a:lnTo>
                    <a:pt x="2825" y="7910"/>
                  </a:lnTo>
                  <a:lnTo>
                    <a:pt x="2846" y="7910"/>
                  </a:lnTo>
                  <a:lnTo>
                    <a:pt x="2909" y="7868"/>
                  </a:lnTo>
                  <a:lnTo>
                    <a:pt x="3013" y="7889"/>
                  </a:lnTo>
                  <a:lnTo>
                    <a:pt x="3055" y="7889"/>
                  </a:lnTo>
                  <a:lnTo>
                    <a:pt x="2909" y="7994"/>
                  </a:lnTo>
                  <a:lnTo>
                    <a:pt x="2909" y="8056"/>
                  </a:lnTo>
                  <a:lnTo>
                    <a:pt x="3055" y="8098"/>
                  </a:lnTo>
                  <a:lnTo>
                    <a:pt x="3013" y="8182"/>
                  </a:lnTo>
                  <a:lnTo>
                    <a:pt x="2930" y="8182"/>
                  </a:lnTo>
                  <a:lnTo>
                    <a:pt x="2783" y="8370"/>
                  </a:lnTo>
                  <a:lnTo>
                    <a:pt x="2888" y="8412"/>
                  </a:lnTo>
                  <a:lnTo>
                    <a:pt x="2804" y="8496"/>
                  </a:lnTo>
                  <a:lnTo>
                    <a:pt x="2825" y="8600"/>
                  </a:lnTo>
                  <a:lnTo>
                    <a:pt x="2720" y="8580"/>
                  </a:lnTo>
                  <a:lnTo>
                    <a:pt x="2637" y="8496"/>
                  </a:lnTo>
                  <a:lnTo>
                    <a:pt x="2511" y="8496"/>
                  </a:lnTo>
                  <a:lnTo>
                    <a:pt x="2427" y="8538"/>
                  </a:lnTo>
                  <a:lnTo>
                    <a:pt x="2427" y="8642"/>
                  </a:lnTo>
                  <a:lnTo>
                    <a:pt x="2365" y="8705"/>
                  </a:lnTo>
                  <a:lnTo>
                    <a:pt x="2260" y="8747"/>
                  </a:lnTo>
                  <a:lnTo>
                    <a:pt x="2260" y="8747"/>
                  </a:lnTo>
                  <a:lnTo>
                    <a:pt x="2323" y="8684"/>
                  </a:lnTo>
                  <a:lnTo>
                    <a:pt x="2386" y="8642"/>
                  </a:lnTo>
                  <a:lnTo>
                    <a:pt x="2302" y="8538"/>
                  </a:lnTo>
                  <a:lnTo>
                    <a:pt x="2302" y="8433"/>
                  </a:lnTo>
                  <a:lnTo>
                    <a:pt x="2218" y="8328"/>
                  </a:lnTo>
                  <a:lnTo>
                    <a:pt x="2155" y="8328"/>
                  </a:lnTo>
                  <a:lnTo>
                    <a:pt x="2093" y="8412"/>
                  </a:lnTo>
                  <a:lnTo>
                    <a:pt x="1988" y="8412"/>
                  </a:lnTo>
                  <a:lnTo>
                    <a:pt x="1988" y="8454"/>
                  </a:lnTo>
                  <a:lnTo>
                    <a:pt x="2155" y="8454"/>
                  </a:lnTo>
                  <a:lnTo>
                    <a:pt x="1988" y="8600"/>
                  </a:lnTo>
                  <a:lnTo>
                    <a:pt x="1883" y="8580"/>
                  </a:lnTo>
                  <a:lnTo>
                    <a:pt x="1800" y="8580"/>
                  </a:lnTo>
                  <a:lnTo>
                    <a:pt x="1695" y="8684"/>
                  </a:lnTo>
                  <a:lnTo>
                    <a:pt x="1758" y="8705"/>
                  </a:lnTo>
                  <a:lnTo>
                    <a:pt x="1842" y="8684"/>
                  </a:lnTo>
                  <a:lnTo>
                    <a:pt x="1862" y="8705"/>
                  </a:lnTo>
                  <a:lnTo>
                    <a:pt x="1737" y="8789"/>
                  </a:lnTo>
                  <a:lnTo>
                    <a:pt x="1674" y="8831"/>
                  </a:lnTo>
                  <a:lnTo>
                    <a:pt x="1632" y="8789"/>
                  </a:lnTo>
                  <a:lnTo>
                    <a:pt x="1549" y="8789"/>
                  </a:lnTo>
                  <a:lnTo>
                    <a:pt x="1549" y="8831"/>
                  </a:lnTo>
                  <a:lnTo>
                    <a:pt x="1674" y="8914"/>
                  </a:lnTo>
                  <a:lnTo>
                    <a:pt x="1800" y="8914"/>
                  </a:lnTo>
                  <a:lnTo>
                    <a:pt x="1779" y="8977"/>
                  </a:lnTo>
                  <a:lnTo>
                    <a:pt x="1862" y="9019"/>
                  </a:lnTo>
                  <a:lnTo>
                    <a:pt x="1842" y="9103"/>
                  </a:lnTo>
                  <a:lnTo>
                    <a:pt x="1695" y="9040"/>
                  </a:lnTo>
                  <a:lnTo>
                    <a:pt x="1695" y="8956"/>
                  </a:lnTo>
                  <a:lnTo>
                    <a:pt x="1590" y="8956"/>
                  </a:lnTo>
                  <a:lnTo>
                    <a:pt x="1486" y="8893"/>
                  </a:lnTo>
                  <a:lnTo>
                    <a:pt x="1465" y="8810"/>
                  </a:lnTo>
                  <a:lnTo>
                    <a:pt x="1444" y="8810"/>
                  </a:lnTo>
                  <a:lnTo>
                    <a:pt x="1423" y="8914"/>
                  </a:lnTo>
                  <a:lnTo>
                    <a:pt x="1528" y="9040"/>
                  </a:lnTo>
                  <a:lnTo>
                    <a:pt x="1632" y="9124"/>
                  </a:lnTo>
                  <a:lnTo>
                    <a:pt x="1695" y="9124"/>
                  </a:lnTo>
                  <a:lnTo>
                    <a:pt x="1758" y="9165"/>
                  </a:lnTo>
                  <a:lnTo>
                    <a:pt x="1653" y="9165"/>
                  </a:lnTo>
                  <a:lnTo>
                    <a:pt x="1486" y="9124"/>
                  </a:lnTo>
                  <a:lnTo>
                    <a:pt x="1360" y="8956"/>
                  </a:lnTo>
                  <a:lnTo>
                    <a:pt x="1277" y="8977"/>
                  </a:lnTo>
                  <a:lnTo>
                    <a:pt x="1214" y="8935"/>
                  </a:lnTo>
                  <a:lnTo>
                    <a:pt x="1067" y="8935"/>
                  </a:lnTo>
                  <a:lnTo>
                    <a:pt x="1026" y="8893"/>
                  </a:lnTo>
                  <a:lnTo>
                    <a:pt x="963" y="8935"/>
                  </a:lnTo>
                  <a:lnTo>
                    <a:pt x="1005" y="9019"/>
                  </a:lnTo>
                  <a:lnTo>
                    <a:pt x="942" y="9061"/>
                  </a:lnTo>
                  <a:lnTo>
                    <a:pt x="1026" y="9165"/>
                  </a:lnTo>
                  <a:lnTo>
                    <a:pt x="1214" y="9124"/>
                  </a:lnTo>
                  <a:lnTo>
                    <a:pt x="1235" y="9144"/>
                  </a:lnTo>
                  <a:lnTo>
                    <a:pt x="1151" y="9207"/>
                  </a:lnTo>
                  <a:lnTo>
                    <a:pt x="1214" y="9228"/>
                  </a:lnTo>
                  <a:lnTo>
                    <a:pt x="1339" y="9165"/>
                  </a:lnTo>
                  <a:lnTo>
                    <a:pt x="1423" y="9165"/>
                  </a:lnTo>
                  <a:lnTo>
                    <a:pt x="1381" y="9228"/>
                  </a:lnTo>
                  <a:lnTo>
                    <a:pt x="1214" y="9312"/>
                  </a:lnTo>
                  <a:lnTo>
                    <a:pt x="1151" y="9375"/>
                  </a:lnTo>
                  <a:lnTo>
                    <a:pt x="1026" y="9354"/>
                  </a:lnTo>
                  <a:lnTo>
                    <a:pt x="942" y="9228"/>
                  </a:lnTo>
                  <a:lnTo>
                    <a:pt x="900" y="9228"/>
                  </a:lnTo>
                  <a:lnTo>
                    <a:pt x="837" y="9270"/>
                  </a:lnTo>
                  <a:lnTo>
                    <a:pt x="753" y="9207"/>
                  </a:lnTo>
                  <a:lnTo>
                    <a:pt x="691" y="9249"/>
                  </a:lnTo>
                  <a:lnTo>
                    <a:pt x="628" y="9228"/>
                  </a:lnTo>
                  <a:lnTo>
                    <a:pt x="544" y="9270"/>
                  </a:lnTo>
                  <a:lnTo>
                    <a:pt x="586" y="9333"/>
                  </a:lnTo>
                  <a:lnTo>
                    <a:pt x="753" y="9354"/>
                  </a:lnTo>
                  <a:lnTo>
                    <a:pt x="858" y="9416"/>
                  </a:lnTo>
                  <a:lnTo>
                    <a:pt x="1005" y="9479"/>
                  </a:lnTo>
                  <a:lnTo>
                    <a:pt x="963" y="9584"/>
                  </a:lnTo>
                  <a:lnTo>
                    <a:pt x="1026" y="9668"/>
                  </a:lnTo>
                  <a:lnTo>
                    <a:pt x="921" y="9688"/>
                  </a:lnTo>
                  <a:lnTo>
                    <a:pt x="900" y="9668"/>
                  </a:lnTo>
                  <a:lnTo>
                    <a:pt x="900" y="9500"/>
                  </a:lnTo>
                  <a:lnTo>
                    <a:pt x="795" y="9479"/>
                  </a:lnTo>
                  <a:lnTo>
                    <a:pt x="691" y="9479"/>
                  </a:lnTo>
                  <a:lnTo>
                    <a:pt x="733" y="9563"/>
                  </a:lnTo>
                  <a:lnTo>
                    <a:pt x="712" y="9626"/>
                  </a:lnTo>
                  <a:lnTo>
                    <a:pt x="586" y="9542"/>
                  </a:lnTo>
                  <a:lnTo>
                    <a:pt x="481" y="9668"/>
                  </a:lnTo>
                  <a:lnTo>
                    <a:pt x="586" y="9730"/>
                  </a:lnTo>
                  <a:lnTo>
                    <a:pt x="502" y="9751"/>
                  </a:lnTo>
                  <a:lnTo>
                    <a:pt x="440" y="9772"/>
                  </a:lnTo>
                  <a:lnTo>
                    <a:pt x="398" y="9668"/>
                  </a:lnTo>
                  <a:lnTo>
                    <a:pt x="230" y="9647"/>
                  </a:lnTo>
                  <a:lnTo>
                    <a:pt x="293" y="9772"/>
                  </a:lnTo>
                  <a:lnTo>
                    <a:pt x="209" y="9793"/>
                  </a:lnTo>
                  <a:lnTo>
                    <a:pt x="189" y="9688"/>
                  </a:lnTo>
                  <a:lnTo>
                    <a:pt x="105" y="9626"/>
                  </a:lnTo>
                  <a:lnTo>
                    <a:pt x="63" y="9647"/>
                  </a:lnTo>
                  <a:lnTo>
                    <a:pt x="63" y="9688"/>
                  </a:lnTo>
                  <a:lnTo>
                    <a:pt x="168" y="9793"/>
                  </a:lnTo>
                  <a:lnTo>
                    <a:pt x="105" y="9856"/>
                  </a:lnTo>
                  <a:lnTo>
                    <a:pt x="168" y="9898"/>
                  </a:lnTo>
                  <a:lnTo>
                    <a:pt x="293" y="9877"/>
                  </a:lnTo>
                  <a:lnTo>
                    <a:pt x="481" y="9898"/>
                  </a:lnTo>
                  <a:lnTo>
                    <a:pt x="586" y="9981"/>
                  </a:lnTo>
                  <a:lnTo>
                    <a:pt x="733" y="9981"/>
                  </a:lnTo>
                  <a:lnTo>
                    <a:pt x="795" y="9940"/>
                  </a:lnTo>
                  <a:lnTo>
                    <a:pt x="858" y="9940"/>
                  </a:lnTo>
                  <a:lnTo>
                    <a:pt x="753" y="10023"/>
                  </a:lnTo>
                  <a:lnTo>
                    <a:pt x="607" y="10023"/>
                  </a:lnTo>
                  <a:lnTo>
                    <a:pt x="544" y="10065"/>
                  </a:lnTo>
                  <a:lnTo>
                    <a:pt x="377" y="9960"/>
                  </a:lnTo>
                  <a:lnTo>
                    <a:pt x="272" y="9981"/>
                  </a:lnTo>
                  <a:lnTo>
                    <a:pt x="209" y="9981"/>
                  </a:lnTo>
                  <a:lnTo>
                    <a:pt x="126" y="10023"/>
                  </a:lnTo>
                  <a:lnTo>
                    <a:pt x="0" y="10065"/>
                  </a:lnTo>
                  <a:lnTo>
                    <a:pt x="0" y="10107"/>
                  </a:lnTo>
                  <a:lnTo>
                    <a:pt x="189" y="10191"/>
                  </a:lnTo>
                  <a:lnTo>
                    <a:pt x="105" y="10274"/>
                  </a:lnTo>
                  <a:lnTo>
                    <a:pt x="209" y="10295"/>
                  </a:lnTo>
                  <a:lnTo>
                    <a:pt x="272" y="10253"/>
                  </a:lnTo>
                  <a:lnTo>
                    <a:pt x="419" y="10253"/>
                  </a:lnTo>
                  <a:lnTo>
                    <a:pt x="314" y="10316"/>
                  </a:lnTo>
                  <a:lnTo>
                    <a:pt x="126" y="10316"/>
                  </a:lnTo>
                  <a:lnTo>
                    <a:pt x="105" y="10358"/>
                  </a:lnTo>
                  <a:lnTo>
                    <a:pt x="63" y="10358"/>
                  </a:lnTo>
                  <a:lnTo>
                    <a:pt x="63" y="10379"/>
                  </a:lnTo>
                  <a:lnTo>
                    <a:pt x="126" y="10400"/>
                  </a:lnTo>
                  <a:lnTo>
                    <a:pt x="189" y="10400"/>
                  </a:lnTo>
                  <a:lnTo>
                    <a:pt x="105" y="10463"/>
                  </a:lnTo>
                  <a:lnTo>
                    <a:pt x="63" y="10484"/>
                  </a:lnTo>
                  <a:lnTo>
                    <a:pt x="63" y="10525"/>
                  </a:lnTo>
                  <a:lnTo>
                    <a:pt x="105" y="10546"/>
                  </a:lnTo>
                  <a:lnTo>
                    <a:pt x="168" y="10630"/>
                  </a:lnTo>
                  <a:lnTo>
                    <a:pt x="293" y="10630"/>
                  </a:lnTo>
                  <a:lnTo>
                    <a:pt x="335" y="10588"/>
                  </a:lnTo>
                  <a:lnTo>
                    <a:pt x="523" y="10546"/>
                  </a:lnTo>
                  <a:lnTo>
                    <a:pt x="649" y="10588"/>
                  </a:lnTo>
                  <a:lnTo>
                    <a:pt x="691" y="10609"/>
                  </a:lnTo>
                  <a:lnTo>
                    <a:pt x="753" y="10546"/>
                  </a:lnTo>
                  <a:lnTo>
                    <a:pt x="753" y="10484"/>
                  </a:lnTo>
                  <a:lnTo>
                    <a:pt x="837" y="10463"/>
                  </a:lnTo>
                  <a:lnTo>
                    <a:pt x="858" y="10525"/>
                  </a:lnTo>
                  <a:lnTo>
                    <a:pt x="963" y="10525"/>
                  </a:lnTo>
                  <a:lnTo>
                    <a:pt x="1067" y="10421"/>
                  </a:lnTo>
                  <a:lnTo>
                    <a:pt x="1130" y="10463"/>
                  </a:lnTo>
                  <a:lnTo>
                    <a:pt x="1130" y="10505"/>
                  </a:lnTo>
                  <a:lnTo>
                    <a:pt x="1046" y="10525"/>
                  </a:lnTo>
                  <a:lnTo>
                    <a:pt x="1151" y="10588"/>
                  </a:lnTo>
                  <a:lnTo>
                    <a:pt x="1214" y="10525"/>
                  </a:lnTo>
                  <a:lnTo>
                    <a:pt x="1214" y="10463"/>
                  </a:lnTo>
                  <a:lnTo>
                    <a:pt x="1277" y="10358"/>
                  </a:lnTo>
                  <a:lnTo>
                    <a:pt x="1256" y="10421"/>
                  </a:lnTo>
                  <a:lnTo>
                    <a:pt x="1339" y="10525"/>
                  </a:lnTo>
                  <a:lnTo>
                    <a:pt x="1277" y="10609"/>
                  </a:lnTo>
                  <a:lnTo>
                    <a:pt x="1130" y="10672"/>
                  </a:lnTo>
                  <a:lnTo>
                    <a:pt x="1046" y="10714"/>
                  </a:lnTo>
                  <a:lnTo>
                    <a:pt x="1109" y="10735"/>
                  </a:lnTo>
                  <a:lnTo>
                    <a:pt x="1046" y="10839"/>
                  </a:lnTo>
                  <a:lnTo>
                    <a:pt x="921" y="10839"/>
                  </a:lnTo>
                  <a:lnTo>
                    <a:pt x="921" y="10797"/>
                  </a:lnTo>
                  <a:lnTo>
                    <a:pt x="963" y="10735"/>
                  </a:lnTo>
                  <a:lnTo>
                    <a:pt x="942" y="10630"/>
                  </a:lnTo>
                  <a:lnTo>
                    <a:pt x="837" y="10609"/>
                  </a:lnTo>
                  <a:lnTo>
                    <a:pt x="733" y="10735"/>
                  </a:lnTo>
                  <a:lnTo>
                    <a:pt x="712" y="10797"/>
                  </a:lnTo>
                  <a:lnTo>
                    <a:pt x="628" y="10693"/>
                  </a:lnTo>
                  <a:lnTo>
                    <a:pt x="523" y="10672"/>
                  </a:lnTo>
                  <a:lnTo>
                    <a:pt x="419" y="10693"/>
                  </a:lnTo>
                  <a:lnTo>
                    <a:pt x="335" y="10672"/>
                  </a:lnTo>
                  <a:lnTo>
                    <a:pt x="209" y="10735"/>
                  </a:lnTo>
                  <a:lnTo>
                    <a:pt x="126" y="10735"/>
                  </a:lnTo>
                  <a:lnTo>
                    <a:pt x="63" y="10693"/>
                  </a:lnTo>
                  <a:lnTo>
                    <a:pt x="21" y="10693"/>
                  </a:lnTo>
                  <a:lnTo>
                    <a:pt x="63" y="10797"/>
                  </a:lnTo>
                  <a:lnTo>
                    <a:pt x="21" y="10839"/>
                  </a:lnTo>
                  <a:lnTo>
                    <a:pt x="84" y="10902"/>
                  </a:lnTo>
                  <a:lnTo>
                    <a:pt x="168" y="10881"/>
                  </a:lnTo>
                  <a:lnTo>
                    <a:pt x="209" y="10818"/>
                  </a:lnTo>
                  <a:lnTo>
                    <a:pt x="293" y="10818"/>
                  </a:lnTo>
                  <a:lnTo>
                    <a:pt x="209" y="10902"/>
                  </a:lnTo>
                  <a:lnTo>
                    <a:pt x="209" y="11007"/>
                  </a:lnTo>
                  <a:lnTo>
                    <a:pt x="168" y="11049"/>
                  </a:lnTo>
                  <a:lnTo>
                    <a:pt x="84" y="11007"/>
                  </a:lnTo>
                  <a:lnTo>
                    <a:pt x="126" y="11132"/>
                  </a:lnTo>
                  <a:lnTo>
                    <a:pt x="189" y="11195"/>
                  </a:lnTo>
                  <a:lnTo>
                    <a:pt x="335" y="11007"/>
                  </a:lnTo>
                  <a:lnTo>
                    <a:pt x="481" y="11049"/>
                  </a:lnTo>
                  <a:lnTo>
                    <a:pt x="419" y="11111"/>
                  </a:lnTo>
                  <a:lnTo>
                    <a:pt x="419" y="11195"/>
                  </a:lnTo>
                  <a:lnTo>
                    <a:pt x="293" y="11258"/>
                  </a:lnTo>
                  <a:lnTo>
                    <a:pt x="314" y="11300"/>
                  </a:lnTo>
                  <a:lnTo>
                    <a:pt x="398" y="11321"/>
                  </a:lnTo>
                  <a:lnTo>
                    <a:pt x="377" y="11404"/>
                  </a:lnTo>
                  <a:lnTo>
                    <a:pt x="419" y="11467"/>
                  </a:lnTo>
                  <a:lnTo>
                    <a:pt x="377" y="11572"/>
                  </a:lnTo>
                  <a:lnTo>
                    <a:pt x="419" y="11572"/>
                  </a:lnTo>
                  <a:lnTo>
                    <a:pt x="502" y="11446"/>
                  </a:lnTo>
                  <a:lnTo>
                    <a:pt x="586" y="11425"/>
                  </a:lnTo>
                  <a:lnTo>
                    <a:pt x="607" y="11300"/>
                  </a:lnTo>
                  <a:lnTo>
                    <a:pt x="816" y="11216"/>
                  </a:lnTo>
                  <a:lnTo>
                    <a:pt x="921" y="11216"/>
                  </a:lnTo>
                  <a:lnTo>
                    <a:pt x="1005" y="11195"/>
                  </a:lnTo>
                  <a:lnTo>
                    <a:pt x="942" y="11237"/>
                  </a:lnTo>
                  <a:lnTo>
                    <a:pt x="837" y="11321"/>
                  </a:lnTo>
                  <a:lnTo>
                    <a:pt x="837" y="11446"/>
                  </a:lnTo>
                  <a:lnTo>
                    <a:pt x="858" y="11530"/>
                  </a:lnTo>
                  <a:lnTo>
                    <a:pt x="795" y="11467"/>
                  </a:lnTo>
                  <a:lnTo>
                    <a:pt x="753" y="11341"/>
                  </a:lnTo>
                  <a:lnTo>
                    <a:pt x="712" y="11341"/>
                  </a:lnTo>
                  <a:lnTo>
                    <a:pt x="628" y="11467"/>
                  </a:lnTo>
                  <a:lnTo>
                    <a:pt x="586" y="11509"/>
                  </a:lnTo>
                  <a:lnTo>
                    <a:pt x="691" y="11530"/>
                  </a:lnTo>
                  <a:lnTo>
                    <a:pt x="586" y="11655"/>
                  </a:lnTo>
                  <a:lnTo>
                    <a:pt x="502" y="11655"/>
                  </a:lnTo>
                  <a:lnTo>
                    <a:pt x="481" y="11739"/>
                  </a:lnTo>
                  <a:lnTo>
                    <a:pt x="523" y="11760"/>
                  </a:lnTo>
                  <a:lnTo>
                    <a:pt x="691" y="11760"/>
                  </a:lnTo>
                  <a:lnTo>
                    <a:pt x="733" y="11823"/>
                  </a:lnTo>
                  <a:lnTo>
                    <a:pt x="607" y="11844"/>
                  </a:lnTo>
                  <a:lnTo>
                    <a:pt x="586" y="11885"/>
                  </a:lnTo>
                  <a:lnTo>
                    <a:pt x="544" y="11969"/>
                  </a:lnTo>
                  <a:lnTo>
                    <a:pt x="440" y="11885"/>
                  </a:lnTo>
                  <a:lnTo>
                    <a:pt x="398" y="11927"/>
                  </a:lnTo>
                  <a:lnTo>
                    <a:pt x="377" y="12032"/>
                  </a:lnTo>
                  <a:lnTo>
                    <a:pt x="335" y="11885"/>
                  </a:lnTo>
                  <a:lnTo>
                    <a:pt x="272" y="11948"/>
                  </a:lnTo>
                  <a:lnTo>
                    <a:pt x="168" y="12074"/>
                  </a:lnTo>
                  <a:lnTo>
                    <a:pt x="209" y="12178"/>
                  </a:lnTo>
                  <a:lnTo>
                    <a:pt x="335" y="12367"/>
                  </a:lnTo>
                  <a:lnTo>
                    <a:pt x="398" y="12262"/>
                  </a:lnTo>
                  <a:lnTo>
                    <a:pt x="419" y="12283"/>
                  </a:lnTo>
                  <a:lnTo>
                    <a:pt x="502" y="12262"/>
                  </a:lnTo>
                  <a:lnTo>
                    <a:pt x="481" y="12199"/>
                  </a:lnTo>
                  <a:lnTo>
                    <a:pt x="523" y="12095"/>
                  </a:lnTo>
                  <a:lnTo>
                    <a:pt x="649" y="12178"/>
                  </a:lnTo>
                  <a:lnTo>
                    <a:pt x="607" y="12241"/>
                  </a:lnTo>
                  <a:lnTo>
                    <a:pt x="649" y="12304"/>
                  </a:lnTo>
                  <a:lnTo>
                    <a:pt x="628" y="12388"/>
                  </a:lnTo>
                  <a:lnTo>
                    <a:pt x="586" y="12450"/>
                  </a:lnTo>
                  <a:lnTo>
                    <a:pt x="628" y="12597"/>
                  </a:lnTo>
                  <a:lnTo>
                    <a:pt x="691" y="12555"/>
                  </a:lnTo>
                  <a:lnTo>
                    <a:pt x="816" y="12513"/>
                  </a:lnTo>
                  <a:lnTo>
                    <a:pt x="900" y="12597"/>
                  </a:lnTo>
                  <a:lnTo>
                    <a:pt x="753" y="12597"/>
                  </a:lnTo>
                  <a:lnTo>
                    <a:pt x="712" y="12639"/>
                  </a:lnTo>
                  <a:lnTo>
                    <a:pt x="753" y="12722"/>
                  </a:lnTo>
                  <a:lnTo>
                    <a:pt x="753" y="12785"/>
                  </a:lnTo>
                  <a:lnTo>
                    <a:pt x="544" y="12618"/>
                  </a:lnTo>
                  <a:lnTo>
                    <a:pt x="481" y="12639"/>
                  </a:lnTo>
                  <a:lnTo>
                    <a:pt x="419" y="12597"/>
                  </a:lnTo>
                  <a:lnTo>
                    <a:pt x="314" y="12597"/>
                  </a:lnTo>
                  <a:lnTo>
                    <a:pt x="314" y="12701"/>
                  </a:lnTo>
                  <a:lnTo>
                    <a:pt x="272" y="12764"/>
                  </a:lnTo>
                  <a:lnTo>
                    <a:pt x="419" y="12994"/>
                  </a:lnTo>
                  <a:lnTo>
                    <a:pt x="523" y="13015"/>
                  </a:lnTo>
                  <a:lnTo>
                    <a:pt x="691" y="13141"/>
                  </a:lnTo>
                  <a:lnTo>
                    <a:pt x="900" y="13245"/>
                  </a:lnTo>
                  <a:lnTo>
                    <a:pt x="921" y="13308"/>
                  </a:lnTo>
                  <a:lnTo>
                    <a:pt x="858" y="13329"/>
                  </a:lnTo>
                  <a:lnTo>
                    <a:pt x="963" y="13413"/>
                  </a:lnTo>
                  <a:lnTo>
                    <a:pt x="1026" y="13392"/>
                  </a:lnTo>
                  <a:lnTo>
                    <a:pt x="1005" y="13287"/>
                  </a:lnTo>
                  <a:lnTo>
                    <a:pt x="1067" y="13287"/>
                  </a:lnTo>
                  <a:lnTo>
                    <a:pt x="1151" y="13329"/>
                  </a:lnTo>
                  <a:lnTo>
                    <a:pt x="1130" y="13350"/>
                  </a:lnTo>
                  <a:lnTo>
                    <a:pt x="1235" y="13497"/>
                  </a:lnTo>
                  <a:lnTo>
                    <a:pt x="1277" y="13434"/>
                  </a:lnTo>
                  <a:lnTo>
                    <a:pt x="1339" y="13455"/>
                  </a:lnTo>
                  <a:lnTo>
                    <a:pt x="1444" y="13413"/>
                  </a:lnTo>
                  <a:lnTo>
                    <a:pt x="1570" y="13308"/>
                  </a:lnTo>
                  <a:lnTo>
                    <a:pt x="1632" y="13287"/>
                  </a:lnTo>
                  <a:lnTo>
                    <a:pt x="1653" y="13225"/>
                  </a:lnTo>
                  <a:lnTo>
                    <a:pt x="1674" y="13245"/>
                  </a:lnTo>
                  <a:lnTo>
                    <a:pt x="1695" y="13329"/>
                  </a:lnTo>
                  <a:lnTo>
                    <a:pt x="1779" y="13329"/>
                  </a:lnTo>
                  <a:lnTo>
                    <a:pt x="1988" y="13120"/>
                  </a:lnTo>
                  <a:lnTo>
                    <a:pt x="1967" y="13078"/>
                  </a:lnTo>
                  <a:lnTo>
                    <a:pt x="1883" y="12932"/>
                  </a:lnTo>
                  <a:lnTo>
                    <a:pt x="2051" y="13036"/>
                  </a:lnTo>
                  <a:lnTo>
                    <a:pt x="2155" y="12911"/>
                  </a:lnTo>
                  <a:lnTo>
                    <a:pt x="2114" y="12890"/>
                  </a:lnTo>
                  <a:lnTo>
                    <a:pt x="2197" y="12827"/>
                  </a:lnTo>
                  <a:lnTo>
                    <a:pt x="2176" y="12764"/>
                  </a:lnTo>
                  <a:lnTo>
                    <a:pt x="2281" y="12701"/>
                  </a:lnTo>
                  <a:lnTo>
                    <a:pt x="2386" y="12681"/>
                  </a:lnTo>
                  <a:lnTo>
                    <a:pt x="2386" y="12597"/>
                  </a:lnTo>
                  <a:lnTo>
                    <a:pt x="2302" y="12492"/>
                  </a:lnTo>
                  <a:lnTo>
                    <a:pt x="2323" y="12409"/>
                  </a:lnTo>
                  <a:lnTo>
                    <a:pt x="2260" y="12304"/>
                  </a:lnTo>
                  <a:lnTo>
                    <a:pt x="2155" y="12241"/>
                  </a:lnTo>
                  <a:lnTo>
                    <a:pt x="2176" y="12157"/>
                  </a:lnTo>
                  <a:lnTo>
                    <a:pt x="2218" y="12178"/>
                  </a:lnTo>
                  <a:lnTo>
                    <a:pt x="2323" y="12304"/>
                  </a:lnTo>
                  <a:lnTo>
                    <a:pt x="2386" y="12471"/>
                  </a:lnTo>
                  <a:lnTo>
                    <a:pt x="2406" y="12492"/>
                  </a:lnTo>
                  <a:lnTo>
                    <a:pt x="2490" y="12513"/>
                  </a:lnTo>
                  <a:lnTo>
                    <a:pt x="2469" y="12576"/>
                  </a:lnTo>
                  <a:lnTo>
                    <a:pt x="2511" y="12639"/>
                  </a:lnTo>
                  <a:lnTo>
                    <a:pt x="2616" y="12597"/>
                  </a:lnTo>
                  <a:lnTo>
                    <a:pt x="2595" y="12513"/>
                  </a:lnTo>
                  <a:lnTo>
                    <a:pt x="2532" y="12492"/>
                  </a:lnTo>
                  <a:lnTo>
                    <a:pt x="2595" y="12409"/>
                  </a:lnTo>
                  <a:lnTo>
                    <a:pt x="2678" y="12492"/>
                  </a:lnTo>
                  <a:lnTo>
                    <a:pt x="2699" y="12555"/>
                  </a:lnTo>
                  <a:lnTo>
                    <a:pt x="2825" y="12409"/>
                  </a:lnTo>
                  <a:lnTo>
                    <a:pt x="2846" y="12283"/>
                  </a:lnTo>
                  <a:lnTo>
                    <a:pt x="2825" y="12178"/>
                  </a:lnTo>
                  <a:lnTo>
                    <a:pt x="2741" y="12157"/>
                  </a:lnTo>
                  <a:lnTo>
                    <a:pt x="2720" y="12074"/>
                  </a:lnTo>
                  <a:lnTo>
                    <a:pt x="2783" y="12053"/>
                  </a:lnTo>
                  <a:lnTo>
                    <a:pt x="2783" y="11990"/>
                  </a:lnTo>
                  <a:lnTo>
                    <a:pt x="2825" y="11990"/>
                  </a:lnTo>
                  <a:lnTo>
                    <a:pt x="2888" y="11948"/>
                  </a:lnTo>
                  <a:lnTo>
                    <a:pt x="2825" y="11865"/>
                  </a:lnTo>
                  <a:lnTo>
                    <a:pt x="2825" y="11760"/>
                  </a:lnTo>
                  <a:lnTo>
                    <a:pt x="2909" y="11718"/>
                  </a:lnTo>
                  <a:lnTo>
                    <a:pt x="2992" y="11781"/>
                  </a:lnTo>
                  <a:lnTo>
                    <a:pt x="2930" y="11885"/>
                  </a:lnTo>
                  <a:lnTo>
                    <a:pt x="2950" y="12032"/>
                  </a:lnTo>
                  <a:lnTo>
                    <a:pt x="2930" y="12095"/>
                  </a:lnTo>
                  <a:lnTo>
                    <a:pt x="2992" y="12199"/>
                  </a:lnTo>
                  <a:lnTo>
                    <a:pt x="3013" y="12283"/>
                  </a:lnTo>
                  <a:lnTo>
                    <a:pt x="3118" y="12409"/>
                  </a:lnTo>
                  <a:lnTo>
                    <a:pt x="3264" y="12409"/>
                  </a:lnTo>
                  <a:lnTo>
                    <a:pt x="3327" y="12450"/>
                  </a:lnTo>
                  <a:lnTo>
                    <a:pt x="3264" y="12492"/>
                  </a:lnTo>
                  <a:lnTo>
                    <a:pt x="3348" y="12555"/>
                  </a:lnTo>
                  <a:lnTo>
                    <a:pt x="3432" y="12639"/>
                  </a:lnTo>
                  <a:lnTo>
                    <a:pt x="3474" y="12555"/>
                  </a:lnTo>
                  <a:lnTo>
                    <a:pt x="3453" y="12178"/>
                  </a:lnTo>
                  <a:lnTo>
                    <a:pt x="3369" y="12032"/>
                  </a:lnTo>
                  <a:lnTo>
                    <a:pt x="3432" y="11948"/>
                  </a:lnTo>
                  <a:lnTo>
                    <a:pt x="3515" y="11885"/>
                  </a:lnTo>
                  <a:lnTo>
                    <a:pt x="3432" y="11781"/>
                  </a:lnTo>
                  <a:lnTo>
                    <a:pt x="3474" y="11718"/>
                  </a:lnTo>
                  <a:lnTo>
                    <a:pt x="3662" y="11676"/>
                  </a:lnTo>
                  <a:lnTo>
                    <a:pt x="3683" y="11593"/>
                  </a:lnTo>
                  <a:lnTo>
                    <a:pt x="3683" y="11467"/>
                  </a:lnTo>
                  <a:lnTo>
                    <a:pt x="3766" y="11321"/>
                  </a:lnTo>
                  <a:lnTo>
                    <a:pt x="3683" y="11195"/>
                  </a:lnTo>
                  <a:lnTo>
                    <a:pt x="3662" y="10923"/>
                  </a:lnTo>
                  <a:lnTo>
                    <a:pt x="3536" y="10714"/>
                  </a:lnTo>
                  <a:lnTo>
                    <a:pt x="3557" y="10609"/>
                  </a:lnTo>
                  <a:lnTo>
                    <a:pt x="3829" y="10525"/>
                  </a:lnTo>
                  <a:lnTo>
                    <a:pt x="3829" y="10358"/>
                  </a:lnTo>
                  <a:lnTo>
                    <a:pt x="3871" y="10212"/>
                  </a:lnTo>
                  <a:lnTo>
                    <a:pt x="3662" y="10002"/>
                  </a:lnTo>
                  <a:lnTo>
                    <a:pt x="3515" y="9898"/>
                  </a:lnTo>
                  <a:lnTo>
                    <a:pt x="3515" y="9688"/>
                  </a:lnTo>
                  <a:lnTo>
                    <a:pt x="3536" y="9479"/>
                  </a:lnTo>
                  <a:lnTo>
                    <a:pt x="3515" y="9249"/>
                  </a:lnTo>
                  <a:lnTo>
                    <a:pt x="3453" y="9103"/>
                  </a:lnTo>
                  <a:lnTo>
                    <a:pt x="3515" y="8914"/>
                  </a:lnTo>
                  <a:lnTo>
                    <a:pt x="3453" y="8621"/>
                  </a:lnTo>
                  <a:lnTo>
                    <a:pt x="3411" y="8308"/>
                  </a:lnTo>
                  <a:lnTo>
                    <a:pt x="3453" y="8077"/>
                  </a:lnTo>
                  <a:lnTo>
                    <a:pt x="3578" y="7847"/>
                  </a:lnTo>
                  <a:lnTo>
                    <a:pt x="3683" y="7764"/>
                  </a:lnTo>
                  <a:lnTo>
                    <a:pt x="3850" y="7784"/>
                  </a:lnTo>
                  <a:lnTo>
                    <a:pt x="4059" y="7805"/>
                  </a:lnTo>
                  <a:lnTo>
                    <a:pt x="4164" y="7680"/>
                  </a:lnTo>
                  <a:lnTo>
                    <a:pt x="4143" y="7450"/>
                  </a:lnTo>
                  <a:lnTo>
                    <a:pt x="4080" y="7366"/>
                  </a:lnTo>
                  <a:lnTo>
                    <a:pt x="4080" y="7240"/>
                  </a:lnTo>
                  <a:lnTo>
                    <a:pt x="4290" y="6738"/>
                  </a:lnTo>
                  <a:lnTo>
                    <a:pt x="4290" y="6487"/>
                  </a:lnTo>
                  <a:lnTo>
                    <a:pt x="4352" y="6215"/>
                  </a:lnTo>
                  <a:lnTo>
                    <a:pt x="4394" y="6069"/>
                  </a:lnTo>
                  <a:lnTo>
                    <a:pt x="4394" y="5901"/>
                  </a:lnTo>
                  <a:lnTo>
                    <a:pt x="4311" y="5818"/>
                  </a:lnTo>
                  <a:lnTo>
                    <a:pt x="4311" y="5692"/>
                  </a:lnTo>
                  <a:lnTo>
                    <a:pt x="4499" y="5587"/>
                  </a:lnTo>
                  <a:lnTo>
                    <a:pt x="4708" y="5567"/>
                  </a:lnTo>
                  <a:lnTo>
                    <a:pt x="4792" y="5483"/>
                  </a:lnTo>
                  <a:lnTo>
                    <a:pt x="4813" y="5357"/>
                  </a:lnTo>
                  <a:lnTo>
                    <a:pt x="4980" y="5064"/>
                  </a:lnTo>
                  <a:lnTo>
                    <a:pt x="5127" y="4855"/>
                  </a:lnTo>
                  <a:lnTo>
                    <a:pt x="5189" y="4730"/>
                  </a:lnTo>
                  <a:lnTo>
                    <a:pt x="5106" y="4541"/>
                  </a:lnTo>
                  <a:lnTo>
                    <a:pt x="5043" y="4458"/>
                  </a:lnTo>
                  <a:lnTo>
                    <a:pt x="5043" y="4206"/>
                  </a:lnTo>
                  <a:lnTo>
                    <a:pt x="5127" y="4186"/>
                  </a:lnTo>
                  <a:lnTo>
                    <a:pt x="5189" y="4081"/>
                  </a:lnTo>
                  <a:lnTo>
                    <a:pt x="5231" y="3934"/>
                  </a:lnTo>
                  <a:lnTo>
                    <a:pt x="5315" y="3893"/>
                  </a:lnTo>
                  <a:lnTo>
                    <a:pt x="5399" y="3704"/>
                  </a:lnTo>
                  <a:lnTo>
                    <a:pt x="5524" y="3600"/>
                  </a:lnTo>
                  <a:lnTo>
                    <a:pt x="5629" y="3683"/>
                  </a:lnTo>
                  <a:lnTo>
                    <a:pt x="5712" y="3725"/>
                  </a:lnTo>
                  <a:lnTo>
                    <a:pt x="5754" y="3725"/>
                  </a:lnTo>
                  <a:lnTo>
                    <a:pt x="5859" y="3621"/>
                  </a:lnTo>
                  <a:lnTo>
                    <a:pt x="5775" y="3516"/>
                  </a:lnTo>
                  <a:lnTo>
                    <a:pt x="5859" y="3474"/>
                  </a:lnTo>
                  <a:lnTo>
                    <a:pt x="5859" y="3390"/>
                  </a:lnTo>
                  <a:lnTo>
                    <a:pt x="5880" y="3349"/>
                  </a:lnTo>
                  <a:lnTo>
                    <a:pt x="5775" y="3181"/>
                  </a:lnTo>
                  <a:lnTo>
                    <a:pt x="5838" y="3160"/>
                  </a:lnTo>
                  <a:lnTo>
                    <a:pt x="6026" y="3160"/>
                  </a:lnTo>
                  <a:lnTo>
                    <a:pt x="6152" y="3077"/>
                  </a:lnTo>
                  <a:lnTo>
                    <a:pt x="6340" y="3139"/>
                  </a:lnTo>
                  <a:lnTo>
                    <a:pt x="6445" y="3202"/>
                  </a:lnTo>
                  <a:lnTo>
                    <a:pt x="6570" y="3223"/>
                  </a:lnTo>
                  <a:lnTo>
                    <a:pt x="6654" y="3286"/>
                  </a:lnTo>
                  <a:lnTo>
                    <a:pt x="6696" y="3265"/>
                  </a:lnTo>
                  <a:lnTo>
                    <a:pt x="6759" y="3307"/>
                  </a:lnTo>
                  <a:lnTo>
                    <a:pt x="6759" y="3160"/>
                  </a:lnTo>
                  <a:lnTo>
                    <a:pt x="6696" y="3077"/>
                  </a:lnTo>
                  <a:lnTo>
                    <a:pt x="6717" y="2888"/>
                  </a:lnTo>
                  <a:lnTo>
                    <a:pt x="6800" y="2846"/>
                  </a:lnTo>
                  <a:lnTo>
                    <a:pt x="6779" y="2700"/>
                  </a:lnTo>
                  <a:lnTo>
                    <a:pt x="6696" y="2658"/>
                  </a:lnTo>
                  <a:lnTo>
                    <a:pt x="6675" y="2554"/>
                  </a:lnTo>
                  <a:lnTo>
                    <a:pt x="6675" y="2554"/>
                  </a:lnTo>
                  <a:lnTo>
                    <a:pt x="6800" y="2616"/>
                  </a:lnTo>
                  <a:lnTo>
                    <a:pt x="6926" y="2574"/>
                  </a:lnTo>
                  <a:lnTo>
                    <a:pt x="6989" y="2554"/>
                  </a:lnTo>
                  <a:lnTo>
                    <a:pt x="7010" y="2533"/>
                  </a:lnTo>
                  <a:lnTo>
                    <a:pt x="7072" y="2533"/>
                  </a:lnTo>
                  <a:lnTo>
                    <a:pt x="7093" y="2512"/>
                  </a:lnTo>
                  <a:lnTo>
                    <a:pt x="7072" y="2428"/>
                  </a:lnTo>
                  <a:lnTo>
                    <a:pt x="7093" y="2323"/>
                  </a:lnTo>
                  <a:lnTo>
                    <a:pt x="7177" y="2261"/>
                  </a:lnTo>
                  <a:lnTo>
                    <a:pt x="7282" y="2261"/>
                  </a:lnTo>
                  <a:lnTo>
                    <a:pt x="7344" y="2407"/>
                  </a:lnTo>
                  <a:lnTo>
                    <a:pt x="7616" y="2616"/>
                  </a:lnTo>
                  <a:lnTo>
                    <a:pt x="7637" y="2742"/>
                  </a:lnTo>
                  <a:lnTo>
                    <a:pt x="7742" y="2846"/>
                  </a:lnTo>
                  <a:lnTo>
                    <a:pt x="7909" y="2930"/>
                  </a:lnTo>
                  <a:lnTo>
                    <a:pt x="8160" y="2930"/>
                  </a:lnTo>
                  <a:lnTo>
                    <a:pt x="8328" y="2784"/>
                  </a:lnTo>
                  <a:lnTo>
                    <a:pt x="8391" y="2700"/>
                  </a:lnTo>
                  <a:lnTo>
                    <a:pt x="8495" y="2700"/>
                  </a:lnTo>
                  <a:lnTo>
                    <a:pt x="8704" y="2846"/>
                  </a:lnTo>
                  <a:lnTo>
                    <a:pt x="8851" y="2867"/>
                  </a:lnTo>
                  <a:lnTo>
                    <a:pt x="8893" y="2742"/>
                  </a:lnTo>
                  <a:lnTo>
                    <a:pt x="8976" y="2679"/>
                  </a:lnTo>
                  <a:lnTo>
                    <a:pt x="9060" y="2616"/>
                  </a:lnTo>
                  <a:lnTo>
                    <a:pt x="9165" y="2616"/>
                  </a:lnTo>
                  <a:lnTo>
                    <a:pt x="9269" y="2554"/>
                  </a:lnTo>
                  <a:lnTo>
                    <a:pt x="9311" y="2470"/>
                  </a:lnTo>
                  <a:lnTo>
                    <a:pt x="9269" y="2365"/>
                  </a:lnTo>
                  <a:lnTo>
                    <a:pt x="9207" y="2219"/>
                  </a:lnTo>
                  <a:lnTo>
                    <a:pt x="9228" y="1905"/>
                  </a:lnTo>
                  <a:lnTo>
                    <a:pt x="9290" y="1821"/>
                  </a:lnTo>
                  <a:lnTo>
                    <a:pt x="9228" y="1717"/>
                  </a:lnTo>
                  <a:lnTo>
                    <a:pt x="9290" y="1696"/>
                  </a:lnTo>
                  <a:lnTo>
                    <a:pt x="9395" y="1570"/>
                  </a:lnTo>
                  <a:lnTo>
                    <a:pt x="9374" y="1507"/>
                  </a:lnTo>
                  <a:lnTo>
                    <a:pt x="9500" y="1424"/>
                  </a:lnTo>
                  <a:lnTo>
                    <a:pt x="9646" y="1486"/>
                  </a:lnTo>
                  <a:lnTo>
                    <a:pt x="9730" y="1466"/>
                  </a:lnTo>
                  <a:lnTo>
                    <a:pt x="9730" y="1403"/>
                  </a:lnTo>
                  <a:lnTo>
                    <a:pt x="9813" y="1298"/>
                  </a:lnTo>
                  <a:lnTo>
                    <a:pt x="10065" y="1298"/>
                  </a:lnTo>
                  <a:lnTo>
                    <a:pt x="10169" y="1382"/>
                  </a:lnTo>
                  <a:lnTo>
                    <a:pt x="10316" y="1528"/>
                  </a:lnTo>
                  <a:lnTo>
                    <a:pt x="10378" y="1633"/>
                  </a:lnTo>
                  <a:lnTo>
                    <a:pt x="10525" y="1654"/>
                  </a:lnTo>
                  <a:lnTo>
                    <a:pt x="10692" y="1696"/>
                  </a:lnTo>
                  <a:lnTo>
                    <a:pt x="10755" y="1800"/>
                  </a:lnTo>
                  <a:lnTo>
                    <a:pt x="10860" y="1905"/>
                  </a:lnTo>
                  <a:lnTo>
                    <a:pt x="10839" y="2030"/>
                  </a:lnTo>
                  <a:lnTo>
                    <a:pt x="10734" y="2177"/>
                  </a:lnTo>
                  <a:lnTo>
                    <a:pt x="10755" y="2428"/>
                  </a:lnTo>
                  <a:lnTo>
                    <a:pt x="10839" y="2428"/>
                  </a:lnTo>
                  <a:lnTo>
                    <a:pt x="10839" y="2219"/>
                  </a:lnTo>
                  <a:lnTo>
                    <a:pt x="10985" y="2051"/>
                  </a:lnTo>
                  <a:lnTo>
                    <a:pt x="11111" y="2030"/>
                  </a:lnTo>
                  <a:lnTo>
                    <a:pt x="11194" y="1926"/>
                  </a:lnTo>
                  <a:lnTo>
                    <a:pt x="11194" y="1779"/>
                  </a:lnTo>
                  <a:lnTo>
                    <a:pt x="11299" y="1738"/>
                  </a:lnTo>
                  <a:lnTo>
                    <a:pt x="11404" y="1800"/>
                  </a:lnTo>
                  <a:lnTo>
                    <a:pt x="11487" y="1717"/>
                  </a:lnTo>
                  <a:lnTo>
                    <a:pt x="11487" y="1591"/>
                  </a:lnTo>
                  <a:lnTo>
                    <a:pt x="11425" y="1591"/>
                  </a:lnTo>
                  <a:lnTo>
                    <a:pt x="11362" y="1507"/>
                  </a:lnTo>
                  <a:lnTo>
                    <a:pt x="11299" y="1507"/>
                  </a:lnTo>
                  <a:lnTo>
                    <a:pt x="11278" y="1528"/>
                  </a:lnTo>
                  <a:lnTo>
                    <a:pt x="11278" y="1612"/>
                  </a:lnTo>
                  <a:lnTo>
                    <a:pt x="11215" y="1570"/>
                  </a:lnTo>
                  <a:lnTo>
                    <a:pt x="11194" y="1507"/>
                  </a:lnTo>
                  <a:lnTo>
                    <a:pt x="11153" y="1507"/>
                  </a:lnTo>
                  <a:lnTo>
                    <a:pt x="11153" y="1570"/>
                  </a:lnTo>
                  <a:lnTo>
                    <a:pt x="11111" y="1696"/>
                  </a:lnTo>
                  <a:lnTo>
                    <a:pt x="11090" y="1654"/>
                  </a:lnTo>
                  <a:lnTo>
                    <a:pt x="11048" y="1591"/>
                  </a:lnTo>
                  <a:lnTo>
                    <a:pt x="10964" y="1633"/>
                  </a:lnTo>
                  <a:lnTo>
                    <a:pt x="10943" y="1696"/>
                  </a:lnTo>
                  <a:lnTo>
                    <a:pt x="10901" y="1612"/>
                  </a:lnTo>
                  <a:lnTo>
                    <a:pt x="10881" y="1486"/>
                  </a:lnTo>
                  <a:lnTo>
                    <a:pt x="10839" y="1486"/>
                  </a:lnTo>
                  <a:lnTo>
                    <a:pt x="10776" y="1361"/>
                  </a:lnTo>
                  <a:lnTo>
                    <a:pt x="10734" y="1319"/>
                  </a:lnTo>
                  <a:lnTo>
                    <a:pt x="10650" y="1319"/>
                  </a:lnTo>
                  <a:lnTo>
                    <a:pt x="10567" y="1298"/>
                  </a:lnTo>
                  <a:lnTo>
                    <a:pt x="10420" y="1277"/>
                  </a:lnTo>
                  <a:lnTo>
                    <a:pt x="10357" y="1193"/>
                  </a:lnTo>
                  <a:lnTo>
                    <a:pt x="10378" y="1173"/>
                  </a:lnTo>
                  <a:lnTo>
                    <a:pt x="10546" y="1214"/>
                  </a:lnTo>
                  <a:lnTo>
                    <a:pt x="10692" y="1193"/>
                  </a:lnTo>
                  <a:lnTo>
                    <a:pt x="10797" y="1214"/>
                  </a:lnTo>
                  <a:lnTo>
                    <a:pt x="11048" y="1256"/>
                  </a:lnTo>
                  <a:lnTo>
                    <a:pt x="11194" y="1193"/>
                  </a:lnTo>
                  <a:lnTo>
                    <a:pt x="11299" y="984"/>
                  </a:lnTo>
                  <a:lnTo>
                    <a:pt x="11508" y="942"/>
                  </a:lnTo>
                  <a:lnTo>
                    <a:pt x="11613" y="859"/>
                  </a:lnTo>
                  <a:lnTo>
                    <a:pt x="11613" y="838"/>
                  </a:lnTo>
                  <a:lnTo>
                    <a:pt x="11529" y="796"/>
                  </a:lnTo>
                  <a:lnTo>
                    <a:pt x="11508" y="754"/>
                  </a:lnTo>
                  <a:lnTo>
                    <a:pt x="11425" y="733"/>
                  </a:lnTo>
                  <a:lnTo>
                    <a:pt x="11320" y="754"/>
                  </a:lnTo>
                  <a:lnTo>
                    <a:pt x="11194" y="608"/>
                  </a:lnTo>
                  <a:lnTo>
                    <a:pt x="11111" y="608"/>
                  </a:lnTo>
                  <a:lnTo>
                    <a:pt x="11006" y="733"/>
                  </a:lnTo>
                  <a:lnTo>
                    <a:pt x="10964" y="733"/>
                  </a:lnTo>
                  <a:lnTo>
                    <a:pt x="10943" y="691"/>
                  </a:lnTo>
                  <a:lnTo>
                    <a:pt x="11048" y="649"/>
                  </a:lnTo>
                  <a:lnTo>
                    <a:pt x="11048" y="566"/>
                  </a:lnTo>
                  <a:lnTo>
                    <a:pt x="10943" y="524"/>
                  </a:lnTo>
                  <a:lnTo>
                    <a:pt x="10901" y="482"/>
                  </a:lnTo>
                  <a:lnTo>
                    <a:pt x="10839" y="482"/>
                  </a:lnTo>
                  <a:lnTo>
                    <a:pt x="10776" y="608"/>
                  </a:lnTo>
                  <a:lnTo>
                    <a:pt x="10734" y="608"/>
                  </a:lnTo>
                  <a:lnTo>
                    <a:pt x="10734" y="524"/>
                  </a:lnTo>
                  <a:lnTo>
                    <a:pt x="10671" y="545"/>
                  </a:lnTo>
                  <a:lnTo>
                    <a:pt x="10650" y="587"/>
                  </a:lnTo>
                  <a:lnTo>
                    <a:pt x="10588" y="587"/>
                  </a:lnTo>
                  <a:lnTo>
                    <a:pt x="10567" y="545"/>
                  </a:lnTo>
                  <a:lnTo>
                    <a:pt x="10650" y="482"/>
                  </a:lnTo>
                  <a:lnTo>
                    <a:pt x="10650" y="419"/>
                  </a:lnTo>
                  <a:lnTo>
                    <a:pt x="10546" y="357"/>
                  </a:lnTo>
                  <a:lnTo>
                    <a:pt x="10420" y="357"/>
                  </a:lnTo>
                  <a:lnTo>
                    <a:pt x="10357" y="377"/>
                  </a:lnTo>
                  <a:lnTo>
                    <a:pt x="10337" y="545"/>
                  </a:lnTo>
                  <a:lnTo>
                    <a:pt x="10253" y="587"/>
                  </a:lnTo>
                  <a:lnTo>
                    <a:pt x="10253" y="649"/>
                  </a:lnTo>
                  <a:lnTo>
                    <a:pt x="10316" y="796"/>
                  </a:lnTo>
                  <a:lnTo>
                    <a:pt x="10316" y="880"/>
                  </a:lnTo>
                  <a:lnTo>
                    <a:pt x="10253" y="942"/>
                  </a:lnTo>
                  <a:lnTo>
                    <a:pt x="10211" y="838"/>
                  </a:lnTo>
                  <a:lnTo>
                    <a:pt x="10127" y="838"/>
                  </a:lnTo>
                  <a:lnTo>
                    <a:pt x="10127" y="859"/>
                  </a:lnTo>
                  <a:lnTo>
                    <a:pt x="10023" y="838"/>
                  </a:lnTo>
                  <a:lnTo>
                    <a:pt x="9897" y="901"/>
                  </a:lnTo>
                  <a:lnTo>
                    <a:pt x="9897" y="901"/>
                  </a:lnTo>
                  <a:lnTo>
                    <a:pt x="10002" y="754"/>
                  </a:lnTo>
                  <a:lnTo>
                    <a:pt x="10065" y="733"/>
                  </a:lnTo>
                  <a:lnTo>
                    <a:pt x="10127" y="608"/>
                  </a:lnTo>
                  <a:lnTo>
                    <a:pt x="10127" y="566"/>
                  </a:lnTo>
                  <a:lnTo>
                    <a:pt x="10065" y="566"/>
                  </a:lnTo>
                  <a:lnTo>
                    <a:pt x="9960" y="649"/>
                  </a:lnTo>
                  <a:lnTo>
                    <a:pt x="9897" y="649"/>
                  </a:lnTo>
                  <a:lnTo>
                    <a:pt x="9918" y="587"/>
                  </a:lnTo>
                  <a:lnTo>
                    <a:pt x="10002" y="524"/>
                  </a:lnTo>
                  <a:lnTo>
                    <a:pt x="10002" y="482"/>
                  </a:lnTo>
                  <a:lnTo>
                    <a:pt x="9897" y="461"/>
                  </a:lnTo>
                  <a:lnTo>
                    <a:pt x="9855" y="419"/>
                  </a:lnTo>
                  <a:lnTo>
                    <a:pt x="9960" y="377"/>
                  </a:lnTo>
                  <a:lnTo>
                    <a:pt x="10002" y="419"/>
                  </a:lnTo>
                  <a:lnTo>
                    <a:pt x="10127" y="419"/>
                  </a:lnTo>
                  <a:lnTo>
                    <a:pt x="10169" y="231"/>
                  </a:lnTo>
                  <a:lnTo>
                    <a:pt x="10169" y="168"/>
                  </a:lnTo>
                  <a:lnTo>
                    <a:pt x="10044" y="210"/>
                  </a:lnTo>
                  <a:lnTo>
                    <a:pt x="10002" y="147"/>
                  </a:lnTo>
                  <a:lnTo>
                    <a:pt x="10023" y="64"/>
                  </a:lnTo>
                  <a:lnTo>
                    <a:pt x="10002" y="1"/>
                  </a:lnTo>
                  <a:lnTo>
                    <a:pt x="9918" y="64"/>
                  </a:lnTo>
                  <a:lnTo>
                    <a:pt x="9855" y="64"/>
                  </a:lnTo>
                  <a:lnTo>
                    <a:pt x="979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6" name="Google Shape;7774;p67">
              <a:extLst>
                <a:ext uri="{FF2B5EF4-FFF2-40B4-BE49-F238E27FC236}">
                  <a16:creationId xmlns:a16="http://schemas.microsoft.com/office/drawing/2014/main" id="{A7DB93EE-177F-D96E-D287-C8F5FBF60BE8}"/>
                </a:ext>
              </a:extLst>
            </p:cNvPr>
            <p:cNvSpPr/>
            <p:nvPr/>
          </p:nvSpPr>
          <p:spPr>
            <a:xfrm>
              <a:off x="3823325" y="2021850"/>
              <a:ext cx="143875" cy="324875"/>
            </a:xfrm>
            <a:custGeom>
              <a:avLst/>
              <a:gdLst/>
              <a:ahLst/>
              <a:cxnLst/>
              <a:rect l="l" t="t" r="r" b="b"/>
              <a:pathLst>
                <a:path w="5755" h="12995" extrusionOk="0">
                  <a:moveTo>
                    <a:pt x="3788" y="1"/>
                  </a:moveTo>
                  <a:lnTo>
                    <a:pt x="3725" y="21"/>
                  </a:lnTo>
                  <a:lnTo>
                    <a:pt x="3599" y="63"/>
                  </a:lnTo>
                  <a:lnTo>
                    <a:pt x="3474" y="1"/>
                  </a:lnTo>
                  <a:lnTo>
                    <a:pt x="3474" y="1"/>
                  </a:lnTo>
                  <a:lnTo>
                    <a:pt x="3495" y="105"/>
                  </a:lnTo>
                  <a:lnTo>
                    <a:pt x="3578" y="147"/>
                  </a:lnTo>
                  <a:lnTo>
                    <a:pt x="3599" y="293"/>
                  </a:lnTo>
                  <a:lnTo>
                    <a:pt x="3516" y="335"/>
                  </a:lnTo>
                  <a:lnTo>
                    <a:pt x="3495" y="524"/>
                  </a:lnTo>
                  <a:lnTo>
                    <a:pt x="3558" y="607"/>
                  </a:lnTo>
                  <a:lnTo>
                    <a:pt x="3558" y="754"/>
                  </a:lnTo>
                  <a:lnTo>
                    <a:pt x="3495" y="712"/>
                  </a:lnTo>
                  <a:lnTo>
                    <a:pt x="3453" y="733"/>
                  </a:lnTo>
                  <a:lnTo>
                    <a:pt x="3369" y="670"/>
                  </a:lnTo>
                  <a:lnTo>
                    <a:pt x="3244" y="649"/>
                  </a:lnTo>
                  <a:lnTo>
                    <a:pt x="3139" y="586"/>
                  </a:lnTo>
                  <a:lnTo>
                    <a:pt x="2951" y="524"/>
                  </a:lnTo>
                  <a:lnTo>
                    <a:pt x="2825" y="607"/>
                  </a:lnTo>
                  <a:lnTo>
                    <a:pt x="2637" y="607"/>
                  </a:lnTo>
                  <a:lnTo>
                    <a:pt x="2574" y="628"/>
                  </a:lnTo>
                  <a:lnTo>
                    <a:pt x="2679" y="796"/>
                  </a:lnTo>
                  <a:lnTo>
                    <a:pt x="2658" y="837"/>
                  </a:lnTo>
                  <a:lnTo>
                    <a:pt x="2658" y="921"/>
                  </a:lnTo>
                  <a:lnTo>
                    <a:pt x="2574" y="963"/>
                  </a:lnTo>
                  <a:lnTo>
                    <a:pt x="2658" y="1068"/>
                  </a:lnTo>
                  <a:lnTo>
                    <a:pt x="2553" y="1172"/>
                  </a:lnTo>
                  <a:lnTo>
                    <a:pt x="2511" y="1172"/>
                  </a:lnTo>
                  <a:lnTo>
                    <a:pt x="2428" y="1130"/>
                  </a:lnTo>
                  <a:lnTo>
                    <a:pt x="2323" y="1047"/>
                  </a:lnTo>
                  <a:lnTo>
                    <a:pt x="2198" y="1151"/>
                  </a:lnTo>
                  <a:lnTo>
                    <a:pt x="2114" y="1340"/>
                  </a:lnTo>
                  <a:lnTo>
                    <a:pt x="2030" y="1381"/>
                  </a:lnTo>
                  <a:lnTo>
                    <a:pt x="1988" y="1528"/>
                  </a:lnTo>
                  <a:lnTo>
                    <a:pt x="1926" y="1633"/>
                  </a:lnTo>
                  <a:lnTo>
                    <a:pt x="1842" y="1653"/>
                  </a:lnTo>
                  <a:lnTo>
                    <a:pt x="1842" y="1905"/>
                  </a:lnTo>
                  <a:lnTo>
                    <a:pt x="1905" y="1988"/>
                  </a:lnTo>
                  <a:lnTo>
                    <a:pt x="1988" y="2177"/>
                  </a:lnTo>
                  <a:lnTo>
                    <a:pt x="1926" y="2302"/>
                  </a:lnTo>
                  <a:lnTo>
                    <a:pt x="1779" y="2511"/>
                  </a:lnTo>
                  <a:lnTo>
                    <a:pt x="1612" y="2804"/>
                  </a:lnTo>
                  <a:lnTo>
                    <a:pt x="1591" y="2930"/>
                  </a:lnTo>
                  <a:lnTo>
                    <a:pt x="1507" y="3014"/>
                  </a:lnTo>
                  <a:lnTo>
                    <a:pt x="1298" y="3034"/>
                  </a:lnTo>
                  <a:lnTo>
                    <a:pt x="1110" y="3139"/>
                  </a:lnTo>
                  <a:lnTo>
                    <a:pt x="1110" y="3265"/>
                  </a:lnTo>
                  <a:lnTo>
                    <a:pt x="1193" y="3348"/>
                  </a:lnTo>
                  <a:lnTo>
                    <a:pt x="1193" y="3516"/>
                  </a:lnTo>
                  <a:lnTo>
                    <a:pt x="1151" y="3662"/>
                  </a:lnTo>
                  <a:lnTo>
                    <a:pt x="1089" y="3934"/>
                  </a:lnTo>
                  <a:lnTo>
                    <a:pt x="1089" y="4185"/>
                  </a:lnTo>
                  <a:lnTo>
                    <a:pt x="879" y="4687"/>
                  </a:lnTo>
                  <a:lnTo>
                    <a:pt x="879" y="4813"/>
                  </a:lnTo>
                  <a:lnTo>
                    <a:pt x="942" y="4897"/>
                  </a:lnTo>
                  <a:lnTo>
                    <a:pt x="963" y="5127"/>
                  </a:lnTo>
                  <a:lnTo>
                    <a:pt x="858" y="5252"/>
                  </a:lnTo>
                  <a:lnTo>
                    <a:pt x="649" y="5231"/>
                  </a:lnTo>
                  <a:lnTo>
                    <a:pt x="482" y="5211"/>
                  </a:lnTo>
                  <a:lnTo>
                    <a:pt x="377" y="5294"/>
                  </a:lnTo>
                  <a:lnTo>
                    <a:pt x="252" y="5524"/>
                  </a:lnTo>
                  <a:lnTo>
                    <a:pt x="210" y="5755"/>
                  </a:lnTo>
                  <a:lnTo>
                    <a:pt x="252" y="6068"/>
                  </a:lnTo>
                  <a:lnTo>
                    <a:pt x="314" y="6361"/>
                  </a:lnTo>
                  <a:lnTo>
                    <a:pt x="252" y="6550"/>
                  </a:lnTo>
                  <a:lnTo>
                    <a:pt x="314" y="6696"/>
                  </a:lnTo>
                  <a:lnTo>
                    <a:pt x="335" y="6926"/>
                  </a:lnTo>
                  <a:lnTo>
                    <a:pt x="314" y="7135"/>
                  </a:lnTo>
                  <a:lnTo>
                    <a:pt x="314" y="7345"/>
                  </a:lnTo>
                  <a:lnTo>
                    <a:pt x="461" y="7449"/>
                  </a:lnTo>
                  <a:lnTo>
                    <a:pt x="670" y="7659"/>
                  </a:lnTo>
                  <a:lnTo>
                    <a:pt x="628" y="7805"/>
                  </a:lnTo>
                  <a:lnTo>
                    <a:pt x="628" y="7972"/>
                  </a:lnTo>
                  <a:lnTo>
                    <a:pt x="356" y="8056"/>
                  </a:lnTo>
                  <a:lnTo>
                    <a:pt x="335" y="8161"/>
                  </a:lnTo>
                  <a:lnTo>
                    <a:pt x="461" y="8370"/>
                  </a:lnTo>
                  <a:lnTo>
                    <a:pt x="482" y="8642"/>
                  </a:lnTo>
                  <a:lnTo>
                    <a:pt x="565" y="8768"/>
                  </a:lnTo>
                  <a:lnTo>
                    <a:pt x="482" y="8914"/>
                  </a:lnTo>
                  <a:lnTo>
                    <a:pt x="482" y="9040"/>
                  </a:lnTo>
                  <a:lnTo>
                    <a:pt x="461" y="9123"/>
                  </a:lnTo>
                  <a:lnTo>
                    <a:pt x="273" y="9165"/>
                  </a:lnTo>
                  <a:lnTo>
                    <a:pt x="231" y="9228"/>
                  </a:lnTo>
                  <a:lnTo>
                    <a:pt x="314" y="9332"/>
                  </a:lnTo>
                  <a:lnTo>
                    <a:pt x="231" y="9395"/>
                  </a:lnTo>
                  <a:lnTo>
                    <a:pt x="168" y="9479"/>
                  </a:lnTo>
                  <a:lnTo>
                    <a:pt x="252" y="9625"/>
                  </a:lnTo>
                  <a:lnTo>
                    <a:pt x="273" y="10002"/>
                  </a:lnTo>
                  <a:lnTo>
                    <a:pt x="231" y="10086"/>
                  </a:lnTo>
                  <a:lnTo>
                    <a:pt x="147" y="10002"/>
                  </a:lnTo>
                  <a:lnTo>
                    <a:pt x="63" y="9939"/>
                  </a:lnTo>
                  <a:lnTo>
                    <a:pt x="63" y="9960"/>
                  </a:lnTo>
                  <a:lnTo>
                    <a:pt x="1" y="10023"/>
                  </a:lnTo>
                  <a:lnTo>
                    <a:pt x="21" y="10253"/>
                  </a:lnTo>
                  <a:lnTo>
                    <a:pt x="42" y="10337"/>
                  </a:lnTo>
                  <a:lnTo>
                    <a:pt x="63" y="10525"/>
                  </a:lnTo>
                  <a:lnTo>
                    <a:pt x="147" y="10546"/>
                  </a:lnTo>
                  <a:lnTo>
                    <a:pt x="168" y="10588"/>
                  </a:lnTo>
                  <a:lnTo>
                    <a:pt x="147" y="10734"/>
                  </a:lnTo>
                  <a:lnTo>
                    <a:pt x="273" y="10672"/>
                  </a:lnTo>
                  <a:lnTo>
                    <a:pt x="210" y="10567"/>
                  </a:lnTo>
                  <a:lnTo>
                    <a:pt x="231" y="10483"/>
                  </a:lnTo>
                  <a:lnTo>
                    <a:pt x="273" y="10483"/>
                  </a:lnTo>
                  <a:lnTo>
                    <a:pt x="252" y="10546"/>
                  </a:lnTo>
                  <a:lnTo>
                    <a:pt x="335" y="10588"/>
                  </a:lnTo>
                  <a:lnTo>
                    <a:pt x="377" y="10672"/>
                  </a:lnTo>
                  <a:lnTo>
                    <a:pt x="252" y="10755"/>
                  </a:lnTo>
                  <a:lnTo>
                    <a:pt x="231" y="10860"/>
                  </a:lnTo>
                  <a:lnTo>
                    <a:pt x="273" y="10944"/>
                  </a:lnTo>
                  <a:lnTo>
                    <a:pt x="252" y="11069"/>
                  </a:lnTo>
                  <a:lnTo>
                    <a:pt x="210" y="11111"/>
                  </a:lnTo>
                  <a:lnTo>
                    <a:pt x="273" y="11216"/>
                  </a:lnTo>
                  <a:lnTo>
                    <a:pt x="356" y="11257"/>
                  </a:lnTo>
                  <a:lnTo>
                    <a:pt x="440" y="11383"/>
                  </a:lnTo>
                  <a:lnTo>
                    <a:pt x="482" y="11425"/>
                  </a:lnTo>
                  <a:lnTo>
                    <a:pt x="586" y="11634"/>
                  </a:lnTo>
                  <a:lnTo>
                    <a:pt x="586" y="11801"/>
                  </a:lnTo>
                  <a:lnTo>
                    <a:pt x="733" y="11843"/>
                  </a:lnTo>
                  <a:lnTo>
                    <a:pt x="754" y="11948"/>
                  </a:lnTo>
                  <a:lnTo>
                    <a:pt x="858" y="12094"/>
                  </a:lnTo>
                  <a:lnTo>
                    <a:pt x="984" y="12011"/>
                  </a:lnTo>
                  <a:lnTo>
                    <a:pt x="1005" y="12136"/>
                  </a:lnTo>
                  <a:lnTo>
                    <a:pt x="942" y="12304"/>
                  </a:lnTo>
                  <a:lnTo>
                    <a:pt x="775" y="12325"/>
                  </a:lnTo>
                  <a:lnTo>
                    <a:pt x="754" y="12366"/>
                  </a:lnTo>
                  <a:lnTo>
                    <a:pt x="838" y="12429"/>
                  </a:lnTo>
                  <a:lnTo>
                    <a:pt x="858" y="12534"/>
                  </a:lnTo>
                  <a:lnTo>
                    <a:pt x="984" y="12555"/>
                  </a:lnTo>
                  <a:lnTo>
                    <a:pt x="1047" y="12848"/>
                  </a:lnTo>
                  <a:lnTo>
                    <a:pt x="963" y="12952"/>
                  </a:lnTo>
                  <a:lnTo>
                    <a:pt x="1005" y="12994"/>
                  </a:lnTo>
                  <a:lnTo>
                    <a:pt x="1151" y="12994"/>
                  </a:lnTo>
                  <a:lnTo>
                    <a:pt x="1423" y="12931"/>
                  </a:lnTo>
                  <a:lnTo>
                    <a:pt x="1570" y="12973"/>
                  </a:lnTo>
                  <a:lnTo>
                    <a:pt x="1695" y="12869"/>
                  </a:lnTo>
                  <a:lnTo>
                    <a:pt x="1674" y="12764"/>
                  </a:lnTo>
                  <a:lnTo>
                    <a:pt x="1612" y="12701"/>
                  </a:lnTo>
                  <a:lnTo>
                    <a:pt x="1695" y="12534"/>
                  </a:lnTo>
                  <a:lnTo>
                    <a:pt x="1884" y="12513"/>
                  </a:lnTo>
                  <a:lnTo>
                    <a:pt x="1905" y="12325"/>
                  </a:lnTo>
                  <a:lnTo>
                    <a:pt x="1926" y="12408"/>
                  </a:lnTo>
                  <a:lnTo>
                    <a:pt x="2135" y="12450"/>
                  </a:lnTo>
                  <a:lnTo>
                    <a:pt x="2260" y="12366"/>
                  </a:lnTo>
                  <a:lnTo>
                    <a:pt x="2365" y="12429"/>
                  </a:lnTo>
                  <a:lnTo>
                    <a:pt x="2449" y="12513"/>
                  </a:lnTo>
                  <a:lnTo>
                    <a:pt x="2553" y="12345"/>
                  </a:lnTo>
                  <a:lnTo>
                    <a:pt x="2616" y="12115"/>
                  </a:lnTo>
                  <a:lnTo>
                    <a:pt x="2679" y="12032"/>
                  </a:lnTo>
                  <a:lnTo>
                    <a:pt x="2721" y="11739"/>
                  </a:lnTo>
                  <a:lnTo>
                    <a:pt x="2762" y="11634"/>
                  </a:lnTo>
                  <a:lnTo>
                    <a:pt x="2658" y="11571"/>
                  </a:lnTo>
                  <a:lnTo>
                    <a:pt x="2679" y="11467"/>
                  </a:lnTo>
                  <a:lnTo>
                    <a:pt x="2783" y="11320"/>
                  </a:lnTo>
                  <a:lnTo>
                    <a:pt x="2679" y="11216"/>
                  </a:lnTo>
                  <a:lnTo>
                    <a:pt x="2783" y="11111"/>
                  </a:lnTo>
                  <a:lnTo>
                    <a:pt x="2658" y="11048"/>
                  </a:lnTo>
                  <a:lnTo>
                    <a:pt x="2721" y="10965"/>
                  </a:lnTo>
                  <a:lnTo>
                    <a:pt x="2658" y="10839"/>
                  </a:lnTo>
                  <a:lnTo>
                    <a:pt x="2762" y="10881"/>
                  </a:lnTo>
                  <a:lnTo>
                    <a:pt x="2930" y="10860"/>
                  </a:lnTo>
                  <a:lnTo>
                    <a:pt x="2783" y="10755"/>
                  </a:lnTo>
                  <a:lnTo>
                    <a:pt x="2846" y="10609"/>
                  </a:lnTo>
                  <a:lnTo>
                    <a:pt x="2846" y="10546"/>
                  </a:lnTo>
                  <a:lnTo>
                    <a:pt x="2658" y="10483"/>
                  </a:lnTo>
                  <a:lnTo>
                    <a:pt x="2888" y="10483"/>
                  </a:lnTo>
                  <a:lnTo>
                    <a:pt x="2762" y="10358"/>
                  </a:lnTo>
                  <a:lnTo>
                    <a:pt x="2679" y="10358"/>
                  </a:lnTo>
                  <a:lnTo>
                    <a:pt x="2742" y="10274"/>
                  </a:lnTo>
                  <a:lnTo>
                    <a:pt x="2783" y="10274"/>
                  </a:lnTo>
                  <a:lnTo>
                    <a:pt x="2825" y="10316"/>
                  </a:lnTo>
                  <a:lnTo>
                    <a:pt x="2888" y="10232"/>
                  </a:lnTo>
                  <a:lnTo>
                    <a:pt x="2867" y="10148"/>
                  </a:lnTo>
                  <a:lnTo>
                    <a:pt x="2972" y="10232"/>
                  </a:lnTo>
                  <a:lnTo>
                    <a:pt x="2993" y="10128"/>
                  </a:lnTo>
                  <a:lnTo>
                    <a:pt x="3076" y="10023"/>
                  </a:lnTo>
                  <a:lnTo>
                    <a:pt x="3160" y="10023"/>
                  </a:lnTo>
                  <a:lnTo>
                    <a:pt x="3139" y="9939"/>
                  </a:lnTo>
                  <a:lnTo>
                    <a:pt x="3181" y="9897"/>
                  </a:lnTo>
                  <a:lnTo>
                    <a:pt x="3202" y="9939"/>
                  </a:lnTo>
                  <a:lnTo>
                    <a:pt x="3181" y="10044"/>
                  </a:lnTo>
                  <a:lnTo>
                    <a:pt x="3265" y="10044"/>
                  </a:lnTo>
                  <a:lnTo>
                    <a:pt x="3369" y="9897"/>
                  </a:lnTo>
                  <a:lnTo>
                    <a:pt x="3453" y="9897"/>
                  </a:lnTo>
                  <a:lnTo>
                    <a:pt x="3516" y="9835"/>
                  </a:lnTo>
                  <a:lnTo>
                    <a:pt x="3495" y="9730"/>
                  </a:lnTo>
                  <a:lnTo>
                    <a:pt x="3411" y="9646"/>
                  </a:lnTo>
                  <a:lnTo>
                    <a:pt x="3286" y="9625"/>
                  </a:lnTo>
                  <a:lnTo>
                    <a:pt x="3181" y="9688"/>
                  </a:lnTo>
                  <a:lnTo>
                    <a:pt x="3139" y="9646"/>
                  </a:lnTo>
                  <a:lnTo>
                    <a:pt x="3055" y="9709"/>
                  </a:lnTo>
                  <a:lnTo>
                    <a:pt x="2972" y="9604"/>
                  </a:lnTo>
                  <a:lnTo>
                    <a:pt x="2846" y="9563"/>
                  </a:lnTo>
                  <a:lnTo>
                    <a:pt x="2762" y="9521"/>
                  </a:lnTo>
                  <a:lnTo>
                    <a:pt x="2616" y="9542"/>
                  </a:lnTo>
                  <a:lnTo>
                    <a:pt x="2616" y="9604"/>
                  </a:lnTo>
                  <a:lnTo>
                    <a:pt x="2553" y="9542"/>
                  </a:lnTo>
                  <a:lnTo>
                    <a:pt x="2407" y="9542"/>
                  </a:lnTo>
                  <a:lnTo>
                    <a:pt x="2365" y="9500"/>
                  </a:lnTo>
                  <a:lnTo>
                    <a:pt x="2470" y="9479"/>
                  </a:lnTo>
                  <a:lnTo>
                    <a:pt x="2553" y="9521"/>
                  </a:lnTo>
                  <a:lnTo>
                    <a:pt x="2637" y="9395"/>
                  </a:lnTo>
                  <a:lnTo>
                    <a:pt x="2679" y="9437"/>
                  </a:lnTo>
                  <a:lnTo>
                    <a:pt x="2783" y="9416"/>
                  </a:lnTo>
                  <a:lnTo>
                    <a:pt x="2825" y="9332"/>
                  </a:lnTo>
                  <a:lnTo>
                    <a:pt x="2930" y="9374"/>
                  </a:lnTo>
                  <a:lnTo>
                    <a:pt x="2972" y="9416"/>
                  </a:lnTo>
                  <a:lnTo>
                    <a:pt x="3034" y="9416"/>
                  </a:lnTo>
                  <a:lnTo>
                    <a:pt x="3055" y="9332"/>
                  </a:lnTo>
                  <a:lnTo>
                    <a:pt x="3097" y="9416"/>
                  </a:lnTo>
                  <a:lnTo>
                    <a:pt x="3244" y="9437"/>
                  </a:lnTo>
                  <a:lnTo>
                    <a:pt x="3202" y="9521"/>
                  </a:lnTo>
                  <a:lnTo>
                    <a:pt x="3306" y="9563"/>
                  </a:lnTo>
                  <a:lnTo>
                    <a:pt x="3474" y="9542"/>
                  </a:lnTo>
                  <a:lnTo>
                    <a:pt x="3495" y="9416"/>
                  </a:lnTo>
                  <a:lnTo>
                    <a:pt x="3662" y="9270"/>
                  </a:lnTo>
                  <a:lnTo>
                    <a:pt x="3725" y="9102"/>
                  </a:lnTo>
                  <a:lnTo>
                    <a:pt x="3599" y="8977"/>
                  </a:lnTo>
                  <a:lnTo>
                    <a:pt x="3599" y="8893"/>
                  </a:lnTo>
                  <a:lnTo>
                    <a:pt x="3453" y="8788"/>
                  </a:lnTo>
                  <a:lnTo>
                    <a:pt x="3474" y="8747"/>
                  </a:lnTo>
                  <a:lnTo>
                    <a:pt x="3265" y="8579"/>
                  </a:lnTo>
                  <a:lnTo>
                    <a:pt x="3244" y="8475"/>
                  </a:lnTo>
                  <a:lnTo>
                    <a:pt x="3160" y="8391"/>
                  </a:lnTo>
                  <a:lnTo>
                    <a:pt x="3055" y="8516"/>
                  </a:lnTo>
                  <a:lnTo>
                    <a:pt x="2993" y="8433"/>
                  </a:lnTo>
                  <a:lnTo>
                    <a:pt x="2951" y="8454"/>
                  </a:lnTo>
                  <a:lnTo>
                    <a:pt x="2951" y="8349"/>
                  </a:lnTo>
                  <a:lnTo>
                    <a:pt x="2867" y="8349"/>
                  </a:lnTo>
                  <a:lnTo>
                    <a:pt x="2825" y="8244"/>
                  </a:lnTo>
                  <a:lnTo>
                    <a:pt x="2742" y="8182"/>
                  </a:lnTo>
                  <a:lnTo>
                    <a:pt x="2825" y="8077"/>
                  </a:lnTo>
                  <a:lnTo>
                    <a:pt x="2762" y="7952"/>
                  </a:lnTo>
                  <a:lnTo>
                    <a:pt x="2825" y="7931"/>
                  </a:lnTo>
                  <a:lnTo>
                    <a:pt x="2825" y="7847"/>
                  </a:lnTo>
                  <a:lnTo>
                    <a:pt x="2742" y="7826"/>
                  </a:lnTo>
                  <a:lnTo>
                    <a:pt x="2825" y="7721"/>
                  </a:lnTo>
                  <a:lnTo>
                    <a:pt x="2783" y="7533"/>
                  </a:lnTo>
                  <a:lnTo>
                    <a:pt x="2825" y="7512"/>
                  </a:lnTo>
                  <a:lnTo>
                    <a:pt x="2867" y="7554"/>
                  </a:lnTo>
                  <a:lnTo>
                    <a:pt x="2888" y="7449"/>
                  </a:lnTo>
                  <a:lnTo>
                    <a:pt x="2825" y="7345"/>
                  </a:lnTo>
                  <a:lnTo>
                    <a:pt x="2846" y="7198"/>
                  </a:lnTo>
                  <a:lnTo>
                    <a:pt x="2825" y="7073"/>
                  </a:lnTo>
                  <a:lnTo>
                    <a:pt x="2846" y="7010"/>
                  </a:lnTo>
                  <a:lnTo>
                    <a:pt x="2825" y="6884"/>
                  </a:lnTo>
                  <a:lnTo>
                    <a:pt x="2679" y="6696"/>
                  </a:lnTo>
                  <a:lnTo>
                    <a:pt x="2679" y="6696"/>
                  </a:lnTo>
                  <a:lnTo>
                    <a:pt x="2783" y="6759"/>
                  </a:lnTo>
                  <a:lnTo>
                    <a:pt x="2951" y="6717"/>
                  </a:lnTo>
                  <a:lnTo>
                    <a:pt x="3055" y="6571"/>
                  </a:lnTo>
                  <a:lnTo>
                    <a:pt x="2993" y="6466"/>
                  </a:lnTo>
                  <a:lnTo>
                    <a:pt x="3034" y="6403"/>
                  </a:lnTo>
                  <a:lnTo>
                    <a:pt x="3139" y="6424"/>
                  </a:lnTo>
                  <a:lnTo>
                    <a:pt x="3286" y="6299"/>
                  </a:lnTo>
                  <a:lnTo>
                    <a:pt x="3286" y="6236"/>
                  </a:lnTo>
                  <a:lnTo>
                    <a:pt x="3202" y="6236"/>
                  </a:lnTo>
                  <a:lnTo>
                    <a:pt x="3265" y="6131"/>
                  </a:lnTo>
                  <a:lnTo>
                    <a:pt x="3348" y="6047"/>
                  </a:lnTo>
                  <a:lnTo>
                    <a:pt x="3390" y="6089"/>
                  </a:lnTo>
                  <a:lnTo>
                    <a:pt x="3453" y="6089"/>
                  </a:lnTo>
                  <a:lnTo>
                    <a:pt x="3474" y="5964"/>
                  </a:lnTo>
                  <a:lnTo>
                    <a:pt x="3516" y="5964"/>
                  </a:lnTo>
                  <a:lnTo>
                    <a:pt x="3558" y="6047"/>
                  </a:lnTo>
                  <a:lnTo>
                    <a:pt x="3620" y="5964"/>
                  </a:lnTo>
                  <a:lnTo>
                    <a:pt x="3620" y="5838"/>
                  </a:lnTo>
                  <a:lnTo>
                    <a:pt x="3683" y="5734"/>
                  </a:lnTo>
                  <a:lnTo>
                    <a:pt x="3788" y="5734"/>
                  </a:lnTo>
                  <a:lnTo>
                    <a:pt x="3788" y="5817"/>
                  </a:lnTo>
                  <a:lnTo>
                    <a:pt x="3871" y="5817"/>
                  </a:lnTo>
                  <a:lnTo>
                    <a:pt x="3913" y="5713"/>
                  </a:lnTo>
                  <a:lnTo>
                    <a:pt x="4039" y="5629"/>
                  </a:lnTo>
                  <a:lnTo>
                    <a:pt x="4018" y="5524"/>
                  </a:lnTo>
                  <a:lnTo>
                    <a:pt x="4018" y="5420"/>
                  </a:lnTo>
                  <a:lnTo>
                    <a:pt x="4102" y="5503"/>
                  </a:lnTo>
                  <a:lnTo>
                    <a:pt x="4206" y="5378"/>
                  </a:lnTo>
                  <a:lnTo>
                    <a:pt x="4290" y="5378"/>
                  </a:lnTo>
                  <a:lnTo>
                    <a:pt x="4395" y="5190"/>
                  </a:lnTo>
                  <a:lnTo>
                    <a:pt x="4395" y="5001"/>
                  </a:lnTo>
                  <a:lnTo>
                    <a:pt x="4457" y="4897"/>
                  </a:lnTo>
                  <a:lnTo>
                    <a:pt x="4541" y="4897"/>
                  </a:lnTo>
                  <a:lnTo>
                    <a:pt x="4646" y="4771"/>
                  </a:lnTo>
                  <a:lnTo>
                    <a:pt x="4562" y="4771"/>
                  </a:lnTo>
                  <a:lnTo>
                    <a:pt x="4499" y="4666"/>
                  </a:lnTo>
                  <a:lnTo>
                    <a:pt x="4562" y="4625"/>
                  </a:lnTo>
                  <a:lnTo>
                    <a:pt x="4541" y="4562"/>
                  </a:lnTo>
                  <a:lnTo>
                    <a:pt x="4436" y="4562"/>
                  </a:lnTo>
                  <a:lnTo>
                    <a:pt x="4332" y="4457"/>
                  </a:lnTo>
                  <a:lnTo>
                    <a:pt x="4457" y="4415"/>
                  </a:lnTo>
                  <a:lnTo>
                    <a:pt x="4436" y="4332"/>
                  </a:lnTo>
                  <a:lnTo>
                    <a:pt x="4520" y="4164"/>
                  </a:lnTo>
                  <a:lnTo>
                    <a:pt x="4541" y="4081"/>
                  </a:lnTo>
                  <a:lnTo>
                    <a:pt x="4499" y="3997"/>
                  </a:lnTo>
                  <a:lnTo>
                    <a:pt x="4415" y="3997"/>
                  </a:lnTo>
                  <a:lnTo>
                    <a:pt x="4395" y="3934"/>
                  </a:lnTo>
                  <a:lnTo>
                    <a:pt x="4415" y="3892"/>
                  </a:lnTo>
                  <a:lnTo>
                    <a:pt x="4499" y="3934"/>
                  </a:lnTo>
                  <a:lnTo>
                    <a:pt x="4520" y="3955"/>
                  </a:lnTo>
                  <a:lnTo>
                    <a:pt x="4541" y="3955"/>
                  </a:lnTo>
                  <a:lnTo>
                    <a:pt x="4541" y="3871"/>
                  </a:lnTo>
                  <a:lnTo>
                    <a:pt x="4436" y="3850"/>
                  </a:lnTo>
                  <a:lnTo>
                    <a:pt x="4541" y="3788"/>
                  </a:lnTo>
                  <a:lnTo>
                    <a:pt x="4625" y="3788"/>
                  </a:lnTo>
                  <a:lnTo>
                    <a:pt x="4729" y="3725"/>
                  </a:lnTo>
                  <a:lnTo>
                    <a:pt x="4646" y="3662"/>
                  </a:lnTo>
                  <a:lnTo>
                    <a:pt x="4562" y="3516"/>
                  </a:lnTo>
                  <a:lnTo>
                    <a:pt x="4646" y="3537"/>
                  </a:lnTo>
                  <a:lnTo>
                    <a:pt x="4708" y="3620"/>
                  </a:lnTo>
                  <a:lnTo>
                    <a:pt x="4813" y="3578"/>
                  </a:lnTo>
                  <a:lnTo>
                    <a:pt x="4834" y="3474"/>
                  </a:lnTo>
                  <a:lnTo>
                    <a:pt x="4855" y="3369"/>
                  </a:lnTo>
                  <a:lnTo>
                    <a:pt x="4918" y="3327"/>
                  </a:lnTo>
                  <a:lnTo>
                    <a:pt x="4980" y="3453"/>
                  </a:lnTo>
                  <a:lnTo>
                    <a:pt x="5064" y="3348"/>
                  </a:lnTo>
                  <a:lnTo>
                    <a:pt x="5127" y="3453"/>
                  </a:lnTo>
                  <a:lnTo>
                    <a:pt x="5190" y="3474"/>
                  </a:lnTo>
                  <a:lnTo>
                    <a:pt x="5252" y="3369"/>
                  </a:lnTo>
                  <a:lnTo>
                    <a:pt x="5357" y="3432"/>
                  </a:lnTo>
                  <a:lnTo>
                    <a:pt x="5483" y="3348"/>
                  </a:lnTo>
                  <a:lnTo>
                    <a:pt x="5545" y="3432"/>
                  </a:lnTo>
                  <a:lnTo>
                    <a:pt x="5671" y="3432"/>
                  </a:lnTo>
                  <a:lnTo>
                    <a:pt x="5713" y="3369"/>
                  </a:lnTo>
                  <a:lnTo>
                    <a:pt x="5755" y="3411"/>
                  </a:lnTo>
                  <a:lnTo>
                    <a:pt x="5755" y="3265"/>
                  </a:lnTo>
                  <a:lnTo>
                    <a:pt x="5671" y="3202"/>
                  </a:lnTo>
                  <a:lnTo>
                    <a:pt x="5587" y="2993"/>
                  </a:lnTo>
                  <a:lnTo>
                    <a:pt x="5462" y="2951"/>
                  </a:lnTo>
                  <a:lnTo>
                    <a:pt x="5399" y="2762"/>
                  </a:lnTo>
                  <a:lnTo>
                    <a:pt x="5462" y="2700"/>
                  </a:lnTo>
                  <a:lnTo>
                    <a:pt x="5462" y="2490"/>
                  </a:lnTo>
                  <a:lnTo>
                    <a:pt x="5441" y="2386"/>
                  </a:lnTo>
                  <a:lnTo>
                    <a:pt x="5462" y="2302"/>
                  </a:lnTo>
                  <a:lnTo>
                    <a:pt x="5399" y="2093"/>
                  </a:lnTo>
                  <a:lnTo>
                    <a:pt x="5357" y="1988"/>
                  </a:lnTo>
                  <a:lnTo>
                    <a:pt x="5336" y="1842"/>
                  </a:lnTo>
                  <a:lnTo>
                    <a:pt x="5378" y="1758"/>
                  </a:lnTo>
                  <a:lnTo>
                    <a:pt x="5357" y="1633"/>
                  </a:lnTo>
                  <a:lnTo>
                    <a:pt x="5190" y="1591"/>
                  </a:lnTo>
                  <a:lnTo>
                    <a:pt x="5190" y="1486"/>
                  </a:lnTo>
                  <a:lnTo>
                    <a:pt x="5252" y="1361"/>
                  </a:lnTo>
                  <a:lnTo>
                    <a:pt x="5190" y="1172"/>
                  </a:lnTo>
                  <a:lnTo>
                    <a:pt x="5252" y="1068"/>
                  </a:lnTo>
                  <a:lnTo>
                    <a:pt x="5190" y="1005"/>
                  </a:lnTo>
                  <a:lnTo>
                    <a:pt x="5127" y="1005"/>
                  </a:lnTo>
                  <a:lnTo>
                    <a:pt x="5022" y="858"/>
                  </a:lnTo>
                  <a:lnTo>
                    <a:pt x="4939" y="858"/>
                  </a:lnTo>
                  <a:lnTo>
                    <a:pt x="4876" y="754"/>
                  </a:lnTo>
                  <a:lnTo>
                    <a:pt x="4771" y="628"/>
                  </a:lnTo>
                  <a:lnTo>
                    <a:pt x="4708" y="607"/>
                  </a:lnTo>
                  <a:lnTo>
                    <a:pt x="4604" y="545"/>
                  </a:lnTo>
                  <a:lnTo>
                    <a:pt x="4395" y="524"/>
                  </a:lnTo>
                  <a:lnTo>
                    <a:pt x="4227" y="419"/>
                  </a:lnTo>
                  <a:lnTo>
                    <a:pt x="4018" y="189"/>
                  </a:lnTo>
                  <a:lnTo>
                    <a:pt x="3892" y="105"/>
                  </a:lnTo>
                  <a:lnTo>
                    <a:pt x="378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7" name="Google Shape;7775;p67">
              <a:extLst>
                <a:ext uri="{FF2B5EF4-FFF2-40B4-BE49-F238E27FC236}">
                  <a16:creationId xmlns:a16="http://schemas.microsoft.com/office/drawing/2014/main" id="{BEE68834-E1DC-519B-A77C-25E827DE0D84}"/>
                </a:ext>
              </a:extLst>
            </p:cNvPr>
            <p:cNvSpPr/>
            <p:nvPr/>
          </p:nvSpPr>
          <p:spPr>
            <a:xfrm>
              <a:off x="3976075" y="2250975"/>
              <a:ext cx="57550" cy="52325"/>
            </a:xfrm>
            <a:custGeom>
              <a:avLst/>
              <a:gdLst/>
              <a:ahLst/>
              <a:cxnLst/>
              <a:rect l="l" t="t" r="r" b="b"/>
              <a:pathLst>
                <a:path w="2302" h="2093" extrusionOk="0">
                  <a:moveTo>
                    <a:pt x="1026" y="0"/>
                  </a:moveTo>
                  <a:lnTo>
                    <a:pt x="1026" y="63"/>
                  </a:lnTo>
                  <a:lnTo>
                    <a:pt x="942" y="63"/>
                  </a:lnTo>
                  <a:lnTo>
                    <a:pt x="942" y="105"/>
                  </a:lnTo>
                  <a:lnTo>
                    <a:pt x="1005" y="167"/>
                  </a:lnTo>
                  <a:lnTo>
                    <a:pt x="900" y="230"/>
                  </a:lnTo>
                  <a:lnTo>
                    <a:pt x="837" y="209"/>
                  </a:lnTo>
                  <a:lnTo>
                    <a:pt x="628" y="209"/>
                  </a:lnTo>
                  <a:lnTo>
                    <a:pt x="607" y="147"/>
                  </a:lnTo>
                  <a:lnTo>
                    <a:pt x="586" y="251"/>
                  </a:lnTo>
                  <a:lnTo>
                    <a:pt x="481" y="230"/>
                  </a:lnTo>
                  <a:lnTo>
                    <a:pt x="335" y="272"/>
                  </a:lnTo>
                  <a:lnTo>
                    <a:pt x="335" y="356"/>
                  </a:lnTo>
                  <a:lnTo>
                    <a:pt x="272" y="356"/>
                  </a:lnTo>
                  <a:lnTo>
                    <a:pt x="84" y="439"/>
                  </a:lnTo>
                  <a:lnTo>
                    <a:pt x="0" y="544"/>
                  </a:lnTo>
                  <a:lnTo>
                    <a:pt x="21" y="900"/>
                  </a:lnTo>
                  <a:lnTo>
                    <a:pt x="84" y="900"/>
                  </a:lnTo>
                  <a:lnTo>
                    <a:pt x="126" y="879"/>
                  </a:lnTo>
                  <a:lnTo>
                    <a:pt x="230" y="900"/>
                  </a:lnTo>
                  <a:lnTo>
                    <a:pt x="189" y="983"/>
                  </a:lnTo>
                  <a:lnTo>
                    <a:pt x="105" y="983"/>
                  </a:lnTo>
                  <a:lnTo>
                    <a:pt x="105" y="1151"/>
                  </a:lnTo>
                  <a:lnTo>
                    <a:pt x="209" y="1276"/>
                  </a:lnTo>
                  <a:lnTo>
                    <a:pt x="377" y="1423"/>
                  </a:lnTo>
                  <a:lnTo>
                    <a:pt x="419" y="1423"/>
                  </a:lnTo>
                  <a:lnTo>
                    <a:pt x="419" y="1318"/>
                  </a:lnTo>
                  <a:lnTo>
                    <a:pt x="544" y="1214"/>
                  </a:lnTo>
                  <a:lnTo>
                    <a:pt x="586" y="1318"/>
                  </a:lnTo>
                  <a:lnTo>
                    <a:pt x="523" y="1611"/>
                  </a:lnTo>
                  <a:lnTo>
                    <a:pt x="523" y="1695"/>
                  </a:lnTo>
                  <a:lnTo>
                    <a:pt x="586" y="1674"/>
                  </a:lnTo>
                  <a:lnTo>
                    <a:pt x="754" y="1569"/>
                  </a:lnTo>
                  <a:lnTo>
                    <a:pt x="900" y="1507"/>
                  </a:lnTo>
                  <a:lnTo>
                    <a:pt x="1046" y="1632"/>
                  </a:lnTo>
                  <a:lnTo>
                    <a:pt x="1130" y="1611"/>
                  </a:lnTo>
                  <a:lnTo>
                    <a:pt x="1151" y="1507"/>
                  </a:lnTo>
                  <a:lnTo>
                    <a:pt x="1235" y="1590"/>
                  </a:lnTo>
                  <a:lnTo>
                    <a:pt x="1277" y="1674"/>
                  </a:lnTo>
                  <a:lnTo>
                    <a:pt x="1339" y="1674"/>
                  </a:lnTo>
                  <a:lnTo>
                    <a:pt x="1528" y="1779"/>
                  </a:lnTo>
                  <a:lnTo>
                    <a:pt x="1570" y="1925"/>
                  </a:lnTo>
                  <a:lnTo>
                    <a:pt x="1695" y="1967"/>
                  </a:lnTo>
                  <a:lnTo>
                    <a:pt x="1779" y="2092"/>
                  </a:lnTo>
                  <a:lnTo>
                    <a:pt x="1988" y="2009"/>
                  </a:lnTo>
                  <a:lnTo>
                    <a:pt x="2155" y="2030"/>
                  </a:lnTo>
                  <a:lnTo>
                    <a:pt x="2260" y="1904"/>
                  </a:lnTo>
                  <a:lnTo>
                    <a:pt x="2218" y="1800"/>
                  </a:lnTo>
                  <a:lnTo>
                    <a:pt x="2302" y="1716"/>
                  </a:lnTo>
                  <a:lnTo>
                    <a:pt x="2302" y="1611"/>
                  </a:lnTo>
                  <a:lnTo>
                    <a:pt x="2051" y="1109"/>
                  </a:lnTo>
                  <a:lnTo>
                    <a:pt x="2093" y="691"/>
                  </a:lnTo>
                  <a:lnTo>
                    <a:pt x="2155" y="649"/>
                  </a:lnTo>
                  <a:lnTo>
                    <a:pt x="2197" y="481"/>
                  </a:lnTo>
                  <a:lnTo>
                    <a:pt x="2281" y="356"/>
                  </a:lnTo>
                  <a:lnTo>
                    <a:pt x="2302" y="335"/>
                  </a:lnTo>
                  <a:lnTo>
                    <a:pt x="2302" y="314"/>
                  </a:lnTo>
                  <a:lnTo>
                    <a:pt x="2260" y="230"/>
                  </a:lnTo>
                  <a:lnTo>
                    <a:pt x="2218" y="272"/>
                  </a:lnTo>
                  <a:lnTo>
                    <a:pt x="1758" y="251"/>
                  </a:lnTo>
                  <a:lnTo>
                    <a:pt x="1570" y="126"/>
                  </a:lnTo>
                  <a:lnTo>
                    <a:pt x="1339" y="126"/>
                  </a:lnTo>
                  <a:lnTo>
                    <a:pt x="1235" y="63"/>
                  </a:lnTo>
                  <a:lnTo>
                    <a:pt x="1130" y="105"/>
                  </a:lnTo>
                  <a:lnTo>
                    <a:pt x="102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8" name="Google Shape;7776;p67">
              <a:extLst>
                <a:ext uri="{FF2B5EF4-FFF2-40B4-BE49-F238E27FC236}">
                  <a16:creationId xmlns:a16="http://schemas.microsoft.com/office/drawing/2014/main" id="{B6ABAC00-253E-7048-A76B-32299014E338}"/>
                </a:ext>
              </a:extLst>
            </p:cNvPr>
            <p:cNvSpPr/>
            <p:nvPr/>
          </p:nvSpPr>
          <p:spPr>
            <a:xfrm>
              <a:off x="3949400" y="2288625"/>
              <a:ext cx="91550" cy="49725"/>
            </a:xfrm>
            <a:custGeom>
              <a:avLst/>
              <a:gdLst/>
              <a:ahLst/>
              <a:cxnLst/>
              <a:rect l="l" t="t" r="r" b="b"/>
              <a:pathLst>
                <a:path w="3662" h="1989" extrusionOk="0">
                  <a:moveTo>
                    <a:pt x="1967" y="1"/>
                  </a:moveTo>
                  <a:lnTo>
                    <a:pt x="1821" y="63"/>
                  </a:lnTo>
                  <a:lnTo>
                    <a:pt x="1653" y="168"/>
                  </a:lnTo>
                  <a:lnTo>
                    <a:pt x="1590" y="189"/>
                  </a:lnTo>
                  <a:lnTo>
                    <a:pt x="1590" y="314"/>
                  </a:lnTo>
                  <a:lnTo>
                    <a:pt x="1653" y="586"/>
                  </a:lnTo>
                  <a:lnTo>
                    <a:pt x="1590" y="754"/>
                  </a:lnTo>
                  <a:lnTo>
                    <a:pt x="1402" y="963"/>
                  </a:lnTo>
                  <a:lnTo>
                    <a:pt x="1256" y="963"/>
                  </a:lnTo>
                  <a:lnTo>
                    <a:pt x="1130" y="838"/>
                  </a:lnTo>
                  <a:lnTo>
                    <a:pt x="1130" y="733"/>
                  </a:lnTo>
                  <a:lnTo>
                    <a:pt x="837" y="440"/>
                  </a:lnTo>
                  <a:lnTo>
                    <a:pt x="837" y="294"/>
                  </a:lnTo>
                  <a:lnTo>
                    <a:pt x="774" y="294"/>
                  </a:lnTo>
                  <a:lnTo>
                    <a:pt x="670" y="398"/>
                  </a:lnTo>
                  <a:lnTo>
                    <a:pt x="523" y="419"/>
                  </a:lnTo>
                  <a:lnTo>
                    <a:pt x="460" y="461"/>
                  </a:lnTo>
                  <a:lnTo>
                    <a:pt x="335" y="461"/>
                  </a:lnTo>
                  <a:lnTo>
                    <a:pt x="251" y="607"/>
                  </a:lnTo>
                  <a:lnTo>
                    <a:pt x="293" y="733"/>
                  </a:lnTo>
                  <a:lnTo>
                    <a:pt x="230" y="712"/>
                  </a:lnTo>
                  <a:lnTo>
                    <a:pt x="230" y="921"/>
                  </a:lnTo>
                  <a:lnTo>
                    <a:pt x="84" y="1110"/>
                  </a:lnTo>
                  <a:lnTo>
                    <a:pt x="84" y="1214"/>
                  </a:lnTo>
                  <a:lnTo>
                    <a:pt x="84" y="1319"/>
                  </a:lnTo>
                  <a:lnTo>
                    <a:pt x="0" y="1382"/>
                  </a:lnTo>
                  <a:lnTo>
                    <a:pt x="42" y="1674"/>
                  </a:lnTo>
                  <a:lnTo>
                    <a:pt x="126" y="1737"/>
                  </a:lnTo>
                  <a:lnTo>
                    <a:pt x="126" y="1758"/>
                  </a:lnTo>
                  <a:lnTo>
                    <a:pt x="230" y="1737"/>
                  </a:lnTo>
                  <a:lnTo>
                    <a:pt x="251" y="1591"/>
                  </a:lnTo>
                  <a:lnTo>
                    <a:pt x="440" y="1465"/>
                  </a:lnTo>
                  <a:lnTo>
                    <a:pt x="670" y="1382"/>
                  </a:lnTo>
                  <a:lnTo>
                    <a:pt x="879" y="1423"/>
                  </a:lnTo>
                  <a:lnTo>
                    <a:pt x="1025" y="1423"/>
                  </a:lnTo>
                  <a:lnTo>
                    <a:pt x="1088" y="1465"/>
                  </a:lnTo>
                  <a:lnTo>
                    <a:pt x="1235" y="1382"/>
                  </a:lnTo>
                  <a:lnTo>
                    <a:pt x="1339" y="1361"/>
                  </a:lnTo>
                  <a:lnTo>
                    <a:pt x="1360" y="1444"/>
                  </a:lnTo>
                  <a:lnTo>
                    <a:pt x="1465" y="1444"/>
                  </a:lnTo>
                  <a:lnTo>
                    <a:pt x="1548" y="1549"/>
                  </a:lnTo>
                  <a:lnTo>
                    <a:pt x="1716" y="1549"/>
                  </a:lnTo>
                  <a:lnTo>
                    <a:pt x="1779" y="1570"/>
                  </a:lnTo>
                  <a:lnTo>
                    <a:pt x="1967" y="1444"/>
                  </a:lnTo>
                  <a:lnTo>
                    <a:pt x="2176" y="1549"/>
                  </a:lnTo>
                  <a:lnTo>
                    <a:pt x="2344" y="1570"/>
                  </a:lnTo>
                  <a:lnTo>
                    <a:pt x="2511" y="1758"/>
                  </a:lnTo>
                  <a:lnTo>
                    <a:pt x="2637" y="1758"/>
                  </a:lnTo>
                  <a:lnTo>
                    <a:pt x="2762" y="1946"/>
                  </a:lnTo>
                  <a:lnTo>
                    <a:pt x="2929" y="1967"/>
                  </a:lnTo>
                  <a:lnTo>
                    <a:pt x="2971" y="1988"/>
                  </a:lnTo>
                  <a:lnTo>
                    <a:pt x="3160" y="1905"/>
                  </a:lnTo>
                  <a:lnTo>
                    <a:pt x="3390" y="1884"/>
                  </a:lnTo>
                  <a:lnTo>
                    <a:pt x="3432" y="1737"/>
                  </a:lnTo>
                  <a:lnTo>
                    <a:pt x="3536" y="1674"/>
                  </a:lnTo>
                  <a:lnTo>
                    <a:pt x="3578" y="1570"/>
                  </a:lnTo>
                  <a:lnTo>
                    <a:pt x="3662" y="1549"/>
                  </a:lnTo>
                  <a:lnTo>
                    <a:pt x="3662" y="1382"/>
                  </a:lnTo>
                  <a:lnTo>
                    <a:pt x="3578" y="1277"/>
                  </a:lnTo>
                  <a:lnTo>
                    <a:pt x="3494" y="1110"/>
                  </a:lnTo>
                  <a:lnTo>
                    <a:pt x="3473" y="1047"/>
                  </a:lnTo>
                  <a:lnTo>
                    <a:pt x="3390" y="921"/>
                  </a:lnTo>
                  <a:lnTo>
                    <a:pt x="3432" y="838"/>
                  </a:lnTo>
                  <a:lnTo>
                    <a:pt x="3369" y="733"/>
                  </a:lnTo>
                  <a:lnTo>
                    <a:pt x="3327" y="712"/>
                  </a:lnTo>
                  <a:lnTo>
                    <a:pt x="3348" y="649"/>
                  </a:lnTo>
                  <a:lnTo>
                    <a:pt x="3348" y="545"/>
                  </a:lnTo>
                  <a:lnTo>
                    <a:pt x="3055" y="503"/>
                  </a:lnTo>
                  <a:lnTo>
                    <a:pt x="2846" y="586"/>
                  </a:lnTo>
                  <a:lnTo>
                    <a:pt x="2762" y="461"/>
                  </a:lnTo>
                  <a:lnTo>
                    <a:pt x="2637" y="419"/>
                  </a:lnTo>
                  <a:lnTo>
                    <a:pt x="2595" y="273"/>
                  </a:lnTo>
                  <a:lnTo>
                    <a:pt x="2406" y="168"/>
                  </a:lnTo>
                  <a:lnTo>
                    <a:pt x="2344" y="168"/>
                  </a:lnTo>
                  <a:lnTo>
                    <a:pt x="2302" y="84"/>
                  </a:lnTo>
                  <a:lnTo>
                    <a:pt x="2218" y="1"/>
                  </a:lnTo>
                  <a:lnTo>
                    <a:pt x="2197" y="105"/>
                  </a:lnTo>
                  <a:lnTo>
                    <a:pt x="2113" y="126"/>
                  </a:lnTo>
                  <a:lnTo>
                    <a:pt x="196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9" name="Google Shape;7777;p67">
              <a:extLst>
                <a:ext uri="{FF2B5EF4-FFF2-40B4-BE49-F238E27FC236}">
                  <a16:creationId xmlns:a16="http://schemas.microsoft.com/office/drawing/2014/main" id="{028918D1-2FEB-9071-9793-E2096DD2FE37}"/>
                </a:ext>
              </a:extLst>
            </p:cNvPr>
            <p:cNvSpPr/>
            <p:nvPr/>
          </p:nvSpPr>
          <p:spPr>
            <a:xfrm>
              <a:off x="3952525" y="2322625"/>
              <a:ext cx="71175" cy="52325"/>
            </a:xfrm>
            <a:custGeom>
              <a:avLst/>
              <a:gdLst/>
              <a:ahLst/>
              <a:cxnLst/>
              <a:rect l="l" t="t" r="r" b="b"/>
              <a:pathLst>
                <a:path w="2847" h="2093" extrusionOk="0">
                  <a:moveTo>
                    <a:pt x="1214" y="1"/>
                  </a:moveTo>
                  <a:lnTo>
                    <a:pt x="1110" y="22"/>
                  </a:lnTo>
                  <a:lnTo>
                    <a:pt x="963" y="105"/>
                  </a:lnTo>
                  <a:lnTo>
                    <a:pt x="900" y="63"/>
                  </a:lnTo>
                  <a:lnTo>
                    <a:pt x="754" y="63"/>
                  </a:lnTo>
                  <a:lnTo>
                    <a:pt x="545" y="22"/>
                  </a:lnTo>
                  <a:lnTo>
                    <a:pt x="315" y="105"/>
                  </a:lnTo>
                  <a:lnTo>
                    <a:pt x="126" y="231"/>
                  </a:lnTo>
                  <a:lnTo>
                    <a:pt x="105" y="377"/>
                  </a:lnTo>
                  <a:lnTo>
                    <a:pt x="1" y="398"/>
                  </a:lnTo>
                  <a:lnTo>
                    <a:pt x="1" y="586"/>
                  </a:lnTo>
                  <a:lnTo>
                    <a:pt x="63" y="712"/>
                  </a:lnTo>
                  <a:lnTo>
                    <a:pt x="1" y="796"/>
                  </a:lnTo>
                  <a:lnTo>
                    <a:pt x="22" y="817"/>
                  </a:lnTo>
                  <a:lnTo>
                    <a:pt x="231" y="754"/>
                  </a:lnTo>
                  <a:lnTo>
                    <a:pt x="398" y="1005"/>
                  </a:lnTo>
                  <a:lnTo>
                    <a:pt x="524" y="1047"/>
                  </a:lnTo>
                  <a:lnTo>
                    <a:pt x="733" y="1005"/>
                  </a:lnTo>
                  <a:lnTo>
                    <a:pt x="817" y="1047"/>
                  </a:lnTo>
                  <a:lnTo>
                    <a:pt x="838" y="1151"/>
                  </a:lnTo>
                  <a:lnTo>
                    <a:pt x="921" y="1172"/>
                  </a:lnTo>
                  <a:lnTo>
                    <a:pt x="963" y="1235"/>
                  </a:lnTo>
                  <a:lnTo>
                    <a:pt x="921" y="1340"/>
                  </a:lnTo>
                  <a:lnTo>
                    <a:pt x="921" y="1549"/>
                  </a:lnTo>
                  <a:lnTo>
                    <a:pt x="1047" y="1528"/>
                  </a:lnTo>
                  <a:lnTo>
                    <a:pt x="1172" y="1633"/>
                  </a:lnTo>
                  <a:lnTo>
                    <a:pt x="1256" y="1633"/>
                  </a:lnTo>
                  <a:lnTo>
                    <a:pt x="1319" y="1863"/>
                  </a:lnTo>
                  <a:lnTo>
                    <a:pt x="1319" y="1988"/>
                  </a:lnTo>
                  <a:lnTo>
                    <a:pt x="1361" y="2093"/>
                  </a:lnTo>
                  <a:lnTo>
                    <a:pt x="1486" y="2009"/>
                  </a:lnTo>
                  <a:lnTo>
                    <a:pt x="1696" y="1947"/>
                  </a:lnTo>
                  <a:lnTo>
                    <a:pt x="1863" y="2009"/>
                  </a:lnTo>
                  <a:lnTo>
                    <a:pt x="2009" y="1947"/>
                  </a:lnTo>
                  <a:lnTo>
                    <a:pt x="2114" y="1947"/>
                  </a:lnTo>
                  <a:lnTo>
                    <a:pt x="2051" y="1779"/>
                  </a:lnTo>
                  <a:lnTo>
                    <a:pt x="2219" y="1758"/>
                  </a:lnTo>
                  <a:lnTo>
                    <a:pt x="2281" y="1633"/>
                  </a:lnTo>
                  <a:lnTo>
                    <a:pt x="2386" y="1570"/>
                  </a:lnTo>
                  <a:lnTo>
                    <a:pt x="2407" y="1654"/>
                  </a:lnTo>
                  <a:lnTo>
                    <a:pt x="2532" y="1654"/>
                  </a:lnTo>
                  <a:lnTo>
                    <a:pt x="2532" y="1528"/>
                  </a:lnTo>
                  <a:lnTo>
                    <a:pt x="2386" y="1444"/>
                  </a:lnTo>
                  <a:lnTo>
                    <a:pt x="2428" y="1277"/>
                  </a:lnTo>
                  <a:lnTo>
                    <a:pt x="2512" y="1256"/>
                  </a:lnTo>
                  <a:lnTo>
                    <a:pt x="2616" y="1068"/>
                  </a:lnTo>
                  <a:lnTo>
                    <a:pt x="2825" y="963"/>
                  </a:lnTo>
                  <a:lnTo>
                    <a:pt x="2825" y="858"/>
                  </a:lnTo>
                  <a:lnTo>
                    <a:pt x="2721" y="817"/>
                  </a:lnTo>
                  <a:lnTo>
                    <a:pt x="2846" y="628"/>
                  </a:lnTo>
                  <a:lnTo>
                    <a:pt x="2804" y="607"/>
                  </a:lnTo>
                  <a:lnTo>
                    <a:pt x="2637" y="586"/>
                  </a:lnTo>
                  <a:lnTo>
                    <a:pt x="2512" y="398"/>
                  </a:lnTo>
                  <a:lnTo>
                    <a:pt x="2386" y="398"/>
                  </a:lnTo>
                  <a:lnTo>
                    <a:pt x="2219" y="210"/>
                  </a:lnTo>
                  <a:lnTo>
                    <a:pt x="2051" y="189"/>
                  </a:lnTo>
                  <a:lnTo>
                    <a:pt x="1842" y="84"/>
                  </a:lnTo>
                  <a:lnTo>
                    <a:pt x="1654" y="210"/>
                  </a:lnTo>
                  <a:lnTo>
                    <a:pt x="1591" y="189"/>
                  </a:lnTo>
                  <a:lnTo>
                    <a:pt x="1423" y="189"/>
                  </a:lnTo>
                  <a:lnTo>
                    <a:pt x="1340" y="84"/>
                  </a:lnTo>
                  <a:lnTo>
                    <a:pt x="1235" y="84"/>
                  </a:lnTo>
                  <a:lnTo>
                    <a:pt x="121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0" name="Google Shape;7778;p67">
              <a:extLst>
                <a:ext uri="{FF2B5EF4-FFF2-40B4-BE49-F238E27FC236}">
                  <a16:creationId xmlns:a16="http://schemas.microsoft.com/office/drawing/2014/main" id="{B88B5C2F-B0DD-55A9-BFA9-94B8800C92D6}"/>
                </a:ext>
              </a:extLst>
            </p:cNvPr>
            <p:cNvSpPr/>
            <p:nvPr/>
          </p:nvSpPr>
          <p:spPr>
            <a:xfrm>
              <a:off x="3986525" y="2326300"/>
              <a:ext cx="120875" cy="93650"/>
            </a:xfrm>
            <a:custGeom>
              <a:avLst/>
              <a:gdLst/>
              <a:ahLst/>
              <a:cxnLst/>
              <a:rect l="l" t="t" r="r" b="b"/>
              <a:pathLst>
                <a:path w="4835" h="3746" extrusionOk="0">
                  <a:moveTo>
                    <a:pt x="2470" y="0"/>
                  </a:moveTo>
                  <a:lnTo>
                    <a:pt x="2323" y="84"/>
                  </a:lnTo>
                  <a:lnTo>
                    <a:pt x="2219" y="42"/>
                  </a:lnTo>
                  <a:lnTo>
                    <a:pt x="2093" y="63"/>
                  </a:lnTo>
                  <a:lnTo>
                    <a:pt x="2051" y="167"/>
                  </a:lnTo>
                  <a:lnTo>
                    <a:pt x="1947" y="230"/>
                  </a:lnTo>
                  <a:lnTo>
                    <a:pt x="1905" y="377"/>
                  </a:lnTo>
                  <a:lnTo>
                    <a:pt x="1675" y="398"/>
                  </a:lnTo>
                  <a:lnTo>
                    <a:pt x="1486" y="481"/>
                  </a:lnTo>
                  <a:lnTo>
                    <a:pt x="1361" y="670"/>
                  </a:lnTo>
                  <a:lnTo>
                    <a:pt x="1465" y="711"/>
                  </a:lnTo>
                  <a:lnTo>
                    <a:pt x="1465" y="816"/>
                  </a:lnTo>
                  <a:lnTo>
                    <a:pt x="1256" y="921"/>
                  </a:lnTo>
                  <a:lnTo>
                    <a:pt x="1152" y="1109"/>
                  </a:lnTo>
                  <a:lnTo>
                    <a:pt x="1068" y="1130"/>
                  </a:lnTo>
                  <a:lnTo>
                    <a:pt x="1026" y="1297"/>
                  </a:lnTo>
                  <a:lnTo>
                    <a:pt x="1172" y="1381"/>
                  </a:lnTo>
                  <a:lnTo>
                    <a:pt x="1172" y="1507"/>
                  </a:lnTo>
                  <a:lnTo>
                    <a:pt x="1047" y="1507"/>
                  </a:lnTo>
                  <a:lnTo>
                    <a:pt x="1026" y="1423"/>
                  </a:lnTo>
                  <a:lnTo>
                    <a:pt x="921" y="1486"/>
                  </a:lnTo>
                  <a:lnTo>
                    <a:pt x="859" y="1611"/>
                  </a:lnTo>
                  <a:lnTo>
                    <a:pt x="691" y="1632"/>
                  </a:lnTo>
                  <a:lnTo>
                    <a:pt x="754" y="1800"/>
                  </a:lnTo>
                  <a:lnTo>
                    <a:pt x="649" y="1800"/>
                  </a:lnTo>
                  <a:lnTo>
                    <a:pt x="503" y="1862"/>
                  </a:lnTo>
                  <a:lnTo>
                    <a:pt x="336" y="1800"/>
                  </a:lnTo>
                  <a:lnTo>
                    <a:pt x="126" y="1862"/>
                  </a:lnTo>
                  <a:lnTo>
                    <a:pt x="1" y="1946"/>
                  </a:lnTo>
                  <a:lnTo>
                    <a:pt x="22" y="2009"/>
                  </a:lnTo>
                  <a:lnTo>
                    <a:pt x="126" y="2260"/>
                  </a:lnTo>
                  <a:lnTo>
                    <a:pt x="210" y="2385"/>
                  </a:lnTo>
                  <a:lnTo>
                    <a:pt x="231" y="2532"/>
                  </a:lnTo>
                  <a:lnTo>
                    <a:pt x="294" y="2574"/>
                  </a:lnTo>
                  <a:lnTo>
                    <a:pt x="294" y="2950"/>
                  </a:lnTo>
                  <a:lnTo>
                    <a:pt x="189" y="2992"/>
                  </a:lnTo>
                  <a:lnTo>
                    <a:pt x="105" y="3118"/>
                  </a:lnTo>
                  <a:lnTo>
                    <a:pt x="126" y="3306"/>
                  </a:lnTo>
                  <a:lnTo>
                    <a:pt x="273" y="3494"/>
                  </a:lnTo>
                  <a:lnTo>
                    <a:pt x="273" y="3536"/>
                  </a:lnTo>
                  <a:lnTo>
                    <a:pt x="336" y="3536"/>
                  </a:lnTo>
                  <a:lnTo>
                    <a:pt x="524" y="3620"/>
                  </a:lnTo>
                  <a:lnTo>
                    <a:pt x="628" y="3578"/>
                  </a:lnTo>
                  <a:lnTo>
                    <a:pt x="1047" y="3515"/>
                  </a:lnTo>
                  <a:lnTo>
                    <a:pt x="1235" y="3515"/>
                  </a:lnTo>
                  <a:lnTo>
                    <a:pt x="1340" y="3411"/>
                  </a:lnTo>
                  <a:lnTo>
                    <a:pt x="1424" y="3411"/>
                  </a:lnTo>
                  <a:lnTo>
                    <a:pt x="1549" y="3494"/>
                  </a:lnTo>
                  <a:lnTo>
                    <a:pt x="1884" y="3536"/>
                  </a:lnTo>
                  <a:lnTo>
                    <a:pt x="2009" y="3620"/>
                  </a:lnTo>
                  <a:lnTo>
                    <a:pt x="2051" y="3683"/>
                  </a:lnTo>
                  <a:lnTo>
                    <a:pt x="2260" y="3599"/>
                  </a:lnTo>
                  <a:lnTo>
                    <a:pt x="2365" y="3683"/>
                  </a:lnTo>
                  <a:lnTo>
                    <a:pt x="2428" y="3683"/>
                  </a:lnTo>
                  <a:lnTo>
                    <a:pt x="2470" y="3620"/>
                  </a:lnTo>
                  <a:lnTo>
                    <a:pt x="2637" y="3641"/>
                  </a:lnTo>
                  <a:lnTo>
                    <a:pt x="2721" y="3704"/>
                  </a:lnTo>
                  <a:lnTo>
                    <a:pt x="2909" y="3599"/>
                  </a:lnTo>
                  <a:lnTo>
                    <a:pt x="3056" y="3599"/>
                  </a:lnTo>
                  <a:lnTo>
                    <a:pt x="3097" y="3724"/>
                  </a:lnTo>
                  <a:lnTo>
                    <a:pt x="3202" y="3745"/>
                  </a:lnTo>
                  <a:lnTo>
                    <a:pt x="3307" y="3620"/>
                  </a:lnTo>
                  <a:lnTo>
                    <a:pt x="3411" y="3599"/>
                  </a:lnTo>
                  <a:lnTo>
                    <a:pt x="3516" y="3683"/>
                  </a:lnTo>
                  <a:lnTo>
                    <a:pt x="3662" y="3620"/>
                  </a:lnTo>
                  <a:lnTo>
                    <a:pt x="3767" y="3704"/>
                  </a:lnTo>
                  <a:lnTo>
                    <a:pt x="3893" y="3704"/>
                  </a:lnTo>
                  <a:lnTo>
                    <a:pt x="3893" y="3494"/>
                  </a:lnTo>
                  <a:lnTo>
                    <a:pt x="3997" y="3285"/>
                  </a:lnTo>
                  <a:lnTo>
                    <a:pt x="4165" y="3264"/>
                  </a:lnTo>
                  <a:lnTo>
                    <a:pt x="4395" y="3201"/>
                  </a:lnTo>
                  <a:lnTo>
                    <a:pt x="4416" y="3201"/>
                  </a:lnTo>
                  <a:lnTo>
                    <a:pt x="4416" y="3055"/>
                  </a:lnTo>
                  <a:lnTo>
                    <a:pt x="4290" y="2908"/>
                  </a:lnTo>
                  <a:lnTo>
                    <a:pt x="4311" y="2762"/>
                  </a:lnTo>
                  <a:lnTo>
                    <a:pt x="4185" y="2574"/>
                  </a:lnTo>
                  <a:lnTo>
                    <a:pt x="4185" y="2427"/>
                  </a:lnTo>
                  <a:lnTo>
                    <a:pt x="4248" y="2344"/>
                  </a:lnTo>
                  <a:lnTo>
                    <a:pt x="4374" y="2448"/>
                  </a:lnTo>
                  <a:lnTo>
                    <a:pt x="4667" y="2427"/>
                  </a:lnTo>
                  <a:lnTo>
                    <a:pt x="4771" y="2218"/>
                  </a:lnTo>
                  <a:lnTo>
                    <a:pt x="4834" y="2155"/>
                  </a:lnTo>
                  <a:lnTo>
                    <a:pt x="4688" y="2051"/>
                  </a:lnTo>
                  <a:lnTo>
                    <a:pt x="4688" y="1946"/>
                  </a:lnTo>
                  <a:lnTo>
                    <a:pt x="4457" y="1758"/>
                  </a:lnTo>
                  <a:lnTo>
                    <a:pt x="4269" y="1716"/>
                  </a:lnTo>
                  <a:lnTo>
                    <a:pt x="4206" y="1527"/>
                  </a:lnTo>
                  <a:lnTo>
                    <a:pt x="4102" y="1423"/>
                  </a:lnTo>
                  <a:lnTo>
                    <a:pt x="3955" y="1214"/>
                  </a:lnTo>
                  <a:lnTo>
                    <a:pt x="3872" y="1046"/>
                  </a:lnTo>
                  <a:lnTo>
                    <a:pt x="3746" y="921"/>
                  </a:lnTo>
                  <a:lnTo>
                    <a:pt x="3746" y="753"/>
                  </a:lnTo>
                  <a:lnTo>
                    <a:pt x="3662" y="649"/>
                  </a:lnTo>
                  <a:lnTo>
                    <a:pt x="3683" y="481"/>
                  </a:lnTo>
                  <a:lnTo>
                    <a:pt x="3662" y="356"/>
                  </a:lnTo>
                  <a:lnTo>
                    <a:pt x="3411" y="272"/>
                  </a:lnTo>
                  <a:lnTo>
                    <a:pt x="3328" y="272"/>
                  </a:lnTo>
                  <a:lnTo>
                    <a:pt x="3265" y="167"/>
                  </a:lnTo>
                  <a:lnTo>
                    <a:pt x="3097" y="230"/>
                  </a:lnTo>
                  <a:lnTo>
                    <a:pt x="2930" y="356"/>
                  </a:lnTo>
                  <a:lnTo>
                    <a:pt x="2825" y="147"/>
                  </a:lnTo>
                  <a:lnTo>
                    <a:pt x="2721" y="147"/>
                  </a:lnTo>
                  <a:lnTo>
                    <a:pt x="2574" y="188"/>
                  </a:lnTo>
                  <a:lnTo>
                    <a:pt x="247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1" name="Google Shape;7779;p67">
              <a:extLst>
                <a:ext uri="{FF2B5EF4-FFF2-40B4-BE49-F238E27FC236}">
                  <a16:creationId xmlns:a16="http://schemas.microsoft.com/office/drawing/2014/main" id="{12427850-07BC-CFB7-4581-B417D6460F06}"/>
                </a:ext>
              </a:extLst>
            </p:cNvPr>
            <p:cNvSpPr/>
            <p:nvPr/>
          </p:nvSpPr>
          <p:spPr>
            <a:xfrm>
              <a:off x="3903350" y="2478500"/>
              <a:ext cx="83200" cy="53900"/>
            </a:xfrm>
            <a:custGeom>
              <a:avLst/>
              <a:gdLst/>
              <a:ahLst/>
              <a:cxnLst/>
              <a:rect l="l" t="t" r="r" b="b"/>
              <a:pathLst>
                <a:path w="3328" h="2156" extrusionOk="0">
                  <a:moveTo>
                    <a:pt x="2993" y="1"/>
                  </a:moveTo>
                  <a:lnTo>
                    <a:pt x="2867" y="64"/>
                  </a:lnTo>
                  <a:lnTo>
                    <a:pt x="2679" y="43"/>
                  </a:lnTo>
                  <a:lnTo>
                    <a:pt x="2449" y="43"/>
                  </a:lnTo>
                  <a:lnTo>
                    <a:pt x="2302" y="22"/>
                  </a:lnTo>
                  <a:lnTo>
                    <a:pt x="2135" y="43"/>
                  </a:lnTo>
                  <a:lnTo>
                    <a:pt x="2030" y="210"/>
                  </a:lnTo>
                  <a:lnTo>
                    <a:pt x="1926" y="273"/>
                  </a:lnTo>
                  <a:lnTo>
                    <a:pt x="1926" y="377"/>
                  </a:lnTo>
                  <a:lnTo>
                    <a:pt x="1758" y="210"/>
                  </a:lnTo>
                  <a:lnTo>
                    <a:pt x="1549" y="357"/>
                  </a:lnTo>
                  <a:lnTo>
                    <a:pt x="1403" y="419"/>
                  </a:lnTo>
                  <a:lnTo>
                    <a:pt x="1403" y="545"/>
                  </a:lnTo>
                  <a:lnTo>
                    <a:pt x="1089" y="566"/>
                  </a:lnTo>
                  <a:lnTo>
                    <a:pt x="880" y="629"/>
                  </a:lnTo>
                  <a:lnTo>
                    <a:pt x="691" y="587"/>
                  </a:lnTo>
                  <a:lnTo>
                    <a:pt x="294" y="357"/>
                  </a:lnTo>
                  <a:lnTo>
                    <a:pt x="294" y="440"/>
                  </a:lnTo>
                  <a:lnTo>
                    <a:pt x="315" y="566"/>
                  </a:lnTo>
                  <a:lnTo>
                    <a:pt x="294" y="670"/>
                  </a:lnTo>
                  <a:lnTo>
                    <a:pt x="64" y="670"/>
                  </a:lnTo>
                  <a:lnTo>
                    <a:pt x="43" y="733"/>
                  </a:lnTo>
                  <a:lnTo>
                    <a:pt x="147" y="838"/>
                  </a:lnTo>
                  <a:lnTo>
                    <a:pt x="85" y="984"/>
                  </a:lnTo>
                  <a:lnTo>
                    <a:pt x="64" y="1089"/>
                  </a:lnTo>
                  <a:lnTo>
                    <a:pt x="147" y="1193"/>
                  </a:lnTo>
                  <a:lnTo>
                    <a:pt x="43" y="1298"/>
                  </a:lnTo>
                  <a:lnTo>
                    <a:pt x="1" y="1298"/>
                  </a:lnTo>
                  <a:lnTo>
                    <a:pt x="168" y="1486"/>
                  </a:lnTo>
                  <a:lnTo>
                    <a:pt x="189" y="1675"/>
                  </a:lnTo>
                  <a:lnTo>
                    <a:pt x="273" y="1696"/>
                  </a:lnTo>
                  <a:lnTo>
                    <a:pt x="524" y="1905"/>
                  </a:lnTo>
                  <a:lnTo>
                    <a:pt x="629" y="1947"/>
                  </a:lnTo>
                  <a:lnTo>
                    <a:pt x="733" y="2030"/>
                  </a:lnTo>
                  <a:lnTo>
                    <a:pt x="1026" y="2093"/>
                  </a:lnTo>
                  <a:lnTo>
                    <a:pt x="1235" y="2156"/>
                  </a:lnTo>
                  <a:lnTo>
                    <a:pt x="1340" y="2030"/>
                  </a:lnTo>
                  <a:lnTo>
                    <a:pt x="1403" y="2051"/>
                  </a:lnTo>
                  <a:lnTo>
                    <a:pt x="1466" y="1989"/>
                  </a:lnTo>
                  <a:lnTo>
                    <a:pt x="1612" y="1926"/>
                  </a:lnTo>
                  <a:lnTo>
                    <a:pt x="1717" y="1926"/>
                  </a:lnTo>
                  <a:lnTo>
                    <a:pt x="1738" y="1884"/>
                  </a:lnTo>
                  <a:lnTo>
                    <a:pt x="1863" y="1779"/>
                  </a:lnTo>
                  <a:lnTo>
                    <a:pt x="1968" y="1800"/>
                  </a:lnTo>
                  <a:lnTo>
                    <a:pt x="2072" y="1821"/>
                  </a:lnTo>
                  <a:lnTo>
                    <a:pt x="2156" y="1842"/>
                  </a:lnTo>
                  <a:lnTo>
                    <a:pt x="2282" y="1717"/>
                  </a:lnTo>
                  <a:lnTo>
                    <a:pt x="2386" y="1696"/>
                  </a:lnTo>
                  <a:lnTo>
                    <a:pt x="2449" y="1591"/>
                  </a:lnTo>
                  <a:lnTo>
                    <a:pt x="2595" y="1612"/>
                  </a:lnTo>
                  <a:lnTo>
                    <a:pt x="2700" y="1507"/>
                  </a:lnTo>
                  <a:lnTo>
                    <a:pt x="2679" y="1403"/>
                  </a:lnTo>
                  <a:lnTo>
                    <a:pt x="2888" y="1089"/>
                  </a:lnTo>
                  <a:lnTo>
                    <a:pt x="3014" y="754"/>
                  </a:lnTo>
                  <a:lnTo>
                    <a:pt x="3118" y="524"/>
                  </a:lnTo>
                  <a:lnTo>
                    <a:pt x="3286" y="482"/>
                  </a:lnTo>
                  <a:lnTo>
                    <a:pt x="3328" y="357"/>
                  </a:lnTo>
                  <a:lnTo>
                    <a:pt x="3307" y="336"/>
                  </a:lnTo>
                  <a:lnTo>
                    <a:pt x="3286" y="231"/>
                  </a:lnTo>
                  <a:lnTo>
                    <a:pt x="3118" y="126"/>
                  </a:lnTo>
                  <a:lnTo>
                    <a:pt x="299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2" name="Google Shape;7780;p67">
              <a:extLst>
                <a:ext uri="{FF2B5EF4-FFF2-40B4-BE49-F238E27FC236}">
                  <a16:creationId xmlns:a16="http://schemas.microsoft.com/office/drawing/2014/main" id="{DB7AED2D-D755-C4DD-94E3-AA0A0DE05835}"/>
                </a:ext>
              </a:extLst>
            </p:cNvPr>
            <p:cNvSpPr/>
            <p:nvPr/>
          </p:nvSpPr>
          <p:spPr>
            <a:xfrm>
              <a:off x="3910150" y="2462825"/>
              <a:ext cx="71700" cy="31400"/>
            </a:xfrm>
            <a:custGeom>
              <a:avLst/>
              <a:gdLst/>
              <a:ahLst/>
              <a:cxnLst/>
              <a:rect l="l" t="t" r="r" b="b"/>
              <a:pathLst>
                <a:path w="2868" h="1256" extrusionOk="0">
                  <a:moveTo>
                    <a:pt x="2240" y="0"/>
                  </a:moveTo>
                  <a:lnTo>
                    <a:pt x="2177" y="21"/>
                  </a:lnTo>
                  <a:lnTo>
                    <a:pt x="2093" y="105"/>
                  </a:lnTo>
                  <a:lnTo>
                    <a:pt x="2010" y="42"/>
                  </a:lnTo>
                  <a:lnTo>
                    <a:pt x="1884" y="42"/>
                  </a:lnTo>
                  <a:lnTo>
                    <a:pt x="1779" y="21"/>
                  </a:lnTo>
                  <a:lnTo>
                    <a:pt x="1696" y="42"/>
                  </a:lnTo>
                  <a:lnTo>
                    <a:pt x="1612" y="147"/>
                  </a:lnTo>
                  <a:lnTo>
                    <a:pt x="1507" y="168"/>
                  </a:lnTo>
                  <a:lnTo>
                    <a:pt x="1486" y="147"/>
                  </a:lnTo>
                  <a:lnTo>
                    <a:pt x="1235" y="126"/>
                  </a:lnTo>
                  <a:lnTo>
                    <a:pt x="1089" y="230"/>
                  </a:lnTo>
                  <a:lnTo>
                    <a:pt x="942" y="251"/>
                  </a:lnTo>
                  <a:lnTo>
                    <a:pt x="775" y="419"/>
                  </a:lnTo>
                  <a:lnTo>
                    <a:pt x="566" y="440"/>
                  </a:lnTo>
                  <a:lnTo>
                    <a:pt x="336" y="523"/>
                  </a:lnTo>
                  <a:lnTo>
                    <a:pt x="294" y="460"/>
                  </a:lnTo>
                  <a:lnTo>
                    <a:pt x="147" y="481"/>
                  </a:lnTo>
                  <a:lnTo>
                    <a:pt x="22" y="565"/>
                  </a:lnTo>
                  <a:lnTo>
                    <a:pt x="1" y="565"/>
                  </a:lnTo>
                  <a:lnTo>
                    <a:pt x="1" y="753"/>
                  </a:lnTo>
                  <a:lnTo>
                    <a:pt x="22" y="984"/>
                  </a:lnTo>
                  <a:lnTo>
                    <a:pt x="419" y="1214"/>
                  </a:lnTo>
                  <a:lnTo>
                    <a:pt x="608" y="1256"/>
                  </a:lnTo>
                  <a:lnTo>
                    <a:pt x="817" y="1193"/>
                  </a:lnTo>
                  <a:lnTo>
                    <a:pt x="1131" y="1172"/>
                  </a:lnTo>
                  <a:lnTo>
                    <a:pt x="1131" y="1046"/>
                  </a:lnTo>
                  <a:lnTo>
                    <a:pt x="1277" y="984"/>
                  </a:lnTo>
                  <a:lnTo>
                    <a:pt x="1486" y="837"/>
                  </a:lnTo>
                  <a:lnTo>
                    <a:pt x="1654" y="1004"/>
                  </a:lnTo>
                  <a:lnTo>
                    <a:pt x="1654" y="900"/>
                  </a:lnTo>
                  <a:lnTo>
                    <a:pt x="1758" y="837"/>
                  </a:lnTo>
                  <a:lnTo>
                    <a:pt x="1863" y="670"/>
                  </a:lnTo>
                  <a:lnTo>
                    <a:pt x="2030" y="649"/>
                  </a:lnTo>
                  <a:lnTo>
                    <a:pt x="2177" y="670"/>
                  </a:lnTo>
                  <a:lnTo>
                    <a:pt x="2407" y="670"/>
                  </a:lnTo>
                  <a:lnTo>
                    <a:pt x="2595" y="691"/>
                  </a:lnTo>
                  <a:lnTo>
                    <a:pt x="2742" y="628"/>
                  </a:lnTo>
                  <a:lnTo>
                    <a:pt x="2763" y="419"/>
                  </a:lnTo>
                  <a:lnTo>
                    <a:pt x="2867" y="147"/>
                  </a:lnTo>
                  <a:lnTo>
                    <a:pt x="2637" y="21"/>
                  </a:lnTo>
                  <a:lnTo>
                    <a:pt x="2407" y="21"/>
                  </a:lnTo>
                  <a:lnTo>
                    <a:pt x="2344" y="42"/>
                  </a:lnTo>
                  <a:lnTo>
                    <a:pt x="224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3" name="Google Shape;7781;p67">
              <a:extLst>
                <a:ext uri="{FF2B5EF4-FFF2-40B4-BE49-F238E27FC236}">
                  <a16:creationId xmlns:a16="http://schemas.microsoft.com/office/drawing/2014/main" id="{FA4046D0-6A65-C6BB-712D-C1D497C4FDCD}"/>
                </a:ext>
              </a:extLst>
            </p:cNvPr>
            <p:cNvSpPr/>
            <p:nvPr/>
          </p:nvSpPr>
          <p:spPr>
            <a:xfrm>
              <a:off x="3947825" y="2585750"/>
              <a:ext cx="27225" cy="52325"/>
            </a:xfrm>
            <a:custGeom>
              <a:avLst/>
              <a:gdLst/>
              <a:ahLst/>
              <a:cxnLst/>
              <a:rect l="l" t="t" r="r" b="b"/>
              <a:pathLst>
                <a:path w="1089" h="2093" extrusionOk="0">
                  <a:moveTo>
                    <a:pt x="419" y="0"/>
                  </a:moveTo>
                  <a:lnTo>
                    <a:pt x="314" y="126"/>
                  </a:lnTo>
                  <a:lnTo>
                    <a:pt x="272" y="21"/>
                  </a:lnTo>
                  <a:lnTo>
                    <a:pt x="210" y="21"/>
                  </a:lnTo>
                  <a:lnTo>
                    <a:pt x="84" y="147"/>
                  </a:lnTo>
                  <a:lnTo>
                    <a:pt x="0" y="314"/>
                  </a:lnTo>
                  <a:lnTo>
                    <a:pt x="0" y="544"/>
                  </a:lnTo>
                  <a:lnTo>
                    <a:pt x="189" y="628"/>
                  </a:lnTo>
                  <a:lnTo>
                    <a:pt x="168" y="691"/>
                  </a:lnTo>
                  <a:lnTo>
                    <a:pt x="105" y="733"/>
                  </a:lnTo>
                  <a:lnTo>
                    <a:pt x="63" y="984"/>
                  </a:lnTo>
                  <a:lnTo>
                    <a:pt x="105" y="1172"/>
                  </a:lnTo>
                  <a:lnTo>
                    <a:pt x="63" y="1277"/>
                  </a:lnTo>
                  <a:lnTo>
                    <a:pt x="63" y="1423"/>
                  </a:lnTo>
                  <a:lnTo>
                    <a:pt x="147" y="1528"/>
                  </a:lnTo>
                  <a:lnTo>
                    <a:pt x="84" y="1674"/>
                  </a:lnTo>
                  <a:lnTo>
                    <a:pt x="147" y="1716"/>
                  </a:lnTo>
                  <a:lnTo>
                    <a:pt x="377" y="1737"/>
                  </a:lnTo>
                  <a:lnTo>
                    <a:pt x="482" y="2009"/>
                  </a:lnTo>
                  <a:lnTo>
                    <a:pt x="565" y="2093"/>
                  </a:lnTo>
                  <a:lnTo>
                    <a:pt x="628" y="2030"/>
                  </a:lnTo>
                  <a:lnTo>
                    <a:pt x="712" y="1883"/>
                  </a:lnTo>
                  <a:lnTo>
                    <a:pt x="733" y="1737"/>
                  </a:lnTo>
                  <a:lnTo>
                    <a:pt x="942" y="1674"/>
                  </a:lnTo>
                  <a:lnTo>
                    <a:pt x="1047" y="1507"/>
                  </a:lnTo>
                  <a:lnTo>
                    <a:pt x="1088" y="1360"/>
                  </a:lnTo>
                  <a:lnTo>
                    <a:pt x="942" y="1256"/>
                  </a:lnTo>
                  <a:lnTo>
                    <a:pt x="900" y="1109"/>
                  </a:lnTo>
                  <a:lnTo>
                    <a:pt x="795" y="963"/>
                  </a:lnTo>
                  <a:lnTo>
                    <a:pt x="775" y="753"/>
                  </a:lnTo>
                  <a:lnTo>
                    <a:pt x="795" y="544"/>
                  </a:lnTo>
                  <a:lnTo>
                    <a:pt x="775" y="481"/>
                  </a:lnTo>
                  <a:lnTo>
                    <a:pt x="775" y="335"/>
                  </a:lnTo>
                  <a:lnTo>
                    <a:pt x="712" y="230"/>
                  </a:lnTo>
                  <a:lnTo>
                    <a:pt x="607" y="147"/>
                  </a:lnTo>
                  <a:lnTo>
                    <a:pt x="565" y="147"/>
                  </a:lnTo>
                  <a:lnTo>
                    <a:pt x="482" y="21"/>
                  </a:lnTo>
                  <a:lnTo>
                    <a:pt x="41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4" name="Google Shape;7782;p67">
              <a:extLst>
                <a:ext uri="{FF2B5EF4-FFF2-40B4-BE49-F238E27FC236}">
                  <a16:creationId xmlns:a16="http://schemas.microsoft.com/office/drawing/2014/main" id="{EFD5AA32-BD5F-E63E-0B0A-598CBDC32246}"/>
                </a:ext>
              </a:extLst>
            </p:cNvPr>
            <p:cNvSpPr/>
            <p:nvPr/>
          </p:nvSpPr>
          <p:spPr>
            <a:xfrm>
              <a:off x="3934750" y="2566400"/>
              <a:ext cx="26175" cy="32975"/>
            </a:xfrm>
            <a:custGeom>
              <a:avLst/>
              <a:gdLst/>
              <a:ahLst/>
              <a:cxnLst/>
              <a:rect l="l" t="t" r="r" b="b"/>
              <a:pathLst>
                <a:path w="1047" h="1319" extrusionOk="0">
                  <a:moveTo>
                    <a:pt x="293" y="0"/>
                  </a:moveTo>
                  <a:lnTo>
                    <a:pt x="210" y="63"/>
                  </a:lnTo>
                  <a:lnTo>
                    <a:pt x="210" y="167"/>
                  </a:lnTo>
                  <a:lnTo>
                    <a:pt x="314" y="209"/>
                  </a:lnTo>
                  <a:lnTo>
                    <a:pt x="356" y="293"/>
                  </a:lnTo>
                  <a:lnTo>
                    <a:pt x="272" y="356"/>
                  </a:lnTo>
                  <a:lnTo>
                    <a:pt x="189" y="356"/>
                  </a:lnTo>
                  <a:lnTo>
                    <a:pt x="147" y="481"/>
                  </a:lnTo>
                  <a:lnTo>
                    <a:pt x="147" y="628"/>
                  </a:lnTo>
                  <a:lnTo>
                    <a:pt x="84" y="732"/>
                  </a:lnTo>
                  <a:lnTo>
                    <a:pt x="0" y="795"/>
                  </a:lnTo>
                  <a:lnTo>
                    <a:pt x="63" y="837"/>
                  </a:lnTo>
                  <a:lnTo>
                    <a:pt x="168" y="879"/>
                  </a:lnTo>
                  <a:lnTo>
                    <a:pt x="377" y="1151"/>
                  </a:lnTo>
                  <a:lnTo>
                    <a:pt x="398" y="1235"/>
                  </a:lnTo>
                  <a:lnTo>
                    <a:pt x="523" y="1318"/>
                  </a:lnTo>
                  <a:lnTo>
                    <a:pt x="523" y="1088"/>
                  </a:lnTo>
                  <a:lnTo>
                    <a:pt x="607" y="921"/>
                  </a:lnTo>
                  <a:lnTo>
                    <a:pt x="733" y="795"/>
                  </a:lnTo>
                  <a:lnTo>
                    <a:pt x="795" y="795"/>
                  </a:lnTo>
                  <a:lnTo>
                    <a:pt x="837" y="900"/>
                  </a:lnTo>
                  <a:lnTo>
                    <a:pt x="942" y="774"/>
                  </a:lnTo>
                  <a:lnTo>
                    <a:pt x="984" y="711"/>
                  </a:lnTo>
                  <a:lnTo>
                    <a:pt x="1046" y="628"/>
                  </a:lnTo>
                  <a:lnTo>
                    <a:pt x="1046" y="502"/>
                  </a:lnTo>
                  <a:lnTo>
                    <a:pt x="900" y="481"/>
                  </a:lnTo>
                  <a:lnTo>
                    <a:pt x="816" y="398"/>
                  </a:lnTo>
                  <a:lnTo>
                    <a:pt x="691" y="398"/>
                  </a:lnTo>
                  <a:lnTo>
                    <a:pt x="628" y="314"/>
                  </a:lnTo>
                  <a:lnTo>
                    <a:pt x="628" y="251"/>
                  </a:lnTo>
                  <a:lnTo>
                    <a:pt x="502" y="105"/>
                  </a:lnTo>
                  <a:lnTo>
                    <a:pt x="502" y="146"/>
                  </a:lnTo>
                  <a:lnTo>
                    <a:pt x="398" y="84"/>
                  </a:lnTo>
                  <a:lnTo>
                    <a:pt x="29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5" name="Google Shape;7783;p67">
              <a:extLst>
                <a:ext uri="{FF2B5EF4-FFF2-40B4-BE49-F238E27FC236}">
                  <a16:creationId xmlns:a16="http://schemas.microsoft.com/office/drawing/2014/main" id="{59578008-FF84-44EB-3891-C1149C47CDCB}"/>
                </a:ext>
              </a:extLst>
            </p:cNvPr>
            <p:cNvSpPr/>
            <p:nvPr/>
          </p:nvSpPr>
          <p:spPr>
            <a:xfrm>
              <a:off x="3895525" y="2538675"/>
              <a:ext cx="54425" cy="47625"/>
            </a:xfrm>
            <a:custGeom>
              <a:avLst/>
              <a:gdLst/>
              <a:ahLst/>
              <a:cxnLst/>
              <a:rect l="l" t="t" r="r" b="b"/>
              <a:pathLst>
                <a:path w="2177" h="1905" extrusionOk="0">
                  <a:moveTo>
                    <a:pt x="105" y="0"/>
                  </a:moveTo>
                  <a:lnTo>
                    <a:pt x="63" y="42"/>
                  </a:lnTo>
                  <a:lnTo>
                    <a:pt x="63" y="167"/>
                  </a:lnTo>
                  <a:lnTo>
                    <a:pt x="0" y="230"/>
                  </a:lnTo>
                  <a:lnTo>
                    <a:pt x="42" y="314"/>
                  </a:lnTo>
                  <a:lnTo>
                    <a:pt x="84" y="314"/>
                  </a:lnTo>
                  <a:lnTo>
                    <a:pt x="209" y="439"/>
                  </a:lnTo>
                  <a:lnTo>
                    <a:pt x="251" y="544"/>
                  </a:lnTo>
                  <a:lnTo>
                    <a:pt x="314" y="649"/>
                  </a:lnTo>
                  <a:lnTo>
                    <a:pt x="272" y="670"/>
                  </a:lnTo>
                  <a:lnTo>
                    <a:pt x="293" y="753"/>
                  </a:lnTo>
                  <a:lnTo>
                    <a:pt x="774" y="1151"/>
                  </a:lnTo>
                  <a:lnTo>
                    <a:pt x="1151" y="1611"/>
                  </a:lnTo>
                  <a:lnTo>
                    <a:pt x="1109" y="1695"/>
                  </a:lnTo>
                  <a:lnTo>
                    <a:pt x="1193" y="1716"/>
                  </a:lnTo>
                  <a:lnTo>
                    <a:pt x="1402" y="1737"/>
                  </a:lnTo>
                  <a:lnTo>
                    <a:pt x="1465" y="1716"/>
                  </a:lnTo>
                  <a:lnTo>
                    <a:pt x="1569" y="1904"/>
                  </a:lnTo>
                  <a:lnTo>
                    <a:pt x="1653" y="1841"/>
                  </a:lnTo>
                  <a:lnTo>
                    <a:pt x="1716" y="1737"/>
                  </a:lnTo>
                  <a:lnTo>
                    <a:pt x="1716" y="1590"/>
                  </a:lnTo>
                  <a:lnTo>
                    <a:pt x="1758" y="1465"/>
                  </a:lnTo>
                  <a:lnTo>
                    <a:pt x="1841" y="1465"/>
                  </a:lnTo>
                  <a:lnTo>
                    <a:pt x="1925" y="1402"/>
                  </a:lnTo>
                  <a:lnTo>
                    <a:pt x="1883" y="1318"/>
                  </a:lnTo>
                  <a:lnTo>
                    <a:pt x="1779" y="1276"/>
                  </a:lnTo>
                  <a:lnTo>
                    <a:pt x="1779" y="1172"/>
                  </a:lnTo>
                  <a:lnTo>
                    <a:pt x="1862" y="1109"/>
                  </a:lnTo>
                  <a:lnTo>
                    <a:pt x="1967" y="1193"/>
                  </a:lnTo>
                  <a:lnTo>
                    <a:pt x="2071" y="1255"/>
                  </a:lnTo>
                  <a:lnTo>
                    <a:pt x="2134" y="1193"/>
                  </a:lnTo>
                  <a:lnTo>
                    <a:pt x="1988" y="1046"/>
                  </a:lnTo>
                  <a:lnTo>
                    <a:pt x="1988" y="900"/>
                  </a:lnTo>
                  <a:lnTo>
                    <a:pt x="2051" y="879"/>
                  </a:lnTo>
                  <a:lnTo>
                    <a:pt x="2155" y="942"/>
                  </a:lnTo>
                  <a:lnTo>
                    <a:pt x="2176" y="858"/>
                  </a:lnTo>
                  <a:lnTo>
                    <a:pt x="2134" y="795"/>
                  </a:lnTo>
                  <a:lnTo>
                    <a:pt x="2030" y="774"/>
                  </a:lnTo>
                  <a:lnTo>
                    <a:pt x="1862" y="649"/>
                  </a:lnTo>
                  <a:lnTo>
                    <a:pt x="1862" y="565"/>
                  </a:lnTo>
                  <a:lnTo>
                    <a:pt x="1967" y="419"/>
                  </a:lnTo>
                  <a:lnTo>
                    <a:pt x="1988" y="251"/>
                  </a:lnTo>
                  <a:lnTo>
                    <a:pt x="1925" y="251"/>
                  </a:lnTo>
                  <a:lnTo>
                    <a:pt x="1862" y="272"/>
                  </a:lnTo>
                  <a:lnTo>
                    <a:pt x="1820" y="230"/>
                  </a:lnTo>
                  <a:lnTo>
                    <a:pt x="1653" y="230"/>
                  </a:lnTo>
                  <a:lnTo>
                    <a:pt x="1548" y="126"/>
                  </a:lnTo>
                  <a:lnTo>
                    <a:pt x="1465" y="147"/>
                  </a:lnTo>
                  <a:lnTo>
                    <a:pt x="1339" y="105"/>
                  </a:lnTo>
                  <a:lnTo>
                    <a:pt x="1214" y="126"/>
                  </a:lnTo>
                  <a:lnTo>
                    <a:pt x="1193" y="63"/>
                  </a:lnTo>
                  <a:lnTo>
                    <a:pt x="1088" y="126"/>
                  </a:lnTo>
                  <a:lnTo>
                    <a:pt x="942" y="63"/>
                  </a:lnTo>
                  <a:lnTo>
                    <a:pt x="900" y="126"/>
                  </a:lnTo>
                  <a:lnTo>
                    <a:pt x="837" y="21"/>
                  </a:lnTo>
                  <a:lnTo>
                    <a:pt x="732" y="0"/>
                  </a:lnTo>
                  <a:lnTo>
                    <a:pt x="690" y="42"/>
                  </a:lnTo>
                  <a:lnTo>
                    <a:pt x="607" y="0"/>
                  </a:lnTo>
                  <a:lnTo>
                    <a:pt x="565" y="63"/>
                  </a:lnTo>
                  <a:lnTo>
                    <a:pt x="481" y="42"/>
                  </a:lnTo>
                  <a:lnTo>
                    <a:pt x="377" y="63"/>
                  </a:lnTo>
                  <a:lnTo>
                    <a:pt x="377" y="147"/>
                  </a:lnTo>
                  <a:lnTo>
                    <a:pt x="293" y="167"/>
                  </a:lnTo>
                  <a:lnTo>
                    <a:pt x="251" y="105"/>
                  </a:lnTo>
                  <a:lnTo>
                    <a:pt x="10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6" name="Google Shape;7784;p67">
              <a:extLst>
                <a:ext uri="{FF2B5EF4-FFF2-40B4-BE49-F238E27FC236}">
                  <a16:creationId xmlns:a16="http://schemas.microsoft.com/office/drawing/2014/main" id="{9EE3916D-4232-EDB5-D406-BAEED9DA080E}"/>
                </a:ext>
              </a:extLst>
            </p:cNvPr>
            <p:cNvSpPr/>
            <p:nvPr/>
          </p:nvSpPr>
          <p:spPr>
            <a:xfrm>
              <a:off x="3865700" y="2510950"/>
              <a:ext cx="42400" cy="26700"/>
            </a:xfrm>
            <a:custGeom>
              <a:avLst/>
              <a:gdLst/>
              <a:ahLst/>
              <a:cxnLst/>
              <a:rect l="l" t="t" r="r" b="b"/>
              <a:pathLst>
                <a:path w="1696" h="1068" extrusionOk="0">
                  <a:moveTo>
                    <a:pt x="1507" y="0"/>
                  </a:moveTo>
                  <a:lnTo>
                    <a:pt x="1381" y="63"/>
                  </a:lnTo>
                  <a:lnTo>
                    <a:pt x="1130" y="209"/>
                  </a:lnTo>
                  <a:lnTo>
                    <a:pt x="1067" y="188"/>
                  </a:lnTo>
                  <a:lnTo>
                    <a:pt x="984" y="209"/>
                  </a:lnTo>
                  <a:lnTo>
                    <a:pt x="858" y="272"/>
                  </a:lnTo>
                  <a:lnTo>
                    <a:pt x="733" y="272"/>
                  </a:lnTo>
                  <a:lnTo>
                    <a:pt x="607" y="314"/>
                  </a:lnTo>
                  <a:lnTo>
                    <a:pt x="523" y="230"/>
                  </a:lnTo>
                  <a:lnTo>
                    <a:pt x="251" y="230"/>
                  </a:lnTo>
                  <a:lnTo>
                    <a:pt x="147" y="209"/>
                  </a:lnTo>
                  <a:lnTo>
                    <a:pt x="21" y="419"/>
                  </a:lnTo>
                  <a:lnTo>
                    <a:pt x="84" y="502"/>
                  </a:lnTo>
                  <a:lnTo>
                    <a:pt x="0" y="628"/>
                  </a:lnTo>
                  <a:lnTo>
                    <a:pt x="21" y="816"/>
                  </a:lnTo>
                  <a:lnTo>
                    <a:pt x="42" y="816"/>
                  </a:lnTo>
                  <a:lnTo>
                    <a:pt x="147" y="858"/>
                  </a:lnTo>
                  <a:lnTo>
                    <a:pt x="147" y="942"/>
                  </a:lnTo>
                  <a:lnTo>
                    <a:pt x="42" y="963"/>
                  </a:lnTo>
                  <a:lnTo>
                    <a:pt x="42" y="1067"/>
                  </a:lnTo>
                  <a:lnTo>
                    <a:pt x="251" y="1067"/>
                  </a:lnTo>
                  <a:lnTo>
                    <a:pt x="398" y="963"/>
                  </a:lnTo>
                  <a:lnTo>
                    <a:pt x="523" y="921"/>
                  </a:lnTo>
                  <a:lnTo>
                    <a:pt x="733" y="1025"/>
                  </a:lnTo>
                  <a:lnTo>
                    <a:pt x="858" y="1025"/>
                  </a:lnTo>
                  <a:lnTo>
                    <a:pt x="879" y="816"/>
                  </a:lnTo>
                  <a:lnTo>
                    <a:pt x="1067" y="732"/>
                  </a:lnTo>
                  <a:lnTo>
                    <a:pt x="1088" y="586"/>
                  </a:lnTo>
                  <a:lnTo>
                    <a:pt x="1444" y="398"/>
                  </a:lnTo>
                  <a:lnTo>
                    <a:pt x="1695" y="398"/>
                  </a:lnTo>
                  <a:lnTo>
                    <a:pt x="1674" y="188"/>
                  </a:lnTo>
                  <a:lnTo>
                    <a:pt x="150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7" name="Google Shape;7785;p67">
              <a:extLst>
                <a:ext uri="{FF2B5EF4-FFF2-40B4-BE49-F238E27FC236}">
                  <a16:creationId xmlns:a16="http://schemas.microsoft.com/office/drawing/2014/main" id="{4DCC06E1-F83E-07D4-06C2-C4842299D1B9}"/>
                </a:ext>
              </a:extLst>
            </p:cNvPr>
            <p:cNvSpPr/>
            <p:nvPr/>
          </p:nvSpPr>
          <p:spPr>
            <a:xfrm>
              <a:off x="3811300" y="2470650"/>
              <a:ext cx="99925" cy="48150"/>
            </a:xfrm>
            <a:custGeom>
              <a:avLst/>
              <a:gdLst/>
              <a:ahLst/>
              <a:cxnLst/>
              <a:rect l="l" t="t" r="r" b="b"/>
              <a:pathLst>
                <a:path w="3997" h="1926" extrusionOk="0">
                  <a:moveTo>
                    <a:pt x="2846" y="1"/>
                  </a:moveTo>
                  <a:lnTo>
                    <a:pt x="2804" y="106"/>
                  </a:lnTo>
                  <a:lnTo>
                    <a:pt x="2741" y="147"/>
                  </a:lnTo>
                  <a:lnTo>
                    <a:pt x="2720" y="252"/>
                  </a:lnTo>
                  <a:lnTo>
                    <a:pt x="2574" y="252"/>
                  </a:lnTo>
                  <a:lnTo>
                    <a:pt x="2511" y="315"/>
                  </a:lnTo>
                  <a:lnTo>
                    <a:pt x="2218" y="147"/>
                  </a:lnTo>
                  <a:lnTo>
                    <a:pt x="2155" y="147"/>
                  </a:lnTo>
                  <a:lnTo>
                    <a:pt x="2114" y="252"/>
                  </a:lnTo>
                  <a:lnTo>
                    <a:pt x="2114" y="357"/>
                  </a:lnTo>
                  <a:lnTo>
                    <a:pt x="2051" y="357"/>
                  </a:lnTo>
                  <a:lnTo>
                    <a:pt x="1967" y="461"/>
                  </a:lnTo>
                  <a:lnTo>
                    <a:pt x="1842" y="545"/>
                  </a:lnTo>
                  <a:lnTo>
                    <a:pt x="1674" y="733"/>
                  </a:lnTo>
                  <a:lnTo>
                    <a:pt x="1674" y="796"/>
                  </a:lnTo>
                  <a:lnTo>
                    <a:pt x="1842" y="880"/>
                  </a:lnTo>
                  <a:lnTo>
                    <a:pt x="1863" y="984"/>
                  </a:lnTo>
                  <a:lnTo>
                    <a:pt x="1779" y="1047"/>
                  </a:lnTo>
                  <a:lnTo>
                    <a:pt x="1653" y="963"/>
                  </a:lnTo>
                  <a:lnTo>
                    <a:pt x="1528" y="984"/>
                  </a:lnTo>
                  <a:lnTo>
                    <a:pt x="1381" y="963"/>
                  </a:lnTo>
                  <a:lnTo>
                    <a:pt x="1319" y="963"/>
                  </a:lnTo>
                  <a:lnTo>
                    <a:pt x="1130" y="1089"/>
                  </a:lnTo>
                  <a:lnTo>
                    <a:pt x="1026" y="1110"/>
                  </a:lnTo>
                  <a:lnTo>
                    <a:pt x="942" y="1089"/>
                  </a:lnTo>
                  <a:lnTo>
                    <a:pt x="837" y="1110"/>
                  </a:lnTo>
                  <a:lnTo>
                    <a:pt x="754" y="1047"/>
                  </a:lnTo>
                  <a:lnTo>
                    <a:pt x="440" y="1047"/>
                  </a:lnTo>
                  <a:lnTo>
                    <a:pt x="440" y="1110"/>
                  </a:lnTo>
                  <a:lnTo>
                    <a:pt x="419" y="1173"/>
                  </a:lnTo>
                  <a:lnTo>
                    <a:pt x="272" y="1152"/>
                  </a:lnTo>
                  <a:lnTo>
                    <a:pt x="189" y="1047"/>
                  </a:lnTo>
                  <a:lnTo>
                    <a:pt x="84" y="1089"/>
                  </a:lnTo>
                  <a:lnTo>
                    <a:pt x="21" y="1110"/>
                  </a:lnTo>
                  <a:lnTo>
                    <a:pt x="0" y="1110"/>
                  </a:lnTo>
                  <a:lnTo>
                    <a:pt x="63" y="1173"/>
                  </a:lnTo>
                  <a:lnTo>
                    <a:pt x="63" y="1256"/>
                  </a:lnTo>
                  <a:lnTo>
                    <a:pt x="105" y="1298"/>
                  </a:lnTo>
                  <a:lnTo>
                    <a:pt x="105" y="1403"/>
                  </a:lnTo>
                  <a:lnTo>
                    <a:pt x="210" y="1403"/>
                  </a:lnTo>
                  <a:lnTo>
                    <a:pt x="293" y="1382"/>
                  </a:lnTo>
                  <a:lnTo>
                    <a:pt x="398" y="1507"/>
                  </a:lnTo>
                  <a:lnTo>
                    <a:pt x="502" y="1403"/>
                  </a:lnTo>
                  <a:lnTo>
                    <a:pt x="586" y="1403"/>
                  </a:lnTo>
                  <a:lnTo>
                    <a:pt x="628" y="1507"/>
                  </a:lnTo>
                  <a:lnTo>
                    <a:pt x="837" y="1591"/>
                  </a:lnTo>
                  <a:lnTo>
                    <a:pt x="1130" y="1403"/>
                  </a:lnTo>
                  <a:lnTo>
                    <a:pt x="1256" y="1424"/>
                  </a:lnTo>
                  <a:lnTo>
                    <a:pt x="1444" y="1424"/>
                  </a:lnTo>
                  <a:lnTo>
                    <a:pt x="1444" y="1528"/>
                  </a:lnTo>
                  <a:lnTo>
                    <a:pt x="1737" y="1717"/>
                  </a:lnTo>
                  <a:lnTo>
                    <a:pt x="2072" y="1779"/>
                  </a:lnTo>
                  <a:lnTo>
                    <a:pt x="2260" y="1738"/>
                  </a:lnTo>
                  <a:lnTo>
                    <a:pt x="2323" y="1821"/>
                  </a:lnTo>
                  <a:lnTo>
                    <a:pt x="2427" y="1842"/>
                  </a:lnTo>
                  <a:lnTo>
                    <a:pt x="2699" y="1842"/>
                  </a:lnTo>
                  <a:lnTo>
                    <a:pt x="2783" y="1926"/>
                  </a:lnTo>
                  <a:lnTo>
                    <a:pt x="2909" y="1884"/>
                  </a:lnTo>
                  <a:lnTo>
                    <a:pt x="3034" y="1884"/>
                  </a:lnTo>
                  <a:lnTo>
                    <a:pt x="3160" y="1821"/>
                  </a:lnTo>
                  <a:lnTo>
                    <a:pt x="3243" y="1800"/>
                  </a:lnTo>
                  <a:lnTo>
                    <a:pt x="3306" y="1821"/>
                  </a:lnTo>
                  <a:lnTo>
                    <a:pt x="3557" y="1675"/>
                  </a:lnTo>
                  <a:lnTo>
                    <a:pt x="3683" y="1612"/>
                  </a:lnTo>
                  <a:lnTo>
                    <a:pt x="3725" y="1612"/>
                  </a:lnTo>
                  <a:lnTo>
                    <a:pt x="3829" y="1507"/>
                  </a:lnTo>
                  <a:lnTo>
                    <a:pt x="3746" y="1403"/>
                  </a:lnTo>
                  <a:lnTo>
                    <a:pt x="3767" y="1298"/>
                  </a:lnTo>
                  <a:lnTo>
                    <a:pt x="3829" y="1152"/>
                  </a:lnTo>
                  <a:lnTo>
                    <a:pt x="3725" y="1047"/>
                  </a:lnTo>
                  <a:lnTo>
                    <a:pt x="3746" y="984"/>
                  </a:lnTo>
                  <a:lnTo>
                    <a:pt x="3976" y="984"/>
                  </a:lnTo>
                  <a:lnTo>
                    <a:pt x="3997" y="880"/>
                  </a:lnTo>
                  <a:lnTo>
                    <a:pt x="3976" y="754"/>
                  </a:lnTo>
                  <a:lnTo>
                    <a:pt x="3976" y="671"/>
                  </a:lnTo>
                  <a:lnTo>
                    <a:pt x="3955" y="440"/>
                  </a:lnTo>
                  <a:lnTo>
                    <a:pt x="3955" y="252"/>
                  </a:lnTo>
                  <a:lnTo>
                    <a:pt x="3725" y="210"/>
                  </a:lnTo>
                  <a:lnTo>
                    <a:pt x="3641" y="127"/>
                  </a:lnTo>
                  <a:lnTo>
                    <a:pt x="3474" y="147"/>
                  </a:lnTo>
                  <a:lnTo>
                    <a:pt x="3327" y="147"/>
                  </a:lnTo>
                  <a:lnTo>
                    <a:pt x="3160" y="43"/>
                  </a:lnTo>
                  <a:lnTo>
                    <a:pt x="2951" y="43"/>
                  </a:lnTo>
                  <a:lnTo>
                    <a:pt x="284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8" name="Google Shape;7786;p67">
              <a:extLst>
                <a:ext uri="{FF2B5EF4-FFF2-40B4-BE49-F238E27FC236}">
                  <a16:creationId xmlns:a16="http://schemas.microsoft.com/office/drawing/2014/main" id="{930C8B52-95A7-5DBA-DCDE-97E02A340CBB}"/>
                </a:ext>
              </a:extLst>
            </p:cNvPr>
            <p:cNvSpPr/>
            <p:nvPr/>
          </p:nvSpPr>
          <p:spPr>
            <a:xfrm>
              <a:off x="3867800" y="2355575"/>
              <a:ext cx="132350" cy="111450"/>
            </a:xfrm>
            <a:custGeom>
              <a:avLst/>
              <a:gdLst/>
              <a:ahLst/>
              <a:cxnLst/>
              <a:rect l="l" t="t" r="r" b="b"/>
              <a:pathLst>
                <a:path w="5294" h="4458" extrusionOk="0">
                  <a:moveTo>
                    <a:pt x="1883" y="1"/>
                  </a:moveTo>
                  <a:lnTo>
                    <a:pt x="1632" y="105"/>
                  </a:lnTo>
                  <a:lnTo>
                    <a:pt x="1486" y="105"/>
                  </a:lnTo>
                  <a:lnTo>
                    <a:pt x="1318" y="147"/>
                  </a:lnTo>
                  <a:lnTo>
                    <a:pt x="1214" y="315"/>
                  </a:lnTo>
                  <a:lnTo>
                    <a:pt x="1046" y="315"/>
                  </a:lnTo>
                  <a:lnTo>
                    <a:pt x="942" y="398"/>
                  </a:lnTo>
                  <a:lnTo>
                    <a:pt x="942" y="524"/>
                  </a:lnTo>
                  <a:lnTo>
                    <a:pt x="753" y="524"/>
                  </a:lnTo>
                  <a:lnTo>
                    <a:pt x="481" y="670"/>
                  </a:lnTo>
                  <a:lnTo>
                    <a:pt x="314" y="670"/>
                  </a:lnTo>
                  <a:lnTo>
                    <a:pt x="251" y="796"/>
                  </a:lnTo>
                  <a:lnTo>
                    <a:pt x="209" y="963"/>
                  </a:lnTo>
                  <a:lnTo>
                    <a:pt x="147" y="984"/>
                  </a:lnTo>
                  <a:lnTo>
                    <a:pt x="167" y="1047"/>
                  </a:lnTo>
                  <a:lnTo>
                    <a:pt x="126" y="1047"/>
                  </a:lnTo>
                  <a:lnTo>
                    <a:pt x="167" y="1298"/>
                  </a:lnTo>
                  <a:lnTo>
                    <a:pt x="147" y="1486"/>
                  </a:lnTo>
                  <a:lnTo>
                    <a:pt x="0" y="1570"/>
                  </a:lnTo>
                  <a:lnTo>
                    <a:pt x="0" y="1633"/>
                  </a:lnTo>
                  <a:lnTo>
                    <a:pt x="167" y="1842"/>
                  </a:lnTo>
                  <a:lnTo>
                    <a:pt x="147" y="1947"/>
                  </a:lnTo>
                  <a:lnTo>
                    <a:pt x="230" y="2051"/>
                  </a:lnTo>
                  <a:lnTo>
                    <a:pt x="230" y="2135"/>
                  </a:lnTo>
                  <a:lnTo>
                    <a:pt x="272" y="2261"/>
                  </a:lnTo>
                  <a:lnTo>
                    <a:pt x="230" y="2365"/>
                  </a:lnTo>
                  <a:lnTo>
                    <a:pt x="335" y="2616"/>
                  </a:lnTo>
                  <a:lnTo>
                    <a:pt x="419" y="2658"/>
                  </a:lnTo>
                  <a:lnTo>
                    <a:pt x="481" y="2742"/>
                  </a:lnTo>
                  <a:lnTo>
                    <a:pt x="481" y="3056"/>
                  </a:lnTo>
                  <a:lnTo>
                    <a:pt x="460" y="3097"/>
                  </a:lnTo>
                  <a:lnTo>
                    <a:pt x="523" y="3181"/>
                  </a:lnTo>
                  <a:lnTo>
                    <a:pt x="565" y="3139"/>
                  </a:lnTo>
                  <a:lnTo>
                    <a:pt x="649" y="3160"/>
                  </a:lnTo>
                  <a:lnTo>
                    <a:pt x="732" y="3097"/>
                  </a:lnTo>
                  <a:lnTo>
                    <a:pt x="963" y="3160"/>
                  </a:lnTo>
                  <a:lnTo>
                    <a:pt x="942" y="3202"/>
                  </a:lnTo>
                  <a:lnTo>
                    <a:pt x="1046" y="3307"/>
                  </a:lnTo>
                  <a:lnTo>
                    <a:pt x="1151" y="3307"/>
                  </a:lnTo>
                  <a:lnTo>
                    <a:pt x="1214" y="3390"/>
                  </a:lnTo>
                  <a:lnTo>
                    <a:pt x="1172" y="3495"/>
                  </a:lnTo>
                  <a:lnTo>
                    <a:pt x="1193" y="3579"/>
                  </a:lnTo>
                  <a:lnTo>
                    <a:pt x="1255" y="3600"/>
                  </a:lnTo>
                  <a:lnTo>
                    <a:pt x="1255" y="3704"/>
                  </a:lnTo>
                  <a:lnTo>
                    <a:pt x="1318" y="3725"/>
                  </a:lnTo>
                  <a:lnTo>
                    <a:pt x="1381" y="3683"/>
                  </a:lnTo>
                  <a:lnTo>
                    <a:pt x="1465" y="3683"/>
                  </a:lnTo>
                  <a:lnTo>
                    <a:pt x="1318" y="3516"/>
                  </a:lnTo>
                  <a:lnTo>
                    <a:pt x="1381" y="3474"/>
                  </a:lnTo>
                  <a:lnTo>
                    <a:pt x="1632" y="3621"/>
                  </a:lnTo>
                  <a:lnTo>
                    <a:pt x="1820" y="3600"/>
                  </a:lnTo>
                  <a:lnTo>
                    <a:pt x="1779" y="3704"/>
                  </a:lnTo>
                  <a:lnTo>
                    <a:pt x="1904" y="3809"/>
                  </a:lnTo>
                  <a:lnTo>
                    <a:pt x="2134" y="3767"/>
                  </a:lnTo>
                  <a:lnTo>
                    <a:pt x="2302" y="3809"/>
                  </a:lnTo>
                  <a:lnTo>
                    <a:pt x="2636" y="4081"/>
                  </a:lnTo>
                  <a:lnTo>
                    <a:pt x="2762" y="4248"/>
                  </a:lnTo>
                  <a:lnTo>
                    <a:pt x="2846" y="4248"/>
                  </a:lnTo>
                  <a:lnTo>
                    <a:pt x="2888" y="4206"/>
                  </a:lnTo>
                  <a:lnTo>
                    <a:pt x="3055" y="4206"/>
                  </a:lnTo>
                  <a:lnTo>
                    <a:pt x="3139" y="4290"/>
                  </a:lnTo>
                  <a:lnTo>
                    <a:pt x="3180" y="4437"/>
                  </a:lnTo>
                  <a:lnTo>
                    <a:pt x="3201" y="4458"/>
                  </a:lnTo>
                  <a:lnTo>
                    <a:pt x="3306" y="4437"/>
                  </a:lnTo>
                  <a:lnTo>
                    <a:pt x="3390" y="4332"/>
                  </a:lnTo>
                  <a:lnTo>
                    <a:pt x="3473" y="4311"/>
                  </a:lnTo>
                  <a:lnTo>
                    <a:pt x="3578" y="4332"/>
                  </a:lnTo>
                  <a:lnTo>
                    <a:pt x="3704" y="4332"/>
                  </a:lnTo>
                  <a:lnTo>
                    <a:pt x="3787" y="4395"/>
                  </a:lnTo>
                  <a:lnTo>
                    <a:pt x="3871" y="4311"/>
                  </a:lnTo>
                  <a:lnTo>
                    <a:pt x="3934" y="4290"/>
                  </a:lnTo>
                  <a:lnTo>
                    <a:pt x="4038" y="4332"/>
                  </a:lnTo>
                  <a:lnTo>
                    <a:pt x="4101" y="4311"/>
                  </a:lnTo>
                  <a:lnTo>
                    <a:pt x="4331" y="4311"/>
                  </a:lnTo>
                  <a:lnTo>
                    <a:pt x="4561" y="4437"/>
                  </a:lnTo>
                  <a:lnTo>
                    <a:pt x="4708" y="4458"/>
                  </a:lnTo>
                  <a:lnTo>
                    <a:pt x="4708" y="4290"/>
                  </a:lnTo>
                  <a:lnTo>
                    <a:pt x="4666" y="4123"/>
                  </a:lnTo>
                  <a:lnTo>
                    <a:pt x="5043" y="3725"/>
                  </a:lnTo>
                  <a:lnTo>
                    <a:pt x="5064" y="3558"/>
                  </a:lnTo>
                  <a:lnTo>
                    <a:pt x="5168" y="3474"/>
                  </a:lnTo>
                  <a:lnTo>
                    <a:pt x="5252" y="3474"/>
                  </a:lnTo>
                  <a:lnTo>
                    <a:pt x="5294" y="3286"/>
                  </a:lnTo>
                  <a:lnTo>
                    <a:pt x="5252" y="3202"/>
                  </a:lnTo>
                  <a:lnTo>
                    <a:pt x="5231" y="3139"/>
                  </a:lnTo>
                  <a:lnTo>
                    <a:pt x="5273" y="3056"/>
                  </a:lnTo>
                  <a:lnTo>
                    <a:pt x="5147" y="2972"/>
                  </a:lnTo>
                  <a:lnTo>
                    <a:pt x="5064" y="2825"/>
                  </a:lnTo>
                  <a:lnTo>
                    <a:pt x="5022" y="2742"/>
                  </a:lnTo>
                  <a:lnTo>
                    <a:pt x="4980" y="2470"/>
                  </a:lnTo>
                  <a:lnTo>
                    <a:pt x="5022" y="2365"/>
                  </a:lnTo>
                  <a:lnTo>
                    <a:pt x="5022" y="2323"/>
                  </a:lnTo>
                  <a:lnTo>
                    <a:pt x="4875" y="2135"/>
                  </a:lnTo>
                  <a:lnTo>
                    <a:pt x="4854" y="1947"/>
                  </a:lnTo>
                  <a:lnTo>
                    <a:pt x="4938" y="1821"/>
                  </a:lnTo>
                  <a:lnTo>
                    <a:pt x="5043" y="1779"/>
                  </a:lnTo>
                  <a:lnTo>
                    <a:pt x="5043" y="1403"/>
                  </a:lnTo>
                  <a:lnTo>
                    <a:pt x="4980" y="1361"/>
                  </a:lnTo>
                  <a:lnTo>
                    <a:pt x="4959" y="1214"/>
                  </a:lnTo>
                  <a:lnTo>
                    <a:pt x="4875" y="1089"/>
                  </a:lnTo>
                  <a:lnTo>
                    <a:pt x="4771" y="838"/>
                  </a:lnTo>
                  <a:lnTo>
                    <a:pt x="4750" y="775"/>
                  </a:lnTo>
                  <a:lnTo>
                    <a:pt x="4708" y="670"/>
                  </a:lnTo>
                  <a:lnTo>
                    <a:pt x="4708" y="545"/>
                  </a:lnTo>
                  <a:lnTo>
                    <a:pt x="4645" y="315"/>
                  </a:lnTo>
                  <a:lnTo>
                    <a:pt x="4561" y="315"/>
                  </a:lnTo>
                  <a:lnTo>
                    <a:pt x="4436" y="210"/>
                  </a:lnTo>
                  <a:lnTo>
                    <a:pt x="4310" y="231"/>
                  </a:lnTo>
                  <a:lnTo>
                    <a:pt x="3683" y="273"/>
                  </a:lnTo>
                  <a:lnTo>
                    <a:pt x="2950" y="231"/>
                  </a:lnTo>
                  <a:lnTo>
                    <a:pt x="2867" y="252"/>
                  </a:lnTo>
                  <a:lnTo>
                    <a:pt x="2678" y="440"/>
                  </a:lnTo>
                  <a:lnTo>
                    <a:pt x="2511" y="482"/>
                  </a:lnTo>
                  <a:lnTo>
                    <a:pt x="2469" y="440"/>
                  </a:lnTo>
                  <a:lnTo>
                    <a:pt x="2636" y="356"/>
                  </a:lnTo>
                  <a:lnTo>
                    <a:pt x="2783" y="210"/>
                  </a:lnTo>
                  <a:lnTo>
                    <a:pt x="2741" y="210"/>
                  </a:lnTo>
                  <a:lnTo>
                    <a:pt x="2616" y="315"/>
                  </a:lnTo>
                  <a:lnTo>
                    <a:pt x="2406" y="398"/>
                  </a:lnTo>
                  <a:lnTo>
                    <a:pt x="2134" y="356"/>
                  </a:lnTo>
                  <a:lnTo>
                    <a:pt x="2092" y="210"/>
                  </a:lnTo>
                  <a:lnTo>
                    <a:pt x="2134" y="126"/>
                  </a:lnTo>
                  <a:lnTo>
                    <a:pt x="2260" y="126"/>
                  </a:lnTo>
                  <a:lnTo>
                    <a:pt x="2323" y="168"/>
                  </a:lnTo>
                  <a:lnTo>
                    <a:pt x="2323" y="126"/>
                  </a:lnTo>
                  <a:lnTo>
                    <a:pt x="2155" y="43"/>
                  </a:lnTo>
                  <a:lnTo>
                    <a:pt x="188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9" name="Google Shape;7787;p67">
              <a:extLst>
                <a:ext uri="{FF2B5EF4-FFF2-40B4-BE49-F238E27FC236}">
                  <a16:creationId xmlns:a16="http://schemas.microsoft.com/office/drawing/2014/main" id="{B7E11201-3E38-EE5F-3E7C-EB3E298654C0}"/>
                </a:ext>
              </a:extLst>
            </p:cNvPr>
            <p:cNvSpPr/>
            <p:nvPr/>
          </p:nvSpPr>
          <p:spPr>
            <a:xfrm>
              <a:off x="3841625" y="2432475"/>
              <a:ext cx="105700" cy="46050"/>
            </a:xfrm>
            <a:custGeom>
              <a:avLst/>
              <a:gdLst/>
              <a:ahLst/>
              <a:cxnLst/>
              <a:rect l="l" t="t" r="r" b="b"/>
              <a:pathLst>
                <a:path w="4228" h="1842" extrusionOk="0">
                  <a:moveTo>
                    <a:pt x="1403" y="1"/>
                  </a:moveTo>
                  <a:lnTo>
                    <a:pt x="1319" y="63"/>
                  </a:lnTo>
                  <a:lnTo>
                    <a:pt x="1152" y="21"/>
                  </a:lnTo>
                  <a:lnTo>
                    <a:pt x="1152" y="126"/>
                  </a:lnTo>
                  <a:lnTo>
                    <a:pt x="1068" y="189"/>
                  </a:lnTo>
                  <a:lnTo>
                    <a:pt x="984" y="168"/>
                  </a:lnTo>
                  <a:lnTo>
                    <a:pt x="775" y="168"/>
                  </a:lnTo>
                  <a:lnTo>
                    <a:pt x="733" y="273"/>
                  </a:lnTo>
                  <a:lnTo>
                    <a:pt x="587" y="273"/>
                  </a:lnTo>
                  <a:lnTo>
                    <a:pt x="482" y="398"/>
                  </a:lnTo>
                  <a:lnTo>
                    <a:pt x="378" y="398"/>
                  </a:lnTo>
                  <a:lnTo>
                    <a:pt x="168" y="586"/>
                  </a:lnTo>
                  <a:lnTo>
                    <a:pt x="106" y="545"/>
                  </a:lnTo>
                  <a:lnTo>
                    <a:pt x="22" y="503"/>
                  </a:lnTo>
                  <a:lnTo>
                    <a:pt x="1" y="524"/>
                  </a:lnTo>
                  <a:lnTo>
                    <a:pt x="1" y="628"/>
                  </a:lnTo>
                  <a:lnTo>
                    <a:pt x="147" y="712"/>
                  </a:lnTo>
                  <a:lnTo>
                    <a:pt x="252" y="900"/>
                  </a:lnTo>
                  <a:lnTo>
                    <a:pt x="252" y="1047"/>
                  </a:lnTo>
                  <a:lnTo>
                    <a:pt x="273" y="1130"/>
                  </a:lnTo>
                  <a:lnTo>
                    <a:pt x="378" y="1172"/>
                  </a:lnTo>
                  <a:lnTo>
                    <a:pt x="587" y="1319"/>
                  </a:lnTo>
                  <a:lnTo>
                    <a:pt x="691" y="1382"/>
                  </a:lnTo>
                  <a:lnTo>
                    <a:pt x="942" y="1674"/>
                  </a:lnTo>
                  <a:lnTo>
                    <a:pt x="1005" y="1674"/>
                  </a:lnTo>
                  <a:lnTo>
                    <a:pt x="1298" y="1842"/>
                  </a:lnTo>
                  <a:lnTo>
                    <a:pt x="1361" y="1779"/>
                  </a:lnTo>
                  <a:lnTo>
                    <a:pt x="1507" y="1779"/>
                  </a:lnTo>
                  <a:lnTo>
                    <a:pt x="1528" y="1674"/>
                  </a:lnTo>
                  <a:lnTo>
                    <a:pt x="1591" y="1633"/>
                  </a:lnTo>
                  <a:lnTo>
                    <a:pt x="1633" y="1528"/>
                  </a:lnTo>
                  <a:lnTo>
                    <a:pt x="1738" y="1570"/>
                  </a:lnTo>
                  <a:lnTo>
                    <a:pt x="1947" y="1570"/>
                  </a:lnTo>
                  <a:lnTo>
                    <a:pt x="2114" y="1674"/>
                  </a:lnTo>
                  <a:lnTo>
                    <a:pt x="2261" y="1674"/>
                  </a:lnTo>
                  <a:lnTo>
                    <a:pt x="2428" y="1654"/>
                  </a:lnTo>
                  <a:lnTo>
                    <a:pt x="2512" y="1737"/>
                  </a:lnTo>
                  <a:lnTo>
                    <a:pt x="2742" y="1779"/>
                  </a:lnTo>
                  <a:lnTo>
                    <a:pt x="2763" y="1779"/>
                  </a:lnTo>
                  <a:lnTo>
                    <a:pt x="2888" y="1695"/>
                  </a:lnTo>
                  <a:lnTo>
                    <a:pt x="3035" y="1674"/>
                  </a:lnTo>
                  <a:lnTo>
                    <a:pt x="3077" y="1737"/>
                  </a:lnTo>
                  <a:lnTo>
                    <a:pt x="3307" y="1654"/>
                  </a:lnTo>
                  <a:lnTo>
                    <a:pt x="3516" y="1633"/>
                  </a:lnTo>
                  <a:lnTo>
                    <a:pt x="3683" y="1465"/>
                  </a:lnTo>
                  <a:lnTo>
                    <a:pt x="3830" y="1444"/>
                  </a:lnTo>
                  <a:lnTo>
                    <a:pt x="3976" y="1340"/>
                  </a:lnTo>
                  <a:lnTo>
                    <a:pt x="4227" y="1361"/>
                  </a:lnTo>
                  <a:lnTo>
                    <a:pt x="4186" y="1214"/>
                  </a:lnTo>
                  <a:lnTo>
                    <a:pt x="4102" y="1130"/>
                  </a:lnTo>
                  <a:lnTo>
                    <a:pt x="3935" y="1130"/>
                  </a:lnTo>
                  <a:lnTo>
                    <a:pt x="3893" y="1172"/>
                  </a:lnTo>
                  <a:lnTo>
                    <a:pt x="3809" y="1172"/>
                  </a:lnTo>
                  <a:lnTo>
                    <a:pt x="3683" y="1005"/>
                  </a:lnTo>
                  <a:lnTo>
                    <a:pt x="3349" y="733"/>
                  </a:lnTo>
                  <a:lnTo>
                    <a:pt x="3181" y="691"/>
                  </a:lnTo>
                  <a:lnTo>
                    <a:pt x="2951" y="733"/>
                  </a:lnTo>
                  <a:lnTo>
                    <a:pt x="2826" y="628"/>
                  </a:lnTo>
                  <a:lnTo>
                    <a:pt x="2867" y="524"/>
                  </a:lnTo>
                  <a:lnTo>
                    <a:pt x="2679" y="545"/>
                  </a:lnTo>
                  <a:lnTo>
                    <a:pt x="2428" y="398"/>
                  </a:lnTo>
                  <a:lnTo>
                    <a:pt x="2365" y="440"/>
                  </a:lnTo>
                  <a:lnTo>
                    <a:pt x="2512" y="607"/>
                  </a:lnTo>
                  <a:lnTo>
                    <a:pt x="2428" y="607"/>
                  </a:lnTo>
                  <a:lnTo>
                    <a:pt x="2365" y="649"/>
                  </a:lnTo>
                  <a:lnTo>
                    <a:pt x="2302" y="628"/>
                  </a:lnTo>
                  <a:lnTo>
                    <a:pt x="2302" y="524"/>
                  </a:lnTo>
                  <a:lnTo>
                    <a:pt x="2240" y="503"/>
                  </a:lnTo>
                  <a:lnTo>
                    <a:pt x="2219" y="419"/>
                  </a:lnTo>
                  <a:lnTo>
                    <a:pt x="2261" y="314"/>
                  </a:lnTo>
                  <a:lnTo>
                    <a:pt x="2198" y="231"/>
                  </a:lnTo>
                  <a:lnTo>
                    <a:pt x="2093" y="231"/>
                  </a:lnTo>
                  <a:lnTo>
                    <a:pt x="1989" y="126"/>
                  </a:lnTo>
                  <a:lnTo>
                    <a:pt x="2010" y="84"/>
                  </a:lnTo>
                  <a:lnTo>
                    <a:pt x="1779" y="21"/>
                  </a:lnTo>
                  <a:lnTo>
                    <a:pt x="1696" y="84"/>
                  </a:lnTo>
                  <a:lnTo>
                    <a:pt x="1612" y="63"/>
                  </a:lnTo>
                  <a:lnTo>
                    <a:pt x="1570" y="105"/>
                  </a:lnTo>
                  <a:lnTo>
                    <a:pt x="1507" y="21"/>
                  </a:lnTo>
                  <a:lnTo>
                    <a:pt x="1486" y="63"/>
                  </a:lnTo>
                  <a:lnTo>
                    <a:pt x="140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50" name="Google Shape;7788;p67">
              <a:extLst>
                <a:ext uri="{FF2B5EF4-FFF2-40B4-BE49-F238E27FC236}">
                  <a16:creationId xmlns:a16="http://schemas.microsoft.com/office/drawing/2014/main" id="{E9D33A41-96BF-9DC9-AE8F-9B551D1E58E3}"/>
                </a:ext>
              </a:extLst>
            </p:cNvPr>
            <p:cNvSpPr/>
            <p:nvPr/>
          </p:nvSpPr>
          <p:spPr>
            <a:xfrm>
              <a:off x="3759500" y="2356100"/>
              <a:ext cx="120350" cy="143875"/>
            </a:xfrm>
            <a:custGeom>
              <a:avLst/>
              <a:gdLst/>
              <a:ahLst/>
              <a:cxnLst/>
              <a:rect l="l" t="t" r="r" b="b"/>
              <a:pathLst>
                <a:path w="4814" h="5755" extrusionOk="0">
                  <a:moveTo>
                    <a:pt x="1340" y="1"/>
                  </a:moveTo>
                  <a:lnTo>
                    <a:pt x="1340" y="22"/>
                  </a:lnTo>
                  <a:lnTo>
                    <a:pt x="1340" y="126"/>
                  </a:lnTo>
                  <a:lnTo>
                    <a:pt x="1424" y="189"/>
                  </a:lnTo>
                  <a:lnTo>
                    <a:pt x="1466" y="189"/>
                  </a:lnTo>
                  <a:lnTo>
                    <a:pt x="1466" y="252"/>
                  </a:lnTo>
                  <a:lnTo>
                    <a:pt x="1612" y="377"/>
                  </a:lnTo>
                  <a:lnTo>
                    <a:pt x="1507" y="419"/>
                  </a:lnTo>
                  <a:lnTo>
                    <a:pt x="1403" y="419"/>
                  </a:lnTo>
                  <a:lnTo>
                    <a:pt x="1403" y="524"/>
                  </a:lnTo>
                  <a:lnTo>
                    <a:pt x="1507" y="461"/>
                  </a:lnTo>
                  <a:lnTo>
                    <a:pt x="1507" y="628"/>
                  </a:lnTo>
                  <a:lnTo>
                    <a:pt x="1612" y="670"/>
                  </a:lnTo>
                  <a:lnTo>
                    <a:pt x="1528" y="754"/>
                  </a:lnTo>
                  <a:lnTo>
                    <a:pt x="1528" y="838"/>
                  </a:lnTo>
                  <a:lnTo>
                    <a:pt x="1612" y="880"/>
                  </a:lnTo>
                  <a:lnTo>
                    <a:pt x="1738" y="880"/>
                  </a:lnTo>
                  <a:lnTo>
                    <a:pt x="1926" y="1068"/>
                  </a:lnTo>
                  <a:lnTo>
                    <a:pt x="2156" y="1172"/>
                  </a:lnTo>
                  <a:lnTo>
                    <a:pt x="1926" y="1131"/>
                  </a:lnTo>
                  <a:lnTo>
                    <a:pt x="1738" y="942"/>
                  </a:lnTo>
                  <a:lnTo>
                    <a:pt x="1612" y="963"/>
                  </a:lnTo>
                  <a:lnTo>
                    <a:pt x="1507" y="942"/>
                  </a:lnTo>
                  <a:lnTo>
                    <a:pt x="1424" y="942"/>
                  </a:lnTo>
                  <a:lnTo>
                    <a:pt x="1340" y="1068"/>
                  </a:lnTo>
                  <a:lnTo>
                    <a:pt x="1361" y="1152"/>
                  </a:lnTo>
                  <a:lnTo>
                    <a:pt x="1361" y="1340"/>
                  </a:lnTo>
                  <a:lnTo>
                    <a:pt x="1424" y="1444"/>
                  </a:lnTo>
                  <a:lnTo>
                    <a:pt x="1298" y="1277"/>
                  </a:lnTo>
                  <a:lnTo>
                    <a:pt x="1319" y="1152"/>
                  </a:lnTo>
                  <a:lnTo>
                    <a:pt x="1235" y="1068"/>
                  </a:lnTo>
                  <a:lnTo>
                    <a:pt x="1194" y="1089"/>
                  </a:lnTo>
                  <a:lnTo>
                    <a:pt x="1194" y="1172"/>
                  </a:lnTo>
                  <a:lnTo>
                    <a:pt x="1235" y="1277"/>
                  </a:lnTo>
                  <a:lnTo>
                    <a:pt x="1152" y="1361"/>
                  </a:lnTo>
                  <a:lnTo>
                    <a:pt x="1089" y="1235"/>
                  </a:lnTo>
                  <a:lnTo>
                    <a:pt x="1089" y="1089"/>
                  </a:lnTo>
                  <a:lnTo>
                    <a:pt x="942" y="1026"/>
                  </a:lnTo>
                  <a:lnTo>
                    <a:pt x="880" y="1047"/>
                  </a:lnTo>
                  <a:lnTo>
                    <a:pt x="608" y="1131"/>
                  </a:lnTo>
                  <a:lnTo>
                    <a:pt x="587" y="1235"/>
                  </a:lnTo>
                  <a:lnTo>
                    <a:pt x="629" y="1340"/>
                  </a:lnTo>
                  <a:lnTo>
                    <a:pt x="775" y="1361"/>
                  </a:lnTo>
                  <a:lnTo>
                    <a:pt x="796" y="1465"/>
                  </a:lnTo>
                  <a:lnTo>
                    <a:pt x="796" y="1486"/>
                  </a:lnTo>
                  <a:lnTo>
                    <a:pt x="733" y="1507"/>
                  </a:lnTo>
                  <a:lnTo>
                    <a:pt x="733" y="1591"/>
                  </a:lnTo>
                  <a:lnTo>
                    <a:pt x="691" y="1696"/>
                  </a:lnTo>
                  <a:lnTo>
                    <a:pt x="691" y="1800"/>
                  </a:lnTo>
                  <a:lnTo>
                    <a:pt x="608" y="1863"/>
                  </a:lnTo>
                  <a:lnTo>
                    <a:pt x="503" y="1800"/>
                  </a:lnTo>
                  <a:lnTo>
                    <a:pt x="461" y="1926"/>
                  </a:lnTo>
                  <a:lnTo>
                    <a:pt x="482" y="1988"/>
                  </a:lnTo>
                  <a:lnTo>
                    <a:pt x="608" y="1988"/>
                  </a:lnTo>
                  <a:lnTo>
                    <a:pt x="670" y="2030"/>
                  </a:lnTo>
                  <a:lnTo>
                    <a:pt x="629" y="2114"/>
                  </a:lnTo>
                  <a:lnTo>
                    <a:pt x="608" y="2240"/>
                  </a:lnTo>
                  <a:lnTo>
                    <a:pt x="524" y="2302"/>
                  </a:lnTo>
                  <a:lnTo>
                    <a:pt x="608" y="2407"/>
                  </a:lnTo>
                  <a:lnTo>
                    <a:pt x="524" y="2449"/>
                  </a:lnTo>
                  <a:lnTo>
                    <a:pt x="378" y="2407"/>
                  </a:lnTo>
                  <a:lnTo>
                    <a:pt x="210" y="2449"/>
                  </a:lnTo>
                  <a:lnTo>
                    <a:pt x="168" y="2553"/>
                  </a:lnTo>
                  <a:lnTo>
                    <a:pt x="85" y="2658"/>
                  </a:lnTo>
                  <a:lnTo>
                    <a:pt x="105" y="2825"/>
                  </a:lnTo>
                  <a:lnTo>
                    <a:pt x="85" y="3035"/>
                  </a:lnTo>
                  <a:lnTo>
                    <a:pt x="43" y="3139"/>
                  </a:lnTo>
                  <a:lnTo>
                    <a:pt x="43" y="3160"/>
                  </a:lnTo>
                  <a:lnTo>
                    <a:pt x="1" y="3244"/>
                  </a:lnTo>
                  <a:lnTo>
                    <a:pt x="85" y="3432"/>
                  </a:lnTo>
                  <a:lnTo>
                    <a:pt x="85" y="3474"/>
                  </a:lnTo>
                  <a:lnTo>
                    <a:pt x="168" y="3579"/>
                  </a:lnTo>
                  <a:lnTo>
                    <a:pt x="85" y="3746"/>
                  </a:lnTo>
                  <a:lnTo>
                    <a:pt x="147" y="3746"/>
                  </a:lnTo>
                  <a:lnTo>
                    <a:pt x="273" y="3913"/>
                  </a:lnTo>
                  <a:lnTo>
                    <a:pt x="294" y="4060"/>
                  </a:lnTo>
                  <a:lnTo>
                    <a:pt x="357" y="4102"/>
                  </a:lnTo>
                  <a:lnTo>
                    <a:pt x="357" y="4290"/>
                  </a:lnTo>
                  <a:lnTo>
                    <a:pt x="461" y="4374"/>
                  </a:lnTo>
                  <a:lnTo>
                    <a:pt x="461" y="4437"/>
                  </a:lnTo>
                  <a:lnTo>
                    <a:pt x="566" y="4520"/>
                  </a:lnTo>
                  <a:lnTo>
                    <a:pt x="629" y="4478"/>
                  </a:lnTo>
                  <a:lnTo>
                    <a:pt x="733" y="4478"/>
                  </a:lnTo>
                  <a:lnTo>
                    <a:pt x="817" y="4520"/>
                  </a:lnTo>
                  <a:lnTo>
                    <a:pt x="922" y="4478"/>
                  </a:lnTo>
                  <a:lnTo>
                    <a:pt x="1047" y="4541"/>
                  </a:lnTo>
                  <a:lnTo>
                    <a:pt x="1152" y="4541"/>
                  </a:lnTo>
                  <a:lnTo>
                    <a:pt x="1298" y="4625"/>
                  </a:lnTo>
                  <a:lnTo>
                    <a:pt x="1152" y="4750"/>
                  </a:lnTo>
                  <a:lnTo>
                    <a:pt x="1089" y="4918"/>
                  </a:lnTo>
                  <a:lnTo>
                    <a:pt x="1089" y="5022"/>
                  </a:lnTo>
                  <a:lnTo>
                    <a:pt x="1005" y="5106"/>
                  </a:lnTo>
                  <a:lnTo>
                    <a:pt x="942" y="5273"/>
                  </a:lnTo>
                  <a:lnTo>
                    <a:pt x="942" y="5441"/>
                  </a:lnTo>
                  <a:lnTo>
                    <a:pt x="1047" y="5525"/>
                  </a:lnTo>
                  <a:lnTo>
                    <a:pt x="1110" y="5629"/>
                  </a:lnTo>
                  <a:lnTo>
                    <a:pt x="1214" y="5650"/>
                  </a:lnTo>
                  <a:lnTo>
                    <a:pt x="1319" y="5587"/>
                  </a:lnTo>
                  <a:lnTo>
                    <a:pt x="1445" y="5650"/>
                  </a:lnTo>
                  <a:lnTo>
                    <a:pt x="1507" y="5566"/>
                  </a:lnTo>
                  <a:lnTo>
                    <a:pt x="1466" y="5525"/>
                  </a:lnTo>
                  <a:lnTo>
                    <a:pt x="1612" y="5462"/>
                  </a:lnTo>
                  <a:lnTo>
                    <a:pt x="1633" y="5566"/>
                  </a:lnTo>
                  <a:lnTo>
                    <a:pt x="1717" y="5587"/>
                  </a:lnTo>
                  <a:lnTo>
                    <a:pt x="1758" y="5545"/>
                  </a:lnTo>
                  <a:lnTo>
                    <a:pt x="1842" y="5545"/>
                  </a:lnTo>
                  <a:lnTo>
                    <a:pt x="1989" y="5671"/>
                  </a:lnTo>
                  <a:lnTo>
                    <a:pt x="2072" y="5692"/>
                  </a:lnTo>
                  <a:lnTo>
                    <a:pt x="2093" y="5692"/>
                  </a:lnTo>
                  <a:lnTo>
                    <a:pt x="2156" y="5671"/>
                  </a:lnTo>
                  <a:lnTo>
                    <a:pt x="2261" y="5629"/>
                  </a:lnTo>
                  <a:lnTo>
                    <a:pt x="2344" y="5734"/>
                  </a:lnTo>
                  <a:lnTo>
                    <a:pt x="2491" y="5755"/>
                  </a:lnTo>
                  <a:lnTo>
                    <a:pt x="2512" y="5692"/>
                  </a:lnTo>
                  <a:lnTo>
                    <a:pt x="2512" y="5629"/>
                  </a:lnTo>
                  <a:lnTo>
                    <a:pt x="2826" y="5629"/>
                  </a:lnTo>
                  <a:lnTo>
                    <a:pt x="2909" y="5692"/>
                  </a:lnTo>
                  <a:lnTo>
                    <a:pt x="3014" y="5671"/>
                  </a:lnTo>
                  <a:lnTo>
                    <a:pt x="3098" y="5692"/>
                  </a:lnTo>
                  <a:lnTo>
                    <a:pt x="3202" y="5671"/>
                  </a:lnTo>
                  <a:lnTo>
                    <a:pt x="3391" y="5545"/>
                  </a:lnTo>
                  <a:lnTo>
                    <a:pt x="3453" y="5545"/>
                  </a:lnTo>
                  <a:lnTo>
                    <a:pt x="3600" y="5566"/>
                  </a:lnTo>
                  <a:lnTo>
                    <a:pt x="3725" y="5545"/>
                  </a:lnTo>
                  <a:lnTo>
                    <a:pt x="3851" y="5629"/>
                  </a:lnTo>
                  <a:lnTo>
                    <a:pt x="3935" y="5566"/>
                  </a:lnTo>
                  <a:lnTo>
                    <a:pt x="3914" y="5462"/>
                  </a:lnTo>
                  <a:lnTo>
                    <a:pt x="3746" y="5378"/>
                  </a:lnTo>
                  <a:lnTo>
                    <a:pt x="3746" y="5315"/>
                  </a:lnTo>
                  <a:lnTo>
                    <a:pt x="3914" y="5127"/>
                  </a:lnTo>
                  <a:lnTo>
                    <a:pt x="4039" y="5043"/>
                  </a:lnTo>
                  <a:lnTo>
                    <a:pt x="4123" y="4939"/>
                  </a:lnTo>
                  <a:lnTo>
                    <a:pt x="4186" y="4939"/>
                  </a:lnTo>
                  <a:lnTo>
                    <a:pt x="4186" y="4834"/>
                  </a:lnTo>
                  <a:lnTo>
                    <a:pt x="4227" y="4729"/>
                  </a:lnTo>
                  <a:lnTo>
                    <a:pt x="3976" y="4437"/>
                  </a:lnTo>
                  <a:lnTo>
                    <a:pt x="3872" y="4374"/>
                  </a:lnTo>
                  <a:lnTo>
                    <a:pt x="3663" y="4227"/>
                  </a:lnTo>
                  <a:lnTo>
                    <a:pt x="3558" y="4185"/>
                  </a:lnTo>
                  <a:lnTo>
                    <a:pt x="3537" y="4102"/>
                  </a:lnTo>
                  <a:lnTo>
                    <a:pt x="3537" y="3955"/>
                  </a:lnTo>
                  <a:lnTo>
                    <a:pt x="3432" y="3767"/>
                  </a:lnTo>
                  <a:lnTo>
                    <a:pt x="3286" y="3683"/>
                  </a:lnTo>
                  <a:lnTo>
                    <a:pt x="3286" y="3579"/>
                  </a:lnTo>
                  <a:lnTo>
                    <a:pt x="3307" y="3558"/>
                  </a:lnTo>
                  <a:lnTo>
                    <a:pt x="3391" y="3600"/>
                  </a:lnTo>
                  <a:lnTo>
                    <a:pt x="3453" y="3641"/>
                  </a:lnTo>
                  <a:lnTo>
                    <a:pt x="3663" y="3453"/>
                  </a:lnTo>
                  <a:lnTo>
                    <a:pt x="3767" y="3453"/>
                  </a:lnTo>
                  <a:lnTo>
                    <a:pt x="3872" y="3328"/>
                  </a:lnTo>
                  <a:lnTo>
                    <a:pt x="4018" y="3328"/>
                  </a:lnTo>
                  <a:lnTo>
                    <a:pt x="4060" y="3223"/>
                  </a:lnTo>
                  <a:lnTo>
                    <a:pt x="4269" y="3223"/>
                  </a:lnTo>
                  <a:lnTo>
                    <a:pt x="4353" y="3244"/>
                  </a:lnTo>
                  <a:lnTo>
                    <a:pt x="4437" y="3181"/>
                  </a:lnTo>
                  <a:lnTo>
                    <a:pt x="4437" y="3076"/>
                  </a:lnTo>
                  <a:lnTo>
                    <a:pt x="4604" y="3118"/>
                  </a:lnTo>
                  <a:lnTo>
                    <a:pt x="4688" y="3056"/>
                  </a:lnTo>
                  <a:lnTo>
                    <a:pt x="4771" y="3118"/>
                  </a:lnTo>
                  <a:lnTo>
                    <a:pt x="4792" y="3076"/>
                  </a:lnTo>
                  <a:lnTo>
                    <a:pt x="4813" y="3035"/>
                  </a:lnTo>
                  <a:lnTo>
                    <a:pt x="4813" y="2721"/>
                  </a:lnTo>
                  <a:lnTo>
                    <a:pt x="4751" y="2637"/>
                  </a:lnTo>
                  <a:lnTo>
                    <a:pt x="4667" y="2595"/>
                  </a:lnTo>
                  <a:lnTo>
                    <a:pt x="4562" y="2344"/>
                  </a:lnTo>
                  <a:lnTo>
                    <a:pt x="4604" y="2240"/>
                  </a:lnTo>
                  <a:lnTo>
                    <a:pt x="4562" y="2114"/>
                  </a:lnTo>
                  <a:lnTo>
                    <a:pt x="4562" y="2030"/>
                  </a:lnTo>
                  <a:lnTo>
                    <a:pt x="4479" y="1926"/>
                  </a:lnTo>
                  <a:lnTo>
                    <a:pt x="4499" y="1821"/>
                  </a:lnTo>
                  <a:lnTo>
                    <a:pt x="4332" y="1612"/>
                  </a:lnTo>
                  <a:lnTo>
                    <a:pt x="4332" y="1549"/>
                  </a:lnTo>
                  <a:lnTo>
                    <a:pt x="4479" y="1465"/>
                  </a:lnTo>
                  <a:lnTo>
                    <a:pt x="4499" y="1277"/>
                  </a:lnTo>
                  <a:lnTo>
                    <a:pt x="4458" y="1026"/>
                  </a:lnTo>
                  <a:lnTo>
                    <a:pt x="4353" y="1026"/>
                  </a:lnTo>
                  <a:lnTo>
                    <a:pt x="4269" y="963"/>
                  </a:lnTo>
                  <a:lnTo>
                    <a:pt x="4165" y="963"/>
                  </a:lnTo>
                  <a:lnTo>
                    <a:pt x="4060" y="880"/>
                  </a:lnTo>
                  <a:lnTo>
                    <a:pt x="4081" y="775"/>
                  </a:lnTo>
                  <a:lnTo>
                    <a:pt x="4039" y="670"/>
                  </a:lnTo>
                  <a:lnTo>
                    <a:pt x="3914" y="712"/>
                  </a:lnTo>
                  <a:lnTo>
                    <a:pt x="3767" y="545"/>
                  </a:lnTo>
                  <a:lnTo>
                    <a:pt x="3663" y="545"/>
                  </a:lnTo>
                  <a:lnTo>
                    <a:pt x="3621" y="461"/>
                  </a:lnTo>
                  <a:lnTo>
                    <a:pt x="3558" y="503"/>
                  </a:lnTo>
                  <a:lnTo>
                    <a:pt x="3432" y="524"/>
                  </a:lnTo>
                  <a:lnTo>
                    <a:pt x="3328" y="608"/>
                  </a:lnTo>
                  <a:lnTo>
                    <a:pt x="3286" y="545"/>
                  </a:lnTo>
                  <a:lnTo>
                    <a:pt x="3349" y="503"/>
                  </a:lnTo>
                  <a:lnTo>
                    <a:pt x="3349" y="524"/>
                  </a:lnTo>
                  <a:lnTo>
                    <a:pt x="3411" y="461"/>
                  </a:lnTo>
                  <a:lnTo>
                    <a:pt x="3516" y="419"/>
                  </a:lnTo>
                  <a:lnTo>
                    <a:pt x="3391" y="419"/>
                  </a:lnTo>
                  <a:lnTo>
                    <a:pt x="3328" y="440"/>
                  </a:lnTo>
                  <a:lnTo>
                    <a:pt x="3307" y="503"/>
                  </a:lnTo>
                  <a:lnTo>
                    <a:pt x="3202" y="545"/>
                  </a:lnTo>
                  <a:lnTo>
                    <a:pt x="3202" y="608"/>
                  </a:lnTo>
                  <a:lnTo>
                    <a:pt x="2993" y="628"/>
                  </a:lnTo>
                  <a:lnTo>
                    <a:pt x="2909" y="733"/>
                  </a:lnTo>
                  <a:lnTo>
                    <a:pt x="2888" y="838"/>
                  </a:lnTo>
                  <a:lnTo>
                    <a:pt x="2763" y="838"/>
                  </a:lnTo>
                  <a:lnTo>
                    <a:pt x="2721" y="775"/>
                  </a:lnTo>
                  <a:lnTo>
                    <a:pt x="2616" y="754"/>
                  </a:lnTo>
                  <a:lnTo>
                    <a:pt x="2574" y="775"/>
                  </a:lnTo>
                  <a:lnTo>
                    <a:pt x="2407" y="733"/>
                  </a:lnTo>
                  <a:lnTo>
                    <a:pt x="2512" y="670"/>
                  </a:lnTo>
                  <a:lnTo>
                    <a:pt x="2595" y="670"/>
                  </a:lnTo>
                  <a:lnTo>
                    <a:pt x="2679" y="608"/>
                  </a:lnTo>
                  <a:lnTo>
                    <a:pt x="2679" y="503"/>
                  </a:lnTo>
                  <a:lnTo>
                    <a:pt x="2616" y="461"/>
                  </a:lnTo>
                  <a:lnTo>
                    <a:pt x="2512" y="545"/>
                  </a:lnTo>
                  <a:lnTo>
                    <a:pt x="2491" y="566"/>
                  </a:lnTo>
                  <a:lnTo>
                    <a:pt x="2365" y="461"/>
                  </a:lnTo>
                  <a:lnTo>
                    <a:pt x="2302" y="419"/>
                  </a:lnTo>
                  <a:lnTo>
                    <a:pt x="2261" y="440"/>
                  </a:lnTo>
                  <a:lnTo>
                    <a:pt x="2240" y="524"/>
                  </a:lnTo>
                  <a:lnTo>
                    <a:pt x="2135" y="566"/>
                  </a:lnTo>
                  <a:lnTo>
                    <a:pt x="2093" y="461"/>
                  </a:lnTo>
                  <a:lnTo>
                    <a:pt x="2030" y="440"/>
                  </a:lnTo>
                  <a:lnTo>
                    <a:pt x="1968" y="377"/>
                  </a:lnTo>
                  <a:lnTo>
                    <a:pt x="2051" y="335"/>
                  </a:lnTo>
                  <a:lnTo>
                    <a:pt x="2093" y="210"/>
                  </a:lnTo>
                  <a:lnTo>
                    <a:pt x="1989" y="189"/>
                  </a:lnTo>
                  <a:lnTo>
                    <a:pt x="1863" y="84"/>
                  </a:lnTo>
                  <a:lnTo>
                    <a:pt x="1758" y="84"/>
                  </a:lnTo>
                  <a:lnTo>
                    <a:pt x="1717" y="43"/>
                  </a:lnTo>
                  <a:lnTo>
                    <a:pt x="150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51" name="Google Shape;7789;p67">
              <a:extLst>
                <a:ext uri="{FF2B5EF4-FFF2-40B4-BE49-F238E27FC236}">
                  <a16:creationId xmlns:a16="http://schemas.microsoft.com/office/drawing/2014/main" id="{9364FD96-D4FA-E4D4-901A-1F197DDA88B3}"/>
                </a:ext>
              </a:extLst>
            </p:cNvPr>
            <p:cNvSpPr/>
            <p:nvPr/>
          </p:nvSpPr>
          <p:spPr>
            <a:xfrm>
              <a:off x="3727600" y="2387500"/>
              <a:ext cx="51800" cy="47100"/>
            </a:xfrm>
            <a:custGeom>
              <a:avLst/>
              <a:gdLst/>
              <a:ahLst/>
              <a:cxnLst/>
              <a:rect l="l" t="t" r="r" b="b"/>
              <a:pathLst>
                <a:path w="2072" h="1884" extrusionOk="0">
                  <a:moveTo>
                    <a:pt x="1695" y="0"/>
                  </a:moveTo>
                  <a:lnTo>
                    <a:pt x="1549" y="21"/>
                  </a:lnTo>
                  <a:lnTo>
                    <a:pt x="1444" y="126"/>
                  </a:lnTo>
                  <a:lnTo>
                    <a:pt x="1340" y="84"/>
                  </a:lnTo>
                  <a:lnTo>
                    <a:pt x="1277" y="126"/>
                  </a:lnTo>
                  <a:lnTo>
                    <a:pt x="1130" y="126"/>
                  </a:lnTo>
                  <a:lnTo>
                    <a:pt x="1005" y="251"/>
                  </a:lnTo>
                  <a:lnTo>
                    <a:pt x="796" y="398"/>
                  </a:lnTo>
                  <a:lnTo>
                    <a:pt x="754" y="335"/>
                  </a:lnTo>
                  <a:lnTo>
                    <a:pt x="628" y="398"/>
                  </a:lnTo>
                  <a:lnTo>
                    <a:pt x="628" y="544"/>
                  </a:lnTo>
                  <a:lnTo>
                    <a:pt x="524" y="628"/>
                  </a:lnTo>
                  <a:lnTo>
                    <a:pt x="545" y="753"/>
                  </a:lnTo>
                  <a:lnTo>
                    <a:pt x="524" y="879"/>
                  </a:lnTo>
                  <a:lnTo>
                    <a:pt x="482" y="984"/>
                  </a:lnTo>
                  <a:lnTo>
                    <a:pt x="440" y="1046"/>
                  </a:lnTo>
                  <a:lnTo>
                    <a:pt x="335" y="1130"/>
                  </a:lnTo>
                  <a:lnTo>
                    <a:pt x="335" y="1193"/>
                  </a:lnTo>
                  <a:lnTo>
                    <a:pt x="482" y="1339"/>
                  </a:lnTo>
                  <a:lnTo>
                    <a:pt x="607" y="1360"/>
                  </a:lnTo>
                  <a:lnTo>
                    <a:pt x="482" y="1360"/>
                  </a:lnTo>
                  <a:lnTo>
                    <a:pt x="419" y="1402"/>
                  </a:lnTo>
                  <a:lnTo>
                    <a:pt x="377" y="1444"/>
                  </a:lnTo>
                  <a:lnTo>
                    <a:pt x="419" y="1507"/>
                  </a:lnTo>
                  <a:lnTo>
                    <a:pt x="503" y="1507"/>
                  </a:lnTo>
                  <a:lnTo>
                    <a:pt x="503" y="1569"/>
                  </a:lnTo>
                  <a:lnTo>
                    <a:pt x="398" y="1569"/>
                  </a:lnTo>
                  <a:lnTo>
                    <a:pt x="293" y="1486"/>
                  </a:lnTo>
                  <a:lnTo>
                    <a:pt x="189" y="1444"/>
                  </a:lnTo>
                  <a:lnTo>
                    <a:pt x="105" y="1465"/>
                  </a:lnTo>
                  <a:lnTo>
                    <a:pt x="126" y="1507"/>
                  </a:lnTo>
                  <a:lnTo>
                    <a:pt x="210" y="1548"/>
                  </a:lnTo>
                  <a:lnTo>
                    <a:pt x="314" y="1611"/>
                  </a:lnTo>
                  <a:lnTo>
                    <a:pt x="335" y="1590"/>
                  </a:lnTo>
                  <a:lnTo>
                    <a:pt x="440" y="1674"/>
                  </a:lnTo>
                  <a:lnTo>
                    <a:pt x="335" y="1611"/>
                  </a:lnTo>
                  <a:lnTo>
                    <a:pt x="273" y="1653"/>
                  </a:lnTo>
                  <a:lnTo>
                    <a:pt x="105" y="1590"/>
                  </a:lnTo>
                  <a:lnTo>
                    <a:pt x="1" y="1590"/>
                  </a:lnTo>
                  <a:lnTo>
                    <a:pt x="84" y="1611"/>
                  </a:lnTo>
                  <a:lnTo>
                    <a:pt x="126" y="1695"/>
                  </a:lnTo>
                  <a:lnTo>
                    <a:pt x="210" y="1695"/>
                  </a:lnTo>
                  <a:lnTo>
                    <a:pt x="293" y="1758"/>
                  </a:lnTo>
                  <a:lnTo>
                    <a:pt x="335" y="1695"/>
                  </a:lnTo>
                  <a:lnTo>
                    <a:pt x="440" y="1674"/>
                  </a:lnTo>
                  <a:lnTo>
                    <a:pt x="482" y="1653"/>
                  </a:lnTo>
                  <a:lnTo>
                    <a:pt x="545" y="1653"/>
                  </a:lnTo>
                  <a:lnTo>
                    <a:pt x="586" y="1548"/>
                  </a:lnTo>
                  <a:lnTo>
                    <a:pt x="796" y="1548"/>
                  </a:lnTo>
                  <a:lnTo>
                    <a:pt x="837" y="1611"/>
                  </a:lnTo>
                  <a:lnTo>
                    <a:pt x="942" y="1611"/>
                  </a:lnTo>
                  <a:lnTo>
                    <a:pt x="1005" y="1695"/>
                  </a:lnTo>
                  <a:lnTo>
                    <a:pt x="1151" y="1695"/>
                  </a:lnTo>
                  <a:lnTo>
                    <a:pt x="1214" y="1779"/>
                  </a:lnTo>
                  <a:lnTo>
                    <a:pt x="1214" y="1862"/>
                  </a:lnTo>
                  <a:lnTo>
                    <a:pt x="1319" y="1883"/>
                  </a:lnTo>
                  <a:lnTo>
                    <a:pt x="1361" y="1779"/>
                  </a:lnTo>
                  <a:lnTo>
                    <a:pt x="1381" y="1569"/>
                  </a:lnTo>
                  <a:lnTo>
                    <a:pt x="1361" y="1402"/>
                  </a:lnTo>
                  <a:lnTo>
                    <a:pt x="1444" y="1297"/>
                  </a:lnTo>
                  <a:lnTo>
                    <a:pt x="1486" y="1193"/>
                  </a:lnTo>
                  <a:lnTo>
                    <a:pt x="1654" y="1151"/>
                  </a:lnTo>
                  <a:lnTo>
                    <a:pt x="1800" y="1193"/>
                  </a:lnTo>
                  <a:lnTo>
                    <a:pt x="1884" y="1151"/>
                  </a:lnTo>
                  <a:lnTo>
                    <a:pt x="1800" y="1046"/>
                  </a:lnTo>
                  <a:lnTo>
                    <a:pt x="1884" y="984"/>
                  </a:lnTo>
                  <a:lnTo>
                    <a:pt x="1905" y="858"/>
                  </a:lnTo>
                  <a:lnTo>
                    <a:pt x="1946" y="774"/>
                  </a:lnTo>
                  <a:lnTo>
                    <a:pt x="1884" y="732"/>
                  </a:lnTo>
                  <a:lnTo>
                    <a:pt x="1758" y="732"/>
                  </a:lnTo>
                  <a:lnTo>
                    <a:pt x="1737" y="670"/>
                  </a:lnTo>
                  <a:lnTo>
                    <a:pt x="1779" y="544"/>
                  </a:lnTo>
                  <a:lnTo>
                    <a:pt x="1884" y="607"/>
                  </a:lnTo>
                  <a:lnTo>
                    <a:pt x="1967" y="544"/>
                  </a:lnTo>
                  <a:lnTo>
                    <a:pt x="1967" y="440"/>
                  </a:lnTo>
                  <a:lnTo>
                    <a:pt x="2009" y="335"/>
                  </a:lnTo>
                  <a:lnTo>
                    <a:pt x="2009" y="251"/>
                  </a:lnTo>
                  <a:lnTo>
                    <a:pt x="2072" y="230"/>
                  </a:lnTo>
                  <a:lnTo>
                    <a:pt x="2072" y="209"/>
                  </a:lnTo>
                  <a:lnTo>
                    <a:pt x="1967" y="147"/>
                  </a:lnTo>
                  <a:lnTo>
                    <a:pt x="1863" y="84"/>
                  </a:lnTo>
                  <a:lnTo>
                    <a:pt x="169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52" name="Google Shape;7790;p67">
              <a:extLst>
                <a:ext uri="{FF2B5EF4-FFF2-40B4-BE49-F238E27FC236}">
                  <a16:creationId xmlns:a16="http://schemas.microsoft.com/office/drawing/2014/main" id="{CE8B6ED8-2A04-134C-AAF5-1374642EE842}"/>
                </a:ext>
              </a:extLst>
            </p:cNvPr>
            <p:cNvSpPr/>
            <p:nvPr/>
          </p:nvSpPr>
          <p:spPr>
            <a:xfrm>
              <a:off x="3722900" y="2426200"/>
              <a:ext cx="40825" cy="35075"/>
            </a:xfrm>
            <a:custGeom>
              <a:avLst/>
              <a:gdLst/>
              <a:ahLst/>
              <a:cxnLst/>
              <a:rect l="l" t="t" r="r" b="b"/>
              <a:pathLst>
                <a:path w="1633" h="1403" extrusionOk="0">
                  <a:moveTo>
                    <a:pt x="774" y="0"/>
                  </a:moveTo>
                  <a:lnTo>
                    <a:pt x="733" y="105"/>
                  </a:lnTo>
                  <a:lnTo>
                    <a:pt x="670" y="105"/>
                  </a:lnTo>
                  <a:lnTo>
                    <a:pt x="628" y="126"/>
                  </a:lnTo>
                  <a:lnTo>
                    <a:pt x="523" y="147"/>
                  </a:lnTo>
                  <a:lnTo>
                    <a:pt x="481" y="210"/>
                  </a:lnTo>
                  <a:lnTo>
                    <a:pt x="398" y="147"/>
                  </a:lnTo>
                  <a:lnTo>
                    <a:pt x="314" y="147"/>
                  </a:lnTo>
                  <a:lnTo>
                    <a:pt x="272" y="63"/>
                  </a:lnTo>
                  <a:lnTo>
                    <a:pt x="189" y="42"/>
                  </a:lnTo>
                  <a:lnTo>
                    <a:pt x="84" y="126"/>
                  </a:lnTo>
                  <a:lnTo>
                    <a:pt x="0" y="272"/>
                  </a:lnTo>
                  <a:lnTo>
                    <a:pt x="63" y="335"/>
                  </a:lnTo>
                  <a:lnTo>
                    <a:pt x="84" y="524"/>
                  </a:lnTo>
                  <a:lnTo>
                    <a:pt x="209" y="565"/>
                  </a:lnTo>
                  <a:lnTo>
                    <a:pt x="251" y="670"/>
                  </a:lnTo>
                  <a:lnTo>
                    <a:pt x="398" y="796"/>
                  </a:lnTo>
                  <a:lnTo>
                    <a:pt x="481" y="796"/>
                  </a:lnTo>
                  <a:lnTo>
                    <a:pt x="565" y="858"/>
                  </a:lnTo>
                  <a:lnTo>
                    <a:pt x="628" y="879"/>
                  </a:lnTo>
                  <a:lnTo>
                    <a:pt x="628" y="1047"/>
                  </a:lnTo>
                  <a:lnTo>
                    <a:pt x="774" y="1109"/>
                  </a:lnTo>
                  <a:lnTo>
                    <a:pt x="816" y="1068"/>
                  </a:lnTo>
                  <a:lnTo>
                    <a:pt x="900" y="1068"/>
                  </a:lnTo>
                  <a:lnTo>
                    <a:pt x="942" y="1109"/>
                  </a:lnTo>
                  <a:lnTo>
                    <a:pt x="1025" y="1151"/>
                  </a:lnTo>
                  <a:lnTo>
                    <a:pt x="1151" y="1298"/>
                  </a:lnTo>
                  <a:lnTo>
                    <a:pt x="1256" y="1319"/>
                  </a:lnTo>
                  <a:lnTo>
                    <a:pt x="1360" y="1402"/>
                  </a:lnTo>
                  <a:lnTo>
                    <a:pt x="1423" y="1361"/>
                  </a:lnTo>
                  <a:lnTo>
                    <a:pt x="1507" y="1361"/>
                  </a:lnTo>
                  <a:lnTo>
                    <a:pt x="1507" y="1298"/>
                  </a:lnTo>
                  <a:lnTo>
                    <a:pt x="1444" y="1256"/>
                  </a:lnTo>
                  <a:lnTo>
                    <a:pt x="1444" y="1172"/>
                  </a:lnTo>
                  <a:lnTo>
                    <a:pt x="1423" y="1109"/>
                  </a:lnTo>
                  <a:lnTo>
                    <a:pt x="1465" y="1047"/>
                  </a:lnTo>
                  <a:lnTo>
                    <a:pt x="1528" y="942"/>
                  </a:lnTo>
                  <a:lnTo>
                    <a:pt x="1549" y="942"/>
                  </a:lnTo>
                  <a:lnTo>
                    <a:pt x="1632" y="775"/>
                  </a:lnTo>
                  <a:lnTo>
                    <a:pt x="1549" y="670"/>
                  </a:lnTo>
                  <a:lnTo>
                    <a:pt x="1549" y="628"/>
                  </a:lnTo>
                  <a:lnTo>
                    <a:pt x="1465" y="440"/>
                  </a:lnTo>
                  <a:lnTo>
                    <a:pt x="1507" y="356"/>
                  </a:lnTo>
                  <a:lnTo>
                    <a:pt x="1507" y="335"/>
                  </a:lnTo>
                  <a:lnTo>
                    <a:pt x="1402" y="314"/>
                  </a:lnTo>
                  <a:lnTo>
                    <a:pt x="1402" y="231"/>
                  </a:lnTo>
                  <a:lnTo>
                    <a:pt x="1339" y="147"/>
                  </a:lnTo>
                  <a:lnTo>
                    <a:pt x="1193" y="147"/>
                  </a:lnTo>
                  <a:lnTo>
                    <a:pt x="1130" y="63"/>
                  </a:lnTo>
                  <a:lnTo>
                    <a:pt x="1025" y="63"/>
                  </a:lnTo>
                  <a:lnTo>
                    <a:pt x="98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53" name="Google Shape;7791;p67">
              <a:extLst>
                <a:ext uri="{FF2B5EF4-FFF2-40B4-BE49-F238E27FC236}">
                  <a16:creationId xmlns:a16="http://schemas.microsoft.com/office/drawing/2014/main" id="{596A2194-C132-A8A6-811F-D74240A36B5F}"/>
                </a:ext>
              </a:extLst>
            </p:cNvPr>
            <p:cNvSpPr/>
            <p:nvPr/>
          </p:nvSpPr>
          <p:spPr>
            <a:xfrm>
              <a:off x="3758475" y="2449750"/>
              <a:ext cx="9950" cy="14125"/>
            </a:xfrm>
            <a:custGeom>
              <a:avLst/>
              <a:gdLst/>
              <a:ahLst/>
              <a:cxnLst/>
              <a:rect l="l" t="t" r="r" b="b"/>
              <a:pathLst>
                <a:path w="398" h="565" extrusionOk="0">
                  <a:moveTo>
                    <a:pt x="105" y="0"/>
                  </a:moveTo>
                  <a:lnTo>
                    <a:pt x="42" y="105"/>
                  </a:lnTo>
                  <a:lnTo>
                    <a:pt x="0" y="167"/>
                  </a:lnTo>
                  <a:lnTo>
                    <a:pt x="21" y="230"/>
                  </a:lnTo>
                  <a:lnTo>
                    <a:pt x="21" y="314"/>
                  </a:lnTo>
                  <a:lnTo>
                    <a:pt x="84" y="356"/>
                  </a:lnTo>
                  <a:lnTo>
                    <a:pt x="84" y="419"/>
                  </a:lnTo>
                  <a:lnTo>
                    <a:pt x="105" y="419"/>
                  </a:lnTo>
                  <a:lnTo>
                    <a:pt x="146" y="523"/>
                  </a:lnTo>
                  <a:lnTo>
                    <a:pt x="314" y="565"/>
                  </a:lnTo>
                  <a:lnTo>
                    <a:pt x="398" y="544"/>
                  </a:lnTo>
                  <a:lnTo>
                    <a:pt x="398" y="356"/>
                  </a:lnTo>
                  <a:lnTo>
                    <a:pt x="335" y="314"/>
                  </a:lnTo>
                  <a:lnTo>
                    <a:pt x="314" y="167"/>
                  </a:lnTo>
                  <a:lnTo>
                    <a:pt x="18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54" name="Google Shape;7792;p67">
              <a:extLst>
                <a:ext uri="{FF2B5EF4-FFF2-40B4-BE49-F238E27FC236}">
                  <a16:creationId xmlns:a16="http://schemas.microsoft.com/office/drawing/2014/main" id="{EB9EF753-6FBF-2B4A-9D54-2B00574D7FA7}"/>
                </a:ext>
              </a:extLst>
            </p:cNvPr>
            <p:cNvSpPr/>
            <p:nvPr/>
          </p:nvSpPr>
          <p:spPr>
            <a:xfrm>
              <a:off x="3552375" y="2346700"/>
              <a:ext cx="58075" cy="76900"/>
            </a:xfrm>
            <a:custGeom>
              <a:avLst/>
              <a:gdLst/>
              <a:ahLst/>
              <a:cxnLst/>
              <a:rect l="l" t="t" r="r" b="b"/>
              <a:pathLst>
                <a:path w="2323" h="3076" extrusionOk="0">
                  <a:moveTo>
                    <a:pt x="1737" y="0"/>
                  </a:moveTo>
                  <a:lnTo>
                    <a:pt x="1779" y="84"/>
                  </a:lnTo>
                  <a:lnTo>
                    <a:pt x="1653" y="84"/>
                  </a:lnTo>
                  <a:lnTo>
                    <a:pt x="1674" y="209"/>
                  </a:lnTo>
                  <a:lnTo>
                    <a:pt x="1590" y="314"/>
                  </a:lnTo>
                  <a:lnTo>
                    <a:pt x="1590" y="230"/>
                  </a:lnTo>
                  <a:lnTo>
                    <a:pt x="1653" y="188"/>
                  </a:lnTo>
                  <a:lnTo>
                    <a:pt x="1590" y="84"/>
                  </a:lnTo>
                  <a:lnTo>
                    <a:pt x="1528" y="105"/>
                  </a:lnTo>
                  <a:lnTo>
                    <a:pt x="1569" y="167"/>
                  </a:lnTo>
                  <a:lnTo>
                    <a:pt x="1465" y="188"/>
                  </a:lnTo>
                  <a:lnTo>
                    <a:pt x="1423" y="147"/>
                  </a:lnTo>
                  <a:lnTo>
                    <a:pt x="1256" y="167"/>
                  </a:lnTo>
                  <a:lnTo>
                    <a:pt x="1256" y="230"/>
                  </a:lnTo>
                  <a:lnTo>
                    <a:pt x="1214" y="230"/>
                  </a:lnTo>
                  <a:lnTo>
                    <a:pt x="1172" y="356"/>
                  </a:lnTo>
                  <a:lnTo>
                    <a:pt x="1256" y="377"/>
                  </a:lnTo>
                  <a:lnTo>
                    <a:pt x="1235" y="419"/>
                  </a:lnTo>
                  <a:lnTo>
                    <a:pt x="1151" y="419"/>
                  </a:lnTo>
                  <a:lnTo>
                    <a:pt x="1151" y="481"/>
                  </a:lnTo>
                  <a:lnTo>
                    <a:pt x="1046" y="502"/>
                  </a:lnTo>
                  <a:lnTo>
                    <a:pt x="1067" y="586"/>
                  </a:lnTo>
                  <a:lnTo>
                    <a:pt x="1214" y="586"/>
                  </a:lnTo>
                  <a:lnTo>
                    <a:pt x="1172" y="607"/>
                  </a:lnTo>
                  <a:lnTo>
                    <a:pt x="1276" y="586"/>
                  </a:lnTo>
                  <a:lnTo>
                    <a:pt x="1360" y="586"/>
                  </a:lnTo>
                  <a:lnTo>
                    <a:pt x="1235" y="711"/>
                  </a:lnTo>
                  <a:lnTo>
                    <a:pt x="1046" y="795"/>
                  </a:lnTo>
                  <a:lnTo>
                    <a:pt x="1130" y="837"/>
                  </a:lnTo>
                  <a:lnTo>
                    <a:pt x="942" y="879"/>
                  </a:lnTo>
                  <a:lnTo>
                    <a:pt x="858" y="837"/>
                  </a:lnTo>
                  <a:lnTo>
                    <a:pt x="795" y="921"/>
                  </a:lnTo>
                  <a:lnTo>
                    <a:pt x="753" y="816"/>
                  </a:lnTo>
                  <a:lnTo>
                    <a:pt x="502" y="753"/>
                  </a:lnTo>
                  <a:lnTo>
                    <a:pt x="502" y="816"/>
                  </a:lnTo>
                  <a:lnTo>
                    <a:pt x="335" y="753"/>
                  </a:lnTo>
                  <a:lnTo>
                    <a:pt x="314" y="942"/>
                  </a:lnTo>
                  <a:lnTo>
                    <a:pt x="398" y="879"/>
                  </a:lnTo>
                  <a:lnTo>
                    <a:pt x="419" y="942"/>
                  </a:lnTo>
                  <a:lnTo>
                    <a:pt x="440" y="984"/>
                  </a:lnTo>
                  <a:lnTo>
                    <a:pt x="481" y="1088"/>
                  </a:lnTo>
                  <a:lnTo>
                    <a:pt x="419" y="1088"/>
                  </a:lnTo>
                  <a:lnTo>
                    <a:pt x="398" y="1025"/>
                  </a:lnTo>
                  <a:lnTo>
                    <a:pt x="272" y="1025"/>
                  </a:lnTo>
                  <a:lnTo>
                    <a:pt x="419" y="1130"/>
                  </a:lnTo>
                  <a:lnTo>
                    <a:pt x="544" y="1109"/>
                  </a:lnTo>
                  <a:lnTo>
                    <a:pt x="586" y="1214"/>
                  </a:lnTo>
                  <a:lnTo>
                    <a:pt x="440" y="1235"/>
                  </a:lnTo>
                  <a:lnTo>
                    <a:pt x="419" y="1276"/>
                  </a:lnTo>
                  <a:lnTo>
                    <a:pt x="440" y="1339"/>
                  </a:lnTo>
                  <a:lnTo>
                    <a:pt x="293" y="1360"/>
                  </a:lnTo>
                  <a:lnTo>
                    <a:pt x="335" y="1444"/>
                  </a:lnTo>
                  <a:lnTo>
                    <a:pt x="272" y="1465"/>
                  </a:lnTo>
                  <a:lnTo>
                    <a:pt x="377" y="1528"/>
                  </a:lnTo>
                  <a:lnTo>
                    <a:pt x="419" y="1507"/>
                  </a:lnTo>
                  <a:lnTo>
                    <a:pt x="398" y="1548"/>
                  </a:lnTo>
                  <a:lnTo>
                    <a:pt x="523" y="1528"/>
                  </a:lnTo>
                  <a:lnTo>
                    <a:pt x="544" y="1674"/>
                  </a:lnTo>
                  <a:lnTo>
                    <a:pt x="858" y="1674"/>
                  </a:lnTo>
                  <a:lnTo>
                    <a:pt x="753" y="1758"/>
                  </a:lnTo>
                  <a:lnTo>
                    <a:pt x="691" y="1737"/>
                  </a:lnTo>
                  <a:lnTo>
                    <a:pt x="586" y="1925"/>
                  </a:lnTo>
                  <a:lnTo>
                    <a:pt x="628" y="1925"/>
                  </a:lnTo>
                  <a:lnTo>
                    <a:pt x="523" y="2051"/>
                  </a:lnTo>
                  <a:lnTo>
                    <a:pt x="335" y="2176"/>
                  </a:lnTo>
                  <a:lnTo>
                    <a:pt x="419" y="2176"/>
                  </a:lnTo>
                  <a:lnTo>
                    <a:pt x="523" y="2134"/>
                  </a:lnTo>
                  <a:lnTo>
                    <a:pt x="586" y="2155"/>
                  </a:lnTo>
                  <a:lnTo>
                    <a:pt x="732" y="2155"/>
                  </a:lnTo>
                  <a:lnTo>
                    <a:pt x="816" y="2072"/>
                  </a:lnTo>
                  <a:lnTo>
                    <a:pt x="816" y="2092"/>
                  </a:lnTo>
                  <a:lnTo>
                    <a:pt x="942" y="2134"/>
                  </a:lnTo>
                  <a:lnTo>
                    <a:pt x="691" y="2176"/>
                  </a:lnTo>
                  <a:lnTo>
                    <a:pt x="502" y="2197"/>
                  </a:lnTo>
                  <a:lnTo>
                    <a:pt x="440" y="2281"/>
                  </a:lnTo>
                  <a:lnTo>
                    <a:pt x="314" y="2302"/>
                  </a:lnTo>
                  <a:lnTo>
                    <a:pt x="377" y="2364"/>
                  </a:lnTo>
                  <a:lnTo>
                    <a:pt x="335" y="2406"/>
                  </a:lnTo>
                  <a:lnTo>
                    <a:pt x="398" y="2448"/>
                  </a:lnTo>
                  <a:lnTo>
                    <a:pt x="293" y="2469"/>
                  </a:lnTo>
                  <a:lnTo>
                    <a:pt x="209" y="2385"/>
                  </a:lnTo>
                  <a:lnTo>
                    <a:pt x="188" y="2448"/>
                  </a:lnTo>
                  <a:lnTo>
                    <a:pt x="168" y="2406"/>
                  </a:lnTo>
                  <a:lnTo>
                    <a:pt x="0" y="2490"/>
                  </a:lnTo>
                  <a:lnTo>
                    <a:pt x="21" y="2511"/>
                  </a:lnTo>
                  <a:lnTo>
                    <a:pt x="398" y="2511"/>
                  </a:lnTo>
                  <a:lnTo>
                    <a:pt x="272" y="2595"/>
                  </a:lnTo>
                  <a:lnTo>
                    <a:pt x="105" y="2657"/>
                  </a:lnTo>
                  <a:lnTo>
                    <a:pt x="63" y="2762"/>
                  </a:lnTo>
                  <a:lnTo>
                    <a:pt x="168" y="2762"/>
                  </a:lnTo>
                  <a:lnTo>
                    <a:pt x="188" y="2825"/>
                  </a:lnTo>
                  <a:lnTo>
                    <a:pt x="440" y="2762"/>
                  </a:lnTo>
                  <a:lnTo>
                    <a:pt x="440" y="2762"/>
                  </a:lnTo>
                  <a:lnTo>
                    <a:pt x="230" y="2888"/>
                  </a:lnTo>
                  <a:lnTo>
                    <a:pt x="168" y="2929"/>
                  </a:lnTo>
                  <a:lnTo>
                    <a:pt x="314" y="2929"/>
                  </a:lnTo>
                  <a:lnTo>
                    <a:pt x="502" y="2825"/>
                  </a:lnTo>
                  <a:lnTo>
                    <a:pt x="481" y="2908"/>
                  </a:lnTo>
                  <a:lnTo>
                    <a:pt x="314" y="2992"/>
                  </a:lnTo>
                  <a:lnTo>
                    <a:pt x="419" y="2992"/>
                  </a:lnTo>
                  <a:lnTo>
                    <a:pt x="398" y="3034"/>
                  </a:lnTo>
                  <a:lnTo>
                    <a:pt x="398" y="3034"/>
                  </a:lnTo>
                  <a:lnTo>
                    <a:pt x="523" y="3013"/>
                  </a:lnTo>
                  <a:lnTo>
                    <a:pt x="607" y="3076"/>
                  </a:lnTo>
                  <a:lnTo>
                    <a:pt x="795" y="3034"/>
                  </a:lnTo>
                  <a:lnTo>
                    <a:pt x="963" y="2992"/>
                  </a:lnTo>
                  <a:lnTo>
                    <a:pt x="1130" y="2888"/>
                  </a:lnTo>
                  <a:lnTo>
                    <a:pt x="1067" y="2783"/>
                  </a:lnTo>
                  <a:lnTo>
                    <a:pt x="1172" y="2783"/>
                  </a:lnTo>
                  <a:lnTo>
                    <a:pt x="1151" y="2867"/>
                  </a:lnTo>
                  <a:lnTo>
                    <a:pt x="1256" y="2867"/>
                  </a:lnTo>
                  <a:lnTo>
                    <a:pt x="1360" y="2720"/>
                  </a:lnTo>
                  <a:lnTo>
                    <a:pt x="1444" y="2762"/>
                  </a:lnTo>
                  <a:lnTo>
                    <a:pt x="1465" y="2657"/>
                  </a:lnTo>
                  <a:lnTo>
                    <a:pt x="1800" y="2595"/>
                  </a:lnTo>
                  <a:lnTo>
                    <a:pt x="1841" y="2511"/>
                  </a:lnTo>
                  <a:lnTo>
                    <a:pt x="1862" y="2616"/>
                  </a:lnTo>
                  <a:lnTo>
                    <a:pt x="1946" y="2553"/>
                  </a:lnTo>
                  <a:lnTo>
                    <a:pt x="2009" y="2574"/>
                  </a:lnTo>
                  <a:lnTo>
                    <a:pt x="2176" y="2574"/>
                  </a:lnTo>
                  <a:lnTo>
                    <a:pt x="2072" y="2406"/>
                  </a:lnTo>
                  <a:lnTo>
                    <a:pt x="2155" y="2385"/>
                  </a:lnTo>
                  <a:lnTo>
                    <a:pt x="2218" y="2281"/>
                  </a:lnTo>
                  <a:lnTo>
                    <a:pt x="2218" y="2176"/>
                  </a:lnTo>
                  <a:lnTo>
                    <a:pt x="2302" y="2072"/>
                  </a:lnTo>
                  <a:lnTo>
                    <a:pt x="2323" y="1967"/>
                  </a:lnTo>
                  <a:lnTo>
                    <a:pt x="2302" y="1716"/>
                  </a:lnTo>
                  <a:lnTo>
                    <a:pt x="2218" y="1674"/>
                  </a:lnTo>
                  <a:lnTo>
                    <a:pt x="2302" y="1632"/>
                  </a:lnTo>
                  <a:lnTo>
                    <a:pt x="2302" y="1507"/>
                  </a:lnTo>
                  <a:lnTo>
                    <a:pt x="2218" y="1402"/>
                  </a:lnTo>
                  <a:lnTo>
                    <a:pt x="2260" y="1256"/>
                  </a:lnTo>
                  <a:lnTo>
                    <a:pt x="2176" y="1214"/>
                  </a:lnTo>
                  <a:lnTo>
                    <a:pt x="2197" y="1130"/>
                  </a:lnTo>
                  <a:lnTo>
                    <a:pt x="2281" y="1151"/>
                  </a:lnTo>
                  <a:lnTo>
                    <a:pt x="2281" y="1151"/>
                  </a:lnTo>
                  <a:lnTo>
                    <a:pt x="2155" y="1088"/>
                  </a:lnTo>
                  <a:lnTo>
                    <a:pt x="2072" y="1046"/>
                  </a:lnTo>
                  <a:lnTo>
                    <a:pt x="1967" y="837"/>
                  </a:lnTo>
                  <a:lnTo>
                    <a:pt x="1800" y="732"/>
                  </a:lnTo>
                  <a:lnTo>
                    <a:pt x="1737" y="795"/>
                  </a:lnTo>
                  <a:lnTo>
                    <a:pt x="1695" y="942"/>
                  </a:lnTo>
                  <a:lnTo>
                    <a:pt x="1632" y="984"/>
                  </a:lnTo>
                  <a:lnTo>
                    <a:pt x="1360" y="732"/>
                  </a:lnTo>
                  <a:lnTo>
                    <a:pt x="1486" y="502"/>
                  </a:lnTo>
                  <a:lnTo>
                    <a:pt x="1632" y="481"/>
                  </a:lnTo>
                  <a:lnTo>
                    <a:pt x="1653" y="377"/>
                  </a:lnTo>
                  <a:lnTo>
                    <a:pt x="1737" y="356"/>
                  </a:lnTo>
                  <a:lnTo>
                    <a:pt x="1779" y="272"/>
                  </a:lnTo>
                  <a:lnTo>
                    <a:pt x="1737" y="293"/>
                  </a:lnTo>
                  <a:lnTo>
                    <a:pt x="1737" y="293"/>
                  </a:lnTo>
                  <a:lnTo>
                    <a:pt x="1841" y="188"/>
                  </a:lnTo>
                  <a:lnTo>
                    <a:pt x="1946" y="147"/>
                  </a:lnTo>
                  <a:lnTo>
                    <a:pt x="1841" y="84"/>
                  </a:lnTo>
                  <a:lnTo>
                    <a:pt x="173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55" name="Google Shape;7793;p67">
              <a:extLst>
                <a:ext uri="{FF2B5EF4-FFF2-40B4-BE49-F238E27FC236}">
                  <a16:creationId xmlns:a16="http://schemas.microsoft.com/office/drawing/2014/main" id="{C5751858-4C91-D679-5441-915505FE28C1}"/>
                </a:ext>
              </a:extLst>
            </p:cNvPr>
            <p:cNvGrpSpPr/>
            <p:nvPr/>
          </p:nvGrpSpPr>
          <p:grpSpPr>
            <a:xfrm>
              <a:off x="3586375" y="2281300"/>
              <a:ext cx="125025" cy="175275"/>
              <a:chOff x="3586375" y="2281300"/>
              <a:chExt cx="125025" cy="175275"/>
            </a:xfrm>
            <a:grpFill/>
          </p:grpSpPr>
          <p:sp>
            <p:nvSpPr>
              <p:cNvPr id="769" name="Google Shape;7794;p67">
                <a:extLst>
                  <a:ext uri="{FF2B5EF4-FFF2-40B4-BE49-F238E27FC236}">
                    <a16:creationId xmlns:a16="http://schemas.microsoft.com/office/drawing/2014/main" id="{9EC83E0E-A6C8-FC66-AB45-E9B9048017F6}"/>
                  </a:ext>
                </a:extLst>
              </p:cNvPr>
              <p:cNvSpPr/>
              <p:nvPr/>
            </p:nvSpPr>
            <p:spPr>
              <a:xfrm>
                <a:off x="3609900" y="2281300"/>
                <a:ext cx="101500" cy="175275"/>
              </a:xfrm>
              <a:custGeom>
                <a:avLst/>
                <a:gdLst/>
                <a:ahLst/>
                <a:cxnLst/>
                <a:rect l="l" t="t" r="r" b="b"/>
                <a:pathLst>
                  <a:path w="4060" h="7011" extrusionOk="0">
                    <a:moveTo>
                      <a:pt x="1340" y="1"/>
                    </a:moveTo>
                    <a:lnTo>
                      <a:pt x="1277" y="63"/>
                    </a:lnTo>
                    <a:lnTo>
                      <a:pt x="1235" y="42"/>
                    </a:lnTo>
                    <a:lnTo>
                      <a:pt x="1110" y="84"/>
                    </a:lnTo>
                    <a:lnTo>
                      <a:pt x="1026" y="84"/>
                    </a:lnTo>
                    <a:lnTo>
                      <a:pt x="921" y="105"/>
                    </a:lnTo>
                    <a:lnTo>
                      <a:pt x="859" y="105"/>
                    </a:lnTo>
                    <a:lnTo>
                      <a:pt x="838" y="168"/>
                    </a:lnTo>
                    <a:lnTo>
                      <a:pt x="838" y="105"/>
                    </a:lnTo>
                    <a:lnTo>
                      <a:pt x="796" y="84"/>
                    </a:lnTo>
                    <a:lnTo>
                      <a:pt x="712" y="168"/>
                    </a:lnTo>
                    <a:lnTo>
                      <a:pt x="733" y="105"/>
                    </a:lnTo>
                    <a:lnTo>
                      <a:pt x="608" y="42"/>
                    </a:lnTo>
                    <a:lnTo>
                      <a:pt x="587" y="105"/>
                    </a:lnTo>
                    <a:lnTo>
                      <a:pt x="524" y="168"/>
                    </a:lnTo>
                    <a:lnTo>
                      <a:pt x="545" y="231"/>
                    </a:lnTo>
                    <a:lnTo>
                      <a:pt x="524" y="231"/>
                    </a:lnTo>
                    <a:lnTo>
                      <a:pt x="524" y="314"/>
                    </a:lnTo>
                    <a:lnTo>
                      <a:pt x="419" y="356"/>
                    </a:lnTo>
                    <a:lnTo>
                      <a:pt x="482" y="419"/>
                    </a:lnTo>
                    <a:lnTo>
                      <a:pt x="440" y="503"/>
                    </a:lnTo>
                    <a:lnTo>
                      <a:pt x="398" y="503"/>
                    </a:lnTo>
                    <a:lnTo>
                      <a:pt x="503" y="607"/>
                    </a:lnTo>
                    <a:lnTo>
                      <a:pt x="545" y="670"/>
                    </a:lnTo>
                    <a:lnTo>
                      <a:pt x="419" y="607"/>
                    </a:lnTo>
                    <a:lnTo>
                      <a:pt x="398" y="670"/>
                    </a:lnTo>
                    <a:lnTo>
                      <a:pt x="315" y="587"/>
                    </a:lnTo>
                    <a:lnTo>
                      <a:pt x="294" y="628"/>
                    </a:lnTo>
                    <a:lnTo>
                      <a:pt x="315" y="691"/>
                    </a:lnTo>
                    <a:lnTo>
                      <a:pt x="294" y="733"/>
                    </a:lnTo>
                    <a:lnTo>
                      <a:pt x="273" y="628"/>
                    </a:lnTo>
                    <a:lnTo>
                      <a:pt x="210" y="733"/>
                    </a:lnTo>
                    <a:lnTo>
                      <a:pt x="273" y="796"/>
                    </a:lnTo>
                    <a:lnTo>
                      <a:pt x="210" y="817"/>
                    </a:lnTo>
                    <a:lnTo>
                      <a:pt x="294" y="900"/>
                    </a:lnTo>
                    <a:lnTo>
                      <a:pt x="336" y="900"/>
                    </a:lnTo>
                    <a:lnTo>
                      <a:pt x="294" y="942"/>
                    </a:lnTo>
                    <a:lnTo>
                      <a:pt x="210" y="900"/>
                    </a:lnTo>
                    <a:lnTo>
                      <a:pt x="210" y="1026"/>
                    </a:lnTo>
                    <a:lnTo>
                      <a:pt x="210" y="1047"/>
                    </a:lnTo>
                    <a:lnTo>
                      <a:pt x="377" y="1026"/>
                    </a:lnTo>
                    <a:lnTo>
                      <a:pt x="273" y="1089"/>
                    </a:lnTo>
                    <a:lnTo>
                      <a:pt x="273" y="1110"/>
                    </a:lnTo>
                    <a:lnTo>
                      <a:pt x="294" y="1131"/>
                    </a:lnTo>
                    <a:lnTo>
                      <a:pt x="377" y="1110"/>
                    </a:lnTo>
                    <a:lnTo>
                      <a:pt x="336" y="1131"/>
                    </a:lnTo>
                    <a:lnTo>
                      <a:pt x="398" y="1151"/>
                    </a:lnTo>
                    <a:lnTo>
                      <a:pt x="398" y="1151"/>
                    </a:lnTo>
                    <a:lnTo>
                      <a:pt x="315" y="1131"/>
                    </a:lnTo>
                    <a:lnTo>
                      <a:pt x="294" y="1151"/>
                    </a:lnTo>
                    <a:lnTo>
                      <a:pt x="294" y="1214"/>
                    </a:lnTo>
                    <a:lnTo>
                      <a:pt x="315" y="1235"/>
                    </a:lnTo>
                    <a:lnTo>
                      <a:pt x="273" y="1256"/>
                    </a:lnTo>
                    <a:lnTo>
                      <a:pt x="231" y="1319"/>
                    </a:lnTo>
                    <a:lnTo>
                      <a:pt x="294" y="1319"/>
                    </a:lnTo>
                    <a:lnTo>
                      <a:pt x="294" y="1361"/>
                    </a:lnTo>
                    <a:lnTo>
                      <a:pt x="210" y="1340"/>
                    </a:lnTo>
                    <a:lnTo>
                      <a:pt x="189" y="1403"/>
                    </a:lnTo>
                    <a:lnTo>
                      <a:pt x="210" y="1444"/>
                    </a:lnTo>
                    <a:lnTo>
                      <a:pt x="189" y="1465"/>
                    </a:lnTo>
                    <a:lnTo>
                      <a:pt x="168" y="1528"/>
                    </a:lnTo>
                    <a:lnTo>
                      <a:pt x="63" y="1528"/>
                    </a:lnTo>
                    <a:lnTo>
                      <a:pt x="1" y="1549"/>
                    </a:lnTo>
                    <a:lnTo>
                      <a:pt x="63" y="1570"/>
                    </a:lnTo>
                    <a:lnTo>
                      <a:pt x="126" y="1570"/>
                    </a:lnTo>
                    <a:lnTo>
                      <a:pt x="189" y="1612"/>
                    </a:lnTo>
                    <a:lnTo>
                      <a:pt x="168" y="1633"/>
                    </a:lnTo>
                    <a:lnTo>
                      <a:pt x="105" y="1633"/>
                    </a:lnTo>
                    <a:lnTo>
                      <a:pt x="189" y="1716"/>
                    </a:lnTo>
                    <a:lnTo>
                      <a:pt x="210" y="1716"/>
                    </a:lnTo>
                    <a:lnTo>
                      <a:pt x="273" y="1737"/>
                    </a:lnTo>
                    <a:lnTo>
                      <a:pt x="503" y="1507"/>
                    </a:lnTo>
                    <a:lnTo>
                      <a:pt x="482" y="1570"/>
                    </a:lnTo>
                    <a:lnTo>
                      <a:pt x="503" y="1612"/>
                    </a:lnTo>
                    <a:lnTo>
                      <a:pt x="419" y="1633"/>
                    </a:lnTo>
                    <a:lnTo>
                      <a:pt x="377" y="1758"/>
                    </a:lnTo>
                    <a:lnTo>
                      <a:pt x="377" y="1779"/>
                    </a:lnTo>
                    <a:lnTo>
                      <a:pt x="315" y="1947"/>
                    </a:lnTo>
                    <a:lnTo>
                      <a:pt x="336" y="1947"/>
                    </a:lnTo>
                    <a:lnTo>
                      <a:pt x="294" y="2135"/>
                    </a:lnTo>
                    <a:lnTo>
                      <a:pt x="294" y="2239"/>
                    </a:lnTo>
                    <a:lnTo>
                      <a:pt x="231" y="2281"/>
                    </a:lnTo>
                    <a:lnTo>
                      <a:pt x="294" y="2323"/>
                    </a:lnTo>
                    <a:lnTo>
                      <a:pt x="315" y="2302"/>
                    </a:lnTo>
                    <a:lnTo>
                      <a:pt x="231" y="2449"/>
                    </a:lnTo>
                    <a:lnTo>
                      <a:pt x="231" y="2595"/>
                    </a:lnTo>
                    <a:lnTo>
                      <a:pt x="189" y="2658"/>
                    </a:lnTo>
                    <a:lnTo>
                      <a:pt x="189" y="2700"/>
                    </a:lnTo>
                    <a:lnTo>
                      <a:pt x="315" y="2700"/>
                    </a:lnTo>
                    <a:lnTo>
                      <a:pt x="294" y="2595"/>
                    </a:lnTo>
                    <a:lnTo>
                      <a:pt x="336" y="2491"/>
                    </a:lnTo>
                    <a:lnTo>
                      <a:pt x="336" y="2407"/>
                    </a:lnTo>
                    <a:lnTo>
                      <a:pt x="398" y="2323"/>
                    </a:lnTo>
                    <a:lnTo>
                      <a:pt x="336" y="2135"/>
                    </a:lnTo>
                    <a:lnTo>
                      <a:pt x="398" y="2135"/>
                    </a:lnTo>
                    <a:lnTo>
                      <a:pt x="545" y="1947"/>
                    </a:lnTo>
                    <a:lnTo>
                      <a:pt x="440" y="2135"/>
                    </a:lnTo>
                    <a:lnTo>
                      <a:pt x="419" y="2239"/>
                    </a:lnTo>
                    <a:lnTo>
                      <a:pt x="482" y="2260"/>
                    </a:lnTo>
                    <a:lnTo>
                      <a:pt x="482" y="2198"/>
                    </a:lnTo>
                    <a:lnTo>
                      <a:pt x="545" y="2135"/>
                    </a:lnTo>
                    <a:lnTo>
                      <a:pt x="587" y="2260"/>
                    </a:lnTo>
                    <a:lnTo>
                      <a:pt x="628" y="2135"/>
                    </a:lnTo>
                    <a:lnTo>
                      <a:pt x="628" y="2030"/>
                    </a:lnTo>
                    <a:lnTo>
                      <a:pt x="691" y="1988"/>
                    </a:lnTo>
                    <a:lnTo>
                      <a:pt x="649" y="2135"/>
                    </a:lnTo>
                    <a:lnTo>
                      <a:pt x="754" y="2198"/>
                    </a:lnTo>
                    <a:lnTo>
                      <a:pt x="649" y="2177"/>
                    </a:lnTo>
                    <a:lnTo>
                      <a:pt x="628" y="2323"/>
                    </a:lnTo>
                    <a:lnTo>
                      <a:pt x="649" y="2449"/>
                    </a:lnTo>
                    <a:lnTo>
                      <a:pt x="712" y="2470"/>
                    </a:lnTo>
                    <a:lnTo>
                      <a:pt x="754" y="2574"/>
                    </a:lnTo>
                    <a:lnTo>
                      <a:pt x="649" y="2658"/>
                    </a:lnTo>
                    <a:lnTo>
                      <a:pt x="587" y="2909"/>
                    </a:lnTo>
                    <a:lnTo>
                      <a:pt x="587" y="3014"/>
                    </a:lnTo>
                    <a:lnTo>
                      <a:pt x="503" y="2972"/>
                    </a:lnTo>
                    <a:lnTo>
                      <a:pt x="503" y="3097"/>
                    </a:lnTo>
                    <a:lnTo>
                      <a:pt x="628" y="3244"/>
                    </a:lnTo>
                    <a:lnTo>
                      <a:pt x="587" y="3097"/>
                    </a:lnTo>
                    <a:lnTo>
                      <a:pt x="649" y="3076"/>
                    </a:lnTo>
                    <a:lnTo>
                      <a:pt x="859" y="3223"/>
                    </a:lnTo>
                    <a:lnTo>
                      <a:pt x="859" y="3097"/>
                    </a:lnTo>
                    <a:lnTo>
                      <a:pt x="796" y="3035"/>
                    </a:lnTo>
                    <a:lnTo>
                      <a:pt x="838" y="3014"/>
                    </a:lnTo>
                    <a:lnTo>
                      <a:pt x="1005" y="3118"/>
                    </a:lnTo>
                    <a:lnTo>
                      <a:pt x="1131" y="3118"/>
                    </a:lnTo>
                    <a:lnTo>
                      <a:pt x="1131" y="3076"/>
                    </a:lnTo>
                    <a:lnTo>
                      <a:pt x="1235" y="3076"/>
                    </a:lnTo>
                    <a:lnTo>
                      <a:pt x="1256" y="2972"/>
                    </a:lnTo>
                    <a:lnTo>
                      <a:pt x="1549" y="2993"/>
                    </a:lnTo>
                    <a:lnTo>
                      <a:pt x="1361" y="3014"/>
                    </a:lnTo>
                    <a:lnTo>
                      <a:pt x="1235" y="3348"/>
                    </a:lnTo>
                    <a:lnTo>
                      <a:pt x="1382" y="3620"/>
                    </a:lnTo>
                    <a:lnTo>
                      <a:pt x="1444" y="3558"/>
                    </a:lnTo>
                    <a:lnTo>
                      <a:pt x="1444" y="3704"/>
                    </a:lnTo>
                    <a:lnTo>
                      <a:pt x="1549" y="3600"/>
                    </a:lnTo>
                    <a:lnTo>
                      <a:pt x="1654" y="3600"/>
                    </a:lnTo>
                    <a:lnTo>
                      <a:pt x="1633" y="3746"/>
                    </a:lnTo>
                    <a:lnTo>
                      <a:pt x="1654" y="3767"/>
                    </a:lnTo>
                    <a:lnTo>
                      <a:pt x="1549" y="3851"/>
                    </a:lnTo>
                    <a:lnTo>
                      <a:pt x="1570" y="4018"/>
                    </a:lnTo>
                    <a:lnTo>
                      <a:pt x="1528" y="4123"/>
                    </a:lnTo>
                    <a:lnTo>
                      <a:pt x="1570" y="4227"/>
                    </a:lnTo>
                    <a:lnTo>
                      <a:pt x="1654" y="4290"/>
                    </a:lnTo>
                    <a:lnTo>
                      <a:pt x="1737" y="4290"/>
                    </a:lnTo>
                    <a:lnTo>
                      <a:pt x="1675" y="4332"/>
                    </a:lnTo>
                    <a:lnTo>
                      <a:pt x="1591" y="4332"/>
                    </a:lnTo>
                    <a:lnTo>
                      <a:pt x="1549" y="4248"/>
                    </a:lnTo>
                    <a:lnTo>
                      <a:pt x="1465" y="4269"/>
                    </a:lnTo>
                    <a:lnTo>
                      <a:pt x="1528" y="4353"/>
                    </a:lnTo>
                    <a:lnTo>
                      <a:pt x="1591" y="4395"/>
                    </a:lnTo>
                    <a:lnTo>
                      <a:pt x="1486" y="4374"/>
                    </a:lnTo>
                    <a:lnTo>
                      <a:pt x="1424" y="4290"/>
                    </a:lnTo>
                    <a:lnTo>
                      <a:pt x="1235" y="4353"/>
                    </a:lnTo>
                    <a:lnTo>
                      <a:pt x="1152" y="4353"/>
                    </a:lnTo>
                    <a:lnTo>
                      <a:pt x="963" y="4436"/>
                    </a:lnTo>
                    <a:lnTo>
                      <a:pt x="859" y="4583"/>
                    </a:lnTo>
                    <a:lnTo>
                      <a:pt x="733" y="4667"/>
                    </a:lnTo>
                    <a:lnTo>
                      <a:pt x="691" y="4750"/>
                    </a:lnTo>
                    <a:lnTo>
                      <a:pt x="817" y="4750"/>
                    </a:lnTo>
                    <a:lnTo>
                      <a:pt x="817" y="4688"/>
                    </a:lnTo>
                    <a:lnTo>
                      <a:pt x="1026" y="4646"/>
                    </a:lnTo>
                    <a:lnTo>
                      <a:pt x="1005" y="4750"/>
                    </a:lnTo>
                    <a:lnTo>
                      <a:pt x="1068" y="4813"/>
                    </a:lnTo>
                    <a:lnTo>
                      <a:pt x="1005" y="4876"/>
                    </a:lnTo>
                    <a:lnTo>
                      <a:pt x="1026" y="4960"/>
                    </a:lnTo>
                    <a:lnTo>
                      <a:pt x="1068" y="4960"/>
                    </a:lnTo>
                    <a:lnTo>
                      <a:pt x="942" y="5190"/>
                    </a:lnTo>
                    <a:lnTo>
                      <a:pt x="859" y="5232"/>
                    </a:lnTo>
                    <a:lnTo>
                      <a:pt x="754" y="5294"/>
                    </a:lnTo>
                    <a:lnTo>
                      <a:pt x="733" y="5294"/>
                    </a:lnTo>
                    <a:lnTo>
                      <a:pt x="608" y="5378"/>
                    </a:lnTo>
                    <a:lnTo>
                      <a:pt x="524" y="5378"/>
                    </a:lnTo>
                    <a:lnTo>
                      <a:pt x="398" y="5483"/>
                    </a:lnTo>
                    <a:lnTo>
                      <a:pt x="503" y="5483"/>
                    </a:lnTo>
                    <a:lnTo>
                      <a:pt x="503" y="5545"/>
                    </a:lnTo>
                    <a:lnTo>
                      <a:pt x="419" y="5608"/>
                    </a:lnTo>
                    <a:lnTo>
                      <a:pt x="545" y="5629"/>
                    </a:lnTo>
                    <a:lnTo>
                      <a:pt x="524" y="5650"/>
                    </a:lnTo>
                    <a:lnTo>
                      <a:pt x="587" y="5692"/>
                    </a:lnTo>
                    <a:lnTo>
                      <a:pt x="649" y="5650"/>
                    </a:lnTo>
                    <a:lnTo>
                      <a:pt x="754" y="5608"/>
                    </a:lnTo>
                    <a:lnTo>
                      <a:pt x="900" y="5545"/>
                    </a:lnTo>
                    <a:lnTo>
                      <a:pt x="921" y="5629"/>
                    </a:lnTo>
                    <a:lnTo>
                      <a:pt x="1026" y="5650"/>
                    </a:lnTo>
                    <a:lnTo>
                      <a:pt x="942" y="5692"/>
                    </a:lnTo>
                    <a:lnTo>
                      <a:pt x="921" y="5734"/>
                    </a:lnTo>
                    <a:lnTo>
                      <a:pt x="1068" y="5734"/>
                    </a:lnTo>
                    <a:lnTo>
                      <a:pt x="1068" y="5713"/>
                    </a:lnTo>
                    <a:lnTo>
                      <a:pt x="1152" y="5692"/>
                    </a:lnTo>
                    <a:lnTo>
                      <a:pt x="1256" y="5796"/>
                    </a:lnTo>
                    <a:lnTo>
                      <a:pt x="1319" y="5859"/>
                    </a:lnTo>
                    <a:lnTo>
                      <a:pt x="1486" y="5859"/>
                    </a:lnTo>
                    <a:lnTo>
                      <a:pt x="1549" y="5796"/>
                    </a:lnTo>
                    <a:lnTo>
                      <a:pt x="1633" y="5755"/>
                    </a:lnTo>
                    <a:lnTo>
                      <a:pt x="1758" y="5713"/>
                    </a:lnTo>
                    <a:lnTo>
                      <a:pt x="1800" y="5650"/>
                    </a:lnTo>
                    <a:lnTo>
                      <a:pt x="1905" y="5608"/>
                    </a:lnTo>
                    <a:lnTo>
                      <a:pt x="1758" y="5755"/>
                    </a:lnTo>
                    <a:lnTo>
                      <a:pt x="1633" y="5901"/>
                    </a:lnTo>
                    <a:lnTo>
                      <a:pt x="1633" y="6048"/>
                    </a:lnTo>
                    <a:lnTo>
                      <a:pt x="1528" y="6048"/>
                    </a:lnTo>
                    <a:lnTo>
                      <a:pt x="1444" y="6068"/>
                    </a:lnTo>
                    <a:lnTo>
                      <a:pt x="1361" y="6027"/>
                    </a:lnTo>
                    <a:lnTo>
                      <a:pt x="1131" y="6006"/>
                    </a:lnTo>
                    <a:lnTo>
                      <a:pt x="963" y="6048"/>
                    </a:lnTo>
                    <a:lnTo>
                      <a:pt x="963" y="6131"/>
                    </a:lnTo>
                    <a:lnTo>
                      <a:pt x="900" y="6215"/>
                    </a:lnTo>
                    <a:lnTo>
                      <a:pt x="796" y="6215"/>
                    </a:lnTo>
                    <a:lnTo>
                      <a:pt x="796" y="6382"/>
                    </a:lnTo>
                    <a:lnTo>
                      <a:pt x="691" y="6487"/>
                    </a:lnTo>
                    <a:lnTo>
                      <a:pt x="649" y="6550"/>
                    </a:lnTo>
                    <a:lnTo>
                      <a:pt x="545" y="6550"/>
                    </a:lnTo>
                    <a:lnTo>
                      <a:pt x="524" y="6675"/>
                    </a:lnTo>
                    <a:lnTo>
                      <a:pt x="482" y="6675"/>
                    </a:lnTo>
                    <a:lnTo>
                      <a:pt x="440" y="6738"/>
                    </a:lnTo>
                    <a:lnTo>
                      <a:pt x="315" y="6843"/>
                    </a:lnTo>
                    <a:lnTo>
                      <a:pt x="231" y="6801"/>
                    </a:lnTo>
                    <a:lnTo>
                      <a:pt x="168" y="6864"/>
                    </a:lnTo>
                    <a:lnTo>
                      <a:pt x="168" y="6968"/>
                    </a:lnTo>
                    <a:lnTo>
                      <a:pt x="273" y="6968"/>
                    </a:lnTo>
                    <a:lnTo>
                      <a:pt x="273" y="6885"/>
                    </a:lnTo>
                    <a:lnTo>
                      <a:pt x="377" y="6905"/>
                    </a:lnTo>
                    <a:lnTo>
                      <a:pt x="419" y="7010"/>
                    </a:lnTo>
                    <a:lnTo>
                      <a:pt x="503" y="6968"/>
                    </a:lnTo>
                    <a:lnTo>
                      <a:pt x="482" y="6905"/>
                    </a:lnTo>
                    <a:lnTo>
                      <a:pt x="524" y="6843"/>
                    </a:lnTo>
                    <a:lnTo>
                      <a:pt x="545" y="6864"/>
                    </a:lnTo>
                    <a:lnTo>
                      <a:pt x="628" y="6801"/>
                    </a:lnTo>
                    <a:lnTo>
                      <a:pt x="649" y="6801"/>
                    </a:lnTo>
                    <a:lnTo>
                      <a:pt x="712" y="6696"/>
                    </a:lnTo>
                    <a:lnTo>
                      <a:pt x="817" y="6759"/>
                    </a:lnTo>
                    <a:lnTo>
                      <a:pt x="900" y="6696"/>
                    </a:lnTo>
                    <a:lnTo>
                      <a:pt x="963" y="6738"/>
                    </a:lnTo>
                    <a:lnTo>
                      <a:pt x="1005" y="6696"/>
                    </a:lnTo>
                    <a:lnTo>
                      <a:pt x="1047" y="6759"/>
                    </a:lnTo>
                    <a:lnTo>
                      <a:pt x="1110" y="6759"/>
                    </a:lnTo>
                    <a:lnTo>
                      <a:pt x="1172" y="6801"/>
                    </a:lnTo>
                    <a:lnTo>
                      <a:pt x="1277" y="6801"/>
                    </a:lnTo>
                    <a:lnTo>
                      <a:pt x="1256" y="6759"/>
                    </a:lnTo>
                    <a:lnTo>
                      <a:pt x="1340" y="6738"/>
                    </a:lnTo>
                    <a:lnTo>
                      <a:pt x="1361" y="6654"/>
                    </a:lnTo>
                    <a:lnTo>
                      <a:pt x="1340" y="6571"/>
                    </a:lnTo>
                    <a:lnTo>
                      <a:pt x="1382" y="6487"/>
                    </a:lnTo>
                    <a:lnTo>
                      <a:pt x="1444" y="6487"/>
                    </a:lnTo>
                    <a:lnTo>
                      <a:pt x="1465" y="6445"/>
                    </a:lnTo>
                    <a:lnTo>
                      <a:pt x="1675" y="6424"/>
                    </a:lnTo>
                    <a:lnTo>
                      <a:pt x="1779" y="6424"/>
                    </a:lnTo>
                    <a:lnTo>
                      <a:pt x="1905" y="6487"/>
                    </a:lnTo>
                    <a:lnTo>
                      <a:pt x="2093" y="6487"/>
                    </a:lnTo>
                    <a:lnTo>
                      <a:pt x="2177" y="6529"/>
                    </a:lnTo>
                    <a:lnTo>
                      <a:pt x="2198" y="6445"/>
                    </a:lnTo>
                    <a:lnTo>
                      <a:pt x="2323" y="6361"/>
                    </a:lnTo>
                    <a:lnTo>
                      <a:pt x="2407" y="6382"/>
                    </a:lnTo>
                    <a:lnTo>
                      <a:pt x="2512" y="6320"/>
                    </a:lnTo>
                    <a:lnTo>
                      <a:pt x="2616" y="6340"/>
                    </a:lnTo>
                    <a:lnTo>
                      <a:pt x="2637" y="6320"/>
                    </a:lnTo>
                    <a:lnTo>
                      <a:pt x="2721" y="6278"/>
                    </a:lnTo>
                    <a:lnTo>
                      <a:pt x="2721" y="6320"/>
                    </a:lnTo>
                    <a:lnTo>
                      <a:pt x="2804" y="6361"/>
                    </a:lnTo>
                    <a:lnTo>
                      <a:pt x="2888" y="6320"/>
                    </a:lnTo>
                    <a:lnTo>
                      <a:pt x="3056" y="6320"/>
                    </a:lnTo>
                    <a:lnTo>
                      <a:pt x="3202" y="6278"/>
                    </a:lnTo>
                    <a:lnTo>
                      <a:pt x="3307" y="6320"/>
                    </a:lnTo>
                    <a:lnTo>
                      <a:pt x="3349" y="6340"/>
                    </a:lnTo>
                    <a:lnTo>
                      <a:pt x="3453" y="6257"/>
                    </a:lnTo>
                    <a:lnTo>
                      <a:pt x="3537" y="6236"/>
                    </a:lnTo>
                    <a:lnTo>
                      <a:pt x="3621" y="6152"/>
                    </a:lnTo>
                    <a:lnTo>
                      <a:pt x="3683" y="6152"/>
                    </a:lnTo>
                    <a:lnTo>
                      <a:pt x="3746" y="6173"/>
                    </a:lnTo>
                    <a:lnTo>
                      <a:pt x="3725" y="6110"/>
                    </a:lnTo>
                    <a:lnTo>
                      <a:pt x="3851" y="6027"/>
                    </a:lnTo>
                    <a:lnTo>
                      <a:pt x="3955" y="6006"/>
                    </a:lnTo>
                    <a:lnTo>
                      <a:pt x="3955" y="5922"/>
                    </a:lnTo>
                    <a:lnTo>
                      <a:pt x="3934" y="5859"/>
                    </a:lnTo>
                    <a:lnTo>
                      <a:pt x="3955" y="5796"/>
                    </a:lnTo>
                    <a:lnTo>
                      <a:pt x="3788" y="5796"/>
                    </a:lnTo>
                    <a:lnTo>
                      <a:pt x="3683" y="5838"/>
                    </a:lnTo>
                    <a:lnTo>
                      <a:pt x="3641" y="5838"/>
                    </a:lnTo>
                    <a:lnTo>
                      <a:pt x="3537" y="5817"/>
                    </a:lnTo>
                    <a:lnTo>
                      <a:pt x="3474" y="5796"/>
                    </a:lnTo>
                    <a:lnTo>
                      <a:pt x="3537" y="5755"/>
                    </a:lnTo>
                    <a:lnTo>
                      <a:pt x="3558" y="5755"/>
                    </a:lnTo>
                    <a:lnTo>
                      <a:pt x="3558" y="5734"/>
                    </a:lnTo>
                    <a:lnTo>
                      <a:pt x="3474" y="5713"/>
                    </a:lnTo>
                    <a:lnTo>
                      <a:pt x="3411" y="5734"/>
                    </a:lnTo>
                    <a:lnTo>
                      <a:pt x="3516" y="5650"/>
                    </a:lnTo>
                    <a:lnTo>
                      <a:pt x="3579" y="5692"/>
                    </a:lnTo>
                    <a:lnTo>
                      <a:pt x="3662" y="5629"/>
                    </a:lnTo>
                    <a:lnTo>
                      <a:pt x="3641" y="5545"/>
                    </a:lnTo>
                    <a:lnTo>
                      <a:pt x="3558" y="5545"/>
                    </a:lnTo>
                    <a:lnTo>
                      <a:pt x="3621" y="5504"/>
                    </a:lnTo>
                    <a:lnTo>
                      <a:pt x="3662" y="5441"/>
                    </a:lnTo>
                    <a:lnTo>
                      <a:pt x="3725" y="5504"/>
                    </a:lnTo>
                    <a:lnTo>
                      <a:pt x="3788" y="5441"/>
                    </a:lnTo>
                    <a:lnTo>
                      <a:pt x="3851" y="5399"/>
                    </a:lnTo>
                    <a:lnTo>
                      <a:pt x="3788" y="5378"/>
                    </a:lnTo>
                    <a:lnTo>
                      <a:pt x="3830" y="5336"/>
                    </a:lnTo>
                    <a:lnTo>
                      <a:pt x="3725" y="5336"/>
                    </a:lnTo>
                    <a:lnTo>
                      <a:pt x="3767" y="5273"/>
                    </a:lnTo>
                    <a:lnTo>
                      <a:pt x="3830" y="5294"/>
                    </a:lnTo>
                    <a:lnTo>
                      <a:pt x="3851" y="5315"/>
                    </a:lnTo>
                    <a:lnTo>
                      <a:pt x="3893" y="5232"/>
                    </a:lnTo>
                    <a:lnTo>
                      <a:pt x="3976" y="5211"/>
                    </a:lnTo>
                    <a:lnTo>
                      <a:pt x="3976" y="5064"/>
                    </a:lnTo>
                    <a:lnTo>
                      <a:pt x="4060" y="4897"/>
                    </a:lnTo>
                    <a:lnTo>
                      <a:pt x="3997" y="4813"/>
                    </a:lnTo>
                    <a:lnTo>
                      <a:pt x="3976" y="4688"/>
                    </a:lnTo>
                    <a:lnTo>
                      <a:pt x="3767" y="4541"/>
                    </a:lnTo>
                    <a:lnTo>
                      <a:pt x="3349" y="4541"/>
                    </a:lnTo>
                    <a:lnTo>
                      <a:pt x="3328" y="4667"/>
                    </a:lnTo>
                    <a:lnTo>
                      <a:pt x="3307" y="4708"/>
                    </a:lnTo>
                    <a:lnTo>
                      <a:pt x="3202" y="4646"/>
                    </a:lnTo>
                    <a:lnTo>
                      <a:pt x="3097" y="4604"/>
                    </a:lnTo>
                    <a:lnTo>
                      <a:pt x="3265" y="4436"/>
                    </a:lnTo>
                    <a:lnTo>
                      <a:pt x="3265" y="4332"/>
                    </a:lnTo>
                    <a:lnTo>
                      <a:pt x="3139" y="4123"/>
                    </a:lnTo>
                    <a:lnTo>
                      <a:pt x="3097" y="4123"/>
                    </a:lnTo>
                    <a:lnTo>
                      <a:pt x="2951" y="4039"/>
                    </a:lnTo>
                    <a:lnTo>
                      <a:pt x="2909" y="3955"/>
                    </a:lnTo>
                    <a:lnTo>
                      <a:pt x="2846" y="3976"/>
                    </a:lnTo>
                    <a:lnTo>
                      <a:pt x="2825" y="3976"/>
                    </a:lnTo>
                    <a:lnTo>
                      <a:pt x="2742" y="3955"/>
                    </a:lnTo>
                    <a:lnTo>
                      <a:pt x="2825" y="3955"/>
                    </a:lnTo>
                    <a:lnTo>
                      <a:pt x="2930" y="3934"/>
                    </a:lnTo>
                    <a:lnTo>
                      <a:pt x="2993" y="3955"/>
                    </a:lnTo>
                    <a:lnTo>
                      <a:pt x="3014" y="4018"/>
                    </a:lnTo>
                    <a:lnTo>
                      <a:pt x="3139" y="4018"/>
                    </a:lnTo>
                    <a:lnTo>
                      <a:pt x="2993" y="3830"/>
                    </a:lnTo>
                    <a:lnTo>
                      <a:pt x="2909" y="3725"/>
                    </a:lnTo>
                    <a:lnTo>
                      <a:pt x="2951" y="3641"/>
                    </a:lnTo>
                    <a:lnTo>
                      <a:pt x="2993" y="3641"/>
                    </a:lnTo>
                    <a:lnTo>
                      <a:pt x="2909" y="3600"/>
                    </a:lnTo>
                    <a:lnTo>
                      <a:pt x="2888" y="3537"/>
                    </a:lnTo>
                    <a:lnTo>
                      <a:pt x="2846" y="3537"/>
                    </a:lnTo>
                    <a:lnTo>
                      <a:pt x="2784" y="3348"/>
                    </a:lnTo>
                    <a:lnTo>
                      <a:pt x="2616" y="3307"/>
                    </a:lnTo>
                    <a:lnTo>
                      <a:pt x="2428" y="3244"/>
                    </a:lnTo>
                    <a:lnTo>
                      <a:pt x="2428" y="3181"/>
                    </a:lnTo>
                    <a:lnTo>
                      <a:pt x="2386" y="3139"/>
                    </a:lnTo>
                    <a:lnTo>
                      <a:pt x="2323" y="2930"/>
                    </a:lnTo>
                    <a:lnTo>
                      <a:pt x="2260" y="2825"/>
                    </a:lnTo>
                    <a:lnTo>
                      <a:pt x="2198" y="2574"/>
                    </a:lnTo>
                    <a:lnTo>
                      <a:pt x="2156" y="2470"/>
                    </a:lnTo>
                    <a:lnTo>
                      <a:pt x="2093" y="2470"/>
                    </a:lnTo>
                    <a:lnTo>
                      <a:pt x="1947" y="2239"/>
                    </a:lnTo>
                    <a:lnTo>
                      <a:pt x="1842" y="2198"/>
                    </a:lnTo>
                    <a:lnTo>
                      <a:pt x="1758" y="2156"/>
                    </a:lnTo>
                    <a:lnTo>
                      <a:pt x="1654" y="2093"/>
                    </a:lnTo>
                    <a:lnTo>
                      <a:pt x="1591" y="2156"/>
                    </a:lnTo>
                    <a:lnTo>
                      <a:pt x="1486" y="2198"/>
                    </a:lnTo>
                    <a:lnTo>
                      <a:pt x="1361" y="2177"/>
                    </a:lnTo>
                    <a:lnTo>
                      <a:pt x="1277" y="2177"/>
                    </a:lnTo>
                    <a:lnTo>
                      <a:pt x="1172" y="2156"/>
                    </a:lnTo>
                    <a:lnTo>
                      <a:pt x="1152" y="2072"/>
                    </a:lnTo>
                    <a:lnTo>
                      <a:pt x="1152" y="2072"/>
                    </a:lnTo>
                    <a:lnTo>
                      <a:pt x="1214" y="2093"/>
                    </a:lnTo>
                    <a:lnTo>
                      <a:pt x="1340" y="2135"/>
                    </a:lnTo>
                    <a:lnTo>
                      <a:pt x="1465" y="2093"/>
                    </a:lnTo>
                    <a:lnTo>
                      <a:pt x="1486" y="1988"/>
                    </a:lnTo>
                    <a:lnTo>
                      <a:pt x="1591" y="1988"/>
                    </a:lnTo>
                    <a:lnTo>
                      <a:pt x="1696" y="1926"/>
                    </a:lnTo>
                    <a:lnTo>
                      <a:pt x="1591" y="1884"/>
                    </a:lnTo>
                    <a:lnTo>
                      <a:pt x="1591" y="1800"/>
                    </a:lnTo>
                    <a:lnTo>
                      <a:pt x="1549" y="1779"/>
                    </a:lnTo>
                    <a:lnTo>
                      <a:pt x="1424" y="1863"/>
                    </a:lnTo>
                    <a:lnTo>
                      <a:pt x="1382" y="1842"/>
                    </a:lnTo>
                    <a:lnTo>
                      <a:pt x="1486" y="1758"/>
                    </a:lnTo>
                    <a:lnTo>
                      <a:pt x="1633" y="1758"/>
                    </a:lnTo>
                    <a:lnTo>
                      <a:pt x="1696" y="1716"/>
                    </a:lnTo>
                    <a:lnTo>
                      <a:pt x="1696" y="1633"/>
                    </a:lnTo>
                    <a:lnTo>
                      <a:pt x="1758" y="1612"/>
                    </a:lnTo>
                    <a:lnTo>
                      <a:pt x="1842" y="1444"/>
                    </a:lnTo>
                    <a:lnTo>
                      <a:pt x="1884" y="1403"/>
                    </a:lnTo>
                    <a:lnTo>
                      <a:pt x="1884" y="1340"/>
                    </a:lnTo>
                    <a:lnTo>
                      <a:pt x="1947" y="1235"/>
                    </a:lnTo>
                    <a:lnTo>
                      <a:pt x="1905" y="1214"/>
                    </a:lnTo>
                    <a:lnTo>
                      <a:pt x="1968" y="1047"/>
                    </a:lnTo>
                    <a:lnTo>
                      <a:pt x="2072" y="984"/>
                    </a:lnTo>
                    <a:lnTo>
                      <a:pt x="2072" y="900"/>
                    </a:lnTo>
                    <a:lnTo>
                      <a:pt x="1905" y="754"/>
                    </a:lnTo>
                    <a:lnTo>
                      <a:pt x="1884" y="796"/>
                    </a:lnTo>
                    <a:lnTo>
                      <a:pt x="1675" y="796"/>
                    </a:lnTo>
                    <a:lnTo>
                      <a:pt x="1528" y="754"/>
                    </a:lnTo>
                    <a:lnTo>
                      <a:pt x="1486" y="817"/>
                    </a:lnTo>
                    <a:lnTo>
                      <a:pt x="1424" y="817"/>
                    </a:lnTo>
                    <a:lnTo>
                      <a:pt x="1340" y="754"/>
                    </a:lnTo>
                    <a:lnTo>
                      <a:pt x="1256" y="796"/>
                    </a:lnTo>
                    <a:lnTo>
                      <a:pt x="1256" y="817"/>
                    </a:lnTo>
                    <a:lnTo>
                      <a:pt x="1172" y="838"/>
                    </a:lnTo>
                    <a:lnTo>
                      <a:pt x="1068" y="900"/>
                    </a:lnTo>
                    <a:lnTo>
                      <a:pt x="1047" y="900"/>
                    </a:lnTo>
                    <a:lnTo>
                      <a:pt x="963" y="942"/>
                    </a:lnTo>
                    <a:lnTo>
                      <a:pt x="942" y="921"/>
                    </a:lnTo>
                    <a:lnTo>
                      <a:pt x="1047" y="817"/>
                    </a:lnTo>
                    <a:lnTo>
                      <a:pt x="1131" y="691"/>
                    </a:lnTo>
                    <a:lnTo>
                      <a:pt x="1131" y="691"/>
                    </a:lnTo>
                    <a:lnTo>
                      <a:pt x="1068" y="712"/>
                    </a:lnTo>
                    <a:lnTo>
                      <a:pt x="963" y="691"/>
                    </a:lnTo>
                    <a:lnTo>
                      <a:pt x="1026" y="670"/>
                    </a:lnTo>
                    <a:lnTo>
                      <a:pt x="1047" y="587"/>
                    </a:lnTo>
                    <a:lnTo>
                      <a:pt x="1277" y="419"/>
                    </a:lnTo>
                    <a:lnTo>
                      <a:pt x="1340" y="294"/>
                    </a:lnTo>
                    <a:lnTo>
                      <a:pt x="1424" y="273"/>
                    </a:lnTo>
                    <a:lnTo>
                      <a:pt x="1444" y="168"/>
                    </a:lnTo>
                    <a:lnTo>
                      <a:pt x="1424" y="147"/>
                    </a:lnTo>
                    <a:lnTo>
                      <a:pt x="1465" y="63"/>
                    </a:lnTo>
                    <a:lnTo>
                      <a:pt x="1444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0" name="Google Shape;7795;p67">
                <a:extLst>
                  <a:ext uri="{FF2B5EF4-FFF2-40B4-BE49-F238E27FC236}">
                    <a16:creationId xmlns:a16="http://schemas.microsoft.com/office/drawing/2014/main" id="{AC04760F-FDB2-EFF3-BC39-4A7BBE39569C}"/>
                  </a:ext>
                </a:extLst>
              </p:cNvPr>
              <p:cNvSpPr/>
              <p:nvPr/>
            </p:nvSpPr>
            <p:spPr>
              <a:xfrm>
                <a:off x="3586375" y="2350350"/>
                <a:ext cx="31925" cy="25125"/>
              </a:xfrm>
              <a:custGeom>
                <a:avLst/>
                <a:gdLst/>
                <a:ahLst/>
                <a:cxnLst/>
                <a:rect l="l" t="t" r="r" b="b"/>
                <a:pathLst>
                  <a:path w="1277" h="1005" extrusionOk="0">
                    <a:moveTo>
                      <a:pt x="732" y="1"/>
                    </a:moveTo>
                    <a:lnTo>
                      <a:pt x="628" y="63"/>
                    </a:lnTo>
                    <a:lnTo>
                      <a:pt x="544" y="63"/>
                    </a:lnTo>
                    <a:lnTo>
                      <a:pt x="523" y="126"/>
                    </a:lnTo>
                    <a:lnTo>
                      <a:pt x="419" y="126"/>
                    </a:lnTo>
                    <a:lnTo>
                      <a:pt x="377" y="210"/>
                    </a:lnTo>
                    <a:lnTo>
                      <a:pt x="293" y="231"/>
                    </a:lnTo>
                    <a:lnTo>
                      <a:pt x="272" y="335"/>
                    </a:lnTo>
                    <a:lnTo>
                      <a:pt x="126" y="356"/>
                    </a:lnTo>
                    <a:lnTo>
                      <a:pt x="0" y="586"/>
                    </a:lnTo>
                    <a:lnTo>
                      <a:pt x="272" y="838"/>
                    </a:lnTo>
                    <a:lnTo>
                      <a:pt x="335" y="796"/>
                    </a:lnTo>
                    <a:lnTo>
                      <a:pt x="377" y="649"/>
                    </a:lnTo>
                    <a:lnTo>
                      <a:pt x="440" y="586"/>
                    </a:lnTo>
                    <a:lnTo>
                      <a:pt x="607" y="691"/>
                    </a:lnTo>
                    <a:lnTo>
                      <a:pt x="712" y="900"/>
                    </a:lnTo>
                    <a:lnTo>
                      <a:pt x="795" y="942"/>
                    </a:lnTo>
                    <a:lnTo>
                      <a:pt x="921" y="1005"/>
                    </a:lnTo>
                    <a:lnTo>
                      <a:pt x="942" y="1005"/>
                    </a:lnTo>
                    <a:lnTo>
                      <a:pt x="942" y="942"/>
                    </a:lnTo>
                    <a:lnTo>
                      <a:pt x="1004" y="942"/>
                    </a:lnTo>
                    <a:lnTo>
                      <a:pt x="1067" y="858"/>
                    </a:lnTo>
                    <a:lnTo>
                      <a:pt x="1067" y="775"/>
                    </a:lnTo>
                    <a:lnTo>
                      <a:pt x="1214" y="796"/>
                    </a:lnTo>
                    <a:lnTo>
                      <a:pt x="1235" y="691"/>
                    </a:lnTo>
                    <a:lnTo>
                      <a:pt x="1151" y="691"/>
                    </a:lnTo>
                    <a:lnTo>
                      <a:pt x="1172" y="586"/>
                    </a:lnTo>
                    <a:lnTo>
                      <a:pt x="1151" y="545"/>
                    </a:lnTo>
                    <a:lnTo>
                      <a:pt x="1214" y="524"/>
                    </a:lnTo>
                    <a:lnTo>
                      <a:pt x="1277" y="733"/>
                    </a:lnTo>
                    <a:lnTo>
                      <a:pt x="1235" y="461"/>
                    </a:lnTo>
                    <a:lnTo>
                      <a:pt x="1109" y="461"/>
                    </a:lnTo>
                    <a:lnTo>
                      <a:pt x="1172" y="419"/>
                    </a:lnTo>
                    <a:lnTo>
                      <a:pt x="1004" y="147"/>
                    </a:lnTo>
                    <a:lnTo>
                      <a:pt x="1004" y="42"/>
                    </a:lnTo>
                    <a:lnTo>
                      <a:pt x="921" y="21"/>
                    </a:lnTo>
                    <a:lnTo>
                      <a:pt x="732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56" name="Google Shape;7796;p67">
              <a:extLst>
                <a:ext uri="{FF2B5EF4-FFF2-40B4-BE49-F238E27FC236}">
                  <a16:creationId xmlns:a16="http://schemas.microsoft.com/office/drawing/2014/main" id="{64D757EA-BBF0-E67E-0EF9-45511CA70BB8}"/>
                </a:ext>
              </a:extLst>
            </p:cNvPr>
            <p:cNvSpPr/>
            <p:nvPr/>
          </p:nvSpPr>
          <p:spPr>
            <a:xfrm>
              <a:off x="4300900" y="3419025"/>
              <a:ext cx="109875" cy="205600"/>
            </a:xfrm>
            <a:custGeom>
              <a:avLst/>
              <a:gdLst/>
              <a:ahLst/>
              <a:cxnLst/>
              <a:rect l="l" t="t" r="r" b="b"/>
              <a:pathLst>
                <a:path w="4395" h="8224" extrusionOk="0">
                  <a:moveTo>
                    <a:pt x="3914" y="1"/>
                  </a:moveTo>
                  <a:lnTo>
                    <a:pt x="3746" y="168"/>
                  </a:lnTo>
                  <a:lnTo>
                    <a:pt x="3809" y="252"/>
                  </a:lnTo>
                  <a:lnTo>
                    <a:pt x="3704" y="293"/>
                  </a:lnTo>
                  <a:lnTo>
                    <a:pt x="3600" y="252"/>
                  </a:lnTo>
                  <a:lnTo>
                    <a:pt x="3537" y="252"/>
                  </a:lnTo>
                  <a:lnTo>
                    <a:pt x="3621" y="377"/>
                  </a:lnTo>
                  <a:lnTo>
                    <a:pt x="3621" y="419"/>
                  </a:lnTo>
                  <a:lnTo>
                    <a:pt x="3704" y="503"/>
                  </a:lnTo>
                  <a:lnTo>
                    <a:pt x="3704" y="524"/>
                  </a:lnTo>
                  <a:lnTo>
                    <a:pt x="3600" y="670"/>
                  </a:lnTo>
                  <a:lnTo>
                    <a:pt x="3600" y="817"/>
                  </a:lnTo>
                  <a:lnTo>
                    <a:pt x="3516" y="921"/>
                  </a:lnTo>
                  <a:lnTo>
                    <a:pt x="3432" y="900"/>
                  </a:lnTo>
                  <a:lnTo>
                    <a:pt x="3328" y="1026"/>
                  </a:lnTo>
                  <a:lnTo>
                    <a:pt x="3328" y="1109"/>
                  </a:lnTo>
                  <a:lnTo>
                    <a:pt x="3244" y="1151"/>
                  </a:lnTo>
                  <a:lnTo>
                    <a:pt x="3181" y="1130"/>
                  </a:lnTo>
                  <a:lnTo>
                    <a:pt x="3181" y="1005"/>
                  </a:lnTo>
                  <a:lnTo>
                    <a:pt x="3118" y="984"/>
                  </a:lnTo>
                  <a:lnTo>
                    <a:pt x="3035" y="1047"/>
                  </a:lnTo>
                  <a:lnTo>
                    <a:pt x="3035" y="1193"/>
                  </a:lnTo>
                  <a:lnTo>
                    <a:pt x="3139" y="1298"/>
                  </a:lnTo>
                  <a:lnTo>
                    <a:pt x="3181" y="1340"/>
                  </a:lnTo>
                  <a:lnTo>
                    <a:pt x="3139" y="1402"/>
                  </a:lnTo>
                  <a:lnTo>
                    <a:pt x="3077" y="1361"/>
                  </a:lnTo>
                  <a:lnTo>
                    <a:pt x="2930" y="1402"/>
                  </a:lnTo>
                  <a:lnTo>
                    <a:pt x="2993" y="1507"/>
                  </a:lnTo>
                  <a:lnTo>
                    <a:pt x="3098" y="1549"/>
                  </a:lnTo>
                  <a:lnTo>
                    <a:pt x="3098" y="1612"/>
                  </a:lnTo>
                  <a:lnTo>
                    <a:pt x="3077" y="1674"/>
                  </a:lnTo>
                  <a:lnTo>
                    <a:pt x="2993" y="1612"/>
                  </a:lnTo>
                  <a:lnTo>
                    <a:pt x="2909" y="1633"/>
                  </a:lnTo>
                  <a:lnTo>
                    <a:pt x="2888" y="1716"/>
                  </a:lnTo>
                  <a:lnTo>
                    <a:pt x="2721" y="1842"/>
                  </a:lnTo>
                  <a:lnTo>
                    <a:pt x="2721" y="1716"/>
                  </a:lnTo>
                  <a:lnTo>
                    <a:pt x="2763" y="1674"/>
                  </a:lnTo>
                  <a:lnTo>
                    <a:pt x="2721" y="1612"/>
                  </a:lnTo>
                  <a:lnTo>
                    <a:pt x="2616" y="1716"/>
                  </a:lnTo>
                  <a:lnTo>
                    <a:pt x="2679" y="1758"/>
                  </a:lnTo>
                  <a:lnTo>
                    <a:pt x="2658" y="1821"/>
                  </a:lnTo>
                  <a:lnTo>
                    <a:pt x="2512" y="1884"/>
                  </a:lnTo>
                  <a:lnTo>
                    <a:pt x="2574" y="1988"/>
                  </a:lnTo>
                  <a:lnTo>
                    <a:pt x="2658" y="2030"/>
                  </a:lnTo>
                  <a:lnTo>
                    <a:pt x="2658" y="2072"/>
                  </a:lnTo>
                  <a:lnTo>
                    <a:pt x="2574" y="2093"/>
                  </a:lnTo>
                  <a:lnTo>
                    <a:pt x="2470" y="2156"/>
                  </a:lnTo>
                  <a:lnTo>
                    <a:pt x="2470" y="2072"/>
                  </a:lnTo>
                  <a:lnTo>
                    <a:pt x="2407" y="2072"/>
                  </a:lnTo>
                  <a:lnTo>
                    <a:pt x="2470" y="1967"/>
                  </a:lnTo>
                  <a:lnTo>
                    <a:pt x="2407" y="1946"/>
                  </a:lnTo>
                  <a:lnTo>
                    <a:pt x="2198" y="2135"/>
                  </a:lnTo>
                  <a:lnTo>
                    <a:pt x="2177" y="2281"/>
                  </a:lnTo>
                  <a:lnTo>
                    <a:pt x="2198" y="2365"/>
                  </a:lnTo>
                  <a:lnTo>
                    <a:pt x="2156" y="2407"/>
                  </a:lnTo>
                  <a:lnTo>
                    <a:pt x="2093" y="2386"/>
                  </a:lnTo>
                  <a:lnTo>
                    <a:pt x="2051" y="2365"/>
                  </a:lnTo>
                  <a:lnTo>
                    <a:pt x="2051" y="2197"/>
                  </a:lnTo>
                  <a:lnTo>
                    <a:pt x="1989" y="2197"/>
                  </a:lnTo>
                  <a:lnTo>
                    <a:pt x="1863" y="2344"/>
                  </a:lnTo>
                  <a:lnTo>
                    <a:pt x="1717" y="2239"/>
                  </a:lnTo>
                  <a:lnTo>
                    <a:pt x="1675" y="2281"/>
                  </a:lnTo>
                  <a:lnTo>
                    <a:pt x="1633" y="2281"/>
                  </a:lnTo>
                  <a:lnTo>
                    <a:pt x="1654" y="2449"/>
                  </a:lnTo>
                  <a:lnTo>
                    <a:pt x="1612" y="2449"/>
                  </a:lnTo>
                  <a:lnTo>
                    <a:pt x="1549" y="2469"/>
                  </a:lnTo>
                  <a:lnTo>
                    <a:pt x="1549" y="2365"/>
                  </a:lnTo>
                  <a:lnTo>
                    <a:pt x="1507" y="2344"/>
                  </a:lnTo>
                  <a:lnTo>
                    <a:pt x="1445" y="2449"/>
                  </a:lnTo>
                  <a:lnTo>
                    <a:pt x="1403" y="2344"/>
                  </a:lnTo>
                  <a:lnTo>
                    <a:pt x="1152" y="2553"/>
                  </a:lnTo>
                  <a:lnTo>
                    <a:pt x="1110" y="2553"/>
                  </a:lnTo>
                  <a:lnTo>
                    <a:pt x="1047" y="2511"/>
                  </a:lnTo>
                  <a:lnTo>
                    <a:pt x="921" y="2511"/>
                  </a:lnTo>
                  <a:lnTo>
                    <a:pt x="880" y="2595"/>
                  </a:lnTo>
                  <a:lnTo>
                    <a:pt x="901" y="2783"/>
                  </a:lnTo>
                  <a:lnTo>
                    <a:pt x="733" y="3034"/>
                  </a:lnTo>
                  <a:lnTo>
                    <a:pt x="733" y="3097"/>
                  </a:lnTo>
                  <a:lnTo>
                    <a:pt x="587" y="3244"/>
                  </a:lnTo>
                  <a:lnTo>
                    <a:pt x="587" y="3327"/>
                  </a:lnTo>
                  <a:lnTo>
                    <a:pt x="670" y="3411"/>
                  </a:lnTo>
                  <a:lnTo>
                    <a:pt x="587" y="3516"/>
                  </a:lnTo>
                  <a:lnTo>
                    <a:pt x="629" y="3704"/>
                  </a:lnTo>
                  <a:lnTo>
                    <a:pt x="629" y="3830"/>
                  </a:lnTo>
                  <a:lnTo>
                    <a:pt x="796" y="4143"/>
                  </a:lnTo>
                  <a:lnTo>
                    <a:pt x="796" y="4227"/>
                  </a:lnTo>
                  <a:lnTo>
                    <a:pt x="880" y="4332"/>
                  </a:lnTo>
                  <a:lnTo>
                    <a:pt x="880" y="4374"/>
                  </a:lnTo>
                  <a:lnTo>
                    <a:pt x="796" y="4457"/>
                  </a:lnTo>
                  <a:lnTo>
                    <a:pt x="817" y="4541"/>
                  </a:lnTo>
                  <a:lnTo>
                    <a:pt x="775" y="4792"/>
                  </a:lnTo>
                  <a:lnTo>
                    <a:pt x="670" y="4876"/>
                  </a:lnTo>
                  <a:lnTo>
                    <a:pt x="629" y="5022"/>
                  </a:lnTo>
                  <a:lnTo>
                    <a:pt x="566" y="5064"/>
                  </a:lnTo>
                  <a:lnTo>
                    <a:pt x="524" y="5127"/>
                  </a:lnTo>
                  <a:lnTo>
                    <a:pt x="419" y="5231"/>
                  </a:lnTo>
                  <a:lnTo>
                    <a:pt x="419" y="5441"/>
                  </a:lnTo>
                  <a:lnTo>
                    <a:pt x="357" y="5524"/>
                  </a:lnTo>
                  <a:lnTo>
                    <a:pt x="168" y="5545"/>
                  </a:lnTo>
                  <a:lnTo>
                    <a:pt x="147" y="5608"/>
                  </a:lnTo>
                  <a:lnTo>
                    <a:pt x="147" y="5796"/>
                  </a:lnTo>
                  <a:lnTo>
                    <a:pt x="43" y="5943"/>
                  </a:lnTo>
                  <a:lnTo>
                    <a:pt x="43" y="6068"/>
                  </a:lnTo>
                  <a:lnTo>
                    <a:pt x="1" y="6173"/>
                  </a:lnTo>
                  <a:lnTo>
                    <a:pt x="43" y="6236"/>
                  </a:lnTo>
                  <a:lnTo>
                    <a:pt x="43" y="6424"/>
                  </a:lnTo>
                  <a:lnTo>
                    <a:pt x="189" y="6591"/>
                  </a:lnTo>
                  <a:lnTo>
                    <a:pt x="168" y="6738"/>
                  </a:lnTo>
                  <a:lnTo>
                    <a:pt x="189" y="6843"/>
                  </a:lnTo>
                  <a:lnTo>
                    <a:pt x="273" y="6863"/>
                  </a:lnTo>
                  <a:lnTo>
                    <a:pt x="294" y="6863"/>
                  </a:lnTo>
                  <a:lnTo>
                    <a:pt x="273" y="6884"/>
                  </a:lnTo>
                  <a:lnTo>
                    <a:pt x="147" y="6905"/>
                  </a:lnTo>
                  <a:lnTo>
                    <a:pt x="147" y="7052"/>
                  </a:lnTo>
                  <a:lnTo>
                    <a:pt x="168" y="7219"/>
                  </a:lnTo>
                  <a:lnTo>
                    <a:pt x="147" y="7470"/>
                  </a:lnTo>
                  <a:lnTo>
                    <a:pt x="189" y="7512"/>
                  </a:lnTo>
                  <a:lnTo>
                    <a:pt x="189" y="7596"/>
                  </a:lnTo>
                  <a:lnTo>
                    <a:pt x="273" y="7638"/>
                  </a:lnTo>
                  <a:lnTo>
                    <a:pt x="357" y="7742"/>
                  </a:lnTo>
                  <a:lnTo>
                    <a:pt x="398" y="7784"/>
                  </a:lnTo>
                  <a:lnTo>
                    <a:pt x="461" y="7847"/>
                  </a:lnTo>
                  <a:lnTo>
                    <a:pt x="524" y="7951"/>
                  </a:lnTo>
                  <a:lnTo>
                    <a:pt x="608" y="7931"/>
                  </a:lnTo>
                  <a:lnTo>
                    <a:pt x="629" y="7951"/>
                  </a:lnTo>
                  <a:lnTo>
                    <a:pt x="733" y="7993"/>
                  </a:lnTo>
                  <a:lnTo>
                    <a:pt x="817" y="8119"/>
                  </a:lnTo>
                  <a:lnTo>
                    <a:pt x="901" y="8140"/>
                  </a:lnTo>
                  <a:lnTo>
                    <a:pt x="901" y="8161"/>
                  </a:lnTo>
                  <a:lnTo>
                    <a:pt x="921" y="8223"/>
                  </a:lnTo>
                  <a:lnTo>
                    <a:pt x="1005" y="8161"/>
                  </a:lnTo>
                  <a:lnTo>
                    <a:pt x="1131" y="8161"/>
                  </a:lnTo>
                  <a:lnTo>
                    <a:pt x="1256" y="8098"/>
                  </a:lnTo>
                  <a:lnTo>
                    <a:pt x="1361" y="7951"/>
                  </a:lnTo>
                  <a:lnTo>
                    <a:pt x="1737" y="7931"/>
                  </a:lnTo>
                  <a:lnTo>
                    <a:pt x="1842" y="7951"/>
                  </a:lnTo>
                  <a:lnTo>
                    <a:pt x="2030" y="7889"/>
                  </a:lnTo>
                  <a:lnTo>
                    <a:pt x="2093" y="7784"/>
                  </a:lnTo>
                  <a:lnTo>
                    <a:pt x="2177" y="7742"/>
                  </a:lnTo>
                  <a:lnTo>
                    <a:pt x="2240" y="7596"/>
                  </a:lnTo>
                  <a:lnTo>
                    <a:pt x="2344" y="7428"/>
                  </a:lnTo>
                  <a:lnTo>
                    <a:pt x="2344" y="7324"/>
                  </a:lnTo>
                  <a:lnTo>
                    <a:pt x="2449" y="7261"/>
                  </a:lnTo>
                  <a:lnTo>
                    <a:pt x="2449" y="7094"/>
                  </a:lnTo>
                  <a:lnTo>
                    <a:pt x="2407" y="7073"/>
                  </a:lnTo>
                  <a:lnTo>
                    <a:pt x="2491" y="6989"/>
                  </a:lnTo>
                  <a:lnTo>
                    <a:pt x="2554" y="6801"/>
                  </a:lnTo>
                  <a:lnTo>
                    <a:pt x="2512" y="6780"/>
                  </a:lnTo>
                  <a:lnTo>
                    <a:pt x="2574" y="6780"/>
                  </a:lnTo>
                  <a:lnTo>
                    <a:pt x="2679" y="6591"/>
                  </a:lnTo>
                  <a:lnTo>
                    <a:pt x="2763" y="6236"/>
                  </a:lnTo>
                  <a:lnTo>
                    <a:pt x="2805" y="6027"/>
                  </a:lnTo>
                  <a:lnTo>
                    <a:pt x="2909" y="5922"/>
                  </a:lnTo>
                  <a:lnTo>
                    <a:pt x="2972" y="5692"/>
                  </a:lnTo>
                  <a:lnTo>
                    <a:pt x="3118" y="5420"/>
                  </a:lnTo>
                  <a:lnTo>
                    <a:pt x="3286" y="4959"/>
                  </a:lnTo>
                  <a:lnTo>
                    <a:pt x="3390" y="4792"/>
                  </a:lnTo>
                  <a:lnTo>
                    <a:pt x="3390" y="4583"/>
                  </a:lnTo>
                  <a:lnTo>
                    <a:pt x="3495" y="4374"/>
                  </a:lnTo>
                  <a:lnTo>
                    <a:pt x="3516" y="4269"/>
                  </a:lnTo>
                  <a:lnTo>
                    <a:pt x="3642" y="4060"/>
                  </a:lnTo>
                  <a:lnTo>
                    <a:pt x="3704" y="3746"/>
                  </a:lnTo>
                  <a:lnTo>
                    <a:pt x="3746" y="3516"/>
                  </a:lnTo>
                  <a:lnTo>
                    <a:pt x="3809" y="3453"/>
                  </a:lnTo>
                  <a:lnTo>
                    <a:pt x="3830" y="3286"/>
                  </a:lnTo>
                  <a:lnTo>
                    <a:pt x="3809" y="3202"/>
                  </a:lnTo>
                  <a:lnTo>
                    <a:pt x="3830" y="3076"/>
                  </a:lnTo>
                  <a:lnTo>
                    <a:pt x="3934" y="2888"/>
                  </a:lnTo>
                  <a:lnTo>
                    <a:pt x="3934" y="2804"/>
                  </a:lnTo>
                  <a:lnTo>
                    <a:pt x="4018" y="2700"/>
                  </a:lnTo>
                  <a:lnTo>
                    <a:pt x="3976" y="2574"/>
                  </a:lnTo>
                  <a:lnTo>
                    <a:pt x="3934" y="2511"/>
                  </a:lnTo>
                  <a:lnTo>
                    <a:pt x="3976" y="2449"/>
                  </a:lnTo>
                  <a:lnTo>
                    <a:pt x="3976" y="2281"/>
                  </a:lnTo>
                  <a:lnTo>
                    <a:pt x="3934" y="2260"/>
                  </a:lnTo>
                  <a:lnTo>
                    <a:pt x="3934" y="2135"/>
                  </a:lnTo>
                  <a:lnTo>
                    <a:pt x="4018" y="2072"/>
                  </a:lnTo>
                  <a:lnTo>
                    <a:pt x="4060" y="2135"/>
                  </a:lnTo>
                  <a:lnTo>
                    <a:pt x="4081" y="2260"/>
                  </a:lnTo>
                  <a:lnTo>
                    <a:pt x="4186" y="2386"/>
                  </a:lnTo>
                  <a:lnTo>
                    <a:pt x="4269" y="2386"/>
                  </a:lnTo>
                  <a:lnTo>
                    <a:pt x="4290" y="2302"/>
                  </a:lnTo>
                  <a:lnTo>
                    <a:pt x="4332" y="2239"/>
                  </a:lnTo>
                  <a:lnTo>
                    <a:pt x="4353" y="2177"/>
                  </a:lnTo>
                  <a:lnTo>
                    <a:pt x="4353" y="2072"/>
                  </a:lnTo>
                  <a:lnTo>
                    <a:pt x="4395" y="2051"/>
                  </a:lnTo>
                  <a:lnTo>
                    <a:pt x="4374" y="1925"/>
                  </a:lnTo>
                  <a:lnTo>
                    <a:pt x="4269" y="1779"/>
                  </a:lnTo>
                  <a:lnTo>
                    <a:pt x="4248" y="1674"/>
                  </a:lnTo>
                  <a:lnTo>
                    <a:pt x="4269" y="1633"/>
                  </a:lnTo>
                  <a:lnTo>
                    <a:pt x="4269" y="1507"/>
                  </a:lnTo>
                  <a:lnTo>
                    <a:pt x="4248" y="1340"/>
                  </a:lnTo>
                  <a:lnTo>
                    <a:pt x="4269" y="1256"/>
                  </a:lnTo>
                  <a:lnTo>
                    <a:pt x="4269" y="984"/>
                  </a:lnTo>
                  <a:lnTo>
                    <a:pt x="4186" y="879"/>
                  </a:lnTo>
                  <a:lnTo>
                    <a:pt x="4186" y="607"/>
                  </a:lnTo>
                  <a:lnTo>
                    <a:pt x="4144" y="524"/>
                  </a:lnTo>
                  <a:lnTo>
                    <a:pt x="4081" y="524"/>
                  </a:lnTo>
                  <a:lnTo>
                    <a:pt x="3976" y="398"/>
                  </a:lnTo>
                  <a:lnTo>
                    <a:pt x="3976" y="293"/>
                  </a:lnTo>
                  <a:lnTo>
                    <a:pt x="3872" y="252"/>
                  </a:lnTo>
                  <a:lnTo>
                    <a:pt x="3934" y="147"/>
                  </a:lnTo>
                  <a:lnTo>
                    <a:pt x="391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57" name="Google Shape;7797;p67">
              <a:extLst>
                <a:ext uri="{FF2B5EF4-FFF2-40B4-BE49-F238E27FC236}">
                  <a16:creationId xmlns:a16="http://schemas.microsoft.com/office/drawing/2014/main" id="{5B32BD6F-05FB-9679-732A-C1D68E4F483E}"/>
                </a:ext>
              </a:extLst>
            </p:cNvPr>
            <p:cNvGrpSpPr/>
            <p:nvPr/>
          </p:nvGrpSpPr>
          <p:grpSpPr>
            <a:xfrm>
              <a:off x="5298975" y="3412225"/>
              <a:ext cx="576450" cy="616225"/>
              <a:chOff x="5298975" y="3412225"/>
              <a:chExt cx="576450" cy="616225"/>
            </a:xfrm>
            <a:grpFill/>
          </p:grpSpPr>
          <p:sp>
            <p:nvSpPr>
              <p:cNvPr id="767" name="Google Shape;7798;p67">
                <a:extLst>
                  <a:ext uri="{FF2B5EF4-FFF2-40B4-BE49-F238E27FC236}">
                    <a16:creationId xmlns:a16="http://schemas.microsoft.com/office/drawing/2014/main" id="{953871CC-FB74-7F76-EC06-47D8FBBED53A}"/>
                  </a:ext>
                </a:extLst>
              </p:cNvPr>
              <p:cNvSpPr/>
              <p:nvPr/>
            </p:nvSpPr>
            <p:spPr>
              <a:xfrm>
                <a:off x="5298975" y="3412225"/>
                <a:ext cx="576450" cy="515275"/>
              </a:xfrm>
              <a:custGeom>
                <a:avLst/>
                <a:gdLst/>
                <a:ahLst/>
                <a:cxnLst/>
                <a:rect l="l" t="t" r="r" b="b"/>
                <a:pathLst>
                  <a:path w="23058" h="20611" extrusionOk="0">
                    <a:moveTo>
                      <a:pt x="18015" y="1"/>
                    </a:moveTo>
                    <a:lnTo>
                      <a:pt x="17890" y="42"/>
                    </a:lnTo>
                    <a:lnTo>
                      <a:pt x="17806" y="147"/>
                    </a:lnTo>
                    <a:lnTo>
                      <a:pt x="17806" y="335"/>
                    </a:lnTo>
                    <a:lnTo>
                      <a:pt x="17764" y="524"/>
                    </a:lnTo>
                    <a:lnTo>
                      <a:pt x="17764" y="565"/>
                    </a:lnTo>
                    <a:lnTo>
                      <a:pt x="17722" y="670"/>
                    </a:lnTo>
                    <a:lnTo>
                      <a:pt x="17660" y="670"/>
                    </a:lnTo>
                    <a:lnTo>
                      <a:pt x="17597" y="858"/>
                    </a:lnTo>
                    <a:lnTo>
                      <a:pt x="17492" y="1005"/>
                    </a:lnTo>
                    <a:lnTo>
                      <a:pt x="17576" y="1089"/>
                    </a:lnTo>
                    <a:lnTo>
                      <a:pt x="17681" y="1172"/>
                    </a:lnTo>
                    <a:lnTo>
                      <a:pt x="17618" y="1214"/>
                    </a:lnTo>
                    <a:lnTo>
                      <a:pt x="17555" y="1193"/>
                    </a:lnTo>
                    <a:lnTo>
                      <a:pt x="17492" y="1319"/>
                    </a:lnTo>
                    <a:lnTo>
                      <a:pt x="17450" y="1423"/>
                    </a:lnTo>
                    <a:lnTo>
                      <a:pt x="17513" y="1570"/>
                    </a:lnTo>
                    <a:lnTo>
                      <a:pt x="17513" y="1674"/>
                    </a:lnTo>
                    <a:lnTo>
                      <a:pt x="17450" y="1633"/>
                    </a:lnTo>
                    <a:lnTo>
                      <a:pt x="17367" y="1674"/>
                    </a:lnTo>
                    <a:lnTo>
                      <a:pt x="17304" y="1946"/>
                    </a:lnTo>
                    <a:lnTo>
                      <a:pt x="17367" y="2156"/>
                    </a:lnTo>
                    <a:lnTo>
                      <a:pt x="17346" y="2365"/>
                    </a:lnTo>
                    <a:lnTo>
                      <a:pt x="17388" y="2511"/>
                    </a:lnTo>
                    <a:lnTo>
                      <a:pt x="17388" y="2679"/>
                    </a:lnTo>
                    <a:lnTo>
                      <a:pt x="17262" y="2783"/>
                    </a:lnTo>
                    <a:lnTo>
                      <a:pt x="17262" y="2867"/>
                    </a:lnTo>
                    <a:lnTo>
                      <a:pt x="17157" y="3097"/>
                    </a:lnTo>
                    <a:lnTo>
                      <a:pt x="17137" y="3411"/>
                    </a:lnTo>
                    <a:lnTo>
                      <a:pt x="17032" y="3558"/>
                    </a:lnTo>
                    <a:lnTo>
                      <a:pt x="17074" y="3662"/>
                    </a:lnTo>
                    <a:lnTo>
                      <a:pt x="16990" y="3830"/>
                    </a:lnTo>
                    <a:lnTo>
                      <a:pt x="16885" y="3934"/>
                    </a:lnTo>
                    <a:lnTo>
                      <a:pt x="16885" y="4143"/>
                    </a:lnTo>
                    <a:lnTo>
                      <a:pt x="16718" y="4290"/>
                    </a:lnTo>
                    <a:lnTo>
                      <a:pt x="16341" y="4436"/>
                    </a:lnTo>
                    <a:lnTo>
                      <a:pt x="16195" y="4332"/>
                    </a:lnTo>
                    <a:lnTo>
                      <a:pt x="16028" y="4311"/>
                    </a:lnTo>
                    <a:lnTo>
                      <a:pt x="15944" y="4227"/>
                    </a:lnTo>
                    <a:lnTo>
                      <a:pt x="15818" y="4102"/>
                    </a:lnTo>
                    <a:lnTo>
                      <a:pt x="15818" y="4039"/>
                    </a:lnTo>
                    <a:lnTo>
                      <a:pt x="15776" y="3997"/>
                    </a:lnTo>
                    <a:lnTo>
                      <a:pt x="15735" y="3871"/>
                    </a:lnTo>
                    <a:lnTo>
                      <a:pt x="15609" y="3830"/>
                    </a:lnTo>
                    <a:lnTo>
                      <a:pt x="15484" y="3788"/>
                    </a:lnTo>
                    <a:lnTo>
                      <a:pt x="15316" y="3788"/>
                    </a:lnTo>
                    <a:lnTo>
                      <a:pt x="15149" y="3683"/>
                    </a:lnTo>
                    <a:lnTo>
                      <a:pt x="15107" y="3578"/>
                    </a:lnTo>
                    <a:lnTo>
                      <a:pt x="14981" y="3411"/>
                    </a:lnTo>
                    <a:lnTo>
                      <a:pt x="14835" y="3390"/>
                    </a:lnTo>
                    <a:lnTo>
                      <a:pt x="14688" y="3306"/>
                    </a:lnTo>
                    <a:lnTo>
                      <a:pt x="14688" y="3244"/>
                    </a:lnTo>
                    <a:lnTo>
                      <a:pt x="14626" y="3244"/>
                    </a:lnTo>
                    <a:lnTo>
                      <a:pt x="14563" y="3181"/>
                    </a:lnTo>
                    <a:lnTo>
                      <a:pt x="14437" y="3181"/>
                    </a:lnTo>
                    <a:lnTo>
                      <a:pt x="14333" y="3160"/>
                    </a:lnTo>
                    <a:lnTo>
                      <a:pt x="14354" y="3097"/>
                    </a:lnTo>
                    <a:lnTo>
                      <a:pt x="14207" y="2993"/>
                    </a:lnTo>
                    <a:lnTo>
                      <a:pt x="14165" y="2867"/>
                    </a:lnTo>
                    <a:lnTo>
                      <a:pt x="14040" y="2721"/>
                    </a:lnTo>
                    <a:lnTo>
                      <a:pt x="13935" y="2721"/>
                    </a:lnTo>
                    <a:lnTo>
                      <a:pt x="13810" y="2553"/>
                    </a:lnTo>
                    <a:lnTo>
                      <a:pt x="13810" y="2428"/>
                    </a:lnTo>
                    <a:lnTo>
                      <a:pt x="13914" y="2239"/>
                    </a:lnTo>
                    <a:lnTo>
                      <a:pt x="13935" y="2114"/>
                    </a:lnTo>
                    <a:lnTo>
                      <a:pt x="14061" y="2030"/>
                    </a:lnTo>
                    <a:lnTo>
                      <a:pt x="14103" y="1884"/>
                    </a:lnTo>
                    <a:lnTo>
                      <a:pt x="14144" y="1779"/>
                    </a:lnTo>
                    <a:lnTo>
                      <a:pt x="14040" y="1821"/>
                    </a:lnTo>
                    <a:lnTo>
                      <a:pt x="13956" y="1674"/>
                    </a:lnTo>
                    <a:lnTo>
                      <a:pt x="14061" y="1591"/>
                    </a:lnTo>
                    <a:lnTo>
                      <a:pt x="14040" y="1486"/>
                    </a:lnTo>
                    <a:lnTo>
                      <a:pt x="14124" y="1486"/>
                    </a:lnTo>
                    <a:lnTo>
                      <a:pt x="14165" y="1465"/>
                    </a:lnTo>
                    <a:lnTo>
                      <a:pt x="14228" y="1486"/>
                    </a:lnTo>
                    <a:lnTo>
                      <a:pt x="14333" y="1507"/>
                    </a:lnTo>
                    <a:lnTo>
                      <a:pt x="14458" y="1465"/>
                    </a:lnTo>
                    <a:lnTo>
                      <a:pt x="14521" y="1319"/>
                    </a:lnTo>
                    <a:lnTo>
                      <a:pt x="14416" y="1256"/>
                    </a:lnTo>
                    <a:lnTo>
                      <a:pt x="14479" y="1172"/>
                    </a:lnTo>
                    <a:lnTo>
                      <a:pt x="14563" y="1193"/>
                    </a:lnTo>
                    <a:lnTo>
                      <a:pt x="14626" y="1005"/>
                    </a:lnTo>
                    <a:lnTo>
                      <a:pt x="14688" y="963"/>
                    </a:lnTo>
                    <a:lnTo>
                      <a:pt x="14772" y="858"/>
                    </a:lnTo>
                    <a:lnTo>
                      <a:pt x="14772" y="796"/>
                    </a:lnTo>
                    <a:lnTo>
                      <a:pt x="14668" y="754"/>
                    </a:lnTo>
                    <a:lnTo>
                      <a:pt x="14584" y="837"/>
                    </a:lnTo>
                    <a:lnTo>
                      <a:pt x="14521" y="796"/>
                    </a:lnTo>
                    <a:lnTo>
                      <a:pt x="14521" y="586"/>
                    </a:lnTo>
                    <a:lnTo>
                      <a:pt x="14416" y="649"/>
                    </a:lnTo>
                    <a:lnTo>
                      <a:pt x="14270" y="796"/>
                    </a:lnTo>
                    <a:lnTo>
                      <a:pt x="14333" y="837"/>
                    </a:lnTo>
                    <a:lnTo>
                      <a:pt x="14333" y="900"/>
                    </a:lnTo>
                    <a:lnTo>
                      <a:pt x="14249" y="963"/>
                    </a:lnTo>
                    <a:lnTo>
                      <a:pt x="14144" y="900"/>
                    </a:lnTo>
                    <a:lnTo>
                      <a:pt x="14124" y="837"/>
                    </a:lnTo>
                    <a:lnTo>
                      <a:pt x="14103" y="775"/>
                    </a:lnTo>
                    <a:lnTo>
                      <a:pt x="14040" y="858"/>
                    </a:lnTo>
                    <a:lnTo>
                      <a:pt x="13956" y="879"/>
                    </a:lnTo>
                    <a:lnTo>
                      <a:pt x="13956" y="796"/>
                    </a:lnTo>
                    <a:lnTo>
                      <a:pt x="14040" y="733"/>
                    </a:lnTo>
                    <a:lnTo>
                      <a:pt x="14061" y="670"/>
                    </a:lnTo>
                    <a:lnTo>
                      <a:pt x="13998" y="691"/>
                    </a:lnTo>
                    <a:lnTo>
                      <a:pt x="13914" y="775"/>
                    </a:lnTo>
                    <a:lnTo>
                      <a:pt x="13789" y="837"/>
                    </a:lnTo>
                    <a:lnTo>
                      <a:pt x="13789" y="858"/>
                    </a:lnTo>
                    <a:lnTo>
                      <a:pt x="13705" y="879"/>
                    </a:lnTo>
                    <a:lnTo>
                      <a:pt x="13684" y="837"/>
                    </a:lnTo>
                    <a:lnTo>
                      <a:pt x="13538" y="837"/>
                    </a:lnTo>
                    <a:lnTo>
                      <a:pt x="13538" y="775"/>
                    </a:lnTo>
                    <a:lnTo>
                      <a:pt x="13475" y="649"/>
                    </a:lnTo>
                    <a:lnTo>
                      <a:pt x="13412" y="649"/>
                    </a:lnTo>
                    <a:lnTo>
                      <a:pt x="13287" y="691"/>
                    </a:lnTo>
                    <a:lnTo>
                      <a:pt x="13182" y="670"/>
                    </a:lnTo>
                    <a:lnTo>
                      <a:pt x="13119" y="691"/>
                    </a:lnTo>
                    <a:lnTo>
                      <a:pt x="13077" y="628"/>
                    </a:lnTo>
                    <a:lnTo>
                      <a:pt x="13015" y="628"/>
                    </a:lnTo>
                    <a:lnTo>
                      <a:pt x="12973" y="482"/>
                    </a:lnTo>
                    <a:lnTo>
                      <a:pt x="12847" y="545"/>
                    </a:lnTo>
                    <a:lnTo>
                      <a:pt x="12701" y="524"/>
                    </a:lnTo>
                    <a:lnTo>
                      <a:pt x="12575" y="461"/>
                    </a:lnTo>
                    <a:lnTo>
                      <a:pt x="12575" y="377"/>
                    </a:lnTo>
                    <a:lnTo>
                      <a:pt x="12491" y="273"/>
                    </a:lnTo>
                    <a:lnTo>
                      <a:pt x="12450" y="273"/>
                    </a:lnTo>
                    <a:lnTo>
                      <a:pt x="12450" y="335"/>
                    </a:lnTo>
                    <a:lnTo>
                      <a:pt x="12282" y="377"/>
                    </a:lnTo>
                    <a:lnTo>
                      <a:pt x="12240" y="273"/>
                    </a:lnTo>
                    <a:lnTo>
                      <a:pt x="12136" y="252"/>
                    </a:lnTo>
                    <a:lnTo>
                      <a:pt x="11968" y="168"/>
                    </a:lnTo>
                    <a:lnTo>
                      <a:pt x="11968" y="210"/>
                    </a:lnTo>
                    <a:lnTo>
                      <a:pt x="11906" y="147"/>
                    </a:lnTo>
                    <a:lnTo>
                      <a:pt x="11801" y="231"/>
                    </a:lnTo>
                    <a:lnTo>
                      <a:pt x="11906" y="314"/>
                    </a:lnTo>
                    <a:lnTo>
                      <a:pt x="11864" y="335"/>
                    </a:lnTo>
                    <a:lnTo>
                      <a:pt x="11968" y="356"/>
                    </a:lnTo>
                    <a:lnTo>
                      <a:pt x="12073" y="335"/>
                    </a:lnTo>
                    <a:lnTo>
                      <a:pt x="12240" y="461"/>
                    </a:lnTo>
                    <a:lnTo>
                      <a:pt x="12240" y="545"/>
                    </a:lnTo>
                    <a:lnTo>
                      <a:pt x="12261" y="733"/>
                    </a:lnTo>
                    <a:lnTo>
                      <a:pt x="12136" y="733"/>
                    </a:lnTo>
                    <a:lnTo>
                      <a:pt x="12115" y="858"/>
                    </a:lnTo>
                    <a:lnTo>
                      <a:pt x="12052" y="775"/>
                    </a:lnTo>
                    <a:lnTo>
                      <a:pt x="11968" y="754"/>
                    </a:lnTo>
                    <a:lnTo>
                      <a:pt x="11864" y="837"/>
                    </a:lnTo>
                    <a:lnTo>
                      <a:pt x="11550" y="837"/>
                    </a:lnTo>
                    <a:lnTo>
                      <a:pt x="11424" y="733"/>
                    </a:lnTo>
                    <a:lnTo>
                      <a:pt x="11403" y="775"/>
                    </a:lnTo>
                    <a:lnTo>
                      <a:pt x="11278" y="837"/>
                    </a:lnTo>
                    <a:lnTo>
                      <a:pt x="11299" y="942"/>
                    </a:lnTo>
                    <a:lnTo>
                      <a:pt x="11194" y="900"/>
                    </a:lnTo>
                    <a:lnTo>
                      <a:pt x="11215" y="1068"/>
                    </a:lnTo>
                    <a:lnTo>
                      <a:pt x="11173" y="1005"/>
                    </a:lnTo>
                    <a:lnTo>
                      <a:pt x="11027" y="963"/>
                    </a:lnTo>
                    <a:lnTo>
                      <a:pt x="10985" y="1047"/>
                    </a:lnTo>
                    <a:lnTo>
                      <a:pt x="11027" y="1109"/>
                    </a:lnTo>
                    <a:lnTo>
                      <a:pt x="11027" y="1172"/>
                    </a:lnTo>
                    <a:lnTo>
                      <a:pt x="10880" y="1109"/>
                    </a:lnTo>
                    <a:lnTo>
                      <a:pt x="10818" y="1193"/>
                    </a:lnTo>
                    <a:lnTo>
                      <a:pt x="10880" y="1256"/>
                    </a:lnTo>
                    <a:lnTo>
                      <a:pt x="10797" y="1298"/>
                    </a:lnTo>
                    <a:lnTo>
                      <a:pt x="10713" y="1361"/>
                    </a:lnTo>
                    <a:lnTo>
                      <a:pt x="10713" y="1402"/>
                    </a:lnTo>
                    <a:lnTo>
                      <a:pt x="10797" y="1507"/>
                    </a:lnTo>
                    <a:lnTo>
                      <a:pt x="10818" y="1570"/>
                    </a:lnTo>
                    <a:lnTo>
                      <a:pt x="10818" y="1570"/>
                    </a:lnTo>
                    <a:lnTo>
                      <a:pt x="10713" y="1507"/>
                    </a:lnTo>
                    <a:lnTo>
                      <a:pt x="10650" y="1591"/>
                    </a:lnTo>
                    <a:lnTo>
                      <a:pt x="10546" y="1591"/>
                    </a:lnTo>
                    <a:lnTo>
                      <a:pt x="10462" y="1737"/>
                    </a:lnTo>
                    <a:lnTo>
                      <a:pt x="10357" y="1925"/>
                    </a:lnTo>
                    <a:lnTo>
                      <a:pt x="10274" y="1946"/>
                    </a:lnTo>
                    <a:lnTo>
                      <a:pt x="10253" y="2114"/>
                    </a:lnTo>
                    <a:lnTo>
                      <a:pt x="10148" y="2156"/>
                    </a:lnTo>
                    <a:lnTo>
                      <a:pt x="10232" y="2239"/>
                    </a:lnTo>
                    <a:lnTo>
                      <a:pt x="10441" y="2260"/>
                    </a:lnTo>
                    <a:lnTo>
                      <a:pt x="10357" y="2302"/>
                    </a:lnTo>
                    <a:lnTo>
                      <a:pt x="10294" y="2365"/>
                    </a:lnTo>
                    <a:lnTo>
                      <a:pt x="10546" y="2449"/>
                    </a:lnTo>
                    <a:lnTo>
                      <a:pt x="10462" y="2511"/>
                    </a:lnTo>
                    <a:lnTo>
                      <a:pt x="10294" y="2469"/>
                    </a:lnTo>
                    <a:lnTo>
                      <a:pt x="10253" y="2407"/>
                    </a:lnTo>
                    <a:lnTo>
                      <a:pt x="10253" y="2407"/>
                    </a:lnTo>
                    <a:lnTo>
                      <a:pt x="10274" y="2469"/>
                    </a:lnTo>
                    <a:lnTo>
                      <a:pt x="10357" y="2553"/>
                    </a:lnTo>
                    <a:lnTo>
                      <a:pt x="10357" y="2679"/>
                    </a:lnTo>
                    <a:lnTo>
                      <a:pt x="10462" y="2825"/>
                    </a:lnTo>
                    <a:lnTo>
                      <a:pt x="10294" y="2679"/>
                    </a:lnTo>
                    <a:lnTo>
                      <a:pt x="10232" y="2532"/>
                    </a:lnTo>
                    <a:lnTo>
                      <a:pt x="10127" y="2511"/>
                    </a:lnTo>
                    <a:lnTo>
                      <a:pt x="10085" y="2574"/>
                    </a:lnTo>
                    <a:lnTo>
                      <a:pt x="10064" y="2658"/>
                    </a:lnTo>
                    <a:lnTo>
                      <a:pt x="10043" y="2574"/>
                    </a:lnTo>
                    <a:lnTo>
                      <a:pt x="9813" y="2428"/>
                    </a:lnTo>
                    <a:lnTo>
                      <a:pt x="9625" y="2449"/>
                    </a:lnTo>
                    <a:lnTo>
                      <a:pt x="9667" y="2511"/>
                    </a:lnTo>
                    <a:lnTo>
                      <a:pt x="9625" y="2574"/>
                    </a:lnTo>
                    <a:lnTo>
                      <a:pt x="9562" y="2532"/>
                    </a:lnTo>
                    <a:lnTo>
                      <a:pt x="9520" y="2532"/>
                    </a:lnTo>
                    <a:lnTo>
                      <a:pt x="9458" y="2574"/>
                    </a:lnTo>
                    <a:lnTo>
                      <a:pt x="9541" y="2721"/>
                    </a:lnTo>
                    <a:lnTo>
                      <a:pt x="9520" y="2762"/>
                    </a:lnTo>
                    <a:lnTo>
                      <a:pt x="9499" y="2721"/>
                    </a:lnTo>
                    <a:lnTo>
                      <a:pt x="9437" y="2741"/>
                    </a:lnTo>
                    <a:lnTo>
                      <a:pt x="9437" y="2783"/>
                    </a:lnTo>
                    <a:lnTo>
                      <a:pt x="9332" y="2846"/>
                    </a:lnTo>
                    <a:lnTo>
                      <a:pt x="9186" y="2888"/>
                    </a:lnTo>
                    <a:lnTo>
                      <a:pt x="9311" y="2825"/>
                    </a:lnTo>
                    <a:lnTo>
                      <a:pt x="9395" y="2721"/>
                    </a:lnTo>
                    <a:lnTo>
                      <a:pt x="9395" y="2532"/>
                    </a:lnTo>
                    <a:lnTo>
                      <a:pt x="9458" y="2428"/>
                    </a:lnTo>
                    <a:lnTo>
                      <a:pt x="9416" y="2344"/>
                    </a:lnTo>
                    <a:lnTo>
                      <a:pt x="9311" y="2323"/>
                    </a:lnTo>
                    <a:lnTo>
                      <a:pt x="9144" y="2030"/>
                    </a:lnTo>
                    <a:lnTo>
                      <a:pt x="9081" y="1905"/>
                    </a:lnTo>
                    <a:lnTo>
                      <a:pt x="8893" y="1842"/>
                    </a:lnTo>
                    <a:lnTo>
                      <a:pt x="8788" y="1800"/>
                    </a:lnTo>
                    <a:lnTo>
                      <a:pt x="8725" y="1821"/>
                    </a:lnTo>
                    <a:lnTo>
                      <a:pt x="8788" y="1884"/>
                    </a:lnTo>
                    <a:lnTo>
                      <a:pt x="8704" y="1905"/>
                    </a:lnTo>
                    <a:lnTo>
                      <a:pt x="8621" y="2030"/>
                    </a:lnTo>
                    <a:lnTo>
                      <a:pt x="8558" y="2009"/>
                    </a:lnTo>
                    <a:lnTo>
                      <a:pt x="8579" y="1946"/>
                    </a:lnTo>
                    <a:lnTo>
                      <a:pt x="8474" y="1988"/>
                    </a:lnTo>
                    <a:lnTo>
                      <a:pt x="8453" y="2051"/>
                    </a:lnTo>
                    <a:lnTo>
                      <a:pt x="8370" y="1884"/>
                    </a:lnTo>
                    <a:lnTo>
                      <a:pt x="8307" y="1884"/>
                    </a:lnTo>
                    <a:lnTo>
                      <a:pt x="8286" y="1946"/>
                    </a:lnTo>
                    <a:lnTo>
                      <a:pt x="8370" y="2009"/>
                    </a:lnTo>
                    <a:lnTo>
                      <a:pt x="8265" y="2093"/>
                    </a:lnTo>
                    <a:lnTo>
                      <a:pt x="8202" y="2218"/>
                    </a:lnTo>
                    <a:lnTo>
                      <a:pt x="8265" y="2260"/>
                    </a:lnTo>
                    <a:lnTo>
                      <a:pt x="8139" y="2344"/>
                    </a:lnTo>
                    <a:lnTo>
                      <a:pt x="8077" y="2260"/>
                    </a:lnTo>
                    <a:lnTo>
                      <a:pt x="8035" y="2260"/>
                    </a:lnTo>
                    <a:lnTo>
                      <a:pt x="7993" y="2197"/>
                    </a:lnTo>
                    <a:lnTo>
                      <a:pt x="8077" y="2114"/>
                    </a:lnTo>
                    <a:lnTo>
                      <a:pt x="7993" y="2114"/>
                    </a:lnTo>
                    <a:lnTo>
                      <a:pt x="7951" y="2239"/>
                    </a:lnTo>
                    <a:lnTo>
                      <a:pt x="7846" y="2260"/>
                    </a:lnTo>
                    <a:lnTo>
                      <a:pt x="7784" y="2323"/>
                    </a:lnTo>
                    <a:lnTo>
                      <a:pt x="7763" y="2449"/>
                    </a:lnTo>
                    <a:lnTo>
                      <a:pt x="7951" y="2511"/>
                    </a:lnTo>
                    <a:lnTo>
                      <a:pt x="7784" y="2637"/>
                    </a:lnTo>
                    <a:lnTo>
                      <a:pt x="7679" y="2574"/>
                    </a:lnTo>
                    <a:lnTo>
                      <a:pt x="7533" y="2658"/>
                    </a:lnTo>
                    <a:lnTo>
                      <a:pt x="7554" y="2741"/>
                    </a:lnTo>
                    <a:lnTo>
                      <a:pt x="7742" y="2762"/>
                    </a:lnTo>
                    <a:lnTo>
                      <a:pt x="7658" y="2846"/>
                    </a:lnTo>
                    <a:lnTo>
                      <a:pt x="7574" y="2867"/>
                    </a:lnTo>
                    <a:lnTo>
                      <a:pt x="7470" y="2741"/>
                    </a:lnTo>
                    <a:lnTo>
                      <a:pt x="7365" y="2846"/>
                    </a:lnTo>
                    <a:lnTo>
                      <a:pt x="7261" y="2867"/>
                    </a:lnTo>
                    <a:lnTo>
                      <a:pt x="7302" y="2951"/>
                    </a:lnTo>
                    <a:lnTo>
                      <a:pt x="7323" y="3034"/>
                    </a:lnTo>
                    <a:lnTo>
                      <a:pt x="7323" y="3097"/>
                    </a:lnTo>
                    <a:lnTo>
                      <a:pt x="7407" y="3076"/>
                    </a:lnTo>
                    <a:lnTo>
                      <a:pt x="7323" y="3181"/>
                    </a:lnTo>
                    <a:lnTo>
                      <a:pt x="7365" y="3286"/>
                    </a:lnTo>
                    <a:lnTo>
                      <a:pt x="7261" y="3306"/>
                    </a:lnTo>
                    <a:lnTo>
                      <a:pt x="7219" y="3390"/>
                    </a:lnTo>
                    <a:lnTo>
                      <a:pt x="7407" y="3453"/>
                    </a:lnTo>
                    <a:lnTo>
                      <a:pt x="7302" y="3495"/>
                    </a:lnTo>
                    <a:lnTo>
                      <a:pt x="7261" y="3558"/>
                    </a:lnTo>
                    <a:lnTo>
                      <a:pt x="7135" y="3516"/>
                    </a:lnTo>
                    <a:lnTo>
                      <a:pt x="7093" y="3453"/>
                    </a:lnTo>
                    <a:lnTo>
                      <a:pt x="7009" y="3390"/>
                    </a:lnTo>
                    <a:lnTo>
                      <a:pt x="6905" y="3474"/>
                    </a:lnTo>
                    <a:lnTo>
                      <a:pt x="6884" y="3369"/>
                    </a:lnTo>
                    <a:lnTo>
                      <a:pt x="6779" y="3306"/>
                    </a:lnTo>
                    <a:lnTo>
                      <a:pt x="6696" y="3369"/>
                    </a:lnTo>
                    <a:lnTo>
                      <a:pt x="6821" y="3474"/>
                    </a:lnTo>
                    <a:lnTo>
                      <a:pt x="6779" y="3495"/>
                    </a:lnTo>
                    <a:lnTo>
                      <a:pt x="6717" y="3599"/>
                    </a:lnTo>
                    <a:lnTo>
                      <a:pt x="6821" y="3704"/>
                    </a:lnTo>
                    <a:lnTo>
                      <a:pt x="6947" y="3704"/>
                    </a:lnTo>
                    <a:lnTo>
                      <a:pt x="6905" y="3809"/>
                    </a:lnTo>
                    <a:lnTo>
                      <a:pt x="6905" y="3913"/>
                    </a:lnTo>
                    <a:lnTo>
                      <a:pt x="6842" y="3871"/>
                    </a:lnTo>
                    <a:lnTo>
                      <a:pt x="6779" y="3871"/>
                    </a:lnTo>
                    <a:lnTo>
                      <a:pt x="6800" y="3997"/>
                    </a:lnTo>
                    <a:lnTo>
                      <a:pt x="6737" y="4122"/>
                    </a:lnTo>
                    <a:lnTo>
                      <a:pt x="6737" y="4248"/>
                    </a:lnTo>
                    <a:lnTo>
                      <a:pt x="6570" y="3871"/>
                    </a:lnTo>
                    <a:lnTo>
                      <a:pt x="6424" y="3620"/>
                    </a:lnTo>
                    <a:lnTo>
                      <a:pt x="6382" y="3558"/>
                    </a:lnTo>
                    <a:lnTo>
                      <a:pt x="6403" y="3390"/>
                    </a:lnTo>
                    <a:lnTo>
                      <a:pt x="6361" y="3474"/>
                    </a:lnTo>
                    <a:lnTo>
                      <a:pt x="6214" y="3558"/>
                    </a:lnTo>
                    <a:lnTo>
                      <a:pt x="6193" y="3704"/>
                    </a:lnTo>
                    <a:lnTo>
                      <a:pt x="6110" y="3725"/>
                    </a:lnTo>
                    <a:lnTo>
                      <a:pt x="6089" y="3809"/>
                    </a:lnTo>
                    <a:lnTo>
                      <a:pt x="5984" y="3788"/>
                    </a:lnTo>
                    <a:lnTo>
                      <a:pt x="5901" y="3892"/>
                    </a:lnTo>
                    <a:lnTo>
                      <a:pt x="5838" y="3976"/>
                    </a:lnTo>
                    <a:lnTo>
                      <a:pt x="5859" y="4102"/>
                    </a:lnTo>
                    <a:lnTo>
                      <a:pt x="5859" y="4415"/>
                    </a:lnTo>
                    <a:lnTo>
                      <a:pt x="5901" y="4436"/>
                    </a:lnTo>
                    <a:lnTo>
                      <a:pt x="5901" y="4541"/>
                    </a:lnTo>
                    <a:lnTo>
                      <a:pt x="5796" y="4604"/>
                    </a:lnTo>
                    <a:lnTo>
                      <a:pt x="5733" y="4708"/>
                    </a:lnTo>
                    <a:lnTo>
                      <a:pt x="5566" y="4750"/>
                    </a:lnTo>
                    <a:lnTo>
                      <a:pt x="5587" y="4834"/>
                    </a:lnTo>
                    <a:lnTo>
                      <a:pt x="5461" y="4918"/>
                    </a:lnTo>
                    <a:lnTo>
                      <a:pt x="5461" y="5064"/>
                    </a:lnTo>
                    <a:lnTo>
                      <a:pt x="5377" y="5127"/>
                    </a:lnTo>
                    <a:lnTo>
                      <a:pt x="5210" y="5378"/>
                    </a:lnTo>
                    <a:lnTo>
                      <a:pt x="4854" y="5587"/>
                    </a:lnTo>
                    <a:lnTo>
                      <a:pt x="4561" y="5608"/>
                    </a:lnTo>
                    <a:lnTo>
                      <a:pt x="4436" y="5650"/>
                    </a:lnTo>
                    <a:lnTo>
                      <a:pt x="4268" y="5671"/>
                    </a:lnTo>
                    <a:lnTo>
                      <a:pt x="4122" y="5692"/>
                    </a:lnTo>
                    <a:lnTo>
                      <a:pt x="3996" y="5671"/>
                    </a:lnTo>
                    <a:lnTo>
                      <a:pt x="3808" y="5754"/>
                    </a:lnTo>
                    <a:lnTo>
                      <a:pt x="3787" y="5859"/>
                    </a:lnTo>
                    <a:lnTo>
                      <a:pt x="3683" y="5901"/>
                    </a:lnTo>
                    <a:lnTo>
                      <a:pt x="3285" y="5880"/>
                    </a:lnTo>
                    <a:lnTo>
                      <a:pt x="3222" y="5922"/>
                    </a:lnTo>
                    <a:lnTo>
                      <a:pt x="3160" y="6027"/>
                    </a:lnTo>
                    <a:lnTo>
                      <a:pt x="2929" y="6131"/>
                    </a:lnTo>
                    <a:lnTo>
                      <a:pt x="2762" y="6131"/>
                    </a:lnTo>
                    <a:lnTo>
                      <a:pt x="2657" y="6089"/>
                    </a:lnTo>
                    <a:lnTo>
                      <a:pt x="2553" y="6110"/>
                    </a:lnTo>
                    <a:lnTo>
                      <a:pt x="2532" y="6027"/>
                    </a:lnTo>
                    <a:lnTo>
                      <a:pt x="2427" y="6089"/>
                    </a:lnTo>
                    <a:lnTo>
                      <a:pt x="2344" y="6215"/>
                    </a:lnTo>
                    <a:lnTo>
                      <a:pt x="2113" y="6278"/>
                    </a:lnTo>
                    <a:lnTo>
                      <a:pt x="2092" y="6319"/>
                    </a:lnTo>
                    <a:lnTo>
                      <a:pt x="2009" y="6319"/>
                    </a:lnTo>
                    <a:lnTo>
                      <a:pt x="1820" y="6487"/>
                    </a:lnTo>
                    <a:lnTo>
                      <a:pt x="1569" y="6612"/>
                    </a:lnTo>
                    <a:lnTo>
                      <a:pt x="1255" y="6717"/>
                    </a:lnTo>
                    <a:lnTo>
                      <a:pt x="1088" y="6905"/>
                    </a:lnTo>
                    <a:lnTo>
                      <a:pt x="1088" y="7115"/>
                    </a:lnTo>
                    <a:lnTo>
                      <a:pt x="963" y="7219"/>
                    </a:lnTo>
                    <a:lnTo>
                      <a:pt x="879" y="7156"/>
                    </a:lnTo>
                    <a:lnTo>
                      <a:pt x="900" y="7073"/>
                    </a:lnTo>
                    <a:lnTo>
                      <a:pt x="900" y="7010"/>
                    </a:lnTo>
                    <a:lnTo>
                      <a:pt x="963" y="6843"/>
                    </a:lnTo>
                    <a:lnTo>
                      <a:pt x="963" y="6738"/>
                    </a:lnTo>
                    <a:lnTo>
                      <a:pt x="774" y="6863"/>
                    </a:lnTo>
                    <a:lnTo>
                      <a:pt x="732" y="7052"/>
                    </a:lnTo>
                    <a:lnTo>
                      <a:pt x="607" y="7282"/>
                    </a:lnTo>
                    <a:lnTo>
                      <a:pt x="711" y="7470"/>
                    </a:lnTo>
                    <a:lnTo>
                      <a:pt x="628" y="7638"/>
                    </a:lnTo>
                    <a:lnTo>
                      <a:pt x="649" y="7889"/>
                    </a:lnTo>
                    <a:lnTo>
                      <a:pt x="419" y="8161"/>
                    </a:lnTo>
                    <a:lnTo>
                      <a:pt x="335" y="8537"/>
                    </a:lnTo>
                    <a:lnTo>
                      <a:pt x="377" y="8726"/>
                    </a:lnTo>
                    <a:lnTo>
                      <a:pt x="356" y="9019"/>
                    </a:lnTo>
                    <a:lnTo>
                      <a:pt x="565" y="9353"/>
                    </a:lnTo>
                    <a:lnTo>
                      <a:pt x="565" y="9479"/>
                    </a:lnTo>
                    <a:lnTo>
                      <a:pt x="649" y="9584"/>
                    </a:lnTo>
                    <a:lnTo>
                      <a:pt x="565" y="9751"/>
                    </a:lnTo>
                    <a:lnTo>
                      <a:pt x="628" y="9897"/>
                    </a:lnTo>
                    <a:lnTo>
                      <a:pt x="502" y="9960"/>
                    </a:lnTo>
                    <a:lnTo>
                      <a:pt x="439" y="9856"/>
                    </a:lnTo>
                    <a:lnTo>
                      <a:pt x="439" y="9667"/>
                    </a:lnTo>
                    <a:lnTo>
                      <a:pt x="356" y="9772"/>
                    </a:lnTo>
                    <a:lnTo>
                      <a:pt x="335" y="9730"/>
                    </a:lnTo>
                    <a:lnTo>
                      <a:pt x="335" y="9542"/>
                    </a:lnTo>
                    <a:lnTo>
                      <a:pt x="230" y="9312"/>
                    </a:lnTo>
                    <a:lnTo>
                      <a:pt x="147" y="9416"/>
                    </a:lnTo>
                    <a:lnTo>
                      <a:pt x="188" y="9667"/>
                    </a:lnTo>
                    <a:lnTo>
                      <a:pt x="335" y="9835"/>
                    </a:lnTo>
                    <a:lnTo>
                      <a:pt x="439" y="10023"/>
                    </a:lnTo>
                    <a:lnTo>
                      <a:pt x="293" y="10065"/>
                    </a:lnTo>
                    <a:lnTo>
                      <a:pt x="147" y="9897"/>
                    </a:lnTo>
                    <a:lnTo>
                      <a:pt x="126" y="9688"/>
                    </a:lnTo>
                    <a:lnTo>
                      <a:pt x="84" y="9772"/>
                    </a:lnTo>
                    <a:lnTo>
                      <a:pt x="0" y="9835"/>
                    </a:lnTo>
                    <a:lnTo>
                      <a:pt x="105" y="10002"/>
                    </a:lnTo>
                    <a:lnTo>
                      <a:pt x="314" y="10253"/>
                    </a:lnTo>
                    <a:lnTo>
                      <a:pt x="419" y="10588"/>
                    </a:lnTo>
                    <a:lnTo>
                      <a:pt x="377" y="11153"/>
                    </a:lnTo>
                    <a:lnTo>
                      <a:pt x="460" y="11257"/>
                    </a:lnTo>
                    <a:lnTo>
                      <a:pt x="544" y="11592"/>
                    </a:lnTo>
                    <a:lnTo>
                      <a:pt x="711" y="12032"/>
                    </a:lnTo>
                    <a:lnTo>
                      <a:pt x="649" y="12178"/>
                    </a:lnTo>
                    <a:lnTo>
                      <a:pt x="670" y="12827"/>
                    </a:lnTo>
                    <a:lnTo>
                      <a:pt x="649" y="12910"/>
                    </a:lnTo>
                    <a:lnTo>
                      <a:pt x="711" y="13099"/>
                    </a:lnTo>
                    <a:lnTo>
                      <a:pt x="711" y="13308"/>
                    </a:lnTo>
                    <a:lnTo>
                      <a:pt x="837" y="13559"/>
                    </a:lnTo>
                    <a:lnTo>
                      <a:pt x="837" y="13726"/>
                    </a:lnTo>
                    <a:lnTo>
                      <a:pt x="732" y="13810"/>
                    </a:lnTo>
                    <a:lnTo>
                      <a:pt x="774" y="13852"/>
                    </a:lnTo>
                    <a:lnTo>
                      <a:pt x="732" y="14019"/>
                    </a:lnTo>
                    <a:lnTo>
                      <a:pt x="711" y="14270"/>
                    </a:lnTo>
                    <a:lnTo>
                      <a:pt x="628" y="14354"/>
                    </a:lnTo>
                    <a:lnTo>
                      <a:pt x="649" y="14438"/>
                    </a:lnTo>
                    <a:lnTo>
                      <a:pt x="628" y="14584"/>
                    </a:lnTo>
                    <a:lnTo>
                      <a:pt x="523" y="14668"/>
                    </a:lnTo>
                    <a:lnTo>
                      <a:pt x="544" y="14793"/>
                    </a:lnTo>
                    <a:lnTo>
                      <a:pt x="335" y="14961"/>
                    </a:lnTo>
                    <a:lnTo>
                      <a:pt x="251" y="14877"/>
                    </a:lnTo>
                    <a:lnTo>
                      <a:pt x="126" y="15086"/>
                    </a:lnTo>
                    <a:lnTo>
                      <a:pt x="126" y="15442"/>
                    </a:lnTo>
                    <a:lnTo>
                      <a:pt x="209" y="15526"/>
                    </a:lnTo>
                    <a:lnTo>
                      <a:pt x="293" y="15526"/>
                    </a:lnTo>
                    <a:lnTo>
                      <a:pt x="544" y="15756"/>
                    </a:lnTo>
                    <a:lnTo>
                      <a:pt x="544" y="15861"/>
                    </a:lnTo>
                    <a:lnTo>
                      <a:pt x="565" y="15923"/>
                    </a:lnTo>
                    <a:lnTo>
                      <a:pt x="711" y="15944"/>
                    </a:lnTo>
                    <a:lnTo>
                      <a:pt x="753" y="16007"/>
                    </a:lnTo>
                    <a:lnTo>
                      <a:pt x="942" y="16028"/>
                    </a:lnTo>
                    <a:lnTo>
                      <a:pt x="983" y="16028"/>
                    </a:lnTo>
                    <a:lnTo>
                      <a:pt x="1025" y="16070"/>
                    </a:lnTo>
                    <a:lnTo>
                      <a:pt x="1151" y="16070"/>
                    </a:lnTo>
                    <a:lnTo>
                      <a:pt x="1297" y="16049"/>
                    </a:lnTo>
                    <a:lnTo>
                      <a:pt x="1339" y="16133"/>
                    </a:lnTo>
                    <a:lnTo>
                      <a:pt x="1402" y="16070"/>
                    </a:lnTo>
                    <a:lnTo>
                      <a:pt x="1423" y="16112"/>
                    </a:lnTo>
                    <a:lnTo>
                      <a:pt x="1611" y="16070"/>
                    </a:lnTo>
                    <a:lnTo>
                      <a:pt x="1758" y="16070"/>
                    </a:lnTo>
                    <a:lnTo>
                      <a:pt x="1779" y="16007"/>
                    </a:lnTo>
                    <a:lnTo>
                      <a:pt x="1862" y="15965"/>
                    </a:lnTo>
                    <a:lnTo>
                      <a:pt x="1946" y="15840"/>
                    </a:lnTo>
                    <a:lnTo>
                      <a:pt x="2113" y="15861"/>
                    </a:lnTo>
                    <a:lnTo>
                      <a:pt x="2113" y="15756"/>
                    </a:lnTo>
                    <a:lnTo>
                      <a:pt x="2218" y="15693"/>
                    </a:lnTo>
                    <a:lnTo>
                      <a:pt x="2323" y="15693"/>
                    </a:lnTo>
                    <a:lnTo>
                      <a:pt x="2406" y="15777"/>
                    </a:lnTo>
                    <a:lnTo>
                      <a:pt x="2511" y="15651"/>
                    </a:lnTo>
                    <a:lnTo>
                      <a:pt x="2532" y="15693"/>
                    </a:lnTo>
                    <a:lnTo>
                      <a:pt x="2616" y="15651"/>
                    </a:lnTo>
                    <a:lnTo>
                      <a:pt x="2636" y="15526"/>
                    </a:lnTo>
                    <a:lnTo>
                      <a:pt x="2950" y="15317"/>
                    </a:lnTo>
                    <a:lnTo>
                      <a:pt x="3076" y="15338"/>
                    </a:lnTo>
                    <a:lnTo>
                      <a:pt x="3160" y="15379"/>
                    </a:lnTo>
                    <a:lnTo>
                      <a:pt x="3264" y="15317"/>
                    </a:lnTo>
                    <a:lnTo>
                      <a:pt x="3557" y="15233"/>
                    </a:lnTo>
                    <a:lnTo>
                      <a:pt x="3599" y="15317"/>
                    </a:lnTo>
                    <a:lnTo>
                      <a:pt x="3787" y="15254"/>
                    </a:lnTo>
                    <a:lnTo>
                      <a:pt x="3850" y="15296"/>
                    </a:lnTo>
                    <a:lnTo>
                      <a:pt x="3955" y="15317"/>
                    </a:lnTo>
                    <a:lnTo>
                      <a:pt x="4038" y="15254"/>
                    </a:lnTo>
                    <a:lnTo>
                      <a:pt x="4101" y="15400"/>
                    </a:lnTo>
                    <a:lnTo>
                      <a:pt x="4185" y="15400"/>
                    </a:lnTo>
                    <a:lnTo>
                      <a:pt x="4268" y="15338"/>
                    </a:lnTo>
                    <a:lnTo>
                      <a:pt x="4310" y="15400"/>
                    </a:lnTo>
                    <a:lnTo>
                      <a:pt x="4415" y="15338"/>
                    </a:lnTo>
                    <a:lnTo>
                      <a:pt x="4624" y="15338"/>
                    </a:lnTo>
                    <a:lnTo>
                      <a:pt x="4624" y="15442"/>
                    </a:lnTo>
                    <a:lnTo>
                      <a:pt x="4645" y="15442"/>
                    </a:lnTo>
                    <a:lnTo>
                      <a:pt x="4792" y="15338"/>
                    </a:lnTo>
                    <a:lnTo>
                      <a:pt x="4917" y="15379"/>
                    </a:lnTo>
                    <a:lnTo>
                      <a:pt x="5064" y="15254"/>
                    </a:lnTo>
                    <a:lnTo>
                      <a:pt x="5126" y="15128"/>
                    </a:lnTo>
                    <a:lnTo>
                      <a:pt x="5168" y="15107"/>
                    </a:lnTo>
                    <a:lnTo>
                      <a:pt x="5315" y="14982"/>
                    </a:lnTo>
                    <a:lnTo>
                      <a:pt x="5377" y="14773"/>
                    </a:lnTo>
                    <a:lnTo>
                      <a:pt x="5524" y="14668"/>
                    </a:lnTo>
                    <a:lnTo>
                      <a:pt x="5670" y="14647"/>
                    </a:lnTo>
                    <a:lnTo>
                      <a:pt x="5754" y="14668"/>
                    </a:lnTo>
                    <a:lnTo>
                      <a:pt x="5984" y="14584"/>
                    </a:lnTo>
                    <a:lnTo>
                      <a:pt x="6277" y="14396"/>
                    </a:lnTo>
                    <a:lnTo>
                      <a:pt x="6486" y="14208"/>
                    </a:lnTo>
                    <a:lnTo>
                      <a:pt x="6570" y="14187"/>
                    </a:lnTo>
                    <a:lnTo>
                      <a:pt x="6737" y="14187"/>
                    </a:lnTo>
                    <a:lnTo>
                      <a:pt x="6905" y="14249"/>
                    </a:lnTo>
                    <a:lnTo>
                      <a:pt x="7051" y="14270"/>
                    </a:lnTo>
                    <a:lnTo>
                      <a:pt x="7198" y="14208"/>
                    </a:lnTo>
                    <a:lnTo>
                      <a:pt x="7407" y="14249"/>
                    </a:lnTo>
                    <a:lnTo>
                      <a:pt x="7742" y="14145"/>
                    </a:lnTo>
                    <a:lnTo>
                      <a:pt x="7930" y="14082"/>
                    </a:lnTo>
                    <a:lnTo>
                      <a:pt x="8056" y="13977"/>
                    </a:lnTo>
                    <a:lnTo>
                      <a:pt x="8139" y="13977"/>
                    </a:lnTo>
                    <a:lnTo>
                      <a:pt x="8307" y="13852"/>
                    </a:lnTo>
                    <a:lnTo>
                      <a:pt x="8558" y="13852"/>
                    </a:lnTo>
                    <a:lnTo>
                      <a:pt x="9186" y="13810"/>
                    </a:lnTo>
                    <a:lnTo>
                      <a:pt x="9395" y="13852"/>
                    </a:lnTo>
                    <a:lnTo>
                      <a:pt x="9520" y="13852"/>
                    </a:lnTo>
                    <a:lnTo>
                      <a:pt x="9709" y="13810"/>
                    </a:lnTo>
                    <a:lnTo>
                      <a:pt x="9834" y="13831"/>
                    </a:lnTo>
                    <a:lnTo>
                      <a:pt x="10022" y="13977"/>
                    </a:lnTo>
                    <a:lnTo>
                      <a:pt x="10148" y="14208"/>
                    </a:lnTo>
                    <a:lnTo>
                      <a:pt x="10253" y="14249"/>
                    </a:lnTo>
                    <a:lnTo>
                      <a:pt x="10336" y="14187"/>
                    </a:lnTo>
                    <a:lnTo>
                      <a:pt x="10378" y="14166"/>
                    </a:lnTo>
                    <a:lnTo>
                      <a:pt x="10441" y="14208"/>
                    </a:lnTo>
                    <a:lnTo>
                      <a:pt x="10504" y="14187"/>
                    </a:lnTo>
                    <a:lnTo>
                      <a:pt x="10650" y="14208"/>
                    </a:lnTo>
                    <a:lnTo>
                      <a:pt x="10755" y="14354"/>
                    </a:lnTo>
                    <a:lnTo>
                      <a:pt x="10880" y="14375"/>
                    </a:lnTo>
                    <a:lnTo>
                      <a:pt x="10964" y="14354"/>
                    </a:lnTo>
                    <a:lnTo>
                      <a:pt x="11194" y="14542"/>
                    </a:lnTo>
                    <a:lnTo>
                      <a:pt x="11194" y="14647"/>
                    </a:lnTo>
                    <a:lnTo>
                      <a:pt x="11278" y="14647"/>
                    </a:lnTo>
                    <a:lnTo>
                      <a:pt x="11341" y="14731"/>
                    </a:lnTo>
                    <a:lnTo>
                      <a:pt x="11320" y="14814"/>
                    </a:lnTo>
                    <a:lnTo>
                      <a:pt x="11215" y="14814"/>
                    </a:lnTo>
                    <a:lnTo>
                      <a:pt x="11194" y="14898"/>
                    </a:lnTo>
                    <a:lnTo>
                      <a:pt x="11299" y="15107"/>
                    </a:lnTo>
                    <a:lnTo>
                      <a:pt x="11403" y="15128"/>
                    </a:lnTo>
                    <a:lnTo>
                      <a:pt x="11508" y="15254"/>
                    </a:lnTo>
                    <a:lnTo>
                      <a:pt x="11550" y="15421"/>
                    </a:lnTo>
                    <a:lnTo>
                      <a:pt x="11529" y="15526"/>
                    </a:lnTo>
                    <a:lnTo>
                      <a:pt x="11655" y="15819"/>
                    </a:lnTo>
                    <a:lnTo>
                      <a:pt x="11613" y="15944"/>
                    </a:lnTo>
                    <a:lnTo>
                      <a:pt x="11655" y="16007"/>
                    </a:lnTo>
                    <a:lnTo>
                      <a:pt x="11634" y="16154"/>
                    </a:lnTo>
                    <a:lnTo>
                      <a:pt x="11613" y="16237"/>
                    </a:lnTo>
                    <a:lnTo>
                      <a:pt x="11529" y="16216"/>
                    </a:lnTo>
                    <a:lnTo>
                      <a:pt x="11508" y="16237"/>
                    </a:lnTo>
                    <a:lnTo>
                      <a:pt x="11592" y="16363"/>
                    </a:lnTo>
                    <a:lnTo>
                      <a:pt x="11655" y="16384"/>
                    </a:lnTo>
                    <a:lnTo>
                      <a:pt x="11717" y="16530"/>
                    </a:lnTo>
                    <a:lnTo>
                      <a:pt x="11822" y="16488"/>
                    </a:lnTo>
                    <a:lnTo>
                      <a:pt x="11927" y="16572"/>
                    </a:lnTo>
                    <a:lnTo>
                      <a:pt x="11927" y="16467"/>
                    </a:lnTo>
                    <a:lnTo>
                      <a:pt x="11864" y="16363"/>
                    </a:lnTo>
                    <a:lnTo>
                      <a:pt x="11927" y="16300"/>
                    </a:lnTo>
                    <a:lnTo>
                      <a:pt x="11968" y="16174"/>
                    </a:lnTo>
                    <a:lnTo>
                      <a:pt x="12073" y="16174"/>
                    </a:lnTo>
                    <a:lnTo>
                      <a:pt x="12136" y="16070"/>
                    </a:lnTo>
                    <a:lnTo>
                      <a:pt x="12240" y="16028"/>
                    </a:lnTo>
                    <a:lnTo>
                      <a:pt x="12261" y="15923"/>
                    </a:lnTo>
                    <a:lnTo>
                      <a:pt x="12366" y="15777"/>
                    </a:lnTo>
                    <a:lnTo>
                      <a:pt x="12596" y="15693"/>
                    </a:lnTo>
                    <a:lnTo>
                      <a:pt x="12638" y="15610"/>
                    </a:lnTo>
                    <a:lnTo>
                      <a:pt x="12680" y="15610"/>
                    </a:lnTo>
                    <a:lnTo>
                      <a:pt x="12868" y="15505"/>
                    </a:lnTo>
                    <a:lnTo>
                      <a:pt x="12910" y="15338"/>
                    </a:lnTo>
                    <a:lnTo>
                      <a:pt x="13077" y="15107"/>
                    </a:lnTo>
                    <a:lnTo>
                      <a:pt x="13224" y="15086"/>
                    </a:lnTo>
                    <a:lnTo>
                      <a:pt x="13307" y="14982"/>
                    </a:lnTo>
                    <a:lnTo>
                      <a:pt x="13266" y="14856"/>
                    </a:lnTo>
                    <a:lnTo>
                      <a:pt x="13287" y="14710"/>
                    </a:lnTo>
                    <a:lnTo>
                      <a:pt x="13370" y="14877"/>
                    </a:lnTo>
                    <a:lnTo>
                      <a:pt x="13370" y="15024"/>
                    </a:lnTo>
                    <a:lnTo>
                      <a:pt x="13370" y="15191"/>
                    </a:lnTo>
                    <a:lnTo>
                      <a:pt x="13287" y="15254"/>
                    </a:lnTo>
                    <a:lnTo>
                      <a:pt x="13266" y="15547"/>
                    </a:lnTo>
                    <a:lnTo>
                      <a:pt x="13015" y="15714"/>
                    </a:lnTo>
                    <a:lnTo>
                      <a:pt x="12973" y="15840"/>
                    </a:lnTo>
                    <a:lnTo>
                      <a:pt x="12910" y="15923"/>
                    </a:lnTo>
                    <a:lnTo>
                      <a:pt x="12910" y="16070"/>
                    </a:lnTo>
                    <a:lnTo>
                      <a:pt x="12784" y="16258"/>
                    </a:lnTo>
                    <a:lnTo>
                      <a:pt x="12805" y="16300"/>
                    </a:lnTo>
                    <a:lnTo>
                      <a:pt x="12743" y="16593"/>
                    </a:lnTo>
                    <a:lnTo>
                      <a:pt x="12450" y="16572"/>
                    </a:lnTo>
                    <a:lnTo>
                      <a:pt x="12387" y="16739"/>
                    </a:lnTo>
                    <a:lnTo>
                      <a:pt x="12324" y="16823"/>
                    </a:lnTo>
                    <a:lnTo>
                      <a:pt x="12324" y="16886"/>
                    </a:lnTo>
                    <a:lnTo>
                      <a:pt x="12491" y="16823"/>
                    </a:lnTo>
                    <a:lnTo>
                      <a:pt x="12659" y="16760"/>
                    </a:lnTo>
                    <a:lnTo>
                      <a:pt x="12868" y="16823"/>
                    </a:lnTo>
                    <a:lnTo>
                      <a:pt x="13056" y="16530"/>
                    </a:lnTo>
                    <a:lnTo>
                      <a:pt x="13098" y="16216"/>
                    </a:lnTo>
                    <a:lnTo>
                      <a:pt x="13266" y="16049"/>
                    </a:lnTo>
                    <a:lnTo>
                      <a:pt x="13307" y="16112"/>
                    </a:lnTo>
                    <a:lnTo>
                      <a:pt x="13307" y="16384"/>
                    </a:lnTo>
                    <a:lnTo>
                      <a:pt x="13370" y="16551"/>
                    </a:lnTo>
                    <a:lnTo>
                      <a:pt x="13307" y="16551"/>
                    </a:lnTo>
                    <a:lnTo>
                      <a:pt x="13328" y="16823"/>
                    </a:lnTo>
                    <a:lnTo>
                      <a:pt x="13203" y="17074"/>
                    </a:lnTo>
                    <a:lnTo>
                      <a:pt x="12994" y="17158"/>
                    </a:lnTo>
                    <a:lnTo>
                      <a:pt x="13015" y="17221"/>
                    </a:lnTo>
                    <a:lnTo>
                      <a:pt x="13161" y="17200"/>
                    </a:lnTo>
                    <a:lnTo>
                      <a:pt x="13307" y="17221"/>
                    </a:lnTo>
                    <a:lnTo>
                      <a:pt x="13391" y="17158"/>
                    </a:lnTo>
                    <a:lnTo>
                      <a:pt x="13496" y="17116"/>
                    </a:lnTo>
                    <a:lnTo>
                      <a:pt x="13600" y="17011"/>
                    </a:lnTo>
                    <a:lnTo>
                      <a:pt x="13705" y="17053"/>
                    </a:lnTo>
                    <a:lnTo>
                      <a:pt x="13789" y="17053"/>
                    </a:lnTo>
                    <a:lnTo>
                      <a:pt x="13705" y="17158"/>
                    </a:lnTo>
                    <a:lnTo>
                      <a:pt x="13642" y="17221"/>
                    </a:lnTo>
                    <a:lnTo>
                      <a:pt x="13538" y="17221"/>
                    </a:lnTo>
                    <a:lnTo>
                      <a:pt x="13517" y="17283"/>
                    </a:lnTo>
                    <a:lnTo>
                      <a:pt x="13621" y="17430"/>
                    </a:lnTo>
                    <a:lnTo>
                      <a:pt x="13684" y="17576"/>
                    </a:lnTo>
                    <a:lnTo>
                      <a:pt x="13747" y="17744"/>
                    </a:lnTo>
                    <a:lnTo>
                      <a:pt x="13747" y="17953"/>
                    </a:lnTo>
                    <a:lnTo>
                      <a:pt x="13726" y="18225"/>
                    </a:lnTo>
                    <a:lnTo>
                      <a:pt x="13600" y="18371"/>
                    </a:lnTo>
                    <a:lnTo>
                      <a:pt x="13621" y="18455"/>
                    </a:lnTo>
                    <a:lnTo>
                      <a:pt x="13600" y="18664"/>
                    </a:lnTo>
                    <a:lnTo>
                      <a:pt x="13705" y="18748"/>
                    </a:lnTo>
                    <a:lnTo>
                      <a:pt x="13789" y="18895"/>
                    </a:lnTo>
                    <a:lnTo>
                      <a:pt x="13810" y="19083"/>
                    </a:lnTo>
                    <a:lnTo>
                      <a:pt x="14019" y="19355"/>
                    </a:lnTo>
                    <a:lnTo>
                      <a:pt x="14165" y="19397"/>
                    </a:lnTo>
                    <a:lnTo>
                      <a:pt x="14270" y="19480"/>
                    </a:lnTo>
                    <a:lnTo>
                      <a:pt x="14333" y="19606"/>
                    </a:lnTo>
                    <a:lnTo>
                      <a:pt x="14437" y="19627"/>
                    </a:lnTo>
                    <a:lnTo>
                      <a:pt x="14458" y="19585"/>
                    </a:lnTo>
                    <a:lnTo>
                      <a:pt x="14542" y="19564"/>
                    </a:lnTo>
                    <a:lnTo>
                      <a:pt x="14688" y="19585"/>
                    </a:lnTo>
                    <a:lnTo>
                      <a:pt x="14835" y="19731"/>
                    </a:lnTo>
                    <a:lnTo>
                      <a:pt x="14960" y="19773"/>
                    </a:lnTo>
                    <a:lnTo>
                      <a:pt x="15086" y="19899"/>
                    </a:lnTo>
                    <a:lnTo>
                      <a:pt x="15107" y="20003"/>
                    </a:lnTo>
                    <a:lnTo>
                      <a:pt x="15212" y="20045"/>
                    </a:lnTo>
                    <a:lnTo>
                      <a:pt x="15358" y="20192"/>
                    </a:lnTo>
                    <a:lnTo>
                      <a:pt x="15421" y="20192"/>
                    </a:lnTo>
                    <a:lnTo>
                      <a:pt x="15463" y="20108"/>
                    </a:lnTo>
                    <a:lnTo>
                      <a:pt x="15693" y="20003"/>
                    </a:lnTo>
                    <a:lnTo>
                      <a:pt x="15776" y="19899"/>
                    </a:lnTo>
                    <a:lnTo>
                      <a:pt x="15902" y="19899"/>
                    </a:lnTo>
                    <a:lnTo>
                      <a:pt x="16048" y="19773"/>
                    </a:lnTo>
                    <a:lnTo>
                      <a:pt x="16153" y="19773"/>
                    </a:lnTo>
                    <a:lnTo>
                      <a:pt x="16195" y="19711"/>
                    </a:lnTo>
                    <a:lnTo>
                      <a:pt x="16153" y="19669"/>
                    </a:lnTo>
                    <a:lnTo>
                      <a:pt x="16048" y="19627"/>
                    </a:lnTo>
                    <a:lnTo>
                      <a:pt x="16090" y="19564"/>
                    </a:lnTo>
                    <a:lnTo>
                      <a:pt x="16320" y="19397"/>
                    </a:lnTo>
                    <a:lnTo>
                      <a:pt x="16509" y="19522"/>
                    </a:lnTo>
                    <a:lnTo>
                      <a:pt x="16509" y="19669"/>
                    </a:lnTo>
                    <a:lnTo>
                      <a:pt x="16258" y="19794"/>
                    </a:lnTo>
                    <a:lnTo>
                      <a:pt x="16320" y="19899"/>
                    </a:lnTo>
                    <a:lnTo>
                      <a:pt x="16404" y="19920"/>
                    </a:lnTo>
                    <a:lnTo>
                      <a:pt x="16467" y="19815"/>
                    </a:lnTo>
                    <a:lnTo>
                      <a:pt x="16572" y="19731"/>
                    </a:lnTo>
                    <a:lnTo>
                      <a:pt x="16676" y="19815"/>
                    </a:lnTo>
                    <a:lnTo>
                      <a:pt x="16676" y="19920"/>
                    </a:lnTo>
                    <a:lnTo>
                      <a:pt x="16613" y="19920"/>
                    </a:lnTo>
                    <a:lnTo>
                      <a:pt x="16509" y="20003"/>
                    </a:lnTo>
                    <a:lnTo>
                      <a:pt x="16655" y="20192"/>
                    </a:lnTo>
                    <a:lnTo>
                      <a:pt x="16676" y="20401"/>
                    </a:lnTo>
                    <a:lnTo>
                      <a:pt x="16760" y="20338"/>
                    </a:lnTo>
                    <a:lnTo>
                      <a:pt x="16844" y="20359"/>
                    </a:lnTo>
                    <a:lnTo>
                      <a:pt x="16844" y="20464"/>
                    </a:lnTo>
                    <a:lnTo>
                      <a:pt x="16927" y="20610"/>
                    </a:lnTo>
                    <a:lnTo>
                      <a:pt x="16990" y="20443"/>
                    </a:lnTo>
                    <a:lnTo>
                      <a:pt x="16990" y="20296"/>
                    </a:lnTo>
                    <a:lnTo>
                      <a:pt x="16885" y="20359"/>
                    </a:lnTo>
                    <a:lnTo>
                      <a:pt x="16885" y="20317"/>
                    </a:lnTo>
                    <a:lnTo>
                      <a:pt x="16948" y="20234"/>
                    </a:lnTo>
                    <a:lnTo>
                      <a:pt x="17241" y="20234"/>
                    </a:lnTo>
                    <a:lnTo>
                      <a:pt x="17262" y="20296"/>
                    </a:lnTo>
                    <a:lnTo>
                      <a:pt x="17304" y="20234"/>
                    </a:lnTo>
                    <a:lnTo>
                      <a:pt x="17450" y="20024"/>
                    </a:lnTo>
                    <a:lnTo>
                      <a:pt x="17764" y="19836"/>
                    </a:lnTo>
                    <a:lnTo>
                      <a:pt x="17911" y="19711"/>
                    </a:lnTo>
                    <a:lnTo>
                      <a:pt x="17827" y="19711"/>
                    </a:lnTo>
                    <a:lnTo>
                      <a:pt x="17764" y="19731"/>
                    </a:lnTo>
                    <a:lnTo>
                      <a:pt x="17785" y="19711"/>
                    </a:lnTo>
                    <a:lnTo>
                      <a:pt x="17681" y="19669"/>
                    </a:lnTo>
                    <a:lnTo>
                      <a:pt x="17932" y="19669"/>
                    </a:lnTo>
                    <a:lnTo>
                      <a:pt x="18183" y="19606"/>
                    </a:lnTo>
                    <a:lnTo>
                      <a:pt x="18622" y="19501"/>
                    </a:lnTo>
                    <a:lnTo>
                      <a:pt x="18957" y="19585"/>
                    </a:lnTo>
                    <a:lnTo>
                      <a:pt x="19124" y="19501"/>
                    </a:lnTo>
                    <a:lnTo>
                      <a:pt x="19124" y="19397"/>
                    </a:lnTo>
                    <a:lnTo>
                      <a:pt x="19229" y="19397"/>
                    </a:lnTo>
                    <a:lnTo>
                      <a:pt x="19333" y="19313"/>
                    </a:lnTo>
                    <a:lnTo>
                      <a:pt x="19438" y="19104"/>
                    </a:lnTo>
                    <a:lnTo>
                      <a:pt x="19375" y="18895"/>
                    </a:lnTo>
                    <a:lnTo>
                      <a:pt x="19375" y="18769"/>
                    </a:lnTo>
                    <a:lnTo>
                      <a:pt x="19585" y="18560"/>
                    </a:lnTo>
                    <a:lnTo>
                      <a:pt x="19585" y="18225"/>
                    </a:lnTo>
                    <a:lnTo>
                      <a:pt x="19668" y="18099"/>
                    </a:lnTo>
                    <a:lnTo>
                      <a:pt x="19710" y="17869"/>
                    </a:lnTo>
                    <a:lnTo>
                      <a:pt x="19815" y="17827"/>
                    </a:lnTo>
                    <a:lnTo>
                      <a:pt x="19815" y="17702"/>
                    </a:lnTo>
                    <a:lnTo>
                      <a:pt x="20170" y="17283"/>
                    </a:lnTo>
                    <a:lnTo>
                      <a:pt x="20275" y="17262"/>
                    </a:lnTo>
                    <a:lnTo>
                      <a:pt x="20317" y="17011"/>
                    </a:lnTo>
                    <a:lnTo>
                      <a:pt x="20442" y="16823"/>
                    </a:lnTo>
                    <a:lnTo>
                      <a:pt x="20547" y="16593"/>
                    </a:lnTo>
                    <a:lnTo>
                      <a:pt x="20694" y="16446"/>
                    </a:lnTo>
                    <a:lnTo>
                      <a:pt x="20652" y="16342"/>
                    </a:lnTo>
                    <a:lnTo>
                      <a:pt x="20756" y="16258"/>
                    </a:lnTo>
                    <a:lnTo>
                      <a:pt x="20861" y="16049"/>
                    </a:lnTo>
                    <a:lnTo>
                      <a:pt x="20798" y="15965"/>
                    </a:lnTo>
                    <a:lnTo>
                      <a:pt x="20966" y="15902"/>
                    </a:lnTo>
                    <a:lnTo>
                      <a:pt x="21070" y="15714"/>
                    </a:lnTo>
                    <a:lnTo>
                      <a:pt x="21154" y="15630"/>
                    </a:lnTo>
                    <a:lnTo>
                      <a:pt x="21258" y="15442"/>
                    </a:lnTo>
                    <a:lnTo>
                      <a:pt x="21426" y="15400"/>
                    </a:lnTo>
                    <a:lnTo>
                      <a:pt x="21530" y="15338"/>
                    </a:lnTo>
                    <a:lnTo>
                      <a:pt x="21342" y="15338"/>
                    </a:lnTo>
                    <a:lnTo>
                      <a:pt x="21384" y="15296"/>
                    </a:lnTo>
                    <a:lnTo>
                      <a:pt x="21593" y="15254"/>
                    </a:lnTo>
                    <a:lnTo>
                      <a:pt x="21782" y="15170"/>
                    </a:lnTo>
                    <a:lnTo>
                      <a:pt x="21802" y="15003"/>
                    </a:lnTo>
                    <a:lnTo>
                      <a:pt x="21782" y="14961"/>
                    </a:lnTo>
                    <a:lnTo>
                      <a:pt x="21802" y="14814"/>
                    </a:lnTo>
                    <a:lnTo>
                      <a:pt x="22012" y="14689"/>
                    </a:lnTo>
                    <a:lnTo>
                      <a:pt x="22012" y="14563"/>
                    </a:lnTo>
                    <a:lnTo>
                      <a:pt x="22158" y="14501"/>
                    </a:lnTo>
                    <a:lnTo>
                      <a:pt x="22284" y="14291"/>
                    </a:lnTo>
                    <a:lnTo>
                      <a:pt x="22263" y="14187"/>
                    </a:lnTo>
                    <a:lnTo>
                      <a:pt x="22305" y="14019"/>
                    </a:lnTo>
                    <a:lnTo>
                      <a:pt x="22284" y="13957"/>
                    </a:lnTo>
                    <a:lnTo>
                      <a:pt x="22284" y="13852"/>
                    </a:lnTo>
                    <a:lnTo>
                      <a:pt x="22430" y="13496"/>
                    </a:lnTo>
                    <a:lnTo>
                      <a:pt x="22493" y="13287"/>
                    </a:lnTo>
                    <a:lnTo>
                      <a:pt x="22702" y="12910"/>
                    </a:lnTo>
                    <a:lnTo>
                      <a:pt x="22702" y="12785"/>
                    </a:lnTo>
                    <a:lnTo>
                      <a:pt x="22807" y="12492"/>
                    </a:lnTo>
                    <a:lnTo>
                      <a:pt x="22953" y="12366"/>
                    </a:lnTo>
                    <a:lnTo>
                      <a:pt x="23016" y="12199"/>
                    </a:lnTo>
                    <a:lnTo>
                      <a:pt x="22953" y="12053"/>
                    </a:lnTo>
                    <a:lnTo>
                      <a:pt x="23058" y="11927"/>
                    </a:lnTo>
                    <a:lnTo>
                      <a:pt x="22995" y="11655"/>
                    </a:lnTo>
                    <a:lnTo>
                      <a:pt x="22995" y="11529"/>
                    </a:lnTo>
                    <a:lnTo>
                      <a:pt x="22911" y="11320"/>
                    </a:lnTo>
                    <a:lnTo>
                      <a:pt x="22891" y="11236"/>
                    </a:lnTo>
                    <a:lnTo>
                      <a:pt x="22849" y="11111"/>
                    </a:lnTo>
                    <a:lnTo>
                      <a:pt x="22911" y="11069"/>
                    </a:lnTo>
                    <a:lnTo>
                      <a:pt x="22911" y="10923"/>
                    </a:lnTo>
                    <a:lnTo>
                      <a:pt x="23016" y="10776"/>
                    </a:lnTo>
                    <a:lnTo>
                      <a:pt x="23016" y="10713"/>
                    </a:lnTo>
                    <a:lnTo>
                      <a:pt x="22995" y="10379"/>
                    </a:lnTo>
                    <a:lnTo>
                      <a:pt x="23058" y="10253"/>
                    </a:lnTo>
                    <a:lnTo>
                      <a:pt x="23016" y="10190"/>
                    </a:lnTo>
                    <a:lnTo>
                      <a:pt x="22995" y="10065"/>
                    </a:lnTo>
                    <a:lnTo>
                      <a:pt x="22995" y="9856"/>
                    </a:lnTo>
                    <a:lnTo>
                      <a:pt x="22932" y="9835"/>
                    </a:lnTo>
                    <a:lnTo>
                      <a:pt x="22995" y="9688"/>
                    </a:lnTo>
                    <a:lnTo>
                      <a:pt x="22891" y="9667"/>
                    </a:lnTo>
                    <a:lnTo>
                      <a:pt x="22828" y="9542"/>
                    </a:lnTo>
                    <a:lnTo>
                      <a:pt x="22828" y="9416"/>
                    </a:lnTo>
                    <a:lnTo>
                      <a:pt x="22702" y="9312"/>
                    </a:lnTo>
                    <a:lnTo>
                      <a:pt x="22619" y="9144"/>
                    </a:lnTo>
                    <a:lnTo>
                      <a:pt x="22598" y="8956"/>
                    </a:lnTo>
                    <a:lnTo>
                      <a:pt x="22514" y="8830"/>
                    </a:lnTo>
                    <a:lnTo>
                      <a:pt x="22430" y="8830"/>
                    </a:lnTo>
                    <a:lnTo>
                      <a:pt x="22367" y="8851"/>
                    </a:lnTo>
                    <a:lnTo>
                      <a:pt x="22284" y="8809"/>
                    </a:lnTo>
                    <a:lnTo>
                      <a:pt x="22263" y="8642"/>
                    </a:lnTo>
                    <a:lnTo>
                      <a:pt x="22200" y="8621"/>
                    </a:lnTo>
                    <a:lnTo>
                      <a:pt x="22179" y="8537"/>
                    </a:lnTo>
                    <a:lnTo>
                      <a:pt x="22054" y="8412"/>
                    </a:lnTo>
                    <a:lnTo>
                      <a:pt x="21970" y="8370"/>
                    </a:lnTo>
                    <a:lnTo>
                      <a:pt x="22012" y="8265"/>
                    </a:lnTo>
                    <a:lnTo>
                      <a:pt x="21949" y="8119"/>
                    </a:lnTo>
                    <a:lnTo>
                      <a:pt x="22054" y="7993"/>
                    </a:lnTo>
                    <a:lnTo>
                      <a:pt x="22074" y="7805"/>
                    </a:lnTo>
                    <a:lnTo>
                      <a:pt x="22012" y="7742"/>
                    </a:lnTo>
                    <a:lnTo>
                      <a:pt x="22054" y="7638"/>
                    </a:lnTo>
                    <a:lnTo>
                      <a:pt x="21970" y="7575"/>
                    </a:lnTo>
                    <a:lnTo>
                      <a:pt x="21949" y="7638"/>
                    </a:lnTo>
                    <a:lnTo>
                      <a:pt x="21991" y="7679"/>
                    </a:lnTo>
                    <a:lnTo>
                      <a:pt x="21949" y="7763"/>
                    </a:lnTo>
                    <a:lnTo>
                      <a:pt x="21677" y="7533"/>
                    </a:lnTo>
                    <a:lnTo>
                      <a:pt x="21635" y="7366"/>
                    </a:lnTo>
                    <a:lnTo>
                      <a:pt x="21572" y="7387"/>
                    </a:lnTo>
                    <a:lnTo>
                      <a:pt x="21572" y="7470"/>
                    </a:lnTo>
                    <a:lnTo>
                      <a:pt x="21551" y="7575"/>
                    </a:lnTo>
                    <a:lnTo>
                      <a:pt x="21593" y="7763"/>
                    </a:lnTo>
                    <a:lnTo>
                      <a:pt x="21468" y="7596"/>
                    </a:lnTo>
                    <a:lnTo>
                      <a:pt x="21426" y="7659"/>
                    </a:lnTo>
                    <a:lnTo>
                      <a:pt x="21426" y="7554"/>
                    </a:lnTo>
                    <a:lnTo>
                      <a:pt x="21363" y="7470"/>
                    </a:lnTo>
                    <a:lnTo>
                      <a:pt x="21342" y="7135"/>
                    </a:lnTo>
                    <a:lnTo>
                      <a:pt x="21384" y="7115"/>
                    </a:lnTo>
                    <a:lnTo>
                      <a:pt x="21384" y="7031"/>
                    </a:lnTo>
                    <a:lnTo>
                      <a:pt x="21279" y="6947"/>
                    </a:lnTo>
                    <a:lnTo>
                      <a:pt x="21321" y="6863"/>
                    </a:lnTo>
                    <a:lnTo>
                      <a:pt x="21238" y="6801"/>
                    </a:lnTo>
                    <a:lnTo>
                      <a:pt x="21258" y="6696"/>
                    </a:lnTo>
                    <a:lnTo>
                      <a:pt x="21070" y="6529"/>
                    </a:lnTo>
                    <a:lnTo>
                      <a:pt x="21028" y="6424"/>
                    </a:lnTo>
                    <a:lnTo>
                      <a:pt x="21028" y="6299"/>
                    </a:lnTo>
                    <a:lnTo>
                      <a:pt x="21133" y="6319"/>
                    </a:lnTo>
                    <a:lnTo>
                      <a:pt x="21133" y="6194"/>
                    </a:lnTo>
                    <a:lnTo>
                      <a:pt x="21028" y="6027"/>
                    </a:lnTo>
                    <a:lnTo>
                      <a:pt x="20966" y="6068"/>
                    </a:lnTo>
                    <a:lnTo>
                      <a:pt x="20861" y="6068"/>
                    </a:lnTo>
                    <a:lnTo>
                      <a:pt x="20756" y="5880"/>
                    </a:lnTo>
                    <a:lnTo>
                      <a:pt x="20694" y="5880"/>
                    </a:lnTo>
                    <a:lnTo>
                      <a:pt x="20589" y="5796"/>
                    </a:lnTo>
                    <a:lnTo>
                      <a:pt x="20505" y="5859"/>
                    </a:lnTo>
                    <a:lnTo>
                      <a:pt x="20484" y="5796"/>
                    </a:lnTo>
                    <a:lnTo>
                      <a:pt x="20338" y="5754"/>
                    </a:lnTo>
                    <a:lnTo>
                      <a:pt x="20275" y="5817"/>
                    </a:lnTo>
                    <a:lnTo>
                      <a:pt x="20317" y="5713"/>
                    </a:lnTo>
                    <a:lnTo>
                      <a:pt x="20442" y="5692"/>
                    </a:lnTo>
                    <a:lnTo>
                      <a:pt x="20442" y="5608"/>
                    </a:lnTo>
                    <a:lnTo>
                      <a:pt x="20422" y="5545"/>
                    </a:lnTo>
                    <a:lnTo>
                      <a:pt x="20296" y="5566"/>
                    </a:lnTo>
                    <a:lnTo>
                      <a:pt x="20191" y="5545"/>
                    </a:lnTo>
                    <a:lnTo>
                      <a:pt x="20170" y="5482"/>
                    </a:lnTo>
                    <a:lnTo>
                      <a:pt x="20087" y="5482"/>
                    </a:lnTo>
                    <a:lnTo>
                      <a:pt x="19857" y="5336"/>
                    </a:lnTo>
                    <a:lnTo>
                      <a:pt x="19752" y="5127"/>
                    </a:lnTo>
                    <a:lnTo>
                      <a:pt x="19710" y="4918"/>
                    </a:lnTo>
                    <a:lnTo>
                      <a:pt x="19668" y="4771"/>
                    </a:lnTo>
                    <a:lnTo>
                      <a:pt x="19668" y="4666"/>
                    </a:lnTo>
                    <a:lnTo>
                      <a:pt x="19710" y="4646"/>
                    </a:lnTo>
                    <a:lnTo>
                      <a:pt x="19773" y="4415"/>
                    </a:lnTo>
                    <a:lnTo>
                      <a:pt x="19689" y="4122"/>
                    </a:lnTo>
                    <a:lnTo>
                      <a:pt x="19647" y="3976"/>
                    </a:lnTo>
                    <a:lnTo>
                      <a:pt x="19689" y="3934"/>
                    </a:lnTo>
                    <a:lnTo>
                      <a:pt x="19606" y="3892"/>
                    </a:lnTo>
                    <a:lnTo>
                      <a:pt x="19543" y="3892"/>
                    </a:lnTo>
                    <a:lnTo>
                      <a:pt x="19438" y="3662"/>
                    </a:lnTo>
                    <a:lnTo>
                      <a:pt x="19438" y="3369"/>
                    </a:lnTo>
                    <a:lnTo>
                      <a:pt x="19459" y="3348"/>
                    </a:lnTo>
                    <a:lnTo>
                      <a:pt x="19459" y="3265"/>
                    </a:lnTo>
                    <a:lnTo>
                      <a:pt x="19396" y="3202"/>
                    </a:lnTo>
                    <a:lnTo>
                      <a:pt x="19375" y="2846"/>
                    </a:lnTo>
                    <a:lnTo>
                      <a:pt x="19438" y="2762"/>
                    </a:lnTo>
                    <a:lnTo>
                      <a:pt x="19375" y="2637"/>
                    </a:lnTo>
                    <a:lnTo>
                      <a:pt x="19438" y="2616"/>
                    </a:lnTo>
                    <a:lnTo>
                      <a:pt x="19438" y="2532"/>
                    </a:lnTo>
                    <a:lnTo>
                      <a:pt x="19250" y="2323"/>
                    </a:lnTo>
                    <a:lnTo>
                      <a:pt x="19124" y="2260"/>
                    </a:lnTo>
                    <a:lnTo>
                      <a:pt x="19145" y="2218"/>
                    </a:lnTo>
                    <a:lnTo>
                      <a:pt x="19020" y="2093"/>
                    </a:lnTo>
                    <a:lnTo>
                      <a:pt x="18915" y="2156"/>
                    </a:lnTo>
                    <a:lnTo>
                      <a:pt x="18852" y="2114"/>
                    </a:lnTo>
                    <a:lnTo>
                      <a:pt x="18769" y="2239"/>
                    </a:lnTo>
                    <a:lnTo>
                      <a:pt x="18706" y="2239"/>
                    </a:lnTo>
                    <a:lnTo>
                      <a:pt x="18559" y="2051"/>
                    </a:lnTo>
                    <a:lnTo>
                      <a:pt x="18601" y="1988"/>
                    </a:lnTo>
                    <a:lnTo>
                      <a:pt x="18517" y="1800"/>
                    </a:lnTo>
                    <a:lnTo>
                      <a:pt x="18538" y="1591"/>
                    </a:lnTo>
                    <a:lnTo>
                      <a:pt x="18517" y="1319"/>
                    </a:lnTo>
                    <a:lnTo>
                      <a:pt x="18497" y="1361"/>
                    </a:lnTo>
                    <a:lnTo>
                      <a:pt x="18434" y="1256"/>
                    </a:lnTo>
                    <a:lnTo>
                      <a:pt x="18497" y="1151"/>
                    </a:lnTo>
                    <a:lnTo>
                      <a:pt x="18413" y="1047"/>
                    </a:lnTo>
                    <a:lnTo>
                      <a:pt x="18392" y="942"/>
                    </a:lnTo>
                    <a:lnTo>
                      <a:pt x="18329" y="900"/>
                    </a:lnTo>
                    <a:lnTo>
                      <a:pt x="18329" y="754"/>
                    </a:lnTo>
                    <a:lnTo>
                      <a:pt x="18413" y="670"/>
                    </a:lnTo>
                    <a:lnTo>
                      <a:pt x="18329" y="649"/>
                    </a:lnTo>
                    <a:lnTo>
                      <a:pt x="18225" y="670"/>
                    </a:lnTo>
                    <a:lnTo>
                      <a:pt x="18141" y="586"/>
                    </a:lnTo>
                    <a:lnTo>
                      <a:pt x="18204" y="314"/>
                    </a:lnTo>
                    <a:lnTo>
                      <a:pt x="18183" y="252"/>
                    </a:lnTo>
                    <a:lnTo>
                      <a:pt x="18120" y="105"/>
                    </a:lnTo>
                    <a:lnTo>
                      <a:pt x="18015" y="63"/>
                    </a:lnTo>
                    <a:lnTo>
                      <a:pt x="18015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68" name="Google Shape;7799;p67">
                <a:extLst>
                  <a:ext uri="{FF2B5EF4-FFF2-40B4-BE49-F238E27FC236}">
                    <a16:creationId xmlns:a16="http://schemas.microsoft.com/office/drawing/2014/main" id="{A867FFD7-105F-D80A-7E17-A84B3668F878}"/>
                  </a:ext>
                </a:extLst>
              </p:cNvPr>
              <p:cNvSpPr/>
              <p:nvPr/>
            </p:nvSpPr>
            <p:spPr>
              <a:xfrm>
                <a:off x="5683950" y="3957275"/>
                <a:ext cx="54950" cy="71175"/>
              </a:xfrm>
              <a:custGeom>
                <a:avLst/>
                <a:gdLst/>
                <a:ahLst/>
                <a:cxnLst/>
                <a:rect l="l" t="t" r="r" b="b"/>
                <a:pathLst>
                  <a:path w="2198" h="2847" extrusionOk="0">
                    <a:moveTo>
                      <a:pt x="168" y="1"/>
                    </a:moveTo>
                    <a:lnTo>
                      <a:pt x="126" y="64"/>
                    </a:lnTo>
                    <a:lnTo>
                      <a:pt x="126" y="189"/>
                    </a:lnTo>
                    <a:lnTo>
                      <a:pt x="105" y="210"/>
                    </a:lnTo>
                    <a:lnTo>
                      <a:pt x="105" y="336"/>
                    </a:lnTo>
                    <a:lnTo>
                      <a:pt x="126" y="587"/>
                    </a:lnTo>
                    <a:lnTo>
                      <a:pt x="105" y="733"/>
                    </a:lnTo>
                    <a:lnTo>
                      <a:pt x="126" y="1005"/>
                    </a:lnTo>
                    <a:lnTo>
                      <a:pt x="168" y="1214"/>
                    </a:lnTo>
                    <a:lnTo>
                      <a:pt x="126" y="1361"/>
                    </a:lnTo>
                    <a:lnTo>
                      <a:pt x="189" y="1382"/>
                    </a:lnTo>
                    <a:lnTo>
                      <a:pt x="189" y="1466"/>
                    </a:lnTo>
                    <a:lnTo>
                      <a:pt x="294" y="1570"/>
                    </a:lnTo>
                    <a:lnTo>
                      <a:pt x="168" y="1570"/>
                    </a:lnTo>
                    <a:lnTo>
                      <a:pt x="64" y="1466"/>
                    </a:lnTo>
                    <a:lnTo>
                      <a:pt x="1" y="1570"/>
                    </a:lnTo>
                    <a:lnTo>
                      <a:pt x="1" y="1779"/>
                    </a:lnTo>
                    <a:lnTo>
                      <a:pt x="85" y="1842"/>
                    </a:lnTo>
                    <a:lnTo>
                      <a:pt x="64" y="1884"/>
                    </a:lnTo>
                    <a:lnTo>
                      <a:pt x="64" y="2198"/>
                    </a:lnTo>
                    <a:lnTo>
                      <a:pt x="105" y="2261"/>
                    </a:lnTo>
                    <a:lnTo>
                      <a:pt x="85" y="2303"/>
                    </a:lnTo>
                    <a:lnTo>
                      <a:pt x="105" y="2470"/>
                    </a:lnTo>
                    <a:lnTo>
                      <a:pt x="210" y="2491"/>
                    </a:lnTo>
                    <a:lnTo>
                      <a:pt x="168" y="2575"/>
                    </a:lnTo>
                    <a:lnTo>
                      <a:pt x="168" y="2700"/>
                    </a:lnTo>
                    <a:lnTo>
                      <a:pt x="210" y="2721"/>
                    </a:lnTo>
                    <a:lnTo>
                      <a:pt x="315" y="2700"/>
                    </a:lnTo>
                    <a:lnTo>
                      <a:pt x="398" y="2784"/>
                    </a:lnTo>
                    <a:lnTo>
                      <a:pt x="503" y="2637"/>
                    </a:lnTo>
                    <a:lnTo>
                      <a:pt x="503" y="2742"/>
                    </a:lnTo>
                    <a:lnTo>
                      <a:pt x="545" y="2847"/>
                    </a:lnTo>
                    <a:lnTo>
                      <a:pt x="649" y="2847"/>
                    </a:lnTo>
                    <a:lnTo>
                      <a:pt x="754" y="2700"/>
                    </a:lnTo>
                    <a:lnTo>
                      <a:pt x="796" y="2595"/>
                    </a:lnTo>
                    <a:lnTo>
                      <a:pt x="838" y="2407"/>
                    </a:lnTo>
                    <a:lnTo>
                      <a:pt x="921" y="2491"/>
                    </a:lnTo>
                    <a:lnTo>
                      <a:pt x="942" y="2428"/>
                    </a:lnTo>
                    <a:lnTo>
                      <a:pt x="1047" y="2365"/>
                    </a:lnTo>
                    <a:lnTo>
                      <a:pt x="1110" y="2219"/>
                    </a:lnTo>
                    <a:lnTo>
                      <a:pt x="1110" y="2365"/>
                    </a:lnTo>
                    <a:lnTo>
                      <a:pt x="1173" y="2386"/>
                    </a:lnTo>
                    <a:lnTo>
                      <a:pt x="1235" y="2282"/>
                    </a:lnTo>
                    <a:lnTo>
                      <a:pt x="1340" y="2261"/>
                    </a:lnTo>
                    <a:lnTo>
                      <a:pt x="1382" y="2303"/>
                    </a:lnTo>
                    <a:lnTo>
                      <a:pt x="1361" y="2407"/>
                    </a:lnTo>
                    <a:lnTo>
                      <a:pt x="1256" y="2365"/>
                    </a:lnTo>
                    <a:lnTo>
                      <a:pt x="1256" y="2512"/>
                    </a:lnTo>
                    <a:lnTo>
                      <a:pt x="1361" y="2470"/>
                    </a:lnTo>
                    <a:lnTo>
                      <a:pt x="1424" y="2491"/>
                    </a:lnTo>
                    <a:lnTo>
                      <a:pt x="1549" y="2303"/>
                    </a:lnTo>
                    <a:lnTo>
                      <a:pt x="1549" y="2219"/>
                    </a:lnTo>
                    <a:lnTo>
                      <a:pt x="1466" y="2177"/>
                    </a:lnTo>
                    <a:lnTo>
                      <a:pt x="1549" y="2072"/>
                    </a:lnTo>
                    <a:lnTo>
                      <a:pt x="1549" y="1947"/>
                    </a:lnTo>
                    <a:lnTo>
                      <a:pt x="1633" y="1947"/>
                    </a:lnTo>
                    <a:lnTo>
                      <a:pt x="1675" y="1884"/>
                    </a:lnTo>
                    <a:lnTo>
                      <a:pt x="1675" y="1633"/>
                    </a:lnTo>
                    <a:lnTo>
                      <a:pt x="1758" y="1570"/>
                    </a:lnTo>
                    <a:lnTo>
                      <a:pt x="1800" y="1466"/>
                    </a:lnTo>
                    <a:lnTo>
                      <a:pt x="1842" y="1633"/>
                    </a:lnTo>
                    <a:lnTo>
                      <a:pt x="1863" y="1696"/>
                    </a:lnTo>
                    <a:lnTo>
                      <a:pt x="1905" y="1570"/>
                    </a:lnTo>
                    <a:lnTo>
                      <a:pt x="1905" y="1466"/>
                    </a:lnTo>
                    <a:lnTo>
                      <a:pt x="1947" y="1424"/>
                    </a:lnTo>
                    <a:lnTo>
                      <a:pt x="1905" y="1256"/>
                    </a:lnTo>
                    <a:lnTo>
                      <a:pt x="1989" y="1131"/>
                    </a:lnTo>
                    <a:lnTo>
                      <a:pt x="1989" y="922"/>
                    </a:lnTo>
                    <a:lnTo>
                      <a:pt x="2093" y="796"/>
                    </a:lnTo>
                    <a:lnTo>
                      <a:pt x="2156" y="503"/>
                    </a:lnTo>
                    <a:lnTo>
                      <a:pt x="2198" y="398"/>
                    </a:lnTo>
                    <a:lnTo>
                      <a:pt x="2072" y="294"/>
                    </a:lnTo>
                    <a:lnTo>
                      <a:pt x="1947" y="294"/>
                    </a:lnTo>
                    <a:lnTo>
                      <a:pt x="1947" y="315"/>
                    </a:lnTo>
                    <a:lnTo>
                      <a:pt x="1884" y="419"/>
                    </a:lnTo>
                    <a:lnTo>
                      <a:pt x="1863" y="398"/>
                    </a:lnTo>
                    <a:lnTo>
                      <a:pt x="1800" y="398"/>
                    </a:lnTo>
                    <a:lnTo>
                      <a:pt x="1738" y="440"/>
                    </a:lnTo>
                    <a:lnTo>
                      <a:pt x="1675" y="503"/>
                    </a:lnTo>
                    <a:lnTo>
                      <a:pt x="1340" y="482"/>
                    </a:lnTo>
                    <a:lnTo>
                      <a:pt x="1256" y="524"/>
                    </a:lnTo>
                    <a:lnTo>
                      <a:pt x="1256" y="629"/>
                    </a:lnTo>
                    <a:lnTo>
                      <a:pt x="1173" y="545"/>
                    </a:lnTo>
                    <a:lnTo>
                      <a:pt x="1068" y="545"/>
                    </a:lnTo>
                    <a:lnTo>
                      <a:pt x="1005" y="608"/>
                    </a:lnTo>
                    <a:lnTo>
                      <a:pt x="901" y="524"/>
                    </a:lnTo>
                    <a:lnTo>
                      <a:pt x="733" y="398"/>
                    </a:lnTo>
                    <a:lnTo>
                      <a:pt x="524" y="294"/>
                    </a:lnTo>
                    <a:lnTo>
                      <a:pt x="524" y="106"/>
                    </a:lnTo>
                    <a:lnTo>
                      <a:pt x="482" y="168"/>
                    </a:lnTo>
                    <a:lnTo>
                      <a:pt x="440" y="210"/>
                    </a:lnTo>
                    <a:lnTo>
                      <a:pt x="377" y="126"/>
                    </a:lnTo>
                    <a:lnTo>
                      <a:pt x="273" y="85"/>
                    </a:lnTo>
                    <a:lnTo>
                      <a:pt x="168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658" name="Google Shape;7800;p67">
              <a:extLst>
                <a:ext uri="{FF2B5EF4-FFF2-40B4-BE49-F238E27FC236}">
                  <a16:creationId xmlns:a16="http://schemas.microsoft.com/office/drawing/2014/main" id="{1C5E6076-C7F1-C7DA-1630-407F3A6BC823}"/>
                </a:ext>
              </a:extLst>
            </p:cNvPr>
            <p:cNvGrpSpPr/>
            <p:nvPr/>
          </p:nvGrpSpPr>
          <p:grpSpPr>
            <a:xfrm>
              <a:off x="5952300" y="3852150"/>
              <a:ext cx="231225" cy="287200"/>
              <a:chOff x="5952300" y="3852150"/>
              <a:chExt cx="231225" cy="287200"/>
            </a:xfrm>
            <a:grpFill/>
          </p:grpSpPr>
          <p:sp>
            <p:nvSpPr>
              <p:cNvPr id="765" name="Google Shape;7801;p67">
                <a:extLst>
                  <a:ext uri="{FF2B5EF4-FFF2-40B4-BE49-F238E27FC236}">
                    <a16:creationId xmlns:a16="http://schemas.microsoft.com/office/drawing/2014/main" id="{38C08E0C-4E83-588A-FA8F-A1C8671D35F8}"/>
                  </a:ext>
                </a:extLst>
              </p:cNvPr>
              <p:cNvSpPr/>
              <p:nvPr/>
            </p:nvSpPr>
            <p:spPr>
              <a:xfrm>
                <a:off x="5952300" y="3996525"/>
                <a:ext cx="145450" cy="142825"/>
              </a:xfrm>
              <a:custGeom>
                <a:avLst/>
                <a:gdLst/>
                <a:ahLst/>
                <a:cxnLst/>
                <a:rect l="l" t="t" r="r" b="b"/>
                <a:pathLst>
                  <a:path w="5818" h="5713" extrusionOk="0">
                    <a:moveTo>
                      <a:pt x="5064" y="0"/>
                    </a:moveTo>
                    <a:lnTo>
                      <a:pt x="4918" y="105"/>
                    </a:lnTo>
                    <a:lnTo>
                      <a:pt x="4834" y="126"/>
                    </a:lnTo>
                    <a:lnTo>
                      <a:pt x="4729" y="209"/>
                    </a:lnTo>
                    <a:lnTo>
                      <a:pt x="4729" y="377"/>
                    </a:lnTo>
                    <a:lnTo>
                      <a:pt x="4625" y="628"/>
                    </a:lnTo>
                    <a:lnTo>
                      <a:pt x="4520" y="753"/>
                    </a:lnTo>
                    <a:lnTo>
                      <a:pt x="4457" y="774"/>
                    </a:lnTo>
                    <a:lnTo>
                      <a:pt x="4332" y="942"/>
                    </a:lnTo>
                    <a:lnTo>
                      <a:pt x="4290" y="1025"/>
                    </a:lnTo>
                    <a:lnTo>
                      <a:pt x="4185" y="1067"/>
                    </a:lnTo>
                    <a:lnTo>
                      <a:pt x="4081" y="1046"/>
                    </a:lnTo>
                    <a:lnTo>
                      <a:pt x="3976" y="1130"/>
                    </a:lnTo>
                    <a:lnTo>
                      <a:pt x="3934" y="1235"/>
                    </a:lnTo>
                    <a:lnTo>
                      <a:pt x="3934" y="1339"/>
                    </a:lnTo>
                    <a:lnTo>
                      <a:pt x="3892" y="1360"/>
                    </a:lnTo>
                    <a:lnTo>
                      <a:pt x="3788" y="1465"/>
                    </a:lnTo>
                    <a:lnTo>
                      <a:pt x="3788" y="1590"/>
                    </a:lnTo>
                    <a:lnTo>
                      <a:pt x="3725" y="1674"/>
                    </a:lnTo>
                    <a:lnTo>
                      <a:pt x="3704" y="1758"/>
                    </a:lnTo>
                    <a:lnTo>
                      <a:pt x="3495" y="2009"/>
                    </a:lnTo>
                    <a:lnTo>
                      <a:pt x="3286" y="2176"/>
                    </a:lnTo>
                    <a:lnTo>
                      <a:pt x="3160" y="2197"/>
                    </a:lnTo>
                    <a:lnTo>
                      <a:pt x="2993" y="2281"/>
                    </a:lnTo>
                    <a:lnTo>
                      <a:pt x="2993" y="2344"/>
                    </a:lnTo>
                    <a:lnTo>
                      <a:pt x="2888" y="2344"/>
                    </a:lnTo>
                    <a:lnTo>
                      <a:pt x="2679" y="2469"/>
                    </a:lnTo>
                    <a:lnTo>
                      <a:pt x="2512" y="2616"/>
                    </a:lnTo>
                    <a:lnTo>
                      <a:pt x="2407" y="2637"/>
                    </a:lnTo>
                    <a:lnTo>
                      <a:pt x="2198" y="2783"/>
                    </a:lnTo>
                    <a:lnTo>
                      <a:pt x="2156" y="2846"/>
                    </a:lnTo>
                    <a:lnTo>
                      <a:pt x="2219" y="2929"/>
                    </a:lnTo>
                    <a:lnTo>
                      <a:pt x="2219" y="3055"/>
                    </a:lnTo>
                    <a:lnTo>
                      <a:pt x="2114" y="2950"/>
                    </a:lnTo>
                    <a:lnTo>
                      <a:pt x="2093" y="2929"/>
                    </a:lnTo>
                    <a:lnTo>
                      <a:pt x="1988" y="2950"/>
                    </a:lnTo>
                    <a:lnTo>
                      <a:pt x="1884" y="2992"/>
                    </a:lnTo>
                    <a:lnTo>
                      <a:pt x="1821" y="2950"/>
                    </a:lnTo>
                    <a:lnTo>
                      <a:pt x="1737" y="2950"/>
                    </a:lnTo>
                    <a:lnTo>
                      <a:pt x="1570" y="3118"/>
                    </a:lnTo>
                    <a:lnTo>
                      <a:pt x="1507" y="3201"/>
                    </a:lnTo>
                    <a:lnTo>
                      <a:pt x="1361" y="3327"/>
                    </a:lnTo>
                    <a:lnTo>
                      <a:pt x="1277" y="3348"/>
                    </a:lnTo>
                    <a:lnTo>
                      <a:pt x="1172" y="3453"/>
                    </a:lnTo>
                    <a:lnTo>
                      <a:pt x="1151" y="3620"/>
                    </a:lnTo>
                    <a:lnTo>
                      <a:pt x="1110" y="3536"/>
                    </a:lnTo>
                    <a:lnTo>
                      <a:pt x="1068" y="3473"/>
                    </a:lnTo>
                    <a:lnTo>
                      <a:pt x="1005" y="3557"/>
                    </a:lnTo>
                    <a:lnTo>
                      <a:pt x="942" y="3620"/>
                    </a:lnTo>
                    <a:lnTo>
                      <a:pt x="942" y="3746"/>
                    </a:lnTo>
                    <a:lnTo>
                      <a:pt x="879" y="3787"/>
                    </a:lnTo>
                    <a:lnTo>
                      <a:pt x="838" y="3766"/>
                    </a:lnTo>
                    <a:lnTo>
                      <a:pt x="670" y="3955"/>
                    </a:lnTo>
                    <a:lnTo>
                      <a:pt x="628" y="3955"/>
                    </a:lnTo>
                    <a:lnTo>
                      <a:pt x="566" y="4038"/>
                    </a:lnTo>
                    <a:lnTo>
                      <a:pt x="566" y="4206"/>
                    </a:lnTo>
                    <a:lnTo>
                      <a:pt x="524" y="4269"/>
                    </a:lnTo>
                    <a:lnTo>
                      <a:pt x="461" y="4164"/>
                    </a:lnTo>
                    <a:lnTo>
                      <a:pt x="419" y="4164"/>
                    </a:lnTo>
                    <a:lnTo>
                      <a:pt x="377" y="4206"/>
                    </a:lnTo>
                    <a:lnTo>
                      <a:pt x="335" y="4248"/>
                    </a:lnTo>
                    <a:lnTo>
                      <a:pt x="252" y="4415"/>
                    </a:lnTo>
                    <a:lnTo>
                      <a:pt x="252" y="4478"/>
                    </a:lnTo>
                    <a:lnTo>
                      <a:pt x="335" y="4582"/>
                    </a:lnTo>
                    <a:lnTo>
                      <a:pt x="377" y="4624"/>
                    </a:lnTo>
                    <a:lnTo>
                      <a:pt x="335" y="4666"/>
                    </a:lnTo>
                    <a:lnTo>
                      <a:pt x="252" y="4666"/>
                    </a:lnTo>
                    <a:lnTo>
                      <a:pt x="126" y="4687"/>
                    </a:lnTo>
                    <a:lnTo>
                      <a:pt x="1" y="4813"/>
                    </a:lnTo>
                    <a:lnTo>
                      <a:pt x="43" y="4834"/>
                    </a:lnTo>
                    <a:lnTo>
                      <a:pt x="126" y="4834"/>
                    </a:lnTo>
                    <a:lnTo>
                      <a:pt x="43" y="4896"/>
                    </a:lnTo>
                    <a:lnTo>
                      <a:pt x="43" y="5001"/>
                    </a:lnTo>
                    <a:lnTo>
                      <a:pt x="126" y="5085"/>
                    </a:lnTo>
                    <a:lnTo>
                      <a:pt x="168" y="5106"/>
                    </a:lnTo>
                    <a:lnTo>
                      <a:pt x="315" y="5106"/>
                    </a:lnTo>
                    <a:lnTo>
                      <a:pt x="335" y="5147"/>
                    </a:lnTo>
                    <a:lnTo>
                      <a:pt x="356" y="5147"/>
                    </a:lnTo>
                    <a:lnTo>
                      <a:pt x="377" y="5085"/>
                    </a:lnTo>
                    <a:lnTo>
                      <a:pt x="440" y="5085"/>
                    </a:lnTo>
                    <a:lnTo>
                      <a:pt x="524" y="5126"/>
                    </a:lnTo>
                    <a:lnTo>
                      <a:pt x="566" y="5210"/>
                    </a:lnTo>
                    <a:lnTo>
                      <a:pt x="545" y="5252"/>
                    </a:lnTo>
                    <a:lnTo>
                      <a:pt x="587" y="5315"/>
                    </a:lnTo>
                    <a:lnTo>
                      <a:pt x="670" y="5315"/>
                    </a:lnTo>
                    <a:lnTo>
                      <a:pt x="733" y="5336"/>
                    </a:lnTo>
                    <a:lnTo>
                      <a:pt x="754" y="5461"/>
                    </a:lnTo>
                    <a:lnTo>
                      <a:pt x="859" y="5545"/>
                    </a:lnTo>
                    <a:lnTo>
                      <a:pt x="942" y="5608"/>
                    </a:lnTo>
                    <a:lnTo>
                      <a:pt x="838" y="5670"/>
                    </a:lnTo>
                    <a:lnTo>
                      <a:pt x="879" y="5670"/>
                    </a:lnTo>
                    <a:lnTo>
                      <a:pt x="1005" y="5629"/>
                    </a:lnTo>
                    <a:lnTo>
                      <a:pt x="1005" y="5670"/>
                    </a:lnTo>
                    <a:lnTo>
                      <a:pt x="1110" y="5712"/>
                    </a:lnTo>
                    <a:lnTo>
                      <a:pt x="1256" y="5670"/>
                    </a:lnTo>
                    <a:lnTo>
                      <a:pt x="1465" y="5608"/>
                    </a:lnTo>
                    <a:lnTo>
                      <a:pt x="1612" y="5461"/>
                    </a:lnTo>
                    <a:lnTo>
                      <a:pt x="1737" y="5419"/>
                    </a:lnTo>
                    <a:lnTo>
                      <a:pt x="1737" y="5357"/>
                    </a:lnTo>
                    <a:lnTo>
                      <a:pt x="1716" y="5252"/>
                    </a:lnTo>
                    <a:lnTo>
                      <a:pt x="1800" y="5315"/>
                    </a:lnTo>
                    <a:lnTo>
                      <a:pt x="1779" y="5398"/>
                    </a:lnTo>
                    <a:lnTo>
                      <a:pt x="1905" y="5336"/>
                    </a:lnTo>
                    <a:lnTo>
                      <a:pt x="1926" y="5210"/>
                    </a:lnTo>
                    <a:lnTo>
                      <a:pt x="2009" y="5106"/>
                    </a:lnTo>
                    <a:lnTo>
                      <a:pt x="2198" y="5022"/>
                    </a:lnTo>
                    <a:lnTo>
                      <a:pt x="2323" y="5022"/>
                    </a:lnTo>
                    <a:lnTo>
                      <a:pt x="2365" y="5001"/>
                    </a:lnTo>
                    <a:lnTo>
                      <a:pt x="2365" y="4959"/>
                    </a:lnTo>
                    <a:lnTo>
                      <a:pt x="2260" y="4959"/>
                    </a:lnTo>
                    <a:lnTo>
                      <a:pt x="2323" y="4938"/>
                    </a:lnTo>
                    <a:lnTo>
                      <a:pt x="2344" y="4917"/>
                    </a:lnTo>
                    <a:lnTo>
                      <a:pt x="2323" y="4896"/>
                    </a:lnTo>
                    <a:lnTo>
                      <a:pt x="2449" y="4729"/>
                    </a:lnTo>
                    <a:lnTo>
                      <a:pt x="2532" y="4582"/>
                    </a:lnTo>
                    <a:lnTo>
                      <a:pt x="2574" y="4415"/>
                    </a:lnTo>
                    <a:lnTo>
                      <a:pt x="2658" y="4310"/>
                    </a:lnTo>
                    <a:lnTo>
                      <a:pt x="2930" y="4143"/>
                    </a:lnTo>
                    <a:lnTo>
                      <a:pt x="2972" y="4038"/>
                    </a:lnTo>
                    <a:lnTo>
                      <a:pt x="2993" y="3913"/>
                    </a:lnTo>
                    <a:lnTo>
                      <a:pt x="3097" y="3746"/>
                    </a:lnTo>
                    <a:lnTo>
                      <a:pt x="3160" y="3641"/>
                    </a:lnTo>
                    <a:lnTo>
                      <a:pt x="3181" y="3536"/>
                    </a:lnTo>
                    <a:lnTo>
                      <a:pt x="3265" y="3432"/>
                    </a:lnTo>
                    <a:lnTo>
                      <a:pt x="3369" y="3369"/>
                    </a:lnTo>
                    <a:lnTo>
                      <a:pt x="3390" y="3264"/>
                    </a:lnTo>
                    <a:lnTo>
                      <a:pt x="3474" y="3348"/>
                    </a:lnTo>
                    <a:lnTo>
                      <a:pt x="3516" y="3348"/>
                    </a:lnTo>
                    <a:lnTo>
                      <a:pt x="3558" y="3243"/>
                    </a:lnTo>
                    <a:lnTo>
                      <a:pt x="3662" y="3243"/>
                    </a:lnTo>
                    <a:lnTo>
                      <a:pt x="3725" y="3222"/>
                    </a:lnTo>
                    <a:lnTo>
                      <a:pt x="3788" y="3139"/>
                    </a:lnTo>
                    <a:lnTo>
                      <a:pt x="3788" y="3034"/>
                    </a:lnTo>
                    <a:lnTo>
                      <a:pt x="3704" y="2950"/>
                    </a:lnTo>
                    <a:lnTo>
                      <a:pt x="3704" y="2950"/>
                    </a:lnTo>
                    <a:lnTo>
                      <a:pt x="3809" y="3013"/>
                    </a:lnTo>
                    <a:lnTo>
                      <a:pt x="3830" y="3139"/>
                    </a:lnTo>
                    <a:lnTo>
                      <a:pt x="3892" y="3139"/>
                    </a:lnTo>
                    <a:lnTo>
                      <a:pt x="3976" y="3118"/>
                    </a:lnTo>
                    <a:lnTo>
                      <a:pt x="3976" y="3055"/>
                    </a:lnTo>
                    <a:lnTo>
                      <a:pt x="4039" y="3013"/>
                    </a:lnTo>
                    <a:lnTo>
                      <a:pt x="4123" y="3034"/>
                    </a:lnTo>
                    <a:lnTo>
                      <a:pt x="4123" y="3097"/>
                    </a:lnTo>
                    <a:lnTo>
                      <a:pt x="4018" y="3139"/>
                    </a:lnTo>
                    <a:lnTo>
                      <a:pt x="4123" y="3139"/>
                    </a:lnTo>
                    <a:lnTo>
                      <a:pt x="4227" y="3160"/>
                    </a:lnTo>
                    <a:lnTo>
                      <a:pt x="4248" y="3118"/>
                    </a:lnTo>
                    <a:lnTo>
                      <a:pt x="4248" y="3034"/>
                    </a:lnTo>
                    <a:lnTo>
                      <a:pt x="4290" y="2992"/>
                    </a:lnTo>
                    <a:lnTo>
                      <a:pt x="4311" y="3013"/>
                    </a:lnTo>
                    <a:lnTo>
                      <a:pt x="4311" y="3139"/>
                    </a:lnTo>
                    <a:lnTo>
                      <a:pt x="4332" y="3160"/>
                    </a:lnTo>
                    <a:lnTo>
                      <a:pt x="4395" y="3118"/>
                    </a:lnTo>
                    <a:lnTo>
                      <a:pt x="4416" y="2950"/>
                    </a:lnTo>
                    <a:lnTo>
                      <a:pt x="4353" y="2867"/>
                    </a:lnTo>
                    <a:lnTo>
                      <a:pt x="4290" y="2867"/>
                    </a:lnTo>
                    <a:lnTo>
                      <a:pt x="4311" y="2825"/>
                    </a:lnTo>
                    <a:lnTo>
                      <a:pt x="4311" y="2699"/>
                    </a:lnTo>
                    <a:lnTo>
                      <a:pt x="4332" y="2511"/>
                    </a:lnTo>
                    <a:lnTo>
                      <a:pt x="4416" y="2490"/>
                    </a:lnTo>
                    <a:lnTo>
                      <a:pt x="4562" y="2427"/>
                    </a:lnTo>
                    <a:lnTo>
                      <a:pt x="4750" y="2323"/>
                    </a:lnTo>
                    <a:lnTo>
                      <a:pt x="4771" y="2260"/>
                    </a:lnTo>
                    <a:lnTo>
                      <a:pt x="4918" y="2093"/>
                    </a:lnTo>
                    <a:lnTo>
                      <a:pt x="4918" y="1988"/>
                    </a:lnTo>
                    <a:lnTo>
                      <a:pt x="5043" y="1862"/>
                    </a:lnTo>
                    <a:lnTo>
                      <a:pt x="5127" y="1883"/>
                    </a:lnTo>
                    <a:lnTo>
                      <a:pt x="5127" y="1821"/>
                    </a:lnTo>
                    <a:lnTo>
                      <a:pt x="5336" y="1632"/>
                    </a:lnTo>
                    <a:lnTo>
                      <a:pt x="5336" y="1549"/>
                    </a:lnTo>
                    <a:lnTo>
                      <a:pt x="5650" y="1277"/>
                    </a:lnTo>
                    <a:lnTo>
                      <a:pt x="5755" y="1235"/>
                    </a:lnTo>
                    <a:lnTo>
                      <a:pt x="5692" y="1214"/>
                    </a:lnTo>
                    <a:lnTo>
                      <a:pt x="5671" y="1109"/>
                    </a:lnTo>
                    <a:lnTo>
                      <a:pt x="5608" y="1005"/>
                    </a:lnTo>
                    <a:lnTo>
                      <a:pt x="5650" y="900"/>
                    </a:lnTo>
                    <a:lnTo>
                      <a:pt x="5671" y="774"/>
                    </a:lnTo>
                    <a:lnTo>
                      <a:pt x="5692" y="816"/>
                    </a:lnTo>
                    <a:lnTo>
                      <a:pt x="5797" y="649"/>
                    </a:lnTo>
                    <a:lnTo>
                      <a:pt x="5713" y="691"/>
                    </a:lnTo>
                    <a:lnTo>
                      <a:pt x="5650" y="691"/>
                    </a:lnTo>
                    <a:lnTo>
                      <a:pt x="5755" y="628"/>
                    </a:lnTo>
                    <a:lnTo>
                      <a:pt x="5817" y="502"/>
                    </a:lnTo>
                    <a:lnTo>
                      <a:pt x="5797" y="502"/>
                    </a:lnTo>
                    <a:lnTo>
                      <a:pt x="5797" y="419"/>
                    </a:lnTo>
                    <a:lnTo>
                      <a:pt x="5713" y="419"/>
                    </a:lnTo>
                    <a:lnTo>
                      <a:pt x="5650" y="544"/>
                    </a:lnTo>
                    <a:lnTo>
                      <a:pt x="5671" y="586"/>
                    </a:lnTo>
                    <a:lnTo>
                      <a:pt x="5713" y="607"/>
                    </a:lnTo>
                    <a:lnTo>
                      <a:pt x="5608" y="649"/>
                    </a:lnTo>
                    <a:lnTo>
                      <a:pt x="5566" y="607"/>
                    </a:lnTo>
                    <a:lnTo>
                      <a:pt x="5566" y="544"/>
                    </a:lnTo>
                    <a:lnTo>
                      <a:pt x="5504" y="544"/>
                    </a:lnTo>
                    <a:lnTo>
                      <a:pt x="5441" y="523"/>
                    </a:lnTo>
                    <a:lnTo>
                      <a:pt x="5378" y="586"/>
                    </a:lnTo>
                    <a:lnTo>
                      <a:pt x="5294" y="691"/>
                    </a:lnTo>
                    <a:lnTo>
                      <a:pt x="5232" y="628"/>
                    </a:lnTo>
                    <a:lnTo>
                      <a:pt x="5169" y="481"/>
                    </a:lnTo>
                    <a:lnTo>
                      <a:pt x="5232" y="440"/>
                    </a:lnTo>
                    <a:lnTo>
                      <a:pt x="5273" y="377"/>
                    </a:lnTo>
                    <a:lnTo>
                      <a:pt x="5273" y="314"/>
                    </a:lnTo>
                    <a:lnTo>
                      <a:pt x="5252" y="293"/>
                    </a:lnTo>
                    <a:lnTo>
                      <a:pt x="5273" y="251"/>
                    </a:lnTo>
                    <a:lnTo>
                      <a:pt x="5232" y="209"/>
                    </a:lnTo>
                    <a:lnTo>
                      <a:pt x="5169" y="251"/>
                    </a:lnTo>
                    <a:lnTo>
                      <a:pt x="5127" y="230"/>
                    </a:lnTo>
                    <a:lnTo>
                      <a:pt x="5064" y="188"/>
                    </a:lnTo>
                    <a:lnTo>
                      <a:pt x="5085" y="105"/>
                    </a:lnTo>
                    <a:lnTo>
                      <a:pt x="516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66" name="Google Shape;7802;p67">
                <a:extLst>
                  <a:ext uri="{FF2B5EF4-FFF2-40B4-BE49-F238E27FC236}">
                    <a16:creationId xmlns:a16="http://schemas.microsoft.com/office/drawing/2014/main" id="{6A7D32BA-2E77-AA94-C711-C3EAFAB24096}"/>
                  </a:ext>
                </a:extLst>
              </p:cNvPr>
              <p:cNvSpPr/>
              <p:nvPr/>
            </p:nvSpPr>
            <p:spPr>
              <a:xfrm>
                <a:off x="6101375" y="3852150"/>
                <a:ext cx="82150" cy="171075"/>
              </a:xfrm>
              <a:custGeom>
                <a:avLst/>
                <a:gdLst/>
                <a:ahLst/>
                <a:cxnLst/>
                <a:rect l="l" t="t" r="r" b="b"/>
                <a:pathLst>
                  <a:path w="3286" h="6843" extrusionOk="0">
                    <a:moveTo>
                      <a:pt x="880" y="0"/>
                    </a:moveTo>
                    <a:lnTo>
                      <a:pt x="796" y="21"/>
                    </a:lnTo>
                    <a:lnTo>
                      <a:pt x="650" y="21"/>
                    </a:lnTo>
                    <a:lnTo>
                      <a:pt x="650" y="42"/>
                    </a:lnTo>
                    <a:lnTo>
                      <a:pt x="733" y="126"/>
                    </a:lnTo>
                    <a:lnTo>
                      <a:pt x="859" y="440"/>
                    </a:lnTo>
                    <a:lnTo>
                      <a:pt x="859" y="544"/>
                    </a:lnTo>
                    <a:lnTo>
                      <a:pt x="859" y="733"/>
                    </a:lnTo>
                    <a:lnTo>
                      <a:pt x="796" y="774"/>
                    </a:lnTo>
                    <a:lnTo>
                      <a:pt x="754" y="774"/>
                    </a:lnTo>
                    <a:lnTo>
                      <a:pt x="754" y="795"/>
                    </a:lnTo>
                    <a:lnTo>
                      <a:pt x="796" y="1046"/>
                    </a:lnTo>
                    <a:lnTo>
                      <a:pt x="838" y="1067"/>
                    </a:lnTo>
                    <a:lnTo>
                      <a:pt x="942" y="1026"/>
                    </a:lnTo>
                    <a:lnTo>
                      <a:pt x="1047" y="1026"/>
                    </a:lnTo>
                    <a:lnTo>
                      <a:pt x="963" y="1046"/>
                    </a:lnTo>
                    <a:lnTo>
                      <a:pt x="880" y="1151"/>
                    </a:lnTo>
                    <a:lnTo>
                      <a:pt x="901" y="1277"/>
                    </a:lnTo>
                    <a:lnTo>
                      <a:pt x="984" y="1444"/>
                    </a:lnTo>
                    <a:lnTo>
                      <a:pt x="1005" y="1716"/>
                    </a:lnTo>
                    <a:lnTo>
                      <a:pt x="1005" y="1904"/>
                    </a:lnTo>
                    <a:lnTo>
                      <a:pt x="1005" y="2030"/>
                    </a:lnTo>
                    <a:lnTo>
                      <a:pt x="1068" y="2009"/>
                    </a:lnTo>
                    <a:lnTo>
                      <a:pt x="1089" y="1904"/>
                    </a:lnTo>
                    <a:lnTo>
                      <a:pt x="1068" y="1821"/>
                    </a:lnTo>
                    <a:lnTo>
                      <a:pt x="1089" y="1800"/>
                    </a:lnTo>
                    <a:lnTo>
                      <a:pt x="1152" y="1842"/>
                    </a:lnTo>
                    <a:lnTo>
                      <a:pt x="1152" y="1967"/>
                    </a:lnTo>
                    <a:lnTo>
                      <a:pt x="1194" y="1967"/>
                    </a:lnTo>
                    <a:lnTo>
                      <a:pt x="1214" y="1904"/>
                    </a:lnTo>
                    <a:lnTo>
                      <a:pt x="1194" y="1842"/>
                    </a:lnTo>
                    <a:lnTo>
                      <a:pt x="1214" y="1842"/>
                    </a:lnTo>
                    <a:lnTo>
                      <a:pt x="1256" y="1925"/>
                    </a:lnTo>
                    <a:lnTo>
                      <a:pt x="1173" y="2030"/>
                    </a:lnTo>
                    <a:lnTo>
                      <a:pt x="1152" y="2134"/>
                    </a:lnTo>
                    <a:lnTo>
                      <a:pt x="1152" y="2197"/>
                    </a:lnTo>
                    <a:lnTo>
                      <a:pt x="1110" y="2218"/>
                    </a:lnTo>
                    <a:lnTo>
                      <a:pt x="1068" y="2134"/>
                    </a:lnTo>
                    <a:lnTo>
                      <a:pt x="1005" y="2134"/>
                    </a:lnTo>
                    <a:lnTo>
                      <a:pt x="1047" y="2323"/>
                    </a:lnTo>
                    <a:lnTo>
                      <a:pt x="1110" y="2532"/>
                    </a:lnTo>
                    <a:lnTo>
                      <a:pt x="1173" y="2553"/>
                    </a:lnTo>
                    <a:lnTo>
                      <a:pt x="1194" y="2532"/>
                    </a:lnTo>
                    <a:lnTo>
                      <a:pt x="1256" y="2616"/>
                    </a:lnTo>
                    <a:lnTo>
                      <a:pt x="1256" y="2658"/>
                    </a:lnTo>
                    <a:lnTo>
                      <a:pt x="1298" y="2699"/>
                    </a:lnTo>
                    <a:lnTo>
                      <a:pt x="1194" y="2762"/>
                    </a:lnTo>
                    <a:lnTo>
                      <a:pt x="1194" y="2825"/>
                    </a:lnTo>
                    <a:lnTo>
                      <a:pt x="1214" y="2867"/>
                    </a:lnTo>
                    <a:lnTo>
                      <a:pt x="1194" y="2950"/>
                    </a:lnTo>
                    <a:lnTo>
                      <a:pt x="1110" y="3139"/>
                    </a:lnTo>
                    <a:lnTo>
                      <a:pt x="1152" y="3243"/>
                    </a:lnTo>
                    <a:lnTo>
                      <a:pt x="1089" y="3264"/>
                    </a:lnTo>
                    <a:lnTo>
                      <a:pt x="1173" y="3348"/>
                    </a:lnTo>
                    <a:lnTo>
                      <a:pt x="1152" y="3369"/>
                    </a:lnTo>
                    <a:lnTo>
                      <a:pt x="1068" y="3369"/>
                    </a:lnTo>
                    <a:lnTo>
                      <a:pt x="1005" y="3474"/>
                    </a:lnTo>
                    <a:lnTo>
                      <a:pt x="1005" y="3536"/>
                    </a:lnTo>
                    <a:lnTo>
                      <a:pt x="1068" y="3599"/>
                    </a:lnTo>
                    <a:lnTo>
                      <a:pt x="1005" y="3641"/>
                    </a:lnTo>
                    <a:lnTo>
                      <a:pt x="942" y="3641"/>
                    </a:lnTo>
                    <a:lnTo>
                      <a:pt x="880" y="3767"/>
                    </a:lnTo>
                    <a:lnTo>
                      <a:pt x="796" y="4164"/>
                    </a:lnTo>
                    <a:lnTo>
                      <a:pt x="796" y="4269"/>
                    </a:lnTo>
                    <a:lnTo>
                      <a:pt x="733" y="4331"/>
                    </a:lnTo>
                    <a:lnTo>
                      <a:pt x="629" y="4331"/>
                    </a:lnTo>
                    <a:lnTo>
                      <a:pt x="545" y="4290"/>
                    </a:lnTo>
                    <a:lnTo>
                      <a:pt x="419" y="4311"/>
                    </a:lnTo>
                    <a:lnTo>
                      <a:pt x="210" y="4415"/>
                    </a:lnTo>
                    <a:lnTo>
                      <a:pt x="106" y="4520"/>
                    </a:lnTo>
                    <a:lnTo>
                      <a:pt x="64" y="4645"/>
                    </a:lnTo>
                    <a:lnTo>
                      <a:pt x="106" y="4834"/>
                    </a:lnTo>
                    <a:lnTo>
                      <a:pt x="210" y="4917"/>
                    </a:lnTo>
                    <a:lnTo>
                      <a:pt x="357" y="5022"/>
                    </a:lnTo>
                    <a:lnTo>
                      <a:pt x="440" y="5168"/>
                    </a:lnTo>
                    <a:lnTo>
                      <a:pt x="587" y="5231"/>
                    </a:lnTo>
                    <a:lnTo>
                      <a:pt x="650" y="5273"/>
                    </a:lnTo>
                    <a:lnTo>
                      <a:pt x="670" y="5545"/>
                    </a:lnTo>
                    <a:lnTo>
                      <a:pt x="691" y="5566"/>
                    </a:lnTo>
                    <a:lnTo>
                      <a:pt x="670" y="5587"/>
                    </a:lnTo>
                    <a:lnTo>
                      <a:pt x="670" y="5733"/>
                    </a:lnTo>
                    <a:lnTo>
                      <a:pt x="629" y="5838"/>
                    </a:lnTo>
                    <a:lnTo>
                      <a:pt x="378" y="6110"/>
                    </a:lnTo>
                    <a:lnTo>
                      <a:pt x="231" y="6277"/>
                    </a:lnTo>
                    <a:lnTo>
                      <a:pt x="43" y="6424"/>
                    </a:lnTo>
                    <a:lnTo>
                      <a:pt x="1" y="6508"/>
                    </a:lnTo>
                    <a:lnTo>
                      <a:pt x="22" y="6549"/>
                    </a:lnTo>
                    <a:lnTo>
                      <a:pt x="126" y="6591"/>
                    </a:lnTo>
                    <a:lnTo>
                      <a:pt x="147" y="6528"/>
                    </a:lnTo>
                    <a:lnTo>
                      <a:pt x="210" y="6528"/>
                    </a:lnTo>
                    <a:lnTo>
                      <a:pt x="210" y="6612"/>
                    </a:lnTo>
                    <a:lnTo>
                      <a:pt x="210" y="6675"/>
                    </a:lnTo>
                    <a:lnTo>
                      <a:pt x="231" y="6696"/>
                    </a:lnTo>
                    <a:lnTo>
                      <a:pt x="273" y="6675"/>
                    </a:lnTo>
                    <a:lnTo>
                      <a:pt x="315" y="6717"/>
                    </a:lnTo>
                    <a:lnTo>
                      <a:pt x="315" y="6800"/>
                    </a:lnTo>
                    <a:lnTo>
                      <a:pt x="336" y="6842"/>
                    </a:lnTo>
                    <a:lnTo>
                      <a:pt x="419" y="6821"/>
                    </a:lnTo>
                    <a:lnTo>
                      <a:pt x="629" y="6675"/>
                    </a:lnTo>
                    <a:lnTo>
                      <a:pt x="796" y="6528"/>
                    </a:lnTo>
                    <a:lnTo>
                      <a:pt x="984" y="6361"/>
                    </a:lnTo>
                    <a:lnTo>
                      <a:pt x="1152" y="6173"/>
                    </a:lnTo>
                    <a:lnTo>
                      <a:pt x="1319" y="5901"/>
                    </a:lnTo>
                    <a:lnTo>
                      <a:pt x="1424" y="5859"/>
                    </a:lnTo>
                    <a:lnTo>
                      <a:pt x="1507" y="5859"/>
                    </a:lnTo>
                    <a:lnTo>
                      <a:pt x="1570" y="5775"/>
                    </a:lnTo>
                    <a:lnTo>
                      <a:pt x="1570" y="5691"/>
                    </a:lnTo>
                    <a:lnTo>
                      <a:pt x="1612" y="5650"/>
                    </a:lnTo>
                    <a:lnTo>
                      <a:pt x="1717" y="5587"/>
                    </a:lnTo>
                    <a:lnTo>
                      <a:pt x="1800" y="5357"/>
                    </a:lnTo>
                    <a:lnTo>
                      <a:pt x="1905" y="5210"/>
                    </a:lnTo>
                    <a:lnTo>
                      <a:pt x="1905" y="5147"/>
                    </a:lnTo>
                    <a:lnTo>
                      <a:pt x="1989" y="5106"/>
                    </a:lnTo>
                    <a:lnTo>
                      <a:pt x="1884" y="4980"/>
                    </a:lnTo>
                    <a:lnTo>
                      <a:pt x="1717" y="4980"/>
                    </a:lnTo>
                    <a:lnTo>
                      <a:pt x="1800" y="4938"/>
                    </a:lnTo>
                    <a:lnTo>
                      <a:pt x="1884" y="4917"/>
                    </a:lnTo>
                    <a:lnTo>
                      <a:pt x="2114" y="4624"/>
                    </a:lnTo>
                    <a:lnTo>
                      <a:pt x="2240" y="4603"/>
                    </a:lnTo>
                    <a:lnTo>
                      <a:pt x="2428" y="4624"/>
                    </a:lnTo>
                    <a:lnTo>
                      <a:pt x="2512" y="4624"/>
                    </a:lnTo>
                    <a:lnTo>
                      <a:pt x="2512" y="4708"/>
                    </a:lnTo>
                    <a:lnTo>
                      <a:pt x="2512" y="4792"/>
                    </a:lnTo>
                    <a:lnTo>
                      <a:pt x="2616" y="4708"/>
                    </a:lnTo>
                    <a:lnTo>
                      <a:pt x="2679" y="4645"/>
                    </a:lnTo>
                    <a:lnTo>
                      <a:pt x="2533" y="4603"/>
                    </a:lnTo>
                    <a:lnTo>
                      <a:pt x="2554" y="4499"/>
                    </a:lnTo>
                    <a:lnTo>
                      <a:pt x="2637" y="4311"/>
                    </a:lnTo>
                    <a:lnTo>
                      <a:pt x="2679" y="4227"/>
                    </a:lnTo>
                    <a:lnTo>
                      <a:pt x="2784" y="4227"/>
                    </a:lnTo>
                    <a:lnTo>
                      <a:pt x="2826" y="4290"/>
                    </a:lnTo>
                    <a:lnTo>
                      <a:pt x="2867" y="4227"/>
                    </a:lnTo>
                    <a:lnTo>
                      <a:pt x="2930" y="4122"/>
                    </a:lnTo>
                    <a:lnTo>
                      <a:pt x="3077" y="3892"/>
                    </a:lnTo>
                    <a:lnTo>
                      <a:pt x="3077" y="3808"/>
                    </a:lnTo>
                    <a:lnTo>
                      <a:pt x="3077" y="3746"/>
                    </a:lnTo>
                    <a:lnTo>
                      <a:pt x="3098" y="3599"/>
                    </a:lnTo>
                    <a:lnTo>
                      <a:pt x="3202" y="3495"/>
                    </a:lnTo>
                    <a:lnTo>
                      <a:pt x="3286" y="3453"/>
                    </a:lnTo>
                    <a:lnTo>
                      <a:pt x="3286" y="3411"/>
                    </a:lnTo>
                    <a:lnTo>
                      <a:pt x="3160" y="3369"/>
                    </a:lnTo>
                    <a:lnTo>
                      <a:pt x="3098" y="3285"/>
                    </a:lnTo>
                    <a:lnTo>
                      <a:pt x="3139" y="3285"/>
                    </a:lnTo>
                    <a:lnTo>
                      <a:pt x="3160" y="3243"/>
                    </a:lnTo>
                    <a:lnTo>
                      <a:pt x="3035" y="3222"/>
                    </a:lnTo>
                    <a:lnTo>
                      <a:pt x="2888" y="3327"/>
                    </a:lnTo>
                    <a:lnTo>
                      <a:pt x="2679" y="3536"/>
                    </a:lnTo>
                    <a:lnTo>
                      <a:pt x="2554" y="3536"/>
                    </a:lnTo>
                    <a:lnTo>
                      <a:pt x="2470" y="3578"/>
                    </a:lnTo>
                    <a:lnTo>
                      <a:pt x="2365" y="3536"/>
                    </a:lnTo>
                    <a:lnTo>
                      <a:pt x="2135" y="3285"/>
                    </a:lnTo>
                    <a:lnTo>
                      <a:pt x="2051" y="3285"/>
                    </a:lnTo>
                    <a:lnTo>
                      <a:pt x="1989" y="3181"/>
                    </a:lnTo>
                    <a:lnTo>
                      <a:pt x="1947" y="3118"/>
                    </a:lnTo>
                    <a:lnTo>
                      <a:pt x="2010" y="3034"/>
                    </a:lnTo>
                    <a:lnTo>
                      <a:pt x="2030" y="2888"/>
                    </a:lnTo>
                    <a:lnTo>
                      <a:pt x="1926" y="2720"/>
                    </a:lnTo>
                    <a:lnTo>
                      <a:pt x="1926" y="2637"/>
                    </a:lnTo>
                    <a:lnTo>
                      <a:pt x="1905" y="2595"/>
                    </a:lnTo>
                    <a:lnTo>
                      <a:pt x="1905" y="2448"/>
                    </a:lnTo>
                    <a:lnTo>
                      <a:pt x="1947" y="2365"/>
                    </a:lnTo>
                    <a:lnTo>
                      <a:pt x="1884" y="2365"/>
                    </a:lnTo>
                    <a:lnTo>
                      <a:pt x="1884" y="2239"/>
                    </a:lnTo>
                    <a:lnTo>
                      <a:pt x="1842" y="2176"/>
                    </a:lnTo>
                    <a:lnTo>
                      <a:pt x="1800" y="2197"/>
                    </a:lnTo>
                    <a:lnTo>
                      <a:pt x="1717" y="2134"/>
                    </a:lnTo>
                    <a:lnTo>
                      <a:pt x="1675" y="2197"/>
                    </a:lnTo>
                    <a:lnTo>
                      <a:pt x="1779" y="2281"/>
                    </a:lnTo>
                    <a:lnTo>
                      <a:pt x="1738" y="2365"/>
                    </a:lnTo>
                    <a:lnTo>
                      <a:pt x="1779" y="2427"/>
                    </a:lnTo>
                    <a:lnTo>
                      <a:pt x="1696" y="2511"/>
                    </a:lnTo>
                    <a:lnTo>
                      <a:pt x="1696" y="2595"/>
                    </a:lnTo>
                    <a:lnTo>
                      <a:pt x="1779" y="2699"/>
                    </a:lnTo>
                    <a:lnTo>
                      <a:pt x="1779" y="2741"/>
                    </a:lnTo>
                    <a:lnTo>
                      <a:pt x="1675" y="2762"/>
                    </a:lnTo>
                    <a:lnTo>
                      <a:pt x="1612" y="2720"/>
                    </a:lnTo>
                    <a:lnTo>
                      <a:pt x="1591" y="2616"/>
                    </a:lnTo>
                    <a:lnTo>
                      <a:pt x="1486" y="2595"/>
                    </a:lnTo>
                    <a:lnTo>
                      <a:pt x="1486" y="2532"/>
                    </a:lnTo>
                    <a:lnTo>
                      <a:pt x="1382" y="2511"/>
                    </a:lnTo>
                    <a:lnTo>
                      <a:pt x="1319" y="2511"/>
                    </a:lnTo>
                    <a:lnTo>
                      <a:pt x="1298" y="2448"/>
                    </a:lnTo>
                    <a:lnTo>
                      <a:pt x="1403" y="2406"/>
                    </a:lnTo>
                    <a:lnTo>
                      <a:pt x="1424" y="2323"/>
                    </a:lnTo>
                    <a:lnTo>
                      <a:pt x="1319" y="2239"/>
                    </a:lnTo>
                    <a:lnTo>
                      <a:pt x="1403" y="2114"/>
                    </a:lnTo>
                    <a:lnTo>
                      <a:pt x="1486" y="2093"/>
                    </a:lnTo>
                    <a:lnTo>
                      <a:pt x="1507" y="1988"/>
                    </a:lnTo>
                    <a:lnTo>
                      <a:pt x="1486" y="1904"/>
                    </a:lnTo>
                    <a:lnTo>
                      <a:pt x="1507" y="1821"/>
                    </a:lnTo>
                    <a:lnTo>
                      <a:pt x="1466" y="1758"/>
                    </a:lnTo>
                    <a:lnTo>
                      <a:pt x="1486" y="1611"/>
                    </a:lnTo>
                    <a:lnTo>
                      <a:pt x="1361" y="1507"/>
                    </a:lnTo>
                    <a:lnTo>
                      <a:pt x="1361" y="1465"/>
                    </a:lnTo>
                    <a:lnTo>
                      <a:pt x="1424" y="1507"/>
                    </a:lnTo>
                    <a:lnTo>
                      <a:pt x="1528" y="1486"/>
                    </a:lnTo>
                    <a:lnTo>
                      <a:pt x="1570" y="1360"/>
                    </a:lnTo>
                    <a:lnTo>
                      <a:pt x="1591" y="1318"/>
                    </a:lnTo>
                    <a:lnTo>
                      <a:pt x="1591" y="1151"/>
                    </a:lnTo>
                    <a:lnTo>
                      <a:pt x="1570" y="1026"/>
                    </a:lnTo>
                    <a:lnTo>
                      <a:pt x="1570" y="921"/>
                    </a:lnTo>
                    <a:lnTo>
                      <a:pt x="1507" y="942"/>
                    </a:lnTo>
                    <a:lnTo>
                      <a:pt x="1382" y="984"/>
                    </a:lnTo>
                    <a:lnTo>
                      <a:pt x="1277" y="879"/>
                    </a:lnTo>
                    <a:lnTo>
                      <a:pt x="1361" y="837"/>
                    </a:lnTo>
                    <a:lnTo>
                      <a:pt x="1277" y="774"/>
                    </a:lnTo>
                    <a:lnTo>
                      <a:pt x="1214" y="754"/>
                    </a:lnTo>
                    <a:lnTo>
                      <a:pt x="1277" y="712"/>
                    </a:lnTo>
                    <a:lnTo>
                      <a:pt x="1361" y="649"/>
                    </a:lnTo>
                    <a:lnTo>
                      <a:pt x="1361" y="607"/>
                    </a:lnTo>
                    <a:lnTo>
                      <a:pt x="1256" y="565"/>
                    </a:lnTo>
                    <a:lnTo>
                      <a:pt x="1173" y="502"/>
                    </a:lnTo>
                    <a:lnTo>
                      <a:pt x="1089" y="544"/>
                    </a:lnTo>
                    <a:lnTo>
                      <a:pt x="1089" y="440"/>
                    </a:lnTo>
                    <a:lnTo>
                      <a:pt x="1110" y="440"/>
                    </a:lnTo>
                    <a:lnTo>
                      <a:pt x="1173" y="356"/>
                    </a:lnTo>
                    <a:lnTo>
                      <a:pt x="1110" y="356"/>
                    </a:lnTo>
                    <a:lnTo>
                      <a:pt x="1047" y="398"/>
                    </a:lnTo>
                    <a:lnTo>
                      <a:pt x="1047" y="461"/>
                    </a:lnTo>
                    <a:lnTo>
                      <a:pt x="1005" y="544"/>
                    </a:lnTo>
                    <a:lnTo>
                      <a:pt x="942" y="523"/>
                    </a:lnTo>
                    <a:lnTo>
                      <a:pt x="963" y="419"/>
                    </a:lnTo>
                    <a:lnTo>
                      <a:pt x="901" y="335"/>
                    </a:lnTo>
                    <a:lnTo>
                      <a:pt x="880" y="209"/>
                    </a:lnTo>
                    <a:lnTo>
                      <a:pt x="880" y="105"/>
                    </a:lnTo>
                    <a:lnTo>
                      <a:pt x="880" y="42"/>
                    </a:lnTo>
                    <a:lnTo>
                      <a:pt x="942" y="42"/>
                    </a:lnTo>
                    <a:lnTo>
                      <a:pt x="88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59" name="Google Shape;7803;p67">
              <a:extLst>
                <a:ext uri="{FF2B5EF4-FFF2-40B4-BE49-F238E27FC236}">
                  <a16:creationId xmlns:a16="http://schemas.microsoft.com/office/drawing/2014/main" id="{0D0C100E-D638-6B35-8703-AA825C0C3F1F}"/>
                </a:ext>
              </a:extLst>
            </p:cNvPr>
            <p:cNvSpPr/>
            <p:nvPr/>
          </p:nvSpPr>
          <p:spPr>
            <a:xfrm>
              <a:off x="3399625" y="2088800"/>
              <a:ext cx="127125" cy="77450"/>
            </a:xfrm>
            <a:custGeom>
              <a:avLst/>
              <a:gdLst/>
              <a:ahLst/>
              <a:cxnLst/>
              <a:rect l="l" t="t" r="r" b="b"/>
              <a:pathLst>
                <a:path w="5085" h="3098" extrusionOk="0">
                  <a:moveTo>
                    <a:pt x="900" y="1"/>
                  </a:moveTo>
                  <a:lnTo>
                    <a:pt x="733" y="22"/>
                  </a:lnTo>
                  <a:lnTo>
                    <a:pt x="733" y="64"/>
                  </a:lnTo>
                  <a:lnTo>
                    <a:pt x="775" y="126"/>
                  </a:lnTo>
                  <a:lnTo>
                    <a:pt x="837" y="126"/>
                  </a:lnTo>
                  <a:lnTo>
                    <a:pt x="858" y="64"/>
                  </a:lnTo>
                  <a:lnTo>
                    <a:pt x="942" y="64"/>
                  </a:lnTo>
                  <a:lnTo>
                    <a:pt x="984" y="126"/>
                  </a:lnTo>
                  <a:lnTo>
                    <a:pt x="1088" y="147"/>
                  </a:lnTo>
                  <a:lnTo>
                    <a:pt x="1047" y="210"/>
                  </a:lnTo>
                  <a:lnTo>
                    <a:pt x="942" y="168"/>
                  </a:lnTo>
                  <a:lnTo>
                    <a:pt x="837" y="168"/>
                  </a:lnTo>
                  <a:lnTo>
                    <a:pt x="858" y="231"/>
                  </a:lnTo>
                  <a:lnTo>
                    <a:pt x="1005" y="315"/>
                  </a:lnTo>
                  <a:lnTo>
                    <a:pt x="1109" y="440"/>
                  </a:lnTo>
                  <a:lnTo>
                    <a:pt x="1088" y="524"/>
                  </a:lnTo>
                  <a:lnTo>
                    <a:pt x="1047" y="545"/>
                  </a:lnTo>
                  <a:lnTo>
                    <a:pt x="1047" y="461"/>
                  </a:lnTo>
                  <a:lnTo>
                    <a:pt x="900" y="377"/>
                  </a:lnTo>
                  <a:lnTo>
                    <a:pt x="837" y="461"/>
                  </a:lnTo>
                  <a:lnTo>
                    <a:pt x="775" y="440"/>
                  </a:lnTo>
                  <a:lnTo>
                    <a:pt x="796" y="356"/>
                  </a:lnTo>
                  <a:lnTo>
                    <a:pt x="691" y="252"/>
                  </a:lnTo>
                  <a:lnTo>
                    <a:pt x="586" y="210"/>
                  </a:lnTo>
                  <a:lnTo>
                    <a:pt x="524" y="252"/>
                  </a:lnTo>
                  <a:lnTo>
                    <a:pt x="586" y="356"/>
                  </a:lnTo>
                  <a:lnTo>
                    <a:pt x="565" y="419"/>
                  </a:lnTo>
                  <a:lnTo>
                    <a:pt x="524" y="315"/>
                  </a:lnTo>
                  <a:lnTo>
                    <a:pt x="419" y="273"/>
                  </a:lnTo>
                  <a:lnTo>
                    <a:pt x="377" y="356"/>
                  </a:lnTo>
                  <a:lnTo>
                    <a:pt x="461" y="440"/>
                  </a:lnTo>
                  <a:lnTo>
                    <a:pt x="524" y="482"/>
                  </a:lnTo>
                  <a:lnTo>
                    <a:pt x="565" y="545"/>
                  </a:lnTo>
                  <a:lnTo>
                    <a:pt x="461" y="482"/>
                  </a:lnTo>
                  <a:lnTo>
                    <a:pt x="356" y="545"/>
                  </a:lnTo>
                  <a:lnTo>
                    <a:pt x="419" y="608"/>
                  </a:lnTo>
                  <a:lnTo>
                    <a:pt x="565" y="670"/>
                  </a:lnTo>
                  <a:lnTo>
                    <a:pt x="482" y="670"/>
                  </a:lnTo>
                  <a:lnTo>
                    <a:pt x="461" y="733"/>
                  </a:lnTo>
                  <a:lnTo>
                    <a:pt x="482" y="775"/>
                  </a:lnTo>
                  <a:lnTo>
                    <a:pt x="461" y="775"/>
                  </a:lnTo>
                  <a:lnTo>
                    <a:pt x="272" y="649"/>
                  </a:lnTo>
                  <a:lnTo>
                    <a:pt x="231" y="608"/>
                  </a:lnTo>
                  <a:lnTo>
                    <a:pt x="168" y="670"/>
                  </a:lnTo>
                  <a:lnTo>
                    <a:pt x="252" y="796"/>
                  </a:lnTo>
                  <a:lnTo>
                    <a:pt x="314" y="880"/>
                  </a:lnTo>
                  <a:lnTo>
                    <a:pt x="252" y="900"/>
                  </a:lnTo>
                  <a:lnTo>
                    <a:pt x="147" y="775"/>
                  </a:lnTo>
                  <a:lnTo>
                    <a:pt x="63" y="754"/>
                  </a:lnTo>
                  <a:lnTo>
                    <a:pt x="0" y="859"/>
                  </a:lnTo>
                  <a:lnTo>
                    <a:pt x="126" y="900"/>
                  </a:lnTo>
                  <a:lnTo>
                    <a:pt x="231" y="1005"/>
                  </a:lnTo>
                  <a:lnTo>
                    <a:pt x="356" y="1047"/>
                  </a:lnTo>
                  <a:lnTo>
                    <a:pt x="440" y="942"/>
                  </a:lnTo>
                  <a:lnTo>
                    <a:pt x="565" y="900"/>
                  </a:lnTo>
                  <a:lnTo>
                    <a:pt x="628" y="796"/>
                  </a:lnTo>
                  <a:lnTo>
                    <a:pt x="649" y="859"/>
                  </a:lnTo>
                  <a:lnTo>
                    <a:pt x="649" y="900"/>
                  </a:lnTo>
                  <a:lnTo>
                    <a:pt x="691" y="900"/>
                  </a:lnTo>
                  <a:lnTo>
                    <a:pt x="775" y="880"/>
                  </a:lnTo>
                  <a:lnTo>
                    <a:pt x="796" y="984"/>
                  </a:lnTo>
                  <a:lnTo>
                    <a:pt x="858" y="984"/>
                  </a:lnTo>
                  <a:lnTo>
                    <a:pt x="942" y="900"/>
                  </a:lnTo>
                  <a:lnTo>
                    <a:pt x="963" y="859"/>
                  </a:lnTo>
                  <a:lnTo>
                    <a:pt x="984" y="963"/>
                  </a:lnTo>
                  <a:lnTo>
                    <a:pt x="1005" y="963"/>
                  </a:lnTo>
                  <a:lnTo>
                    <a:pt x="1151" y="859"/>
                  </a:lnTo>
                  <a:lnTo>
                    <a:pt x="1109" y="900"/>
                  </a:lnTo>
                  <a:lnTo>
                    <a:pt x="1088" y="1005"/>
                  </a:lnTo>
                  <a:lnTo>
                    <a:pt x="1151" y="1047"/>
                  </a:lnTo>
                  <a:lnTo>
                    <a:pt x="1214" y="984"/>
                  </a:lnTo>
                  <a:lnTo>
                    <a:pt x="1360" y="1068"/>
                  </a:lnTo>
                  <a:lnTo>
                    <a:pt x="1277" y="1089"/>
                  </a:lnTo>
                  <a:lnTo>
                    <a:pt x="1193" y="1089"/>
                  </a:lnTo>
                  <a:lnTo>
                    <a:pt x="1109" y="1131"/>
                  </a:lnTo>
                  <a:lnTo>
                    <a:pt x="1047" y="1131"/>
                  </a:lnTo>
                  <a:lnTo>
                    <a:pt x="879" y="1214"/>
                  </a:lnTo>
                  <a:lnTo>
                    <a:pt x="879" y="1256"/>
                  </a:lnTo>
                  <a:lnTo>
                    <a:pt x="1068" y="1298"/>
                  </a:lnTo>
                  <a:lnTo>
                    <a:pt x="1172" y="1298"/>
                  </a:lnTo>
                  <a:lnTo>
                    <a:pt x="1214" y="1214"/>
                  </a:lnTo>
                  <a:lnTo>
                    <a:pt x="1277" y="1193"/>
                  </a:lnTo>
                  <a:lnTo>
                    <a:pt x="1277" y="1298"/>
                  </a:lnTo>
                  <a:lnTo>
                    <a:pt x="1193" y="1382"/>
                  </a:lnTo>
                  <a:lnTo>
                    <a:pt x="1005" y="1403"/>
                  </a:lnTo>
                  <a:lnTo>
                    <a:pt x="942" y="1382"/>
                  </a:lnTo>
                  <a:lnTo>
                    <a:pt x="858" y="1486"/>
                  </a:lnTo>
                  <a:lnTo>
                    <a:pt x="796" y="1403"/>
                  </a:lnTo>
                  <a:lnTo>
                    <a:pt x="775" y="1382"/>
                  </a:lnTo>
                  <a:lnTo>
                    <a:pt x="775" y="1319"/>
                  </a:lnTo>
                  <a:lnTo>
                    <a:pt x="691" y="1319"/>
                  </a:lnTo>
                  <a:lnTo>
                    <a:pt x="691" y="1361"/>
                  </a:lnTo>
                  <a:lnTo>
                    <a:pt x="691" y="1382"/>
                  </a:lnTo>
                  <a:lnTo>
                    <a:pt x="628" y="1465"/>
                  </a:lnTo>
                  <a:lnTo>
                    <a:pt x="544" y="1403"/>
                  </a:lnTo>
                  <a:lnTo>
                    <a:pt x="461" y="1424"/>
                  </a:lnTo>
                  <a:lnTo>
                    <a:pt x="356" y="1486"/>
                  </a:lnTo>
                  <a:lnTo>
                    <a:pt x="252" y="1424"/>
                  </a:lnTo>
                  <a:lnTo>
                    <a:pt x="168" y="1465"/>
                  </a:lnTo>
                  <a:lnTo>
                    <a:pt x="126" y="1465"/>
                  </a:lnTo>
                  <a:lnTo>
                    <a:pt x="168" y="1591"/>
                  </a:lnTo>
                  <a:lnTo>
                    <a:pt x="231" y="1654"/>
                  </a:lnTo>
                  <a:lnTo>
                    <a:pt x="377" y="1696"/>
                  </a:lnTo>
                  <a:lnTo>
                    <a:pt x="377" y="1633"/>
                  </a:lnTo>
                  <a:lnTo>
                    <a:pt x="565" y="1696"/>
                  </a:lnTo>
                  <a:lnTo>
                    <a:pt x="900" y="1696"/>
                  </a:lnTo>
                  <a:lnTo>
                    <a:pt x="900" y="1737"/>
                  </a:lnTo>
                  <a:lnTo>
                    <a:pt x="837" y="1800"/>
                  </a:lnTo>
                  <a:lnTo>
                    <a:pt x="837" y="1842"/>
                  </a:lnTo>
                  <a:lnTo>
                    <a:pt x="942" y="1926"/>
                  </a:lnTo>
                  <a:lnTo>
                    <a:pt x="963" y="2009"/>
                  </a:lnTo>
                  <a:lnTo>
                    <a:pt x="1005" y="2009"/>
                  </a:lnTo>
                  <a:lnTo>
                    <a:pt x="1172" y="1905"/>
                  </a:lnTo>
                  <a:lnTo>
                    <a:pt x="1151" y="1988"/>
                  </a:lnTo>
                  <a:lnTo>
                    <a:pt x="1047" y="2030"/>
                  </a:lnTo>
                  <a:lnTo>
                    <a:pt x="984" y="2135"/>
                  </a:lnTo>
                  <a:lnTo>
                    <a:pt x="1068" y="2177"/>
                  </a:lnTo>
                  <a:lnTo>
                    <a:pt x="1214" y="2051"/>
                  </a:lnTo>
                  <a:lnTo>
                    <a:pt x="1360" y="2114"/>
                  </a:lnTo>
                  <a:lnTo>
                    <a:pt x="1381" y="2156"/>
                  </a:lnTo>
                  <a:lnTo>
                    <a:pt x="1298" y="2114"/>
                  </a:lnTo>
                  <a:lnTo>
                    <a:pt x="1193" y="2156"/>
                  </a:lnTo>
                  <a:lnTo>
                    <a:pt x="1109" y="2240"/>
                  </a:lnTo>
                  <a:lnTo>
                    <a:pt x="984" y="2240"/>
                  </a:lnTo>
                  <a:lnTo>
                    <a:pt x="984" y="2323"/>
                  </a:lnTo>
                  <a:lnTo>
                    <a:pt x="942" y="2365"/>
                  </a:lnTo>
                  <a:lnTo>
                    <a:pt x="879" y="2365"/>
                  </a:lnTo>
                  <a:lnTo>
                    <a:pt x="796" y="2407"/>
                  </a:lnTo>
                  <a:lnTo>
                    <a:pt x="775" y="2344"/>
                  </a:lnTo>
                  <a:lnTo>
                    <a:pt x="670" y="2261"/>
                  </a:lnTo>
                  <a:lnTo>
                    <a:pt x="670" y="2323"/>
                  </a:lnTo>
                  <a:lnTo>
                    <a:pt x="628" y="2323"/>
                  </a:lnTo>
                  <a:lnTo>
                    <a:pt x="649" y="2449"/>
                  </a:lnTo>
                  <a:lnTo>
                    <a:pt x="691" y="2470"/>
                  </a:lnTo>
                  <a:lnTo>
                    <a:pt x="670" y="2512"/>
                  </a:lnTo>
                  <a:lnTo>
                    <a:pt x="649" y="2700"/>
                  </a:lnTo>
                  <a:lnTo>
                    <a:pt x="775" y="2679"/>
                  </a:lnTo>
                  <a:lnTo>
                    <a:pt x="837" y="2658"/>
                  </a:lnTo>
                  <a:lnTo>
                    <a:pt x="900" y="2700"/>
                  </a:lnTo>
                  <a:lnTo>
                    <a:pt x="1088" y="2742"/>
                  </a:lnTo>
                  <a:lnTo>
                    <a:pt x="1214" y="2637"/>
                  </a:lnTo>
                  <a:lnTo>
                    <a:pt x="1360" y="2679"/>
                  </a:lnTo>
                  <a:lnTo>
                    <a:pt x="1423" y="2637"/>
                  </a:lnTo>
                  <a:lnTo>
                    <a:pt x="1465" y="2679"/>
                  </a:lnTo>
                  <a:lnTo>
                    <a:pt x="1528" y="2700"/>
                  </a:lnTo>
                  <a:lnTo>
                    <a:pt x="1632" y="2679"/>
                  </a:lnTo>
                  <a:lnTo>
                    <a:pt x="1632" y="2784"/>
                  </a:lnTo>
                  <a:lnTo>
                    <a:pt x="1779" y="2930"/>
                  </a:lnTo>
                  <a:lnTo>
                    <a:pt x="1842" y="2972"/>
                  </a:lnTo>
                  <a:lnTo>
                    <a:pt x="1946" y="2888"/>
                  </a:lnTo>
                  <a:lnTo>
                    <a:pt x="2051" y="2888"/>
                  </a:lnTo>
                  <a:lnTo>
                    <a:pt x="2239" y="3077"/>
                  </a:lnTo>
                  <a:lnTo>
                    <a:pt x="2469" y="3077"/>
                  </a:lnTo>
                  <a:lnTo>
                    <a:pt x="2574" y="3097"/>
                  </a:lnTo>
                  <a:lnTo>
                    <a:pt x="2741" y="3056"/>
                  </a:lnTo>
                  <a:lnTo>
                    <a:pt x="2721" y="2951"/>
                  </a:lnTo>
                  <a:lnTo>
                    <a:pt x="2741" y="2867"/>
                  </a:lnTo>
                  <a:lnTo>
                    <a:pt x="2762" y="2951"/>
                  </a:lnTo>
                  <a:lnTo>
                    <a:pt x="2888" y="2972"/>
                  </a:lnTo>
                  <a:lnTo>
                    <a:pt x="3034" y="2867"/>
                  </a:lnTo>
                  <a:lnTo>
                    <a:pt x="3034" y="2700"/>
                  </a:lnTo>
                  <a:lnTo>
                    <a:pt x="3181" y="2700"/>
                  </a:lnTo>
                  <a:lnTo>
                    <a:pt x="3139" y="2763"/>
                  </a:lnTo>
                  <a:lnTo>
                    <a:pt x="3181" y="2846"/>
                  </a:lnTo>
                  <a:lnTo>
                    <a:pt x="3202" y="2763"/>
                  </a:lnTo>
                  <a:lnTo>
                    <a:pt x="3306" y="2763"/>
                  </a:lnTo>
                  <a:lnTo>
                    <a:pt x="3411" y="2637"/>
                  </a:lnTo>
                  <a:lnTo>
                    <a:pt x="3474" y="2658"/>
                  </a:lnTo>
                  <a:lnTo>
                    <a:pt x="3495" y="2637"/>
                  </a:lnTo>
                  <a:lnTo>
                    <a:pt x="3599" y="2658"/>
                  </a:lnTo>
                  <a:lnTo>
                    <a:pt x="3599" y="2679"/>
                  </a:lnTo>
                  <a:lnTo>
                    <a:pt x="3662" y="2658"/>
                  </a:lnTo>
                  <a:lnTo>
                    <a:pt x="3892" y="2449"/>
                  </a:lnTo>
                  <a:lnTo>
                    <a:pt x="3976" y="2323"/>
                  </a:lnTo>
                  <a:lnTo>
                    <a:pt x="4248" y="2261"/>
                  </a:lnTo>
                  <a:lnTo>
                    <a:pt x="4332" y="2177"/>
                  </a:lnTo>
                  <a:lnTo>
                    <a:pt x="4290" y="2135"/>
                  </a:lnTo>
                  <a:lnTo>
                    <a:pt x="4311" y="2051"/>
                  </a:lnTo>
                  <a:lnTo>
                    <a:pt x="4353" y="2051"/>
                  </a:lnTo>
                  <a:lnTo>
                    <a:pt x="4394" y="2156"/>
                  </a:lnTo>
                  <a:lnTo>
                    <a:pt x="4541" y="2177"/>
                  </a:lnTo>
                  <a:lnTo>
                    <a:pt x="4625" y="2114"/>
                  </a:lnTo>
                  <a:lnTo>
                    <a:pt x="4625" y="2030"/>
                  </a:lnTo>
                  <a:lnTo>
                    <a:pt x="4604" y="2009"/>
                  </a:lnTo>
                  <a:lnTo>
                    <a:pt x="4604" y="1926"/>
                  </a:lnTo>
                  <a:lnTo>
                    <a:pt x="4666" y="1905"/>
                  </a:lnTo>
                  <a:lnTo>
                    <a:pt x="4625" y="1779"/>
                  </a:lnTo>
                  <a:lnTo>
                    <a:pt x="4666" y="1716"/>
                  </a:lnTo>
                  <a:lnTo>
                    <a:pt x="4771" y="1779"/>
                  </a:lnTo>
                  <a:lnTo>
                    <a:pt x="4771" y="1884"/>
                  </a:lnTo>
                  <a:lnTo>
                    <a:pt x="4876" y="1842"/>
                  </a:lnTo>
                  <a:lnTo>
                    <a:pt x="4938" y="1716"/>
                  </a:lnTo>
                  <a:lnTo>
                    <a:pt x="4917" y="1612"/>
                  </a:lnTo>
                  <a:lnTo>
                    <a:pt x="4813" y="1507"/>
                  </a:lnTo>
                  <a:lnTo>
                    <a:pt x="4813" y="1403"/>
                  </a:lnTo>
                  <a:lnTo>
                    <a:pt x="4855" y="1361"/>
                  </a:lnTo>
                  <a:lnTo>
                    <a:pt x="4855" y="1256"/>
                  </a:lnTo>
                  <a:lnTo>
                    <a:pt x="4959" y="1193"/>
                  </a:lnTo>
                  <a:lnTo>
                    <a:pt x="5043" y="1193"/>
                  </a:lnTo>
                  <a:lnTo>
                    <a:pt x="5085" y="1110"/>
                  </a:lnTo>
                  <a:lnTo>
                    <a:pt x="5022" y="1005"/>
                  </a:lnTo>
                  <a:lnTo>
                    <a:pt x="4771" y="984"/>
                  </a:lnTo>
                  <a:lnTo>
                    <a:pt x="4708" y="1068"/>
                  </a:lnTo>
                  <a:lnTo>
                    <a:pt x="4750" y="963"/>
                  </a:lnTo>
                  <a:lnTo>
                    <a:pt x="4750" y="859"/>
                  </a:lnTo>
                  <a:lnTo>
                    <a:pt x="4625" y="859"/>
                  </a:lnTo>
                  <a:lnTo>
                    <a:pt x="4604" y="880"/>
                  </a:lnTo>
                  <a:lnTo>
                    <a:pt x="4541" y="775"/>
                  </a:lnTo>
                  <a:lnTo>
                    <a:pt x="4625" y="670"/>
                  </a:lnTo>
                  <a:lnTo>
                    <a:pt x="4708" y="649"/>
                  </a:lnTo>
                  <a:lnTo>
                    <a:pt x="4708" y="482"/>
                  </a:lnTo>
                  <a:lnTo>
                    <a:pt x="4645" y="461"/>
                  </a:lnTo>
                  <a:lnTo>
                    <a:pt x="4562" y="545"/>
                  </a:lnTo>
                  <a:lnTo>
                    <a:pt x="4457" y="482"/>
                  </a:lnTo>
                  <a:lnTo>
                    <a:pt x="4415" y="377"/>
                  </a:lnTo>
                  <a:lnTo>
                    <a:pt x="4520" y="336"/>
                  </a:lnTo>
                  <a:lnTo>
                    <a:pt x="4541" y="252"/>
                  </a:lnTo>
                  <a:lnTo>
                    <a:pt x="4604" y="210"/>
                  </a:lnTo>
                  <a:lnTo>
                    <a:pt x="4708" y="168"/>
                  </a:lnTo>
                  <a:lnTo>
                    <a:pt x="4562" y="126"/>
                  </a:lnTo>
                  <a:lnTo>
                    <a:pt x="4499" y="147"/>
                  </a:lnTo>
                  <a:lnTo>
                    <a:pt x="4311" y="336"/>
                  </a:lnTo>
                  <a:lnTo>
                    <a:pt x="4290" y="419"/>
                  </a:lnTo>
                  <a:lnTo>
                    <a:pt x="4206" y="440"/>
                  </a:lnTo>
                  <a:lnTo>
                    <a:pt x="4122" y="315"/>
                  </a:lnTo>
                  <a:lnTo>
                    <a:pt x="4185" y="252"/>
                  </a:lnTo>
                  <a:lnTo>
                    <a:pt x="4122" y="210"/>
                  </a:lnTo>
                  <a:lnTo>
                    <a:pt x="4101" y="84"/>
                  </a:lnTo>
                  <a:lnTo>
                    <a:pt x="3997" y="64"/>
                  </a:lnTo>
                  <a:lnTo>
                    <a:pt x="3913" y="126"/>
                  </a:lnTo>
                  <a:lnTo>
                    <a:pt x="3829" y="84"/>
                  </a:lnTo>
                  <a:lnTo>
                    <a:pt x="3788" y="168"/>
                  </a:lnTo>
                  <a:lnTo>
                    <a:pt x="3829" y="315"/>
                  </a:lnTo>
                  <a:lnTo>
                    <a:pt x="3788" y="377"/>
                  </a:lnTo>
                  <a:lnTo>
                    <a:pt x="3683" y="377"/>
                  </a:lnTo>
                  <a:lnTo>
                    <a:pt x="3578" y="440"/>
                  </a:lnTo>
                  <a:lnTo>
                    <a:pt x="3557" y="336"/>
                  </a:lnTo>
                  <a:lnTo>
                    <a:pt x="3495" y="315"/>
                  </a:lnTo>
                  <a:lnTo>
                    <a:pt x="3453" y="377"/>
                  </a:lnTo>
                  <a:lnTo>
                    <a:pt x="3369" y="545"/>
                  </a:lnTo>
                  <a:lnTo>
                    <a:pt x="3265" y="545"/>
                  </a:lnTo>
                  <a:lnTo>
                    <a:pt x="3160" y="356"/>
                  </a:lnTo>
                  <a:lnTo>
                    <a:pt x="3076" y="356"/>
                  </a:lnTo>
                  <a:lnTo>
                    <a:pt x="3034" y="336"/>
                  </a:lnTo>
                  <a:lnTo>
                    <a:pt x="2951" y="356"/>
                  </a:lnTo>
                  <a:lnTo>
                    <a:pt x="2888" y="545"/>
                  </a:lnTo>
                  <a:lnTo>
                    <a:pt x="2993" y="754"/>
                  </a:lnTo>
                  <a:lnTo>
                    <a:pt x="2888" y="1047"/>
                  </a:lnTo>
                  <a:lnTo>
                    <a:pt x="2930" y="775"/>
                  </a:lnTo>
                  <a:lnTo>
                    <a:pt x="2825" y="608"/>
                  </a:lnTo>
                  <a:lnTo>
                    <a:pt x="2825" y="524"/>
                  </a:lnTo>
                  <a:lnTo>
                    <a:pt x="2762" y="482"/>
                  </a:lnTo>
                  <a:lnTo>
                    <a:pt x="2783" y="356"/>
                  </a:lnTo>
                  <a:lnTo>
                    <a:pt x="2658" y="273"/>
                  </a:lnTo>
                  <a:lnTo>
                    <a:pt x="2448" y="440"/>
                  </a:lnTo>
                  <a:lnTo>
                    <a:pt x="2428" y="566"/>
                  </a:lnTo>
                  <a:lnTo>
                    <a:pt x="2448" y="649"/>
                  </a:lnTo>
                  <a:lnTo>
                    <a:pt x="2344" y="796"/>
                  </a:lnTo>
                  <a:lnTo>
                    <a:pt x="2260" y="796"/>
                  </a:lnTo>
                  <a:lnTo>
                    <a:pt x="2260" y="649"/>
                  </a:lnTo>
                  <a:lnTo>
                    <a:pt x="2156" y="587"/>
                  </a:lnTo>
                  <a:lnTo>
                    <a:pt x="2156" y="356"/>
                  </a:lnTo>
                  <a:lnTo>
                    <a:pt x="2093" y="315"/>
                  </a:lnTo>
                  <a:lnTo>
                    <a:pt x="1925" y="440"/>
                  </a:lnTo>
                  <a:lnTo>
                    <a:pt x="1946" y="691"/>
                  </a:lnTo>
                  <a:lnTo>
                    <a:pt x="2009" y="775"/>
                  </a:lnTo>
                  <a:lnTo>
                    <a:pt x="2009" y="963"/>
                  </a:lnTo>
                  <a:lnTo>
                    <a:pt x="1925" y="1047"/>
                  </a:lnTo>
                  <a:lnTo>
                    <a:pt x="1842" y="1047"/>
                  </a:lnTo>
                  <a:lnTo>
                    <a:pt x="1821" y="900"/>
                  </a:lnTo>
                  <a:lnTo>
                    <a:pt x="1716" y="963"/>
                  </a:lnTo>
                  <a:lnTo>
                    <a:pt x="1674" y="1110"/>
                  </a:lnTo>
                  <a:lnTo>
                    <a:pt x="1612" y="1131"/>
                  </a:lnTo>
                  <a:lnTo>
                    <a:pt x="1591" y="1319"/>
                  </a:lnTo>
                  <a:lnTo>
                    <a:pt x="1507" y="1131"/>
                  </a:lnTo>
                  <a:lnTo>
                    <a:pt x="1423" y="1131"/>
                  </a:lnTo>
                  <a:lnTo>
                    <a:pt x="1465" y="1068"/>
                  </a:lnTo>
                  <a:lnTo>
                    <a:pt x="1528" y="963"/>
                  </a:lnTo>
                  <a:lnTo>
                    <a:pt x="1528" y="859"/>
                  </a:lnTo>
                  <a:lnTo>
                    <a:pt x="1402" y="859"/>
                  </a:lnTo>
                  <a:lnTo>
                    <a:pt x="1465" y="775"/>
                  </a:lnTo>
                  <a:lnTo>
                    <a:pt x="1402" y="649"/>
                  </a:lnTo>
                  <a:lnTo>
                    <a:pt x="1486" y="691"/>
                  </a:lnTo>
                  <a:lnTo>
                    <a:pt x="1570" y="608"/>
                  </a:lnTo>
                  <a:lnTo>
                    <a:pt x="1528" y="545"/>
                  </a:lnTo>
                  <a:lnTo>
                    <a:pt x="1423" y="482"/>
                  </a:lnTo>
                  <a:lnTo>
                    <a:pt x="1528" y="440"/>
                  </a:lnTo>
                  <a:lnTo>
                    <a:pt x="1465" y="336"/>
                  </a:lnTo>
                  <a:lnTo>
                    <a:pt x="1381" y="377"/>
                  </a:lnTo>
                  <a:lnTo>
                    <a:pt x="1319" y="315"/>
                  </a:lnTo>
                  <a:lnTo>
                    <a:pt x="1193" y="231"/>
                  </a:lnTo>
                  <a:lnTo>
                    <a:pt x="1193" y="126"/>
                  </a:lnTo>
                  <a:lnTo>
                    <a:pt x="1109" y="22"/>
                  </a:lnTo>
                  <a:lnTo>
                    <a:pt x="1005" y="43"/>
                  </a:lnTo>
                  <a:lnTo>
                    <a:pt x="90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0" name="Google Shape;7804;p67">
              <a:extLst>
                <a:ext uri="{FF2B5EF4-FFF2-40B4-BE49-F238E27FC236}">
                  <a16:creationId xmlns:a16="http://schemas.microsoft.com/office/drawing/2014/main" id="{276F9595-24F4-AF16-C6F6-CFCF2A67E6C8}"/>
                </a:ext>
              </a:extLst>
            </p:cNvPr>
            <p:cNvSpPr/>
            <p:nvPr/>
          </p:nvSpPr>
          <p:spPr>
            <a:xfrm>
              <a:off x="4616850" y="2275025"/>
              <a:ext cx="885625" cy="661225"/>
            </a:xfrm>
            <a:custGeom>
              <a:avLst/>
              <a:gdLst/>
              <a:ahLst/>
              <a:cxnLst/>
              <a:rect l="l" t="t" r="r" b="b"/>
              <a:pathLst>
                <a:path w="35425" h="26449" extrusionOk="0">
                  <a:moveTo>
                    <a:pt x="27390" y="1"/>
                  </a:moveTo>
                  <a:lnTo>
                    <a:pt x="27369" y="21"/>
                  </a:lnTo>
                  <a:lnTo>
                    <a:pt x="27180" y="42"/>
                  </a:lnTo>
                  <a:lnTo>
                    <a:pt x="27139" y="126"/>
                  </a:lnTo>
                  <a:lnTo>
                    <a:pt x="27097" y="126"/>
                  </a:lnTo>
                  <a:lnTo>
                    <a:pt x="27055" y="189"/>
                  </a:lnTo>
                  <a:lnTo>
                    <a:pt x="26867" y="189"/>
                  </a:lnTo>
                  <a:lnTo>
                    <a:pt x="26741" y="147"/>
                  </a:lnTo>
                  <a:lnTo>
                    <a:pt x="26678" y="231"/>
                  </a:lnTo>
                  <a:lnTo>
                    <a:pt x="26574" y="231"/>
                  </a:lnTo>
                  <a:lnTo>
                    <a:pt x="26532" y="335"/>
                  </a:lnTo>
                  <a:lnTo>
                    <a:pt x="26448" y="356"/>
                  </a:lnTo>
                  <a:lnTo>
                    <a:pt x="26344" y="356"/>
                  </a:lnTo>
                  <a:lnTo>
                    <a:pt x="26260" y="398"/>
                  </a:lnTo>
                  <a:lnTo>
                    <a:pt x="26176" y="419"/>
                  </a:lnTo>
                  <a:lnTo>
                    <a:pt x="26051" y="419"/>
                  </a:lnTo>
                  <a:lnTo>
                    <a:pt x="25967" y="461"/>
                  </a:lnTo>
                  <a:lnTo>
                    <a:pt x="25967" y="545"/>
                  </a:lnTo>
                  <a:lnTo>
                    <a:pt x="25904" y="649"/>
                  </a:lnTo>
                  <a:lnTo>
                    <a:pt x="25862" y="754"/>
                  </a:lnTo>
                  <a:lnTo>
                    <a:pt x="25820" y="817"/>
                  </a:lnTo>
                  <a:lnTo>
                    <a:pt x="25820" y="858"/>
                  </a:lnTo>
                  <a:lnTo>
                    <a:pt x="25800" y="921"/>
                  </a:lnTo>
                  <a:lnTo>
                    <a:pt x="25800" y="1068"/>
                  </a:lnTo>
                  <a:lnTo>
                    <a:pt x="25820" y="1089"/>
                  </a:lnTo>
                  <a:lnTo>
                    <a:pt x="25862" y="1130"/>
                  </a:lnTo>
                  <a:lnTo>
                    <a:pt x="26009" y="1047"/>
                  </a:lnTo>
                  <a:lnTo>
                    <a:pt x="26072" y="984"/>
                  </a:lnTo>
                  <a:lnTo>
                    <a:pt x="26155" y="1005"/>
                  </a:lnTo>
                  <a:lnTo>
                    <a:pt x="26239" y="1151"/>
                  </a:lnTo>
                  <a:lnTo>
                    <a:pt x="26281" y="1256"/>
                  </a:lnTo>
                  <a:lnTo>
                    <a:pt x="26364" y="1340"/>
                  </a:lnTo>
                  <a:lnTo>
                    <a:pt x="26364" y="1402"/>
                  </a:lnTo>
                  <a:lnTo>
                    <a:pt x="26385" y="1486"/>
                  </a:lnTo>
                  <a:lnTo>
                    <a:pt x="26385" y="1612"/>
                  </a:lnTo>
                  <a:lnTo>
                    <a:pt x="26323" y="1674"/>
                  </a:lnTo>
                  <a:lnTo>
                    <a:pt x="26239" y="1779"/>
                  </a:lnTo>
                  <a:lnTo>
                    <a:pt x="26218" y="1926"/>
                  </a:lnTo>
                  <a:lnTo>
                    <a:pt x="26134" y="1988"/>
                  </a:lnTo>
                  <a:lnTo>
                    <a:pt x="26072" y="2093"/>
                  </a:lnTo>
                  <a:lnTo>
                    <a:pt x="26051" y="2198"/>
                  </a:lnTo>
                  <a:lnTo>
                    <a:pt x="26134" y="2281"/>
                  </a:lnTo>
                  <a:lnTo>
                    <a:pt x="26092" y="2344"/>
                  </a:lnTo>
                  <a:lnTo>
                    <a:pt x="26134" y="2490"/>
                  </a:lnTo>
                  <a:lnTo>
                    <a:pt x="26176" y="2532"/>
                  </a:lnTo>
                  <a:lnTo>
                    <a:pt x="26176" y="2658"/>
                  </a:lnTo>
                  <a:lnTo>
                    <a:pt x="26092" y="2700"/>
                  </a:lnTo>
                  <a:lnTo>
                    <a:pt x="26072" y="2742"/>
                  </a:lnTo>
                  <a:lnTo>
                    <a:pt x="26134" y="2846"/>
                  </a:lnTo>
                  <a:lnTo>
                    <a:pt x="26134" y="3034"/>
                  </a:lnTo>
                  <a:lnTo>
                    <a:pt x="26092" y="3076"/>
                  </a:lnTo>
                  <a:lnTo>
                    <a:pt x="26092" y="3244"/>
                  </a:lnTo>
                  <a:lnTo>
                    <a:pt x="26155" y="3244"/>
                  </a:lnTo>
                  <a:lnTo>
                    <a:pt x="26218" y="3265"/>
                  </a:lnTo>
                  <a:lnTo>
                    <a:pt x="26260" y="3244"/>
                  </a:lnTo>
                  <a:lnTo>
                    <a:pt x="26281" y="3265"/>
                  </a:lnTo>
                  <a:lnTo>
                    <a:pt x="26323" y="3390"/>
                  </a:lnTo>
                  <a:lnTo>
                    <a:pt x="26281" y="3495"/>
                  </a:lnTo>
                  <a:lnTo>
                    <a:pt x="26218" y="3578"/>
                  </a:lnTo>
                  <a:lnTo>
                    <a:pt x="26009" y="3620"/>
                  </a:lnTo>
                  <a:lnTo>
                    <a:pt x="25862" y="3704"/>
                  </a:lnTo>
                  <a:lnTo>
                    <a:pt x="25569" y="3976"/>
                  </a:lnTo>
                  <a:lnTo>
                    <a:pt x="25527" y="3997"/>
                  </a:lnTo>
                  <a:lnTo>
                    <a:pt x="25444" y="3913"/>
                  </a:lnTo>
                  <a:lnTo>
                    <a:pt x="25276" y="3892"/>
                  </a:lnTo>
                  <a:lnTo>
                    <a:pt x="25172" y="3913"/>
                  </a:lnTo>
                  <a:lnTo>
                    <a:pt x="25130" y="3871"/>
                  </a:lnTo>
                  <a:lnTo>
                    <a:pt x="25004" y="3871"/>
                  </a:lnTo>
                  <a:lnTo>
                    <a:pt x="25004" y="3892"/>
                  </a:lnTo>
                  <a:lnTo>
                    <a:pt x="24879" y="4792"/>
                  </a:lnTo>
                  <a:lnTo>
                    <a:pt x="24900" y="4959"/>
                  </a:lnTo>
                  <a:lnTo>
                    <a:pt x="24858" y="5148"/>
                  </a:lnTo>
                  <a:lnTo>
                    <a:pt x="24879" y="5252"/>
                  </a:lnTo>
                  <a:lnTo>
                    <a:pt x="24795" y="5524"/>
                  </a:lnTo>
                  <a:lnTo>
                    <a:pt x="24900" y="5692"/>
                  </a:lnTo>
                  <a:lnTo>
                    <a:pt x="25172" y="5838"/>
                  </a:lnTo>
                  <a:lnTo>
                    <a:pt x="25339" y="5671"/>
                  </a:lnTo>
                  <a:lnTo>
                    <a:pt x="25569" y="5671"/>
                  </a:lnTo>
                  <a:lnTo>
                    <a:pt x="25841" y="5734"/>
                  </a:lnTo>
                  <a:lnTo>
                    <a:pt x="25946" y="5838"/>
                  </a:lnTo>
                  <a:lnTo>
                    <a:pt x="26072" y="5629"/>
                  </a:lnTo>
                  <a:lnTo>
                    <a:pt x="26072" y="5483"/>
                  </a:lnTo>
                  <a:lnTo>
                    <a:pt x="26072" y="5378"/>
                  </a:lnTo>
                  <a:lnTo>
                    <a:pt x="26239" y="5336"/>
                  </a:lnTo>
                  <a:lnTo>
                    <a:pt x="26281" y="5273"/>
                  </a:lnTo>
                  <a:lnTo>
                    <a:pt x="26553" y="5357"/>
                  </a:lnTo>
                  <a:lnTo>
                    <a:pt x="26699" y="5545"/>
                  </a:lnTo>
                  <a:lnTo>
                    <a:pt x="26908" y="5734"/>
                  </a:lnTo>
                  <a:lnTo>
                    <a:pt x="27076" y="5943"/>
                  </a:lnTo>
                  <a:lnTo>
                    <a:pt x="27285" y="6089"/>
                  </a:lnTo>
                  <a:lnTo>
                    <a:pt x="27306" y="6194"/>
                  </a:lnTo>
                  <a:lnTo>
                    <a:pt x="27327" y="6278"/>
                  </a:lnTo>
                  <a:lnTo>
                    <a:pt x="27327" y="6382"/>
                  </a:lnTo>
                  <a:lnTo>
                    <a:pt x="27285" y="6424"/>
                  </a:lnTo>
                  <a:lnTo>
                    <a:pt x="27285" y="6508"/>
                  </a:lnTo>
                  <a:lnTo>
                    <a:pt x="27264" y="6591"/>
                  </a:lnTo>
                  <a:lnTo>
                    <a:pt x="27139" y="6571"/>
                  </a:lnTo>
                  <a:lnTo>
                    <a:pt x="27097" y="6508"/>
                  </a:lnTo>
                  <a:lnTo>
                    <a:pt x="26992" y="6529"/>
                  </a:lnTo>
                  <a:lnTo>
                    <a:pt x="26908" y="6591"/>
                  </a:lnTo>
                  <a:lnTo>
                    <a:pt x="26762" y="6508"/>
                  </a:lnTo>
                  <a:lnTo>
                    <a:pt x="26657" y="6529"/>
                  </a:lnTo>
                  <a:lnTo>
                    <a:pt x="26553" y="6675"/>
                  </a:lnTo>
                  <a:lnTo>
                    <a:pt x="26385" y="6801"/>
                  </a:lnTo>
                  <a:lnTo>
                    <a:pt x="26323" y="6843"/>
                  </a:lnTo>
                  <a:lnTo>
                    <a:pt x="26218" y="6780"/>
                  </a:lnTo>
                  <a:lnTo>
                    <a:pt x="26155" y="6801"/>
                  </a:lnTo>
                  <a:lnTo>
                    <a:pt x="26155" y="6905"/>
                  </a:lnTo>
                  <a:lnTo>
                    <a:pt x="26092" y="6947"/>
                  </a:lnTo>
                  <a:lnTo>
                    <a:pt x="26030" y="6989"/>
                  </a:lnTo>
                  <a:lnTo>
                    <a:pt x="25967" y="6947"/>
                  </a:lnTo>
                  <a:lnTo>
                    <a:pt x="25925" y="7031"/>
                  </a:lnTo>
                  <a:lnTo>
                    <a:pt x="25820" y="7198"/>
                  </a:lnTo>
                  <a:lnTo>
                    <a:pt x="25800" y="7366"/>
                  </a:lnTo>
                  <a:lnTo>
                    <a:pt x="25800" y="7470"/>
                  </a:lnTo>
                  <a:lnTo>
                    <a:pt x="25737" y="7554"/>
                  </a:lnTo>
                  <a:lnTo>
                    <a:pt x="25611" y="7575"/>
                  </a:lnTo>
                  <a:lnTo>
                    <a:pt x="25381" y="7763"/>
                  </a:lnTo>
                  <a:lnTo>
                    <a:pt x="25214" y="7763"/>
                  </a:lnTo>
                  <a:lnTo>
                    <a:pt x="25088" y="7742"/>
                  </a:lnTo>
                  <a:lnTo>
                    <a:pt x="25004" y="7784"/>
                  </a:lnTo>
                  <a:lnTo>
                    <a:pt x="24900" y="7993"/>
                  </a:lnTo>
                  <a:lnTo>
                    <a:pt x="24795" y="8077"/>
                  </a:lnTo>
                  <a:lnTo>
                    <a:pt x="24670" y="8182"/>
                  </a:lnTo>
                  <a:lnTo>
                    <a:pt x="24586" y="8265"/>
                  </a:lnTo>
                  <a:lnTo>
                    <a:pt x="24565" y="8370"/>
                  </a:lnTo>
                  <a:lnTo>
                    <a:pt x="24502" y="8370"/>
                  </a:lnTo>
                  <a:lnTo>
                    <a:pt x="24377" y="8307"/>
                  </a:lnTo>
                  <a:lnTo>
                    <a:pt x="24251" y="8286"/>
                  </a:lnTo>
                  <a:lnTo>
                    <a:pt x="24063" y="8203"/>
                  </a:lnTo>
                  <a:lnTo>
                    <a:pt x="23937" y="8140"/>
                  </a:lnTo>
                  <a:lnTo>
                    <a:pt x="23770" y="8098"/>
                  </a:lnTo>
                  <a:lnTo>
                    <a:pt x="23561" y="8161"/>
                  </a:lnTo>
                  <a:lnTo>
                    <a:pt x="23435" y="8265"/>
                  </a:lnTo>
                  <a:lnTo>
                    <a:pt x="23331" y="8391"/>
                  </a:lnTo>
                  <a:lnTo>
                    <a:pt x="23331" y="8621"/>
                  </a:lnTo>
                  <a:lnTo>
                    <a:pt x="23351" y="8768"/>
                  </a:lnTo>
                  <a:lnTo>
                    <a:pt x="23331" y="8830"/>
                  </a:lnTo>
                  <a:lnTo>
                    <a:pt x="23603" y="9019"/>
                  </a:lnTo>
                  <a:lnTo>
                    <a:pt x="23833" y="9144"/>
                  </a:lnTo>
                  <a:lnTo>
                    <a:pt x="23833" y="9228"/>
                  </a:lnTo>
                  <a:lnTo>
                    <a:pt x="23770" y="9332"/>
                  </a:lnTo>
                  <a:lnTo>
                    <a:pt x="23707" y="9437"/>
                  </a:lnTo>
                  <a:lnTo>
                    <a:pt x="23435" y="9730"/>
                  </a:lnTo>
                  <a:lnTo>
                    <a:pt x="23310" y="9960"/>
                  </a:lnTo>
                  <a:lnTo>
                    <a:pt x="23226" y="10169"/>
                  </a:lnTo>
                  <a:lnTo>
                    <a:pt x="23121" y="10169"/>
                  </a:lnTo>
                  <a:lnTo>
                    <a:pt x="22933" y="10232"/>
                  </a:lnTo>
                  <a:lnTo>
                    <a:pt x="22807" y="10232"/>
                  </a:lnTo>
                  <a:lnTo>
                    <a:pt x="22661" y="10337"/>
                  </a:lnTo>
                  <a:lnTo>
                    <a:pt x="22494" y="10462"/>
                  </a:lnTo>
                  <a:lnTo>
                    <a:pt x="22347" y="10462"/>
                  </a:lnTo>
                  <a:lnTo>
                    <a:pt x="22096" y="10483"/>
                  </a:lnTo>
                  <a:lnTo>
                    <a:pt x="21908" y="10546"/>
                  </a:lnTo>
                  <a:lnTo>
                    <a:pt x="21740" y="10588"/>
                  </a:lnTo>
                  <a:lnTo>
                    <a:pt x="21322" y="10755"/>
                  </a:lnTo>
                  <a:lnTo>
                    <a:pt x="21008" y="10860"/>
                  </a:lnTo>
                  <a:lnTo>
                    <a:pt x="20841" y="11027"/>
                  </a:lnTo>
                  <a:lnTo>
                    <a:pt x="20590" y="11216"/>
                  </a:lnTo>
                  <a:lnTo>
                    <a:pt x="20485" y="11320"/>
                  </a:lnTo>
                  <a:lnTo>
                    <a:pt x="20338" y="11320"/>
                  </a:lnTo>
                  <a:lnTo>
                    <a:pt x="20192" y="11278"/>
                  </a:lnTo>
                  <a:lnTo>
                    <a:pt x="20192" y="11216"/>
                  </a:lnTo>
                  <a:lnTo>
                    <a:pt x="20171" y="11111"/>
                  </a:lnTo>
                  <a:lnTo>
                    <a:pt x="19899" y="11195"/>
                  </a:lnTo>
                  <a:lnTo>
                    <a:pt x="19732" y="11216"/>
                  </a:lnTo>
                  <a:lnTo>
                    <a:pt x="19522" y="11111"/>
                  </a:lnTo>
                  <a:lnTo>
                    <a:pt x="19355" y="11090"/>
                  </a:lnTo>
                  <a:lnTo>
                    <a:pt x="18999" y="10965"/>
                  </a:lnTo>
                  <a:lnTo>
                    <a:pt x="18623" y="10797"/>
                  </a:lnTo>
                  <a:lnTo>
                    <a:pt x="18413" y="10609"/>
                  </a:lnTo>
                  <a:lnTo>
                    <a:pt x="18288" y="10588"/>
                  </a:lnTo>
                  <a:lnTo>
                    <a:pt x="17869" y="10567"/>
                  </a:lnTo>
                  <a:lnTo>
                    <a:pt x="17493" y="10567"/>
                  </a:lnTo>
                  <a:lnTo>
                    <a:pt x="17430" y="10546"/>
                  </a:lnTo>
                  <a:lnTo>
                    <a:pt x="17367" y="10588"/>
                  </a:lnTo>
                  <a:lnTo>
                    <a:pt x="17325" y="10651"/>
                  </a:lnTo>
                  <a:lnTo>
                    <a:pt x="17137" y="10713"/>
                  </a:lnTo>
                  <a:lnTo>
                    <a:pt x="16865" y="10755"/>
                  </a:lnTo>
                  <a:lnTo>
                    <a:pt x="16384" y="10693"/>
                  </a:lnTo>
                  <a:lnTo>
                    <a:pt x="16028" y="10713"/>
                  </a:lnTo>
                  <a:lnTo>
                    <a:pt x="15777" y="10693"/>
                  </a:lnTo>
                  <a:lnTo>
                    <a:pt x="15547" y="10713"/>
                  </a:lnTo>
                  <a:lnTo>
                    <a:pt x="15442" y="10755"/>
                  </a:lnTo>
                  <a:lnTo>
                    <a:pt x="15338" y="10713"/>
                  </a:lnTo>
                  <a:lnTo>
                    <a:pt x="15191" y="10462"/>
                  </a:lnTo>
                  <a:lnTo>
                    <a:pt x="15149" y="10337"/>
                  </a:lnTo>
                  <a:lnTo>
                    <a:pt x="15024" y="10169"/>
                  </a:lnTo>
                  <a:lnTo>
                    <a:pt x="14919" y="10044"/>
                  </a:lnTo>
                  <a:lnTo>
                    <a:pt x="14856" y="9877"/>
                  </a:lnTo>
                  <a:lnTo>
                    <a:pt x="14856" y="9814"/>
                  </a:lnTo>
                  <a:lnTo>
                    <a:pt x="14752" y="9709"/>
                  </a:lnTo>
                  <a:lnTo>
                    <a:pt x="14668" y="9667"/>
                  </a:lnTo>
                  <a:lnTo>
                    <a:pt x="14626" y="9667"/>
                  </a:lnTo>
                  <a:lnTo>
                    <a:pt x="14584" y="9604"/>
                  </a:lnTo>
                  <a:lnTo>
                    <a:pt x="14564" y="9500"/>
                  </a:lnTo>
                  <a:lnTo>
                    <a:pt x="14333" y="9500"/>
                  </a:lnTo>
                  <a:lnTo>
                    <a:pt x="14187" y="9416"/>
                  </a:lnTo>
                  <a:lnTo>
                    <a:pt x="13978" y="9249"/>
                  </a:lnTo>
                  <a:lnTo>
                    <a:pt x="13873" y="9249"/>
                  </a:lnTo>
                  <a:lnTo>
                    <a:pt x="13768" y="9228"/>
                  </a:lnTo>
                  <a:lnTo>
                    <a:pt x="13706" y="9186"/>
                  </a:lnTo>
                  <a:lnTo>
                    <a:pt x="13517" y="9040"/>
                  </a:lnTo>
                  <a:lnTo>
                    <a:pt x="13141" y="8977"/>
                  </a:lnTo>
                  <a:lnTo>
                    <a:pt x="13099" y="8977"/>
                  </a:lnTo>
                  <a:lnTo>
                    <a:pt x="13057" y="9019"/>
                  </a:lnTo>
                  <a:lnTo>
                    <a:pt x="12890" y="9019"/>
                  </a:lnTo>
                  <a:lnTo>
                    <a:pt x="12639" y="9040"/>
                  </a:lnTo>
                  <a:lnTo>
                    <a:pt x="12053" y="8914"/>
                  </a:lnTo>
                  <a:lnTo>
                    <a:pt x="11948" y="8830"/>
                  </a:lnTo>
                  <a:lnTo>
                    <a:pt x="11823" y="8663"/>
                  </a:lnTo>
                  <a:lnTo>
                    <a:pt x="11802" y="8558"/>
                  </a:lnTo>
                  <a:lnTo>
                    <a:pt x="11802" y="8475"/>
                  </a:lnTo>
                  <a:lnTo>
                    <a:pt x="11823" y="8412"/>
                  </a:lnTo>
                  <a:lnTo>
                    <a:pt x="11906" y="8349"/>
                  </a:lnTo>
                  <a:lnTo>
                    <a:pt x="11948" y="8244"/>
                  </a:lnTo>
                  <a:lnTo>
                    <a:pt x="11885" y="8161"/>
                  </a:lnTo>
                  <a:lnTo>
                    <a:pt x="11843" y="8035"/>
                  </a:lnTo>
                  <a:lnTo>
                    <a:pt x="11885" y="7952"/>
                  </a:lnTo>
                  <a:lnTo>
                    <a:pt x="11885" y="7826"/>
                  </a:lnTo>
                  <a:lnTo>
                    <a:pt x="11823" y="7763"/>
                  </a:lnTo>
                  <a:lnTo>
                    <a:pt x="11739" y="7638"/>
                  </a:lnTo>
                  <a:lnTo>
                    <a:pt x="11676" y="7575"/>
                  </a:lnTo>
                  <a:lnTo>
                    <a:pt x="11592" y="7533"/>
                  </a:lnTo>
                  <a:lnTo>
                    <a:pt x="11530" y="7428"/>
                  </a:lnTo>
                  <a:lnTo>
                    <a:pt x="11488" y="7345"/>
                  </a:lnTo>
                  <a:lnTo>
                    <a:pt x="11446" y="7240"/>
                  </a:lnTo>
                  <a:lnTo>
                    <a:pt x="11425" y="7136"/>
                  </a:lnTo>
                  <a:lnTo>
                    <a:pt x="11383" y="7052"/>
                  </a:lnTo>
                  <a:lnTo>
                    <a:pt x="11279" y="6989"/>
                  </a:lnTo>
                  <a:lnTo>
                    <a:pt x="11195" y="6947"/>
                  </a:lnTo>
                  <a:lnTo>
                    <a:pt x="11153" y="6884"/>
                  </a:lnTo>
                  <a:lnTo>
                    <a:pt x="11069" y="6843"/>
                  </a:lnTo>
                  <a:lnTo>
                    <a:pt x="10965" y="6843"/>
                  </a:lnTo>
                  <a:lnTo>
                    <a:pt x="10902" y="6905"/>
                  </a:lnTo>
                  <a:lnTo>
                    <a:pt x="10860" y="6926"/>
                  </a:lnTo>
                  <a:lnTo>
                    <a:pt x="10776" y="6905"/>
                  </a:lnTo>
                  <a:lnTo>
                    <a:pt x="10693" y="6801"/>
                  </a:lnTo>
                  <a:lnTo>
                    <a:pt x="10672" y="6738"/>
                  </a:lnTo>
                  <a:lnTo>
                    <a:pt x="10567" y="6738"/>
                  </a:lnTo>
                  <a:lnTo>
                    <a:pt x="10442" y="6801"/>
                  </a:lnTo>
                  <a:lnTo>
                    <a:pt x="10400" y="6843"/>
                  </a:lnTo>
                  <a:lnTo>
                    <a:pt x="10379" y="6926"/>
                  </a:lnTo>
                  <a:lnTo>
                    <a:pt x="10337" y="6926"/>
                  </a:lnTo>
                  <a:lnTo>
                    <a:pt x="10211" y="6843"/>
                  </a:lnTo>
                  <a:lnTo>
                    <a:pt x="10170" y="6780"/>
                  </a:lnTo>
                  <a:lnTo>
                    <a:pt x="10170" y="6717"/>
                  </a:lnTo>
                  <a:lnTo>
                    <a:pt x="10107" y="6633"/>
                  </a:lnTo>
                  <a:lnTo>
                    <a:pt x="10002" y="6571"/>
                  </a:lnTo>
                  <a:lnTo>
                    <a:pt x="9877" y="6466"/>
                  </a:lnTo>
                  <a:lnTo>
                    <a:pt x="9835" y="6424"/>
                  </a:lnTo>
                  <a:lnTo>
                    <a:pt x="9751" y="6382"/>
                  </a:lnTo>
                  <a:lnTo>
                    <a:pt x="9730" y="6299"/>
                  </a:lnTo>
                  <a:lnTo>
                    <a:pt x="9730" y="6215"/>
                  </a:lnTo>
                  <a:lnTo>
                    <a:pt x="9709" y="6173"/>
                  </a:lnTo>
                  <a:lnTo>
                    <a:pt x="9688" y="6173"/>
                  </a:lnTo>
                  <a:lnTo>
                    <a:pt x="9688" y="6215"/>
                  </a:lnTo>
                  <a:lnTo>
                    <a:pt x="9646" y="6215"/>
                  </a:lnTo>
                  <a:lnTo>
                    <a:pt x="9605" y="6152"/>
                  </a:lnTo>
                  <a:lnTo>
                    <a:pt x="9584" y="6110"/>
                  </a:lnTo>
                  <a:lnTo>
                    <a:pt x="9584" y="5985"/>
                  </a:lnTo>
                  <a:lnTo>
                    <a:pt x="9542" y="5943"/>
                  </a:lnTo>
                  <a:lnTo>
                    <a:pt x="9521" y="5943"/>
                  </a:lnTo>
                  <a:lnTo>
                    <a:pt x="9395" y="5880"/>
                  </a:lnTo>
                  <a:lnTo>
                    <a:pt x="9312" y="5880"/>
                  </a:lnTo>
                  <a:lnTo>
                    <a:pt x="9333" y="5901"/>
                  </a:lnTo>
                  <a:lnTo>
                    <a:pt x="9228" y="6006"/>
                  </a:lnTo>
                  <a:lnTo>
                    <a:pt x="9123" y="6068"/>
                  </a:lnTo>
                  <a:lnTo>
                    <a:pt x="8998" y="6215"/>
                  </a:lnTo>
                  <a:lnTo>
                    <a:pt x="8977" y="6319"/>
                  </a:lnTo>
                  <a:lnTo>
                    <a:pt x="9019" y="6382"/>
                  </a:lnTo>
                  <a:lnTo>
                    <a:pt x="8956" y="6508"/>
                  </a:lnTo>
                  <a:lnTo>
                    <a:pt x="8768" y="6571"/>
                  </a:lnTo>
                  <a:lnTo>
                    <a:pt x="8684" y="6633"/>
                  </a:lnTo>
                  <a:lnTo>
                    <a:pt x="8663" y="6780"/>
                  </a:lnTo>
                  <a:lnTo>
                    <a:pt x="8663" y="7010"/>
                  </a:lnTo>
                  <a:lnTo>
                    <a:pt x="8768" y="7240"/>
                  </a:lnTo>
                  <a:lnTo>
                    <a:pt x="8872" y="7408"/>
                  </a:lnTo>
                  <a:lnTo>
                    <a:pt x="8872" y="7470"/>
                  </a:lnTo>
                  <a:lnTo>
                    <a:pt x="8705" y="7638"/>
                  </a:lnTo>
                  <a:lnTo>
                    <a:pt x="8579" y="7680"/>
                  </a:lnTo>
                  <a:lnTo>
                    <a:pt x="8496" y="7784"/>
                  </a:lnTo>
                  <a:lnTo>
                    <a:pt x="8433" y="7826"/>
                  </a:lnTo>
                  <a:lnTo>
                    <a:pt x="8349" y="7826"/>
                  </a:lnTo>
                  <a:lnTo>
                    <a:pt x="8307" y="7742"/>
                  </a:lnTo>
                  <a:lnTo>
                    <a:pt x="8245" y="7742"/>
                  </a:lnTo>
                  <a:lnTo>
                    <a:pt x="8014" y="7784"/>
                  </a:lnTo>
                  <a:lnTo>
                    <a:pt x="7847" y="7763"/>
                  </a:lnTo>
                  <a:lnTo>
                    <a:pt x="7638" y="7680"/>
                  </a:lnTo>
                  <a:lnTo>
                    <a:pt x="7429" y="7680"/>
                  </a:lnTo>
                  <a:lnTo>
                    <a:pt x="7387" y="7952"/>
                  </a:lnTo>
                  <a:lnTo>
                    <a:pt x="7324" y="8098"/>
                  </a:lnTo>
                  <a:lnTo>
                    <a:pt x="7324" y="8244"/>
                  </a:lnTo>
                  <a:lnTo>
                    <a:pt x="7261" y="8579"/>
                  </a:lnTo>
                  <a:lnTo>
                    <a:pt x="7261" y="8830"/>
                  </a:lnTo>
                  <a:lnTo>
                    <a:pt x="7240" y="8914"/>
                  </a:lnTo>
                  <a:lnTo>
                    <a:pt x="7303" y="8977"/>
                  </a:lnTo>
                  <a:lnTo>
                    <a:pt x="7429" y="9019"/>
                  </a:lnTo>
                  <a:lnTo>
                    <a:pt x="7387" y="9144"/>
                  </a:lnTo>
                  <a:lnTo>
                    <a:pt x="7387" y="9228"/>
                  </a:lnTo>
                  <a:lnTo>
                    <a:pt x="7303" y="9228"/>
                  </a:lnTo>
                  <a:lnTo>
                    <a:pt x="7219" y="9291"/>
                  </a:lnTo>
                  <a:lnTo>
                    <a:pt x="7136" y="9291"/>
                  </a:lnTo>
                  <a:lnTo>
                    <a:pt x="7073" y="9228"/>
                  </a:lnTo>
                  <a:lnTo>
                    <a:pt x="6989" y="9249"/>
                  </a:lnTo>
                  <a:lnTo>
                    <a:pt x="6864" y="9291"/>
                  </a:lnTo>
                  <a:lnTo>
                    <a:pt x="6592" y="9332"/>
                  </a:lnTo>
                  <a:lnTo>
                    <a:pt x="6445" y="9416"/>
                  </a:lnTo>
                  <a:lnTo>
                    <a:pt x="6341" y="9416"/>
                  </a:lnTo>
                  <a:lnTo>
                    <a:pt x="6278" y="9353"/>
                  </a:lnTo>
                  <a:lnTo>
                    <a:pt x="6173" y="9416"/>
                  </a:lnTo>
                  <a:lnTo>
                    <a:pt x="6069" y="9521"/>
                  </a:lnTo>
                  <a:lnTo>
                    <a:pt x="6069" y="9604"/>
                  </a:lnTo>
                  <a:lnTo>
                    <a:pt x="6173" y="9667"/>
                  </a:lnTo>
                  <a:lnTo>
                    <a:pt x="6341" y="9646"/>
                  </a:lnTo>
                  <a:lnTo>
                    <a:pt x="6466" y="9667"/>
                  </a:lnTo>
                  <a:lnTo>
                    <a:pt x="6466" y="9730"/>
                  </a:lnTo>
                  <a:lnTo>
                    <a:pt x="6382" y="9814"/>
                  </a:lnTo>
                  <a:lnTo>
                    <a:pt x="6445" y="9981"/>
                  </a:lnTo>
                  <a:lnTo>
                    <a:pt x="6445" y="10065"/>
                  </a:lnTo>
                  <a:lnTo>
                    <a:pt x="6487" y="10149"/>
                  </a:lnTo>
                  <a:lnTo>
                    <a:pt x="6508" y="10253"/>
                  </a:lnTo>
                  <a:lnTo>
                    <a:pt x="6613" y="10441"/>
                  </a:lnTo>
                  <a:lnTo>
                    <a:pt x="6654" y="10546"/>
                  </a:lnTo>
                  <a:lnTo>
                    <a:pt x="6780" y="10609"/>
                  </a:lnTo>
                  <a:lnTo>
                    <a:pt x="6822" y="10860"/>
                  </a:lnTo>
                  <a:lnTo>
                    <a:pt x="6738" y="10923"/>
                  </a:lnTo>
                  <a:lnTo>
                    <a:pt x="6696" y="11027"/>
                  </a:lnTo>
                  <a:lnTo>
                    <a:pt x="6801" y="11132"/>
                  </a:lnTo>
                  <a:lnTo>
                    <a:pt x="6738" y="11174"/>
                  </a:lnTo>
                  <a:lnTo>
                    <a:pt x="6738" y="11216"/>
                  </a:lnTo>
                  <a:lnTo>
                    <a:pt x="6613" y="11299"/>
                  </a:lnTo>
                  <a:lnTo>
                    <a:pt x="6654" y="11446"/>
                  </a:lnTo>
                  <a:lnTo>
                    <a:pt x="6508" y="11509"/>
                  </a:lnTo>
                  <a:lnTo>
                    <a:pt x="6278" y="11446"/>
                  </a:lnTo>
                  <a:lnTo>
                    <a:pt x="6027" y="11174"/>
                  </a:lnTo>
                  <a:lnTo>
                    <a:pt x="5922" y="11195"/>
                  </a:lnTo>
                  <a:lnTo>
                    <a:pt x="5671" y="11090"/>
                  </a:lnTo>
                  <a:lnTo>
                    <a:pt x="5336" y="11090"/>
                  </a:lnTo>
                  <a:lnTo>
                    <a:pt x="5148" y="11132"/>
                  </a:lnTo>
                  <a:lnTo>
                    <a:pt x="4876" y="11069"/>
                  </a:lnTo>
                  <a:lnTo>
                    <a:pt x="4583" y="11132"/>
                  </a:lnTo>
                  <a:lnTo>
                    <a:pt x="4457" y="11132"/>
                  </a:lnTo>
                  <a:lnTo>
                    <a:pt x="4311" y="11111"/>
                  </a:lnTo>
                  <a:lnTo>
                    <a:pt x="4206" y="11195"/>
                  </a:lnTo>
                  <a:lnTo>
                    <a:pt x="4102" y="11237"/>
                  </a:lnTo>
                  <a:lnTo>
                    <a:pt x="3767" y="11195"/>
                  </a:lnTo>
                  <a:lnTo>
                    <a:pt x="3558" y="11132"/>
                  </a:lnTo>
                  <a:lnTo>
                    <a:pt x="3432" y="11069"/>
                  </a:lnTo>
                  <a:lnTo>
                    <a:pt x="3244" y="11069"/>
                  </a:lnTo>
                  <a:lnTo>
                    <a:pt x="3202" y="11111"/>
                  </a:lnTo>
                  <a:lnTo>
                    <a:pt x="3035" y="11090"/>
                  </a:lnTo>
                  <a:lnTo>
                    <a:pt x="2930" y="11069"/>
                  </a:lnTo>
                  <a:lnTo>
                    <a:pt x="2888" y="11111"/>
                  </a:lnTo>
                  <a:lnTo>
                    <a:pt x="2888" y="11237"/>
                  </a:lnTo>
                  <a:lnTo>
                    <a:pt x="2909" y="11383"/>
                  </a:lnTo>
                  <a:lnTo>
                    <a:pt x="2930" y="11509"/>
                  </a:lnTo>
                  <a:lnTo>
                    <a:pt x="2742" y="11550"/>
                  </a:lnTo>
                  <a:lnTo>
                    <a:pt x="2386" y="11550"/>
                  </a:lnTo>
                  <a:lnTo>
                    <a:pt x="1968" y="11509"/>
                  </a:lnTo>
                  <a:lnTo>
                    <a:pt x="1863" y="11446"/>
                  </a:lnTo>
                  <a:lnTo>
                    <a:pt x="1675" y="11425"/>
                  </a:lnTo>
                  <a:lnTo>
                    <a:pt x="1570" y="11550"/>
                  </a:lnTo>
                  <a:lnTo>
                    <a:pt x="1591" y="11613"/>
                  </a:lnTo>
                  <a:lnTo>
                    <a:pt x="1465" y="11697"/>
                  </a:lnTo>
                  <a:lnTo>
                    <a:pt x="1465" y="11739"/>
                  </a:lnTo>
                  <a:lnTo>
                    <a:pt x="1507" y="11739"/>
                  </a:lnTo>
                  <a:lnTo>
                    <a:pt x="1507" y="11864"/>
                  </a:lnTo>
                  <a:lnTo>
                    <a:pt x="1340" y="12157"/>
                  </a:lnTo>
                  <a:lnTo>
                    <a:pt x="1256" y="12283"/>
                  </a:lnTo>
                  <a:lnTo>
                    <a:pt x="1361" y="12366"/>
                  </a:lnTo>
                  <a:lnTo>
                    <a:pt x="1633" y="12450"/>
                  </a:lnTo>
                  <a:lnTo>
                    <a:pt x="1737" y="12555"/>
                  </a:lnTo>
                  <a:lnTo>
                    <a:pt x="1842" y="12576"/>
                  </a:lnTo>
                  <a:lnTo>
                    <a:pt x="1947" y="12471"/>
                  </a:lnTo>
                  <a:lnTo>
                    <a:pt x="1947" y="12325"/>
                  </a:lnTo>
                  <a:lnTo>
                    <a:pt x="2009" y="12325"/>
                  </a:lnTo>
                  <a:lnTo>
                    <a:pt x="2302" y="12555"/>
                  </a:lnTo>
                  <a:lnTo>
                    <a:pt x="2323" y="12659"/>
                  </a:lnTo>
                  <a:lnTo>
                    <a:pt x="2177" y="12848"/>
                  </a:lnTo>
                  <a:lnTo>
                    <a:pt x="1968" y="12848"/>
                  </a:lnTo>
                  <a:lnTo>
                    <a:pt x="1675" y="12890"/>
                  </a:lnTo>
                  <a:lnTo>
                    <a:pt x="1654" y="12785"/>
                  </a:lnTo>
                  <a:lnTo>
                    <a:pt x="1507" y="12659"/>
                  </a:lnTo>
                  <a:lnTo>
                    <a:pt x="1340" y="12869"/>
                  </a:lnTo>
                  <a:lnTo>
                    <a:pt x="1235" y="12848"/>
                  </a:lnTo>
                  <a:lnTo>
                    <a:pt x="1068" y="12973"/>
                  </a:lnTo>
                  <a:lnTo>
                    <a:pt x="921" y="13015"/>
                  </a:lnTo>
                  <a:lnTo>
                    <a:pt x="921" y="13162"/>
                  </a:lnTo>
                  <a:lnTo>
                    <a:pt x="1110" y="13224"/>
                  </a:lnTo>
                  <a:lnTo>
                    <a:pt x="1068" y="13371"/>
                  </a:lnTo>
                  <a:lnTo>
                    <a:pt x="900" y="13434"/>
                  </a:lnTo>
                  <a:lnTo>
                    <a:pt x="628" y="13496"/>
                  </a:lnTo>
                  <a:lnTo>
                    <a:pt x="691" y="13538"/>
                  </a:lnTo>
                  <a:lnTo>
                    <a:pt x="733" y="13622"/>
                  </a:lnTo>
                  <a:lnTo>
                    <a:pt x="503" y="13706"/>
                  </a:lnTo>
                  <a:lnTo>
                    <a:pt x="503" y="13831"/>
                  </a:lnTo>
                  <a:lnTo>
                    <a:pt x="398" y="13852"/>
                  </a:lnTo>
                  <a:lnTo>
                    <a:pt x="126" y="13831"/>
                  </a:lnTo>
                  <a:lnTo>
                    <a:pt x="1" y="13936"/>
                  </a:lnTo>
                  <a:lnTo>
                    <a:pt x="1" y="14103"/>
                  </a:lnTo>
                  <a:lnTo>
                    <a:pt x="168" y="14333"/>
                  </a:lnTo>
                  <a:lnTo>
                    <a:pt x="273" y="14270"/>
                  </a:lnTo>
                  <a:lnTo>
                    <a:pt x="419" y="14250"/>
                  </a:lnTo>
                  <a:lnTo>
                    <a:pt x="440" y="14375"/>
                  </a:lnTo>
                  <a:lnTo>
                    <a:pt x="398" y="14522"/>
                  </a:lnTo>
                  <a:lnTo>
                    <a:pt x="461" y="14668"/>
                  </a:lnTo>
                  <a:lnTo>
                    <a:pt x="587" y="14731"/>
                  </a:lnTo>
                  <a:lnTo>
                    <a:pt x="607" y="14877"/>
                  </a:lnTo>
                  <a:lnTo>
                    <a:pt x="545" y="14940"/>
                  </a:lnTo>
                  <a:lnTo>
                    <a:pt x="419" y="15212"/>
                  </a:lnTo>
                  <a:lnTo>
                    <a:pt x="377" y="15589"/>
                  </a:lnTo>
                  <a:lnTo>
                    <a:pt x="335" y="15526"/>
                  </a:lnTo>
                  <a:lnTo>
                    <a:pt x="440" y="15693"/>
                  </a:lnTo>
                  <a:lnTo>
                    <a:pt x="545" y="15714"/>
                  </a:lnTo>
                  <a:lnTo>
                    <a:pt x="733" y="15693"/>
                  </a:lnTo>
                  <a:lnTo>
                    <a:pt x="859" y="15610"/>
                  </a:lnTo>
                  <a:lnTo>
                    <a:pt x="921" y="15526"/>
                  </a:lnTo>
                  <a:lnTo>
                    <a:pt x="984" y="15505"/>
                  </a:lnTo>
                  <a:lnTo>
                    <a:pt x="1047" y="15463"/>
                  </a:lnTo>
                  <a:lnTo>
                    <a:pt x="1110" y="15484"/>
                  </a:lnTo>
                  <a:lnTo>
                    <a:pt x="1172" y="15568"/>
                  </a:lnTo>
                  <a:lnTo>
                    <a:pt x="1361" y="15589"/>
                  </a:lnTo>
                  <a:lnTo>
                    <a:pt x="1361" y="15505"/>
                  </a:lnTo>
                  <a:lnTo>
                    <a:pt x="1319" y="15463"/>
                  </a:lnTo>
                  <a:lnTo>
                    <a:pt x="1319" y="15358"/>
                  </a:lnTo>
                  <a:lnTo>
                    <a:pt x="1444" y="15317"/>
                  </a:lnTo>
                  <a:lnTo>
                    <a:pt x="1486" y="15275"/>
                  </a:lnTo>
                  <a:lnTo>
                    <a:pt x="1549" y="15275"/>
                  </a:lnTo>
                  <a:lnTo>
                    <a:pt x="1570" y="15317"/>
                  </a:lnTo>
                  <a:lnTo>
                    <a:pt x="1695" y="15317"/>
                  </a:lnTo>
                  <a:lnTo>
                    <a:pt x="1779" y="15191"/>
                  </a:lnTo>
                  <a:lnTo>
                    <a:pt x="1758" y="15045"/>
                  </a:lnTo>
                  <a:lnTo>
                    <a:pt x="1779" y="14961"/>
                  </a:lnTo>
                  <a:lnTo>
                    <a:pt x="1863" y="14898"/>
                  </a:lnTo>
                  <a:lnTo>
                    <a:pt x="1884" y="14731"/>
                  </a:lnTo>
                  <a:lnTo>
                    <a:pt x="1947" y="14626"/>
                  </a:lnTo>
                  <a:lnTo>
                    <a:pt x="2072" y="14626"/>
                  </a:lnTo>
                  <a:lnTo>
                    <a:pt x="2177" y="14689"/>
                  </a:lnTo>
                  <a:lnTo>
                    <a:pt x="2281" y="14752"/>
                  </a:lnTo>
                  <a:lnTo>
                    <a:pt x="2281" y="14835"/>
                  </a:lnTo>
                  <a:lnTo>
                    <a:pt x="2260" y="14982"/>
                  </a:lnTo>
                  <a:lnTo>
                    <a:pt x="2281" y="15086"/>
                  </a:lnTo>
                  <a:lnTo>
                    <a:pt x="2386" y="15086"/>
                  </a:lnTo>
                  <a:lnTo>
                    <a:pt x="2428" y="15191"/>
                  </a:lnTo>
                  <a:lnTo>
                    <a:pt x="2407" y="15317"/>
                  </a:lnTo>
                  <a:lnTo>
                    <a:pt x="2428" y="15463"/>
                  </a:lnTo>
                  <a:lnTo>
                    <a:pt x="2428" y="15672"/>
                  </a:lnTo>
                  <a:lnTo>
                    <a:pt x="2532" y="15798"/>
                  </a:lnTo>
                  <a:lnTo>
                    <a:pt x="2532" y="15882"/>
                  </a:lnTo>
                  <a:lnTo>
                    <a:pt x="2637" y="15903"/>
                  </a:lnTo>
                  <a:lnTo>
                    <a:pt x="2784" y="15903"/>
                  </a:lnTo>
                  <a:lnTo>
                    <a:pt x="2888" y="15819"/>
                  </a:lnTo>
                  <a:lnTo>
                    <a:pt x="2909" y="15777"/>
                  </a:lnTo>
                  <a:lnTo>
                    <a:pt x="3076" y="15693"/>
                  </a:lnTo>
                  <a:lnTo>
                    <a:pt x="3202" y="15610"/>
                  </a:lnTo>
                  <a:lnTo>
                    <a:pt x="3223" y="15484"/>
                  </a:lnTo>
                  <a:lnTo>
                    <a:pt x="3307" y="15421"/>
                  </a:lnTo>
                  <a:lnTo>
                    <a:pt x="3558" y="15275"/>
                  </a:lnTo>
                  <a:lnTo>
                    <a:pt x="3725" y="15212"/>
                  </a:lnTo>
                  <a:lnTo>
                    <a:pt x="3746" y="15358"/>
                  </a:lnTo>
                  <a:lnTo>
                    <a:pt x="3976" y="15317"/>
                  </a:lnTo>
                  <a:lnTo>
                    <a:pt x="4039" y="15212"/>
                  </a:lnTo>
                  <a:lnTo>
                    <a:pt x="4290" y="15212"/>
                  </a:lnTo>
                  <a:lnTo>
                    <a:pt x="4311" y="15317"/>
                  </a:lnTo>
                  <a:lnTo>
                    <a:pt x="4123" y="15484"/>
                  </a:lnTo>
                  <a:lnTo>
                    <a:pt x="4248" y="15505"/>
                  </a:lnTo>
                  <a:lnTo>
                    <a:pt x="4290" y="15463"/>
                  </a:lnTo>
                  <a:lnTo>
                    <a:pt x="4374" y="15463"/>
                  </a:lnTo>
                  <a:lnTo>
                    <a:pt x="4478" y="15526"/>
                  </a:lnTo>
                  <a:lnTo>
                    <a:pt x="4520" y="15505"/>
                  </a:lnTo>
                  <a:lnTo>
                    <a:pt x="4625" y="15505"/>
                  </a:lnTo>
                  <a:lnTo>
                    <a:pt x="4688" y="15463"/>
                  </a:lnTo>
                  <a:lnTo>
                    <a:pt x="4729" y="15400"/>
                  </a:lnTo>
                  <a:lnTo>
                    <a:pt x="4813" y="15400"/>
                  </a:lnTo>
                  <a:lnTo>
                    <a:pt x="4897" y="15484"/>
                  </a:lnTo>
                  <a:lnTo>
                    <a:pt x="4981" y="15672"/>
                  </a:lnTo>
                  <a:lnTo>
                    <a:pt x="5232" y="16049"/>
                  </a:lnTo>
                  <a:lnTo>
                    <a:pt x="5357" y="16133"/>
                  </a:lnTo>
                  <a:lnTo>
                    <a:pt x="5399" y="16300"/>
                  </a:lnTo>
                  <a:lnTo>
                    <a:pt x="5462" y="16363"/>
                  </a:lnTo>
                  <a:lnTo>
                    <a:pt x="5545" y="16447"/>
                  </a:lnTo>
                  <a:lnTo>
                    <a:pt x="5776" y="16467"/>
                  </a:lnTo>
                  <a:lnTo>
                    <a:pt x="5985" y="16467"/>
                  </a:lnTo>
                  <a:lnTo>
                    <a:pt x="6089" y="16509"/>
                  </a:lnTo>
                  <a:lnTo>
                    <a:pt x="6131" y="16635"/>
                  </a:lnTo>
                  <a:lnTo>
                    <a:pt x="6361" y="16719"/>
                  </a:lnTo>
                  <a:lnTo>
                    <a:pt x="6550" y="16823"/>
                  </a:lnTo>
                  <a:lnTo>
                    <a:pt x="6654" y="17095"/>
                  </a:lnTo>
                  <a:lnTo>
                    <a:pt x="6801" y="17263"/>
                  </a:lnTo>
                  <a:lnTo>
                    <a:pt x="6989" y="17367"/>
                  </a:lnTo>
                  <a:lnTo>
                    <a:pt x="7073" y="17514"/>
                  </a:lnTo>
                  <a:lnTo>
                    <a:pt x="7073" y="17786"/>
                  </a:lnTo>
                  <a:lnTo>
                    <a:pt x="7177" y="18037"/>
                  </a:lnTo>
                  <a:lnTo>
                    <a:pt x="7324" y="18079"/>
                  </a:lnTo>
                  <a:lnTo>
                    <a:pt x="7387" y="18330"/>
                  </a:lnTo>
                  <a:lnTo>
                    <a:pt x="7429" y="18539"/>
                  </a:lnTo>
                  <a:lnTo>
                    <a:pt x="7345" y="18664"/>
                  </a:lnTo>
                  <a:lnTo>
                    <a:pt x="7324" y="18602"/>
                  </a:lnTo>
                  <a:lnTo>
                    <a:pt x="7219" y="18539"/>
                  </a:lnTo>
                  <a:lnTo>
                    <a:pt x="7073" y="18727"/>
                  </a:lnTo>
                  <a:lnTo>
                    <a:pt x="7094" y="18811"/>
                  </a:lnTo>
                  <a:lnTo>
                    <a:pt x="7115" y="18874"/>
                  </a:lnTo>
                  <a:lnTo>
                    <a:pt x="7261" y="18957"/>
                  </a:lnTo>
                  <a:lnTo>
                    <a:pt x="7240" y="19188"/>
                  </a:lnTo>
                  <a:lnTo>
                    <a:pt x="7303" y="19292"/>
                  </a:lnTo>
                  <a:lnTo>
                    <a:pt x="7261" y="19376"/>
                  </a:lnTo>
                  <a:lnTo>
                    <a:pt x="7324" y="19397"/>
                  </a:lnTo>
                  <a:lnTo>
                    <a:pt x="7408" y="19501"/>
                  </a:lnTo>
                  <a:lnTo>
                    <a:pt x="7408" y="19606"/>
                  </a:lnTo>
                  <a:lnTo>
                    <a:pt x="7449" y="19606"/>
                  </a:lnTo>
                  <a:lnTo>
                    <a:pt x="7491" y="19752"/>
                  </a:lnTo>
                  <a:lnTo>
                    <a:pt x="7617" y="19794"/>
                  </a:lnTo>
                  <a:lnTo>
                    <a:pt x="7701" y="19690"/>
                  </a:lnTo>
                  <a:lnTo>
                    <a:pt x="7826" y="19690"/>
                  </a:lnTo>
                  <a:lnTo>
                    <a:pt x="7868" y="19773"/>
                  </a:lnTo>
                  <a:lnTo>
                    <a:pt x="8014" y="19794"/>
                  </a:lnTo>
                  <a:lnTo>
                    <a:pt x="8119" y="19899"/>
                  </a:lnTo>
                  <a:lnTo>
                    <a:pt x="8182" y="19920"/>
                  </a:lnTo>
                  <a:lnTo>
                    <a:pt x="8266" y="20087"/>
                  </a:lnTo>
                  <a:lnTo>
                    <a:pt x="8370" y="20087"/>
                  </a:lnTo>
                  <a:lnTo>
                    <a:pt x="8391" y="20192"/>
                  </a:lnTo>
                  <a:lnTo>
                    <a:pt x="8433" y="20171"/>
                  </a:lnTo>
                  <a:lnTo>
                    <a:pt x="8454" y="20129"/>
                  </a:lnTo>
                  <a:lnTo>
                    <a:pt x="8600" y="20213"/>
                  </a:lnTo>
                  <a:lnTo>
                    <a:pt x="8663" y="20296"/>
                  </a:lnTo>
                  <a:lnTo>
                    <a:pt x="8768" y="20296"/>
                  </a:lnTo>
                  <a:lnTo>
                    <a:pt x="8830" y="20317"/>
                  </a:lnTo>
                  <a:lnTo>
                    <a:pt x="8893" y="20213"/>
                  </a:lnTo>
                  <a:lnTo>
                    <a:pt x="9061" y="20192"/>
                  </a:lnTo>
                  <a:lnTo>
                    <a:pt x="9270" y="20276"/>
                  </a:lnTo>
                  <a:lnTo>
                    <a:pt x="9312" y="20338"/>
                  </a:lnTo>
                  <a:lnTo>
                    <a:pt x="9437" y="20338"/>
                  </a:lnTo>
                  <a:lnTo>
                    <a:pt x="9542" y="20401"/>
                  </a:lnTo>
                  <a:lnTo>
                    <a:pt x="9709" y="20589"/>
                  </a:lnTo>
                  <a:lnTo>
                    <a:pt x="9835" y="20589"/>
                  </a:lnTo>
                  <a:lnTo>
                    <a:pt x="9960" y="20652"/>
                  </a:lnTo>
                  <a:lnTo>
                    <a:pt x="10023" y="20715"/>
                  </a:lnTo>
                  <a:lnTo>
                    <a:pt x="10128" y="20840"/>
                  </a:lnTo>
                  <a:lnTo>
                    <a:pt x="10170" y="20966"/>
                  </a:lnTo>
                  <a:lnTo>
                    <a:pt x="10232" y="20945"/>
                  </a:lnTo>
                  <a:lnTo>
                    <a:pt x="10232" y="20757"/>
                  </a:lnTo>
                  <a:lnTo>
                    <a:pt x="10316" y="20715"/>
                  </a:lnTo>
                  <a:lnTo>
                    <a:pt x="10337" y="20757"/>
                  </a:lnTo>
                  <a:lnTo>
                    <a:pt x="10462" y="20757"/>
                  </a:lnTo>
                  <a:lnTo>
                    <a:pt x="10588" y="20840"/>
                  </a:lnTo>
                  <a:lnTo>
                    <a:pt x="10588" y="21008"/>
                  </a:lnTo>
                  <a:lnTo>
                    <a:pt x="10755" y="21133"/>
                  </a:lnTo>
                  <a:lnTo>
                    <a:pt x="10923" y="21071"/>
                  </a:lnTo>
                  <a:lnTo>
                    <a:pt x="11069" y="21071"/>
                  </a:lnTo>
                  <a:lnTo>
                    <a:pt x="11048" y="21322"/>
                  </a:lnTo>
                  <a:lnTo>
                    <a:pt x="11090" y="21468"/>
                  </a:lnTo>
                  <a:lnTo>
                    <a:pt x="11195" y="21447"/>
                  </a:lnTo>
                  <a:lnTo>
                    <a:pt x="11362" y="21531"/>
                  </a:lnTo>
                  <a:lnTo>
                    <a:pt x="11425" y="21447"/>
                  </a:lnTo>
                  <a:lnTo>
                    <a:pt x="11571" y="21426"/>
                  </a:lnTo>
                  <a:lnTo>
                    <a:pt x="11676" y="21322"/>
                  </a:lnTo>
                  <a:lnTo>
                    <a:pt x="11885" y="21322"/>
                  </a:lnTo>
                  <a:lnTo>
                    <a:pt x="12011" y="21384"/>
                  </a:lnTo>
                  <a:lnTo>
                    <a:pt x="12053" y="21531"/>
                  </a:lnTo>
                  <a:lnTo>
                    <a:pt x="12220" y="21594"/>
                  </a:lnTo>
                  <a:lnTo>
                    <a:pt x="12346" y="21761"/>
                  </a:lnTo>
                  <a:lnTo>
                    <a:pt x="12429" y="21782"/>
                  </a:lnTo>
                  <a:lnTo>
                    <a:pt x="12576" y="21740"/>
                  </a:lnTo>
                  <a:lnTo>
                    <a:pt x="12639" y="21761"/>
                  </a:lnTo>
                  <a:lnTo>
                    <a:pt x="12785" y="21698"/>
                  </a:lnTo>
                  <a:lnTo>
                    <a:pt x="12931" y="21698"/>
                  </a:lnTo>
                  <a:lnTo>
                    <a:pt x="13015" y="21594"/>
                  </a:lnTo>
                  <a:lnTo>
                    <a:pt x="13162" y="21594"/>
                  </a:lnTo>
                  <a:lnTo>
                    <a:pt x="13203" y="21698"/>
                  </a:lnTo>
                  <a:lnTo>
                    <a:pt x="13245" y="21866"/>
                  </a:lnTo>
                  <a:lnTo>
                    <a:pt x="13350" y="21949"/>
                  </a:lnTo>
                  <a:lnTo>
                    <a:pt x="13475" y="21887"/>
                  </a:lnTo>
                  <a:lnTo>
                    <a:pt x="13601" y="21636"/>
                  </a:lnTo>
                  <a:lnTo>
                    <a:pt x="13873" y="21468"/>
                  </a:lnTo>
                  <a:lnTo>
                    <a:pt x="14040" y="21447"/>
                  </a:lnTo>
                  <a:lnTo>
                    <a:pt x="14124" y="21552"/>
                  </a:lnTo>
                  <a:lnTo>
                    <a:pt x="14396" y="21573"/>
                  </a:lnTo>
                  <a:lnTo>
                    <a:pt x="14501" y="21636"/>
                  </a:lnTo>
                  <a:lnTo>
                    <a:pt x="14647" y="21552"/>
                  </a:lnTo>
                  <a:lnTo>
                    <a:pt x="14815" y="21573"/>
                  </a:lnTo>
                  <a:lnTo>
                    <a:pt x="14877" y="21677"/>
                  </a:lnTo>
                  <a:lnTo>
                    <a:pt x="14982" y="21677"/>
                  </a:lnTo>
                  <a:lnTo>
                    <a:pt x="15191" y="21636"/>
                  </a:lnTo>
                  <a:lnTo>
                    <a:pt x="15296" y="21636"/>
                  </a:lnTo>
                  <a:lnTo>
                    <a:pt x="15359" y="21468"/>
                  </a:lnTo>
                  <a:lnTo>
                    <a:pt x="15442" y="21426"/>
                  </a:lnTo>
                  <a:lnTo>
                    <a:pt x="15547" y="21447"/>
                  </a:lnTo>
                  <a:lnTo>
                    <a:pt x="15547" y="21364"/>
                  </a:lnTo>
                  <a:lnTo>
                    <a:pt x="15631" y="21343"/>
                  </a:lnTo>
                  <a:lnTo>
                    <a:pt x="15693" y="21217"/>
                  </a:lnTo>
                  <a:lnTo>
                    <a:pt x="15798" y="21112"/>
                  </a:lnTo>
                  <a:lnTo>
                    <a:pt x="15903" y="21071"/>
                  </a:lnTo>
                  <a:lnTo>
                    <a:pt x="16133" y="21029"/>
                  </a:lnTo>
                  <a:lnTo>
                    <a:pt x="16237" y="20861"/>
                  </a:lnTo>
                  <a:lnTo>
                    <a:pt x="16237" y="20736"/>
                  </a:lnTo>
                  <a:lnTo>
                    <a:pt x="16321" y="20736"/>
                  </a:lnTo>
                  <a:lnTo>
                    <a:pt x="16447" y="20631"/>
                  </a:lnTo>
                  <a:lnTo>
                    <a:pt x="16551" y="20799"/>
                  </a:lnTo>
                  <a:lnTo>
                    <a:pt x="16719" y="20736"/>
                  </a:lnTo>
                  <a:lnTo>
                    <a:pt x="16928" y="20820"/>
                  </a:lnTo>
                  <a:lnTo>
                    <a:pt x="17012" y="20757"/>
                  </a:lnTo>
                  <a:lnTo>
                    <a:pt x="16970" y="20652"/>
                  </a:lnTo>
                  <a:lnTo>
                    <a:pt x="17242" y="20506"/>
                  </a:lnTo>
                  <a:lnTo>
                    <a:pt x="17325" y="20527"/>
                  </a:lnTo>
                  <a:lnTo>
                    <a:pt x="17367" y="20610"/>
                  </a:lnTo>
                  <a:lnTo>
                    <a:pt x="17451" y="20610"/>
                  </a:lnTo>
                  <a:lnTo>
                    <a:pt x="17472" y="20652"/>
                  </a:lnTo>
                  <a:lnTo>
                    <a:pt x="17388" y="20820"/>
                  </a:lnTo>
                  <a:lnTo>
                    <a:pt x="17451" y="20903"/>
                  </a:lnTo>
                  <a:lnTo>
                    <a:pt x="17535" y="20903"/>
                  </a:lnTo>
                  <a:lnTo>
                    <a:pt x="17597" y="20861"/>
                  </a:lnTo>
                  <a:lnTo>
                    <a:pt x="17639" y="20945"/>
                  </a:lnTo>
                  <a:lnTo>
                    <a:pt x="17702" y="21050"/>
                  </a:lnTo>
                  <a:lnTo>
                    <a:pt x="17702" y="21133"/>
                  </a:lnTo>
                  <a:lnTo>
                    <a:pt x="17597" y="21238"/>
                  </a:lnTo>
                  <a:lnTo>
                    <a:pt x="17639" y="21343"/>
                  </a:lnTo>
                  <a:lnTo>
                    <a:pt x="17765" y="21364"/>
                  </a:lnTo>
                  <a:lnTo>
                    <a:pt x="17849" y="21322"/>
                  </a:lnTo>
                  <a:lnTo>
                    <a:pt x="17953" y="21364"/>
                  </a:lnTo>
                  <a:lnTo>
                    <a:pt x="18016" y="21468"/>
                  </a:lnTo>
                  <a:lnTo>
                    <a:pt x="18121" y="21426"/>
                  </a:lnTo>
                  <a:lnTo>
                    <a:pt x="18246" y="21468"/>
                  </a:lnTo>
                  <a:lnTo>
                    <a:pt x="18330" y="21426"/>
                  </a:lnTo>
                  <a:lnTo>
                    <a:pt x="18497" y="21426"/>
                  </a:lnTo>
                  <a:lnTo>
                    <a:pt x="18539" y="21573"/>
                  </a:lnTo>
                  <a:lnTo>
                    <a:pt x="18685" y="21677"/>
                  </a:lnTo>
                  <a:lnTo>
                    <a:pt x="18706" y="21845"/>
                  </a:lnTo>
                  <a:lnTo>
                    <a:pt x="18811" y="21845"/>
                  </a:lnTo>
                  <a:lnTo>
                    <a:pt x="18916" y="21970"/>
                  </a:lnTo>
                  <a:lnTo>
                    <a:pt x="18916" y="22117"/>
                  </a:lnTo>
                  <a:lnTo>
                    <a:pt x="18999" y="22326"/>
                  </a:lnTo>
                  <a:lnTo>
                    <a:pt x="19020" y="22493"/>
                  </a:lnTo>
                  <a:lnTo>
                    <a:pt x="18999" y="22745"/>
                  </a:lnTo>
                  <a:lnTo>
                    <a:pt x="18999" y="22849"/>
                  </a:lnTo>
                  <a:lnTo>
                    <a:pt x="18957" y="22933"/>
                  </a:lnTo>
                  <a:lnTo>
                    <a:pt x="18853" y="22996"/>
                  </a:lnTo>
                  <a:lnTo>
                    <a:pt x="18832" y="23100"/>
                  </a:lnTo>
                  <a:lnTo>
                    <a:pt x="18769" y="23121"/>
                  </a:lnTo>
                  <a:lnTo>
                    <a:pt x="18748" y="23205"/>
                  </a:lnTo>
                  <a:lnTo>
                    <a:pt x="18811" y="23309"/>
                  </a:lnTo>
                  <a:lnTo>
                    <a:pt x="18748" y="23351"/>
                  </a:lnTo>
                  <a:lnTo>
                    <a:pt x="18685" y="23330"/>
                  </a:lnTo>
                  <a:lnTo>
                    <a:pt x="18602" y="23435"/>
                  </a:lnTo>
                  <a:lnTo>
                    <a:pt x="18539" y="23519"/>
                  </a:lnTo>
                  <a:lnTo>
                    <a:pt x="18602" y="23581"/>
                  </a:lnTo>
                  <a:lnTo>
                    <a:pt x="18539" y="23665"/>
                  </a:lnTo>
                  <a:lnTo>
                    <a:pt x="18539" y="23770"/>
                  </a:lnTo>
                  <a:lnTo>
                    <a:pt x="18644" y="23833"/>
                  </a:lnTo>
                  <a:lnTo>
                    <a:pt x="18706" y="23895"/>
                  </a:lnTo>
                  <a:lnTo>
                    <a:pt x="18769" y="23958"/>
                  </a:lnTo>
                  <a:lnTo>
                    <a:pt x="18748" y="24105"/>
                  </a:lnTo>
                  <a:lnTo>
                    <a:pt x="18811" y="24251"/>
                  </a:lnTo>
                  <a:lnTo>
                    <a:pt x="18937" y="24146"/>
                  </a:lnTo>
                  <a:lnTo>
                    <a:pt x="19209" y="24084"/>
                  </a:lnTo>
                  <a:lnTo>
                    <a:pt x="19229" y="24167"/>
                  </a:lnTo>
                  <a:lnTo>
                    <a:pt x="19209" y="24251"/>
                  </a:lnTo>
                  <a:lnTo>
                    <a:pt x="19271" y="24293"/>
                  </a:lnTo>
                  <a:lnTo>
                    <a:pt x="19418" y="24272"/>
                  </a:lnTo>
                  <a:lnTo>
                    <a:pt x="19439" y="24377"/>
                  </a:lnTo>
                  <a:lnTo>
                    <a:pt x="19418" y="24481"/>
                  </a:lnTo>
                  <a:lnTo>
                    <a:pt x="19481" y="24565"/>
                  </a:lnTo>
                  <a:lnTo>
                    <a:pt x="19627" y="24586"/>
                  </a:lnTo>
                  <a:lnTo>
                    <a:pt x="19585" y="24628"/>
                  </a:lnTo>
                  <a:lnTo>
                    <a:pt x="19648" y="24711"/>
                  </a:lnTo>
                  <a:lnTo>
                    <a:pt x="19669" y="24670"/>
                  </a:lnTo>
                  <a:lnTo>
                    <a:pt x="19815" y="24670"/>
                  </a:lnTo>
                  <a:lnTo>
                    <a:pt x="19941" y="24732"/>
                  </a:lnTo>
                  <a:lnTo>
                    <a:pt x="19941" y="24816"/>
                  </a:lnTo>
                  <a:lnTo>
                    <a:pt x="19878" y="24921"/>
                  </a:lnTo>
                  <a:lnTo>
                    <a:pt x="19899" y="25004"/>
                  </a:lnTo>
                  <a:lnTo>
                    <a:pt x="19753" y="25193"/>
                  </a:lnTo>
                  <a:lnTo>
                    <a:pt x="19648" y="25297"/>
                  </a:lnTo>
                  <a:lnTo>
                    <a:pt x="19669" y="25360"/>
                  </a:lnTo>
                  <a:lnTo>
                    <a:pt x="19753" y="25339"/>
                  </a:lnTo>
                  <a:lnTo>
                    <a:pt x="19941" y="25339"/>
                  </a:lnTo>
                  <a:lnTo>
                    <a:pt x="19983" y="25402"/>
                  </a:lnTo>
                  <a:lnTo>
                    <a:pt x="20066" y="25318"/>
                  </a:lnTo>
                  <a:lnTo>
                    <a:pt x="20150" y="25423"/>
                  </a:lnTo>
                  <a:lnTo>
                    <a:pt x="20108" y="25548"/>
                  </a:lnTo>
                  <a:lnTo>
                    <a:pt x="20150" y="25674"/>
                  </a:lnTo>
                  <a:lnTo>
                    <a:pt x="20276" y="25737"/>
                  </a:lnTo>
                  <a:lnTo>
                    <a:pt x="20338" y="25653"/>
                  </a:lnTo>
                  <a:lnTo>
                    <a:pt x="20485" y="25653"/>
                  </a:lnTo>
                  <a:lnTo>
                    <a:pt x="20736" y="25548"/>
                  </a:lnTo>
                  <a:lnTo>
                    <a:pt x="20841" y="25569"/>
                  </a:lnTo>
                  <a:lnTo>
                    <a:pt x="20841" y="25716"/>
                  </a:lnTo>
                  <a:lnTo>
                    <a:pt x="20799" y="25737"/>
                  </a:lnTo>
                  <a:lnTo>
                    <a:pt x="20862" y="25778"/>
                  </a:lnTo>
                  <a:lnTo>
                    <a:pt x="20924" y="25883"/>
                  </a:lnTo>
                  <a:lnTo>
                    <a:pt x="21050" y="25841"/>
                  </a:lnTo>
                  <a:lnTo>
                    <a:pt x="21154" y="25862"/>
                  </a:lnTo>
                  <a:lnTo>
                    <a:pt x="21134" y="25716"/>
                  </a:lnTo>
                  <a:lnTo>
                    <a:pt x="21134" y="25569"/>
                  </a:lnTo>
                  <a:lnTo>
                    <a:pt x="21092" y="25465"/>
                  </a:lnTo>
                  <a:lnTo>
                    <a:pt x="21092" y="25255"/>
                  </a:lnTo>
                  <a:lnTo>
                    <a:pt x="21154" y="25214"/>
                  </a:lnTo>
                  <a:lnTo>
                    <a:pt x="21154" y="25130"/>
                  </a:lnTo>
                  <a:lnTo>
                    <a:pt x="21364" y="25130"/>
                  </a:lnTo>
                  <a:lnTo>
                    <a:pt x="21426" y="25109"/>
                  </a:lnTo>
                  <a:lnTo>
                    <a:pt x="21468" y="25088"/>
                  </a:lnTo>
                  <a:lnTo>
                    <a:pt x="21510" y="25025"/>
                  </a:lnTo>
                  <a:lnTo>
                    <a:pt x="21552" y="24983"/>
                  </a:lnTo>
                  <a:lnTo>
                    <a:pt x="21678" y="24921"/>
                  </a:lnTo>
                  <a:lnTo>
                    <a:pt x="21761" y="24942"/>
                  </a:lnTo>
                  <a:lnTo>
                    <a:pt x="21740" y="25025"/>
                  </a:lnTo>
                  <a:lnTo>
                    <a:pt x="21782" y="25046"/>
                  </a:lnTo>
                  <a:lnTo>
                    <a:pt x="21866" y="25046"/>
                  </a:lnTo>
                  <a:lnTo>
                    <a:pt x="21887" y="24942"/>
                  </a:lnTo>
                  <a:lnTo>
                    <a:pt x="21970" y="24900"/>
                  </a:lnTo>
                  <a:lnTo>
                    <a:pt x="22096" y="25004"/>
                  </a:lnTo>
                  <a:lnTo>
                    <a:pt x="22159" y="24921"/>
                  </a:lnTo>
                  <a:lnTo>
                    <a:pt x="22242" y="24921"/>
                  </a:lnTo>
                  <a:lnTo>
                    <a:pt x="22263" y="25004"/>
                  </a:lnTo>
                  <a:lnTo>
                    <a:pt x="22389" y="24942"/>
                  </a:lnTo>
                  <a:lnTo>
                    <a:pt x="22389" y="24879"/>
                  </a:lnTo>
                  <a:lnTo>
                    <a:pt x="22556" y="24816"/>
                  </a:lnTo>
                  <a:lnTo>
                    <a:pt x="22661" y="24900"/>
                  </a:lnTo>
                  <a:lnTo>
                    <a:pt x="22870" y="24816"/>
                  </a:lnTo>
                  <a:lnTo>
                    <a:pt x="22828" y="24628"/>
                  </a:lnTo>
                  <a:lnTo>
                    <a:pt x="22954" y="24586"/>
                  </a:lnTo>
                  <a:lnTo>
                    <a:pt x="23100" y="24586"/>
                  </a:lnTo>
                  <a:lnTo>
                    <a:pt x="23184" y="24502"/>
                  </a:lnTo>
                  <a:lnTo>
                    <a:pt x="23310" y="24586"/>
                  </a:lnTo>
                  <a:lnTo>
                    <a:pt x="23310" y="24670"/>
                  </a:lnTo>
                  <a:lnTo>
                    <a:pt x="23435" y="24690"/>
                  </a:lnTo>
                  <a:lnTo>
                    <a:pt x="23477" y="24774"/>
                  </a:lnTo>
                  <a:lnTo>
                    <a:pt x="23749" y="24774"/>
                  </a:lnTo>
                  <a:lnTo>
                    <a:pt x="23812" y="24816"/>
                  </a:lnTo>
                  <a:lnTo>
                    <a:pt x="23958" y="24774"/>
                  </a:lnTo>
                  <a:lnTo>
                    <a:pt x="24042" y="24837"/>
                  </a:lnTo>
                  <a:lnTo>
                    <a:pt x="24042" y="24942"/>
                  </a:lnTo>
                  <a:lnTo>
                    <a:pt x="23937" y="24983"/>
                  </a:lnTo>
                  <a:lnTo>
                    <a:pt x="23875" y="25193"/>
                  </a:lnTo>
                  <a:lnTo>
                    <a:pt x="23958" y="25214"/>
                  </a:lnTo>
                  <a:lnTo>
                    <a:pt x="23979" y="25318"/>
                  </a:lnTo>
                  <a:lnTo>
                    <a:pt x="24230" y="25402"/>
                  </a:lnTo>
                  <a:lnTo>
                    <a:pt x="24251" y="25506"/>
                  </a:lnTo>
                  <a:lnTo>
                    <a:pt x="24377" y="25527"/>
                  </a:lnTo>
                  <a:lnTo>
                    <a:pt x="24481" y="25611"/>
                  </a:lnTo>
                  <a:lnTo>
                    <a:pt x="24586" y="25548"/>
                  </a:lnTo>
                  <a:lnTo>
                    <a:pt x="24649" y="25611"/>
                  </a:lnTo>
                  <a:lnTo>
                    <a:pt x="24711" y="25569"/>
                  </a:lnTo>
                  <a:lnTo>
                    <a:pt x="24816" y="25632"/>
                  </a:lnTo>
                  <a:lnTo>
                    <a:pt x="24858" y="25632"/>
                  </a:lnTo>
                  <a:lnTo>
                    <a:pt x="24900" y="25611"/>
                  </a:lnTo>
                  <a:lnTo>
                    <a:pt x="24963" y="25653"/>
                  </a:lnTo>
                  <a:lnTo>
                    <a:pt x="25046" y="25611"/>
                  </a:lnTo>
                  <a:lnTo>
                    <a:pt x="25046" y="25548"/>
                  </a:lnTo>
                  <a:lnTo>
                    <a:pt x="25088" y="25423"/>
                  </a:lnTo>
                  <a:lnTo>
                    <a:pt x="25130" y="25527"/>
                  </a:lnTo>
                  <a:lnTo>
                    <a:pt x="25235" y="25653"/>
                  </a:lnTo>
                  <a:lnTo>
                    <a:pt x="25297" y="25632"/>
                  </a:lnTo>
                  <a:lnTo>
                    <a:pt x="25444" y="25737"/>
                  </a:lnTo>
                  <a:lnTo>
                    <a:pt x="25569" y="25737"/>
                  </a:lnTo>
                  <a:lnTo>
                    <a:pt x="25632" y="25632"/>
                  </a:lnTo>
                  <a:lnTo>
                    <a:pt x="25716" y="25716"/>
                  </a:lnTo>
                  <a:lnTo>
                    <a:pt x="25820" y="25674"/>
                  </a:lnTo>
                  <a:lnTo>
                    <a:pt x="25862" y="25716"/>
                  </a:lnTo>
                  <a:lnTo>
                    <a:pt x="25862" y="25737"/>
                  </a:lnTo>
                  <a:lnTo>
                    <a:pt x="25800" y="25758"/>
                  </a:lnTo>
                  <a:lnTo>
                    <a:pt x="25758" y="25862"/>
                  </a:lnTo>
                  <a:lnTo>
                    <a:pt x="25695" y="25967"/>
                  </a:lnTo>
                  <a:lnTo>
                    <a:pt x="25695" y="26030"/>
                  </a:lnTo>
                  <a:lnTo>
                    <a:pt x="25820" y="26197"/>
                  </a:lnTo>
                  <a:lnTo>
                    <a:pt x="25904" y="26260"/>
                  </a:lnTo>
                  <a:lnTo>
                    <a:pt x="25904" y="26302"/>
                  </a:lnTo>
                  <a:lnTo>
                    <a:pt x="25925" y="26448"/>
                  </a:lnTo>
                  <a:lnTo>
                    <a:pt x="25946" y="26406"/>
                  </a:lnTo>
                  <a:lnTo>
                    <a:pt x="26009" y="26343"/>
                  </a:lnTo>
                  <a:lnTo>
                    <a:pt x="26092" y="26364"/>
                  </a:lnTo>
                  <a:lnTo>
                    <a:pt x="26134" y="26385"/>
                  </a:lnTo>
                  <a:lnTo>
                    <a:pt x="26176" y="26385"/>
                  </a:lnTo>
                  <a:lnTo>
                    <a:pt x="26281" y="26281"/>
                  </a:lnTo>
                  <a:lnTo>
                    <a:pt x="26260" y="26239"/>
                  </a:lnTo>
                  <a:lnTo>
                    <a:pt x="26218" y="26197"/>
                  </a:lnTo>
                  <a:lnTo>
                    <a:pt x="26218" y="26176"/>
                  </a:lnTo>
                  <a:lnTo>
                    <a:pt x="26155" y="26071"/>
                  </a:lnTo>
                  <a:lnTo>
                    <a:pt x="26072" y="26071"/>
                  </a:lnTo>
                  <a:lnTo>
                    <a:pt x="26030" y="25967"/>
                  </a:lnTo>
                  <a:lnTo>
                    <a:pt x="26051" y="25925"/>
                  </a:lnTo>
                  <a:lnTo>
                    <a:pt x="26155" y="25841"/>
                  </a:lnTo>
                  <a:lnTo>
                    <a:pt x="26155" y="25758"/>
                  </a:lnTo>
                  <a:lnTo>
                    <a:pt x="26155" y="25716"/>
                  </a:lnTo>
                  <a:lnTo>
                    <a:pt x="26176" y="25716"/>
                  </a:lnTo>
                  <a:lnTo>
                    <a:pt x="26218" y="25653"/>
                  </a:lnTo>
                  <a:lnTo>
                    <a:pt x="26239" y="25716"/>
                  </a:lnTo>
                  <a:lnTo>
                    <a:pt x="26260" y="25737"/>
                  </a:lnTo>
                  <a:lnTo>
                    <a:pt x="26281" y="25737"/>
                  </a:lnTo>
                  <a:lnTo>
                    <a:pt x="26260" y="25758"/>
                  </a:lnTo>
                  <a:lnTo>
                    <a:pt x="26260" y="25778"/>
                  </a:lnTo>
                  <a:lnTo>
                    <a:pt x="26323" y="25778"/>
                  </a:lnTo>
                  <a:lnTo>
                    <a:pt x="26281" y="25820"/>
                  </a:lnTo>
                  <a:lnTo>
                    <a:pt x="26344" y="25841"/>
                  </a:lnTo>
                  <a:lnTo>
                    <a:pt x="26385" y="25758"/>
                  </a:lnTo>
                  <a:lnTo>
                    <a:pt x="26490" y="25737"/>
                  </a:lnTo>
                  <a:lnTo>
                    <a:pt x="26553" y="25653"/>
                  </a:lnTo>
                  <a:lnTo>
                    <a:pt x="26616" y="25716"/>
                  </a:lnTo>
                  <a:lnTo>
                    <a:pt x="26741" y="25653"/>
                  </a:lnTo>
                  <a:lnTo>
                    <a:pt x="26867" y="25611"/>
                  </a:lnTo>
                  <a:lnTo>
                    <a:pt x="26804" y="25527"/>
                  </a:lnTo>
                  <a:lnTo>
                    <a:pt x="26908" y="25527"/>
                  </a:lnTo>
                  <a:lnTo>
                    <a:pt x="27013" y="25465"/>
                  </a:lnTo>
                  <a:lnTo>
                    <a:pt x="27139" y="25527"/>
                  </a:lnTo>
                  <a:lnTo>
                    <a:pt x="27201" y="25506"/>
                  </a:lnTo>
                  <a:lnTo>
                    <a:pt x="27327" y="25444"/>
                  </a:lnTo>
                  <a:lnTo>
                    <a:pt x="27432" y="25339"/>
                  </a:lnTo>
                  <a:lnTo>
                    <a:pt x="27515" y="25234"/>
                  </a:lnTo>
                  <a:lnTo>
                    <a:pt x="27536" y="25193"/>
                  </a:lnTo>
                  <a:lnTo>
                    <a:pt x="27578" y="25214"/>
                  </a:lnTo>
                  <a:lnTo>
                    <a:pt x="27620" y="25255"/>
                  </a:lnTo>
                  <a:lnTo>
                    <a:pt x="27662" y="25214"/>
                  </a:lnTo>
                  <a:lnTo>
                    <a:pt x="27724" y="25130"/>
                  </a:lnTo>
                  <a:lnTo>
                    <a:pt x="27808" y="25088"/>
                  </a:lnTo>
                  <a:lnTo>
                    <a:pt x="27787" y="24942"/>
                  </a:lnTo>
                  <a:lnTo>
                    <a:pt x="27745" y="24837"/>
                  </a:lnTo>
                  <a:lnTo>
                    <a:pt x="27787" y="24774"/>
                  </a:lnTo>
                  <a:lnTo>
                    <a:pt x="27745" y="24690"/>
                  </a:lnTo>
                  <a:lnTo>
                    <a:pt x="27808" y="24732"/>
                  </a:lnTo>
                  <a:lnTo>
                    <a:pt x="27934" y="24816"/>
                  </a:lnTo>
                  <a:lnTo>
                    <a:pt x="27955" y="24900"/>
                  </a:lnTo>
                  <a:lnTo>
                    <a:pt x="28059" y="25004"/>
                  </a:lnTo>
                  <a:lnTo>
                    <a:pt x="28143" y="24983"/>
                  </a:lnTo>
                  <a:lnTo>
                    <a:pt x="28143" y="24983"/>
                  </a:lnTo>
                  <a:lnTo>
                    <a:pt x="28101" y="25046"/>
                  </a:lnTo>
                  <a:lnTo>
                    <a:pt x="28017" y="25109"/>
                  </a:lnTo>
                  <a:lnTo>
                    <a:pt x="28038" y="25151"/>
                  </a:lnTo>
                  <a:lnTo>
                    <a:pt x="28248" y="25046"/>
                  </a:lnTo>
                  <a:lnTo>
                    <a:pt x="28248" y="24921"/>
                  </a:lnTo>
                  <a:lnTo>
                    <a:pt x="28352" y="24900"/>
                  </a:lnTo>
                  <a:lnTo>
                    <a:pt x="28415" y="24837"/>
                  </a:lnTo>
                  <a:lnTo>
                    <a:pt x="28520" y="24900"/>
                  </a:lnTo>
                  <a:lnTo>
                    <a:pt x="28582" y="24879"/>
                  </a:lnTo>
                  <a:lnTo>
                    <a:pt x="28624" y="24795"/>
                  </a:lnTo>
                  <a:lnTo>
                    <a:pt x="28687" y="24795"/>
                  </a:lnTo>
                  <a:lnTo>
                    <a:pt x="28708" y="24711"/>
                  </a:lnTo>
                  <a:lnTo>
                    <a:pt x="28771" y="24795"/>
                  </a:lnTo>
                  <a:lnTo>
                    <a:pt x="28854" y="24900"/>
                  </a:lnTo>
                  <a:lnTo>
                    <a:pt x="28896" y="24837"/>
                  </a:lnTo>
                  <a:lnTo>
                    <a:pt x="28938" y="24732"/>
                  </a:lnTo>
                  <a:lnTo>
                    <a:pt x="28980" y="24732"/>
                  </a:lnTo>
                  <a:lnTo>
                    <a:pt x="29001" y="24774"/>
                  </a:lnTo>
                  <a:lnTo>
                    <a:pt x="29085" y="24774"/>
                  </a:lnTo>
                  <a:lnTo>
                    <a:pt x="29105" y="24711"/>
                  </a:lnTo>
                  <a:lnTo>
                    <a:pt x="29231" y="24711"/>
                  </a:lnTo>
                  <a:lnTo>
                    <a:pt x="29294" y="24628"/>
                  </a:lnTo>
                  <a:lnTo>
                    <a:pt x="29357" y="24586"/>
                  </a:lnTo>
                  <a:lnTo>
                    <a:pt x="29377" y="24670"/>
                  </a:lnTo>
                  <a:lnTo>
                    <a:pt x="29398" y="24607"/>
                  </a:lnTo>
                  <a:lnTo>
                    <a:pt x="29482" y="24607"/>
                  </a:lnTo>
                  <a:lnTo>
                    <a:pt x="29566" y="24586"/>
                  </a:lnTo>
                  <a:lnTo>
                    <a:pt x="29524" y="24502"/>
                  </a:lnTo>
                  <a:lnTo>
                    <a:pt x="29587" y="24418"/>
                  </a:lnTo>
                  <a:lnTo>
                    <a:pt x="29608" y="24293"/>
                  </a:lnTo>
                  <a:lnTo>
                    <a:pt x="29566" y="24188"/>
                  </a:lnTo>
                  <a:lnTo>
                    <a:pt x="29566" y="24188"/>
                  </a:lnTo>
                  <a:lnTo>
                    <a:pt x="29608" y="24209"/>
                  </a:lnTo>
                  <a:lnTo>
                    <a:pt x="29670" y="24146"/>
                  </a:lnTo>
                  <a:lnTo>
                    <a:pt x="29796" y="24105"/>
                  </a:lnTo>
                  <a:lnTo>
                    <a:pt x="29817" y="24167"/>
                  </a:lnTo>
                  <a:lnTo>
                    <a:pt x="29921" y="24167"/>
                  </a:lnTo>
                  <a:lnTo>
                    <a:pt x="29942" y="24042"/>
                  </a:lnTo>
                  <a:lnTo>
                    <a:pt x="30005" y="24042"/>
                  </a:lnTo>
                  <a:lnTo>
                    <a:pt x="30026" y="23958"/>
                  </a:lnTo>
                  <a:lnTo>
                    <a:pt x="30089" y="23958"/>
                  </a:lnTo>
                  <a:lnTo>
                    <a:pt x="30089" y="23979"/>
                  </a:lnTo>
                  <a:lnTo>
                    <a:pt x="30110" y="23979"/>
                  </a:lnTo>
                  <a:lnTo>
                    <a:pt x="30193" y="23874"/>
                  </a:lnTo>
                  <a:lnTo>
                    <a:pt x="30256" y="23958"/>
                  </a:lnTo>
                  <a:lnTo>
                    <a:pt x="30256" y="23833"/>
                  </a:lnTo>
                  <a:lnTo>
                    <a:pt x="30340" y="23833"/>
                  </a:lnTo>
                  <a:lnTo>
                    <a:pt x="30361" y="23728"/>
                  </a:lnTo>
                  <a:lnTo>
                    <a:pt x="30277" y="23686"/>
                  </a:lnTo>
                  <a:lnTo>
                    <a:pt x="30193" y="23749"/>
                  </a:lnTo>
                  <a:lnTo>
                    <a:pt x="30047" y="23623"/>
                  </a:lnTo>
                  <a:lnTo>
                    <a:pt x="30235" y="23623"/>
                  </a:lnTo>
                  <a:lnTo>
                    <a:pt x="30340" y="23477"/>
                  </a:lnTo>
                  <a:lnTo>
                    <a:pt x="30361" y="23540"/>
                  </a:lnTo>
                  <a:lnTo>
                    <a:pt x="30445" y="23477"/>
                  </a:lnTo>
                  <a:lnTo>
                    <a:pt x="30612" y="23581"/>
                  </a:lnTo>
                  <a:lnTo>
                    <a:pt x="30633" y="23456"/>
                  </a:lnTo>
                  <a:lnTo>
                    <a:pt x="30549" y="23435"/>
                  </a:lnTo>
                  <a:lnTo>
                    <a:pt x="30507" y="23372"/>
                  </a:lnTo>
                  <a:lnTo>
                    <a:pt x="30528" y="23309"/>
                  </a:lnTo>
                  <a:lnTo>
                    <a:pt x="30633" y="23372"/>
                  </a:lnTo>
                  <a:lnTo>
                    <a:pt x="30717" y="23309"/>
                  </a:lnTo>
                  <a:lnTo>
                    <a:pt x="30675" y="23268"/>
                  </a:lnTo>
                  <a:lnTo>
                    <a:pt x="30612" y="23268"/>
                  </a:lnTo>
                  <a:lnTo>
                    <a:pt x="30612" y="23163"/>
                  </a:lnTo>
                  <a:lnTo>
                    <a:pt x="30528" y="23121"/>
                  </a:lnTo>
                  <a:lnTo>
                    <a:pt x="30612" y="23100"/>
                  </a:lnTo>
                  <a:lnTo>
                    <a:pt x="30654" y="23142"/>
                  </a:lnTo>
                  <a:lnTo>
                    <a:pt x="30717" y="23142"/>
                  </a:lnTo>
                  <a:lnTo>
                    <a:pt x="30758" y="23205"/>
                  </a:lnTo>
                  <a:lnTo>
                    <a:pt x="30758" y="23121"/>
                  </a:lnTo>
                  <a:lnTo>
                    <a:pt x="30654" y="23037"/>
                  </a:lnTo>
                  <a:lnTo>
                    <a:pt x="30654" y="22933"/>
                  </a:lnTo>
                  <a:lnTo>
                    <a:pt x="30737" y="22933"/>
                  </a:lnTo>
                  <a:lnTo>
                    <a:pt x="30758" y="22891"/>
                  </a:lnTo>
                  <a:lnTo>
                    <a:pt x="30863" y="22954"/>
                  </a:lnTo>
                  <a:lnTo>
                    <a:pt x="30863" y="23037"/>
                  </a:lnTo>
                  <a:lnTo>
                    <a:pt x="30926" y="23037"/>
                  </a:lnTo>
                  <a:lnTo>
                    <a:pt x="30968" y="23121"/>
                  </a:lnTo>
                  <a:lnTo>
                    <a:pt x="30989" y="22996"/>
                  </a:lnTo>
                  <a:lnTo>
                    <a:pt x="30947" y="22912"/>
                  </a:lnTo>
                  <a:lnTo>
                    <a:pt x="30884" y="22912"/>
                  </a:lnTo>
                  <a:lnTo>
                    <a:pt x="30863" y="22828"/>
                  </a:lnTo>
                  <a:lnTo>
                    <a:pt x="30947" y="22828"/>
                  </a:lnTo>
                  <a:lnTo>
                    <a:pt x="30947" y="22745"/>
                  </a:lnTo>
                  <a:lnTo>
                    <a:pt x="30863" y="22724"/>
                  </a:lnTo>
                  <a:lnTo>
                    <a:pt x="30989" y="22598"/>
                  </a:lnTo>
                  <a:lnTo>
                    <a:pt x="30926" y="22535"/>
                  </a:lnTo>
                  <a:lnTo>
                    <a:pt x="30842" y="22535"/>
                  </a:lnTo>
                  <a:lnTo>
                    <a:pt x="30779" y="22598"/>
                  </a:lnTo>
                  <a:lnTo>
                    <a:pt x="30800" y="22493"/>
                  </a:lnTo>
                  <a:lnTo>
                    <a:pt x="30947" y="22410"/>
                  </a:lnTo>
                  <a:lnTo>
                    <a:pt x="31135" y="22326"/>
                  </a:lnTo>
                  <a:lnTo>
                    <a:pt x="31072" y="22263"/>
                  </a:lnTo>
                  <a:lnTo>
                    <a:pt x="30989" y="22326"/>
                  </a:lnTo>
                  <a:lnTo>
                    <a:pt x="30863" y="22201"/>
                  </a:lnTo>
                  <a:lnTo>
                    <a:pt x="30968" y="22201"/>
                  </a:lnTo>
                  <a:lnTo>
                    <a:pt x="30884" y="22096"/>
                  </a:lnTo>
                  <a:lnTo>
                    <a:pt x="30800" y="22096"/>
                  </a:lnTo>
                  <a:lnTo>
                    <a:pt x="30863" y="22054"/>
                  </a:lnTo>
                  <a:lnTo>
                    <a:pt x="30800" y="21991"/>
                  </a:lnTo>
                  <a:lnTo>
                    <a:pt x="30884" y="21991"/>
                  </a:lnTo>
                  <a:lnTo>
                    <a:pt x="30926" y="21908"/>
                  </a:lnTo>
                  <a:lnTo>
                    <a:pt x="31030" y="21908"/>
                  </a:lnTo>
                  <a:lnTo>
                    <a:pt x="30989" y="22012"/>
                  </a:lnTo>
                  <a:lnTo>
                    <a:pt x="31072" y="22012"/>
                  </a:lnTo>
                  <a:lnTo>
                    <a:pt x="31240" y="21866"/>
                  </a:lnTo>
                  <a:lnTo>
                    <a:pt x="31240" y="21782"/>
                  </a:lnTo>
                  <a:lnTo>
                    <a:pt x="31365" y="21803"/>
                  </a:lnTo>
                  <a:lnTo>
                    <a:pt x="31281" y="21698"/>
                  </a:lnTo>
                  <a:lnTo>
                    <a:pt x="31198" y="21698"/>
                  </a:lnTo>
                  <a:lnTo>
                    <a:pt x="31240" y="21594"/>
                  </a:lnTo>
                  <a:lnTo>
                    <a:pt x="31302" y="21677"/>
                  </a:lnTo>
                  <a:lnTo>
                    <a:pt x="31386" y="21636"/>
                  </a:lnTo>
                  <a:lnTo>
                    <a:pt x="31386" y="21531"/>
                  </a:lnTo>
                  <a:lnTo>
                    <a:pt x="31449" y="21489"/>
                  </a:lnTo>
                  <a:lnTo>
                    <a:pt x="31386" y="21426"/>
                  </a:lnTo>
                  <a:lnTo>
                    <a:pt x="31386" y="21343"/>
                  </a:lnTo>
                  <a:lnTo>
                    <a:pt x="31470" y="21322"/>
                  </a:lnTo>
                  <a:lnTo>
                    <a:pt x="31407" y="21238"/>
                  </a:lnTo>
                  <a:lnTo>
                    <a:pt x="31407" y="21175"/>
                  </a:lnTo>
                  <a:lnTo>
                    <a:pt x="31302" y="21112"/>
                  </a:lnTo>
                  <a:lnTo>
                    <a:pt x="31470" y="21154"/>
                  </a:lnTo>
                  <a:lnTo>
                    <a:pt x="31512" y="21112"/>
                  </a:lnTo>
                  <a:lnTo>
                    <a:pt x="31616" y="20903"/>
                  </a:lnTo>
                  <a:lnTo>
                    <a:pt x="31700" y="20903"/>
                  </a:lnTo>
                  <a:lnTo>
                    <a:pt x="31721" y="20966"/>
                  </a:lnTo>
                  <a:lnTo>
                    <a:pt x="31763" y="21029"/>
                  </a:lnTo>
                  <a:lnTo>
                    <a:pt x="31784" y="20924"/>
                  </a:lnTo>
                  <a:lnTo>
                    <a:pt x="31846" y="20861"/>
                  </a:lnTo>
                  <a:lnTo>
                    <a:pt x="31805" y="20736"/>
                  </a:lnTo>
                  <a:lnTo>
                    <a:pt x="31679" y="20736"/>
                  </a:lnTo>
                  <a:lnTo>
                    <a:pt x="31616" y="20694"/>
                  </a:lnTo>
                  <a:lnTo>
                    <a:pt x="31679" y="20652"/>
                  </a:lnTo>
                  <a:lnTo>
                    <a:pt x="31763" y="20652"/>
                  </a:lnTo>
                  <a:lnTo>
                    <a:pt x="31826" y="20610"/>
                  </a:lnTo>
                  <a:lnTo>
                    <a:pt x="31784" y="20548"/>
                  </a:lnTo>
                  <a:lnTo>
                    <a:pt x="31700" y="20506"/>
                  </a:lnTo>
                  <a:lnTo>
                    <a:pt x="31784" y="20443"/>
                  </a:lnTo>
                  <a:lnTo>
                    <a:pt x="31826" y="20443"/>
                  </a:lnTo>
                  <a:lnTo>
                    <a:pt x="31826" y="20401"/>
                  </a:lnTo>
                  <a:lnTo>
                    <a:pt x="31784" y="20338"/>
                  </a:lnTo>
                  <a:lnTo>
                    <a:pt x="31574" y="20338"/>
                  </a:lnTo>
                  <a:lnTo>
                    <a:pt x="31595" y="20296"/>
                  </a:lnTo>
                  <a:lnTo>
                    <a:pt x="31721" y="20192"/>
                  </a:lnTo>
                  <a:lnTo>
                    <a:pt x="31826" y="20213"/>
                  </a:lnTo>
                  <a:lnTo>
                    <a:pt x="31846" y="20192"/>
                  </a:lnTo>
                  <a:lnTo>
                    <a:pt x="31888" y="20129"/>
                  </a:lnTo>
                  <a:lnTo>
                    <a:pt x="31930" y="20192"/>
                  </a:lnTo>
                  <a:lnTo>
                    <a:pt x="31972" y="20213"/>
                  </a:lnTo>
                  <a:lnTo>
                    <a:pt x="32014" y="20171"/>
                  </a:lnTo>
                  <a:lnTo>
                    <a:pt x="31993" y="20087"/>
                  </a:lnTo>
                  <a:lnTo>
                    <a:pt x="31972" y="19920"/>
                  </a:lnTo>
                  <a:lnTo>
                    <a:pt x="31909" y="19878"/>
                  </a:lnTo>
                  <a:lnTo>
                    <a:pt x="31826" y="19962"/>
                  </a:lnTo>
                  <a:lnTo>
                    <a:pt x="31846" y="19983"/>
                  </a:lnTo>
                  <a:lnTo>
                    <a:pt x="31846" y="20024"/>
                  </a:lnTo>
                  <a:lnTo>
                    <a:pt x="31763" y="20004"/>
                  </a:lnTo>
                  <a:lnTo>
                    <a:pt x="31595" y="20129"/>
                  </a:lnTo>
                  <a:lnTo>
                    <a:pt x="31512" y="20108"/>
                  </a:lnTo>
                  <a:lnTo>
                    <a:pt x="31512" y="20004"/>
                  </a:lnTo>
                  <a:lnTo>
                    <a:pt x="31679" y="19983"/>
                  </a:lnTo>
                  <a:lnTo>
                    <a:pt x="31930" y="19752"/>
                  </a:lnTo>
                  <a:lnTo>
                    <a:pt x="31909" y="19711"/>
                  </a:lnTo>
                  <a:lnTo>
                    <a:pt x="31805" y="19711"/>
                  </a:lnTo>
                  <a:lnTo>
                    <a:pt x="31763" y="19648"/>
                  </a:lnTo>
                  <a:lnTo>
                    <a:pt x="31721" y="19690"/>
                  </a:lnTo>
                  <a:lnTo>
                    <a:pt x="31553" y="19460"/>
                  </a:lnTo>
                  <a:lnTo>
                    <a:pt x="31386" y="19439"/>
                  </a:lnTo>
                  <a:lnTo>
                    <a:pt x="31240" y="19585"/>
                  </a:lnTo>
                  <a:lnTo>
                    <a:pt x="31135" y="19564"/>
                  </a:lnTo>
                  <a:lnTo>
                    <a:pt x="31030" y="19397"/>
                  </a:lnTo>
                  <a:lnTo>
                    <a:pt x="30884" y="19439"/>
                  </a:lnTo>
                  <a:lnTo>
                    <a:pt x="30779" y="19501"/>
                  </a:lnTo>
                  <a:lnTo>
                    <a:pt x="30737" y="19606"/>
                  </a:lnTo>
                  <a:lnTo>
                    <a:pt x="30758" y="19480"/>
                  </a:lnTo>
                  <a:lnTo>
                    <a:pt x="30884" y="19376"/>
                  </a:lnTo>
                  <a:lnTo>
                    <a:pt x="30968" y="19376"/>
                  </a:lnTo>
                  <a:lnTo>
                    <a:pt x="31051" y="19334"/>
                  </a:lnTo>
                  <a:lnTo>
                    <a:pt x="31177" y="19376"/>
                  </a:lnTo>
                  <a:lnTo>
                    <a:pt x="31281" y="19355"/>
                  </a:lnTo>
                  <a:lnTo>
                    <a:pt x="31281" y="19250"/>
                  </a:lnTo>
                  <a:lnTo>
                    <a:pt x="31323" y="19188"/>
                  </a:lnTo>
                  <a:lnTo>
                    <a:pt x="31407" y="19188"/>
                  </a:lnTo>
                  <a:lnTo>
                    <a:pt x="31553" y="19041"/>
                  </a:lnTo>
                  <a:lnTo>
                    <a:pt x="31700" y="19020"/>
                  </a:lnTo>
                  <a:lnTo>
                    <a:pt x="31700" y="18936"/>
                  </a:lnTo>
                  <a:lnTo>
                    <a:pt x="31574" y="18727"/>
                  </a:lnTo>
                  <a:lnTo>
                    <a:pt x="31281" y="18539"/>
                  </a:lnTo>
                  <a:lnTo>
                    <a:pt x="31072" y="18413"/>
                  </a:lnTo>
                  <a:lnTo>
                    <a:pt x="30842" y="18204"/>
                  </a:lnTo>
                  <a:lnTo>
                    <a:pt x="30737" y="18204"/>
                  </a:lnTo>
                  <a:lnTo>
                    <a:pt x="30549" y="18330"/>
                  </a:lnTo>
                  <a:lnTo>
                    <a:pt x="30445" y="18309"/>
                  </a:lnTo>
                  <a:lnTo>
                    <a:pt x="30319" y="18183"/>
                  </a:lnTo>
                  <a:lnTo>
                    <a:pt x="30319" y="18099"/>
                  </a:lnTo>
                  <a:lnTo>
                    <a:pt x="30235" y="18079"/>
                  </a:lnTo>
                  <a:lnTo>
                    <a:pt x="30110" y="18120"/>
                  </a:lnTo>
                  <a:lnTo>
                    <a:pt x="29984" y="18120"/>
                  </a:lnTo>
                  <a:lnTo>
                    <a:pt x="29838" y="18141"/>
                  </a:lnTo>
                  <a:lnTo>
                    <a:pt x="29691" y="18351"/>
                  </a:lnTo>
                  <a:lnTo>
                    <a:pt x="29817" y="18099"/>
                  </a:lnTo>
                  <a:lnTo>
                    <a:pt x="29921" y="18037"/>
                  </a:lnTo>
                  <a:lnTo>
                    <a:pt x="29984" y="18079"/>
                  </a:lnTo>
                  <a:lnTo>
                    <a:pt x="30047" y="18079"/>
                  </a:lnTo>
                  <a:lnTo>
                    <a:pt x="30089" y="18016"/>
                  </a:lnTo>
                  <a:lnTo>
                    <a:pt x="30193" y="18079"/>
                  </a:lnTo>
                  <a:lnTo>
                    <a:pt x="30340" y="17995"/>
                  </a:lnTo>
                  <a:lnTo>
                    <a:pt x="30403" y="18183"/>
                  </a:lnTo>
                  <a:lnTo>
                    <a:pt x="30465" y="18225"/>
                  </a:lnTo>
                  <a:lnTo>
                    <a:pt x="30570" y="18225"/>
                  </a:lnTo>
                  <a:lnTo>
                    <a:pt x="30654" y="18120"/>
                  </a:lnTo>
                  <a:lnTo>
                    <a:pt x="30842" y="18141"/>
                  </a:lnTo>
                  <a:lnTo>
                    <a:pt x="30968" y="18246"/>
                  </a:lnTo>
                  <a:lnTo>
                    <a:pt x="31051" y="18246"/>
                  </a:lnTo>
                  <a:lnTo>
                    <a:pt x="31177" y="18351"/>
                  </a:lnTo>
                  <a:lnTo>
                    <a:pt x="31323" y="18288"/>
                  </a:lnTo>
                  <a:lnTo>
                    <a:pt x="31574" y="18351"/>
                  </a:lnTo>
                  <a:lnTo>
                    <a:pt x="31658" y="18330"/>
                  </a:lnTo>
                  <a:lnTo>
                    <a:pt x="31553" y="18141"/>
                  </a:lnTo>
                  <a:lnTo>
                    <a:pt x="31491" y="18120"/>
                  </a:lnTo>
                  <a:lnTo>
                    <a:pt x="31323" y="17974"/>
                  </a:lnTo>
                  <a:lnTo>
                    <a:pt x="31323" y="17911"/>
                  </a:lnTo>
                  <a:lnTo>
                    <a:pt x="31281" y="17869"/>
                  </a:lnTo>
                  <a:lnTo>
                    <a:pt x="31177" y="17890"/>
                  </a:lnTo>
                  <a:lnTo>
                    <a:pt x="31051" y="17827"/>
                  </a:lnTo>
                  <a:lnTo>
                    <a:pt x="30884" y="17597"/>
                  </a:lnTo>
                  <a:lnTo>
                    <a:pt x="30884" y="17451"/>
                  </a:lnTo>
                  <a:lnTo>
                    <a:pt x="30675" y="17283"/>
                  </a:lnTo>
                  <a:lnTo>
                    <a:pt x="30675" y="17095"/>
                  </a:lnTo>
                  <a:lnTo>
                    <a:pt x="30549" y="17074"/>
                  </a:lnTo>
                  <a:lnTo>
                    <a:pt x="30612" y="16949"/>
                  </a:lnTo>
                  <a:lnTo>
                    <a:pt x="30570" y="16928"/>
                  </a:lnTo>
                  <a:lnTo>
                    <a:pt x="30403" y="16572"/>
                  </a:lnTo>
                  <a:lnTo>
                    <a:pt x="30089" y="16405"/>
                  </a:lnTo>
                  <a:lnTo>
                    <a:pt x="30005" y="16447"/>
                  </a:lnTo>
                  <a:lnTo>
                    <a:pt x="30005" y="16363"/>
                  </a:lnTo>
                  <a:lnTo>
                    <a:pt x="29712" y="16237"/>
                  </a:lnTo>
                  <a:lnTo>
                    <a:pt x="29670" y="16237"/>
                  </a:lnTo>
                  <a:lnTo>
                    <a:pt x="29670" y="15944"/>
                  </a:lnTo>
                  <a:lnTo>
                    <a:pt x="29712" y="15735"/>
                  </a:lnTo>
                  <a:lnTo>
                    <a:pt x="29670" y="15610"/>
                  </a:lnTo>
                  <a:lnTo>
                    <a:pt x="29691" y="15463"/>
                  </a:lnTo>
                  <a:lnTo>
                    <a:pt x="29712" y="15484"/>
                  </a:lnTo>
                  <a:lnTo>
                    <a:pt x="29817" y="15463"/>
                  </a:lnTo>
                  <a:lnTo>
                    <a:pt x="29921" y="15296"/>
                  </a:lnTo>
                  <a:lnTo>
                    <a:pt x="29984" y="15317"/>
                  </a:lnTo>
                  <a:lnTo>
                    <a:pt x="30089" y="15191"/>
                  </a:lnTo>
                  <a:lnTo>
                    <a:pt x="29984" y="15149"/>
                  </a:lnTo>
                  <a:lnTo>
                    <a:pt x="29921" y="15066"/>
                  </a:lnTo>
                  <a:lnTo>
                    <a:pt x="30005" y="14961"/>
                  </a:lnTo>
                  <a:lnTo>
                    <a:pt x="30193" y="14982"/>
                  </a:lnTo>
                  <a:lnTo>
                    <a:pt x="30193" y="14856"/>
                  </a:lnTo>
                  <a:lnTo>
                    <a:pt x="30319" y="14835"/>
                  </a:lnTo>
                  <a:lnTo>
                    <a:pt x="30319" y="14731"/>
                  </a:lnTo>
                  <a:lnTo>
                    <a:pt x="30193" y="14647"/>
                  </a:lnTo>
                  <a:lnTo>
                    <a:pt x="30319" y="14647"/>
                  </a:lnTo>
                  <a:lnTo>
                    <a:pt x="30424" y="14689"/>
                  </a:lnTo>
                  <a:lnTo>
                    <a:pt x="30445" y="14647"/>
                  </a:lnTo>
                  <a:lnTo>
                    <a:pt x="30549" y="14647"/>
                  </a:lnTo>
                  <a:lnTo>
                    <a:pt x="30654" y="14563"/>
                  </a:lnTo>
                  <a:lnTo>
                    <a:pt x="30717" y="14563"/>
                  </a:lnTo>
                  <a:lnTo>
                    <a:pt x="30842" y="14375"/>
                  </a:lnTo>
                  <a:lnTo>
                    <a:pt x="30884" y="14459"/>
                  </a:lnTo>
                  <a:lnTo>
                    <a:pt x="30947" y="14417"/>
                  </a:lnTo>
                  <a:lnTo>
                    <a:pt x="30947" y="14459"/>
                  </a:lnTo>
                  <a:lnTo>
                    <a:pt x="31093" y="14563"/>
                  </a:lnTo>
                  <a:lnTo>
                    <a:pt x="31240" y="14438"/>
                  </a:lnTo>
                  <a:lnTo>
                    <a:pt x="31240" y="14375"/>
                  </a:lnTo>
                  <a:lnTo>
                    <a:pt x="31156" y="14354"/>
                  </a:lnTo>
                  <a:lnTo>
                    <a:pt x="31135" y="14250"/>
                  </a:lnTo>
                  <a:lnTo>
                    <a:pt x="31198" y="14208"/>
                  </a:lnTo>
                  <a:lnTo>
                    <a:pt x="31261" y="14208"/>
                  </a:lnTo>
                  <a:lnTo>
                    <a:pt x="31177" y="14061"/>
                  </a:lnTo>
                  <a:lnTo>
                    <a:pt x="31177" y="13998"/>
                  </a:lnTo>
                  <a:lnTo>
                    <a:pt x="31302" y="13957"/>
                  </a:lnTo>
                  <a:lnTo>
                    <a:pt x="31240" y="13936"/>
                  </a:lnTo>
                  <a:lnTo>
                    <a:pt x="31093" y="13957"/>
                  </a:lnTo>
                  <a:lnTo>
                    <a:pt x="30947" y="13957"/>
                  </a:lnTo>
                  <a:lnTo>
                    <a:pt x="30947" y="13915"/>
                  </a:lnTo>
                  <a:lnTo>
                    <a:pt x="30800" y="13915"/>
                  </a:lnTo>
                  <a:lnTo>
                    <a:pt x="30758" y="13957"/>
                  </a:lnTo>
                  <a:lnTo>
                    <a:pt x="30403" y="13998"/>
                  </a:lnTo>
                  <a:lnTo>
                    <a:pt x="30319" y="13915"/>
                  </a:lnTo>
                  <a:lnTo>
                    <a:pt x="30256" y="13894"/>
                  </a:lnTo>
                  <a:lnTo>
                    <a:pt x="30193" y="13789"/>
                  </a:lnTo>
                  <a:lnTo>
                    <a:pt x="30131" y="13747"/>
                  </a:lnTo>
                  <a:lnTo>
                    <a:pt x="30089" y="13706"/>
                  </a:lnTo>
                  <a:lnTo>
                    <a:pt x="29817" y="13831"/>
                  </a:lnTo>
                  <a:lnTo>
                    <a:pt x="29691" y="13831"/>
                  </a:lnTo>
                  <a:lnTo>
                    <a:pt x="29733" y="13894"/>
                  </a:lnTo>
                  <a:lnTo>
                    <a:pt x="29733" y="13998"/>
                  </a:lnTo>
                  <a:lnTo>
                    <a:pt x="29670" y="14040"/>
                  </a:lnTo>
                  <a:lnTo>
                    <a:pt x="29503" y="14103"/>
                  </a:lnTo>
                  <a:lnTo>
                    <a:pt x="29524" y="14124"/>
                  </a:lnTo>
                  <a:lnTo>
                    <a:pt x="29587" y="14208"/>
                  </a:lnTo>
                  <a:lnTo>
                    <a:pt x="29524" y="14312"/>
                  </a:lnTo>
                  <a:lnTo>
                    <a:pt x="29482" y="14354"/>
                  </a:lnTo>
                  <a:lnTo>
                    <a:pt x="29357" y="14312"/>
                  </a:lnTo>
                  <a:lnTo>
                    <a:pt x="29231" y="14375"/>
                  </a:lnTo>
                  <a:lnTo>
                    <a:pt x="29085" y="14354"/>
                  </a:lnTo>
                  <a:lnTo>
                    <a:pt x="28938" y="14061"/>
                  </a:lnTo>
                  <a:lnTo>
                    <a:pt x="28938" y="13915"/>
                  </a:lnTo>
                  <a:lnTo>
                    <a:pt x="28896" y="13810"/>
                  </a:lnTo>
                  <a:lnTo>
                    <a:pt x="28750" y="13810"/>
                  </a:lnTo>
                  <a:lnTo>
                    <a:pt x="28687" y="13831"/>
                  </a:lnTo>
                  <a:lnTo>
                    <a:pt x="28687" y="13789"/>
                  </a:lnTo>
                  <a:lnTo>
                    <a:pt x="28624" y="13789"/>
                  </a:lnTo>
                  <a:lnTo>
                    <a:pt x="28561" y="13852"/>
                  </a:lnTo>
                  <a:lnTo>
                    <a:pt x="28540" y="13789"/>
                  </a:lnTo>
                  <a:lnTo>
                    <a:pt x="28540" y="13831"/>
                  </a:lnTo>
                  <a:lnTo>
                    <a:pt x="28436" y="13706"/>
                  </a:lnTo>
                  <a:lnTo>
                    <a:pt x="28436" y="13622"/>
                  </a:lnTo>
                  <a:lnTo>
                    <a:pt x="28227" y="13496"/>
                  </a:lnTo>
                  <a:lnTo>
                    <a:pt x="28122" y="13413"/>
                  </a:lnTo>
                  <a:lnTo>
                    <a:pt x="28101" y="13287"/>
                  </a:lnTo>
                  <a:lnTo>
                    <a:pt x="28038" y="13162"/>
                  </a:lnTo>
                  <a:lnTo>
                    <a:pt x="28101" y="13099"/>
                  </a:lnTo>
                  <a:lnTo>
                    <a:pt x="28101" y="13057"/>
                  </a:lnTo>
                  <a:lnTo>
                    <a:pt x="28101" y="12994"/>
                  </a:lnTo>
                  <a:lnTo>
                    <a:pt x="28122" y="12869"/>
                  </a:lnTo>
                  <a:lnTo>
                    <a:pt x="28164" y="12806"/>
                  </a:lnTo>
                  <a:lnTo>
                    <a:pt x="28185" y="12764"/>
                  </a:lnTo>
                  <a:lnTo>
                    <a:pt x="28415" y="12848"/>
                  </a:lnTo>
                  <a:lnTo>
                    <a:pt x="28750" y="12848"/>
                  </a:lnTo>
                  <a:lnTo>
                    <a:pt x="28792" y="12701"/>
                  </a:lnTo>
                  <a:lnTo>
                    <a:pt x="28771" y="12659"/>
                  </a:lnTo>
                  <a:lnTo>
                    <a:pt x="28854" y="12659"/>
                  </a:lnTo>
                  <a:lnTo>
                    <a:pt x="28833" y="12492"/>
                  </a:lnTo>
                  <a:lnTo>
                    <a:pt x="28792" y="12471"/>
                  </a:lnTo>
                  <a:lnTo>
                    <a:pt x="28854" y="12429"/>
                  </a:lnTo>
                  <a:lnTo>
                    <a:pt x="28896" y="12136"/>
                  </a:lnTo>
                  <a:lnTo>
                    <a:pt x="29105" y="12011"/>
                  </a:lnTo>
                  <a:lnTo>
                    <a:pt x="29210" y="12011"/>
                  </a:lnTo>
                  <a:lnTo>
                    <a:pt x="29315" y="11843"/>
                  </a:lnTo>
                  <a:lnTo>
                    <a:pt x="29377" y="11843"/>
                  </a:lnTo>
                  <a:lnTo>
                    <a:pt x="29398" y="11613"/>
                  </a:lnTo>
                  <a:lnTo>
                    <a:pt x="29503" y="11488"/>
                  </a:lnTo>
                  <a:lnTo>
                    <a:pt x="29524" y="11341"/>
                  </a:lnTo>
                  <a:lnTo>
                    <a:pt x="29587" y="11320"/>
                  </a:lnTo>
                  <a:lnTo>
                    <a:pt x="29670" y="11195"/>
                  </a:lnTo>
                  <a:lnTo>
                    <a:pt x="29796" y="11195"/>
                  </a:lnTo>
                  <a:lnTo>
                    <a:pt x="29838" y="11216"/>
                  </a:lnTo>
                  <a:lnTo>
                    <a:pt x="29942" y="11216"/>
                  </a:lnTo>
                  <a:lnTo>
                    <a:pt x="29984" y="11111"/>
                  </a:lnTo>
                  <a:lnTo>
                    <a:pt x="30152" y="11320"/>
                  </a:lnTo>
                  <a:lnTo>
                    <a:pt x="30424" y="11488"/>
                  </a:lnTo>
                  <a:lnTo>
                    <a:pt x="30424" y="11592"/>
                  </a:lnTo>
                  <a:lnTo>
                    <a:pt x="30361" y="11613"/>
                  </a:lnTo>
                  <a:lnTo>
                    <a:pt x="30340" y="11697"/>
                  </a:lnTo>
                  <a:lnTo>
                    <a:pt x="30214" y="11843"/>
                  </a:lnTo>
                  <a:lnTo>
                    <a:pt x="30193" y="12011"/>
                  </a:lnTo>
                  <a:lnTo>
                    <a:pt x="30089" y="12011"/>
                  </a:lnTo>
                  <a:lnTo>
                    <a:pt x="30110" y="12032"/>
                  </a:lnTo>
                  <a:lnTo>
                    <a:pt x="30089" y="12178"/>
                  </a:lnTo>
                  <a:lnTo>
                    <a:pt x="30214" y="12325"/>
                  </a:lnTo>
                  <a:lnTo>
                    <a:pt x="30193" y="12387"/>
                  </a:lnTo>
                  <a:lnTo>
                    <a:pt x="30131" y="12429"/>
                  </a:lnTo>
                  <a:lnTo>
                    <a:pt x="30131" y="12471"/>
                  </a:lnTo>
                  <a:lnTo>
                    <a:pt x="30193" y="12555"/>
                  </a:lnTo>
                  <a:lnTo>
                    <a:pt x="30319" y="12492"/>
                  </a:lnTo>
                  <a:lnTo>
                    <a:pt x="30445" y="12387"/>
                  </a:lnTo>
                  <a:lnTo>
                    <a:pt x="30403" y="12492"/>
                  </a:lnTo>
                  <a:lnTo>
                    <a:pt x="30277" y="12576"/>
                  </a:lnTo>
                  <a:lnTo>
                    <a:pt x="30319" y="12638"/>
                  </a:lnTo>
                  <a:lnTo>
                    <a:pt x="30361" y="12659"/>
                  </a:lnTo>
                  <a:lnTo>
                    <a:pt x="30361" y="12701"/>
                  </a:lnTo>
                  <a:lnTo>
                    <a:pt x="30319" y="12743"/>
                  </a:lnTo>
                  <a:lnTo>
                    <a:pt x="30193" y="12743"/>
                  </a:lnTo>
                  <a:lnTo>
                    <a:pt x="30131" y="12806"/>
                  </a:lnTo>
                  <a:lnTo>
                    <a:pt x="30026" y="12806"/>
                  </a:lnTo>
                  <a:lnTo>
                    <a:pt x="29984" y="12890"/>
                  </a:lnTo>
                  <a:lnTo>
                    <a:pt x="30089" y="12973"/>
                  </a:lnTo>
                  <a:lnTo>
                    <a:pt x="30089" y="13057"/>
                  </a:lnTo>
                  <a:lnTo>
                    <a:pt x="30152" y="13057"/>
                  </a:lnTo>
                  <a:lnTo>
                    <a:pt x="30235" y="12952"/>
                  </a:lnTo>
                  <a:lnTo>
                    <a:pt x="30277" y="12952"/>
                  </a:lnTo>
                  <a:lnTo>
                    <a:pt x="30403" y="12806"/>
                  </a:lnTo>
                  <a:lnTo>
                    <a:pt x="30549" y="12743"/>
                  </a:lnTo>
                  <a:lnTo>
                    <a:pt x="30570" y="12701"/>
                  </a:lnTo>
                  <a:lnTo>
                    <a:pt x="30528" y="12576"/>
                  </a:lnTo>
                  <a:lnTo>
                    <a:pt x="30654" y="12471"/>
                  </a:lnTo>
                  <a:lnTo>
                    <a:pt x="30926" y="12283"/>
                  </a:lnTo>
                  <a:lnTo>
                    <a:pt x="30989" y="12283"/>
                  </a:lnTo>
                  <a:lnTo>
                    <a:pt x="31030" y="12178"/>
                  </a:lnTo>
                  <a:lnTo>
                    <a:pt x="31156" y="12178"/>
                  </a:lnTo>
                  <a:lnTo>
                    <a:pt x="31302" y="12053"/>
                  </a:lnTo>
                  <a:lnTo>
                    <a:pt x="31365" y="12115"/>
                  </a:lnTo>
                  <a:lnTo>
                    <a:pt x="31407" y="12115"/>
                  </a:lnTo>
                  <a:lnTo>
                    <a:pt x="31553" y="12073"/>
                  </a:lnTo>
                  <a:lnTo>
                    <a:pt x="31721" y="11906"/>
                  </a:lnTo>
                  <a:lnTo>
                    <a:pt x="31763" y="12011"/>
                  </a:lnTo>
                  <a:lnTo>
                    <a:pt x="31763" y="11655"/>
                  </a:lnTo>
                  <a:lnTo>
                    <a:pt x="31909" y="11550"/>
                  </a:lnTo>
                  <a:lnTo>
                    <a:pt x="31972" y="11404"/>
                  </a:lnTo>
                  <a:lnTo>
                    <a:pt x="31972" y="11299"/>
                  </a:lnTo>
                  <a:lnTo>
                    <a:pt x="32118" y="11195"/>
                  </a:lnTo>
                  <a:lnTo>
                    <a:pt x="32223" y="11006"/>
                  </a:lnTo>
                  <a:lnTo>
                    <a:pt x="32328" y="10965"/>
                  </a:lnTo>
                  <a:lnTo>
                    <a:pt x="32411" y="10672"/>
                  </a:lnTo>
                  <a:lnTo>
                    <a:pt x="32453" y="10567"/>
                  </a:lnTo>
                  <a:lnTo>
                    <a:pt x="32453" y="10504"/>
                  </a:lnTo>
                  <a:lnTo>
                    <a:pt x="32453" y="10337"/>
                  </a:lnTo>
                  <a:lnTo>
                    <a:pt x="32600" y="10190"/>
                  </a:lnTo>
                  <a:lnTo>
                    <a:pt x="32704" y="10358"/>
                  </a:lnTo>
                  <a:lnTo>
                    <a:pt x="32767" y="10400"/>
                  </a:lnTo>
                  <a:lnTo>
                    <a:pt x="32851" y="10483"/>
                  </a:lnTo>
                  <a:lnTo>
                    <a:pt x="32955" y="10441"/>
                  </a:lnTo>
                  <a:lnTo>
                    <a:pt x="33081" y="10483"/>
                  </a:lnTo>
                  <a:lnTo>
                    <a:pt x="33332" y="10462"/>
                  </a:lnTo>
                  <a:lnTo>
                    <a:pt x="33478" y="10483"/>
                  </a:lnTo>
                  <a:lnTo>
                    <a:pt x="33541" y="10337"/>
                  </a:lnTo>
                  <a:lnTo>
                    <a:pt x="33541" y="10253"/>
                  </a:lnTo>
                  <a:lnTo>
                    <a:pt x="33395" y="10128"/>
                  </a:lnTo>
                  <a:lnTo>
                    <a:pt x="33290" y="10044"/>
                  </a:lnTo>
                  <a:lnTo>
                    <a:pt x="33374" y="9960"/>
                  </a:lnTo>
                  <a:lnTo>
                    <a:pt x="33499" y="9960"/>
                  </a:lnTo>
                  <a:lnTo>
                    <a:pt x="33750" y="9772"/>
                  </a:lnTo>
                  <a:lnTo>
                    <a:pt x="33750" y="9646"/>
                  </a:lnTo>
                  <a:lnTo>
                    <a:pt x="33855" y="9521"/>
                  </a:lnTo>
                  <a:lnTo>
                    <a:pt x="33939" y="9521"/>
                  </a:lnTo>
                  <a:lnTo>
                    <a:pt x="34002" y="9416"/>
                  </a:lnTo>
                  <a:lnTo>
                    <a:pt x="33939" y="9312"/>
                  </a:lnTo>
                  <a:lnTo>
                    <a:pt x="33939" y="9207"/>
                  </a:lnTo>
                  <a:lnTo>
                    <a:pt x="33939" y="9081"/>
                  </a:lnTo>
                  <a:lnTo>
                    <a:pt x="34022" y="9040"/>
                  </a:lnTo>
                  <a:lnTo>
                    <a:pt x="34127" y="9123"/>
                  </a:lnTo>
                  <a:lnTo>
                    <a:pt x="34127" y="9228"/>
                  </a:lnTo>
                  <a:lnTo>
                    <a:pt x="34190" y="9312"/>
                  </a:lnTo>
                  <a:lnTo>
                    <a:pt x="34378" y="9332"/>
                  </a:lnTo>
                  <a:lnTo>
                    <a:pt x="34399" y="9395"/>
                  </a:lnTo>
                  <a:lnTo>
                    <a:pt x="34399" y="9353"/>
                  </a:lnTo>
                  <a:lnTo>
                    <a:pt x="34399" y="9291"/>
                  </a:lnTo>
                  <a:lnTo>
                    <a:pt x="34378" y="9249"/>
                  </a:lnTo>
                  <a:lnTo>
                    <a:pt x="34336" y="9144"/>
                  </a:lnTo>
                  <a:lnTo>
                    <a:pt x="34336" y="9123"/>
                  </a:lnTo>
                  <a:lnTo>
                    <a:pt x="34420" y="9081"/>
                  </a:lnTo>
                  <a:lnTo>
                    <a:pt x="34546" y="9102"/>
                  </a:lnTo>
                  <a:lnTo>
                    <a:pt x="34608" y="9081"/>
                  </a:lnTo>
                  <a:lnTo>
                    <a:pt x="34608" y="8977"/>
                  </a:lnTo>
                  <a:lnTo>
                    <a:pt x="34587" y="8914"/>
                  </a:lnTo>
                  <a:lnTo>
                    <a:pt x="34587" y="8830"/>
                  </a:lnTo>
                  <a:lnTo>
                    <a:pt x="34608" y="8788"/>
                  </a:lnTo>
                  <a:lnTo>
                    <a:pt x="34608" y="8684"/>
                  </a:lnTo>
                  <a:lnTo>
                    <a:pt x="34608" y="8579"/>
                  </a:lnTo>
                  <a:lnTo>
                    <a:pt x="34525" y="8516"/>
                  </a:lnTo>
                  <a:lnTo>
                    <a:pt x="34525" y="8349"/>
                  </a:lnTo>
                  <a:lnTo>
                    <a:pt x="34525" y="8244"/>
                  </a:lnTo>
                  <a:lnTo>
                    <a:pt x="34504" y="8098"/>
                  </a:lnTo>
                  <a:lnTo>
                    <a:pt x="34504" y="7993"/>
                  </a:lnTo>
                  <a:lnTo>
                    <a:pt x="34441" y="7889"/>
                  </a:lnTo>
                  <a:lnTo>
                    <a:pt x="34399" y="7826"/>
                  </a:lnTo>
                  <a:lnTo>
                    <a:pt x="34378" y="7742"/>
                  </a:lnTo>
                  <a:lnTo>
                    <a:pt x="34232" y="7533"/>
                  </a:lnTo>
                  <a:lnTo>
                    <a:pt x="34190" y="7428"/>
                  </a:lnTo>
                  <a:lnTo>
                    <a:pt x="34211" y="7366"/>
                  </a:lnTo>
                  <a:lnTo>
                    <a:pt x="34294" y="7345"/>
                  </a:lnTo>
                  <a:lnTo>
                    <a:pt x="34378" y="7324"/>
                  </a:lnTo>
                  <a:lnTo>
                    <a:pt x="34420" y="7261"/>
                  </a:lnTo>
                  <a:lnTo>
                    <a:pt x="34441" y="7198"/>
                  </a:lnTo>
                  <a:lnTo>
                    <a:pt x="34546" y="7010"/>
                  </a:lnTo>
                  <a:lnTo>
                    <a:pt x="34587" y="7010"/>
                  </a:lnTo>
                  <a:lnTo>
                    <a:pt x="34692" y="7031"/>
                  </a:lnTo>
                  <a:lnTo>
                    <a:pt x="34755" y="7052"/>
                  </a:lnTo>
                  <a:lnTo>
                    <a:pt x="35131" y="7115"/>
                  </a:lnTo>
                  <a:lnTo>
                    <a:pt x="35173" y="7136"/>
                  </a:lnTo>
                  <a:lnTo>
                    <a:pt x="35236" y="7136"/>
                  </a:lnTo>
                  <a:lnTo>
                    <a:pt x="35278" y="7094"/>
                  </a:lnTo>
                  <a:lnTo>
                    <a:pt x="35257" y="7010"/>
                  </a:lnTo>
                  <a:lnTo>
                    <a:pt x="35236" y="6926"/>
                  </a:lnTo>
                  <a:lnTo>
                    <a:pt x="35236" y="6884"/>
                  </a:lnTo>
                  <a:lnTo>
                    <a:pt x="35257" y="6822"/>
                  </a:lnTo>
                  <a:lnTo>
                    <a:pt x="35236" y="6780"/>
                  </a:lnTo>
                  <a:lnTo>
                    <a:pt x="35215" y="6696"/>
                  </a:lnTo>
                  <a:lnTo>
                    <a:pt x="35257" y="6591"/>
                  </a:lnTo>
                  <a:lnTo>
                    <a:pt x="35320" y="6571"/>
                  </a:lnTo>
                  <a:lnTo>
                    <a:pt x="35278" y="6466"/>
                  </a:lnTo>
                  <a:lnTo>
                    <a:pt x="35257" y="6403"/>
                  </a:lnTo>
                  <a:lnTo>
                    <a:pt x="35257" y="6382"/>
                  </a:lnTo>
                  <a:lnTo>
                    <a:pt x="35341" y="6319"/>
                  </a:lnTo>
                  <a:lnTo>
                    <a:pt x="35320" y="6278"/>
                  </a:lnTo>
                  <a:lnTo>
                    <a:pt x="35320" y="6215"/>
                  </a:lnTo>
                  <a:lnTo>
                    <a:pt x="35278" y="6152"/>
                  </a:lnTo>
                  <a:lnTo>
                    <a:pt x="35320" y="6068"/>
                  </a:lnTo>
                  <a:lnTo>
                    <a:pt x="35362" y="6047"/>
                  </a:lnTo>
                  <a:lnTo>
                    <a:pt x="35362" y="5985"/>
                  </a:lnTo>
                  <a:lnTo>
                    <a:pt x="35341" y="5943"/>
                  </a:lnTo>
                  <a:lnTo>
                    <a:pt x="35278" y="5796"/>
                  </a:lnTo>
                  <a:lnTo>
                    <a:pt x="35278" y="5671"/>
                  </a:lnTo>
                  <a:lnTo>
                    <a:pt x="35320" y="5650"/>
                  </a:lnTo>
                  <a:lnTo>
                    <a:pt x="35341" y="5629"/>
                  </a:lnTo>
                  <a:lnTo>
                    <a:pt x="35341" y="5587"/>
                  </a:lnTo>
                  <a:lnTo>
                    <a:pt x="35320" y="5545"/>
                  </a:lnTo>
                  <a:lnTo>
                    <a:pt x="35320" y="5483"/>
                  </a:lnTo>
                  <a:lnTo>
                    <a:pt x="35257" y="5441"/>
                  </a:lnTo>
                  <a:lnTo>
                    <a:pt x="35236" y="5378"/>
                  </a:lnTo>
                  <a:lnTo>
                    <a:pt x="35257" y="5315"/>
                  </a:lnTo>
                  <a:lnTo>
                    <a:pt x="35257" y="5231"/>
                  </a:lnTo>
                  <a:lnTo>
                    <a:pt x="35236" y="5169"/>
                  </a:lnTo>
                  <a:lnTo>
                    <a:pt x="35173" y="5127"/>
                  </a:lnTo>
                  <a:lnTo>
                    <a:pt x="35173" y="5064"/>
                  </a:lnTo>
                  <a:lnTo>
                    <a:pt x="35257" y="4959"/>
                  </a:lnTo>
                  <a:lnTo>
                    <a:pt x="35362" y="4939"/>
                  </a:lnTo>
                  <a:lnTo>
                    <a:pt x="35383" y="4918"/>
                  </a:lnTo>
                  <a:lnTo>
                    <a:pt x="35383" y="4813"/>
                  </a:lnTo>
                  <a:lnTo>
                    <a:pt x="35424" y="4687"/>
                  </a:lnTo>
                  <a:lnTo>
                    <a:pt x="35341" y="4646"/>
                  </a:lnTo>
                  <a:lnTo>
                    <a:pt x="35278" y="4583"/>
                  </a:lnTo>
                  <a:lnTo>
                    <a:pt x="35257" y="4499"/>
                  </a:lnTo>
                  <a:lnTo>
                    <a:pt x="35173" y="4395"/>
                  </a:lnTo>
                  <a:lnTo>
                    <a:pt x="35152" y="4332"/>
                  </a:lnTo>
                  <a:lnTo>
                    <a:pt x="35215" y="4290"/>
                  </a:lnTo>
                  <a:lnTo>
                    <a:pt x="35152" y="4185"/>
                  </a:lnTo>
                  <a:lnTo>
                    <a:pt x="35131" y="4123"/>
                  </a:lnTo>
                  <a:lnTo>
                    <a:pt x="35027" y="4102"/>
                  </a:lnTo>
                  <a:lnTo>
                    <a:pt x="34964" y="4081"/>
                  </a:lnTo>
                  <a:lnTo>
                    <a:pt x="34859" y="4018"/>
                  </a:lnTo>
                  <a:lnTo>
                    <a:pt x="34797" y="4081"/>
                  </a:lnTo>
                  <a:lnTo>
                    <a:pt x="34713" y="4102"/>
                  </a:lnTo>
                  <a:lnTo>
                    <a:pt x="34629" y="4143"/>
                  </a:lnTo>
                  <a:lnTo>
                    <a:pt x="34629" y="4227"/>
                  </a:lnTo>
                  <a:lnTo>
                    <a:pt x="34587" y="4269"/>
                  </a:lnTo>
                  <a:lnTo>
                    <a:pt x="34504" y="4269"/>
                  </a:lnTo>
                  <a:lnTo>
                    <a:pt x="34483" y="4395"/>
                  </a:lnTo>
                  <a:lnTo>
                    <a:pt x="34294" y="4395"/>
                  </a:lnTo>
                  <a:lnTo>
                    <a:pt x="34232" y="4478"/>
                  </a:lnTo>
                  <a:lnTo>
                    <a:pt x="34232" y="4583"/>
                  </a:lnTo>
                  <a:lnTo>
                    <a:pt x="34190" y="4604"/>
                  </a:lnTo>
                  <a:lnTo>
                    <a:pt x="34169" y="4729"/>
                  </a:lnTo>
                  <a:lnTo>
                    <a:pt x="34169" y="4792"/>
                  </a:lnTo>
                  <a:lnTo>
                    <a:pt x="34106" y="4813"/>
                  </a:lnTo>
                  <a:lnTo>
                    <a:pt x="34022" y="4897"/>
                  </a:lnTo>
                  <a:lnTo>
                    <a:pt x="33876" y="4918"/>
                  </a:lnTo>
                  <a:lnTo>
                    <a:pt x="33709" y="4918"/>
                  </a:lnTo>
                  <a:lnTo>
                    <a:pt x="33667" y="4939"/>
                  </a:lnTo>
                  <a:lnTo>
                    <a:pt x="33604" y="5001"/>
                  </a:lnTo>
                  <a:lnTo>
                    <a:pt x="33583" y="4918"/>
                  </a:lnTo>
                  <a:lnTo>
                    <a:pt x="33541" y="4834"/>
                  </a:lnTo>
                  <a:lnTo>
                    <a:pt x="33458" y="4834"/>
                  </a:lnTo>
                  <a:lnTo>
                    <a:pt x="33374" y="4897"/>
                  </a:lnTo>
                  <a:lnTo>
                    <a:pt x="33269" y="4918"/>
                  </a:lnTo>
                  <a:lnTo>
                    <a:pt x="33248" y="4834"/>
                  </a:lnTo>
                  <a:lnTo>
                    <a:pt x="33165" y="4729"/>
                  </a:lnTo>
                  <a:lnTo>
                    <a:pt x="33123" y="4708"/>
                  </a:lnTo>
                  <a:lnTo>
                    <a:pt x="32976" y="4583"/>
                  </a:lnTo>
                  <a:lnTo>
                    <a:pt x="32976" y="4478"/>
                  </a:lnTo>
                  <a:lnTo>
                    <a:pt x="33018" y="4436"/>
                  </a:lnTo>
                  <a:lnTo>
                    <a:pt x="33039" y="4332"/>
                  </a:lnTo>
                  <a:lnTo>
                    <a:pt x="33018" y="4227"/>
                  </a:lnTo>
                  <a:lnTo>
                    <a:pt x="32976" y="4123"/>
                  </a:lnTo>
                  <a:lnTo>
                    <a:pt x="32872" y="4143"/>
                  </a:lnTo>
                  <a:lnTo>
                    <a:pt x="32872" y="4081"/>
                  </a:lnTo>
                  <a:lnTo>
                    <a:pt x="32872" y="3997"/>
                  </a:lnTo>
                  <a:lnTo>
                    <a:pt x="32934" y="3913"/>
                  </a:lnTo>
                  <a:lnTo>
                    <a:pt x="32934" y="3871"/>
                  </a:lnTo>
                  <a:lnTo>
                    <a:pt x="32872" y="3851"/>
                  </a:lnTo>
                  <a:lnTo>
                    <a:pt x="32851" y="3851"/>
                  </a:lnTo>
                  <a:lnTo>
                    <a:pt x="32767" y="3892"/>
                  </a:lnTo>
                  <a:lnTo>
                    <a:pt x="32725" y="3892"/>
                  </a:lnTo>
                  <a:lnTo>
                    <a:pt x="32642" y="3913"/>
                  </a:lnTo>
                  <a:lnTo>
                    <a:pt x="32558" y="3892"/>
                  </a:lnTo>
                  <a:lnTo>
                    <a:pt x="32516" y="3871"/>
                  </a:lnTo>
                  <a:lnTo>
                    <a:pt x="32453" y="3851"/>
                  </a:lnTo>
                  <a:lnTo>
                    <a:pt x="32432" y="3809"/>
                  </a:lnTo>
                  <a:lnTo>
                    <a:pt x="32307" y="3767"/>
                  </a:lnTo>
                  <a:lnTo>
                    <a:pt x="32307" y="3704"/>
                  </a:lnTo>
                  <a:lnTo>
                    <a:pt x="32244" y="3662"/>
                  </a:lnTo>
                  <a:lnTo>
                    <a:pt x="32202" y="3662"/>
                  </a:lnTo>
                  <a:lnTo>
                    <a:pt x="32139" y="3599"/>
                  </a:lnTo>
                  <a:lnTo>
                    <a:pt x="32139" y="3558"/>
                  </a:lnTo>
                  <a:lnTo>
                    <a:pt x="32077" y="3558"/>
                  </a:lnTo>
                  <a:lnTo>
                    <a:pt x="32014" y="3474"/>
                  </a:lnTo>
                  <a:lnTo>
                    <a:pt x="31993" y="3432"/>
                  </a:lnTo>
                  <a:lnTo>
                    <a:pt x="31930" y="3369"/>
                  </a:lnTo>
                  <a:lnTo>
                    <a:pt x="31888" y="3369"/>
                  </a:lnTo>
                  <a:lnTo>
                    <a:pt x="31846" y="3453"/>
                  </a:lnTo>
                  <a:lnTo>
                    <a:pt x="31805" y="3432"/>
                  </a:lnTo>
                  <a:lnTo>
                    <a:pt x="31763" y="3453"/>
                  </a:lnTo>
                  <a:lnTo>
                    <a:pt x="31721" y="3495"/>
                  </a:lnTo>
                  <a:lnTo>
                    <a:pt x="31658" y="3453"/>
                  </a:lnTo>
                  <a:lnTo>
                    <a:pt x="31616" y="3390"/>
                  </a:lnTo>
                  <a:lnTo>
                    <a:pt x="31574" y="3369"/>
                  </a:lnTo>
                  <a:lnTo>
                    <a:pt x="31449" y="3369"/>
                  </a:lnTo>
                  <a:lnTo>
                    <a:pt x="31386" y="3348"/>
                  </a:lnTo>
                  <a:lnTo>
                    <a:pt x="31449" y="3286"/>
                  </a:lnTo>
                  <a:lnTo>
                    <a:pt x="31449" y="3244"/>
                  </a:lnTo>
                  <a:lnTo>
                    <a:pt x="31365" y="3244"/>
                  </a:lnTo>
                  <a:lnTo>
                    <a:pt x="31302" y="3286"/>
                  </a:lnTo>
                  <a:lnTo>
                    <a:pt x="31177" y="3286"/>
                  </a:lnTo>
                  <a:lnTo>
                    <a:pt x="31135" y="3327"/>
                  </a:lnTo>
                  <a:lnTo>
                    <a:pt x="31072" y="3265"/>
                  </a:lnTo>
                  <a:lnTo>
                    <a:pt x="31030" y="3286"/>
                  </a:lnTo>
                  <a:lnTo>
                    <a:pt x="30947" y="3286"/>
                  </a:lnTo>
                  <a:lnTo>
                    <a:pt x="30884" y="3223"/>
                  </a:lnTo>
                  <a:lnTo>
                    <a:pt x="30800" y="3181"/>
                  </a:lnTo>
                  <a:lnTo>
                    <a:pt x="30675" y="3055"/>
                  </a:lnTo>
                  <a:lnTo>
                    <a:pt x="30633" y="2930"/>
                  </a:lnTo>
                  <a:lnTo>
                    <a:pt x="30633" y="2846"/>
                  </a:lnTo>
                  <a:lnTo>
                    <a:pt x="30612" y="2742"/>
                  </a:lnTo>
                  <a:lnTo>
                    <a:pt x="30549" y="2742"/>
                  </a:lnTo>
                  <a:lnTo>
                    <a:pt x="30465" y="2721"/>
                  </a:lnTo>
                  <a:lnTo>
                    <a:pt x="30465" y="2574"/>
                  </a:lnTo>
                  <a:lnTo>
                    <a:pt x="30424" y="2553"/>
                  </a:lnTo>
                  <a:lnTo>
                    <a:pt x="30403" y="2428"/>
                  </a:lnTo>
                  <a:lnTo>
                    <a:pt x="30361" y="2323"/>
                  </a:lnTo>
                  <a:lnTo>
                    <a:pt x="30152" y="2198"/>
                  </a:lnTo>
                  <a:lnTo>
                    <a:pt x="30047" y="2030"/>
                  </a:lnTo>
                  <a:lnTo>
                    <a:pt x="30026" y="1988"/>
                  </a:lnTo>
                  <a:lnTo>
                    <a:pt x="29984" y="1884"/>
                  </a:lnTo>
                  <a:lnTo>
                    <a:pt x="29921" y="1905"/>
                  </a:lnTo>
                  <a:lnTo>
                    <a:pt x="29901" y="1905"/>
                  </a:lnTo>
                  <a:lnTo>
                    <a:pt x="29901" y="1821"/>
                  </a:lnTo>
                  <a:lnTo>
                    <a:pt x="29921" y="1779"/>
                  </a:lnTo>
                  <a:lnTo>
                    <a:pt x="29838" y="1716"/>
                  </a:lnTo>
                  <a:lnTo>
                    <a:pt x="29796" y="1612"/>
                  </a:lnTo>
                  <a:lnTo>
                    <a:pt x="29733" y="1591"/>
                  </a:lnTo>
                  <a:lnTo>
                    <a:pt x="29712" y="1507"/>
                  </a:lnTo>
                  <a:lnTo>
                    <a:pt x="29670" y="1444"/>
                  </a:lnTo>
                  <a:lnTo>
                    <a:pt x="29608" y="1340"/>
                  </a:lnTo>
                  <a:lnTo>
                    <a:pt x="29482" y="1256"/>
                  </a:lnTo>
                  <a:lnTo>
                    <a:pt x="29461" y="1193"/>
                  </a:lnTo>
                  <a:lnTo>
                    <a:pt x="29503" y="1130"/>
                  </a:lnTo>
                  <a:lnTo>
                    <a:pt x="29482" y="1047"/>
                  </a:lnTo>
                  <a:lnTo>
                    <a:pt x="29315" y="1047"/>
                  </a:lnTo>
                  <a:lnTo>
                    <a:pt x="29294" y="984"/>
                  </a:lnTo>
                  <a:lnTo>
                    <a:pt x="29294" y="942"/>
                  </a:lnTo>
                  <a:lnTo>
                    <a:pt x="29273" y="879"/>
                  </a:lnTo>
                  <a:lnTo>
                    <a:pt x="29273" y="817"/>
                  </a:lnTo>
                  <a:lnTo>
                    <a:pt x="29231" y="733"/>
                  </a:lnTo>
                  <a:lnTo>
                    <a:pt x="29168" y="712"/>
                  </a:lnTo>
                  <a:lnTo>
                    <a:pt x="29168" y="649"/>
                  </a:lnTo>
                  <a:lnTo>
                    <a:pt x="29147" y="607"/>
                  </a:lnTo>
                  <a:lnTo>
                    <a:pt x="29085" y="628"/>
                  </a:lnTo>
                  <a:lnTo>
                    <a:pt x="28980" y="607"/>
                  </a:lnTo>
                  <a:lnTo>
                    <a:pt x="28959" y="545"/>
                  </a:lnTo>
                  <a:lnTo>
                    <a:pt x="28980" y="482"/>
                  </a:lnTo>
                  <a:lnTo>
                    <a:pt x="28959" y="440"/>
                  </a:lnTo>
                  <a:lnTo>
                    <a:pt x="28875" y="419"/>
                  </a:lnTo>
                  <a:lnTo>
                    <a:pt x="28833" y="461"/>
                  </a:lnTo>
                  <a:lnTo>
                    <a:pt x="28792" y="419"/>
                  </a:lnTo>
                  <a:lnTo>
                    <a:pt x="28750" y="419"/>
                  </a:lnTo>
                  <a:lnTo>
                    <a:pt x="28708" y="356"/>
                  </a:lnTo>
                  <a:lnTo>
                    <a:pt x="28750" y="293"/>
                  </a:lnTo>
                  <a:lnTo>
                    <a:pt x="28687" y="231"/>
                  </a:lnTo>
                  <a:lnTo>
                    <a:pt x="28624" y="210"/>
                  </a:lnTo>
                  <a:lnTo>
                    <a:pt x="28561" y="231"/>
                  </a:lnTo>
                  <a:lnTo>
                    <a:pt x="28520" y="147"/>
                  </a:lnTo>
                  <a:lnTo>
                    <a:pt x="28457" y="189"/>
                  </a:lnTo>
                  <a:lnTo>
                    <a:pt x="28373" y="189"/>
                  </a:lnTo>
                  <a:lnTo>
                    <a:pt x="28331" y="147"/>
                  </a:lnTo>
                  <a:lnTo>
                    <a:pt x="28268" y="189"/>
                  </a:lnTo>
                  <a:lnTo>
                    <a:pt x="28268" y="252"/>
                  </a:lnTo>
                  <a:lnTo>
                    <a:pt x="28248" y="293"/>
                  </a:lnTo>
                  <a:lnTo>
                    <a:pt x="28143" y="231"/>
                  </a:lnTo>
                  <a:lnTo>
                    <a:pt x="28101" y="189"/>
                  </a:lnTo>
                  <a:lnTo>
                    <a:pt x="28017" y="210"/>
                  </a:lnTo>
                  <a:lnTo>
                    <a:pt x="27892" y="210"/>
                  </a:lnTo>
                  <a:lnTo>
                    <a:pt x="27892" y="189"/>
                  </a:lnTo>
                  <a:lnTo>
                    <a:pt x="27808" y="105"/>
                  </a:lnTo>
                  <a:lnTo>
                    <a:pt x="27620" y="84"/>
                  </a:lnTo>
                  <a:lnTo>
                    <a:pt x="27536" y="21"/>
                  </a:lnTo>
                  <a:lnTo>
                    <a:pt x="27432" y="21"/>
                  </a:lnTo>
                  <a:lnTo>
                    <a:pt x="2739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1" name="Google Shape;7805;p67">
              <a:extLst>
                <a:ext uri="{FF2B5EF4-FFF2-40B4-BE49-F238E27FC236}">
                  <a16:creationId xmlns:a16="http://schemas.microsoft.com/office/drawing/2014/main" id="{81CF6829-8C5C-B97A-FD37-F93E1335DDF7}"/>
                </a:ext>
              </a:extLst>
            </p:cNvPr>
            <p:cNvSpPr/>
            <p:nvPr/>
          </p:nvSpPr>
          <p:spPr>
            <a:xfrm>
              <a:off x="5150925" y="2903250"/>
              <a:ext cx="1600" cy="2125"/>
            </a:xfrm>
            <a:custGeom>
              <a:avLst/>
              <a:gdLst/>
              <a:ahLst/>
              <a:cxnLst/>
              <a:rect l="l" t="t" r="r" b="b"/>
              <a:pathLst>
                <a:path w="64" h="85" extrusionOk="0">
                  <a:moveTo>
                    <a:pt x="63" y="85"/>
                  </a:move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2" name="Google Shape;7806;p67">
              <a:extLst>
                <a:ext uri="{FF2B5EF4-FFF2-40B4-BE49-F238E27FC236}">
                  <a16:creationId xmlns:a16="http://schemas.microsoft.com/office/drawing/2014/main" id="{7181CE4C-7367-5998-2D9A-68BBE886A725}"/>
                </a:ext>
              </a:extLst>
            </p:cNvPr>
            <p:cNvSpPr/>
            <p:nvPr/>
          </p:nvSpPr>
          <p:spPr>
            <a:xfrm>
              <a:off x="5134200" y="2918425"/>
              <a:ext cx="2625" cy="2650"/>
            </a:xfrm>
            <a:custGeom>
              <a:avLst/>
              <a:gdLst/>
              <a:ahLst/>
              <a:cxnLst/>
              <a:rect l="l" t="t" r="r" b="b"/>
              <a:pathLst>
                <a:path w="105" h="106" extrusionOk="0">
                  <a:moveTo>
                    <a:pt x="0" y="105"/>
                  </a:moveTo>
                  <a:lnTo>
                    <a:pt x="105" y="1"/>
                  </a:lnTo>
                  <a:lnTo>
                    <a:pt x="10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3" name="Google Shape;7807;p67">
              <a:extLst>
                <a:ext uri="{FF2B5EF4-FFF2-40B4-BE49-F238E27FC236}">
                  <a16:creationId xmlns:a16="http://schemas.microsoft.com/office/drawing/2014/main" id="{33BEFCF0-8C90-FF9C-05CC-AD3D4775E19E}"/>
                </a:ext>
              </a:extLst>
            </p:cNvPr>
            <p:cNvSpPr/>
            <p:nvPr/>
          </p:nvSpPr>
          <p:spPr>
            <a:xfrm>
              <a:off x="4608475" y="2660550"/>
              <a:ext cx="5275" cy="1600"/>
            </a:xfrm>
            <a:custGeom>
              <a:avLst/>
              <a:gdLst/>
              <a:ahLst/>
              <a:cxnLst/>
              <a:rect l="l" t="t" r="r" b="b"/>
              <a:pathLst>
                <a:path w="211" h="64" extrusionOk="0">
                  <a:moveTo>
                    <a:pt x="210" y="0"/>
                  </a:moveTo>
                  <a:lnTo>
                    <a:pt x="1" y="63"/>
                  </a:lnTo>
                  <a:lnTo>
                    <a:pt x="22" y="63"/>
                  </a:lnTo>
                  <a:lnTo>
                    <a:pt x="21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4" name="Google Shape;7808;p67">
              <a:extLst>
                <a:ext uri="{FF2B5EF4-FFF2-40B4-BE49-F238E27FC236}">
                  <a16:creationId xmlns:a16="http://schemas.microsoft.com/office/drawing/2014/main" id="{79401A28-B997-334A-4B8F-C6A76CE17483}"/>
                </a:ext>
              </a:extLst>
            </p:cNvPr>
            <p:cNvSpPr/>
            <p:nvPr/>
          </p:nvSpPr>
          <p:spPr>
            <a:xfrm>
              <a:off x="4302475" y="2310075"/>
              <a:ext cx="547700" cy="287725"/>
            </a:xfrm>
            <a:custGeom>
              <a:avLst/>
              <a:gdLst/>
              <a:ahLst/>
              <a:cxnLst/>
              <a:rect l="l" t="t" r="r" b="b"/>
              <a:pathLst>
                <a:path w="21908" h="11509" extrusionOk="0">
                  <a:moveTo>
                    <a:pt x="10860" y="0"/>
                  </a:moveTo>
                  <a:lnTo>
                    <a:pt x="10755" y="84"/>
                  </a:lnTo>
                  <a:lnTo>
                    <a:pt x="10713" y="189"/>
                  </a:lnTo>
                  <a:lnTo>
                    <a:pt x="10567" y="189"/>
                  </a:lnTo>
                  <a:lnTo>
                    <a:pt x="10483" y="252"/>
                  </a:lnTo>
                  <a:lnTo>
                    <a:pt x="10546" y="314"/>
                  </a:lnTo>
                  <a:lnTo>
                    <a:pt x="10546" y="398"/>
                  </a:lnTo>
                  <a:lnTo>
                    <a:pt x="10400" y="419"/>
                  </a:lnTo>
                  <a:lnTo>
                    <a:pt x="10337" y="419"/>
                  </a:lnTo>
                  <a:lnTo>
                    <a:pt x="10253" y="524"/>
                  </a:lnTo>
                  <a:lnTo>
                    <a:pt x="10128" y="524"/>
                  </a:lnTo>
                  <a:lnTo>
                    <a:pt x="10044" y="586"/>
                  </a:lnTo>
                  <a:lnTo>
                    <a:pt x="9981" y="586"/>
                  </a:lnTo>
                  <a:lnTo>
                    <a:pt x="9751" y="733"/>
                  </a:lnTo>
                  <a:lnTo>
                    <a:pt x="9625" y="796"/>
                  </a:lnTo>
                  <a:lnTo>
                    <a:pt x="9521" y="837"/>
                  </a:lnTo>
                  <a:lnTo>
                    <a:pt x="9437" y="837"/>
                  </a:lnTo>
                  <a:lnTo>
                    <a:pt x="9353" y="775"/>
                  </a:lnTo>
                  <a:lnTo>
                    <a:pt x="9312" y="837"/>
                  </a:lnTo>
                  <a:lnTo>
                    <a:pt x="9291" y="921"/>
                  </a:lnTo>
                  <a:lnTo>
                    <a:pt x="9144" y="921"/>
                  </a:lnTo>
                  <a:lnTo>
                    <a:pt x="9102" y="984"/>
                  </a:lnTo>
                  <a:lnTo>
                    <a:pt x="9102" y="1088"/>
                  </a:lnTo>
                  <a:lnTo>
                    <a:pt x="9040" y="1130"/>
                  </a:lnTo>
                  <a:lnTo>
                    <a:pt x="8977" y="1109"/>
                  </a:lnTo>
                  <a:lnTo>
                    <a:pt x="8893" y="1109"/>
                  </a:lnTo>
                  <a:lnTo>
                    <a:pt x="8789" y="1151"/>
                  </a:lnTo>
                  <a:lnTo>
                    <a:pt x="8663" y="1172"/>
                  </a:lnTo>
                  <a:lnTo>
                    <a:pt x="8496" y="1256"/>
                  </a:lnTo>
                  <a:lnTo>
                    <a:pt x="8475" y="1319"/>
                  </a:lnTo>
                  <a:lnTo>
                    <a:pt x="8307" y="1340"/>
                  </a:lnTo>
                  <a:lnTo>
                    <a:pt x="8182" y="1402"/>
                  </a:lnTo>
                  <a:lnTo>
                    <a:pt x="8035" y="1423"/>
                  </a:lnTo>
                  <a:lnTo>
                    <a:pt x="7847" y="1465"/>
                  </a:lnTo>
                  <a:lnTo>
                    <a:pt x="7826" y="1549"/>
                  </a:lnTo>
                  <a:lnTo>
                    <a:pt x="7763" y="1632"/>
                  </a:lnTo>
                  <a:lnTo>
                    <a:pt x="7721" y="1528"/>
                  </a:lnTo>
                  <a:lnTo>
                    <a:pt x="7617" y="1528"/>
                  </a:lnTo>
                  <a:lnTo>
                    <a:pt x="7512" y="1570"/>
                  </a:lnTo>
                  <a:lnTo>
                    <a:pt x="7512" y="1653"/>
                  </a:lnTo>
                  <a:lnTo>
                    <a:pt x="7449" y="1695"/>
                  </a:lnTo>
                  <a:lnTo>
                    <a:pt x="7345" y="1653"/>
                  </a:lnTo>
                  <a:lnTo>
                    <a:pt x="7219" y="1653"/>
                  </a:lnTo>
                  <a:lnTo>
                    <a:pt x="7198" y="1612"/>
                  </a:lnTo>
                  <a:lnTo>
                    <a:pt x="7115" y="1612"/>
                  </a:lnTo>
                  <a:lnTo>
                    <a:pt x="7031" y="1653"/>
                  </a:lnTo>
                  <a:lnTo>
                    <a:pt x="6926" y="1674"/>
                  </a:lnTo>
                  <a:lnTo>
                    <a:pt x="6884" y="1695"/>
                  </a:lnTo>
                  <a:lnTo>
                    <a:pt x="6926" y="1842"/>
                  </a:lnTo>
                  <a:lnTo>
                    <a:pt x="6884" y="1925"/>
                  </a:lnTo>
                  <a:lnTo>
                    <a:pt x="6989" y="1946"/>
                  </a:lnTo>
                  <a:lnTo>
                    <a:pt x="7136" y="1925"/>
                  </a:lnTo>
                  <a:lnTo>
                    <a:pt x="7198" y="2051"/>
                  </a:lnTo>
                  <a:lnTo>
                    <a:pt x="7031" y="2051"/>
                  </a:lnTo>
                  <a:lnTo>
                    <a:pt x="6989" y="2093"/>
                  </a:lnTo>
                  <a:lnTo>
                    <a:pt x="6989" y="2156"/>
                  </a:lnTo>
                  <a:lnTo>
                    <a:pt x="7136" y="2176"/>
                  </a:lnTo>
                  <a:lnTo>
                    <a:pt x="7240" y="2197"/>
                  </a:lnTo>
                  <a:lnTo>
                    <a:pt x="7324" y="2156"/>
                  </a:lnTo>
                  <a:lnTo>
                    <a:pt x="7408" y="2156"/>
                  </a:lnTo>
                  <a:lnTo>
                    <a:pt x="7512" y="2260"/>
                  </a:lnTo>
                  <a:lnTo>
                    <a:pt x="7617" y="2281"/>
                  </a:lnTo>
                  <a:lnTo>
                    <a:pt x="7617" y="2386"/>
                  </a:lnTo>
                  <a:lnTo>
                    <a:pt x="7554" y="2449"/>
                  </a:lnTo>
                  <a:lnTo>
                    <a:pt x="7449" y="2407"/>
                  </a:lnTo>
                  <a:lnTo>
                    <a:pt x="7219" y="2449"/>
                  </a:lnTo>
                  <a:lnTo>
                    <a:pt x="7094" y="2553"/>
                  </a:lnTo>
                  <a:lnTo>
                    <a:pt x="6947" y="2741"/>
                  </a:lnTo>
                  <a:lnTo>
                    <a:pt x="6947" y="2867"/>
                  </a:lnTo>
                  <a:lnTo>
                    <a:pt x="7031" y="2888"/>
                  </a:lnTo>
                  <a:lnTo>
                    <a:pt x="7052" y="3013"/>
                  </a:lnTo>
                  <a:lnTo>
                    <a:pt x="6989" y="3118"/>
                  </a:lnTo>
                  <a:lnTo>
                    <a:pt x="6947" y="3244"/>
                  </a:lnTo>
                  <a:lnTo>
                    <a:pt x="6843" y="3244"/>
                  </a:lnTo>
                  <a:lnTo>
                    <a:pt x="6843" y="3306"/>
                  </a:lnTo>
                  <a:lnTo>
                    <a:pt x="6884" y="3390"/>
                  </a:lnTo>
                  <a:lnTo>
                    <a:pt x="6884" y="3453"/>
                  </a:lnTo>
                  <a:lnTo>
                    <a:pt x="7031" y="3453"/>
                  </a:lnTo>
                  <a:lnTo>
                    <a:pt x="7115" y="3537"/>
                  </a:lnTo>
                  <a:lnTo>
                    <a:pt x="7240" y="3557"/>
                  </a:lnTo>
                  <a:lnTo>
                    <a:pt x="7240" y="3620"/>
                  </a:lnTo>
                  <a:lnTo>
                    <a:pt x="7366" y="3704"/>
                  </a:lnTo>
                  <a:lnTo>
                    <a:pt x="7533" y="3725"/>
                  </a:lnTo>
                  <a:lnTo>
                    <a:pt x="7575" y="3746"/>
                  </a:lnTo>
                  <a:lnTo>
                    <a:pt x="7617" y="4227"/>
                  </a:lnTo>
                  <a:lnTo>
                    <a:pt x="7554" y="4290"/>
                  </a:lnTo>
                  <a:lnTo>
                    <a:pt x="7366" y="4373"/>
                  </a:lnTo>
                  <a:lnTo>
                    <a:pt x="7219" y="4353"/>
                  </a:lnTo>
                  <a:lnTo>
                    <a:pt x="7031" y="4248"/>
                  </a:lnTo>
                  <a:lnTo>
                    <a:pt x="6947" y="4290"/>
                  </a:lnTo>
                  <a:lnTo>
                    <a:pt x="6947" y="4394"/>
                  </a:lnTo>
                  <a:lnTo>
                    <a:pt x="6905" y="4541"/>
                  </a:lnTo>
                  <a:lnTo>
                    <a:pt x="6780" y="4562"/>
                  </a:lnTo>
                  <a:lnTo>
                    <a:pt x="6571" y="4457"/>
                  </a:lnTo>
                  <a:lnTo>
                    <a:pt x="6403" y="4457"/>
                  </a:lnTo>
                  <a:lnTo>
                    <a:pt x="6320" y="4394"/>
                  </a:lnTo>
                  <a:lnTo>
                    <a:pt x="6278" y="4436"/>
                  </a:lnTo>
                  <a:lnTo>
                    <a:pt x="6173" y="4394"/>
                  </a:lnTo>
                  <a:lnTo>
                    <a:pt x="6048" y="4269"/>
                  </a:lnTo>
                  <a:lnTo>
                    <a:pt x="6152" y="4227"/>
                  </a:lnTo>
                  <a:lnTo>
                    <a:pt x="6173" y="4143"/>
                  </a:lnTo>
                  <a:lnTo>
                    <a:pt x="6089" y="4122"/>
                  </a:lnTo>
                  <a:lnTo>
                    <a:pt x="5964" y="4039"/>
                  </a:lnTo>
                  <a:lnTo>
                    <a:pt x="5880" y="4122"/>
                  </a:lnTo>
                  <a:lnTo>
                    <a:pt x="5755" y="4081"/>
                  </a:lnTo>
                  <a:lnTo>
                    <a:pt x="5671" y="4122"/>
                  </a:lnTo>
                  <a:lnTo>
                    <a:pt x="5692" y="4269"/>
                  </a:lnTo>
                  <a:lnTo>
                    <a:pt x="5545" y="4290"/>
                  </a:lnTo>
                  <a:lnTo>
                    <a:pt x="5483" y="4227"/>
                  </a:lnTo>
                  <a:lnTo>
                    <a:pt x="5336" y="4060"/>
                  </a:lnTo>
                  <a:lnTo>
                    <a:pt x="5211" y="4081"/>
                  </a:lnTo>
                  <a:lnTo>
                    <a:pt x="5148" y="4185"/>
                  </a:lnTo>
                  <a:lnTo>
                    <a:pt x="5064" y="4081"/>
                  </a:lnTo>
                  <a:lnTo>
                    <a:pt x="5001" y="4122"/>
                  </a:lnTo>
                  <a:lnTo>
                    <a:pt x="5001" y="4248"/>
                  </a:lnTo>
                  <a:lnTo>
                    <a:pt x="4855" y="4248"/>
                  </a:lnTo>
                  <a:lnTo>
                    <a:pt x="4834" y="4457"/>
                  </a:lnTo>
                  <a:lnTo>
                    <a:pt x="4708" y="4562"/>
                  </a:lnTo>
                  <a:lnTo>
                    <a:pt x="4625" y="4541"/>
                  </a:lnTo>
                  <a:lnTo>
                    <a:pt x="4541" y="4436"/>
                  </a:lnTo>
                  <a:lnTo>
                    <a:pt x="4332" y="4394"/>
                  </a:lnTo>
                  <a:lnTo>
                    <a:pt x="4269" y="4269"/>
                  </a:lnTo>
                  <a:lnTo>
                    <a:pt x="4123" y="4353"/>
                  </a:lnTo>
                  <a:lnTo>
                    <a:pt x="4164" y="4478"/>
                  </a:lnTo>
                  <a:lnTo>
                    <a:pt x="4081" y="4604"/>
                  </a:lnTo>
                  <a:lnTo>
                    <a:pt x="3997" y="4583"/>
                  </a:lnTo>
                  <a:lnTo>
                    <a:pt x="3997" y="4457"/>
                  </a:lnTo>
                  <a:lnTo>
                    <a:pt x="3955" y="4373"/>
                  </a:lnTo>
                  <a:lnTo>
                    <a:pt x="3871" y="4373"/>
                  </a:lnTo>
                  <a:lnTo>
                    <a:pt x="3704" y="4248"/>
                  </a:lnTo>
                  <a:lnTo>
                    <a:pt x="3599" y="4122"/>
                  </a:lnTo>
                  <a:lnTo>
                    <a:pt x="3474" y="4122"/>
                  </a:lnTo>
                  <a:lnTo>
                    <a:pt x="3369" y="3976"/>
                  </a:lnTo>
                  <a:lnTo>
                    <a:pt x="3286" y="3955"/>
                  </a:lnTo>
                  <a:lnTo>
                    <a:pt x="3244" y="3871"/>
                  </a:lnTo>
                  <a:lnTo>
                    <a:pt x="3160" y="3871"/>
                  </a:lnTo>
                  <a:lnTo>
                    <a:pt x="2951" y="3955"/>
                  </a:lnTo>
                  <a:lnTo>
                    <a:pt x="2825" y="3850"/>
                  </a:lnTo>
                  <a:lnTo>
                    <a:pt x="2742" y="3704"/>
                  </a:lnTo>
                  <a:lnTo>
                    <a:pt x="2637" y="3704"/>
                  </a:lnTo>
                  <a:lnTo>
                    <a:pt x="2532" y="3809"/>
                  </a:lnTo>
                  <a:lnTo>
                    <a:pt x="2407" y="3809"/>
                  </a:lnTo>
                  <a:lnTo>
                    <a:pt x="2407" y="3871"/>
                  </a:lnTo>
                  <a:lnTo>
                    <a:pt x="2323" y="3955"/>
                  </a:lnTo>
                  <a:lnTo>
                    <a:pt x="2323" y="3850"/>
                  </a:lnTo>
                  <a:lnTo>
                    <a:pt x="2239" y="3913"/>
                  </a:lnTo>
                  <a:lnTo>
                    <a:pt x="2218" y="3976"/>
                  </a:lnTo>
                  <a:lnTo>
                    <a:pt x="2114" y="4060"/>
                  </a:lnTo>
                  <a:lnTo>
                    <a:pt x="2030" y="3976"/>
                  </a:lnTo>
                  <a:lnTo>
                    <a:pt x="2114" y="3913"/>
                  </a:lnTo>
                  <a:lnTo>
                    <a:pt x="2135" y="3829"/>
                  </a:lnTo>
                  <a:lnTo>
                    <a:pt x="2009" y="3767"/>
                  </a:lnTo>
                  <a:lnTo>
                    <a:pt x="1821" y="3662"/>
                  </a:lnTo>
                  <a:lnTo>
                    <a:pt x="1800" y="3746"/>
                  </a:lnTo>
                  <a:lnTo>
                    <a:pt x="1821" y="3850"/>
                  </a:lnTo>
                  <a:lnTo>
                    <a:pt x="1821" y="3955"/>
                  </a:lnTo>
                  <a:lnTo>
                    <a:pt x="1695" y="3913"/>
                  </a:lnTo>
                  <a:lnTo>
                    <a:pt x="1612" y="3976"/>
                  </a:lnTo>
                  <a:lnTo>
                    <a:pt x="1570" y="4143"/>
                  </a:lnTo>
                  <a:lnTo>
                    <a:pt x="1486" y="4143"/>
                  </a:lnTo>
                  <a:lnTo>
                    <a:pt x="1298" y="4248"/>
                  </a:lnTo>
                  <a:lnTo>
                    <a:pt x="1277" y="4373"/>
                  </a:lnTo>
                  <a:lnTo>
                    <a:pt x="1361" y="4478"/>
                  </a:lnTo>
                  <a:lnTo>
                    <a:pt x="1361" y="4604"/>
                  </a:lnTo>
                  <a:lnTo>
                    <a:pt x="1172" y="4604"/>
                  </a:lnTo>
                  <a:lnTo>
                    <a:pt x="984" y="4645"/>
                  </a:lnTo>
                  <a:lnTo>
                    <a:pt x="1130" y="5106"/>
                  </a:lnTo>
                  <a:lnTo>
                    <a:pt x="1047" y="5169"/>
                  </a:lnTo>
                  <a:lnTo>
                    <a:pt x="1068" y="5336"/>
                  </a:lnTo>
                  <a:lnTo>
                    <a:pt x="879" y="5336"/>
                  </a:lnTo>
                  <a:lnTo>
                    <a:pt x="733" y="5231"/>
                  </a:lnTo>
                  <a:lnTo>
                    <a:pt x="670" y="5127"/>
                  </a:lnTo>
                  <a:lnTo>
                    <a:pt x="356" y="4876"/>
                  </a:lnTo>
                  <a:lnTo>
                    <a:pt x="294" y="4980"/>
                  </a:lnTo>
                  <a:lnTo>
                    <a:pt x="294" y="5106"/>
                  </a:lnTo>
                  <a:lnTo>
                    <a:pt x="126" y="5315"/>
                  </a:lnTo>
                  <a:lnTo>
                    <a:pt x="22" y="5378"/>
                  </a:lnTo>
                  <a:lnTo>
                    <a:pt x="42" y="5629"/>
                  </a:lnTo>
                  <a:lnTo>
                    <a:pt x="126" y="5734"/>
                  </a:lnTo>
                  <a:lnTo>
                    <a:pt x="105" y="6068"/>
                  </a:lnTo>
                  <a:lnTo>
                    <a:pt x="1" y="6278"/>
                  </a:lnTo>
                  <a:lnTo>
                    <a:pt x="231" y="6382"/>
                  </a:lnTo>
                  <a:lnTo>
                    <a:pt x="335" y="6550"/>
                  </a:lnTo>
                  <a:lnTo>
                    <a:pt x="314" y="6633"/>
                  </a:lnTo>
                  <a:lnTo>
                    <a:pt x="503" y="6780"/>
                  </a:lnTo>
                  <a:lnTo>
                    <a:pt x="545" y="6696"/>
                  </a:lnTo>
                  <a:lnTo>
                    <a:pt x="921" y="6801"/>
                  </a:lnTo>
                  <a:lnTo>
                    <a:pt x="1172" y="7052"/>
                  </a:lnTo>
                  <a:lnTo>
                    <a:pt x="1402" y="7428"/>
                  </a:lnTo>
                  <a:lnTo>
                    <a:pt x="1172" y="7428"/>
                  </a:lnTo>
                  <a:lnTo>
                    <a:pt x="1172" y="7533"/>
                  </a:lnTo>
                  <a:lnTo>
                    <a:pt x="1382" y="7679"/>
                  </a:lnTo>
                  <a:lnTo>
                    <a:pt x="1549" y="7617"/>
                  </a:lnTo>
                  <a:lnTo>
                    <a:pt x="1674" y="7721"/>
                  </a:lnTo>
                  <a:lnTo>
                    <a:pt x="1716" y="7721"/>
                  </a:lnTo>
                  <a:lnTo>
                    <a:pt x="1758" y="7784"/>
                  </a:lnTo>
                  <a:lnTo>
                    <a:pt x="1821" y="7784"/>
                  </a:lnTo>
                  <a:lnTo>
                    <a:pt x="1863" y="7721"/>
                  </a:lnTo>
                  <a:lnTo>
                    <a:pt x="1905" y="7721"/>
                  </a:lnTo>
                  <a:lnTo>
                    <a:pt x="1967" y="7784"/>
                  </a:lnTo>
                  <a:lnTo>
                    <a:pt x="2009" y="7721"/>
                  </a:lnTo>
                  <a:lnTo>
                    <a:pt x="2009" y="7638"/>
                  </a:lnTo>
                  <a:lnTo>
                    <a:pt x="2072" y="7679"/>
                  </a:lnTo>
                  <a:lnTo>
                    <a:pt x="2177" y="7596"/>
                  </a:lnTo>
                  <a:lnTo>
                    <a:pt x="2218" y="7512"/>
                  </a:lnTo>
                  <a:lnTo>
                    <a:pt x="2281" y="7512"/>
                  </a:lnTo>
                  <a:lnTo>
                    <a:pt x="2344" y="7428"/>
                  </a:lnTo>
                  <a:lnTo>
                    <a:pt x="2407" y="7428"/>
                  </a:lnTo>
                  <a:lnTo>
                    <a:pt x="2428" y="7470"/>
                  </a:lnTo>
                  <a:lnTo>
                    <a:pt x="2491" y="7428"/>
                  </a:lnTo>
                  <a:lnTo>
                    <a:pt x="2511" y="7366"/>
                  </a:lnTo>
                  <a:lnTo>
                    <a:pt x="2595" y="7282"/>
                  </a:lnTo>
                  <a:lnTo>
                    <a:pt x="2721" y="7282"/>
                  </a:lnTo>
                  <a:lnTo>
                    <a:pt x="2763" y="7303"/>
                  </a:lnTo>
                  <a:lnTo>
                    <a:pt x="2846" y="7303"/>
                  </a:lnTo>
                  <a:lnTo>
                    <a:pt x="2909" y="7282"/>
                  </a:lnTo>
                  <a:lnTo>
                    <a:pt x="2930" y="7303"/>
                  </a:lnTo>
                  <a:lnTo>
                    <a:pt x="2930" y="7386"/>
                  </a:lnTo>
                  <a:lnTo>
                    <a:pt x="2972" y="7470"/>
                  </a:lnTo>
                  <a:lnTo>
                    <a:pt x="3014" y="7407"/>
                  </a:lnTo>
                  <a:lnTo>
                    <a:pt x="3076" y="7407"/>
                  </a:lnTo>
                  <a:lnTo>
                    <a:pt x="3076" y="7470"/>
                  </a:lnTo>
                  <a:lnTo>
                    <a:pt x="3160" y="7491"/>
                  </a:lnTo>
                  <a:lnTo>
                    <a:pt x="3223" y="7470"/>
                  </a:lnTo>
                  <a:lnTo>
                    <a:pt x="3244" y="7407"/>
                  </a:lnTo>
                  <a:lnTo>
                    <a:pt x="3286" y="7386"/>
                  </a:lnTo>
                  <a:lnTo>
                    <a:pt x="3286" y="7324"/>
                  </a:lnTo>
                  <a:lnTo>
                    <a:pt x="3369" y="7303"/>
                  </a:lnTo>
                  <a:lnTo>
                    <a:pt x="3453" y="7324"/>
                  </a:lnTo>
                  <a:lnTo>
                    <a:pt x="3662" y="7324"/>
                  </a:lnTo>
                  <a:lnTo>
                    <a:pt x="3662" y="7386"/>
                  </a:lnTo>
                  <a:lnTo>
                    <a:pt x="3704" y="7470"/>
                  </a:lnTo>
                  <a:lnTo>
                    <a:pt x="3788" y="7491"/>
                  </a:lnTo>
                  <a:lnTo>
                    <a:pt x="3788" y="7512"/>
                  </a:lnTo>
                  <a:lnTo>
                    <a:pt x="3746" y="7596"/>
                  </a:lnTo>
                  <a:lnTo>
                    <a:pt x="3767" y="7638"/>
                  </a:lnTo>
                  <a:lnTo>
                    <a:pt x="3871" y="7742"/>
                  </a:lnTo>
                  <a:lnTo>
                    <a:pt x="3851" y="7826"/>
                  </a:lnTo>
                  <a:lnTo>
                    <a:pt x="3788" y="7951"/>
                  </a:lnTo>
                  <a:lnTo>
                    <a:pt x="3809" y="8014"/>
                  </a:lnTo>
                  <a:lnTo>
                    <a:pt x="3851" y="8056"/>
                  </a:lnTo>
                  <a:lnTo>
                    <a:pt x="3871" y="8098"/>
                  </a:lnTo>
                  <a:lnTo>
                    <a:pt x="3851" y="8140"/>
                  </a:lnTo>
                  <a:lnTo>
                    <a:pt x="3767" y="8161"/>
                  </a:lnTo>
                  <a:lnTo>
                    <a:pt x="3746" y="8307"/>
                  </a:lnTo>
                  <a:lnTo>
                    <a:pt x="3809" y="8454"/>
                  </a:lnTo>
                  <a:lnTo>
                    <a:pt x="3913" y="8475"/>
                  </a:lnTo>
                  <a:lnTo>
                    <a:pt x="3997" y="8516"/>
                  </a:lnTo>
                  <a:lnTo>
                    <a:pt x="3997" y="8558"/>
                  </a:lnTo>
                  <a:lnTo>
                    <a:pt x="3871" y="8621"/>
                  </a:lnTo>
                  <a:lnTo>
                    <a:pt x="3788" y="8621"/>
                  </a:lnTo>
                  <a:lnTo>
                    <a:pt x="3683" y="8516"/>
                  </a:lnTo>
                  <a:lnTo>
                    <a:pt x="3599" y="8516"/>
                  </a:lnTo>
                  <a:lnTo>
                    <a:pt x="3558" y="8558"/>
                  </a:lnTo>
                  <a:lnTo>
                    <a:pt x="3495" y="8516"/>
                  </a:lnTo>
                  <a:lnTo>
                    <a:pt x="3432" y="8516"/>
                  </a:lnTo>
                  <a:lnTo>
                    <a:pt x="3286" y="8558"/>
                  </a:lnTo>
                  <a:lnTo>
                    <a:pt x="3223" y="8516"/>
                  </a:lnTo>
                  <a:lnTo>
                    <a:pt x="3118" y="8537"/>
                  </a:lnTo>
                  <a:lnTo>
                    <a:pt x="2972" y="8579"/>
                  </a:lnTo>
                  <a:lnTo>
                    <a:pt x="2930" y="8663"/>
                  </a:lnTo>
                  <a:lnTo>
                    <a:pt x="2930" y="8726"/>
                  </a:lnTo>
                  <a:lnTo>
                    <a:pt x="2930" y="8788"/>
                  </a:lnTo>
                  <a:lnTo>
                    <a:pt x="2867" y="8830"/>
                  </a:lnTo>
                  <a:lnTo>
                    <a:pt x="2867" y="8893"/>
                  </a:lnTo>
                  <a:lnTo>
                    <a:pt x="3014" y="9039"/>
                  </a:lnTo>
                  <a:lnTo>
                    <a:pt x="3014" y="9102"/>
                  </a:lnTo>
                  <a:lnTo>
                    <a:pt x="3035" y="9144"/>
                  </a:lnTo>
                  <a:lnTo>
                    <a:pt x="3139" y="9102"/>
                  </a:lnTo>
                  <a:lnTo>
                    <a:pt x="3160" y="9186"/>
                  </a:lnTo>
                  <a:lnTo>
                    <a:pt x="3139" y="9207"/>
                  </a:lnTo>
                  <a:lnTo>
                    <a:pt x="3055" y="9165"/>
                  </a:lnTo>
                  <a:lnTo>
                    <a:pt x="3014" y="9186"/>
                  </a:lnTo>
                  <a:lnTo>
                    <a:pt x="2930" y="9249"/>
                  </a:lnTo>
                  <a:lnTo>
                    <a:pt x="2867" y="9207"/>
                  </a:lnTo>
                  <a:lnTo>
                    <a:pt x="2825" y="9207"/>
                  </a:lnTo>
                  <a:lnTo>
                    <a:pt x="2763" y="9186"/>
                  </a:lnTo>
                  <a:lnTo>
                    <a:pt x="2616" y="9207"/>
                  </a:lnTo>
                  <a:lnTo>
                    <a:pt x="2532" y="9186"/>
                  </a:lnTo>
                  <a:lnTo>
                    <a:pt x="2491" y="9249"/>
                  </a:lnTo>
                  <a:lnTo>
                    <a:pt x="2491" y="9291"/>
                  </a:lnTo>
                  <a:lnTo>
                    <a:pt x="2553" y="9395"/>
                  </a:lnTo>
                  <a:lnTo>
                    <a:pt x="2637" y="9395"/>
                  </a:lnTo>
                  <a:lnTo>
                    <a:pt x="2742" y="9416"/>
                  </a:lnTo>
                  <a:lnTo>
                    <a:pt x="2804" y="9521"/>
                  </a:lnTo>
                  <a:lnTo>
                    <a:pt x="2846" y="9563"/>
                  </a:lnTo>
                  <a:lnTo>
                    <a:pt x="2909" y="9688"/>
                  </a:lnTo>
                  <a:lnTo>
                    <a:pt x="2951" y="9709"/>
                  </a:lnTo>
                  <a:lnTo>
                    <a:pt x="2972" y="9772"/>
                  </a:lnTo>
                  <a:lnTo>
                    <a:pt x="3139" y="9939"/>
                  </a:lnTo>
                  <a:lnTo>
                    <a:pt x="3139" y="10086"/>
                  </a:lnTo>
                  <a:lnTo>
                    <a:pt x="3139" y="10211"/>
                  </a:lnTo>
                  <a:lnTo>
                    <a:pt x="3181" y="10211"/>
                  </a:lnTo>
                  <a:lnTo>
                    <a:pt x="3286" y="10190"/>
                  </a:lnTo>
                  <a:lnTo>
                    <a:pt x="3327" y="10190"/>
                  </a:lnTo>
                  <a:lnTo>
                    <a:pt x="3369" y="10211"/>
                  </a:lnTo>
                  <a:lnTo>
                    <a:pt x="3432" y="10295"/>
                  </a:lnTo>
                  <a:lnTo>
                    <a:pt x="3474" y="10337"/>
                  </a:lnTo>
                  <a:lnTo>
                    <a:pt x="3537" y="10441"/>
                  </a:lnTo>
                  <a:lnTo>
                    <a:pt x="3579" y="10441"/>
                  </a:lnTo>
                  <a:lnTo>
                    <a:pt x="3662" y="10420"/>
                  </a:lnTo>
                  <a:lnTo>
                    <a:pt x="3767" y="10441"/>
                  </a:lnTo>
                  <a:lnTo>
                    <a:pt x="3871" y="10462"/>
                  </a:lnTo>
                  <a:lnTo>
                    <a:pt x="3976" y="10462"/>
                  </a:lnTo>
                  <a:lnTo>
                    <a:pt x="4018" y="10504"/>
                  </a:lnTo>
                  <a:lnTo>
                    <a:pt x="3997" y="10546"/>
                  </a:lnTo>
                  <a:lnTo>
                    <a:pt x="3997" y="10609"/>
                  </a:lnTo>
                  <a:lnTo>
                    <a:pt x="3997" y="10755"/>
                  </a:lnTo>
                  <a:lnTo>
                    <a:pt x="3913" y="10923"/>
                  </a:lnTo>
                  <a:lnTo>
                    <a:pt x="3955" y="11048"/>
                  </a:lnTo>
                  <a:lnTo>
                    <a:pt x="3976" y="11195"/>
                  </a:lnTo>
                  <a:lnTo>
                    <a:pt x="4311" y="10881"/>
                  </a:lnTo>
                  <a:lnTo>
                    <a:pt x="4604" y="10776"/>
                  </a:lnTo>
                  <a:lnTo>
                    <a:pt x="4959" y="10839"/>
                  </a:lnTo>
                  <a:lnTo>
                    <a:pt x="5378" y="11069"/>
                  </a:lnTo>
                  <a:lnTo>
                    <a:pt x="5755" y="11508"/>
                  </a:lnTo>
                  <a:lnTo>
                    <a:pt x="5985" y="11467"/>
                  </a:lnTo>
                  <a:lnTo>
                    <a:pt x="6068" y="11446"/>
                  </a:lnTo>
                  <a:lnTo>
                    <a:pt x="5629" y="8726"/>
                  </a:lnTo>
                  <a:lnTo>
                    <a:pt x="7136" y="8433"/>
                  </a:lnTo>
                  <a:lnTo>
                    <a:pt x="8056" y="9060"/>
                  </a:lnTo>
                  <a:lnTo>
                    <a:pt x="8391" y="9186"/>
                  </a:lnTo>
                  <a:lnTo>
                    <a:pt x="8893" y="9479"/>
                  </a:lnTo>
                  <a:lnTo>
                    <a:pt x="9751" y="9395"/>
                  </a:lnTo>
                  <a:lnTo>
                    <a:pt x="10693" y="9395"/>
                  </a:lnTo>
                  <a:lnTo>
                    <a:pt x="10985" y="9604"/>
                  </a:lnTo>
                  <a:lnTo>
                    <a:pt x="11132" y="9981"/>
                  </a:lnTo>
                  <a:lnTo>
                    <a:pt x="11320" y="9897"/>
                  </a:lnTo>
                  <a:lnTo>
                    <a:pt x="11341" y="10713"/>
                  </a:lnTo>
                  <a:lnTo>
                    <a:pt x="11760" y="10755"/>
                  </a:lnTo>
                  <a:lnTo>
                    <a:pt x="11990" y="11446"/>
                  </a:lnTo>
                  <a:lnTo>
                    <a:pt x="12115" y="11446"/>
                  </a:lnTo>
                  <a:lnTo>
                    <a:pt x="12366" y="11299"/>
                  </a:lnTo>
                  <a:lnTo>
                    <a:pt x="12555" y="11278"/>
                  </a:lnTo>
                  <a:lnTo>
                    <a:pt x="12743" y="11299"/>
                  </a:lnTo>
                  <a:lnTo>
                    <a:pt x="12994" y="11446"/>
                  </a:lnTo>
                  <a:lnTo>
                    <a:pt x="13078" y="11467"/>
                  </a:lnTo>
                  <a:lnTo>
                    <a:pt x="13287" y="11257"/>
                  </a:lnTo>
                  <a:lnTo>
                    <a:pt x="13413" y="11048"/>
                  </a:lnTo>
                  <a:lnTo>
                    <a:pt x="13475" y="10964"/>
                  </a:lnTo>
                  <a:lnTo>
                    <a:pt x="13538" y="10818"/>
                  </a:lnTo>
                  <a:lnTo>
                    <a:pt x="13789" y="10525"/>
                  </a:lnTo>
                  <a:lnTo>
                    <a:pt x="13894" y="10504"/>
                  </a:lnTo>
                  <a:lnTo>
                    <a:pt x="13998" y="10337"/>
                  </a:lnTo>
                  <a:lnTo>
                    <a:pt x="14040" y="10337"/>
                  </a:lnTo>
                  <a:lnTo>
                    <a:pt x="14040" y="10295"/>
                  </a:lnTo>
                  <a:lnTo>
                    <a:pt x="14166" y="10211"/>
                  </a:lnTo>
                  <a:lnTo>
                    <a:pt x="14145" y="10148"/>
                  </a:lnTo>
                  <a:lnTo>
                    <a:pt x="14250" y="10023"/>
                  </a:lnTo>
                  <a:lnTo>
                    <a:pt x="14438" y="10044"/>
                  </a:lnTo>
                  <a:lnTo>
                    <a:pt x="14543" y="10107"/>
                  </a:lnTo>
                  <a:lnTo>
                    <a:pt x="14961" y="10148"/>
                  </a:lnTo>
                  <a:lnTo>
                    <a:pt x="15317" y="10148"/>
                  </a:lnTo>
                  <a:lnTo>
                    <a:pt x="15505" y="10107"/>
                  </a:lnTo>
                  <a:lnTo>
                    <a:pt x="15484" y="9981"/>
                  </a:lnTo>
                  <a:lnTo>
                    <a:pt x="15463" y="9835"/>
                  </a:lnTo>
                  <a:lnTo>
                    <a:pt x="15463" y="9709"/>
                  </a:lnTo>
                  <a:lnTo>
                    <a:pt x="15505" y="9667"/>
                  </a:lnTo>
                  <a:lnTo>
                    <a:pt x="15610" y="9688"/>
                  </a:lnTo>
                  <a:lnTo>
                    <a:pt x="15777" y="9709"/>
                  </a:lnTo>
                  <a:lnTo>
                    <a:pt x="15819" y="9667"/>
                  </a:lnTo>
                  <a:lnTo>
                    <a:pt x="16007" y="9667"/>
                  </a:lnTo>
                  <a:lnTo>
                    <a:pt x="16133" y="9730"/>
                  </a:lnTo>
                  <a:lnTo>
                    <a:pt x="16342" y="9793"/>
                  </a:lnTo>
                  <a:lnTo>
                    <a:pt x="16677" y="9835"/>
                  </a:lnTo>
                  <a:lnTo>
                    <a:pt x="16781" y="9793"/>
                  </a:lnTo>
                  <a:lnTo>
                    <a:pt x="16886" y="9709"/>
                  </a:lnTo>
                  <a:lnTo>
                    <a:pt x="17032" y="9730"/>
                  </a:lnTo>
                  <a:lnTo>
                    <a:pt x="17158" y="9730"/>
                  </a:lnTo>
                  <a:lnTo>
                    <a:pt x="17451" y="9667"/>
                  </a:lnTo>
                  <a:lnTo>
                    <a:pt x="17723" y="9730"/>
                  </a:lnTo>
                  <a:lnTo>
                    <a:pt x="17911" y="9688"/>
                  </a:lnTo>
                  <a:lnTo>
                    <a:pt x="18246" y="9688"/>
                  </a:lnTo>
                  <a:lnTo>
                    <a:pt x="18497" y="9793"/>
                  </a:lnTo>
                  <a:lnTo>
                    <a:pt x="18602" y="9772"/>
                  </a:lnTo>
                  <a:lnTo>
                    <a:pt x="18853" y="10044"/>
                  </a:lnTo>
                  <a:lnTo>
                    <a:pt x="19083" y="10107"/>
                  </a:lnTo>
                  <a:lnTo>
                    <a:pt x="19229" y="10044"/>
                  </a:lnTo>
                  <a:lnTo>
                    <a:pt x="19188" y="9897"/>
                  </a:lnTo>
                  <a:lnTo>
                    <a:pt x="19313" y="9814"/>
                  </a:lnTo>
                  <a:lnTo>
                    <a:pt x="19313" y="9772"/>
                  </a:lnTo>
                  <a:lnTo>
                    <a:pt x="19376" y="9730"/>
                  </a:lnTo>
                  <a:lnTo>
                    <a:pt x="19271" y="9625"/>
                  </a:lnTo>
                  <a:lnTo>
                    <a:pt x="19313" y="9521"/>
                  </a:lnTo>
                  <a:lnTo>
                    <a:pt x="19397" y="9458"/>
                  </a:lnTo>
                  <a:lnTo>
                    <a:pt x="19355" y="9207"/>
                  </a:lnTo>
                  <a:lnTo>
                    <a:pt x="19229" y="9144"/>
                  </a:lnTo>
                  <a:lnTo>
                    <a:pt x="19188" y="9039"/>
                  </a:lnTo>
                  <a:lnTo>
                    <a:pt x="19083" y="8851"/>
                  </a:lnTo>
                  <a:lnTo>
                    <a:pt x="19062" y="8747"/>
                  </a:lnTo>
                  <a:lnTo>
                    <a:pt x="19020" y="8663"/>
                  </a:lnTo>
                  <a:lnTo>
                    <a:pt x="19020" y="8579"/>
                  </a:lnTo>
                  <a:lnTo>
                    <a:pt x="18957" y="8412"/>
                  </a:lnTo>
                  <a:lnTo>
                    <a:pt x="19041" y="8328"/>
                  </a:lnTo>
                  <a:lnTo>
                    <a:pt x="19041" y="8265"/>
                  </a:lnTo>
                  <a:lnTo>
                    <a:pt x="18916" y="8244"/>
                  </a:lnTo>
                  <a:lnTo>
                    <a:pt x="18748" y="8265"/>
                  </a:lnTo>
                  <a:lnTo>
                    <a:pt x="18644" y="8202"/>
                  </a:lnTo>
                  <a:lnTo>
                    <a:pt x="18644" y="8119"/>
                  </a:lnTo>
                  <a:lnTo>
                    <a:pt x="18748" y="8014"/>
                  </a:lnTo>
                  <a:lnTo>
                    <a:pt x="18853" y="7951"/>
                  </a:lnTo>
                  <a:lnTo>
                    <a:pt x="18916" y="8014"/>
                  </a:lnTo>
                  <a:lnTo>
                    <a:pt x="19020" y="8014"/>
                  </a:lnTo>
                  <a:lnTo>
                    <a:pt x="19167" y="7930"/>
                  </a:lnTo>
                  <a:lnTo>
                    <a:pt x="19439" y="7889"/>
                  </a:lnTo>
                  <a:lnTo>
                    <a:pt x="19564" y="7847"/>
                  </a:lnTo>
                  <a:lnTo>
                    <a:pt x="19648" y="7826"/>
                  </a:lnTo>
                  <a:lnTo>
                    <a:pt x="19711" y="7889"/>
                  </a:lnTo>
                  <a:lnTo>
                    <a:pt x="19794" y="7889"/>
                  </a:lnTo>
                  <a:lnTo>
                    <a:pt x="19878" y="7826"/>
                  </a:lnTo>
                  <a:lnTo>
                    <a:pt x="19962" y="7826"/>
                  </a:lnTo>
                  <a:lnTo>
                    <a:pt x="19962" y="7742"/>
                  </a:lnTo>
                  <a:lnTo>
                    <a:pt x="20004" y="7617"/>
                  </a:lnTo>
                  <a:lnTo>
                    <a:pt x="19878" y="7575"/>
                  </a:lnTo>
                  <a:lnTo>
                    <a:pt x="19815" y="7512"/>
                  </a:lnTo>
                  <a:lnTo>
                    <a:pt x="19836" y="7428"/>
                  </a:lnTo>
                  <a:lnTo>
                    <a:pt x="19836" y="7177"/>
                  </a:lnTo>
                  <a:lnTo>
                    <a:pt x="19899" y="6842"/>
                  </a:lnTo>
                  <a:lnTo>
                    <a:pt x="19899" y="6696"/>
                  </a:lnTo>
                  <a:lnTo>
                    <a:pt x="19962" y="6550"/>
                  </a:lnTo>
                  <a:lnTo>
                    <a:pt x="20004" y="6278"/>
                  </a:lnTo>
                  <a:lnTo>
                    <a:pt x="20213" y="6278"/>
                  </a:lnTo>
                  <a:lnTo>
                    <a:pt x="20422" y="6361"/>
                  </a:lnTo>
                  <a:lnTo>
                    <a:pt x="20589" y="6382"/>
                  </a:lnTo>
                  <a:lnTo>
                    <a:pt x="20820" y="6340"/>
                  </a:lnTo>
                  <a:lnTo>
                    <a:pt x="20882" y="6340"/>
                  </a:lnTo>
                  <a:lnTo>
                    <a:pt x="20924" y="6424"/>
                  </a:lnTo>
                  <a:lnTo>
                    <a:pt x="21008" y="6424"/>
                  </a:lnTo>
                  <a:lnTo>
                    <a:pt x="21071" y="6382"/>
                  </a:lnTo>
                  <a:lnTo>
                    <a:pt x="21154" y="6278"/>
                  </a:lnTo>
                  <a:lnTo>
                    <a:pt x="21280" y="6236"/>
                  </a:lnTo>
                  <a:lnTo>
                    <a:pt x="21447" y="6068"/>
                  </a:lnTo>
                  <a:lnTo>
                    <a:pt x="21447" y="6006"/>
                  </a:lnTo>
                  <a:lnTo>
                    <a:pt x="21343" y="5838"/>
                  </a:lnTo>
                  <a:lnTo>
                    <a:pt x="21238" y="5608"/>
                  </a:lnTo>
                  <a:lnTo>
                    <a:pt x="21238" y="5378"/>
                  </a:lnTo>
                  <a:lnTo>
                    <a:pt x="21259" y="5231"/>
                  </a:lnTo>
                  <a:lnTo>
                    <a:pt x="21343" y="5169"/>
                  </a:lnTo>
                  <a:lnTo>
                    <a:pt x="21531" y="5106"/>
                  </a:lnTo>
                  <a:lnTo>
                    <a:pt x="21594" y="4980"/>
                  </a:lnTo>
                  <a:lnTo>
                    <a:pt x="21552" y="4917"/>
                  </a:lnTo>
                  <a:lnTo>
                    <a:pt x="21573" y="4813"/>
                  </a:lnTo>
                  <a:lnTo>
                    <a:pt x="21698" y="4666"/>
                  </a:lnTo>
                  <a:lnTo>
                    <a:pt x="21803" y="4604"/>
                  </a:lnTo>
                  <a:lnTo>
                    <a:pt x="21908" y="4499"/>
                  </a:lnTo>
                  <a:lnTo>
                    <a:pt x="21887" y="4478"/>
                  </a:lnTo>
                  <a:lnTo>
                    <a:pt x="21866" y="4457"/>
                  </a:lnTo>
                  <a:lnTo>
                    <a:pt x="21698" y="4394"/>
                  </a:lnTo>
                  <a:lnTo>
                    <a:pt x="21573" y="4269"/>
                  </a:lnTo>
                  <a:lnTo>
                    <a:pt x="21489" y="4269"/>
                  </a:lnTo>
                  <a:lnTo>
                    <a:pt x="21447" y="4164"/>
                  </a:lnTo>
                  <a:lnTo>
                    <a:pt x="21489" y="4039"/>
                  </a:lnTo>
                  <a:lnTo>
                    <a:pt x="21447" y="3976"/>
                  </a:lnTo>
                  <a:lnTo>
                    <a:pt x="21343" y="4060"/>
                  </a:lnTo>
                  <a:lnTo>
                    <a:pt x="21259" y="4164"/>
                  </a:lnTo>
                  <a:lnTo>
                    <a:pt x="21154" y="4185"/>
                  </a:lnTo>
                  <a:lnTo>
                    <a:pt x="20861" y="4227"/>
                  </a:lnTo>
                  <a:lnTo>
                    <a:pt x="20799" y="4269"/>
                  </a:lnTo>
                  <a:lnTo>
                    <a:pt x="20757" y="4332"/>
                  </a:lnTo>
                  <a:lnTo>
                    <a:pt x="20652" y="4269"/>
                  </a:lnTo>
                  <a:lnTo>
                    <a:pt x="20548" y="4227"/>
                  </a:lnTo>
                  <a:lnTo>
                    <a:pt x="20506" y="4227"/>
                  </a:lnTo>
                  <a:lnTo>
                    <a:pt x="20485" y="4185"/>
                  </a:lnTo>
                  <a:lnTo>
                    <a:pt x="20422" y="4143"/>
                  </a:lnTo>
                  <a:lnTo>
                    <a:pt x="20401" y="4060"/>
                  </a:lnTo>
                  <a:lnTo>
                    <a:pt x="20359" y="3976"/>
                  </a:lnTo>
                  <a:lnTo>
                    <a:pt x="20401" y="3934"/>
                  </a:lnTo>
                  <a:lnTo>
                    <a:pt x="20401" y="3850"/>
                  </a:lnTo>
                  <a:lnTo>
                    <a:pt x="20317" y="3809"/>
                  </a:lnTo>
                  <a:lnTo>
                    <a:pt x="20276" y="3809"/>
                  </a:lnTo>
                  <a:lnTo>
                    <a:pt x="20129" y="3725"/>
                  </a:lnTo>
                  <a:lnTo>
                    <a:pt x="20004" y="3704"/>
                  </a:lnTo>
                  <a:lnTo>
                    <a:pt x="19962" y="3704"/>
                  </a:lnTo>
                  <a:lnTo>
                    <a:pt x="19899" y="3557"/>
                  </a:lnTo>
                  <a:lnTo>
                    <a:pt x="19794" y="3390"/>
                  </a:lnTo>
                  <a:lnTo>
                    <a:pt x="19648" y="3244"/>
                  </a:lnTo>
                  <a:lnTo>
                    <a:pt x="19460" y="3223"/>
                  </a:lnTo>
                  <a:lnTo>
                    <a:pt x="19250" y="3223"/>
                  </a:lnTo>
                  <a:lnTo>
                    <a:pt x="19062" y="3244"/>
                  </a:lnTo>
                  <a:lnTo>
                    <a:pt x="19041" y="3306"/>
                  </a:lnTo>
                  <a:lnTo>
                    <a:pt x="19083" y="3348"/>
                  </a:lnTo>
                  <a:lnTo>
                    <a:pt x="19062" y="3411"/>
                  </a:lnTo>
                  <a:lnTo>
                    <a:pt x="18936" y="3453"/>
                  </a:lnTo>
                  <a:lnTo>
                    <a:pt x="18853" y="3432"/>
                  </a:lnTo>
                  <a:lnTo>
                    <a:pt x="18727" y="3495"/>
                  </a:lnTo>
                  <a:lnTo>
                    <a:pt x="18560" y="3411"/>
                  </a:lnTo>
                  <a:lnTo>
                    <a:pt x="18497" y="3432"/>
                  </a:lnTo>
                  <a:lnTo>
                    <a:pt x="18413" y="3495"/>
                  </a:lnTo>
                  <a:lnTo>
                    <a:pt x="18309" y="3495"/>
                  </a:lnTo>
                  <a:lnTo>
                    <a:pt x="18204" y="3411"/>
                  </a:lnTo>
                  <a:lnTo>
                    <a:pt x="18079" y="3348"/>
                  </a:lnTo>
                  <a:lnTo>
                    <a:pt x="18079" y="3285"/>
                  </a:lnTo>
                  <a:lnTo>
                    <a:pt x="18100" y="3202"/>
                  </a:lnTo>
                  <a:lnTo>
                    <a:pt x="17911" y="3118"/>
                  </a:lnTo>
                  <a:lnTo>
                    <a:pt x="17828" y="3181"/>
                  </a:lnTo>
                  <a:lnTo>
                    <a:pt x="17828" y="3306"/>
                  </a:lnTo>
                  <a:lnTo>
                    <a:pt x="17869" y="3327"/>
                  </a:lnTo>
                  <a:lnTo>
                    <a:pt x="17828" y="3390"/>
                  </a:lnTo>
                  <a:lnTo>
                    <a:pt x="17744" y="3453"/>
                  </a:lnTo>
                  <a:lnTo>
                    <a:pt x="17597" y="3453"/>
                  </a:lnTo>
                  <a:lnTo>
                    <a:pt x="16175" y="1695"/>
                  </a:lnTo>
                  <a:lnTo>
                    <a:pt x="15170" y="921"/>
                  </a:lnTo>
                  <a:lnTo>
                    <a:pt x="15107" y="837"/>
                  </a:lnTo>
                  <a:lnTo>
                    <a:pt x="15191" y="816"/>
                  </a:lnTo>
                  <a:lnTo>
                    <a:pt x="15296" y="712"/>
                  </a:lnTo>
                  <a:lnTo>
                    <a:pt x="15296" y="607"/>
                  </a:lnTo>
                  <a:lnTo>
                    <a:pt x="15254" y="565"/>
                  </a:lnTo>
                  <a:lnTo>
                    <a:pt x="15087" y="607"/>
                  </a:lnTo>
                  <a:lnTo>
                    <a:pt x="14961" y="628"/>
                  </a:lnTo>
                  <a:lnTo>
                    <a:pt x="14877" y="733"/>
                  </a:lnTo>
                  <a:lnTo>
                    <a:pt x="14773" y="775"/>
                  </a:lnTo>
                  <a:lnTo>
                    <a:pt x="14647" y="900"/>
                  </a:lnTo>
                  <a:lnTo>
                    <a:pt x="14647" y="984"/>
                  </a:lnTo>
                  <a:lnTo>
                    <a:pt x="14563" y="1047"/>
                  </a:lnTo>
                  <a:lnTo>
                    <a:pt x="14522" y="1151"/>
                  </a:lnTo>
                  <a:lnTo>
                    <a:pt x="14417" y="1235"/>
                  </a:lnTo>
                  <a:lnTo>
                    <a:pt x="14229" y="1235"/>
                  </a:lnTo>
                  <a:lnTo>
                    <a:pt x="14124" y="1298"/>
                  </a:lnTo>
                  <a:lnTo>
                    <a:pt x="14145" y="1423"/>
                  </a:lnTo>
                  <a:lnTo>
                    <a:pt x="14061" y="1465"/>
                  </a:lnTo>
                  <a:lnTo>
                    <a:pt x="14019" y="1423"/>
                  </a:lnTo>
                  <a:lnTo>
                    <a:pt x="13789" y="1360"/>
                  </a:lnTo>
                  <a:lnTo>
                    <a:pt x="13643" y="1423"/>
                  </a:lnTo>
                  <a:lnTo>
                    <a:pt x="13601" y="1507"/>
                  </a:lnTo>
                  <a:lnTo>
                    <a:pt x="13517" y="1507"/>
                  </a:lnTo>
                  <a:lnTo>
                    <a:pt x="13434" y="1402"/>
                  </a:lnTo>
                  <a:lnTo>
                    <a:pt x="13434" y="1235"/>
                  </a:lnTo>
                  <a:lnTo>
                    <a:pt x="13517" y="1172"/>
                  </a:lnTo>
                  <a:lnTo>
                    <a:pt x="13538" y="1088"/>
                  </a:lnTo>
                  <a:lnTo>
                    <a:pt x="13496" y="1026"/>
                  </a:lnTo>
                  <a:lnTo>
                    <a:pt x="13413" y="1109"/>
                  </a:lnTo>
                  <a:lnTo>
                    <a:pt x="13329" y="1109"/>
                  </a:lnTo>
                  <a:lnTo>
                    <a:pt x="13120" y="1005"/>
                  </a:lnTo>
                  <a:lnTo>
                    <a:pt x="12994" y="1026"/>
                  </a:lnTo>
                  <a:lnTo>
                    <a:pt x="13015" y="1109"/>
                  </a:lnTo>
                  <a:lnTo>
                    <a:pt x="13078" y="1130"/>
                  </a:lnTo>
                  <a:lnTo>
                    <a:pt x="12994" y="1214"/>
                  </a:lnTo>
                  <a:lnTo>
                    <a:pt x="12952" y="1214"/>
                  </a:lnTo>
                  <a:lnTo>
                    <a:pt x="12869" y="1088"/>
                  </a:lnTo>
                  <a:lnTo>
                    <a:pt x="12848" y="900"/>
                  </a:lnTo>
                  <a:lnTo>
                    <a:pt x="12638" y="733"/>
                  </a:lnTo>
                  <a:lnTo>
                    <a:pt x="12597" y="775"/>
                  </a:lnTo>
                  <a:lnTo>
                    <a:pt x="12638" y="900"/>
                  </a:lnTo>
                  <a:lnTo>
                    <a:pt x="12638" y="984"/>
                  </a:lnTo>
                  <a:lnTo>
                    <a:pt x="12555" y="984"/>
                  </a:lnTo>
                  <a:lnTo>
                    <a:pt x="12513" y="879"/>
                  </a:lnTo>
                  <a:lnTo>
                    <a:pt x="12450" y="900"/>
                  </a:lnTo>
                  <a:lnTo>
                    <a:pt x="12429" y="1005"/>
                  </a:lnTo>
                  <a:lnTo>
                    <a:pt x="12366" y="1026"/>
                  </a:lnTo>
                  <a:lnTo>
                    <a:pt x="12262" y="942"/>
                  </a:lnTo>
                  <a:lnTo>
                    <a:pt x="12136" y="1026"/>
                  </a:lnTo>
                  <a:lnTo>
                    <a:pt x="12074" y="984"/>
                  </a:lnTo>
                  <a:lnTo>
                    <a:pt x="12032" y="879"/>
                  </a:lnTo>
                  <a:lnTo>
                    <a:pt x="12115" y="837"/>
                  </a:lnTo>
                  <a:lnTo>
                    <a:pt x="12136" y="796"/>
                  </a:lnTo>
                  <a:lnTo>
                    <a:pt x="12115" y="691"/>
                  </a:lnTo>
                  <a:lnTo>
                    <a:pt x="12136" y="586"/>
                  </a:lnTo>
                  <a:lnTo>
                    <a:pt x="12115" y="524"/>
                  </a:lnTo>
                  <a:lnTo>
                    <a:pt x="12032" y="482"/>
                  </a:lnTo>
                  <a:lnTo>
                    <a:pt x="11948" y="398"/>
                  </a:lnTo>
                  <a:lnTo>
                    <a:pt x="11927" y="272"/>
                  </a:lnTo>
                  <a:lnTo>
                    <a:pt x="11864" y="252"/>
                  </a:lnTo>
                  <a:lnTo>
                    <a:pt x="11822" y="84"/>
                  </a:lnTo>
                  <a:lnTo>
                    <a:pt x="11718" y="84"/>
                  </a:lnTo>
                  <a:lnTo>
                    <a:pt x="11592" y="126"/>
                  </a:lnTo>
                  <a:lnTo>
                    <a:pt x="11446" y="126"/>
                  </a:lnTo>
                  <a:lnTo>
                    <a:pt x="11299" y="42"/>
                  </a:lnTo>
                  <a:lnTo>
                    <a:pt x="11132" y="63"/>
                  </a:lnTo>
                  <a:lnTo>
                    <a:pt x="11006" y="0"/>
                  </a:lnTo>
                  <a:lnTo>
                    <a:pt x="10902" y="42"/>
                  </a:lnTo>
                  <a:lnTo>
                    <a:pt x="1086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5" name="Google Shape;7809;p67">
              <a:extLst>
                <a:ext uri="{FF2B5EF4-FFF2-40B4-BE49-F238E27FC236}">
                  <a16:creationId xmlns:a16="http://schemas.microsoft.com/office/drawing/2014/main" id="{E129FD7F-B410-68B9-C4DD-2DF522601306}"/>
                </a:ext>
              </a:extLst>
            </p:cNvPr>
            <p:cNvSpPr/>
            <p:nvPr/>
          </p:nvSpPr>
          <p:spPr>
            <a:xfrm>
              <a:off x="4443200" y="2520875"/>
              <a:ext cx="231750" cy="144400"/>
            </a:xfrm>
            <a:custGeom>
              <a:avLst/>
              <a:gdLst/>
              <a:ahLst/>
              <a:cxnLst/>
              <a:rect l="l" t="t" r="r" b="b"/>
              <a:pathLst>
                <a:path w="9270" h="5776" extrusionOk="0">
                  <a:moveTo>
                    <a:pt x="1507" y="1"/>
                  </a:moveTo>
                  <a:lnTo>
                    <a:pt x="0" y="294"/>
                  </a:lnTo>
                  <a:lnTo>
                    <a:pt x="439" y="3014"/>
                  </a:lnTo>
                  <a:lnTo>
                    <a:pt x="732" y="3014"/>
                  </a:lnTo>
                  <a:lnTo>
                    <a:pt x="963" y="3035"/>
                  </a:lnTo>
                  <a:lnTo>
                    <a:pt x="1004" y="2909"/>
                  </a:lnTo>
                  <a:lnTo>
                    <a:pt x="900" y="2804"/>
                  </a:lnTo>
                  <a:lnTo>
                    <a:pt x="879" y="2595"/>
                  </a:lnTo>
                  <a:lnTo>
                    <a:pt x="983" y="2344"/>
                  </a:lnTo>
                  <a:lnTo>
                    <a:pt x="1172" y="2323"/>
                  </a:lnTo>
                  <a:lnTo>
                    <a:pt x="1276" y="2198"/>
                  </a:lnTo>
                  <a:lnTo>
                    <a:pt x="1402" y="2114"/>
                  </a:lnTo>
                  <a:lnTo>
                    <a:pt x="1527" y="2198"/>
                  </a:lnTo>
                  <a:lnTo>
                    <a:pt x="1611" y="2135"/>
                  </a:lnTo>
                  <a:lnTo>
                    <a:pt x="1507" y="2009"/>
                  </a:lnTo>
                  <a:lnTo>
                    <a:pt x="1779" y="2030"/>
                  </a:lnTo>
                  <a:lnTo>
                    <a:pt x="2155" y="2219"/>
                  </a:lnTo>
                  <a:lnTo>
                    <a:pt x="2511" y="2428"/>
                  </a:lnTo>
                  <a:lnTo>
                    <a:pt x="2532" y="2553"/>
                  </a:lnTo>
                  <a:lnTo>
                    <a:pt x="2971" y="2804"/>
                  </a:lnTo>
                  <a:lnTo>
                    <a:pt x="3306" y="2951"/>
                  </a:lnTo>
                  <a:lnTo>
                    <a:pt x="3390" y="2909"/>
                  </a:lnTo>
                  <a:lnTo>
                    <a:pt x="3515" y="2930"/>
                  </a:lnTo>
                  <a:lnTo>
                    <a:pt x="3766" y="3076"/>
                  </a:lnTo>
                  <a:lnTo>
                    <a:pt x="3871" y="3432"/>
                  </a:lnTo>
                  <a:lnTo>
                    <a:pt x="3976" y="3537"/>
                  </a:lnTo>
                  <a:lnTo>
                    <a:pt x="4017" y="3662"/>
                  </a:lnTo>
                  <a:lnTo>
                    <a:pt x="4143" y="3913"/>
                  </a:lnTo>
                  <a:lnTo>
                    <a:pt x="4352" y="3997"/>
                  </a:lnTo>
                  <a:lnTo>
                    <a:pt x="4729" y="4227"/>
                  </a:lnTo>
                  <a:lnTo>
                    <a:pt x="5126" y="4520"/>
                  </a:lnTo>
                  <a:lnTo>
                    <a:pt x="5545" y="4708"/>
                  </a:lnTo>
                  <a:lnTo>
                    <a:pt x="5921" y="5001"/>
                  </a:lnTo>
                  <a:lnTo>
                    <a:pt x="6235" y="5022"/>
                  </a:lnTo>
                  <a:lnTo>
                    <a:pt x="6319" y="5106"/>
                  </a:lnTo>
                  <a:lnTo>
                    <a:pt x="6403" y="5106"/>
                  </a:lnTo>
                  <a:lnTo>
                    <a:pt x="6612" y="5232"/>
                  </a:lnTo>
                  <a:lnTo>
                    <a:pt x="6612" y="5378"/>
                  </a:lnTo>
                  <a:lnTo>
                    <a:pt x="6633" y="5650"/>
                  </a:lnTo>
                  <a:lnTo>
                    <a:pt x="6821" y="5587"/>
                  </a:lnTo>
                  <a:lnTo>
                    <a:pt x="6926" y="5671"/>
                  </a:lnTo>
                  <a:lnTo>
                    <a:pt x="7009" y="5776"/>
                  </a:lnTo>
                  <a:lnTo>
                    <a:pt x="7072" y="5776"/>
                  </a:lnTo>
                  <a:lnTo>
                    <a:pt x="7177" y="5671"/>
                  </a:lnTo>
                  <a:lnTo>
                    <a:pt x="7281" y="5692"/>
                  </a:lnTo>
                  <a:lnTo>
                    <a:pt x="7323" y="5755"/>
                  </a:lnTo>
                  <a:lnTo>
                    <a:pt x="7365" y="5378"/>
                  </a:lnTo>
                  <a:lnTo>
                    <a:pt x="7491" y="5106"/>
                  </a:lnTo>
                  <a:lnTo>
                    <a:pt x="7553" y="5043"/>
                  </a:lnTo>
                  <a:lnTo>
                    <a:pt x="7533" y="4897"/>
                  </a:lnTo>
                  <a:lnTo>
                    <a:pt x="7407" y="4834"/>
                  </a:lnTo>
                  <a:lnTo>
                    <a:pt x="7344" y="4688"/>
                  </a:lnTo>
                  <a:lnTo>
                    <a:pt x="7386" y="4541"/>
                  </a:lnTo>
                  <a:lnTo>
                    <a:pt x="7365" y="4416"/>
                  </a:lnTo>
                  <a:lnTo>
                    <a:pt x="7219" y="4436"/>
                  </a:lnTo>
                  <a:lnTo>
                    <a:pt x="7114" y="4499"/>
                  </a:lnTo>
                  <a:lnTo>
                    <a:pt x="6947" y="4269"/>
                  </a:lnTo>
                  <a:lnTo>
                    <a:pt x="6947" y="4102"/>
                  </a:lnTo>
                  <a:lnTo>
                    <a:pt x="7072" y="3997"/>
                  </a:lnTo>
                  <a:lnTo>
                    <a:pt x="7344" y="4018"/>
                  </a:lnTo>
                  <a:lnTo>
                    <a:pt x="7449" y="3997"/>
                  </a:lnTo>
                  <a:lnTo>
                    <a:pt x="7449" y="3872"/>
                  </a:lnTo>
                  <a:lnTo>
                    <a:pt x="7679" y="3788"/>
                  </a:lnTo>
                  <a:lnTo>
                    <a:pt x="7637" y="3704"/>
                  </a:lnTo>
                  <a:lnTo>
                    <a:pt x="7574" y="3662"/>
                  </a:lnTo>
                  <a:lnTo>
                    <a:pt x="7846" y="3600"/>
                  </a:lnTo>
                  <a:lnTo>
                    <a:pt x="8014" y="3537"/>
                  </a:lnTo>
                  <a:lnTo>
                    <a:pt x="8056" y="3390"/>
                  </a:lnTo>
                  <a:lnTo>
                    <a:pt x="7867" y="3328"/>
                  </a:lnTo>
                  <a:lnTo>
                    <a:pt x="7867" y="3181"/>
                  </a:lnTo>
                  <a:lnTo>
                    <a:pt x="8014" y="3139"/>
                  </a:lnTo>
                  <a:lnTo>
                    <a:pt x="8181" y="3014"/>
                  </a:lnTo>
                  <a:lnTo>
                    <a:pt x="8286" y="3035"/>
                  </a:lnTo>
                  <a:lnTo>
                    <a:pt x="8453" y="2825"/>
                  </a:lnTo>
                  <a:lnTo>
                    <a:pt x="8600" y="2951"/>
                  </a:lnTo>
                  <a:lnTo>
                    <a:pt x="8621" y="3056"/>
                  </a:lnTo>
                  <a:lnTo>
                    <a:pt x="8914" y="3014"/>
                  </a:lnTo>
                  <a:lnTo>
                    <a:pt x="9123" y="3014"/>
                  </a:lnTo>
                  <a:lnTo>
                    <a:pt x="9269" y="2825"/>
                  </a:lnTo>
                  <a:lnTo>
                    <a:pt x="9248" y="2721"/>
                  </a:lnTo>
                  <a:lnTo>
                    <a:pt x="8955" y="2491"/>
                  </a:lnTo>
                  <a:lnTo>
                    <a:pt x="8893" y="2491"/>
                  </a:lnTo>
                  <a:lnTo>
                    <a:pt x="8893" y="2637"/>
                  </a:lnTo>
                  <a:lnTo>
                    <a:pt x="8788" y="2742"/>
                  </a:lnTo>
                  <a:lnTo>
                    <a:pt x="8683" y="2721"/>
                  </a:lnTo>
                  <a:lnTo>
                    <a:pt x="8579" y="2616"/>
                  </a:lnTo>
                  <a:lnTo>
                    <a:pt x="8307" y="2532"/>
                  </a:lnTo>
                  <a:lnTo>
                    <a:pt x="8202" y="2449"/>
                  </a:lnTo>
                  <a:lnTo>
                    <a:pt x="8286" y="2323"/>
                  </a:lnTo>
                  <a:lnTo>
                    <a:pt x="8453" y="2030"/>
                  </a:lnTo>
                  <a:lnTo>
                    <a:pt x="8453" y="1905"/>
                  </a:lnTo>
                  <a:lnTo>
                    <a:pt x="8369" y="1905"/>
                  </a:lnTo>
                  <a:lnTo>
                    <a:pt x="8265" y="2072"/>
                  </a:lnTo>
                  <a:lnTo>
                    <a:pt x="8160" y="2093"/>
                  </a:lnTo>
                  <a:lnTo>
                    <a:pt x="7909" y="2386"/>
                  </a:lnTo>
                  <a:lnTo>
                    <a:pt x="7846" y="2532"/>
                  </a:lnTo>
                  <a:lnTo>
                    <a:pt x="7784" y="2616"/>
                  </a:lnTo>
                  <a:lnTo>
                    <a:pt x="7658" y="2825"/>
                  </a:lnTo>
                  <a:lnTo>
                    <a:pt x="7449" y="3035"/>
                  </a:lnTo>
                  <a:lnTo>
                    <a:pt x="7365" y="3014"/>
                  </a:lnTo>
                  <a:lnTo>
                    <a:pt x="7114" y="2867"/>
                  </a:lnTo>
                  <a:lnTo>
                    <a:pt x="6926" y="2846"/>
                  </a:lnTo>
                  <a:lnTo>
                    <a:pt x="6737" y="2867"/>
                  </a:lnTo>
                  <a:lnTo>
                    <a:pt x="6486" y="3014"/>
                  </a:lnTo>
                  <a:lnTo>
                    <a:pt x="6361" y="3014"/>
                  </a:lnTo>
                  <a:lnTo>
                    <a:pt x="6131" y="2323"/>
                  </a:lnTo>
                  <a:lnTo>
                    <a:pt x="5712" y="2281"/>
                  </a:lnTo>
                  <a:lnTo>
                    <a:pt x="5691" y="1465"/>
                  </a:lnTo>
                  <a:lnTo>
                    <a:pt x="5503" y="1549"/>
                  </a:lnTo>
                  <a:lnTo>
                    <a:pt x="5356" y="1172"/>
                  </a:lnTo>
                  <a:lnTo>
                    <a:pt x="5064" y="963"/>
                  </a:lnTo>
                  <a:lnTo>
                    <a:pt x="4122" y="963"/>
                  </a:lnTo>
                  <a:lnTo>
                    <a:pt x="3264" y="1047"/>
                  </a:lnTo>
                  <a:lnTo>
                    <a:pt x="2762" y="754"/>
                  </a:lnTo>
                  <a:lnTo>
                    <a:pt x="2427" y="628"/>
                  </a:lnTo>
                  <a:lnTo>
                    <a:pt x="150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6" name="Google Shape;7810;p67">
              <a:extLst>
                <a:ext uri="{FF2B5EF4-FFF2-40B4-BE49-F238E27FC236}">
                  <a16:creationId xmlns:a16="http://schemas.microsoft.com/office/drawing/2014/main" id="{59FB165C-7BE9-5BE1-CEC0-86BA529CAD40}"/>
                </a:ext>
              </a:extLst>
            </p:cNvPr>
            <p:cNvSpPr/>
            <p:nvPr/>
          </p:nvSpPr>
          <p:spPr>
            <a:xfrm>
              <a:off x="4401875" y="2571100"/>
              <a:ext cx="207150" cy="130275"/>
            </a:xfrm>
            <a:custGeom>
              <a:avLst/>
              <a:gdLst/>
              <a:ahLst/>
              <a:cxnLst/>
              <a:rect l="l" t="t" r="r" b="b"/>
              <a:pathLst>
                <a:path w="8286" h="5211" extrusionOk="0">
                  <a:moveTo>
                    <a:pt x="3160" y="0"/>
                  </a:moveTo>
                  <a:lnTo>
                    <a:pt x="3264" y="126"/>
                  </a:lnTo>
                  <a:lnTo>
                    <a:pt x="3180" y="189"/>
                  </a:lnTo>
                  <a:lnTo>
                    <a:pt x="3055" y="105"/>
                  </a:lnTo>
                  <a:lnTo>
                    <a:pt x="2929" y="189"/>
                  </a:lnTo>
                  <a:lnTo>
                    <a:pt x="2825" y="314"/>
                  </a:lnTo>
                  <a:lnTo>
                    <a:pt x="2636" y="335"/>
                  </a:lnTo>
                  <a:lnTo>
                    <a:pt x="2532" y="586"/>
                  </a:lnTo>
                  <a:lnTo>
                    <a:pt x="2553" y="795"/>
                  </a:lnTo>
                  <a:lnTo>
                    <a:pt x="2657" y="900"/>
                  </a:lnTo>
                  <a:lnTo>
                    <a:pt x="2616" y="1026"/>
                  </a:lnTo>
                  <a:lnTo>
                    <a:pt x="2385" y="1005"/>
                  </a:lnTo>
                  <a:lnTo>
                    <a:pt x="2092" y="1005"/>
                  </a:lnTo>
                  <a:lnTo>
                    <a:pt x="2009" y="1026"/>
                  </a:lnTo>
                  <a:lnTo>
                    <a:pt x="1779" y="1067"/>
                  </a:lnTo>
                  <a:lnTo>
                    <a:pt x="1402" y="628"/>
                  </a:lnTo>
                  <a:lnTo>
                    <a:pt x="983" y="398"/>
                  </a:lnTo>
                  <a:lnTo>
                    <a:pt x="628" y="335"/>
                  </a:lnTo>
                  <a:lnTo>
                    <a:pt x="335" y="440"/>
                  </a:lnTo>
                  <a:lnTo>
                    <a:pt x="0" y="754"/>
                  </a:lnTo>
                  <a:lnTo>
                    <a:pt x="0" y="816"/>
                  </a:lnTo>
                  <a:lnTo>
                    <a:pt x="84" y="900"/>
                  </a:lnTo>
                  <a:lnTo>
                    <a:pt x="126" y="963"/>
                  </a:lnTo>
                  <a:lnTo>
                    <a:pt x="209" y="1047"/>
                  </a:lnTo>
                  <a:lnTo>
                    <a:pt x="251" y="1151"/>
                  </a:lnTo>
                  <a:lnTo>
                    <a:pt x="356" y="1360"/>
                  </a:lnTo>
                  <a:lnTo>
                    <a:pt x="335" y="1528"/>
                  </a:lnTo>
                  <a:lnTo>
                    <a:pt x="293" y="1653"/>
                  </a:lnTo>
                  <a:lnTo>
                    <a:pt x="314" y="1946"/>
                  </a:lnTo>
                  <a:lnTo>
                    <a:pt x="356" y="2009"/>
                  </a:lnTo>
                  <a:lnTo>
                    <a:pt x="398" y="2093"/>
                  </a:lnTo>
                  <a:lnTo>
                    <a:pt x="607" y="2302"/>
                  </a:lnTo>
                  <a:lnTo>
                    <a:pt x="565" y="2218"/>
                  </a:lnTo>
                  <a:lnTo>
                    <a:pt x="523" y="2155"/>
                  </a:lnTo>
                  <a:lnTo>
                    <a:pt x="544" y="2114"/>
                  </a:lnTo>
                  <a:lnTo>
                    <a:pt x="732" y="2155"/>
                  </a:lnTo>
                  <a:lnTo>
                    <a:pt x="816" y="2093"/>
                  </a:lnTo>
                  <a:lnTo>
                    <a:pt x="858" y="2114"/>
                  </a:lnTo>
                  <a:lnTo>
                    <a:pt x="837" y="2260"/>
                  </a:lnTo>
                  <a:lnTo>
                    <a:pt x="858" y="2365"/>
                  </a:lnTo>
                  <a:lnTo>
                    <a:pt x="942" y="2323"/>
                  </a:lnTo>
                  <a:lnTo>
                    <a:pt x="983" y="2427"/>
                  </a:lnTo>
                  <a:lnTo>
                    <a:pt x="963" y="2490"/>
                  </a:lnTo>
                  <a:lnTo>
                    <a:pt x="858" y="2469"/>
                  </a:lnTo>
                  <a:lnTo>
                    <a:pt x="816" y="2469"/>
                  </a:lnTo>
                  <a:lnTo>
                    <a:pt x="753" y="2427"/>
                  </a:lnTo>
                  <a:lnTo>
                    <a:pt x="649" y="2511"/>
                  </a:lnTo>
                  <a:lnTo>
                    <a:pt x="649" y="2616"/>
                  </a:lnTo>
                  <a:lnTo>
                    <a:pt x="732" y="2699"/>
                  </a:lnTo>
                  <a:lnTo>
                    <a:pt x="711" y="2574"/>
                  </a:lnTo>
                  <a:lnTo>
                    <a:pt x="774" y="2574"/>
                  </a:lnTo>
                  <a:lnTo>
                    <a:pt x="837" y="2595"/>
                  </a:lnTo>
                  <a:lnTo>
                    <a:pt x="921" y="2616"/>
                  </a:lnTo>
                  <a:lnTo>
                    <a:pt x="963" y="2720"/>
                  </a:lnTo>
                  <a:lnTo>
                    <a:pt x="1130" y="2804"/>
                  </a:lnTo>
                  <a:lnTo>
                    <a:pt x="1172" y="2909"/>
                  </a:lnTo>
                  <a:lnTo>
                    <a:pt x="1151" y="3097"/>
                  </a:lnTo>
                  <a:lnTo>
                    <a:pt x="1172" y="3160"/>
                  </a:lnTo>
                  <a:lnTo>
                    <a:pt x="1172" y="3453"/>
                  </a:lnTo>
                  <a:lnTo>
                    <a:pt x="1235" y="3662"/>
                  </a:lnTo>
                  <a:lnTo>
                    <a:pt x="1339" y="3955"/>
                  </a:lnTo>
                  <a:lnTo>
                    <a:pt x="1444" y="3871"/>
                  </a:lnTo>
                  <a:lnTo>
                    <a:pt x="1716" y="3871"/>
                  </a:lnTo>
                  <a:lnTo>
                    <a:pt x="1779" y="3725"/>
                  </a:lnTo>
                  <a:lnTo>
                    <a:pt x="1862" y="3620"/>
                  </a:lnTo>
                  <a:lnTo>
                    <a:pt x="1967" y="3620"/>
                  </a:lnTo>
                  <a:lnTo>
                    <a:pt x="2197" y="3411"/>
                  </a:lnTo>
                  <a:lnTo>
                    <a:pt x="2427" y="3348"/>
                  </a:lnTo>
                  <a:lnTo>
                    <a:pt x="2636" y="3411"/>
                  </a:lnTo>
                  <a:lnTo>
                    <a:pt x="2699" y="3264"/>
                  </a:lnTo>
                  <a:lnTo>
                    <a:pt x="2804" y="3243"/>
                  </a:lnTo>
                  <a:lnTo>
                    <a:pt x="2929" y="3306"/>
                  </a:lnTo>
                  <a:lnTo>
                    <a:pt x="3055" y="3264"/>
                  </a:lnTo>
                  <a:lnTo>
                    <a:pt x="3264" y="3453"/>
                  </a:lnTo>
                  <a:lnTo>
                    <a:pt x="3432" y="3515"/>
                  </a:lnTo>
                  <a:lnTo>
                    <a:pt x="3766" y="3725"/>
                  </a:lnTo>
                  <a:lnTo>
                    <a:pt x="3871" y="3725"/>
                  </a:lnTo>
                  <a:lnTo>
                    <a:pt x="3955" y="3641"/>
                  </a:lnTo>
                  <a:lnTo>
                    <a:pt x="4185" y="3746"/>
                  </a:lnTo>
                  <a:lnTo>
                    <a:pt x="4310" y="3767"/>
                  </a:lnTo>
                  <a:lnTo>
                    <a:pt x="4331" y="3934"/>
                  </a:lnTo>
                  <a:lnTo>
                    <a:pt x="4394" y="3976"/>
                  </a:lnTo>
                  <a:lnTo>
                    <a:pt x="4520" y="3955"/>
                  </a:lnTo>
                  <a:lnTo>
                    <a:pt x="4729" y="3997"/>
                  </a:lnTo>
                  <a:lnTo>
                    <a:pt x="4959" y="4311"/>
                  </a:lnTo>
                  <a:lnTo>
                    <a:pt x="5231" y="4352"/>
                  </a:lnTo>
                  <a:lnTo>
                    <a:pt x="5357" y="4394"/>
                  </a:lnTo>
                  <a:lnTo>
                    <a:pt x="5461" y="4562"/>
                  </a:lnTo>
                  <a:lnTo>
                    <a:pt x="5419" y="4666"/>
                  </a:lnTo>
                  <a:lnTo>
                    <a:pt x="5461" y="4792"/>
                  </a:lnTo>
                  <a:lnTo>
                    <a:pt x="5461" y="4876"/>
                  </a:lnTo>
                  <a:lnTo>
                    <a:pt x="5524" y="4980"/>
                  </a:lnTo>
                  <a:lnTo>
                    <a:pt x="5566" y="4938"/>
                  </a:lnTo>
                  <a:lnTo>
                    <a:pt x="5691" y="4980"/>
                  </a:lnTo>
                  <a:lnTo>
                    <a:pt x="5775" y="5043"/>
                  </a:lnTo>
                  <a:lnTo>
                    <a:pt x="5880" y="5043"/>
                  </a:lnTo>
                  <a:lnTo>
                    <a:pt x="5963" y="4980"/>
                  </a:lnTo>
                  <a:lnTo>
                    <a:pt x="6047" y="4980"/>
                  </a:lnTo>
                  <a:lnTo>
                    <a:pt x="6173" y="5085"/>
                  </a:lnTo>
                  <a:lnTo>
                    <a:pt x="6214" y="5148"/>
                  </a:lnTo>
                  <a:lnTo>
                    <a:pt x="6277" y="5210"/>
                  </a:lnTo>
                  <a:lnTo>
                    <a:pt x="6319" y="5148"/>
                  </a:lnTo>
                  <a:lnTo>
                    <a:pt x="6486" y="5127"/>
                  </a:lnTo>
                  <a:lnTo>
                    <a:pt x="6570" y="5022"/>
                  </a:lnTo>
                  <a:lnTo>
                    <a:pt x="6591" y="4938"/>
                  </a:lnTo>
                  <a:lnTo>
                    <a:pt x="6675" y="4896"/>
                  </a:lnTo>
                  <a:lnTo>
                    <a:pt x="6633" y="4813"/>
                  </a:lnTo>
                  <a:lnTo>
                    <a:pt x="6821" y="4708"/>
                  </a:lnTo>
                  <a:lnTo>
                    <a:pt x="7030" y="4666"/>
                  </a:lnTo>
                  <a:lnTo>
                    <a:pt x="7051" y="4604"/>
                  </a:lnTo>
                  <a:lnTo>
                    <a:pt x="7135" y="4520"/>
                  </a:lnTo>
                  <a:lnTo>
                    <a:pt x="7240" y="4499"/>
                  </a:lnTo>
                  <a:lnTo>
                    <a:pt x="7261" y="4373"/>
                  </a:lnTo>
                  <a:lnTo>
                    <a:pt x="7261" y="4206"/>
                  </a:lnTo>
                  <a:lnTo>
                    <a:pt x="7407" y="4080"/>
                  </a:lnTo>
                  <a:lnTo>
                    <a:pt x="7407" y="3955"/>
                  </a:lnTo>
                  <a:lnTo>
                    <a:pt x="7344" y="3892"/>
                  </a:lnTo>
                  <a:lnTo>
                    <a:pt x="7365" y="3850"/>
                  </a:lnTo>
                  <a:lnTo>
                    <a:pt x="7428" y="3829"/>
                  </a:lnTo>
                  <a:lnTo>
                    <a:pt x="7470" y="3767"/>
                  </a:lnTo>
                  <a:lnTo>
                    <a:pt x="7637" y="3725"/>
                  </a:lnTo>
                  <a:lnTo>
                    <a:pt x="7679" y="3725"/>
                  </a:lnTo>
                  <a:lnTo>
                    <a:pt x="7846" y="3620"/>
                  </a:lnTo>
                  <a:lnTo>
                    <a:pt x="7993" y="3557"/>
                  </a:lnTo>
                  <a:lnTo>
                    <a:pt x="8098" y="3641"/>
                  </a:lnTo>
                  <a:lnTo>
                    <a:pt x="8244" y="3620"/>
                  </a:lnTo>
                  <a:lnTo>
                    <a:pt x="8265" y="3641"/>
                  </a:lnTo>
                  <a:lnTo>
                    <a:pt x="8286" y="3641"/>
                  </a:lnTo>
                  <a:lnTo>
                    <a:pt x="8265" y="3369"/>
                  </a:lnTo>
                  <a:lnTo>
                    <a:pt x="8265" y="3223"/>
                  </a:lnTo>
                  <a:lnTo>
                    <a:pt x="8056" y="3097"/>
                  </a:lnTo>
                  <a:lnTo>
                    <a:pt x="7972" y="3097"/>
                  </a:lnTo>
                  <a:lnTo>
                    <a:pt x="7888" y="3013"/>
                  </a:lnTo>
                  <a:lnTo>
                    <a:pt x="7574" y="2992"/>
                  </a:lnTo>
                  <a:lnTo>
                    <a:pt x="7198" y="2699"/>
                  </a:lnTo>
                  <a:lnTo>
                    <a:pt x="6779" y="2511"/>
                  </a:lnTo>
                  <a:lnTo>
                    <a:pt x="6382" y="2218"/>
                  </a:lnTo>
                  <a:lnTo>
                    <a:pt x="6005" y="1988"/>
                  </a:lnTo>
                  <a:lnTo>
                    <a:pt x="5796" y="1904"/>
                  </a:lnTo>
                  <a:lnTo>
                    <a:pt x="5670" y="1653"/>
                  </a:lnTo>
                  <a:lnTo>
                    <a:pt x="5629" y="1528"/>
                  </a:lnTo>
                  <a:lnTo>
                    <a:pt x="5524" y="1423"/>
                  </a:lnTo>
                  <a:lnTo>
                    <a:pt x="5419" y="1067"/>
                  </a:lnTo>
                  <a:lnTo>
                    <a:pt x="5168" y="921"/>
                  </a:lnTo>
                  <a:lnTo>
                    <a:pt x="5043" y="900"/>
                  </a:lnTo>
                  <a:lnTo>
                    <a:pt x="4959" y="942"/>
                  </a:lnTo>
                  <a:lnTo>
                    <a:pt x="4624" y="795"/>
                  </a:lnTo>
                  <a:lnTo>
                    <a:pt x="4185" y="544"/>
                  </a:lnTo>
                  <a:lnTo>
                    <a:pt x="4164" y="419"/>
                  </a:lnTo>
                  <a:lnTo>
                    <a:pt x="3808" y="210"/>
                  </a:lnTo>
                  <a:lnTo>
                    <a:pt x="3432" y="21"/>
                  </a:lnTo>
                  <a:lnTo>
                    <a:pt x="316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67" name="Google Shape;7811;p67">
              <a:extLst>
                <a:ext uri="{FF2B5EF4-FFF2-40B4-BE49-F238E27FC236}">
                  <a16:creationId xmlns:a16="http://schemas.microsoft.com/office/drawing/2014/main" id="{BB8DF9CF-D41A-732D-0D18-0847A77DA599}"/>
                </a:ext>
              </a:extLst>
            </p:cNvPr>
            <p:cNvGrpSpPr/>
            <p:nvPr/>
          </p:nvGrpSpPr>
          <p:grpSpPr>
            <a:xfrm>
              <a:off x="4842300" y="3099950"/>
              <a:ext cx="31425" cy="59650"/>
              <a:chOff x="4842300" y="3099950"/>
              <a:chExt cx="31425" cy="59650"/>
            </a:xfrm>
            <a:grpFill/>
          </p:grpSpPr>
          <p:sp>
            <p:nvSpPr>
              <p:cNvPr id="761" name="Google Shape;7812;p67">
                <a:extLst>
                  <a:ext uri="{FF2B5EF4-FFF2-40B4-BE49-F238E27FC236}">
                    <a16:creationId xmlns:a16="http://schemas.microsoft.com/office/drawing/2014/main" id="{4F9434EC-E63B-3617-0D38-E3501E4FDA0B}"/>
                  </a:ext>
                </a:extLst>
              </p:cNvPr>
              <p:cNvSpPr/>
              <p:nvPr/>
            </p:nvSpPr>
            <p:spPr>
              <a:xfrm>
                <a:off x="4842300" y="3122950"/>
                <a:ext cx="2125" cy="6825"/>
              </a:xfrm>
              <a:custGeom>
                <a:avLst/>
                <a:gdLst/>
                <a:ahLst/>
                <a:cxnLst/>
                <a:rect l="l" t="t" r="r" b="b"/>
                <a:pathLst>
                  <a:path w="85" h="273" extrusionOk="0">
                    <a:moveTo>
                      <a:pt x="84" y="1"/>
                    </a:moveTo>
                    <a:lnTo>
                      <a:pt x="1" y="22"/>
                    </a:lnTo>
                    <a:lnTo>
                      <a:pt x="43" y="126"/>
                    </a:lnTo>
                    <a:lnTo>
                      <a:pt x="1" y="273"/>
                    </a:lnTo>
                    <a:lnTo>
                      <a:pt x="64" y="126"/>
                    </a:lnTo>
                    <a:lnTo>
                      <a:pt x="43" y="22"/>
                    </a:lnTo>
                    <a:lnTo>
                      <a:pt x="84" y="22"/>
                    </a:lnTo>
                    <a:lnTo>
                      <a:pt x="84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62" name="Google Shape;7813;p67">
                <a:extLst>
                  <a:ext uri="{FF2B5EF4-FFF2-40B4-BE49-F238E27FC236}">
                    <a16:creationId xmlns:a16="http://schemas.microsoft.com/office/drawing/2014/main" id="{5E4039EE-412D-B3E2-B59C-39522A35515A}"/>
                  </a:ext>
                </a:extLst>
              </p:cNvPr>
              <p:cNvSpPr/>
              <p:nvPr/>
            </p:nvSpPr>
            <p:spPr>
              <a:xfrm>
                <a:off x="4842300" y="3106225"/>
                <a:ext cx="31425" cy="533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2135" extrusionOk="0">
                    <a:moveTo>
                      <a:pt x="273" y="0"/>
                    </a:moveTo>
                    <a:lnTo>
                      <a:pt x="273" y="21"/>
                    </a:lnTo>
                    <a:lnTo>
                      <a:pt x="294" y="42"/>
                    </a:lnTo>
                    <a:lnTo>
                      <a:pt x="273" y="63"/>
                    </a:lnTo>
                    <a:lnTo>
                      <a:pt x="252" y="105"/>
                    </a:lnTo>
                    <a:lnTo>
                      <a:pt x="252" y="126"/>
                    </a:lnTo>
                    <a:lnTo>
                      <a:pt x="252" y="209"/>
                    </a:lnTo>
                    <a:lnTo>
                      <a:pt x="189" y="314"/>
                    </a:lnTo>
                    <a:lnTo>
                      <a:pt x="147" y="272"/>
                    </a:lnTo>
                    <a:lnTo>
                      <a:pt x="84" y="230"/>
                    </a:lnTo>
                    <a:lnTo>
                      <a:pt x="1" y="230"/>
                    </a:lnTo>
                    <a:lnTo>
                      <a:pt x="1" y="251"/>
                    </a:lnTo>
                    <a:lnTo>
                      <a:pt x="84" y="272"/>
                    </a:lnTo>
                    <a:lnTo>
                      <a:pt x="105" y="335"/>
                    </a:lnTo>
                    <a:lnTo>
                      <a:pt x="84" y="356"/>
                    </a:lnTo>
                    <a:lnTo>
                      <a:pt x="147" y="461"/>
                    </a:lnTo>
                    <a:lnTo>
                      <a:pt x="147" y="628"/>
                    </a:lnTo>
                    <a:lnTo>
                      <a:pt x="84" y="691"/>
                    </a:lnTo>
                    <a:lnTo>
                      <a:pt x="64" y="942"/>
                    </a:lnTo>
                    <a:lnTo>
                      <a:pt x="84" y="1005"/>
                    </a:lnTo>
                    <a:lnTo>
                      <a:pt x="43" y="1046"/>
                    </a:lnTo>
                    <a:lnTo>
                      <a:pt x="84" y="1277"/>
                    </a:lnTo>
                    <a:lnTo>
                      <a:pt x="84" y="1360"/>
                    </a:lnTo>
                    <a:lnTo>
                      <a:pt x="168" y="1611"/>
                    </a:lnTo>
                    <a:lnTo>
                      <a:pt x="252" y="1925"/>
                    </a:lnTo>
                    <a:lnTo>
                      <a:pt x="315" y="2051"/>
                    </a:lnTo>
                    <a:lnTo>
                      <a:pt x="461" y="2134"/>
                    </a:lnTo>
                    <a:lnTo>
                      <a:pt x="587" y="2113"/>
                    </a:lnTo>
                    <a:lnTo>
                      <a:pt x="775" y="2093"/>
                    </a:lnTo>
                    <a:lnTo>
                      <a:pt x="942" y="2030"/>
                    </a:lnTo>
                    <a:lnTo>
                      <a:pt x="1131" y="1821"/>
                    </a:lnTo>
                    <a:lnTo>
                      <a:pt x="1214" y="1674"/>
                    </a:lnTo>
                    <a:lnTo>
                      <a:pt x="1256" y="1569"/>
                    </a:lnTo>
                    <a:lnTo>
                      <a:pt x="1235" y="1486"/>
                    </a:lnTo>
                    <a:lnTo>
                      <a:pt x="1256" y="1423"/>
                    </a:lnTo>
                    <a:lnTo>
                      <a:pt x="1256" y="1277"/>
                    </a:lnTo>
                    <a:lnTo>
                      <a:pt x="1235" y="1214"/>
                    </a:lnTo>
                    <a:lnTo>
                      <a:pt x="1256" y="1109"/>
                    </a:lnTo>
                    <a:lnTo>
                      <a:pt x="1152" y="1046"/>
                    </a:lnTo>
                    <a:lnTo>
                      <a:pt x="1089" y="795"/>
                    </a:lnTo>
                    <a:lnTo>
                      <a:pt x="1005" y="628"/>
                    </a:lnTo>
                    <a:lnTo>
                      <a:pt x="900" y="628"/>
                    </a:lnTo>
                    <a:lnTo>
                      <a:pt x="900" y="586"/>
                    </a:lnTo>
                    <a:lnTo>
                      <a:pt x="796" y="586"/>
                    </a:lnTo>
                    <a:lnTo>
                      <a:pt x="921" y="544"/>
                    </a:lnTo>
                    <a:lnTo>
                      <a:pt x="900" y="481"/>
                    </a:lnTo>
                    <a:lnTo>
                      <a:pt x="838" y="461"/>
                    </a:lnTo>
                    <a:lnTo>
                      <a:pt x="775" y="335"/>
                    </a:lnTo>
                    <a:lnTo>
                      <a:pt x="712" y="335"/>
                    </a:lnTo>
                    <a:lnTo>
                      <a:pt x="691" y="230"/>
                    </a:lnTo>
                    <a:lnTo>
                      <a:pt x="670" y="168"/>
                    </a:lnTo>
                    <a:lnTo>
                      <a:pt x="670" y="126"/>
                    </a:lnTo>
                    <a:lnTo>
                      <a:pt x="482" y="42"/>
                    </a:lnTo>
                    <a:lnTo>
                      <a:pt x="461" y="105"/>
                    </a:lnTo>
                    <a:lnTo>
                      <a:pt x="377" y="63"/>
                    </a:lnTo>
                    <a:lnTo>
                      <a:pt x="398" y="21"/>
                    </a:lnTo>
                    <a:lnTo>
                      <a:pt x="273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63" name="Google Shape;7814;p67">
                <a:extLst>
                  <a:ext uri="{FF2B5EF4-FFF2-40B4-BE49-F238E27FC236}">
                    <a16:creationId xmlns:a16="http://schemas.microsoft.com/office/drawing/2014/main" id="{E04CF63E-2989-BD13-ED45-26BA1631EF9C}"/>
                  </a:ext>
                </a:extLst>
              </p:cNvPr>
              <p:cNvSpPr/>
              <p:nvPr/>
            </p:nvSpPr>
            <p:spPr>
              <a:xfrm>
                <a:off x="4844400" y="3099950"/>
                <a:ext cx="5250" cy="4725"/>
              </a:xfrm>
              <a:custGeom>
                <a:avLst/>
                <a:gdLst/>
                <a:ahLst/>
                <a:cxnLst/>
                <a:rect l="l" t="t" r="r" b="b"/>
                <a:pathLst>
                  <a:path w="210" h="189" extrusionOk="0">
                    <a:moveTo>
                      <a:pt x="189" y="0"/>
                    </a:moveTo>
                    <a:lnTo>
                      <a:pt x="0" y="42"/>
                    </a:lnTo>
                    <a:lnTo>
                      <a:pt x="0" y="105"/>
                    </a:lnTo>
                    <a:lnTo>
                      <a:pt x="126" y="188"/>
                    </a:lnTo>
                    <a:lnTo>
                      <a:pt x="126" y="147"/>
                    </a:lnTo>
                    <a:lnTo>
                      <a:pt x="168" y="147"/>
                    </a:lnTo>
                    <a:lnTo>
                      <a:pt x="210" y="42"/>
                    </a:lnTo>
                    <a:lnTo>
                      <a:pt x="18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64" name="Google Shape;7815;p67">
                <a:extLst>
                  <a:ext uri="{FF2B5EF4-FFF2-40B4-BE49-F238E27FC236}">
                    <a16:creationId xmlns:a16="http://schemas.microsoft.com/office/drawing/2014/main" id="{FB821E4C-8493-7095-6695-8EE0B44A0F05}"/>
                  </a:ext>
                </a:extLst>
              </p:cNvPr>
              <p:cNvSpPr/>
              <p:nvPr/>
            </p:nvSpPr>
            <p:spPr>
              <a:xfrm>
                <a:off x="4849625" y="3101500"/>
                <a:ext cx="7875" cy="6300"/>
              </a:xfrm>
              <a:custGeom>
                <a:avLst/>
                <a:gdLst/>
                <a:ahLst/>
                <a:cxnLst/>
                <a:rect l="l" t="t" r="r" b="b"/>
                <a:pathLst>
                  <a:path w="315" h="252" extrusionOk="0">
                    <a:moveTo>
                      <a:pt x="43" y="1"/>
                    </a:moveTo>
                    <a:lnTo>
                      <a:pt x="43" y="43"/>
                    </a:lnTo>
                    <a:lnTo>
                      <a:pt x="84" y="85"/>
                    </a:lnTo>
                    <a:lnTo>
                      <a:pt x="1" y="85"/>
                    </a:lnTo>
                    <a:lnTo>
                      <a:pt x="1" y="105"/>
                    </a:lnTo>
                    <a:lnTo>
                      <a:pt x="126" y="147"/>
                    </a:lnTo>
                    <a:lnTo>
                      <a:pt x="189" y="210"/>
                    </a:lnTo>
                    <a:lnTo>
                      <a:pt x="273" y="210"/>
                    </a:lnTo>
                    <a:lnTo>
                      <a:pt x="315" y="252"/>
                    </a:lnTo>
                    <a:lnTo>
                      <a:pt x="294" y="210"/>
                    </a:lnTo>
                    <a:lnTo>
                      <a:pt x="168" y="105"/>
                    </a:lnTo>
                    <a:lnTo>
                      <a:pt x="168" y="22"/>
                    </a:lnTo>
                    <a:lnTo>
                      <a:pt x="43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68" name="Google Shape;7816;p67">
              <a:extLst>
                <a:ext uri="{FF2B5EF4-FFF2-40B4-BE49-F238E27FC236}">
                  <a16:creationId xmlns:a16="http://schemas.microsoft.com/office/drawing/2014/main" id="{63C3F524-3066-0CEF-C3CA-141173F9B7C8}"/>
                </a:ext>
              </a:extLst>
            </p:cNvPr>
            <p:cNvSpPr/>
            <p:nvPr/>
          </p:nvSpPr>
          <p:spPr>
            <a:xfrm>
              <a:off x="4663400" y="2731150"/>
              <a:ext cx="405425" cy="396025"/>
            </a:xfrm>
            <a:custGeom>
              <a:avLst/>
              <a:gdLst/>
              <a:ahLst/>
              <a:cxnLst/>
              <a:rect l="l" t="t" r="r" b="b"/>
              <a:pathLst>
                <a:path w="16217" h="15841" extrusionOk="0">
                  <a:moveTo>
                    <a:pt x="6906" y="15150"/>
                  </a:moveTo>
                  <a:lnTo>
                    <a:pt x="6927" y="15212"/>
                  </a:lnTo>
                  <a:lnTo>
                    <a:pt x="6927" y="15171"/>
                  </a:lnTo>
                  <a:lnTo>
                    <a:pt x="6906" y="15150"/>
                  </a:lnTo>
                  <a:close/>
                  <a:moveTo>
                    <a:pt x="3997" y="1"/>
                  </a:moveTo>
                  <a:lnTo>
                    <a:pt x="3914" y="147"/>
                  </a:lnTo>
                  <a:lnTo>
                    <a:pt x="3788" y="147"/>
                  </a:lnTo>
                  <a:lnTo>
                    <a:pt x="3600" y="294"/>
                  </a:lnTo>
                  <a:lnTo>
                    <a:pt x="3453" y="587"/>
                  </a:lnTo>
                  <a:lnTo>
                    <a:pt x="3391" y="629"/>
                  </a:lnTo>
                  <a:lnTo>
                    <a:pt x="3286" y="733"/>
                  </a:lnTo>
                  <a:lnTo>
                    <a:pt x="3223" y="733"/>
                  </a:lnTo>
                  <a:lnTo>
                    <a:pt x="3119" y="817"/>
                  </a:lnTo>
                  <a:lnTo>
                    <a:pt x="3014" y="838"/>
                  </a:lnTo>
                  <a:lnTo>
                    <a:pt x="2826" y="1026"/>
                  </a:lnTo>
                  <a:lnTo>
                    <a:pt x="2846" y="1089"/>
                  </a:lnTo>
                  <a:lnTo>
                    <a:pt x="2930" y="1298"/>
                  </a:lnTo>
                  <a:lnTo>
                    <a:pt x="2867" y="1570"/>
                  </a:lnTo>
                  <a:lnTo>
                    <a:pt x="2867" y="1717"/>
                  </a:lnTo>
                  <a:lnTo>
                    <a:pt x="2763" y="1779"/>
                  </a:lnTo>
                  <a:lnTo>
                    <a:pt x="2616" y="1968"/>
                  </a:lnTo>
                  <a:lnTo>
                    <a:pt x="2700" y="2031"/>
                  </a:lnTo>
                  <a:lnTo>
                    <a:pt x="2700" y="2135"/>
                  </a:lnTo>
                  <a:lnTo>
                    <a:pt x="2637" y="2261"/>
                  </a:lnTo>
                  <a:lnTo>
                    <a:pt x="2428" y="2365"/>
                  </a:lnTo>
                  <a:lnTo>
                    <a:pt x="2323" y="2554"/>
                  </a:lnTo>
                  <a:lnTo>
                    <a:pt x="2302" y="2721"/>
                  </a:lnTo>
                  <a:lnTo>
                    <a:pt x="2219" y="2867"/>
                  </a:lnTo>
                  <a:lnTo>
                    <a:pt x="1968" y="3035"/>
                  </a:lnTo>
                  <a:lnTo>
                    <a:pt x="1863" y="3391"/>
                  </a:lnTo>
                  <a:lnTo>
                    <a:pt x="1675" y="3600"/>
                  </a:lnTo>
                  <a:lnTo>
                    <a:pt x="1361" y="3600"/>
                  </a:lnTo>
                  <a:lnTo>
                    <a:pt x="1152" y="3725"/>
                  </a:lnTo>
                  <a:lnTo>
                    <a:pt x="1068" y="3704"/>
                  </a:lnTo>
                  <a:lnTo>
                    <a:pt x="1047" y="3600"/>
                  </a:lnTo>
                  <a:lnTo>
                    <a:pt x="922" y="3537"/>
                  </a:lnTo>
                  <a:lnTo>
                    <a:pt x="838" y="3600"/>
                  </a:lnTo>
                  <a:lnTo>
                    <a:pt x="733" y="3642"/>
                  </a:lnTo>
                  <a:lnTo>
                    <a:pt x="691" y="3746"/>
                  </a:lnTo>
                  <a:lnTo>
                    <a:pt x="545" y="3956"/>
                  </a:lnTo>
                  <a:lnTo>
                    <a:pt x="461" y="3976"/>
                  </a:lnTo>
                  <a:lnTo>
                    <a:pt x="357" y="4228"/>
                  </a:lnTo>
                  <a:lnTo>
                    <a:pt x="357" y="4374"/>
                  </a:lnTo>
                  <a:lnTo>
                    <a:pt x="461" y="4353"/>
                  </a:lnTo>
                  <a:lnTo>
                    <a:pt x="608" y="4395"/>
                  </a:lnTo>
                  <a:lnTo>
                    <a:pt x="670" y="4374"/>
                  </a:lnTo>
                  <a:lnTo>
                    <a:pt x="775" y="4374"/>
                  </a:lnTo>
                  <a:lnTo>
                    <a:pt x="859" y="4562"/>
                  </a:lnTo>
                  <a:lnTo>
                    <a:pt x="838" y="4688"/>
                  </a:lnTo>
                  <a:lnTo>
                    <a:pt x="859" y="4897"/>
                  </a:lnTo>
                  <a:lnTo>
                    <a:pt x="1068" y="5023"/>
                  </a:lnTo>
                  <a:lnTo>
                    <a:pt x="1173" y="5023"/>
                  </a:lnTo>
                  <a:lnTo>
                    <a:pt x="1256" y="5085"/>
                  </a:lnTo>
                  <a:lnTo>
                    <a:pt x="1214" y="5169"/>
                  </a:lnTo>
                  <a:lnTo>
                    <a:pt x="1340" y="5316"/>
                  </a:lnTo>
                  <a:lnTo>
                    <a:pt x="1466" y="5692"/>
                  </a:lnTo>
                  <a:lnTo>
                    <a:pt x="1445" y="5755"/>
                  </a:lnTo>
                  <a:lnTo>
                    <a:pt x="1486" y="5818"/>
                  </a:lnTo>
                  <a:lnTo>
                    <a:pt x="1382" y="5860"/>
                  </a:lnTo>
                  <a:lnTo>
                    <a:pt x="1256" y="5943"/>
                  </a:lnTo>
                  <a:lnTo>
                    <a:pt x="1194" y="5860"/>
                  </a:lnTo>
                  <a:lnTo>
                    <a:pt x="1256" y="5797"/>
                  </a:lnTo>
                  <a:lnTo>
                    <a:pt x="1256" y="5797"/>
                  </a:lnTo>
                  <a:lnTo>
                    <a:pt x="1131" y="5818"/>
                  </a:lnTo>
                  <a:lnTo>
                    <a:pt x="1068" y="5860"/>
                  </a:lnTo>
                  <a:lnTo>
                    <a:pt x="838" y="5964"/>
                  </a:lnTo>
                  <a:lnTo>
                    <a:pt x="440" y="5943"/>
                  </a:lnTo>
                  <a:lnTo>
                    <a:pt x="336" y="6006"/>
                  </a:lnTo>
                  <a:lnTo>
                    <a:pt x="252" y="5964"/>
                  </a:lnTo>
                  <a:lnTo>
                    <a:pt x="210" y="6111"/>
                  </a:lnTo>
                  <a:lnTo>
                    <a:pt x="126" y="6132"/>
                  </a:lnTo>
                  <a:lnTo>
                    <a:pt x="22" y="6215"/>
                  </a:lnTo>
                  <a:lnTo>
                    <a:pt x="1" y="6362"/>
                  </a:lnTo>
                  <a:lnTo>
                    <a:pt x="168" y="6257"/>
                  </a:lnTo>
                  <a:lnTo>
                    <a:pt x="336" y="6236"/>
                  </a:lnTo>
                  <a:lnTo>
                    <a:pt x="210" y="6320"/>
                  </a:lnTo>
                  <a:lnTo>
                    <a:pt x="106" y="6445"/>
                  </a:lnTo>
                  <a:lnTo>
                    <a:pt x="85" y="6571"/>
                  </a:lnTo>
                  <a:lnTo>
                    <a:pt x="147" y="6592"/>
                  </a:lnTo>
                  <a:lnTo>
                    <a:pt x="336" y="6780"/>
                  </a:lnTo>
                  <a:lnTo>
                    <a:pt x="691" y="6906"/>
                  </a:lnTo>
                  <a:lnTo>
                    <a:pt x="817" y="6885"/>
                  </a:lnTo>
                  <a:lnTo>
                    <a:pt x="963" y="6885"/>
                  </a:lnTo>
                  <a:lnTo>
                    <a:pt x="1194" y="6780"/>
                  </a:lnTo>
                  <a:lnTo>
                    <a:pt x="1194" y="6738"/>
                  </a:lnTo>
                  <a:lnTo>
                    <a:pt x="1194" y="6697"/>
                  </a:lnTo>
                  <a:lnTo>
                    <a:pt x="1214" y="6697"/>
                  </a:lnTo>
                  <a:lnTo>
                    <a:pt x="1340" y="6738"/>
                  </a:lnTo>
                  <a:lnTo>
                    <a:pt x="1298" y="6843"/>
                  </a:lnTo>
                  <a:lnTo>
                    <a:pt x="1256" y="6843"/>
                  </a:lnTo>
                  <a:lnTo>
                    <a:pt x="1152" y="6989"/>
                  </a:lnTo>
                  <a:lnTo>
                    <a:pt x="1068" y="6989"/>
                  </a:lnTo>
                  <a:lnTo>
                    <a:pt x="838" y="7178"/>
                  </a:lnTo>
                  <a:lnTo>
                    <a:pt x="838" y="7220"/>
                  </a:lnTo>
                  <a:lnTo>
                    <a:pt x="754" y="7199"/>
                  </a:lnTo>
                  <a:lnTo>
                    <a:pt x="733" y="7199"/>
                  </a:lnTo>
                  <a:lnTo>
                    <a:pt x="650" y="7261"/>
                  </a:lnTo>
                  <a:lnTo>
                    <a:pt x="566" y="7220"/>
                  </a:lnTo>
                  <a:lnTo>
                    <a:pt x="566" y="7115"/>
                  </a:lnTo>
                  <a:lnTo>
                    <a:pt x="503" y="7115"/>
                  </a:lnTo>
                  <a:lnTo>
                    <a:pt x="461" y="7094"/>
                  </a:lnTo>
                  <a:lnTo>
                    <a:pt x="419" y="7094"/>
                  </a:lnTo>
                  <a:lnTo>
                    <a:pt x="398" y="7178"/>
                  </a:lnTo>
                  <a:lnTo>
                    <a:pt x="419" y="7261"/>
                  </a:lnTo>
                  <a:lnTo>
                    <a:pt x="650" y="7492"/>
                  </a:lnTo>
                  <a:lnTo>
                    <a:pt x="733" y="7533"/>
                  </a:lnTo>
                  <a:lnTo>
                    <a:pt x="775" y="7533"/>
                  </a:lnTo>
                  <a:lnTo>
                    <a:pt x="817" y="7575"/>
                  </a:lnTo>
                  <a:lnTo>
                    <a:pt x="984" y="7826"/>
                  </a:lnTo>
                  <a:lnTo>
                    <a:pt x="1403" y="8161"/>
                  </a:lnTo>
                  <a:lnTo>
                    <a:pt x="1612" y="8224"/>
                  </a:lnTo>
                  <a:lnTo>
                    <a:pt x="1779" y="8161"/>
                  </a:lnTo>
                  <a:lnTo>
                    <a:pt x="2072" y="7994"/>
                  </a:lnTo>
                  <a:lnTo>
                    <a:pt x="2261" y="7889"/>
                  </a:lnTo>
                  <a:lnTo>
                    <a:pt x="2261" y="7826"/>
                  </a:lnTo>
                  <a:lnTo>
                    <a:pt x="2344" y="7722"/>
                  </a:lnTo>
                  <a:lnTo>
                    <a:pt x="2386" y="7513"/>
                  </a:lnTo>
                  <a:lnTo>
                    <a:pt x="2302" y="7408"/>
                  </a:lnTo>
                  <a:lnTo>
                    <a:pt x="2386" y="7199"/>
                  </a:lnTo>
                  <a:lnTo>
                    <a:pt x="2386" y="7094"/>
                  </a:lnTo>
                  <a:lnTo>
                    <a:pt x="2407" y="7010"/>
                  </a:lnTo>
                  <a:lnTo>
                    <a:pt x="2428" y="7094"/>
                  </a:lnTo>
                  <a:lnTo>
                    <a:pt x="2595" y="7094"/>
                  </a:lnTo>
                  <a:lnTo>
                    <a:pt x="2637" y="7115"/>
                  </a:lnTo>
                  <a:lnTo>
                    <a:pt x="2742" y="7073"/>
                  </a:lnTo>
                  <a:lnTo>
                    <a:pt x="2721" y="7115"/>
                  </a:lnTo>
                  <a:lnTo>
                    <a:pt x="2616" y="7220"/>
                  </a:lnTo>
                  <a:lnTo>
                    <a:pt x="2533" y="7199"/>
                  </a:lnTo>
                  <a:lnTo>
                    <a:pt x="2512" y="7220"/>
                  </a:lnTo>
                  <a:lnTo>
                    <a:pt x="2491" y="7366"/>
                  </a:lnTo>
                  <a:lnTo>
                    <a:pt x="2533" y="7429"/>
                  </a:lnTo>
                  <a:lnTo>
                    <a:pt x="2533" y="7533"/>
                  </a:lnTo>
                  <a:lnTo>
                    <a:pt x="2595" y="7575"/>
                  </a:lnTo>
                  <a:lnTo>
                    <a:pt x="2742" y="7533"/>
                  </a:lnTo>
                  <a:lnTo>
                    <a:pt x="2826" y="7575"/>
                  </a:lnTo>
                  <a:lnTo>
                    <a:pt x="2742" y="7575"/>
                  </a:lnTo>
                  <a:lnTo>
                    <a:pt x="2700" y="7617"/>
                  </a:lnTo>
                  <a:lnTo>
                    <a:pt x="2554" y="7701"/>
                  </a:lnTo>
                  <a:lnTo>
                    <a:pt x="2616" y="7952"/>
                  </a:lnTo>
                  <a:lnTo>
                    <a:pt x="2700" y="8015"/>
                  </a:lnTo>
                  <a:lnTo>
                    <a:pt x="2742" y="8203"/>
                  </a:lnTo>
                  <a:lnTo>
                    <a:pt x="2742" y="8349"/>
                  </a:lnTo>
                  <a:lnTo>
                    <a:pt x="2700" y="8475"/>
                  </a:lnTo>
                  <a:lnTo>
                    <a:pt x="2700" y="8580"/>
                  </a:lnTo>
                  <a:lnTo>
                    <a:pt x="2784" y="8642"/>
                  </a:lnTo>
                  <a:lnTo>
                    <a:pt x="2700" y="8684"/>
                  </a:lnTo>
                  <a:lnTo>
                    <a:pt x="2721" y="8873"/>
                  </a:lnTo>
                  <a:lnTo>
                    <a:pt x="2867" y="9186"/>
                  </a:lnTo>
                  <a:lnTo>
                    <a:pt x="2909" y="9291"/>
                  </a:lnTo>
                  <a:lnTo>
                    <a:pt x="2951" y="9375"/>
                  </a:lnTo>
                  <a:lnTo>
                    <a:pt x="2867" y="9396"/>
                  </a:lnTo>
                  <a:lnTo>
                    <a:pt x="2867" y="9521"/>
                  </a:lnTo>
                  <a:lnTo>
                    <a:pt x="3035" y="9730"/>
                  </a:lnTo>
                  <a:lnTo>
                    <a:pt x="2909" y="9730"/>
                  </a:lnTo>
                  <a:lnTo>
                    <a:pt x="3035" y="9919"/>
                  </a:lnTo>
                  <a:lnTo>
                    <a:pt x="3035" y="10086"/>
                  </a:lnTo>
                  <a:lnTo>
                    <a:pt x="3265" y="10546"/>
                  </a:lnTo>
                  <a:lnTo>
                    <a:pt x="3265" y="10860"/>
                  </a:lnTo>
                  <a:lnTo>
                    <a:pt x="3370" y="11132"/>
                  </a:lnTo>
                  <a:lnTo>
                    <a:pt x="3453" y="11174"/>
                  </a:lnTo>
                  <a:lnTo>
                    <a:pt x="3495" y="11342"/>
                  </a:lnTo>
                  <a:lnTo>
                    <a:pt x="3579" y="11383"/>
                  </a:lnTo>
                  <a:lnTo>
                    <a:pt x="3579" y="11467"/>
                  </a:lnTo>
                  <a:lnTo>
                    <a:pt x="3704" y="11697"/>
                  </a:lnTo>
                  <a:lnTo>
                    <a:pt x="3767" y="11718"/>
                  </a:lnTo>
                  <a:lnTo>
                    <a:pt x="3767" y="11781"/>
                  </a:lnTo>
                  <a:lnTo>
                    <a:pt x="3893" y="11969"/>
                  </a:lnTo>
                  <a:lnTo>
                    <a:pt x="3955" y="11969"/>
                  </a:lnTo>
                  <a:lnTo>
                    <a:pt x="3955" y="12178"/>
                  </a:lnTo>
                  <a:lnTo>
                    <a:pt x="3997" y="12241"/>
                  </a:lnTo>
                  <a:lnTo>
                    <a:pt x="4081" y="12388"/>
                  </a:lnTo>
                  <a:lnTo>
                    <a:pt x="4102" y="12555"/>
                  </a:lnTo>
                  <a:lnTo>
                    <a:pt x="4207" y="12827"/>
                  </a:lnTo>
                  <a:lnTo>
                    <a:pt x="4269" y="12932"/>
                  </a:lnTo>
                  <a:lnTo>
                    <a:pt x="4290" y="13162"/>
                  </a:lnTo>
                  <a:lnTo>
                    <a:pt x="4332" y="13225"/>
                  </a:lnTo>
                  <a:lnTo>
                    <a:pt x="4416" y="13371"/>
                  </a:lnTo>
                  <a:lnTo>
                    <a:pt x="4583" y="13539"/>
                  </a:lnTo>
                  <a:lnTo>
                    <a:pt x="4604" y="13539"/>
                  </a:lnTo>
                  <a:lnTo>
                    <a:pt x="4709" y="13685"/>
                  </a:lnTo>
                  <a:lnTo>
                    <a:pt x="4876" y="13894"/>
                  </a:lnTo>
                  <a:lnTo>
                    <a:pt x="4939" y="14083"/>
                  </a:lnTo>
                  <a:lnTo>
                    <a:pt x="5002" y="14229"/>
                  </a:lnTo>
                  <a:lnTo>
                    <a:pt x="5043" y="14271"/>
                  </a:lnTo>
                  <a:lnTo>
                    <a:pt x="5043" y="14375"/>
                  </a:lnTo>
                  <a:lnTo>
                    <a:pt x="5169" y="14606"/>
                  </a:lnTo>
                  <a:lnTo>
                    <a:pt x="5232" y="14815"/>
                  </a:lnTo>
                  <a:lnTo>
                    <a:pt x="5232" y="15045"/>
                  </a:lnTo>
                  <a:lnTo>
                    <a:pt x="5441" y="15484"/>
                  </a:lnTo>
                  <a:lnTo>
                    <a:pt x="5629" y="15673"/>
                  </a:lnTo>
                  <a:lnTo>
                    <a:pt x="5776" y="15798"/>
                  </a:lnTo>
                  <a:lnTo>
                    <a:pt x="5985" y="15840"/>
                  </a:lnTo>
                  <a:lnTo>
                    <a:pt x="6194" y="15673"/>
                  </a:lnTo>
                  <a:lnTo>
                    <a:pt x="6257" y="15547"/>
                  </a:lnTo>
                  <a:lnTo>
                    <a:pt x="6215" y="15484"/>
                  </a:lnTo>
                  <a:lnTo>
                    <a:pt x="6257" y="15464"/>
                  </a:lnTo>
                  <a:lnTo>
                    <a:pt x="6278" y="15422"/>
                  </a:lnTo>
                  <a:lnTo>
                    <a:pt x="6320" y="15317"/>
                  </a:lnTo>
                  <a:lnTo>
                    <a:pt x="6529" y="15212"/>
                  </a:lnTo>
                  <a:lnTo>
                    <a:pt x="6571" y="15212"/>
                  </a:lnTo>
                  <a:lnTo>
                    <a:pt x="6822" y="15129"/>
                  </a:lnTo>
                  <a:lnTo>
                    <a:pt x="6906" y="15150"/>
                  </a:lnTo>
                  <a:lnTo>
                    <a:pt x="6717" y="15045"/>
                  </a:lnTo>
                  <a:lnTo>
                    <a:pt x="6696" y="14961"/>
                  </a:lnTo>
                  <a:lnTo>
                    <a:pt x="6738" y="14919"/>
                  </a:lnTo>
                  <a:lnTo>
                    <a:pt x="6906" y="14710"/>
                  </a:lnTo>
                  <a:lnTo>
                    <a:pt x="6885" y="14647"/>
                  </a:lnTo>
                  <a:lnTo>
                    <a:pt x="6927" y="14543"/>
                  </a:lnTo>
                  <a:lnTo>
                    <a:pt x="7094" y="14522"/>
                  </a:lnTo>
                  <a:lnTo>
                    <a:pt x="7136" y="14543"/>
                  </a:lnTo>
                  <a:lnTo>
                    <a:pt x="7261" y="14522"/>
                  </a:lnTo>
                  <a:lnTo>
                    <a:pt x="7261" y="14375"/>
                  </a:lnTo>
                  <a:lnTo>
                    <a:pt x="7220" y="13894"/>
                  </a:lnTo>
                  <a:lnTo>
                    <a:pt x="7157" y="13811"/>
                  </a:lnTo>
                  <a:lnTo>
                    <a:pt x="7157" y="13580"/>
                  </a:lnTo>
                  <a:lnTo>
                    <a:pt x="7303" y="13329"/>
                  </a:lnTo>
                  <a:lnTo>
                    <a:pt x="7429" y="12953"/>
                  </a:lnTo>
                  <a:lnTo>
                    <a:pt x="7429" y="12660"/>
                  </a:lnTo>
                  <a:lnTo>
                    <a:pt x="7261" y="12618"/>
                  </a:lnTo>
                  <a:lnTo>
                    <a:pt x="7261" y="12178"/>
                  </a:lnTo>
                  <a:lnTo>
                    <a:pt x="7240" y="12011"/>
                  </a:lnTo>
                  <a:lnTo>
                    <a:pt x="7345" y="11906"/>
                  </a:lnTo>
                  <a:lnTo>
                    <a:pt x="7240" y="11614"/>
                  </a:lnTo>
                  <a:lnTo>
                    <a:pt x="7240" y="11404"/>
                  </a:lnTo>
                  <a:lnTo>
                    <a:pt x="7303" y="11300"/>
                  </a:lnTo>
                  <a:lnTo>
                    <a:pt x="7492" y="11132"/>
                  </a:lnTo>
                  <a:lnTo>
                    <a:pt x="7533" y="11132"/>
                  </a:lnTo>
                  <a:lnTo>
                    <a:pt x="7617" y="11195"/>
                  </a:lnTo>
                  <a:lnTo>
                    <a:pt x="7680" y="11237"/>
                  </a:lnTo>
                  <a:lnTo>
                    <a:pt x="7847" y="11028"/>
                  </a:lnTo>
                  <a:lnTo>
                    <a:pt x="7847" y="10881"/>
                  </a:lnTo>
                  <a:lnTo>
                    <a:pt x="7952" y="10818"/>
                  </a:lnTo>
                  <a:lnTo>
                    <a:pt x="8203" y="10839"/>
                  </a:lnTo>
                  <a:lnTo>
                    <a:pt x="8349" y="10756"/>
                  </a:lnTo>
                  <a:lnTo>
                    <a:pt x="8454" y="10609"/>
                  </a:lnTo>
                  <a:lnTo>
                    <a:pt x="8412" y="10463"/>
                  </a:lnTo>
                  <a:lnTo>
                    <a:pt x="8454" y="10358"/>
                  </a:lnTo>
                  <a:lnTo>
                    <a:pt x="8600" y="10212"/>
                  </a:lnTo>
                  <a:lnTo>
                    <a:pt x="8810" y="10149"/>
                  </a:lnTo>
                  <a:lnTo>
                    <a:pt x="8935" y="10023"/>
                  </a:lnTo>
                  <a:lnTo>
                    <a:pt x="9019" y="9877"/>
                  </a:lnTo>
                  <a:lnTo>
                    <a:pt x="9542" y="9479"/>
                  </a:lnTo>
                  <a:lnTo>
                    <a:pt x="9626" y="9186"/>
                  </a:lnTo>
                  <a:lnTo>
                    <a:pt x="10023" y="8852"/>
                  </a:lnTo>
                  <a:lnTo>
                    <a:pt x="9961" y="8831"/>
                  </a:lnTo>
                  <a:lnTo>
                    <a:pt x="9940" y="8852"/>
                  </a:lnTo>
                  <a:lnTo>
                    <a:pt x="9856" y="8893"/>
                  </a:lnTo>
                  <a:lnTo>
                    <a:pt x="9877" y="8747"/>
                  </a:lnTo>
                  <a:lnTo>
                    <a:pt x="9940" y="8747"/>
                  </a:lnTo>
                  <a:lnTo>
                    <a:pt x="10044" y="8663"/>
                  </a:lnTo>
                  <a:lnTo>
                    <a:pt x="10065" y="8663"/>
                  </a:lnTo>
                  <a:lnTo>
                    <a:pt x="10086" y="8684"/>
                  </a:lnTo>
                  <a:lnTo>
                    <a:pt x="10086" y="8747"/>
                  </a:lnTo>
                  <a:lnTo>
                    <a:pt x="10149" y="8789"/>
                  </a:lnTo>
                  <a:lnTo>
                    <a:pt x="10463" y="8621"/>
                  </a:lnTo>
                  <a:lnTo>
                    <a:pt x="10463" y="8559"/>
                  </a:lnTo>
                  <a:lnTo>
                    <a:pt x="10672" y="8412"/>
                  </a:lnTo>
                  <a:lnTo>
                    <a:pt x="10630" y="8329"/>
                  </a:lnTo>
                  <a:lnTo>
                    <a:pt x="10714" y="8329"/>
                  </a:lnTo>
                  <a:lnTo>
                    <a:pt x="10756" y="8224"/>
                  </a:lnTo>
                  <a:lnTo>
                    <a:pt x="10881" y="8119"/>
                  </a:lnTo>
                  <a:lnTo>
                    <a:pt x="10818" y="8098"/>
                  </a:lnTo>
                  <a:lnTo>
                    <a:pt x="10860" y="8057"/>
                  </a:lnTo>
                  <a:lnTo>
                    <a:pt x="10777" y="7931"/>
                  </a:lnTo>
                  <a:lnTo>
                    <a:pt x="10777" y="7847"/>
                  </a:lnTo>
                  <a:lnTo>
                    <a:pt x="10818" y="7743"/>
                  </a:lnTo>
                  <a:lnTo>
                    <a:pt x="10860" y="7680"/>
                  </a:lnTo>
                  <a:lnTo>
                    <a:pt x="10902" y="7617"/>
                  </a:lnTo>
                  <a:lnTo>
                    <a:pt x="11279" y="7492"/>
                  </a:lnTo>
                  <a:lnTo>
                    <a:pt x="11341" y="7387"/>
                  </a:lnTo>
                  <a:lnTo>
                    <a:pt x="11341" y="7303"/>
                  </a:lnTo>
                  <a:lnTo>
                    <a:pt x="11404" y="7220"/>
                  </a:lnTo>
                  <a:lnTo>
                    <a:pt x="11425" y="7178"/>
                  </a:lnTo>
                  <a:lnTo>
                    <a:pt x="11383" y="7115"/>
                  </a:lnTo>
                  <a:lnTo>
                    <a:pt x="11321" y="7115"/>
                  </a:lnTo>
                  <a:lnTo>
                    <a:pt x="11300" y="7073"/>
                  </a:lnTo>
                  <a:lnTo>
                    <a:pt x="11404" y="7073"/>
                  </a:lnTo>
                  <a:lnTo>
                    <a:pt x="11488" y="7157"/>
                  </a:lnTo>
                  <a:lnTo>
                    <a:pt x="11488" y="7261"/>
                  </a:lnTo>
                  <a:lnTo>
                    <a:pt x="11509" y="7387"/>
                  </a:lnTo>
                  <a:lnTo>
                    <a:pt x="11593" y="7408"/>
                  </a:lnTo>
                  <a:lnTo>
                    <a:pt x="11676" y="7408"/>
                  </a:lnTo>
                  <a:lnTo>
                    <a:pt x="11718" y="7366"/>
                  </a:lnTo>
                  <a:lnTo>
                    <a:pt x="11739" y="7387"/>
                  </a:lnTo>
                  <a:lnTo>
                    <a:pt x="11739" y="7324"/>
                  </a:lnTo>
                  <a:lnTo>
                    <a:pt x="11760" y="7282"/>
                  </a:lnTo>
                  <a:lnTo>
                    <a:pt x="11802" y="7324"/>
                  </a:lnTo>
                  <a:lnTo>
                    <a:pt x="11823" y="7492"/>
                  </a:lnTo>
                  <a:lnTo>
                    <a:pt x="11906" y="7513"/>
                  </a:lnTo>
                  <a:lnTo>
                    <a:pt x="11906" y="7429"/>
                  </a:lnTo>
                  <a:lnTo>
                    <a:pt x="11969" y="7533"/>
                  </a:lnTo>
                  <a:lnTo>
                    <a:pt x="12032" y="7429"/>
                  </a:lnTo>
                  <a:lnTo>
                    <a:pt x="11969" y="7303"/>
                  </a:lnTo>
                  <a:lnTo>
                    <a:pt x="12011" y="7303"/>
                  </a:lnTo>
                  <a:lnTo>
                    <a:pt x="11969" y="7115"/>
                  </a:lnTo>
                  <a:lnTo>
                    <a:pt x="11948" y="7010"/>
                  </a:lnTo>
                  <a:lnTo>
                    <a:pt x="11948" y="6864"/>
                  </a:lnTo>
                  <a:lnTo>
                    <a:pt x="11760" y="6634"/>
                  </a:lnTo>
                  <a:lnTo>
                    <a:pt x="11739" y="6445"/>
                  </a:lnTo>
                  <a:lnTo>
                    <a:pt x="11760" y="6341"/>
                  </a:lnTo>
                  <a:lnTo>
                    <a:pt x="11718" y="6215"/>
                  </a:lnTo>
                  <a:lnTo>
                    <a:pt x="11718" y="6027"/>
                  </a:lnTo>
                  <a:lnTo>
                    <a:pt x="11551" y="5839"/>
                  </a:lnTo>
                  <a:lnTo>
                    <a:pt x="11425" y="5797"/>
                  </a:lnTo>
                  <a:lnTo>
                    <a:pt x="11300" y="5629"/>
                  </a:lnTo>
                  <a:lnTo>
                    <a:pt x="11300" y="5399"/>
                  </a:lnTo>
                  <a:lnTo>
                    <a:pt x="11404" y="5378"/>
                  </a:lnTo>
                  <a:lnTo>
                    <a:pt x="11446" y="5211"/>
                  </a:lnTo>
                  <a:lnTo>
                    <a:pt x="11530" y="5169"/>
                  </a:lnTo>
                  <a:lnTo>
                    <a:pt x="11613" y="5190"/>
                  </a:lnTo>
                  <a:lnTo>
                    <a:pt x="11676" y="5127"/>
                  </a:lnTo>
                  <a:lnTo>
                    <a:pt x="11634" y="4981"/>
                  </a:lnTo>
                  <a:lnTo>
                    <a:pt x="11655" y="4918"/>
                  </a:lnTo>
                  <a:lnTo>
                    <a:pt x="11530" y="4897"/>
                  </a:lnTo>
                  <a:lnTo>
                    <a:pt x="11425" y="4960"/>
                  </a:lnTo>
                  <a:lnTo>
                    <a:pt x="11132" y="4855"/>
                  </a:lnTo>
                  <a:lnTo>
                    <a:pt x="11153" y="4709"/>
                  </a:lnTo>
                  <a:lnTo>
                    <a:pt x="11279" y="4583"/>
                  </a:lnTo>
                  <a:lnTo>
                    <a:pt x="11321" y="4437"/>
                  </a:lnTo>
                  <a:lnTo>
                    <a:pt x="11279" y="4374"/>
                  </a:lnTo>
                  <a:lnTo>
                    <a:pt x="11279" y="4290"/>
                  </a:lnTo>
                  <a:lnTo>
                    <a:pt x="11321" y="4290"/>
                  </a:lnTo>
                  <a:lnTo>
                    <a:pt x="11341" y="4228"/>
                  </a:lnTo>
                  <a:lnTo>
                    <a:pt x="11404" y="4269"/>
                  </a:lnTo>
                  <a:lnTo>
                    <a:pt x="11488" y="4374"/>
                  </a:lnTo>
                  <a:lnTo>
                    <a:pt x="11488" y="4437"/>
                  </a:lnTo>
                  <a:lnTo>
                    <a:pt x="11551" y="4541"/>
                  </a:lnTo>
                  <a:lnTo>
                    <a:pt x="11676" y="4562"/>
                  </a:lnTo>
                  <a:lnTo>
                    <a:pt x="11739" y="4541"/>
                  </a:lnTo>
                  <a:lnTo>
                    <a:pt x="11655" y="4479"/>
                  </a:lnTo>
                  <a:lnTo>
                    <a:pt x="11676" y="4395"/>
                  </a:lnTo>
                  <a:lnTo>
                    <a:pt x="11739" y="4395"/>
                  </a:lnTo>
                  <a:lnTo>
                    <a:pt x="11823" y="4479"/>
                  </a:lnTo>
                  <a:lnTo>
                    <a:pt x="11865" y="4541"/>
                  </a:lnTo>
                  <a:lnTo>
                    <a:pt x="11969" y="4583"/>
                  </a:lnTo>
                  <a:lnTo>
                    <a:pt x="12011" y="4541"/>
                  </a:lnTo>
                  <a:lnTo>
                    <a:pt x="12053" y="4541"/>
                  </a:lnTo>
                  <a:lnTo>
                    <a:pt x="12137" y="4667"/>
                  </a:lnTo>
                  <a:lnTo>
                    <a:pt x="12158" y="4792"/>
                  </a:lnTo>
                  <a:lnTo>
                    <a:pt x="12158" y="4876"/>
                  </a:lnTo>
                  <a:lnTo>
                    <a:pt x="12199" y="5002"/>
                  </a:lnTo>
                  <a:lnTo>
                    <a:pt x="12199" y="5085"/>
                  </a:lnTo>
                  <a:lnTo>
                    <a:pt x="12325" y="5127"/>
                  </a:lnTo>
                  <a:lnTo>
                    <a:pt x="12430" y="5106"/>
                  </a:lnTo>
                  <a:lnTo>
                    <a:pt x="12555" y="5169"/>
                  </a:lnTo>
                  <a:lnTo>
                    <a:pt x="12911" y="5169"/>
                  </a:lnTo>
                  <a:lnTo>
                    <a:pt x="13099" y="5190"/>
                  </a:lnTo>
                  <a:lnTo>
                    <a:pt x="13308" y="5169"/>
                  </a:lnTo>
                  <a:lnTo>
                    <a:pt x="13392" y="5169"/>
                  </a:lnTo>
                  <a:lnTo>
                    <a:pt x="13434" y="5190"/>
                  </a:lnTo>
                  <a:lnTo>
                    <a:pt x="13497" y="5169"/>
                  </a:lnTo>
                  <a:lnTo>
                    <a:pt x="13601" y="5274"/>
                  </a:lnTo>
                  <a:lnTo>
                    <a:pt x="13643" y="5295"/>
                  </a:lnTo>
                  <a:lnTo>
                    <a:pt x="13601" y="5420"/>
                  </a:lnTo>
                  <a:lnTo>
                    <a:pt x="13580" y="5546"/>
                  </a:lnTo>
                  <a:lnTo>
                    <a:pt x="13497" y="5755"/>
                  </a:lnTo>
                  <a:lnTo>
                    <a:pt x="13434" y="5797"/>
                  </a:lnTo>
                  <a:lnTo>
                    <a:pt x="13434" y="5860"/>
                  </a:lnTo>
                  <a:lnTo>
                    <a:pt x="13392" y="5922"/>
                  </a:lnTo>
                  <a:lnTo>
                    <a:pt x="13308" y="5922"/>
                  </a:lnTo>
                  <a:lnTo>
                    <a:pt x="13287" y="5860"/>
                  </a:lnTo>
                  <a:lnTo>
                    <a:pt x="13183" y="5943"/>
                  </a:lnTo>
                  <a:lnTo>
                    <a:pt x="13162" y="6027"/>
                  </a:lnTo>
                  <a:lnTo>
                    <a:pt x="13099" y="6048"/>
                  </a:lnTo>
                  <a:lnTo>
                    <a:pt x="13099" y="6132"/>
                  </a:lnTo>
                  <a:lnTo>
                    <a:pt x="13162" y="6278"/>
                  </a:lnTo>
                  <a:lnTo>
                    <a:pt x="13225" y="6341"/>
                  </a:lnTo>
                  <a:lnTo>
                    <a:pt x="13225" y="6383"/>
                  </a:lnTo>
                  <a:lnTo>
                    <a:pt x="13329" y="6487"/>
                  </a:lnTo>
                  <a:lnTo>
                    <a:pt x="13413" y="6592"/>
                  </a:lnTo>
                  <a:lnTo>
                    <a:pt x="13497" y="6592"/>
                  </a:lnTo>
                  <a:lnTo>
                    <a:pt x="13497" y="6529"/>
                  </a:lnTo>
                  <a:lnTo>
                    <a:pt x="13476" y="6466"/>
                  </a:lnTo>
                  <a:lnTo>
                    <a:pt x="13518" y="6383"/>
                  </a:lnTo>
                  <a:lnTo>
                    <a:pt x="13518" y="6341"/>
                  </a:lnTo>
                  <a:lnTo>
                    <a:pt x="13538" y="6278"/>
                  </a:lnTo>
                  <a:lnTo>
                    <a:pt x="13518" y="6236"/>
                  </a:lnTo>
                  <a:lnTo>
                    <a:pt x="13580" y="6173"/>
                  </a:lnTo>
                  <a:lnTo>
                    <a:pt x="13643" y="6236"/>
                  </a:lnTo>
                  <a:lnTo>
                    <a:pt x="13727" y="6236"/>
                  </a:lnTo>
                  <a:lnTo>
                    <a:pt x="13769" y="6278"/>
                  </a:lnTo>
                  <a:lnTo>
                    <a:pt x="13831" y="6362"/>
                  </a:lnTo>
                  <a:lnTo>
                    <a:pt x="13852" y="6529"/>
                  </a:lnTo>
                  <a:lnTo>
                    <a:pt x="13852" y="6655"/>
                  </a:lnTo>
                  <a:lnTo>
                    <a:pt x="13915" y="6738"/>
                  </a:lnTo>
                  <a:lnTo>
                    <a:pt x="13936" y="6969"/>
                  </a:lnTo>
                  <a:lnTo>
                    <a:pt x="13999" y="7115"/>
                  </a:lnTo>
                  <a:lnTo>
                    <a:pt x="14020" y="7199"/>
                  </a:lnTo>
                  <a:lnTo>
                    <a:pt x="14041" y="7261"/>
                  </a:lnTo>
                  <a:lnTo>
                    <a:pt x="14041" y="7303"/>
                  </a:lnTo>
                  <a:lnTo>
                    <a:pt x="14062" y="7366"/>
                  </a:lnTo>
                  <a:lnTo>
                    <a:pt x="14103" y="7387"/>
                  </a:lnTo>
                  <a:lnTo>
                    <a:pt x="14103" y="7303"/>
                  </a:lnTo>
                  <a:lnTo>
                    <a:pt x="14124" y="7199"/>
                  </a:lnTo>
                  <a:lnTo>
                    <a:pt x="14166" y="7220"/>
                  </a:lnTo>
                  <a:lnTo>
                    <a:pt x="14250" y="7199"/>
                  </a:lnTo>
                  <a:lnTo>
                    <a:pt x="14292" y="6989"/>
                  </a:lnTo>
                  <a:lnTo>
                    <a:pt x="14271" y="6885"/>
                  </a:lnTo>
                  <a:lnTo>
                    <a:pt x="14292" y="6759"/>
                  </a:lnTo>
                  <a:lnTo>
                    <a:pt x="14271" y="6592"/>
                  </a:lnTo>
                  <a:lnTo>
                    <a:pt x="14417" y="6592"/>
                  </a:lnTo>
                  <a:lnTo>
                    <a:pt x="14417" y="6383"/>
                  </a:lnTo>
                  <a:lnTo>
                    <a:pt x="14417" y="6257"/>
                  </a:lnTo>
                  <a:lnTo>
                    <a:pt x="14354" y="5964"/>
                  </a:lnTo>
                  <a:lnTo>
                    <a:pt x="14459" y="5964"/>
                  </a:lnTo>
                  <a:lnTo>
                    <a:pt x="14564" y="6006"/>
                  </a:lnTo>
                  <a:lnTo>
                    <a:pt x="14731" y="6006"/>
                  </a:lnTo>
                  <a:lnTo>
                    <a:pt x="14794" y="5797"/>
                  </a:lnTo>
                  <a:lnTo>
                    <a:pt x="14857" y="5546"/>
                  </a:lnTo>
                  <a:lnTo>
                    <a:pt x="14982" y="5232"/>
                  </a:lnTo>
                  <a:lnTo>
                    <a:pt x="14857" y="5190"/>
                  </a:lnTo>
                  <a:lnTo>
                    <a:pt x="14857" y="5085"/>
                  </a:lnTo>
                  <a:lnTo>
                    <a:pt x="15003" y="4813"/>
                  </a:lnTo>
                  <a:lnTo>
                    <a:pt x="15087" y="4583"/>
                  </a:lnTo>
                  <a:lnTo>
                    <a:pt x="15045" y="4541"/>
                  </a:lnTo>
                  <a:lnTo>
                    <a:pt x="15066" y="4374"/>
                  </a:lnTo>
                  <a:lnTo>
                    <a:pt x="15254" y="4081"/>
                  </a:lnTo>
                  <a:lnTo>
                    <a:pt x="15380" y="4039"/>
                  </a:lnTo>
                  <a:lnTo>
                    <a:pt x="15505" y="3872"/>
                  </a:lnTo>
                  <a:lnTo>
                    <a:pt x="15568" y="3725"/>
                  </a:lnTo>
                  <a:lnTo>
                    <a:pt x="15777" y="3663"/>
                  </a:lnTo>
                  <a:lnTo>
                    <a:pt x="15924" y="3558"/>
                  </a:lnTo>
                  <a:lnTo>
                    <a:pt x="16007" y="3642"/>
                  </a:lnTo>
                  <a:lnTo>
                    <a:pt x="16133" y="3704"/>
                  </a:lnTo>
                  <a:lnTo>
                    <a:pt x="16112" y="3600"/>
                  </a:lnTo>
                  <a:lnTo>
                    <a:pt x="16112" y="3432"/>
                  </a:lnTo>
                  <a:lnTo>
                    <a:pt x="16217" y="3328"/>
                  </a:lnTo>
                  <a:lnTo>
                    <a:pt x="16196" y="3244"/>
                  </a:lnTo>
                  <a:lnTo>
                    <a:pt x="16154" y="3223"/>
                  </a:lnTo>
                  <a:lnTo>
                    <a:pt x="16091" y="3119"/>
                  </a:lnTo>
                  <a:lnTo>
                    <a:pt x="15987" y="3077"/>
                  </a:lnTo>
                  <a:lnTo>
                    <a:pt x="15903" y="3119"/>
                  </a:lnTo>
                  <a:lnTo>
                    <a:pt x="15777" y="3098"/>
                  </a:lnTo>
                  <a:lnTo>
                    <a:pt x="15735" y="2993"/>
                  </a:lnTo>
                  <a:lnTo>
                    <a:pt x="15840" y="2888"/>
                  </a:lnTo>
                  <a:lnTo>
                    <a:pt x="15840" y="2805"/>
                  </a:lnTo>
                  <a:lnTo>
                    <a:pt x="15777" y="2700"/>
                  </a:lnTo>
                  <a:lnTo>
                    <a:pt x="15735" y="2616"/>
                  </a:lnTo>
                  <a:lnTo>
                    <a:pt x="15673" y="2658"/>
                  </a:lnTo>
                  <a:lnTo>
                    <a:pt x="15589" y="2658"/>
                  </a:lnTo>
                  <a:lnTo>
                    <a:pt x="15526" y="2575"/>
                  </a:lnTo>
                  <a:lnTo>
                    <a:pt x="15610" y="2407"/>
                  </a:lnTo>
                  <a:lnTo>
                    <a:pt x="15589" y="2365"/>
                  </a:lnTo>
                  <a:lnTo>
                    <a:pt x="15505" y="2365"/>
                  </a:lnTo>
                  <a:lnTo>
                    <a:pt x="15463" y="2282"/>
                  </a:lnTo>
                  <a:lnTo>
                    <a:pt x="15380" y="2261"/>
                  </a:lnTo>
                  <a:lnTo>
                    <a:pt x="15108" y="2407"/>
                  </a:lnTo>
                  <a:lnTo>
                    <a:pt x="15150" y="2512"/>
                  </a:lnTo>
                  <a:lnTo>
                    <a:pt x="15066" y="2575"/>
                  </a:lnTo>
                  <a:lnTo>
                    <a:pt x="14857" y="2491"/>
                  </a:lnTo>
                  <a:lnTo>
                    <a:pt x="14689" y="2554"/>
                  </a:lnTo>
                  <a:lnTo>
                    <a:pt x="14585" y="2386"/>
                  </a:lnTo>
                  <a:lnTo>
                    <a:pt x="14459" y="2491"/>
                  </a:lnTo>
                  <a:lnTo>
                    <a:pt x="14375" y="2491"/>
                  </a:lnTo>
                  <a:lnTo>
                    <a:pt x="14375" y="2616"/>
                  </a:lnTo>
                  <a:lnTo>
                    <a:pt x="14271" y="2784"/>
                  </a:lnTo>
                  <a:lnTo>
                    <a:pt x="14041" y="2826"/>
                  </a:lnTo>
                  <a:lnTo>
                    <a:pt x="13936" y="2867"/>
                  </a:lnTo>
                  <a:lnTo>
                    <a:pt x="13831" y="2972"/>
                  </a:lnTo>
                  <a:lnTo>
                    <a:pt x="13769" y="3098"/>
                  </a:lnTo>
                  <a:lnTo>
                    <a:pt x="13685" y="3119"/>
                  </a:lnTo>
                  <a:lnTo>
                    <a:pt x="13685" y="3202"/>
                  </a:lnTo>
                  <a:lnTo>
                    <a:pt x="13580" y="3181"/>
                  </a:lnTo>
                  <a:lnTo>
                    <a:pt x="13497" y="3223"/>
                  </a:lnTo>
                  <a:lnTo>
                    <a:pt x="13434" y="3391"/>
                  </a:lnTo>
                  <a:lnTo>
                    <a:pt x="13329" y="3391"/>
                  </a:lnTo>
                  <a:lnTo>
                    <a:pt x="13120" y="3432"/>
                  </a:lnTo>
                  <a:lnTo>
                    <a:pt x="13057" y="3432"/>
                  </a:lnTo>
                  <a:lnTo>
                    <a:pt x="13015" y="3600"/>
                  </a:lnTo>
                  <a:lnTo>
                    <a:pt x="13015" y="3704"/>
                  </a:lnTo>
                  <a:lnTo>
                    <a:pt x="13204" y="3767"/>
                  </a:lnTo>
                  <a:lnTo>
                    <a:pt x="13204" y="3935"/>
                  </a:lnTo>
                  <a:lnTo>
                    <a:pt x="13204" y="4039"/>
                  </a:lnTo>
                  <a:lnTo>
                    <a:pt x="12974" y="4123"/>
                  </a:lnTo>
                  <a:lnTo>
                    <a:pt x="12806" y="4081"/>
                  </a:lnTo>
                  <a:lnTo>
                    <a:pt x="12597" y="4144"/>
                  </a:lnTo>
                  <a:lnTo>
                    <a:pt x="12492" y="4081"/>
                  </a:lnTo>
                  <a:lnTo>
                    <a:pt x="12367" y="4123"/>
                  </a:lnTo>
                  <a:lnTo>
                    <a:pt x="12262" y="4248"/>
                  </a:lnTo>
                  <a:lnTo>
                    <a:pt x="12116" y="4248"/>
                  </a:lnTo>
                  <a:lnTo>
                    <a:pt x="11823" y="4081"/>
                  </a:lnTo>
                  <a:lnTo>
                    <a:pt x="11739" y="4144"/>
                  </a:lnTo>
                  <a:lnTo>
                    <a:pt x="11530" y="4123"/>
                  </a:lnTo>
                  <a:lnTo>
                    <a:pt x="11425" y="3935"/>
                  </a:lnTo>
                  <a:lnTo>
                    <a:pt x="11488" y="3830"/>
                  </a:lnTo>
                  <a:lnTo>
                    <a:pt x="11488" y="3704"/>
                  </a:lnTo>
                  <a:lnTo>
                    <a:pt x="11383" y="3621"/>
                  </a:lnTo>
                  <a:lnTo>
                    <a:pt x="11341" y="3453"/>
                  </a:lnTo>
                  <a:lnTo>
                    <a:pt x="11300" y="3349"/>
                  </a:lnTo>
                  <a:lnTo>
                    <a:pt x="11153" y="3349"/>
                  </a:lnTo>
                  <a:lnTo>
                    <a:pt x="11069" y="3453"/>
                  </a:lnTo>
                  <a:lnTo>
                    <a:pt x="11028" y="3453"/>
                  </a:lnTo>
                  <a:lnTo>
                    <a:pt x="11090" y="3600"/>
                  </a:lnTo>
                  <a:lnTo>
                    <a:pt x="11028" y="3851"/>
                  </a:lnTo>
                  <a:lnTo>
                    <a:pt x="11132" y="4081"/>
                  </a:lnTo>
                  <a:lnTo>
                    <a:pt x="11090" y="4353"/>
                  </a:lnTo>
                  <a:lnTo>
                    <a:pt x="10756" y="4437"/>
                  </a:lnTo>
                  <a:lnTo>
                    <a:pt x="10505" y="4290"/>
                  </a:lnTo>
                  <a:lnTo>
                    <a:pt x="10400" y="4374"/>
                  </a:lnTo>
                  <a:lnTo>
                    <a:pt x="9919" y="4186"/>
                  </a:lnTo>
                  <a:lnTo>
                    <a:pt x="9709" y="4186"/>
                  </a:lnTo>
                  <a:lnTo>
                    <a:pt x="9584" y="4248"/>
                  </a:lnTo>
                  <a:lnTo>
                    <a:pt x="9291" y="4165"/>
                  </a:lnTo>
                  <a:lnTo>
                    <a:pt x="9124" y="4039"/>
                  </a:lnTo>
                  <a:lnTo>
                    <a:pt x="9103" y="3872"/>
                  </a:lnTo>
                  <a:lnTo>
                    <a:pt x="8810" y="3830"/>
                  </a:lnTo>
                  <a:lnTo>
                    <a:pt x="8517" y="3914"/>
                  </a:lnTo>
                  <a:lnTo>
                    <a:pt x="8412" y="3830"/>
                  </a:lnTo>
                  <a:lnTo>
                    <a:pt x="8140" y="3830"/>
                  </a:lnTo>
                  <a:lnTo>
                    <a:pt x="7952" y="3725"/>
                  </a:lnTo>
                  <a:lnTo>
                    <a:pt x="7784" y="3725"/>
                  </a:lnTo>
                  <a:lnTo>
                    <a:pt x="7680" y="3642"/>
                  </a:lnTo>
                  <a:lnTo>
                    <a:pt x="7450" y="3600"/>
                  </a:lnTo>
                  <a:lnTo>
                    <a:pt x="7261" y="3391"/>
                  </a:lnTo>
                  <a:lnTo>
                    <a:pt x="7010" y="3202"/>
                  </a:lnTo>
                  <a:lnTo>
                    <a:pt x="6801" y="3139"/>
                  </a:lnTo>
                  <a:lnTo>
                    <a:pt x="6717" y="3077"/>
                  </a:lnTo>
                  <a:lnTo>
                    <a:pt x="6613" y="3077"/>
                  </a:lnTo>
                  <a:lnTo>
                    <a:pt x="6508" y="2993"/>
                  </a:lnTo>
                  <a:lnTo>
                    <a:pt x="6383" y="2972"/>
                  </a:lnTo>
                  <a:lnTo>
                    <a:pt x="6362" y="2826"/>
                  </a:lnTo>
                  <a:lnTo>
                    <a:pt x="6487" y="2616"/>
                  </a:lnTo>
                  <a:lnTo>
                    <a:pt x="6487" y="2449"/>
                  </a:lnTo>
                  <a:lnTo>
                    <a:pt x="6571" y="2135"/>
                  </a:lnTo>
                  <a:lnTo>
                    <a:pt x="6571" y="1926"/>
                  </a:lnTo>
                  <a:lnTo>
                    <a:pt x="6529" y="1947"/>
                  </a:lnTo>
                  <a:lnTo>
                    <a:pt x="6508" y="1842"/>
                  </a:lnTo>
                  <a:lnTo>
                    <a:pt x="6404" y="1842"/>
                  </a:lnTo>
                  <a:lnTo>
                    <a:pt x="6320" y="1675"/>
                  </a:lnTo>
                  <a:lnTo>
                    <a:pt x="6257" y="1654"/>
                  </a:lnTo>
                  <a:lnTo>
                    <a:pt x="6152" y="1549"/>
                  </a:lnTo>
                  <a:lnTo>
                    <a:pt x="6006" y="1528"/>
                  </a:lnTo>
                  <a:lnTo>
                    <a:pt x="5964" y="1445"/>
                  </a:lnTo>
                  <a:lnTo>
                    <a:pt x="5839" y="1445"/>
                  </a:lnTo>
                  <a:lnTo>
                    <a:pt x="5755" y="1549"/>
                  </a:lnTo>
                  <a:lnTo>
                    <a:pt x="5629" y="1507"/>
                  </a:lnTo>
                  <a:lnTo>
                    <a:pt x="5587" y="1361"/>
                  </a:lnTo>
                  <a:lnTo>
                    <a:pt x="5546" y="1361"/>
                  </a:lnTo>
                  <a:lnTo>
                    <a:pt x="5546" y="1256"/>
                  </a:lnTo>
                  <a:lnTo>
                    <a:pt x="5462" y="1152"/>
                  </a:lnTo>
                  <a:lnTo>
                    <a:pt x="5399" y="1131"/>
                  </a:lnTo>
                  <a:lnTo>
                    <a:pt x="5441" y="1047"/>
                  </a:lnTo>
                  <a:lnTo>
                    <a:pt x="5378" y="943"/>
                  </a:lnTo>
                  <a:lnTo>
                    <a:pt x="5399" y="712"/>
                  </a:lnTo>
                  <a:lnTo>
                    <a:pt x="5253" y="629"/>
                  </a:lnTo>
                  <a:lnTo>
                    <a:pt x="5232" y="566"/>
                  </a:lnTo>
                  <a:lnTo>
                    <a:pt x="5211" y="482"/>
                  </a:lnTo>
                  <a:lnTo>
                    <a:pt x="4960" y="357"/>
                  </a:lnTo>
                  <a:lnTo>
                    <a:pt x="4813" y="357"/>
                  </a:lnTo>
                  <a:lnTo>
                    <a:pt x="4751" y="189"/>
                  </a:lnTo>
                  <a:lnTo>
                    <a:pt x="4604" y="106"/>
                  </a:lnTo>
                  <a:lnTo>
                    <a:pt x="4437" y="210"/>
                  </a:lnTo>
                  <a:lnTo>
                    <a:pt x="412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9" name="Google Shape;7817;p67">
              <a:extLst>
                <a:ext uri="{FF2B5EF4-FFF2-40B4-BE49-F238E27FC236}">
                  <a16:creationId xmlns:a16="http://schemas.microsoft.com/office/drawing/2014/main" id="{2B154EFD-104E-2B83-BA0C-872C139BD56A}"/>
                </a:ext>
              </a:extLst>
            </p:cNvPr>
            <p:cNvSpPr/>
            <p:nvPr/>
          </p:nvSpPr>
          <p:spPr>
            <a:xfrm>
              <a:off x="4822425" y="2778250"/>
              <a:ext cx="119300" cy="63825"/>
            </a:xfrm>
            <a:custGeom>
              <a:avLst/>
              <a:gdLst/>
              <a:ahLst/>
              <a:cxnLst/>
              <a:rect l="l" t="t" r="r" b="b"/>
              <a:pathLst>
                <a:path w="4772" h="2553" extrusionOk="0">
                  <a:moveTo>
                    <a:pt x="231" y="0"/>
                  </a:moveTo>
                  <a:lnTo>
                    <a:pt x="210" y="42"/>
                  </a:lnTo>
                  <a:lnTo>
                    <a:pt x="210" y="251"/>
                  </a:lnTo>
                  <a:lnTo>
                    <a:pt x="126" y="565"/>
                  </a:lnTo>
                  <a:lnTo>
                    <a:pt x="126" y="732"/>
                  </a:lnTo>
                  <a:lnTo>
                    <a:pt x="1" y="942"/>
                  </a:lnTo>
                  <a:lnTo>
                    <a:pt x="22" y="1088"/>
                  </a:lnTo>
                  <a:lnTo>
                    <a:pt x="147" y="1109"/>
                  </a:lnTo>
                  <a:lnTo>
                    <a:pt x="252" y="1193"/>
                  </a:lnTo>
                  <a:lnTo>
                    <a:pt x="356" y="1193"/>
                  </a:lnTo>
                  <a:lnTo>
                    <a:pt x="440" y="1255"/>
                  </a:lnTo>
                  <a:lnTo>
                    <a:pt x="649" y="1318"/>
                  </a:lnTo>
                  <a:lnTo>
                    <a:pt x="900" y="1507"/>
                  </a:lnTo>
                  <a:lnTo>
                    <a:pt x="1089" y="1716"/>
                  </a:lnTo>
                  <a:lnTo>
                    <a:pt x="1319" y="1758"/>
                  </a:lnTo>
                  <a:lnTo>
                    <a:pt x="1423" y="1841"/>
                  </a:lnTo>
                  <a:lnTo>
                    <a:pt x="1591" y="1841"/>
                  </a:lnTo>
                  <a:lnTo>
                    <a:pt x="1779" y="1946"/>
                  </a:lnTo>
                  <a:lnTo>
                    <a:pt x="2051" y="1946"/>
                  </a:lnTo>
                  <a:lnTo>
                    <a:pt x="2156" y="2030"/>
                  </a:lnTo>
                  <a:lnTo>
                    <a:pt x="2449" y="1946"/>
                  </a:lnTo>
                  <a:lnTo>
                    <a:pt x="2742" y="1988"/>
                  </a:lnTo>
                  <a:lnTo>
                    <a:pt x="2763" y="2155"/>
                  </a:lnTo>
                  <a:lnTo>
                    <a:pt x="2930" y="2281"/>
                  </a:lnTo>
                  <a:lnTo>
                    <a:pt x="3223" y="2364"/>
                  </a:lnTo>
                  <a:lnTo>
                    <a:pt x="3348" y="2302"/>
                  </a:lnTo>
                  <a:lnTo>
                    <a:pt x="3558" y="2302"/>
                  </a:lnTo>
                  <a:lnTo>
                    <a:pt x="4039" y="2490"/>
                  </a:lnTo>
                  <a:lnTo>
                    <a:pt x="4144" y="2406"/>
                  </a:lnTo>
                  <a:lnTo>
                    <a:pt x="4395" y="2553"/>
                  </a:lnTo>
                  <a:lnTo>
                    <a:pt x="4729" y="2469"/>
                  </a:lnTo>
                  <a:lnTo>
                    <a:pt x="4771" y="2197"/>
                  </a:lnTo>
                  <a:lnTo>
                    <a:pt x="4667" y="1967"/>
                  </a:lnTo>
                  <a:lnTo>
                    <a:pt x="4729" y="1716"/>
                  </a:lnTo>
                  <a:lnTo>
                    <a:pt x="4667" y="1569"/>
                  </a:lnTo>
                  <a:lnTo>
                    <a:pt x="4562" y="1569"/>
                  </a:lnTo>
                  <a:lnTo>
                    <a:pt x="4416" y="1632"/>
                  </a:lnTo>
                  <a:lnTo>
                    <a:pt x="4353" y="1611"/>
                  </a:lnTo>
                  <a:lnTo>
                    <a:pt x="4206" y="1653"/>
                  </a:lnTo>
                  <a:lnTo>
                    <a:pt x="4123" y="1632"/>
                  </a:lnTo>
                  <a:lnTo>
                    <a:pt x="3997" y="1465"/>
                  </a:lnTo>
                  <a:lnTo>
                    <a:pt x="3830" y="1402"/>
                  </a:lnTo>
                  <a:lnTo>
                    <a:pt x="3788" y="1255"/>
                  </a:lnTo>
                  <a:lnTo>
                    <a:pt x="3662" y="1193"/>
                  </a:lnTo>
                  <a:lnTo>
                    <a:pt x="3453" y="1193"/>
                  </a:lnTo>
                  <a:lnTo>
                    <a:pt x="3348" y="1297"/>
                  </a:lnTo>
                  <a:lnTo>
                    <a:pt x="3202" y="1318"/>
                  </a:lnTo>
                  <a:lnTo>
                    <a:pt x="3139" y="1402"/>
                  </a:lnTo>
                  <a:lnTo>
                    <a:pt x="2972" y="1318"/>
                  </a:lnTo>
                  <a:lnTo>
                    <a:pt x="2867" y="1339"/>
                  </a:lnTo>
                  <a:lnTo>
                    <a:pt x="2825" y="1193"/>
                  </a:lnTo>
                  <a:lnTo>
                    <a:pt x="2846" y="942"/>
                  </a:lnTo>
                  <a:lnTo>
                    <a:pt x="2700" y="942"/>
                  </a:lnTo>
                  <a:lnTo>
                    <a:pt x="2532" y="1004"/>
                  </a:lnTo>
                  <a:lnTo>
                    <a:pt x="2365" y="879"/>
                  </a:lnTo>
                  <a:lnTo>
                    <a:pt x="2365" y="711"/>
                  </a:lnTo>
                  <a:lnTo>
                    <a:pt x="2239" y="628"/>
                  </a:lnTo>
                  <a:lnTo>
                    <a:pt x="2114" y="628"/>
                  </a:lnTo>
                  <a:lnTo>
                    <a:pt x="2093" y="586"/>
                  </a:lnTo>
                  <a:lnTo>
                    <a:pt x="2009" y="628"/>
                  </a:lnTo>
                  <a:lnTo>
                    <a:pt x="2009" y="816"/>
                  </a:lnTo>
                  <a:lnTo>
                    <a:pt x="1947" y="837"/>
                  </a:lnTo>
                  <a:lnTo>
                    <a:pt x="1905" y="711"/>
                  </a:lnTo>
                  <a:lnTo>
                    <a:pt x="1800" y="586"/>
                  </a:lnTo>
                  <a:lnTo>
                    <a:pt x="1737" y="523"/>
                  </a:lnTo>
                  <a:lnTo>
                    <a:pt x="1612" y="460"/>
                  </a:lnTo>
                  <a:lnTo>
                    <a:pt x="1486" y="460"/>
                  </a:lnTo>
                  <a:lnTo>
                    <a:pt x="1319" y="272"/>
                  </a:lnTo>
                  <a:lnTo>
                    <a:pt x="1214" y="209"/>
                  </a:lnTo>
                  <a:lnTo>
                    <a:pt x="1089" y="209"/>
                  </a:lnTo>
                  <a:lnTo>
                    <a:pt x="1047" y="147"/>
                  </a:lnTo>
                  <a:lnTo>
                    <a:pt x="838" y="63"/>
                  </a:lnTo>
                  <a:lnTo>
                    <a:pt x="670" y="84"/>
                  </a:lnTo>
                  <a:lnTo>
                    <a:pt x="607" y="188"/>
                  </a:lnTo>
                  <a:lnTo>
                    <a:pt x="545" y="167"/>
                  </a:lnTo>
                  <a:lnTo>
                    <a:pt x="440" y="167"/>
                  </a:lnTo>
                  <a:lnTo>
                    <a:pt x="377" y="84"/>
                  </a:lnTo>
                  <a:lnTo>
                    <a:pt x="23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0" name="Google Shape;7818;p67">
              <a:extLst>
                <a:ext uri="{FF2B5EF4-FFF2-40B4-BE49-F238E27FC236}">
                  <a16:creationId xmlns:a16="http://schemas.microsoft.com/office/drawing/2014/main" id="{A01D4C13-8BC3-9251-1A05-E072FC503F6A}"/>
                </a:ext>
              </a:extLst>
            </p:cNvPr>
            <p:cNvSpPr/>
            <p:nvPr/>
          </p:nvSpPr>
          <p:spPr>
            <a:xfrm>
              <a:off x="4547800" y="2671000"/>
              <a:ext cx="200375" cy="220775"/>
            </a:xfrm>
            <a:custGeom>
              <a:avLst/>
              <a:gdLst/>
              <a:ahLst/>
              <a:cxnLst/>
              <a:rect l="l" t="t" r="r" b="b"/>
              <a:pathLst>
                <a:path w="8015" h="8831" extrusionOk="0">
                  <a:moveTo>
                    <a:pt x="5901" y="1"/>
                  </a:moveTo>
                  <a:lnTo>
                    <a:pt x="5713" y="105"/>
                  </a:lnTo>
                  <a:lnTo>
                    <a:pt x="5587" y="252"/>
                  </a:lnTo>
                  <a:lnTo>
                    <a:pt x="5441" y="252"/>
                  </a:lnTo>
                  <a:lnTo>
                    <a:pt x="5315" y="377"/>
                  </a:lnTo>
                  <a:lnTo>
                    <a:pt x="5232" y="482"/>
                  </a:lnTo>
                  <a:lnTo>
                    <a:pt x="5462" y="838"/>
                  </a:lnTo>
                  <a:lnTo>
                    <a:pt x="5483" y="1110"/>
                  </a:lnTo>
                  <a:lnTo>
                    <a:pt x="5232" y="1444"/>
                  </a:lnTo>
                  <a:lnTo>
                    <a:pt x="5357" y="1570"/>
                  </a:lnTo>
                  <a:lnTo>
                    <a:pt x="5357" y="1737"/>
                  </a:lnTo>
                  <a:lnTo>
                    <a:pt x="5190" y="1968"/>
                  </a:lnTo>
                  <a:lnTo>
                    <a:pt x="4981" y="1968"/>
                  </a:lnTo>
                  <a:lnTo>
                    <a:pt x="4771" y="1884"/>
                  </a:lnTo>
                  <a:lnTo>
                    <a:pt x="4646" y="1968"/>
                  </a:lnTo>
                  <a:lnTo>
                    <a:pt x="4709" y="2135"/>
                  </a:lnTo>
                  <a:lnTo>
                    <a:pt x="4834" y="2198"/>
                  </a:lnTo>
                  <a:lnTo>
                    <a:pt x="4876" y="2365"/>
                  </a:lnTo>
                  <a:lnTo>
                    <a:pt x="4855" y="2449"/>
                  </a:lnTo>
                  <a:lnTo>
                    <a:pt x="4730" y="2512"/>
                  </a:lnTo>
                  <a:lnTo>
                    <a:pt x="4604" y="2553"/>
                  </a:lnTo>
                  <a:lnTo>
                    <a:pt x="4562" y="2616"/>
                  </a:lnTo>
                  <a:lnTo>
                    <a:pt x="4541" y="2825"/>
                  </a:lnTo>
                  <a:lnTo>
                    <a:pt x="4499" y="2972"/>
                  </a:lnTo>
                  <a:lnTo>
                    <a:pt x="4499" y="3035"/>
                  </a:lnTo>
                  <a:lnTo>
                    <a:pt x="4457" y="3097"/>
                  </a:lnTo>
                  <a:lnTo>
                    <a:pt x="4499" y="3328"/>
                  </a:lnTo>
                  <a:lnTo>
                    <a:pt x="4395" y="3537"/>
                  </a:lnTo>
                  <a:lnTo>
                    <a:pt x="4248" y="3390"/>
                  </a:lnTo>
                  <a:lnTo>
                    <a:pt x="4206" y="3390"/>
                  </a:lnTo>
                  <a:lnTo>
                    <a:pt x="4185" y="3453"/>
                  </a:lnTo>
                  <a:lnTo>
                    <a:pt x="4039" y="3453"/>
                  </a:lnTo>
                  <a:lnTo>
                    <a:pt x="3997" y="3411"/>
                  </a:lnTo>
                  <a:lnTo>
                    <a:pt x="3830" y="3432"/>
                  </a:lnTo>
                  <a:lnTo>
                    <a:pt x="3809" y="3495"/>
                  </a:lnTo>
                  <a:lnTo>
                    <a:pt x="3600" y="3662"/>
                  </a:lnTo>
                  <a:lnTo>
                    <a:pt x="3683" y="3704"/>
                  </a:lnTo>
                  <a:lnTo>
                    <a:pt x="3621" y="3767"/>
                  </a:lnTo>
                  <a:lnTo>
                    <a:pt x="3411" y="3872"/>
                  </a:lnTo>
                  <a:lnTo>
                    <a:pt x="3349" y="3830"/>
                  </a:lnTo>
                  <a:lnTo>
                    <a:pt x="3202" y="3851"/>
                  </a:lnTo>
                  <a:lnTo>
                    <a:pt x="3160" y="3934"/>
                  </a:lnTo>
                  <a:lnTo>
                    <a:pt x="3139" y="4039"/>
                  </a:lnTo>
                  <a:lnTo>
                    <a:pt x="3035" y="4060"/>
                  </a:lnTo>
                  <a:lnTo>
                    <a:pt x="2951" y="4165"/>
                  </a:lnTo>
                  <a:lnTo>
                    <a:pt x="2951" y="4332"/>
                  </a:lnTo>
                  <a:lnTo>
                    <a:pt x="2993" y="4499"/>
                  </a:lnTo>
                  <a:lnTo>
                    <a:pt x="2993" y="4646"/>
                  </a:lnTo>
                  <a:lnTo>
                    <a:pt x="3035" y="4750"/>
                  </a:lnTo>
                  <a:lnTo>
                    <a:pt x="3035" y="4855"/>
                  </a:lnTo>
                  <a:lnTo>
                    <a:pt x="2784" y="4960"/>
                  </a:lnTo>
                  <a:lnTo>
                    <a:pt x="2574" y="4960"/>
                  </a:lnTo>
                  <a:lnTo>
                    <a:pt x="2407" y="4981"/>
                  </a:lnTo>
                  <a:lnTo>
                    <a:pt x="2093" y="4981"/>
                  </a:lnTo>
                  <a:lnTo>
                    <a:pt x="1905" y="5022"/>
                  </a:lnTo>
                  <a:lnTo>
                    <a:pt x="1821" y="5106"/>
                  </a:lnTo>
                  <a:lnTo>
                    <a:pt x="1633" y="5085"/>
                  </a:lnTo>
                  <a:lnTo>
                    <a:pt x="1465" y="5127"/>
                  </a:lnTo>
                  <a:lnTo>
                    <a:pt x="775" y="5169"/>
                  </a:lnTo>
                  <a:lnTo>
                    <a:pt x="1" y="4918"/>
                  </a:lnTo>
                  <a:lnTo>
                    <a:pt x="273" y="5336"/>
                  </a:lnTo>
                  <a:lnTo>
                    <a:pt x="356" y="5483"/>
                  </a:lnTo>
                  <a:lnTo>
                    <a:pt x="524" y="5629"/>
                  </a:lnTo>
                  <a:lnTo>
                    <a:pt x="649" y="5713"/>
                  </a:lnTo>
                  <a:lnTo>
                    <a:pt x="691" y="5755"/>
                  </a:lnTo>
                  <a:lnTo>
                    <a:pt x="880" y="5797"/>
                  </a:lnTo>
                  <a:lnTo>
                    <a:pt x="984" y="5818"/>
                  </a:lnTo>
                  <a:lnTo>
                    <a:pt x="1005" y="5901"/>
                  </a:lnTo>
                  <a:lnTo>
                    <a:pt x="1172" y="5901"/>
                  </a:lnTo>
                  <a:lnTo>
                    <a:pt x="1172" y="6110"/>
                  </a:lnTo>
                  <a:lnTo>
                    <a:pt x="1214" y="6236"/>
                  </a:lnTo>
                  <a:lnTo>
                    <a:pt x="1214" y="6382"/>
                  </a:lnTo>
                  <a:lnTo>
                    <a:pt x="1256" y="6487"/>
                  </a:lnTo>
                  <a:lnTo>
                    <a:pt x="1403" y="6466"/>
                  </a:lnTo>
                  <a:lnTo>
                    <a:pt x="1528" y="6571"/>
                  </a:lnTo>
                  <a:lnTo>
                    <a:pt x="1570" y="6801"/>
                  </a:lnTo>
                  <a:lnTo>
                    <a:pt x="1486" y="6885"/>
                  </a:lnTo>
                  <a:lnTo>
                    <a:pt x="1319" y="6843"/>
                  </a:lnTo>
                  <a:lnTo>
                    <a:pt x="1068" y="6906"/>
                  </a:lnTo>
                  <a:lnTo>
                    <a:pt x="984" y="6968"/>
                  </a:lnTo>
                  <a:lnTo>
                    <a:pt x="838" y="7052"/>
                  </a:lnTo>
                  <a:lnTo>
                    <a:pt x="754" y="7157"/>
                  </a:lnTo>
                  <a:lnTo>
                    <a:pt x="796" y="7261"/>
                  </a:lnTo>
                  <a:lnTo>
                    <a:pt x="691" y="7387"/>
                  </a:lnTo>
                  <a:lnTo>
                    <a:pt x="754" y="7512"/>
                  </a:lnTo>
                  <a:lnTo>
                    <a:pt x="733" y="7722"/>
                  </a:lnTo>
                  <a:lnTo>
                    <a:pt x="733" y="7805"/>
                  </a:lnTo>
                  <a:lnTo>
                    <a:pt x="796" y="7805"/>
                  </a:lnTo>
                  <a:lnTo>
                    <a:pt x="796" y="7889"/>
                  </a:lnTo>
                  <a:lnTo>
                    <a:pt x="859" y="7910"/>
                  </a:lnTo>
                  <a:lnTo>
                    <a:pt x="1005" y="7805"/>
                  </a:lnTo>
                  <a:lnTo>
                    <a:pt x="1131" y="7805"/>
                  </a:lnTo>
                  <a:lnTo>
                    <a:pt x="1172" y="7847"/>
                  </a:lnTo>
                  <a:lnTo>
                    <a:pt x="1193" y="7826"/>
                  </a:lnTo>
                  <a:lnTo>
                    <a:pt x="1298" y="7784"/>
                  </a:lnTo>
                  <a:lnTo>
                    <a:pt x="1403" y="7784"/>
                  </a:lnTo>
                  <a:lnTo>
                    <a:pt x="1465" y="7805"/>
                  </a:lnTo>
                  <a:lnTo>
                    <a:pt x="1570" y="7784"/>
                  </a:lnTo>
                  <a:lnTo>
                    <a:pt x="1696" y="7784"/>
                  </a:lnTo>
                  <a:lnTo>
                    <a:pt x="1717" y="7722"/>
                  </a:lnTo>
                  <a:lnTo>
                    <a:pt x="1779" y="7638"/>
                  </a:lnTo>
                  <a:lnTo>
                    <a:pt x="1884" y="7722"/>
                  </a:lnTo>
                  <a:lnTo>
                    <a:pt x="1947" y="7722"/>
                  </a:lnTo>
                  <a:lnTo>
                    <a:pt x="1989" y="7701"/>
                  </a:lnTo>
                  <a:lnTo>
                    <a:pt x="2030" y="7701"/>
                  </a:lnTo>
                  <a:lnTo>
                    <a:pt x="2051" y="7784"/>
                  </a:lnTo>
                  <a:lnTo>
                    <a:pt x="2156" y="7784"/>
                  </a:lnTo>
                  <a:lnTo>
                    <a:pt x="2240" y="7826"/>
                  </a:lnTo>
                  <a:lnTo>
                    <a:pt x="2323" y="7826"/>
                  </a:lnTo>
                  <a:lnTo>
                    <a:pt x="2449" y="7701"/>
                  </a:lnTo>
                  <a:lnTo>
                    <a:pt x="2616" y="7701"/>
                  </a:lnTo>
                  <a:lnTo>
                    <a:pt x="2700" y="7722"/>
                  </a:lnTo>
                  <a:lnTo>
                    <a:pt x="2784" y="7680"/>
                  </a:lnTo>
                  <a:lnTo>
                    <a:pt x="2867" y="7680"/>
                  </a:lnTo>
                  <a:lnTo>
                    <a:pt x="2888" y="7617"/>
                  </a:lnTo>
                  <a:lnTo>
                    <a:pt x="2951" y="7638"/>
                  </a:lnTo>
                  <a:lnTo>
                    <a:pt x="3097" y="7680"/>
                  </a:lnTo>
                  <a:lnTo>
                    <a:pt x="3223" y="7617"/>
                  </a:lnTo>
                  <a:lnTo>
                    <a:pt x="3411" y="7617"/>
                  </a:lnTo>
                  <a:lnTo>
                    <a:pt x="3558" y="7722"/>
                  </a:lnTo>
                  <a:lnTo>
                    <a:pt x="3579" y="7847"/>
                  </a:lnTo>
                  <a:lnTo>
                    <a:pt x="3579" y="7931"/>
                  </a:lnTo>
                  <a:lnTo>
                    <a:pt x="3579" y="7952"/>
                  </a:lnTo>
                  <a:lnTo>
                    <a:pt x="3558" y="7952"/>
                  </a:lnTo>
                  <a:lnTo>
                    <a:pt x="3558" y="8014"/>
                  </a:lnTo>
                  <a:lnTo>
                    <a:pt x="3662" y="8014"/>
                  </a:lnTo>
                  <a:lnTo>
                    <a:pt x="3809" y="7931"/>
                  </a:lnTo>
                  <a:lnTo>
                    <a:pt x="3809" y="8056"/>
                  </a:lnTo>
                  <a:lnTo>
                    <a:pt x="3934" y="8203"/>
                  </a:lnTo>
                  <a:lnTo>
                    <a:pt x="3997" y="8412"/>
                  </a:lnTo>
                  <a:lnTo>
                    <a:pt x="3997" y="8433"/>
                  </a:lnTo>
                  <a:lnTo>
                    <a:pt x="3997" y="8517"/>
                  </a:lnTo>
                  <a:lnTo>
                    <a:pt x="3934" y="8538"/>
                  </a:lnTo>
                  <a:lnTo>
                    <a:pt x="4039" y="8538"/>
                  </a:lnTo>
                  <a:lnTo>
                    <a:pt x="4081" y="8663"/>
                  </a:lnTo>
                  <a:lnTo>
                    <a:pt x="4353" y="8663"/>
                  </a:lnTo>
                  <a:lnTo>
                    <a:pt x="4541" y="8747"/>
                  </a:lnTo>
                  <a:lnTo>
                    <a:pt x="4541" y="8831"/>
                  </a:lnTo>
                  <a:lnTo>
                    <a:pt x="4625" y="8768"/>
                  </a:lnTo>
                  <a:lnTo>
                    <a:pt x="4646" y="8621"/>
                  </a:lnTo>
                  <a:lnTo>
                    <a:pt x="4750" y="8538"/>
                  </a:lnTo>
                  <a:lnTo>
                    <a:pt x="4834" y="8517"/>
                  </a:lnTo>
                  <a:lnTo>
                    <a:pt x="4876" y="8370"/>
                  </a:lnTo>
                  <a:lnTo>
                    <a:pt x="4960" y="8412"/>
                  </a:lnTo>
                  <a:lnTo>
                    <a:pt x="5064" y="8349"/>
                  </a:lnTo>
                  <a:lnTo>
                    <a:pt x="5462" y="8370"/>
                  </a:lnTo>
                  <a:lnTo>
                    <a:pt x="5692" y="8266"/>
                  </a:lnTo>
                  <a:lnTo>
                    <a:pt x="5755" y="8224"/>
                  </a:lnTo>
                  <a:lnTo>
                    <a:pt x="5880" y="8203"/>
                  </a:lnTo>
                  <a:lnTo>
                    <a:pt x="5880" y="8203"/>
                  </a:lnTo>
                  <a:lnTo>
                    <a:pt x="5818" y="8266"/>
                  </a:lnTo>
                  <a:lnTo>
                    <a:pt x="5880" y="8349"/>
                  </a:lnTo>
                  <a:lnTo>
                    <a:pt x="6006" y="8266"/>
                  </a:lnTo>
                  <a:lnTo>
                    <a:pt x="6110" y="8224"/>
                  </a:lnTo>
                  <a:lnTo>
                    <a:pt x="6069" y="8161"/>
                  </a:lnTo>
                  <a:lnTo>
                    <a:pt x="6090" y="8098"/>
                  </a:lnTo>
                  <a:lnTo>
                    <a:pt x="5964" y="7722"/>
                  </a:lnTo>
                  <a:lnTo>
                    <a:pt x="5838" y="7575"/>
                  </a:lnTo>
                  <a:lnTo>
                    <a:pt x="5880" y="7491"/>
                  </a:lnTo>
                  <a:lnTo>
                    <a:pt x="5797" y="7429"/>
                  </a:lnTo>
                  <a:lnTo>
                    <a:pt x="5692" y="7429"/>
                  </a:lnTo>
                  <a:lnTo>
                    <a:pt x="5483" y="7303"/>
                  </a:lnTo>
                  <a:lnTo>
                    <a:pt x="5462" y="7094"/>
                  </a:lnTo>
                  <a:lnTo>
                    <a:pt x="5483" y="6968"/>
                  </a:lnTo>
                  <a:lnTo>
                    <a:pt x="5399" y="6780"/>
                  </a:lnTo>
                  <a:lnTo>
                    <a:pt x="5294" y="6780"/>
                  </a:lnTo>
                  <a:lnTo>
                    <a:pt x="5232" y="6801"/>
                  </a:lnTo>
                  <a:lnTo>
                    <a:pt x="5085" y="6759"/>
                  </a:lnTo>
                  <a:lnTo>
                    <a:pt x="4981" y="6780"/>
                  </a:lnTo>
                  <a:lnTo>
                    <a:pt x="4981" y="6634"/>
                  </a:lnTo>
                  <a:lnTo>
                    <a:pt x="5085" y="6382"/>
                  </a:lnTo>
                  <a:lnTo>
                    <a:pt x="5169" y="6362"/>
                  </a:lnTo>
                  <a:lnTo>
                    <a:pt x="5315" y="6152"/>
                  </a:lnTo>
                  <a:lnTo>
                    <a:pt x="5357" y="6048"/>
                  </a:lnTo>
                  <a:lnTo>
                    <a:pt x="5462" y="6006"/>
                  </a:lnTo>
                  <a:lnTo>
                    <a:pt x="5546" y="5943"/>
                  </a:lnTo>
                  <a:lnTo>
                    <a:pt x="5671" y="6006"/>
                  </a:lnTo>
                  <a:lnTo>
                    <a:pt x="5692" y="6110"/>
                  </a:lnTo>
                  <a:lnTo>
                    <a:pt x="5776" y="6131"/>
                  </a:lnTo>
                  <a:lnTo>
                    <a:pt x="5985" y="6006"/>
                  </a:lnTo>
                  <a:lnTo>
                    <a:pt x="6299" y="6006"/>
                  </a:lnTo>
                  <a:lnTo>
                    <a:pt x="6487" y="5797"/>
                  </a:lnTo>
                  <a:lnTo>
                    <a:pt x="6592" y="5441"/>
                  </a:lnTo>
                  <a:lnTo>
                    <a:pt x="6843" y="5273"/>
                  </a:lnTo>
                  <a:lnTo>
                    <a:pt x="6926" y="5127"/>
                  </a:lnTo>
                  <a:lnTo>
                    <a:pt x="6947" y="4960"/>
                  </a:lnTo>
                  <a:lnTo>
                    <a:pt x="7052" y="4771"/>
                  </a:lnTo>
                  <a:lnTo>
                    <a:pt x="7261" y="4667"/>
                  </a:lnTo>
                  <a:lnTo>
                    <a:pt x="7324" y="4541"/>
                  </a:lnTo>
                  <a:lnTo>
                    <a:pt x="7324" y="4437"/>
                  </a:lnTo>
                  <a:lnTo>
                    <a:pt x="7240" y="4374"/>
                  </a:lnTo>
                  <a:lnTo>
                    <a:pt x="7387" y="4185"/>
                  </a:lnTo>
                  <a:lnTo>
                    <a:pt x="7491" y="4123"/>
                  </a:lnTo>
                  <a:lnTo>
                    <a:pt x="7491" y="3976"/>
                  </a:lnTo>
                  <a:lnTo>
                    <a:pt x="7554" y="3704"/>
                  </a:lnTo>
                  <a:lnTo>
                    <a:pt x="7470" y="3495"/>
                  </a:lnTo>
                  <a:lnTo>
                    <a:pt x="7450" y="3432"/>
                  </a:lnTo>
                  <a:lnTo>
                    <a:pt x="7638" y="3244"/>
                  </a:lnTo>
                  <a:lnTo>
                    <a:pt x="7743" y="3223"/>
                  </a:lnTo>
                  <a:lnTo>
                    <a:pt x="7847" y="3139"/>
                  </a:lnTo>
                  <a:lnTo>
                    <a:pt x="7910" y="3139"/>
                  </a:lnTo>
                  <a:lnTo>
                    <a:pt x="8015" y="3035"/>
                  </a:lnTo>
                  <a:lnTo>
                    <a:pt x="8015" y="2909"/>
                  </a:lnTo>
                  <a:lnTo>
                    <a:pt x="7868" y="2867"/>
                  </a:lnTo>
                  <a:lnTo>
                    <a:pt x="7743" y="2909"/>
                  </a:lnTo>
                  <a:lnTo>
                    <a:pt x="7554" y="2888"/>
                  </a:lnTo>
                  <a:lnTo>
                    <a:pt x="7491" y="2721"/>
                  </a:lnTo>
                  <a:lnTo>
                    <a:pt x="7282" y="2658"/>
                  </a:lnTo>
                  <a:lnTo>
                    <a:pt x="7073" y="2595"/>
                  </a:lnTo>
                  <a:lnTo>
                    <a:pt x="6864" y="2407"/>
                  </a:lnTo>
                  <a:lnTo>
                    <a:pt x="6843" y="2240"/>
                  </a:lnTo>
                  <a:lnTo>
                    <a:pt x="6738" y="1863"/>
                  </a:lnTo>
                  <a:lnTo>
                    <a:pt x="6634" y="1675"/>
                  </a:lnTo>
                  <a:lnTo>
                    <a:pt x="6634" y="1507"/>
                  </a:lnTo>
                  <a:lnTo>
                    <a:pt x="6738" y="1465"/>
                  </a:lnTo>
                  <a:lnTo>
                    <a:pt x="6738" y="1340"/>
                  </a:lnTo>
                  <a:lnTo>
                    <a:pt x="6885" y="1235"/>
                  </a:lnTo>
                  <a:lnTo>
                    <a:pt x="6885" y="1110"/>
                  </a:lnTo>
                  <a:lnTo>
                    <a:pt x="6738" y="1047"/>
                  </a:lnTo>
                  <a:lnTo>
                    <a:pt x="6717" y="921"/>
                  </a:lnTo>
                  <a:lnTo>
                    <a:pt x="6550" y="838"/>
                  </a:lnTo>
                  <a:lnTo>
                    <a:pt x="6403" y="712"/>
                  </a:lnTo>
                  <a:lnTo>
                    <a:pt x="6278" y="566"/>
                  </a:lnTo>
                  <a:lnTo>
                    <a:pt x="6173" y="608"/>
                  </a:lnTo>
                  <a:lnTo>
                    <a:pt x="6090" y="628"/>
                  </a:lnTo>
                  <a:lnTo>
                    <a:pt x="6006" y="566"/>
                  </a:lnTo>
                  <a:lnTo>
                    <a:pt x="5985" y="315"/>
                  </a:lnTo>
                  <a:lnTo>
                    <a:pt x="6236" y="147"/>
                  </a:lnTo>
                  <a:lnTo>
                    <a:pt x="6215" y="64"/>
                  </a:lnTo>
                  <a:lnTo>
                    <a:pt x="6027" y="84"/>
                  </a:lnTo>
                  <a:lnTo>
                    <a:pt x="590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1" name="Google Shape;7819;p67">
              <a:extLst>
                <a:ext uri="{FF2B5EF4-FFF2-40B4-BE49-F238E27FC236}">
                  <a16:creationId xmlns:a16="http://schemas.microsoft.com/office/drawing/2014/main" id="{30CDB54A-D0B0-3E45-3F62-9F65FA4524C9}"/>
                </a:ext>
              </a:extLst>
            </p:cNvPr>
            <p:cNvSpPr/>
            <p:nvPr/>
          </p:nvSpPr>
          <p:spPr>
            <a:xfrm>
              <a:off x="4533150" y="2640675"/>
              <a:ext cx="191475" cy="159550"/>
            </a:xfrm>
            <a:custGeom>
              <a:avLst/>
              <a:gdLst/>
              <a:ahLst/>
              <a:cxnLst/>
              <a:rect l="l" t="t" r="r" b="b"/>
              <a:pathLst>
                <a:path w="7659" h="6382" extrusionOk="0">
                  <a:moveTo>
                    <a:pt x="5295" y="0"/>
                  </a:moveTo>
                  <a:lnTo>
                    <a:pt x="5232" y="105"/>
                  </a:lnTo>
                  <a:lnTo>
                    <a:pt x="5211" y="272"/>
                  </a:lnTo>
                  <a:lnTo>
                    <a:pt x="5127" y="335"/>
                  </a:lnTo>
                  <a:lnTo>
                    <a:pt x="5106" y="419"/>
                  </a:lnTo>
                  <a:lnTo>
                    <a:pt x="5127" y="565"/>
                  </a:lnTo>
                  <a:lnTo>
                    <a:pt x="5043" y="691"/>
                  </a:lnTo>
                  <a:lnTo>
                    <a:pt x="4918" y="691"/>
                  </a:lnTo>
                  <a:lnTo>
                    <a:pt x="4897" y="649"/>
                  </a:lnTo>
                  <a:lnTo>
                    <a:pt x="4834" y="649"/>
                  </a:lnTo>
                  <a:lnTo>
                    <a:pt x="4792" y="691"/>
                  </a:lnTo>
                  <a:lnTo>
                    <a:pt x="4667" y="732"/>
                  </a:lnTo>
                  <a:lnTo>
                    <a:pt x="4667" y="837"/>
                  </a:lnTo>
                  <a:lnTo>
                    <a:pt x="4709" y="879"/>
                  </a:lnTo>
                  <a:lnTo>
                    <a:pt x="4709" y="963"/>
                  </a:lnTo>
                  <a:lnTo>
                    <a:pt x="4520" y="942"/>
                  </a:lnTo>
                  <a:lnTo>
                    <a:pt x="4458" y="858"/>
                  </a:lnTo>
                  <a:lnTo>
                    <a:pt x="4395" y="837"/>
                  </a:lnTo>
                  <a:lnTo>
                    <a:pt x="4332" y="879"/>
                  </a:lnTo>
                  <a:lnTo>
                    <a:pt x="4269" y="900"/>
                  </a:lnTo>
                  <a:lnTo>
                    <a:pt x="4207" y="984"/>
                  </a:lnTo>
                  <a:lnTo>
                    <a:pt x="4081" y="1067"/>
                  </a:lnTo>
                  <a:lnTo>
                    <a:pt x="3893" y="1088"/>
                  </a:lnTo>
                  <a:lnTo>
                    <a:pt x="3788" y="1067"/>
                  </a:lnTo>
                  <a:lnTo>
                    <a:pt x="3683" y="900"/>
                  </a:lnTo>
                  <a:lnTo>
                    <a:pt x="3579" y="879"/>
                  </a:lnTo>
                  <a:lnTo>
                    <a:pt x="3474" y="984"/>
                  </a:lnTo>
                  <a:lnTo>
                    <a:pt x="3411" y="984"/>
                  </a:lnTo>
                  <a:lnTo>
                    <a:pt x="3328" y="879"/>
                  </a:lnTo>
                  <a:lnTo>
                    <a:pt x="3223" y="795"/>
                  </a:lnTo>
                  <a:lnTo>
                    <a:pt x="3014" y="858"/>
                  </a:lnTo>
                  <a:lnTo>
                    <a:pt x="2993" y="837"/>
                  </a:lnTo>
                  <a:lnTo>
                    <a:pt x="2847" y="858"/>
                  </a:lnTo>
                  <a:lnTo>
                    <a:pt x="2742" y="774"/>
                  </a:lnTo>
                  <a:lnTo>
                    <a:pt x="2595" y="837"/>
                  </a:lnTo>
                  <a:lnTo>
                    <a:pt x="2428" y="942"/>
                  </a:lnTo>
                  <a:lnTo>
                    <a:pt x="2386" y="942"/>
                  </a:lnTo>
                  <a:lnTo>
                    <a:pt x="2219" y="984"/>
                  </a:lnTo>
                  <a:lnTo>
                    <a:pt x="2177" y="1046"/>
                  </a:lnTo>
                  <a:lnTo>
                    <a:pt x="2114" y="1067"/>
                  </a:lnTo>
                  <a:lnTo>
                    <a:pt x="2093" y="1109"/>
                  </a:lnTo>
                  <a:lnTo>
                    <a:pt x="2156" y="1172"/>
                  </a:lnTo>
                  <a:lnTo>
                    <a:pt x="2156" y="1297"/>
                  </a:lnTo>
                  <a:lnTo>
                    <a:pt x="2010" y="1423"/>
                  </a:lnTo>
                  <a:lnTo>
                    <a:pt x="2010" y="1590"/>
                  </a:lnTo>
                  <a:lnTo>
                    <a:pt x="1989" y="1716"/>
                  </a:lnTo>
                  <a:lnTo>
                    <a:pt x="1884" y="1737"/>
                  </a:lnTo>
                  <a:lnTo>
                    <a:pt x="1800" y="1821"/>
                  </a:lnTo>
                  <a:lnTo>
                    <a:pt x="1779" y="1883"/>
                  </a:lnTo>
                  <a:lnTo>
                    <a:pt x="1570" y="1925"/>
                  </a:lnTo>
                  <a:lnTo>
                    <a:pt x="1382" y="2030"/>
                  </a:lnTo>
                  <a:lnTo>
                    <a:pt x="1424" y="2113"/>
                  </a:lnTo>
                  <a:lnTo>
                    <a:pt x="1340" y="2155"/>
                  </a:lnTo>
                  <a:lnTo>
                    <a:pt x="1319" y="2239"/>
                  </a:lnTo>
                  <a:lnTo>
                    <a:pt x="1235" y="2344"/>
                  </a:lnTo>
                  <a:lnTo>
                    <a:pt x="1068" y="2365"/>
                  </a:lnTo>
                  <a:lnTo>
                    <a:pt x="1026" y="2427"/>
                  </a:lnTo>
                  <a:lnTo>
                    <a:pt x="963" y="2365"/>
                  </a:lnTo>
                  <a:lnTo>
                    <a:pt x="922" y="2302"/>
                  </a:lnTo>
                  <a:lnTo>
                    <a:pt x="796" y="2197"/>
                  </a:lnTo>
                  <a:lnTo>
                    <a:pt x="712" y="2197"/>
                  </a:lnTo>
                  <a:lnTo>
                    <a:pt x="629" y="2260"/>
                  </a:lnTo>
                  <a:lnTo>
                    <a:pt x="524" y="2260"/>
                  </a:lnTo>
                  <a:lnTo>
                    <a:pt x="440" y="2197"/>
                  </a:lnTo>
                  <a:lnTo>
                    <a:pt x="315" y="2155"/>
                  </a:lnTo>
                  <a:lnTo>
                    <a:pt x="273" y="2197"/>
                  </a:lnTo>
                  <a:lnTo>
                    <a:pt x="273" y="2365"/>
                  </a:lnTo>
                  <a:lnTo>
                    <a:pt x="273" y="2448"/>
                  </a:lnTo>
                  <a:lnTo>
                    <a:pt x="210" y="2532"/>
                  </a:lnTo>
                  <a:lnTo>
                    <a:pt x="294" y="2637"/>
                  </a:lnTo>
                  <a:lnTo>
                    <a:pt x="273" y="2657"/>
                  </a:lnTo>
                  <a:lnTo>
                    <a:pt x="273" y="2741"/>
                  </a:lnTo>
                  <a:lnTo>
                    <a:pt x="126" y="2846"/>
                  </a:lnTo>
                  <a:lnTo>
                    <a:pt x="1" y="2867"/>
                  </a:lnTo>
                  <a:lnTo>
                    <a:pt x="64" y="2950"/>
                  </a:lnTo>
                  <a:lnTo>
                    <a:pt x="168" y="3034"/>
                  </a:lnTo>
                  <a:lnTo>
                    <a:pt x="22" y="3181"/>
                  </a:lnTo>
                  <a:lnTo>
                    <a:pt x="85" y="3181"/>
                  </a:lnTo>
                  <a:lnTo>
                    <a:pt x="106" y="3390"/>
                  </a:lnTo>
                  <a:lnTo>
                    <a:pt x="106" y="3515"/>
                  </a:lnTo>
                  <a:lnTo>
                    <a:pt x="294" y="3557"/>
                  </a:lnTo>
                  <a:lnTo>
                    <a:pt x="336" y="3557"/>
                  </a:lnTo>
                  <a:lnTo>
                    <a:pt x="189" y="3787"/>
                  </a:lnTo>
                  <a:lnTo>
                    <a:pt x="126" y="3934"/>
                  </a:lnTo>
                  <a:lnTo>
                    <a:pt x="294" y="4227"/>
                  </a:lnTo>
                  <a:lnTo>
                    <a:pt x="378" y="4499"/>
                  </a:lnTo>
                  <a:lnTo>
                    <a:pt x="336" y="4562"/>
                  </a:lnTo>
                  <a:lnTo>
                    <a:pt x="398" y="4666"/>
                  </a:lnTo>
                  <a:lnTo>
                    <a:pt x="419" y="4875"/>
                  </a:lnTo>
                  <a:lnTo>
                    <a:pt x="922" y="4917"/>
                  </a:lnTo>
                  <a:lnTo>
                    <a:pt x="1005" y="5085"/>
                  </a:lnTo>
                  <a:lnTo>
                    <a:pt x="1005" y="5252"/>
                  </a:lnTo>
                  <a:lnTo>
                    <a:pt x="1047" y="5482"/>
                  </a:lnTo>
                  <a:lnTo>
                    <a:pt x="1005" y="5566"/>
                  </a:lnTo>
                  <a:lnTo>
                    <a:pt x="587" y="6131"/>
                  </a:lnTo>
                  <a:lnTo>
                    <a:pt x="1361" y="6382"/>
                  </a:lnTo>
                  <a:lnTo>
                    <a:pt x="2051" y="6340"/>
                  </a:lnTo>
                  <a:lnTo>
                    <a:pt x="2219" y="6298"/>
                  </a:lnTo>
                  <a:lnTo>
                    <a:pt x="2407" y="6319"/>
                  </a:lnTo>
                  <a:lnTo>
                    <a:pt x="2491" y="6235"/>
                  </a:lnTo>
                  <a:lnTo>
                    <a:pt x="2679" y="6194"/>
                  </a:lnTo>
                  <a:lnTo>
                    <a:pt x="2993" y="6194"/>
                  </a:lnTo>
                  <a:lnTo>
                    <a:pt x="3160" y="6173"/>
                  </a:lnTo>
                  <a:lnTo>
                    <a:pt x="3370" y="6173"/>
                  </a:lnTo>
                  <a:lnTo>
                    <a:pt x="3621" y="6068"/>
                  </a:lnTo>
                  <a:lnTo>
                    <a:pt x="3621" y="5963"/>
                  </a:lnTo>
                  <a:lnTo>
                    <a:pt x="3579" y="5859"/>
                  </a:lnTo>
                  <a:lnTo>
                    <a:pt x="3579" y="5712"/>
                  </a:lnTo>
                  <a:lnTo>
                    <a:pt x="3537" y="5545"/>
                  </a:lnTo>
                  <a:lnTo>
                    <a:pt x="3537" y="5378"/>
                  </a:lnTo>
                  <a:lnTo>
                    <a:pt x="3621" y="5273"/>
                  </a:lnTo>
                  <a:lnTo>
                    <a:pt x="3725" y="5252"/>
                  </a:lnTo>
                  <a:lnTo>
                    <a:pt x="3746" y="5147"/>
                  </a:lnTo>
                  <a:lnTo>
                    <a:pt x="3788" y="5064"/>
                  </a:lnTo>
                  <a:lnTo>
                    <a:pt x="3935" y="5043"/>
                  </a:lnTo>
                  <a:lnTo>
                    <a:pt x="3997" y="5085"/>
                  </a:lnTo>
                  <a:lnTo>
                    <a:pt x="4207" y="4980"/>
                  </a:lnTo>
                  <a:lnTo>
                    <a:pt x="4269" y="4917"/>
                  </a:lnTo>
                  <a:lnTo>
                    <a:pt x="4186" y="4875"/>
                  </a:lnTo>
                  <a:lnTo>
                    <a:pt x="4395" y="4708"/>
                  </a:lnTo>
                  <a:lnTo>
                    <a:pt x="4416" y="4645"/>
                  </a:lnTo>
                  <a:lnTo>
                    <a:pt x="4583" y="4624"/>
                  </a:lnTo>
                  <a:lnTo>
                    <a:pt x="4625" y="4666"/>
                  </a:lnTo>
                  <a:lnTo>
                    <a:pt x="4771" y="4666"/>
                  </a:lnTo>
                  <a:lnTo>
                    <a:pt x="4792" y="4603"/>
                  </a:lnTo>
                  <a:lnTo>
                    <a:pt x="4834" y="4603"/>
                  </a:lnTo>
                  <a:lnTo>
                    <a:pt x="4981" y="4750"/>
                  </a:lnTo>
                  <a:lnTo>
                    <a:pt x="5085" y="4541"/>
                  </a:lnTo>
                  <a:lnTo>
                    <a:pt x="5043" y="4310"/>
                  </a:lnTo>
                  <a:lnTo>
                    <a:pt x="5085" y="4248"/>
                  </a:lnTo>
                  <a:lnTo>
                    <a:pt x="5085" y="4185"/>
                  </a:lnTo>
                  <a:lnTo>
                    <a:pt x="5127" y="4038"/>
                  </a:lnTo>
                  <a:lnTo>
                    <a:pt x="5148" y="3829"/>
                  </a:lnTo>
                  <a:lnTo>
                    <a:pt x="5190" y="3766"/>
                  </a:lnTo>
                  <a:lnTo>
                    <a:pt x="5316" y="3725"/>
                  </a:lnTo>
                  <a:lnTo>
                    <a:pt x="5441" y="3662"/>
                  </a:lnTo>
                  <a:lnTo>
                    <a:pt x="5462" y="3578"/>
                  </a:lnTo>
                  <a:lnTo>
                    <a:pt x="5420" y="3411"/>
                  </a:lnTo>
                  <a:lnTo>
                    <a:pt x="5295" y="3348"/>
                  </a:lnTo>
                  <a:lnTo>
                    <a:pt x="5232" y="3181"/>
                  </a:lnTo>
                  <a:lnTo>
                    <a:pt x="5357" y="3097"/>
                  </a:lnTo>
                  <a:lnTo>
                    <a:pt x="5567" y="3181"/>
                  </a:lnTo>
                  <a:lnTo>
                    <a:pt x="5776" y="3181"/>
                  </a:lnTo>
                  <a:lnTo>
                    <a:pt x="5943" y="2950"/>
                  </a:lnTo>
                  <a:lnTo>
                    <a:pt x="5943" y="2783"/>
                  </a:lnTo>
                  <a:lnTo>
                    <a:pt x="5818" y="2657"/>
                  </a:lnTo>
                  <a:lnTo>
                    <a:pt x="6069" y="2323"/>
                  </a:lnTo>
                  <a:lnTo>
                    <a:pt x="6048" y="2051"/>
                  </a:lnTo>
                  <a:lnTo>
                    <a:pt x="5818" y="1695"/>
                  </a:lnTo>
                  <a:lnTo>
                    <a:pt x="5901" y="1590"/>
                  </a:lnTo>
                  <a:lnTo>
                    <a:pt x="6027" y="1465"/>
                  </a:lnTo>
                  <a:lnTo>
                    <a:pt x="6173" y="1465"/>
                  </a:lnTo>
                  <a:lnTo>
                    <a:pt x="6299" y="1318"/>
                  </a:lnTo>
                  <a:lnTo>
                    <a:pt x="6487" y="1214"/>
                  </a:lnTo>
                  <a:lnTo>
                    <a:pt x="6613" y="1297"/>
                  </a:lnTo>
                  <a:lnTo>
                    <a:pt x="6801" y="1277"/>
                  </a:lnTo>
                  <a:lnTo>
                    <a:pt x="7199" y="1172"/>
                  </a:lnTo>
                  <a:lnTo>
                    <a:pt x="7450" y="1067"/>
                  </a:lnTo>
                  <a:lnTo>
                    <a:pt x="7596" y="879"/>
                  </a:lnTo>
                  <a:lnTo>
                    <a:pt x="7471" y="858"/>
                  </a:lnTo>
                  <a:lnTo>
                    <a:pt x="7659" y="691"/>
                  </a:lnTo>
                  <a:lnTo>
                    <a:pt x="7638" y="586"/>
                  </a:lnTo>
                  <a:lnTo>
                    <a:pt x="7387" y="586"/>
                  </a:lnTo>
                  <a:lnTo>
                    <a:pt x="7324" y="691"/>
                  </a:lnTo>
                  <a:lnTo>
                    <a:pt x="7094" y="732"/>
                  </a:lnTo>
                  <a:lnTo>
                    <a:pt x="7073" y="586"/>
                  </a:lnTo>
                  <a:lnTo>
                    <a:pt x="6906" y="649"/>
                  </a:lnTo>
                  <a:lnTo>
                    <a:pt x="6655" y="795"/>
                  </a:lnTo>
                  <a:lnTo>
                    <a:pt x="6571" y="858"/>
                  </a:lnTo>
                  <a:lnTo>
                    <a:pt x="6550" y="984"/>
                  </a:lnTo>
                  <a:lnTo>
                    <a:pt x="6424" y="1067"/>
                  </a:lnTo>
                  <a:lnTo>
                    <a:pt x="6257" y="1151"/>
                  </a:lnTo>
                  <a:lnTo>
                    <a:pt x="6236" y="1193"/>
                  </a:lnTo>
                  <a:lnTo>
                    <a:pt x="6132" y="1277"/>
                  </a:lnTo>
                  <a:lnTo>
                    <a:pt x="5985" y="1277"/>
                  </a:lnTo>
                  <a:lnTo>
                    <a:pt x="5880" y="1256"/>
                  </a:lnTo>
                  <a:lnTo>
                    <a:pt x="5880" y="1172"/>
                  </a:lnTo>
                  <a:lnTo>
                    <a:pt x="5776" y="1046"/>
                  </a:lnTo>
                  <a:lnTo>
                    <a:pt x="5776" y="837"/>
                  </a:lnTo>
                  <a:lnTo>
                    <a:pt x="5755" y="691"/>
                  </a:lnTo>
                  <a:lnTo>
                    <a:pt x="5776" y="565"/>
                  </a:lnTo>
                  <a:lnTo>
                    <a:pt x="5734" y="460"/>
                  </a:lnTo>
                  <a:lnTo>
                    <a:pt x="5629" y="460"/>
                  </a:lnTo>
                  <a:lnTo>
                    <a:pt x="5608" y="356"/>
                  </a:lnTo>
                  <a:lnTo>
                    <a:pt x="5629" y="209"/>
                  </a:lnTo>
                  <a:lnTo>
                    <a:pt x="5629" y="126"/>
                  </a:lnTo>
                  <a:lnTo>
                    <a:pt x="5525" y="63"/>
                  </a:lnTo>
                  <a:lnTo>
                    <a:pt x="542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2" name="Google Shape;7820;p67">
              <a:extLst>
                <a:ext uri="{FF2B5EF4-FFF2-40B4-BE49-F238E27FC236}">
                  <a16:creationId xmlns:a16="http://schemas.microsoft.com/office/drawing/2014/main" id="{22AE6676-2E81-DA92-BD54-76D4FFD4E1AC}"/>
                </a:ext>
              </a:extLst>
            </p:cNvPr>
            <p:cNvSpPr/>
            <p:nvPr/>
          </p:nvSpPr>
          <p:spPr>
            <a:xfrm>
              <a:off x="3978150" y="2401100"/>
              <a:ext cx="237525" cy="148050"/>
            </a:xfrm>
            <a:custGeom>
              <a:avLst/>
              <a:gdLst/>
              <a:ahLst/>
              <a:cxnLst/>
              <a:rect l="l" t="t" r="r" b="b"/>
              <a:pathLst>
                <a:path w="9501" h="5922" extrusionOk="0">
                  <a:moveTo>
                    <a:pt x="5064" y="0"/>
                  </a:moveTo>
                  <a:lnTo>
                    <a:pt x="4960" y="84"/>
                  </a:lnTo>
                  <a:lnTo>
                    <a:pt x="5002" y="209"/>
                  </a:lnTo>
                  <a:lnTo>
                    <a:pt x="4855" y="230"/>
                  </a:lnTo>
                  <a:lnTo>
                    <a:pt x="4751" y="209"/>
                  </a:lnTo>
                  <a:lnTo>
                    <a:pt x="4730" y="209"/>
                  </a:lnTo>
                  <a:lnTo>
                    <a:pt x="4500" y="272"/>
                  </a:lnTo>
                  <a:lnTo>
                    <a:pt x="4332" y="293"/>
                  </a:lnTo>
                  <a:lnTo>
                    <a:pt x="4228" y="502"/>
                  </a:lnTo>
                  <a:lnTo>
                    <a:pt x="4228" y="712"/>
                  </a:lnTo>
                  <a:lnTo>
                    <a:pt x="4102" y="712"/>
                  </a:lnTo>
                  <a:lnTo>
                    <a:pt x="3997" y="628"/>
                  </a:lnTo>
                  <a:lnTo>
                    <a:pt x="3851" y="691"/>
                  </a:lnTo>
                  <a:lnTo>
                    <a:pt x="3746" y="607"/>
                  </a:lnTo>
                  <a:lnTo>
                    <a:pt x="3642" y="628"/>
                  </a:lnTo>
                  <a:lnTo>
                    <a:pt x="3537" y="753"/>
                  </a:lnTo>
                  <a:lnTo>
                    <a:pt x="3432" y="732"/>
                  </a:lnTo>
                  <a:lnTo>
                    <a:pt x="3391" y="607"/>
                  </a:lnTo>
                  <a:lnTo>
                    <a:pt x="3244" y="607"/>
                  </a:lnTo>
                  <a:lnTo>
                    <a:pt x="3056" y="712"/>
                  </a:lnTo>
                  <a:lnTo>
                    <a:pt x="2972" y="649"/>
                  </a:lnTo>
                  <a:lnTo>
                    <a:pt x="2805" y="628"/>
                  </a:lnTo>
                  <a:lnTo>
                    <a:pt x="2763" y="691"/>
                  </a:lnTo>
                  <a:lnTo>
                    <a:pt x="2700" y="691"/>
                  </a:lnTo>
                  <a:lnTo>
                    <a:pt x="2595" y="607"/>
                  </a:lnTo>
                  <a:lnTo>
                    <a:pt x="2386" y="691"/>
                  </a:lnTo>
                  <a:lnTo>
                    <a:pt x="2344" y="628"/>
                  </a:lnTo>
                  <a:lnTo>
                    <a:pt x="2219" y="544"/>
                  </a:lnTo>
                  <a:lnTo>
                    <a:pt x="1884" y="502"/>
                  </a:lnTo>
                  <a:lnTo>
                    <a:pt x="1759" y="419"/>
                  </a:lnTo>
                  <a:lnTo>
                    <a:pt x="1675" y="419"/>
                  </a:lnTo>
                  <a:lnTo>
                    <a:pt x="1570" y="523"/>
                  </a:lnTo>
                  <a:lnTo>
                    <a:pt x="1382" y="523"/>
                  </a:lnTo>
                  <a:lnTo>
                    <a:pt x="963" y="586"/>
                  </a:lnTo>
                  <a:lnTo>
                    <a:pt x="859" y="628"/>
                  </a:lnTo>
                  <a:lnTo>
                    <a:pt x="671" y="544"/>
                  </a:lnTo>
                  <a:lnTo>
                    <a:pt x="608" y="544"/>
                  </a:lnTo>
                  <a:lnTo>
                    <a:pt x="566" y="649"/>
                  </a:lnTo>
                  <a:lnTo>
                    <a:pt x="608" y="921"/>
                  </a:lnTo>
                  <a:lnTo>
                    <a:pt x="650" y="1004"/>
                  </a:lnTo>
                  <a:lnTo>
                    <a:pt x="733" y="1151"/>
                  </a:lnTo>
                  <a:lnTo>
                    <a:pt x="859" y="1235"/>
                  </a:lnTo>
                  <a:lnTo>
                    <a:pt x="817" y="1318"/>
                  </a:lnTo>
                  <a:lnTo>
                    <a:pt x="838" y="1381"/>
                  </a:lnTo>
                  <a:lnTo>
                    <a:pt x="880" y="1465"/>
                  </a:lnTo>
                  <a:lnTo>
                    <a:pt x="838" y="1653"/>
                  </a:lnTo>
                  <a:lnTo>
                    <a:pt x="754" y="1653"/>
                  </a:lnTo>
                  <a:lnTo>
                    <a:pt x="650" y="1737"/>
                  </a:lnTo>
                  <a:lnTo>
                    <a:pt x="629" y="1904"/>
                  </a:lnTo>
                  <a:lnTo>
                    <a:pt x="252" y="2302"/>
                  </a:lnTo>
                  <a:lnTo>
                    <a:pt x="294" y="2469"/>
                  </a:lnTo>
                  <a:lnTo>
                    <a:pt x="294" y="2637"/>
                  </a:lnTo>
                  <a:lnTo>
                    <a:pt x="147" y="2616"/>
                  </a:lnTo>
                  <a:lnTo>
                    <a:pt x="43" y="2888"/>
                  </a:lnTo>
                  <a:lnTo>
                    <a:pt x="22" y="3097"/>
                  </a:lnTo>
                  <a:lnTo>
                    <a:pt x="1" y="3097"/>
                  </a:lnTo>
                  <a:lnTo>
                    <a:pt x="126" y="3222"/>
                  </a:lnTo>
                  <a:lnTo>
                    <a:pt x="294" y="3327"/>
                  </a:lnTo>
                  <a:lnTo>
                    <a:pt x="315" y="3432"/>
                  </a:lnTo>
                  <a:lnTo>
                    <a:pt x="440" y="3432"/>
                  </a:lnTo>
                  <a:lnTo>
                    <a:pt x="524" y="3348"/>
                  </a:lnTo>
                  <a:lnTo>
                    <a:pt x="629" y="3348"/>
                  </a:lnTo>
                  <a:lnTo>
                    <a:pt x="838" y="3453"/>
                  </a:lnTo>
                  <a:lnTo>
                    <a:pt x="984" y="3473"/>
                  </a:lnTo>
                  <a:lnTo>
                    <a:pt x="1152" y="3536"/>
                  </a:lnTo>
                  <a:lnTo>
                    <a:pt x="1194" y="3641"/>
                  </a:lnTo>
                  <a:lnTo>
                    <a:pt x="1340" y="3683"/>
                  </a:lnTo>
                  <a:lnTo>
                    <a:pt x="1487" y="3641"/>
                  </a:lnTo>
                  <a:lnTo>
                    <a:pt x="1612" y="3641"/>
                  </a:lnTo>
                  <a:lnTo>
                    <a:pt x="1717" y="3515"/>
                  </a:lnTo>
                  <a:lnTo>
                    <a:pt x="2114" y="3453"/>
                  </a:lnTo>
                  <a:lnTo>
                    <a:pt x="2240" y="3369"/>
                  </a:lnTo>
                  <a:lnTo>
                    <a:pt x="2386" y="3348"/>
                  </a:lnTo>
                  <a:lnTo>
                    <a:pt x="2344" y="3201"/>
                  </a:lnTo>
                  <a:lnTo>
                    <a:pt x="2386" y="3139"/>
                  </a:lnTo>
                  <a:lnTo>
                    <a:pt x="2344" y="2992"/>
                  </a:lnTo>
                  <a:lnTo>
                    <a:pt x="2428" y="3013"/>
                  </a:lnTo>
                  <a:lnTo>
                    <a:pt x="2449" y="2992"/>
                  </a:lnTo>
                  <a:lnTo>
                    <a:pt x="2554" y="3034"/>
                  </a:lnTo>
                  <a:lnTo>
                    <a:pt x="2616" y="2992"/>
                  </a:lnTo>
                  <a:lnTo>
                    <a:pt x="2742" y="2992"/>
                  </a:lnTo>
                  <a:lnTo>
                    <a:pt x="2763" y="2929"/>
                  </a:lnTo>
                  <a:lnTo>
                    <a:pt x="2867" y="3055"/>
                  </a:lnTo>
                  <a:lnTo>
                    <a:pt x="3014" y="3055"/>
                  </a:lnTo>
                  <a:lnTo>
                    <a:pt x="3181" y="3243"/>
                  </a:lnTo>
                  <a:lnTo>
                    <a:pt x="3370" y="3243"/>
                  </a:lnTo>
                  <a:lnTo>
                    <a:pt x="3391" y="3201"/>
                  </a:lnTo>
                  <a:lnTo>
                    <a:pt x="3453" y="3201"/>
                  </a:lnTo>
                  <a:lnTo>
                    <a:pt x="3642" y="3369"/>
                  </a:lnTo>
                  <a:lnTo>
                    <a:pt x="3788" y="3453"/>
                  </a:lnTo>
                  <a:lnTo>
                    <a:pt x="3809" y="3641"/>
                  </a:lnTo>
                  <a:lnTo>
                    <a:pt x="3809" y="3787"/>
                  </a:lnTo>
                  <a:lnTo>
                    <a:pt x="3956" y="3850"/>
                  </a:lnTo>
                  <a:lnTo>
                    <a:pt x="3956" y="3892"/>
                  </a:lnTo>
                  <a:lnTo>
                    <a:pt x="4102" y="4038"/>
                  </a:lnTo>
                  <a:lnTo>
                    <a:pt x="4269" y="4143"/>
                  </a:lnTo>
                  <a:lnTo>
                    <a:pt x="4290" y="4248"/>
                  </a:lnTo>
                  <a:lnTo>
                    <a:pt x="4269" y="4352"/>
                  </a:lnTo>
                  <a:lnTo>
                    <a:pt x="4332" y="4457"/>
                  </a:lnTo>
                  <a:lnTo>
                    <a:pt x="4311" y="4499"/>
                  </a:lnTo>
                  <a:lnTo>
                    <a:pt x="4123" y="4499"/>
                  </a:lnTo>
                  <a:lnTo>
                    <a:pt x="4060" y="4415"/>
                  </a:lnTo>
                  <a:lnTo>
                    <a:pt x="3893" y="4478"/>
                  </a:lnTo>
                  <a:lnTo>
                    <a:pt x="3788" y="4478"/>
                  </a:lnTo>
                  <a:lnTo>
                    <a:pt x="3767" y="4687"/>
                  </a:lnTo>
                  <a:lnTo>
                    <a:pt x="3767" y="4834"/>
                  </a:lnTo>
                  <a:lnTo>
                    <a:pt x="3704" y="4813"/>
                  </a:lnTo>
                  <a:lnTo>
                    <a:pt x="3600" y="5022"/>
                  </a:lnTo>
                  <a:lnTo>
                    <a:pt x="3600" y="5126"/>
                  </a:lnTo>
                  <a:lnTo>
                    <a:pt x="3495" y="5106"/>
                  </a:lnTo>
                  <a:lnTo>
                    <a:pt x="3432" y="5147"/>
                  </a:lnTo>
                  <a:lnTo>
                    <a:pt x="3537" y="5315"/>
                  </a:lnTo>
                  <a:lnTo>
                    <a:pt x="3684" y="5357"/>
                  </a:lnTo>
                  <a:lnTo>
                    <a:pt x="3893" y="5357"/>
                  </a:lnTo>
                  <a:lnTo>
                    <a:pt x="3976" y="5294"/>
                  </a:lnTo>
                  <a:lnTo>
                    <a:pt x="4165" y="5294"/>
                  </a:lnTo>
                  <a:lnTo>
                    <a:pt x="4269" y="5357"/>
                  </a:lnTo>
                  <a:lnTo>
                    <a:pt x="4290" y="5252"/>
                  </a:lnTo>
                  <a:lnTo>
                    <a:pt x="4228" y="5189"/>
                  </a:lnTo>
                  <a:lnTo>
                    <a:pt x="4228" y="5106"/>
                  </a:lnTo>
                  <a:lnTo>
                    <a:pt x="4228" y="5022"/>
                  </a:lnTo>
                  <a:lnTo>
                    <a:pt x="4290" y="5106"/>
                  </a:lnTo>
                  <a:lnTo>
                    <a:pt x="4374" y="5106"/>
                  </a:lnTo>
                  <a:lnTo>
                    <a:pt x="4583" y="4834"/>
                  </a:lnTo>
                  <a:lnTo>
                    <a:pt x="4541" y="4771"/>
                  </a:lnTo>
                  <a:lnTo>
                    <a:pt x="4604" y="4771"/>
                  </a:lnTo>
                  <a:lnTo>
                    <a:pt x="4730" y="4603"/>
                  </a:lnTo>
                  <a:lnTo>
                    <a:pt x="4730" y="4478"/>
                  </a:lnTo>
                  <a:lnTo>
                    <a:pt x="4813" y="4394"/>
                  </a:lnTo>
                  <a:lnTo>
                    <a:pt x="4939" y="4394"/>
                  </a:lnTo>
                  <a:lnTo>
                    <a:pt x="5064" y="4269"/>
                  </a:lnTo>
                  <a:lnTo>
                    <a:pt x="5127" y="4310"/>
                  </a:lnTo>
                  <a:lnTo>
                    <a:pt x="5127" y="4352"/>
                  </a:lnTo>
                  <a:lnTo>
                    <a:pt x="5232" y="4352"/>
                  </a:lnTo>
                  <a:lnTo>
                    <a:pt x="5274" y="4289"/>
                  </a:lnTo>
                  <a:lnTo>
                    <a:pt x="5336" y="4206"/>
                  </a:lnTo>
                  <a:lnTo>
                    <a:pt x="5357" y="4269"/>
                  </a:lnTo>
                  <a:lnTo>
                    <a:pt x="5441" y="4310"/>
                  </a:lnTo>
                  <a:lnTo>
                    <a:pt x="5525" y="4352"/>
                  </a:lnTo>
                  <a:lnTo>
                    <a:pt x="5692" y="4310"/>
                  </a:lnTo>
                  <a:lnTo>
                    <a:pt x="5567" y="4373"/>
                  </a:lnTo>
                  <a:lnTo>
                    <a:pt x="5483" y="4415"/>
                  </a:lnTo>
                  <a:lnTo>
                    <a:pt x="5378" y="4394"/>
                  </a:lnTo>
                  <a:lnTo>
                    <a:pt x="5211" y="4415"/>
                  </a:lnTo>
                  <a:lnTo>
                    <a:pt x="5064" y="4415"/>
                  </a:lnTo>
                  <a:lnTo>
                    <a:pt x="5127" y="4478"/>
                  </a:lnTo>
                  <a:lnTo>
                    <a:pt x="5336" y="4478"/>
                  </a:lnTo>
                  <a:lnTo>
                    <a:pt x="5483" y="4561"/>
                  </a:lnTo>
                  <a:lnTo>
                    <a:pt x="5462" y="4582"/>
                  </a:lnTo>
                  <a:lnTo>
                    <a:pt x="5420" y="4624"/>
                  </a:lnTo>
                  <a:lnTo>
                    <a:pt x="5483" y="4708"/>
                  </a:lnTo>
                  <a:lnTo>
                    <a:pt x="5567" y="4708"/>
                  </a:lnTo>
                  <a:lnTo>
                    <a:pt x="5671" y="4771"/>
                  </a:lnTo>
                  <a:lnTo>
                    <a:pt x="5797" y="4708"/>
                  </a:lnTo>
                  <a:lnTo>
                    <a:pt x="5943" y="4687"/>
                  </a:lnTo>
                  <a:lnTo>
                    <a:pt x="6069" y="4729"/>
                  </a:lnTo>
                  <a:lnTo>
                    <a:pt x="6173" y="4792"/>
                  </a:lnTo>
                  <a:lnTo>
                    <a:pt x="6194" y="4708"/>
                  </a:lnTo>
                  <a:lnTo>
                    <a:pt x="6257" y="4729"/>
                  </a:lnTo>
                  <a:lnTo>
                    <a:pt x="6278" y="4875"/>
                  </a:lnTo>
                  <a:lnTo>
                    <a:pt x="6362" y="4938"/>
                  </a:lnTo>
                  <a:lnTo>
                    <a:pt x="6299" y="4980"/>
                  </a:lnTo>
                  <a:lnTo>
                    <a:pt x="6111" y="5022"/>
                  </a:lnTo>
                  <a:lnTo>
                    <a:pt x="5943" y="5126"/>
                  </a:lnTo>
                  <a:lnTo>
                    <a:pt x="5797" y="5315"/>
                  </a:lnTo>
                  <a:lnTo>
                    <a:pt x="5901" y="5357"/>
                  </a:lnTo>
                  <a:lnTo>
                    <a:pt x="5985" y="5294"/>
                  </a:lnTo>
                  <a:lnTo>
                    <a:pt x="6111" y="5357"/>
                  </a:lnTo>
                  <a:lnTo>
                    <a:pt x="6173" y="5336"/>
                  </a:lnTo>
                  <a:lnTo>
                    <a:pt x="6362" y="5503"/>
                  </a:lnTo>
                  <a:lnTo>
                    <a:pt x="6383" y="5566"/>
                  </a:lnTo>
                  <a:lnTo>
                    <a:pt x="6299" y="5775"/>
                  </a:lnTo>
                  <a:lnTo>
                    <a:pt x="6278" y="5838"/>
                  </a:lnTo>
                  <a:lnTo>
                    <a:pt x="6383" y="5922"/>
                  </a:lnTo>
                  <a:lnTo>
                    <a:pt x="6592" y="5922"/>
                  </a:lnTo>
                  <a:lnTo>
                    <a:pt x="6780" y="5817"/>
                  </a:lnTo>
                  <a:lnTo>
                    <a:pt x="7031" y="5629"/>
                  </a:lnTo>
                  <a:lnTo>
                    <a:pt x="7220" y="5629"/>
                  </a:lnTo>
                  <a:lnTo>
                    <a:pt x="7324" y="5503"/>
                  </a:lnTo>
                  <a:lnTo>
                    <a:pt x="7450" y="5419"/>
                  </a:lnTo>
                  <a:lnTo>
                    <a:pt x="7680" y="5440"/>
                  </a:lnTo>
                  <a:lnTo>
                    <a:pt x="7889" y="5440"/>
                  </a:lnTo>
                  <a:lnTo>
                    <a:pt x="7952" y="5336"/>
                  </a:lnTo>
                  <a:lnTo>
                    <a:pt x="7889" y="5231"/>
                  </a:lnTo>
                  <a:lnTo>
                    <a:pt x="7952" y="5210"/>
                  </a:lnTo>
                  <a:lnTo>
                    <a:pt x="7994" y="5126"/>
                  </a:lnTo>
                  <a:lnTo>
                    <a:pt x="7847" y="5106"/>
                  </a:lnTo>
                  <a:lnTo>
                    <a:pt x="7659" y="5126"/>
                  </a:lnTo>
                  <a:lnTo>
                    <a:pt x="7638" y="5252"/>
                  </a:lnTo>
                  <a:lnTo>
                    <a:pt x="7513" y="5189"/>
                  </a:lnTo>
                  <a:lnTo>
                    <a:pt x="7450" y="5189"/>
                  </a:lnTo>
                  <a:lnTo>
                    <a:pt x="7345" y="5294"/>
                  </a:lnTo>
                  <a:lnTo>
                    <a:pt x="7303" y="5252"/>
                  </a:lnTo>
                  <a:lnTo>
                    <a:pt x="7010" y="4938"/>
                  </a:lnTo>
                  <a:lnTo>
                    <a:pt x="6948" y="4813"/>
                  </a:lnTo>
                  <a:lnTo>
                    <a:pt x="6885" y="4687"/>
                  </a:lnTo>
                  <a:lnTo>
                    <a:pt x="6822" y="4708"/>
                  </a:lnTo>
                  <a:lnTo>
                    <a:pt x="6885" y="4875"/>
                  </a:lnTo>
                  <a:lnTo>
                    <a:pt x="7094" y="5106"/>
                  </a:lnTo>
                  <a:lnTo>
                    <a:pt x="7261" y="5294"/>
                  </a:lnTo>
                  <a:lnTo>
                    <a:pt x="7220" y="5315"/>
                  </a:lnTo>
                  <a:lnTo>
                    <a:pt x="7094" y="5294"/>
                  </a:lnTo>
                  <a:lnTo>
                    <a:pt x="7031" y="5210"/>
                  </a:lnTo>
                  <a:lnTo>
                    <a:pt x="7010" y="5085"/>
                  </a:lnTo>
                  <a:lnTo>
                    <a:pt x="6927" y="5043"/>
                  </a:lnTo>
                  <a:lnTo>
                    <a:pt x="6885" y="5106"/>
                  </a:lnTo>
                  <a:lnTo>
                    <a:pt x="6885" y="5022"/>
                  </a:lnTo>
                  <a:lnTo>
                    <a:pt x="6822" y="5022"/>
                  </a:lnTo>
                  <a:lnTo>
                    <a:pt x="6780" y="5043"/>
                  </a:lnTo>
                  <a:lnTo>
                    <a:pt x="6780" y="5001"/>
                  </a:lnTo>
                  <a:lnTo>
                    <a:pt x="6822" y="4917"/>
                  </a:lnTo>
                  <a:lnTo>
                    <a:pt x="6801" y="4875"/>
                  </a:lnTo>
                  <a:lnTo>
                    <a:pt x="6717" y="4896"/>
                  </a:lnTo>
                  <a:lnTo>
                    <a:pt x="6676" y="4834"/>
                  </a:lnTo>
                  <a:lnTo>
                    <a:pt x="6592" y="4771"/>
                  </a:lnTo>
                  <a:lnTo>
                    <a:pt x="6404" y="4792"/>
                  </a:lnTo>
                  <a:lnTo>
                    <a:pt x="6320" y="4729"/>
                  </a:lnTo>
                  <a:lnTo>
                    <a:pt x="6362" y="4687"/>
                  </a:lnTo>
                  <a:lnTo>
                    <a:pt x="6487" y="4708"/>
                  </a:lnTo>
                  <a:lnTo>
                    <a:pt x="6529" y="4624"/>
                  </a:lnTo>
                  <a:lnTo>
                    <a:pt x="6634" y="4708"/>
                  </a:lnTo>
                  <a:lnTo>
                    <a:pt x="6738" y="4708"/>
                  </a:lnTo>
                  <a:lnTo>
                    <a:pt x="6780" y="4624"/>
                  </a:lnTo>
                  <a:lnTo>
                    <a:pt x="6885" y="4603"/>
                  </a:lnTo>
                  <a:lnTo>
                    <a:pt x="7052" y="4415"/>
                  </a:lnTo>
                  <a:lnTo>
                    <a:pt x="7052" y="4373"/>
                  </a:lnTo>
                  <a:lnTo>
                    <a:pt x="7136" y="4394"/>
                  </a:lnTo>
                  <a:lnTo>
                    <a:pt x="7136" y="4457"/>
                  </a:lnTo>
                  <a:lnTo>
                    <a:pt x="7031" y="4582"/>
                  </a:lnTo>
                  <a:lnTo>
                    <a:pt x="6989" y="4603"/>
                  </a:lnTo>
                  <a:lnTo>
                    <a:pt x="7010" y="4666"/>
                  </a:lnTo>
                  <a:lnTo>
                    <a:pt x="7094" y="4624"/>
                  </a:lnTo>
                  <a:lnTo>
                    <a:pt x="7220" y="4457"/>
                  </a:lnTo>
                  <a:lnTo>
                    <a:pt x="7241" y="4373"/>
                  </a:lnTo>
                  <a:lnTo>
                    <a:pt x="7157" y="4289"/>
                  </a:lnTo>
                  <a:lnTo>
                    <a:pt x="7136" y="4248"/>
                  </a:lnTo>
                  <a:lnTo>
                    <a:pt x="7199" y="4206"/>
                  </a:lnTo>
                  <a:lnTo>
                    <a:pt x="7261" y="4352"/>
                  </a:lnTo>
                  <a:lnTo>
                    <a:pt x="7345" y="4373"/>
                  </a:lnTo>
                  <a:lnTo>
                    <a:pt x="7450" y="4289"/>
                  </a:lnTo>
                  <a:lnTo>
                    <a:pt x="7617" y="4310"/>
                  </a:lnTo>
                  <a:lnTo>
                    <a:pt x="7722" y="4248"/>
                  </a:lnTo>
                  <a:lnTo>
                    <a:pt x="7868" y="4248"/>
                  </a:lnTo>
                  <a:lnTo>
                    <a:pt x="7973" y="4101"/>
                  </a:lnTo>
                  <a:lnTo>
                    <a:pt x="8057" y="4038"/>
                  </a:lnTo>
                  <a:lnTo>
                    <a:pt x="8182" y="4038"/>
                  </a:lnTo>
                  <a:lnTo>
                    <a:pt x="8203" y="3934"/>
                  </a:lnTo>
                  <a:lnTo>
                    <a:pt x="8287" y="3871"/>
                  </a:lnTo>
                  <a:lnTo>
                    <a:pt x="8454" y="3871"/>
                  </a:lnTo>
                  <a:lnTo>
                    <a:pt x="8580" y="3829"/>
                  </a:lnTo>
                  <a:lnTo>
                    <a:pt x="8663" y="3829"/>
                  </a:lnTo>
                  <a:lnTo>
                    <a:pt x="8663" y="3892"/>
                  </a:lnTo>
                  <a:lnTo>
                    <a:pt x="8768" y="3850"/>
                  </a:lnTo>
                  <a:lnTo>
                    <a:pt x="8789" y="3578"/>
                  </a:lnTo>
                  <a:lnTo>
                    <a:pt x="8873" y="3557"/>
                  </a:lnTo>
                  <a:lnTo>
                    <a:pt x="8998" y="3348"/>
                  </a:lnTo>
                  <a:lnTo>
                    <a:pt x="9291" y="3327"/>
                  </a:lnTo>
                  <a:lnTo>
                    <a:pt x="9396" y="3243"/>
                  </a:lnTo>
                  <a:lnTo>
                    <a:pt x="9354" y="3118"/>
                  </a:lnTo>
                  <a:lnTo>
                    <a:pt x="9438" y="2909"/>
                  </a:lnTo>
                  <a:lnTo>
                    <a:pt x="9417" y="2720"/>
                  </a:lnTo>
                  <a:lnTo>
                    <a:pt x="9228" y="2616"/>
                  </a:lnTo>
                  <a:lnTo>
                    <a:pt x="9291" y="2365"/>
                  </a:lnTo>
                  <a:lnTo>
                    <a:pt x="9396" y="2323"/>
                  </a:lnTo>
                  <a:lnTo>
                    <a:pt x="9500" y="2197"/>
                  </a:lnTo>
                  <a:lnTo>
                    <a:pt x="9500" y="2072"/>
                  </a:lnTo>
                  <a:lnTo>
                    <a:pt x="9417" y="2009"/>
                  </a:lnTo>
                  <a:lnTo>
                    <a:pt x="9354" y="1883"/>
                  </a:lnTo>
                  <a:lnTo>
                    <a:pt x="9291" y="1967"/>
                  </a:lnTo>
                  <a:lnTo>
                    <a:pt x="9103" y="1946"/>
                  </a:lnTo>
                  <a:lnTo>
                    <a:pt x="8935" y="1841"/>
                  </a:lnTo>
                  <a:lnTo>
                    <a:pt x="8810" y="1862"/>
                  </a:lnTo>
                  <a:lnTo>
                    <a:pt x="8705" y="1800"/>
                  </a:lnTo>
                  <a:lnTo>
                    <a:pt x="8559" y="1779"/>
                  </a:lnTo>
                  <a:lnTo>
                    <a:pt x="8349" y="1758"/>
                  </a:lnTo>
                  <a:lnTo>
                    <a:pt x="8266" y="1841"/>
                  </a:lnTo>
                  <a:lnTo>
                    <a:pt x="8203" y="1695"/>
                  </a:lnTo>
                  <a:lnTo>
                    <a:pt x="8057" y="1590"/>
                  </a:lnTo>
                  <a:lnTo>
                    <a:pt x="7931" y="1318"/>
                  </a:lnTo>
                  <a:lnTo>
                    <a:pt x="7826" y="1339"/>
                  </a:lnTo>
                  <a:lnTo>
                    <a:pt x="7638" y="1465"/>
                  </a:lnTo>
                  <a:lnTo>
                    <a:pt x="7513" y="1444"/>
                  </a:lnTo>
                  <a:lnTo>
                    <a:pt x="7366" y="1486"/>
                  </a:lnTo>
                  <a:lnTo>
                    <a:pt x="7220" y="1423"/>
                  </a:lnTo>
                  <a:lnTo>
                    <a:pt x="7115" y="1528"/>
                  </a:lnTo>
                  <a:lnTo>
                    <a:pt x="6843" y="1256"/>
                  </a:lnTo>
                  <a:lnTo>
                    <a:pt x="6780" y="1067"/>
                  </a:lnTo>
                  <a:lnTo>
                    <a:pt x="6780" y="921"/>
                  </a:lnTo>
                  <a:lnTo>
                    <a:pt x="6676" y="921"/>
                  </a:lnTo>
                  <a:lnTo>
                    <a:pt x="6676" y="795"/>
                  </a:lnTo>
                  <a:lnTo>
                    <a:pt x="6529" y="691"/>
                  </a:lnTo>
                  <a:lnTo>
                    <a:pt x="6215" y="732"/>
                  </a:lnTo>
                  <a:lnTo>
                    <a:pt x="6069" y="523"/>
                  </a:lnTo>
                  <a:lnTo>
                    <a:pt x="6111" y="398"/>
                  </a:lnTo>
                  <a:lnTo>
                    <a:pt x="6006" y="293"/>
                  </a:lnTo>
                  <a:lnTo>
                    <a:pt x="5901" y="21"/>
                  </a:lnTo>
                  <a:lnTo>
                    <a:pt x="5776" y="21"/>
                  </a:lnTo>
                  <a:lnTo>
                    <a:pt x="5650" y="105"/>
                  </a:lnTo>
                  <a:lnTo>
                    <a:pt x="5357" y="105"/>
                  </a:lnTo>
                  <a:lnTo>
                    <a:pt x="506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3" name="Google Shape;7821;p67">
              <a:extLst>
                <a:ext uri="{FF2B5EF4-FFF2-40B4-BE49-F238E27FC236}">
                  <a16:creationId xmlns:a16="http://schemas.microsoft.com/office/drawing/2014/main" id="{DA7FBE16-7F13-A02E-AD73-71297379CC38}"/>
                </a:ext>
              </a:extLst>
            </p:cNvPr>
            <p:cNvSpPr/>
            <p:nvPr/>
          </p:nvSpPr>
          <p:spPr>
            <a:xfrm>
              <a:off x="4036750" y="2474325"/>
              <a:ext cx="49725" cy="55475"/>
            </a:xfrm>
            <a:custGeom>
              <a:avLst/>
              <a:gdLst/>
              <a:ahLst/>
              <a:cxnLst/>
              <a:rect l="l" t="t" r="r" b="b"/>
              <a:pathLst>
                <a:path w="1989" h="2219" extrusionOk="0">
                  <a:moveTo>
                    <a:pt x="419" y="0"/>
                  </a:moveTo>
                  <a:lnTo>
                    <a:pt x="398" y="63"/>
                  </a:lnTo>
                  <a:lnTo>
                    <a:pt x="272" y="63"/>
                  </a:lnTo>
                  <a:lnTo>
                    <a:pt x="210" y="105"/>
                  </a:lnTo>
                  <a:lnTo>
                    <a:pt x="105" y="63"/>
                  </a:lnTo>
                  <a:lnTo>
                    <a:pt x="84" y="84"/>
                  </a:lnTo>
                  <a:lnTo>
                    <a:pt x="0" y="63"/>
                  </a:lnTo>
                  <a:lnTo>
                    <a:pt x="42" y="210"/>
                  </a:lnTo>
                  <a:lnTo>
                    <a:pt x="0" y="272"/>
                  </a:lnTo>
                  <a:lnTo>
                    <a:pt x="42" y="419"/>
                  </a:lnTo>
                  <a:lnTo>
                    <a:pt x="251" y="377"/>
                  </a:lnTo>
                  <a:lnTo>
                    <a:pt x="314" y="628"/>
                  </a:lnTo>
                  <a:lnTo>
                    <a:pt x="565" y="837"/>
                  </a:lnTo>
                  <a:lnTo>
                    <a:pt x="586" y="942"/>
                  </a:lnTo>
                  <a:lnTo>
                    <a:pt x="900" y="1214"/>
                  </a:lnTo>
                  <a:lnTo>
                    <a:pt x="921" y="1360"/>
                  </a:lnTo>
                  <a:lnTo>
                    <a:pt x="1026" y="1528"/>
                  </a:lnTo>
                  <a:lnTo>
                    <a:pt x="1005" y="2072"/>
                  </a:lnTo>
                  <a:lnTo>
                    <a:pt x="1088" y="2218"/>
                  </a:lnTo>
                  <a:lnTo>
                    <a:pt x="1151" y="2177"/>
                  </a:lnTo>
                  <a:lnTo>
                    <a:pt x="1256" y="2197"/>
                  </a:lnTo>
                  <a:lnTo>
                    <a:pt x="1256" y="2093"/>
                  </a:lnTo>
                  <a:lnTo>
                    <a:pt x="1360" y="1884"/>
                  </a:lnTo>
                  <a:lnTo>
                    <a:pt x="1423" y="1905"/>
                  </a:lnTo>
                  <a:lnTo>
                    <a:pt x="1423" y="1758"/>
                  </a:lnTo>
                  <a:lnTo>
                    <a:pt x="1444" y="1549"/>
                  </a:lnTo>
                  <a:lnTo>
                    <a:pt x="1549" y="1549"/>
                  </a:lnTo>
                  <a:lnTo>
                    <a:pt x="1716" y="1486"/>
                  </a:lnTo>
                  <a:lnTo>
                    <a:pt x="1779" y="1570"/>
                  </a:lnTo>
                  <a:lnTo>
                    <a:pt x="1967" y="1570"/>
                  </a:lnTo>
                  <a:lnTo>
                    <a:pt x="1988" y="1528"/>
                  </a:lnTo>
                  <a:lnTo>
                    <a:pt x="1925" y="1423"/>
                  </a:lnTo>
                  <a:lnTo>
                    <a:pt x="1946" y="1319"/>
                  </a:lnTo>
                  <a:lnTo>
                    <a:pt x="1925" y="1214"/>
                  </a:lnTo>
                  <a:lnTo>
                    <a:pt x="1758" y="1109"/>
                  </a:lnTo>
                  <a:lnTo>
                    <a:pt x="1612" y="963"/>
                  </a:lnTo>
                  <a:lnTo>
                    <a:pt x="1612" y="921"/>
                  </a:lnTo>
                  <a:lnTo>
                    <a:pt x="1465" y="858"/>
                  </a:lnTo>
                  <a:lnTo>
                    <a:pt x="1465" y="712"/>
                  </a:lnTo>
                  <a:lnTo>
                    <a:pt x="1444" y="524"/>
                  </a:lnTo>
                  <a:lnTo>
                    <a:pt x="1298" y="440"/>
                  </a:lnTo>
                  <a:lnTo>
                    <a:pt x="1109" y="272"/>
                  </a:lnTo>
                  <a:lnTo>
                    <a:pt x="1047" y="272"/>
                  </a:lnTo>
                  <a:lnTo>
                    <a:pt x="1026" y="314"/>
                  </a:lnTo>
                  <a:lnTo>
                    <a:pt x="837" y="314"/>
                  </a:lnTo>
                  <a:lnTo>
                    <a:pt x="670" y="126"/>
                  </a:lnTo>
                  <a:lnTo>
                    <a:pt x="523" y="126"/>
                  </a:lnTo>
                  <a:lnTo>
                    <a:pt x="41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4" name="Google Shape;7822;p67">
              <a:extLst>
                <a:ext uri="{FF2B5EF4-FFF2-40B4-BE49-F238E27FC236}">
                  <a16:creationId xmlns:a16="http://schemas.microsoft.com/office/drawing/2014/main" id="{B4BBF106-2B11-6199-E76A-402AB4D19831}"/>
                </a:ext>
              </a:extLst>
            </p:cNvPr>
            <p:cNvSpPr/>
            <p:nvPr/>
          </p:nvSpPr>
          <p:spPr>
            <a:xfrm>
              <a:off x="3957250" y="2483750"/>
              <a:ext cx="127650" cy="81625"/>
            </a:xfrm>
            <a:custGeom>
              <a:avLst/>
              <a:gdLst/>
              <a:ahLst/>
              <a:cxnLst/>
              <a:rect l="l" t="t" r="r" b="b"/>
              <a:pathLst>
                <a:path w="5106" h="3265" extrusionOk="0">
                  <a:moveTo>
                    <a:pt x="3431" y="0"/>
                  </a:moveTo>
                  <a:lnTo>
                    <a:pt x="3076" y="63"/>
                  </a:lnTo>
                  <a:lnTo>
                    <a:pt x="2950" y="147"/>
                  </a:lnTo>
                  <a:lnTo>
                    <a:pt x="2553" y="209"/>
                  </a:lnTo>
                  <a:lnTo>
                    <a:pt x="2448" y="335"/>
                  </a:lnTo>
                  <a:lnTo>
                    <a:pt x="2323" y="335"/>
                  </a:lnTo>
                  <a:lnTo>
                    <a:pt x="2176" y="377"/>
                  </a:lnTo>
                  <a:lnTo>
                    <a:pt x="2030" y="335"/>
                  </a:lnTo>
                  <a:lnTo>
                    <a:pt x="1988" y="230"/>
                  </a:lnTo>
                  <a:lnTo>
                    <a:pt x="1820" y="167"/>
                  </a:lnTo>
                  <a:lnTo>
                    <a:pt x="1674" y="147"/>
                  </a:lnTo>
                  <a:lnTo>
                    <a:pt x="1465" y="42"/>
                  </a:lnTo>
                  <a:lnTo>
                    <a:pt x="1360" y="42"/>
                  </a:lnTo>
                  <a:lnTo>
                    <a:pt x="1276" y="126"/>
                  </a:lnTo>
                  <a:lnTo>
                    <a:pt x="1151" y="126"/>
                  </a:lnTo>
                  <a:lnTo>
                    <a:pt x="1172" y="147"/>
                  </a:lnTo>
                  <a:lnTo>
                    <a:pt x="1130" y="272"/>
                  </a:lnTo>
                  <a:lnTo>
                    <a:pt x="962" y="314"/>
                  </a:lnTo>
                  <a:lnTo>
                    <a:pt x="858" y="544"/>
                  </a:lnTo>
                  <a:lnTo>
                    <a:pt x="732" y="879"/>
                  </a:lnTo>
                  <a:lnTo>
                    <a:pt x="523" y="1193"/>
                  </a:lnTo>
                  <a:lnTo>
                    <a:pt x="544" y="1297"/>
                  </a:lnTo>
                  <a:lnTo>
                    <a:pt x="439" y="1402"/>
                  </a:lnTo>
                  <a:lnTo>
                    <a:pt x="293" y="1381"/>
                  </a:lnTo>
                  <a:lnTo>
                    <a:pt x="230" y="1486"/>
                  </a:lnTo>
                  <a:lnTo>
                    <a:pt x="126" y="1507"/>
                  </a:lnTo>
                  <a:lnTo>
                    <a:pt x="0" y="1632"/>
                  </a:lnTo>
                  <a:lnTo>
                    <a:pt x="126" y="1674"/>
                  </a:lnTo>
                  <a:lnTo>
                    <a:pt x="146" y="1737"/>
                  </a:lnTo>
                  <a:lnTo>
                    <a:pt x="335" y="1946"/>
                  </a:lnTo>
                  <a:lnTo>
                    <a:pt x="356" y="2051"/>
                  </a:lnTo>
                  <a:lnTo>
                    <a:pt x="523" y="2134"/>
                  </a:lnTo>
                  <a:lnTo>
                    <a:pt x="670" y="2260"/>
                  </a:lnTo>
                  <a:lnTo>
                    <a:pt x="607" y="2406"/>
                  </a:lnTo>
                  <a:lnTo>
                    <a:pt x="628" y="2448"/>
                  </a:lnTo>
                  <a:lnTo>
                    <a:pt x="837" y="2532"/>
                  </a:lnTo>
                  <a:lnTo>
                    <a:pt x="879" y="2616"/>
                  </a:lnTo>
                  <a:lnTo>
                    <a:pt x="983" y="2574"/>
                  </a:lnTo>
                  <a:lnTo>
                    <a:pt x="1088" y="2657"/>
                  </a:lnTo>
                  <a:lnTo>
                    <a:pt x="1172" y="2532"/>
                  </a:lnTo>
                  <a:lnTo>
                    <a:pt x="1381" y="2553"/>
                  </a:lnTo>
                  <a:lnTo>
                    <a:pt x="1276" y="2678"/>
                  </a:lnTo>
                  <a:lnTo>
                    <a:pt x="1297" y="2762"/>
                  </a:lnTo>
                  <a:lnTo>
                    <a:pt x="1339" y="2888"/>
                  </a:lnTo>
                  <a:lnTo>
                    <a:pt x="1486" y="2888"/>
                  </a:lnTo>
                  <a:lnTo>
                    <a:pt x="1569" y="2971"/>
                  </a:lnTo>
                  <a:lnTo>
                    <a:pt x="1569" y="3055"/>
                  </a:lnTo>
                  <a:lnTo>
                    <a:pt x="1507" y="3097"/>
                  </a:lnTo>
                  <a:lnTo>
                    <a:pt x="1590" y="3201"/>
                  </a:lnTo>
                  <a:lnTo>
                    <a:pt x="1716" y="3139"/>
                  </a:lnTo>
                  <a:lnTo>
                    <a:pt x="1883" y="3139"/>
                  </a:lnTo>
                  <a:lnTo>
                    <a:pt x="1925" y="3201"/>
                  </a:lnTo>
                  <a:lnTo>
                    <a:pt x="1988" y="3180"/>
                  </a:lnTo>
                  <a:lnTo>
                    <a:pt x="2197" y="3264"/>
                  </a:lnTo>
                  <a:lnTo>
                    <a:pt x="2343" y="3180"/>
                  </a:lnTo>
                  <a:lnTo>
                    <a:pt x="2490" y="3201"/>
                  </a:lnTo>
                  <a:lnTo>
                    <a:pt x="2553" y="3160"/>
                  </a:lnTo>
                  <a:lnTo>
                    <a:pt x="2699" y="3201"/>
                  </a:lnTo>
                  <a:lnTo>
                    <a:pt x="2804" y="3201"/>
                  </a:lnTo>
                  <a:lnTo>
                    <a:pt x="3013" y="3243"/>
                  </a:lnTo>
                  <a:lnTo>
                    <a:pt x="3076" y="3180"/>
                  </a:lnTo>
                  <a:lnTo>
                    <a:pt x="3222" y="3139"/>
                  </a:lnTo>
                  <a:lnTo>
                    <a:pt x="3264" y="3055"/>
                  </a:lnTo>
                  <a:lnTo>
                    <a:pt x="3599" y="2888"/>
                  </a:lnTo>
                  <a:lnTo>
                    <a:pt x="3766" y="2867"/>
                  </a:lnTo>
                  <a:lnTo>
                    <a:pt x="3955" y="2888"/>
                  </a:lnTo>
                  <a:lnTo>
                    <a:pt x="4122" y="2971"/>
                  </a:lnTo>
                  <a:lnTo>
                    <a:pt x="4185" y="3034"/>
                  </a:lnTo>
                  <a:lnTo>
                    <a:pt x="4289" y="2992"/>
                  </a:lnTo>
                  <a:lnTo>
                    <a:pt x="4436" y="3055"/>
                  </a:lnTo>
                  <a:lnTo>
                    <a:pt x="4478" y="3139"/>
                  </a:lnTo>
                  <a:lnTo>
                    <a:pt x="4603" y="3139"/>
                  </a:lnTo>
                  <a:lnTo>
                    <a:pt x="4582" y="2992"/>
                  </a:lnTo>
                  <a:lnTo>
                    <a:pt x="4624" y="2888"/>
                  </a:lnTo>
                  <a:lnTo>
                    <a:pt x="4624" y="2720"/>
                  </a:lnTo>
                  <a:lnTo>
                    <a:pt x="4603" y="2636"/>
                  </a:lnTo>
                  <a:lnTo>
                    <a:pt x="4645" y="2553"/>
                  </a:lnTo>
                  <a:lnTo>
                    <a:pt x="4708" y="2427"/>
                  </a:lnTo>
                  <a:lnTo>
                    <a:pt x="4896" y="2427"/>
                  </a:lnTo>
                  <a:lnTo>
                    <a:pt x="5022" y="2406"/>
                  </a:lnTo>
                  <a:lnTo>
                    <a:pt x="5105" y="2239"/>
                  </a:lnTo>
                  <a:lnTo>
                    <a:pt x="5105" y="2155"/>
                  </a:lnTo>
                  <a:lnTo>
                    <a:pt x="5043" y="2113"/>
                  </a:lnTo>
                  <a:lnTo>
                    <a:pt x="5105" y="2051"/>
                  </a:lnTo>
                  <a:lnTo>
                    <a:pt x="5001" y="1988"/>
                  </a:lnTo>
                  <a:lnTo>
                    <a:pt x="4812" y="1988"/>
                  </a:lnTo>
                  <a:lnTo>
                    <a:pt x="4729" y="2051"/>
                  </a:lnTo>
                  <a:lnTo>
                    <a:pt x="4520" y="2051"/>
                  </a:lnTo>
                  <a:lnTo>
                    <a:pt x="4373" y="2009"/>
                  </a:lnTo>
                  <a:lnTo>
                    <a:pt x="4268" y="1841"/>
                  </a:lnTo>
                  <a:lnTo>
                    <a:pt x="4185" y="1695"/>
                  </a:lnTo>
                  <a:lnTo>
                    <a:pt x="4206" y="1151"/>
                  </a:lnTo>
                  <a:lnTo>
                    <a:pt x="4101" y="983"/>
                  </a:lnTo>
                  <a:lnTo>
                    <a:pt x="4080" y="837"/>
                  </a:lnTo>
                  <a:lnTo>
                    <a:pt x="3766" y="565"/>
                  </a:lnTo>
                  <a:lnTo>
                    <a:pt x="3745" y="460"/>
                  </a:lnTo>
                  <a:lnTo>
                    <a:pt x="3494" y="251"/>
                  </a:lnTo>
                  <a:lnTo>
                    <a:pt x="343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5" name="Google Shape;7823;p67">
              <a:extLst>
                <a:ext uri="{FF2B5EF4-FFF2-40B4-BE49-F238E27FC236}">
                  <a16:creationId xmlns:a16="http://schemas.microsoft.com/office/drawing/2014/main" id="{4B5FE3BB-281C-BA60-E7E5-6C18D250012C}"/>
                </a:ext>
              </a:extLst>
            </p:cNvPr>
            <p:cNvSpPr/>
            <p:nvPr/>
          </p:nvSpPr>
          <p:spPr>
            <a:xfrm>
              <a:off x="3989150" y="2555400"/>
              <a:ext cx="83725" cy="52850"/>
            </a:xfrm>
            <a:custGeom>
              <a:avLst/>
              <a:gdLst/>
              <a:ahLst/>
              <a:cxnLst/>
              <a:rect l="l" t="t" r="r" b="b"/>
              <a:pathLst>
                <a:path w="3349" h="2114" extrusionOk="0">
                  <a:moveTo>
                    <a:pt x="2490" y="1"/>
                  </a:moveTo>
                  <a:lnTo>
                    <a:pt x="2323" y="22"/>
                  </a:lnTo>
                  <a:lnTo>
                    <a:pt x="1988" y="189"/>
                  </a:lnTo>
                  <a:lnTo>
                    <a:pt x="1946" y="273"/>
                  </a:lnTo>
                  <a:lnTo>
                    <a:pt x="1800" y="314"/>
                  </a:lnTo>
                  <a:lnTo>
                    <a:pt x="1737" y="377"/>
                  </a:lnTo>
                  <a:lnTo>
                    <a:pt x="1528" y="335"/>
                  </a:lnTo>
                  <a:lnTo>
                    <a:pt x="1423" y="335"/>
                  </a:lnTo>
                  <a:lnTo>
                    <a:pt x="1277" y="294"/>
                  </a:lnTo>
                  <a:lnTo>
                    <a:pt x="1214" y="335"/>
                  </a:lnTo>
                  <a:lnTo>
                    <a:pt x="1067" y="314"/>
                  </a:lnTo>
                  <a:lnTo>
                    <a:pt x="921" y="398"/>
                  </a:lnTo>
                  <a:lnTo>
                    <a:pt x="712" y="314"/>
                  </a:lnTo>
                  <a:lnTo>
                    <a:pt x="649" y="335"/>
                  </a:lnTo>
                  <a:lnTo>
                    <a:pt x="607" y="273"/>
                  </a:lnTo>
                  <a:lnTo>
                    <a:pt x="440" y="273"/>
                  </a:lnTo>
                  <a:lnTo>
                    <a:pt x="314" y="335"/>
                  </a:lnTo>
                  <a:lnTo>
                    <a:pt x="231" y="231"/>
                  </a:lnTo>
                  <a:lnTo>
                    <a:pt x="293" y="189"/>
                  </a:lnTo>
                  <a:lnTo>
                    <a:pt x="293" y="105"/>
                  </a:lnTo>
                  <a:lnTo>
                    <a:pt x="210" y="22"/>
                  </a:lnTo>
                  <a:lnTo>
                    <a:pt x="63" y="22"/>
                  </a:lnTo>
                  <a:lnTo>
                    <a:pt x="84" y="126"/>
                  </a:lnTo>
                  <a:lnTo>
                    <a:pt x="0" y="210"/>
                  </a:lnTo>
                  <a:lnTo>
                    <a:pt x="63" y="440"/>
                  </a:lnTo>
                  <a:lnTo>
                    <a:pt x="231" y="628"/>
                  </a:lnTo>
                  <a:lnTo>
                    <a:pt x="314" y="754"/>
                  </a:lnTo>
                  <a:lnTo>
                    <a:pt x="272" y="900"/>
                  </a:lnTo>
                  <a:lnTo>
                    <a:pt x="63" y="1068"/>
                  </a:lnTo>
                  <a:lnTo>
                    <a:pt x="84" y="1172"/>
                  </a:lnTo>
                  <a:lnTo>
                    <a:pt x="168" y="1277"/>
                  </a:lnTo>
                  <a:lnTo>
                    <a:pt x="105" y="1382"/>
                  </a:lnTo>
                  <a:lnTo>
                    <a:pt x="335" y="1570"/>
                  </a:lnTo>
                  <a:lnTo>
                    <a:pt x="503" y="1842"/>
                  </a:lnTo>
                  <a:lnTo>
                    <a:pt x="523" y="1988"/>
                  </a:lnTo>
                  <a:lnTo>
                    <a:pt x="523" y="2093"/>
                  </a:lnTo>
                  <a:lnTo>
                    <a:pt x="607" y="2114"/>
                  </a:lnTo>
                  <a:lnTo>
                    <a:pt x="795" y="2114"/>
                  </a:lnTo>
                  <a:lnTo>
                    <a:pt x="942" y="2093"/>
                  </a:lnTo>
                  <a:lnTo>
                    <a:pt x="1026" y="1988"/>
                  </a:lnTo>
                  <a:lnTo>
                    <a:pt x="1172" y="2009"/>
                  </a:lnTo>
                  <a:lnTo>
                    <a:pt x="1319" y="2009"/>
                  </a:lnTo>
                  <a:lnTo>
                    <a:pt x="1339" y="2114"/>
                  </a:lnTo>
                  <a:lnTo>
                    <a:pt x="1444" y="2114"/>
                  </a:lnTo>
                  <a:lnTo>
                    <a:pt x="1528" y="2051"/>
                  </a:lnTo>
                  <a:lnTo>
                    <a:pt x="1653" y="2051"/>
                  </a:lnTo>
                  <a:lnTo>
                    <a:pt x="1737" y="2114"/>
                  </a:lnTo>
                  <a:lnTo>
                    <a:pt x="1863" y="2072"/>
                  </a:lnTo>
                  <a:lnTo>
                    <a:pt x="2093" y="2072"/>
                  </a:lnTo>
                  <a:lnTo>
                    <a:pt x="2176" y="2009"/>
                  </a:lnTo>
                  <a:lnTo>
                    <a:pt x="2114" y="1905"/>
                  </a:lnTo>
                  <a:lnTo>
                    <a:pt x="2114" y="1779"/>
                  </a:lnTo>
                  <a:lnTo>
                    <a:pt x="2281" y="1675"/>
                  </a:lnTo>
                  <a:lnTo>
                    <a:pt x="2323" y="1675"/>
                  </a:lnTo>
                  <a:lnTo>
                    <a:pt x="2427" y="1570"/>
                  </a:lnTo>
                  <a:lnTo>
                    <a:pt x="2511" y="1570"/>
                  </a:lnTo>
                  <a:lnTo>
                    <a:pt x="2595" y="1486"/>
                  </a:lnTo>
                  <a:lnTo>
                    <a:pt x="2741" y="1486"/>
                  </a:lnTo>
                  <a:lnTo>
                    <a:pt x="2909" y="1633"/>
                  </a:lnTo>
                  <a:lnTo>
                    <a:pt x="3013" y="1549"/>
                  </a:lnTo>
                  <a:lnTo>
                    <a:pt x="3118" y="1570"/>
                  </a:lnTo>
                  <a:lnTo>
                    <a:pt x="3034" y="1444"/>
                  </a:lnTo>
                  <a:lnTo>
                    <a:pt x="2930" y="1256"/>
                  </a:lnTo>
                  <a:lnTo>
                    <a:pt x="2825" y="1256"/>
                  </a:lnTo>
                  <a:lnTo>
                    <a:pt x="2804" y="1172"/>
                  </a:lnTo>
                  <a:lnTo>
                    <a:pt x="2951" y="1068"/>
                  </a:lnTo>
                  <a:lnTo>
                    <a:pt x="3013" y="942"/>
                  </a:lnTo>
                  <a:lnTo>
                    <a:pt x="2992" y="712"/>
                  </a:lnTo>
                  <a:lnTo>
                    <a:pt x="3139" y="545"/>
                  </a:lnTo>
                  <a:lnTo>
                    <a:pt x="3244" y="586"/>
                  </a:lnTo>
                  <a:lnTo>
                    <a:pt x="3327" y="503"/>
                  </a:lnTo>
                  <a:lnTo>
                    <a:pt x="3348" y="294"/>
                  </a:lnTo>
                  <a:lnTo>
                    <a:pt x="3327" y="273"/>
                  </a:lnTo>
                  <a:lnTo>
                    <a:pt x="3202" y="273"/>
                  </a:lnTo>
                  <a:lnTo>
                    <a:pt x="3160" y="189"/>
                  </a:lnTo>
                  <a:lnTo>
                    <a:pt x="3013" y="126"/>
                  </a:lnTo>
                  <a:lnTo>
                    <a:pt x="2909" y="168"/>
                  </a:lnTo>
                  <a:lnTo>
                    <a:pt x="2846" y="105"/>
                  </a:lnTo>
                  <a:lnTo>
                    <a:pt x="2679" y="22"/>
                  </a:lnTo>
                  <a:lnTo>
                    <a:pt x="249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76" name="Google Shape;7824;p67">
              <a:extLst>
                <a:ext uri="{FF2B5EF4-FFF2-40B4-BE49-F238E27FC236}">
                  <a16:creationId xmlns:a16="http://schemas.microsoft.com/office/drawing/2014/main" id="{39CBFBFA-0589-9EBD-037D-A007A52C8A8D}"/>
                </a:ext>
              </a:extLst>
            </p:cNvPr>
            <p:cNvGrpSpPr/>
            <p:nvPr/>
          </p:nvGrpSpPr>
          <p:grpSpPr>
            <a:xfrm>
              <a:off x="3866750" y="2520350"/>
              <a:ext cx="78475" cy="60700"/>
              <a:chOff x="3866750" y="2520350"/>
              <a:chExt cx="78475" cy="60700"/>
            </a:xfrm>
            <a:grpFill/>
          </p:grpSpPr>
          <p:sp>
            <p:nvSpPr>
              <p:cNvPr id="757" name="Google Shape;7825;p67">
                <a:extLst>
                  <a:ext uri="{FF2B5EF4-FFF2-40B4-BE49-F238E27FC236}">
                    <a16:creationId xmlns:a16="http://schemas.microsoft.com/office/drawing/2014/main" id="{56D41754-FF96-7ABB-8D68-1B7F5BE1D947}"/>
                  </a:ext>
                </a:extLst>
              </p:cNvPr>
              <p:cNvSpPr/>
              <p:nvPr/>
            </p:nvSpPr>
            <p:spPr>
              <a:xfrm>
                <a:off x="3877200" y="2546500"/>
                <a:ext cx="4725" cy="6300"/>
              </a:xfrm>
              <a:custGeom>
                <a:avLst/>
                <a:gdLst/>
                <a:ahLst/>
                <a:cxnLst/>
                <a:rect l="l" t="t" r="r" b="b"/>
                <a:pathLst>
                  <a:path w="189" h="252" extrusionOk="0">
                    <a:moveTo>
                      <a:pt x="1" y="1"/>
                    </a:moveTo>
                    <a:lnTo>
                      <a:pt x="84" y="126"/>
                    </a:lnTo>
                    <a:lnTo>
                      <a:pt x="63" y="147"/>
                    </a:lnTo>
                    <a:lnTo>
                      <a:pt x="168" y="252"/>
                    </a:lnTo>
                    <a:lnTo>
                      <a:pt x="189" y="252"/>
                    </a:lnTo>
                    <a:lnTo>
                      <a:pt x="168" y="106"/>
                    </a:lnTo>
                    <a:lnTo>
                      <a:pt x="1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58" name="Google Shape;7826;p67">
                <a:extLst>
                  <a:ext uri="{FF2B5EF4-FFF2-40B4-BE49-F238E27FC236}">
                    <a16:creationId xmlns:a16="http://schemas.microsoft.com/office/drawing/2014/main" id="{0FF0CA11-F0F2-B4E7-B156-821E1F258B05}"/>
                  </a:ext>
                </a:extLst>
              </p:cNvPr>
              <p:cNvSpPr/>
              <p:nvPr/>
            </p:nvSpPr>
            <p:spPr>
              <a:xfrm>
                <a:off x="3882425" y="2554350"/>
                <a:ext cx="2650" cy="3175"/>
              </a:xfrm>
              <a:custGeom>
                <a:avLst/>
                <a:gdLst/>
                <a:ahLst/>
                <a:cxnLst/>
                <a:rect l="l" t="t" r="r" b="b"/>
                <a:pathLst>
                  <a:path w="106" h="127" extrusionOk="0">
                    <a:moveTo>
                      <a:pt x="1" y="1"/>
                    </a:moveTo>
                    <a:lnTo>
                      <a:pt x="106" y="126"/>
                    </a:lnTo>
                    <a:lnTo>
                      <a:pt x="85" y="43"/>
                    </a:lnTo>
                    <a:lnTo>
                      <a:pt x="1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59" name="Google Shape;7827;p67">
                <a:extLst>
                  <a:ext uri="{FF2B5EF4-FFF2-40B4-BE49-F238E27FC236}">
                    <a16:creationId xmlns:a16="http://schemas.microsoft.com/office/drawing/2014/main" id="{38A7ACB6-2198-E6D7-6529-86F73F8E43F3}"/>
                  </a:ext>
                </a:extLst>
              </p:cNvPr>
              <p:cNvSpPr/>
              <p:nvPr/>
            </p:nvSpPr>
            <p:spPr>
              <a:xfrm>
                <a:off x="3866750" y="2520350"/>
                <a:ext cx="78475" cy="60700"/>
              </a:xfrm>
              <a:custGeom>
                <a:avLst/>
                <a:gdLst/>
                <a:ahLst/>
                <a:cxnLst/>
                <a:rect l="l" t="t" r="r" b="b"/>
                <a:pathLst>
                  <a:path w="3139" h="2428" extrusionOk="0">
                    <a:moveTo>
                      <a:pt x="1653" y="1"/>
                    </a:moveTo>
                    <a:lnTo>
                      <a:pt x="1653" y="22"/>
                    </a:lnTo>
                    <a:lnTo>
                      <a:pt x="1402" y="22"/>
                    </a:lnTo>
                    <a:lnTo>
                      <a:pt x="1046" y="210"/>
                    </a:lnTo>
                    <a:lnTo>
                      <a:pt x="1025" y="356"/>
                    </a:lnTo>
                    <a:lnTo>
                      <a:pt x="837" y="440"/>
                    </a:lnTo>
                    <a:lnTo>
                      <a:pt x="816" y="649"/>
                    </a:lnTo>
                    <a:lnTo>
                      <a:pt x="691" y="649"/>
                    </a:lnTo>
                    <a:lnTo>
                      <a:pt x="481" y="545"/>
                    </a:lnTo>
                    <a:lnTo>
                      <a:pt x="356" y="587"/>
                    </a:lnTo>
                    <a:lnTo>
                      <a:pt x="209" y="691"/>
                    </a:lnTo>
                    <a:lnTo>
                      <a:pt x="0" y="691"/>
                    </a:lnTo>
                    <a:lnTo>
                      <a:pt x="0" y="733"/>
                    </a:lnTo>
                    <a:lnTo>
                      <a:pt x="42" y="942"/>
                    </a:lnTo>
                    <a:lnTo>
                      <a:pt x="168" y="1068"/>
                    </a:lnTo>
                    <a:lnTo>
                      <a:pt x="168" y="1110"/>
                    </a:lnTo>
                    <a:lnTo>
                      <a:pt x="209" y="1152"/>
                    </a:lnTo>
                    <a:lnTo>
                      <a:pt x="356" y="942"/>
                    </a:lnTo>
                    <a:lnTo>
                      <a:pt x="377" y="796"/>
                    </a:lnTo>
                    <a:lnTo>
                      <a:pt x="461" y="691"/>
                    </a:lnTo>
                    <a:lnTo>
                      <a:pt x="607" y="691"/>
                    </a:lnTo>
                    <a:lnTo>
                      <a:pt x="628" y="796"/>
                    </a:lnTo>
                    <a:lnTo>
                      <a:pt x="733" y="900"/>
                    </a:lnTo>
                    <a:lnTo>
                      <a:pt x="774" y="1068"/>
                    </a:lnTo>
                    <a:lnTo>
                      <a:pt x="879" y="1256"/>
                    </a:lnTo>
                    <a:lnTo>
                      <a:pt x="1025" y="1403"/>
                    </a:lnTo>
                    <a:lnTo>
                      <a:pt x="1088" y="1403"/>
                    </a:lnTo>
                    <a:lnTo>
                      <a:pt x="1193" y="1507"/>
                    </a:lnTo>
                    <a:lnTo>
                      <a:pt x="1088" y="1486"/>
                    </a:lnTo>
                    <a:lnTo>
                      <a:pt x="1005" y="1507"/>
                    </a:lnTo>
                    <a:lnTo>
                      <a:pt x="942" y="1591"/>
                    </a:lnTo>
                    <a:lnTo>
                      <a:pt x="1005" y="1696"/>
                    </a:lnTo>
                    <a:lnTo>
                      <a:pt x="1130" y="1696"/>
                    </a:lnTo>
                    <a:lnTo>
                      <a:pt x="1256" y="1821"/>
                    </a:lnTo>
                    <a:lnTo>
                      <a:pt x="1360" y="1842"/>
                    </a:lnTo>
                    <a:lnTo>
                      <a:pt x="1423" y="1947"/>
                    </a:lnTo>
                    <a:lnTo>
                      <a:pt x="1465" y="2030"/>
                    </a:lnTo>
                    <a:lnTo>
                      <a:pt x="1611" y="2009"/>
                    </a:lnTo>
                    <a:lnTo>
                      <a:pt x="1862" y="2030"/>
                    </a:lnTo>
                    <a:lnTo>
                      <a:pt x="1988" y="2093"/>
                    </a:lnTo>
                    <a:lnTo>
                      <a:pt x="2281" y="2365"/>
                    </a:lnTo>
                    <a:lnTo>
                      <a:pt x="2197" y="2407"/>
                    </a:lnTo>
                    <a:lnTo>
                      <a:pt x="2072" y="2323"/>
                    </a:lnTo>
                    <a:lnTo>
                      <a:pt x="2155" y="2407"/>
                    </a:lnTo>
                    <a:lnTo>
                      <a:pt x="2260" y="2428"/>
                    </a:lnTo>
                    <a:lnTo>
                      <a:pt x="2302" y="2344"/>
                    </a:lnTo>
                    <a:lnTo>
                      <a:pt x="1925" y="1884"/>
                    </a:lnTo>
                    <a:lnTo>
                      <a:pt x="1444" y="1486"/>
                    </a:lnTo>
                    <a:lnTo>
                      <a:pt x="1423" y="1403"/>
                    </a:lnTo>
                    <a:lnTo>
                      <a:pt x="1465" y="1382"/>
                    </a:lnTo>
                    <a:lnTo>
                      <a:pt x="1402" y="1277"/>
                    </a:lnTo>
                    <a:lnTo>
                      <a:pt x="1360" y="1172"/>
                    </a:lnTo>
                    <a:lnTo>
                      <a:pt x="1235" y="1047"/>
                    </a:lnTo>
                    <a:lnTo>
                      <a:pt x="1193" y="1047"/>
                    </a:lnTo>
                    <a:lnTo>
                      <a:pt x="1151" y="963"/>
                    </a:lnTo>
                    <a:lnTo>
                      <a:pt x="1214" y="900"/>
                    </a:lnTo>
                    <a:lnTo>
                      <a:pt x="1214" y="775"/>
                    </a:lnTo>
                    <a:lnTo>
                      <a:pt x="1256" y="733"/>
                    </a:lnTo>
                    <a:lnTo>
                      <a:pt x="1402" y="838"/>
                    </a:lnTo>
                    <a:lnTo>
                      <a:pt x="1444" y="900"/>
                    </a:lnTo>
                    <a:lnTo>
                      <a:pt x="1528" y="880"/>
                    </a:lnTo>
                    <a:lnTo>
                      <a:pt x="1528" y="796"/>
                    </a:lnTo>
                    <a:lnTo>
                      <a:pt x="1632" y="775"/>
                    </a:lnTo>
                    <a:lnTo>
                      <a:pt x="1716" y="796"/>
                    </a:lnTo>
                    <a:lnTo>
                      <a:pt x="1758" y="733"/>
                    </a:lnTo>
                    <a:lnTo>
                      <a:pt x="1841" y="775"/>
                    </a:lnTo>
                    <a:lnTo>
                      <a:pt x="1883" y="733"/>
                    </a:lnTo>
                    <a:lnTo>
                      <a:pt x="1988" y="754"/>
                    </a:lnTo>
                    <a:lnTo>
                      <a:pt x="2051" y="859"/>
                    </a:lnTo>
                    <a:lnTo>
                      <a:pt x="2093" y="796"/>
                    </a:lnTo>
                    <a:lnTo>
                      <a:pt x="2239" y="859"/>
                    </a:lnTo>
                    <a:lnTo>
                      <a:pt x="2344" y="796"/>
                    </a:lnTo>
                    <a:lnTo>
                      <a:pt x="2365" y="859"/>
                    </a:lnTo>
                    <a:lnTo>
                      <a:pt x="2490" y="838"/>
                    </a:lnTo>
                    <a:lnTo>
                      <a:pt x="2616" y="880"/>
                    </a:lnTo>
                    <a:lnTo>
                      <a:pt x="2699" y="859"/>
                    </a:lnTo>
                    <a:lnTo>
                      <a:pt x="2804" y="963"/>
                    </a:lnTo>
                    <a:lnTo>
                      <a:pt x="2971" y="963"/>
                    </a:lnTo>
                    <a:lnTo>
                      <a:pt x="2992" y="984"/>
                    </a:lnTo>
                    <a:lnTo>
                      <a:pt x="2971" y="880"/>
                    </a:lnTo>
                    <a:lnTo>
                      <a:pt x="3097" y="859"/>
                    </a:lnTo>
                    <a:lnTo>
                      <a:pt x="3139" y="859"/>
                    </a:lnTo>
                    <a:lnTo>
                      <a:pt x="3139" y="796"/>
                    </a:lnTo>
                    <a:lnTo>
                      <a:pt x="3034" y="775"/>
                    </a:lnTo>
                    <a:lnTo>
                      <a:pt x="2971" y="733"/>
                    </a:lnTo>
                    <a:lnTo>
                      <a:pt x="2930" y="566"/>
                    </a:lnTo>
                    <a:lnTo>
                      <a:pt x="2888" y="419"/>
                    </a:lnTo>
                    <a:lnTo>
                      <a:pt x="2804" y="356"/>
                    </a:lnTo>
                    <a:lnTo>
                      <a:pt x="2699" y="482"/>
                    </a:lnTo>
                    <a:lnTo>
                      <a:pt x="2490" y="419"/>
                    </a:lnTo>
                    <a:lnTo>
                      <a:pt x="2197" y="356"/>
                    </a:lnTo>
                    <a:lnTo>
                      <a:pt x="2093" y="273"/>
                    </a:lnTo>
                    <a:lnTo>
                      <a:pt x="1988" y="231"/>
                    </a:lnTo>
                    <a:lnTo>
                      <a:pt x="1737" y="22"/>
                    </a:lnTo>
                    <a:lnTo>
                      <a:pt x="1653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60" name="Google Shape;7828;p67">
                <a:extLst>
                  <a:ext uri="{FF2B5EF4-FFF2-40B4-BE49-F238E27FC236}">
                    <a16:creationId xmlns:a16="http://schemas.microsoft.com/office/drawing/2014/main" id="{1F9593C2-722A-F774-3F1C-1B4D28B3A60E}"/>
                  </a:ext>
                </a:extLst>
              </p:cNvPr>
              <p:cNvSpPr/>
              <p:nvPr/>
            </p:nvSpPr>
            <p:spPr>
              <a:xfrm>
                <a:off x="3886100" y="2558550"/>
                <a:ext cx="3675" cy="5250"/>
              </a:xfrm>
              <a:custGeom>
                <a:avLst/>
                <a:gdLst/>
                <a:ahLst/>
                <a:cxnLst/>
                <a:rect l="l" t="t" r="r" b="b"/>
                <a:pathLst>
                  <a:path w="147" h="210" extrusionOk="0">
                    <a:moveTo>
                      <a:pt x="0" y="0"/>
                    </a:moveTo>
                    <a:lnTo>
                      <a:pt x="147" y="209"/>
                    </a:lnTo>
                    <a:lnTo>
                      <a:pt x="126" y="105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77" name="Google Shape;7829;p67">
              <a:extLst>
                <a:ext uri="{FF2B5EF4-FFF2-40B4-BE49-F238E27FC236}">
                  <a16:creationId xmlns:a16="http://schemas.microsoft.com/office/drawing/2014/main" id="{FF97BFC9-B1CC-34B2-A9AA-D45E5903ED47}"/>
                </a:ext>
              </a:extLst>
            </p:cNvPr>
            <p:cNvSpPr/>
            <p:nvPr/>
          </p:nvSpPr>
          <p:spPr>
            <a:xfrm>
              <a:off x="3799775" y="2577900"/>
              <a:ext cx="14675" cy="29325"/>
            </a:xfrm>
            <a:custGeom>
              <a:avLst/>
              <a:gdLst/>
              <a:ahLst/>
              <a:cxnLst/>
              <a:rect l="l" t="t" r="r" b="b"/>
              <a:pathLst>
                <a:path w="587" h="1173" extrusionOk="0">
                  <a:moveTo>
                    <a:pt x="461" y="0"/>
                  </a:moveTo>
                  <a:lnTo>
                    <a:pt x="440" y="105"/>
                  </a:lnTo>
                  <a:lnTo>
                    <a:pt x="482" y="147"/>
                  </a:lnTo>
                  <a:lnTo>
                    <a:pt x="461" y="251"/>
                  </a:lnTo>
                  <a:lnTo>
                    <a:pt x="419" y="251"/>
                  </a:lnTo>
                  <a:lnTo>
                    <a:pt x="357" y="210"/>
                  </a:lnTo>
                  <a:lnTo>
                    <a:pt x="273" y="251"/>
                  </a:lnTo>
                  <a:lnTo>
                    <a:pt x="106" y="335"/>
                  </a:lnTo>
                  <a:lnTo>
                    <a:pt x="22" y="461"/>
                  </a:lnTo>
                  <a:lnTo>
                    <a:pt x="106" y="523"/>
                  </a:lnTo>
                  <a:lnTo>
                    <a:pt x="64" y="565"/>
                  </a:lnTo>
                  <a:lnTo>
                    <a:pt x="1" y="565"/>
                  </a:lnTo>
                  <a:lnTo>
                    <a:pt x="22" y="649"/>
                  </a:lnTo>
                  <a:lnTo>
                    <a:pt x="106" y="691"/>
                  </a:lnTo>
                  <a:lnTo>
                    <a:pt x="106" y="754"/>
                  </a:lnTo>
                  <a:lnTo>
                    <a:pt x="64" y="775"/>
                  </a:lnTo>
                  <a:lnTo>
                    <a:pt x="106" y="837"/>
                  </a:lnTo>
                  <a:lnTo>
                    <a:pt x="168" y="879"/>
                  </a:lnTo>
                  <a:lnTo>
                    <a:pt x="168" y="963"/>
                  </a:lnTo>
                  <a:lnTo>
                    <a:pt x="210" y="963"/>
                  </a:lnTo>
                  <a:lnTo>
                    <a:pt x="252" y="1005"/>
                  </a:lnTo>
                  <a:lnTo>
                    <a:pt x="210" y="984"/>
                  </a:lnTo>
                  <a:lnTo>
                    <a:pt x="147" y="1067"/>
                  </a:lnTo>
                  <a:lnTo>
                    <a:pt x="210" y="1109"/>
                  </a:lnTo>
                  <a:lnTo>
                    <a:pt x="357" y="1172"/>
                  </a:lnTo>
                  <a:lnTo>
                    <a:pt x="461" y="1109"/>
                  </a:lnTo>
                  <a:lnTo>
                    <a:pt x="545" y="942"/>
                  </a:lnTo>
                  <a:lnTo>
                    <a:pt x="545" y="795"/>
                  </a:lnTo>
                  <a:lnTo>
                    <a:pt x="587" y="544"/>
                  </a:lnTo>
                  <a:lnTo>
                    <a:pt x="545" y="314"/>
                  </a:lnTo>
                  <a:lnTo>
                    <a:pt x="545" y="147"/>
                  </a:lnTo>
                  <a:lnTo>
                    <a:pt x="52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8" name="Google Shape;7830;p67">
              <a:extLst>
                <a:ext uri="{FF2B5EF4-FFF2-40B4-BE49-F238E27FC236}">
                  <a16:creationId xmlns:a16="http://schemas.microsoft.com/office/drawing/2014/main" id="{CF36D309-682F-F853-48E5-4A016CDC9498}"/>
                </a:ext>
              </a:extLst>
            </p:cNvPr>
            <p:cNvSpPr/>
            <p:nvPr/>
          </p:nvSpPr>
          <p:spPr>
            <a:xfrm>
              <a:off x="3567525" y="2564825"/>
              <a:ext cx="160625" cy="134450"/>
            </a:xfrm>
            <a:custGeom>
              <a:avLst/>
              <a:gdLst/>
              <a:ahLst/>
              <a:cxnLst/>
              <a:rect l="l" t="t" r="r" b="b"/>
              <a:pathLst>
                <a:path w="6425" h="5378" extrusionOk="0">
                  <a:moveTo>
                    <a:pt x="817" y="0"/>
                  </a:moveTo>
                  <a:lnTo>
                    <a:pt x="733" y="42"/>
                  </a:lnTo>
                  <a:lnTo>
                    <a:pt x="712" y="21"/>
                  </a:lnTo>
                  <a:lnTo>
                    <a:pt x="503" y="126"/>
                  </a:lnTo>
                  <a:lnTo>
                    <a:pt x="524" y="209"/>
                  </a:lnTo>
                  <a:lnTo>
                    <a:pt x="608" y="251"/>
                  </a:lnTo>
                  <a:lnTo>
                    <a:pt x="524" y="335"/>
                  </a:lnTo>
                  <a:lnTo>
                    <a:pt x="336" y="356"/>
                  </a:lnTo>
                  <a:lnTo>
                    <a:pt x="252" y="335"/>
                  </a:lnTo>
                  <a:lnTo>
                    <a:pt x="43" y="419"/>
                  </a:lnTo>
                  <a:lnTo>
                    <a:pt x="1" y="544"/>
                  </a:lnTo>
                  <a:lnTo>
                    <a:pt x="43" y="670"/>
                  </a:lnTo>
                  <a:lnTo>
                    <a:pt x="126" y="649"/>
                  </a:lnTo>
                  <a:lnTo>
                    <a:pt x="126" y="691"/>
                  </a:lnTo>
                  <a:lnTo>
                    <a:pt x="189" y="733"/>
                  </a:lnTo>
                  <a:lnTo>
                    <a:pt x="147" y="879"/>
                  </a:lnTo>
                  <a:lnTo>
                    <a:pt x="210" y="900"/>
                  </a:lnTo>
                  <a:lnTo>
                    <a:pt x="294" y="837"/>
                  </a:lnTo>
                  <a:lnTo>
                    <a:pt x="252" y="963"/>
                  </a:lnTo>
                  <a:lnTo>
                    <a:pt x="315" y="1005"/>
                  </a:lnTo>
                  <a:lnTo>
                    <a:pt x="252" y="1088"/>
                  </a:lnTo>
                  <a:lnTo>
                    <a:pt x="357" y="1109"/>
                  </a:lnTo>
                  <a:lnTo>
                    <a:pt x="231" y="1256"/>
                  </a:lnTo>
                  <a:lnTo>
                    <a:pt x="231" y="1277"/>
                  </a:lnTo>
                  <a:lnTo>
                    <a:pt x="482" y="1214"/>
                  </a:lnTo>
                  <a:lnTo>
                    <a:pt x="587" y="1256"/>
                  </a:lnTo>
                  <a:lnTo>
                    <a:pt x="566" y="1381"/>
                  </a:lnTo>
                  <a:lnTo>
                    <a:pt x="629" y="1465"/>
                  </a:lnTo>
                  <a:lnTo>
                    <a:pt x="796" y="1360"/>
                  </a:lnTo>
                  <a:lnTo>
                    <a:pt x="1110" y="1423"/>
                  </a:lnTo>
                  <a:lnTo>
                    <a:pt x="1214" y="1318"/>
                  </a:lnTo>
                  <a:lnTo>
                    <a:pt x="1486" y="1360"/>
                  </a:lnTo>
                  <a:lnTo>
                    <a:pt x="1507" y="1486"/>
                  </a:lnTo>
                  <a:lnTo>
                    <a:pt x="1612" y="1632"/>
                  </a:lnTo>
                  <a:lnTo>
                    <a:pt x="1591" y="1737"/>
                  </a:lnTo>
                  <a:lnTo>
                    <a:pt x="1445" y="1737"/>
                  </a:lnTo>
                  <a:lnTo>
                    <a:pt x="1235" y="1946"/>
                  </a:lnTo>
                  <a:lnTo>
                    <a:pt x="1256" y="2114"/>
                  </a:lnTo>
                  <a:lnTo>
                    <a:pt x="1235" y="2469"/>
                  </a:lnTo>
                  <a:lnTo>
                    <a:pt x="1089" y="2616"/>
                  </a:lnTo>
                  <a:lnTo>
                    <a:pt x="1194" y="2720"/>
                  </a:lnTo>
                  <a:lnTo>
                    <a:pt x="1047" y="2930"/>
                  </a:lnTo>
                  <a:lnTo>
                    <a:pt x="942" y="2888"/>
                  </a:lnTo>
                  <a:lnTo>
                    <a:pt x="817" y="2930"/>
                  </a:lnTo>
                  <a:lnTo>
                    <a:pt x="963" y="3202"/>
                  </a:lnTo>
                  <a:lnTo>
                    <a:pt x="1089" y="3285"/>
                  </a:lnTo>
                  <a:lnTo>
                    <a:pt x="1089" y="3515"/>
                  </a:lnTo>
                  <a:lnTo>
                    <a:pt x="922" y="3704"/>
                  </a:lnTo>
                  <a:lnTo>
                    <a:pt x="984" y="3871"/>
                  </a:lnTo>
                  <a:lnTo>
                    <a:pt x="1131" y="3871"/>
                  </a:lnTo>
                  <a:lnTo>
                    <a:pt x="1089" y="3976"/>
                  </a:lnTo>
                  <a:lnTo>
                    <a:pt x="963" y="4080"/>
                  </a:lnTo>
                  <a:lnTo>
                    <a:pt x="838" y="4331"/>
                  </a:lnTo>
                  <a:lnTo>
                    <a:pt x="922" y="4457"/>
                  </a:lnTo>
                  <a:lnTo>
                    <a:pt x="922" y="4603"/>
                  </a:lnTo>
                  <a:lnTo>
                    <a:pt x="1026" y="4624"/>
                  </a:lnTo>
                  <a:lnTo>
                    <a:pt x="1173" y="4645"/>
                  </a:lnTo>
                  <a:lnTo>
                    <a:pt x="1403" y="4875"/>
                  </a:lnTo>
                  <a:lnTo>
                    <a:pt x="1382" y="4917"/>
                  </a:lnTo>
                  <a:lnTo>
                    <a:pt x="1486" y="5168"/>
                  </a:lnTo>
                  <a:lnTo>
                    <a:pt x="1675" y="5357"/>
                  </a:lnTo>
                  <a:lnTo>
                    <a:pt x="1842" y="5378"/>
                  </a:lnTo>
                  <a:lnTo>
                    <a:pt x="2010" y="5273"/>
                  </a:lnTo>
                  <a:lnTo>
                    <a:pt x="2010" y="5168"/>
                  </a:lnTo>
                  <a:lnTo>
                    <a:pt x="2093" y="5085"/>
                  </a:lnTo>
                  <a:lnTo>
                    <a:pt x="2303" y="5064"/>
                  </a:lnTo>
                  <a:lnTo>
                    <a:pt x="2470" y="4875"/>
                  </a:lnTo>
                  <a:lnTo>
                    <a:pt x="2679" y="4855"/>
                  </a:lnTo>
                  <a:lnTo>
                    <a:pt x="2784" y="4813"/>
                  </a:lnTo>
                  <a:lnTo>
                    <a:pt x="3035" y="4875"/>
                  </a:lnTo>
                  <a:lnTo>
                    <a:pt x="3181" y="4917"/>
                  </a:lnTo>
                  <a:lnTo>
                    <a:pt x="3202" y="4855"/>
                  </a:lnTo>
                  <a:lnTo>
                    <a:pt x="3307" y="4855"/>
                  </a:lnTo>
                  <a:lnTo>
                    <a:pt x="3411" y="4938"/>
                  </a:lnTo>
                  <a:lnTo>
                    <a:pt x="3495" y="4855"/>
                  </a:lnTo>
                  <a:lnTo>
                    <a:pt x="3558" y="4750"/>
                  </a:lnTo>
                  <a:lnTo>
                    <a:pt x="3663" y="4855"/>
                  </a:lnTo>
                  <a:lnTo>
                    <a:pt x="3788" y="4917"/>
                  </a:lnTo>
                  <a:lnTo>
                    <a:pt x="3914" y="4708"/>
                  </a:lnTo>
                  <a:lnTo>
                    <a:pt x="3914" y="4603"/>
                  </a:lnTo>
                  <a:lnTo>
                    <a:pt x="4248" y="4436"/>
                  </a:lnTo>
                  <a:lnTo>
                    <a:pt x="4458" y="4436"/>
                  </a:lnTo>
                  <a:lnTo>
                    <a:pt x="4520" y="4352"/>
                  </a:lnTo>
                  <a:lnTo>
                    <a:pt x="4458" y="4311"/>
                  </a:lnTo>
                  <a:lnTo>
                    <a:pt x="4499" y="4143"/>
                  </a:lnTo>
                  <a:lnTo>
                    <a:pt x="4667" y="3892"/>
                  </a:lnTo>
                  <a:lnTo>
                    <a:pt x="4667" y="3766"/>
                  </a:lnTo>
                  <a:lnTo>
                    <a:pt x="4855" y="3704"/>
                  </a:lnTo>
                  <a:lnTo>
                    <a:pt x="4981" y="3578"/>
                  </a:lnTo>
                  <a:lnTo>
                    <a:pt x="4855" y="3390"/>
                  </a:lnTo>
                  <a:lnTo>
                    <a:pt x="4771" y="3348"/>
                  </a:lnTo>
                  <a:lnTo>
                    <a:pt x="4751" y="3243"/>
                  </a:lnTo>
                  <a:lnTo>
                    <a:pt x="4646" y="3076"/>
                  </a:lnTo>
                  <a:lnTo>
                    <a:pt x="4730" y="2992"/>
                  </a:lnTo>
                  <a:lnTo>
                    <a:pt x="4960" y="2637"/>
                  </a:lnTo>
                  <a:lnTo>
                    <a:pt x="5064" y="2574"/>
                  </a:lnTo>
                  <a:lnTo>
                    <a:pt x="5232" y="2302"/>
                  </a:lnTo>
                  <a:lnTo>
                    <a:pt x="5274" y="2323"/>
                  </a:lnTo>
                  <a:lnTo>
                    <a:pt x="5253" y="2344"/>
                  </a:lnTo>
                  <a:lnTo>
                    <a:pt x="5253" y="2365"/>
                  </a:lnTo>
                  <a:lnTo>
                    <a:pt x="5336" y="2323"/>
                  </a:lnTo>
                  <a:lnTo>
                    <a:pt x="5357" y="2197"/>
                  </a:lnTo>
                  <a:lnTo>
                    <a:pt x="5295" y="2134"/>
                  </a:lnTo>
                  <a:lnTo>
                    <a:pt x="5441" y="2051"/>
                  </a:lnTo>
                  <a:lnTo>
                    <a:pt x="5567" y="1946"/>
                  </a:lnTo>
                  <a:lnTo>
                    <a:pt x="5776" y="1946"/>
                  </a:lnTo>
                  <a:lnTo>
                    <a:pt x="5964" y="1883"/>
                  </a:lnTo>
                  <a:lnTo>
                    <a:pt x="6069" y="1737"/>
                  </a:lnTo>
                  <a:lnTo>
                    <a:pt x="6278" y="1611"/>
                  </a:lnTo>
                  <a:lnTo>
                    <a:pt x="6320" y="1507"/>
                  </a:lnTo>
                  <a:lnTo>
                    <a:pt x="6341" y="1381"/>
                  </a:lnTo>
                  <a:lnTo>
                    <a:pt x="6320" y="1193"/>
                  </a:lnTo>
                  <a:lnTo>
                    <a:pt x="6424" y="1151"/>
                  </a:lnTo>
                  <a:lnTo>
                    <a:pt x="6424" y="1088"/>
                  </a:lnTo>
                  <a:lnTo>
                    <a:pt x="6341" y="1067"/>
                  </a:lnTo>
                  <a:lnTo>
                    <a:pt x="6215" y="879"/>
                  </a:lnTo>
                  <a:lnTo>
                    <a:pt x="5964" y="900"/>
                  </a:lnTo>
                  <a:lnTo>
                    <a:pt x="5797" y="837"/>
                  </a:lnTo>
                  <a:lnTo>
                    <a:pt x="5629" y="837"/>
                  </a:lnTo>
                  <a:lnTo>
                    <a:pt x="5525" y="774"/>
                  </a:lnTo>
                  <a:lnTo>
                    <a:pt x="5253" y="774"/>
                  </a:lnTo>
                  <a:lnTo>
                    <a:pt x="5148" y="879"/>
                  </a:lnTo>
                  <a:lnTo>
                    <a:pt x="5064" y="837"/>
                  </a:lnTo>
                  <a:lnTo>
                    <a:pt x="4918" y="837"/>
                  </a:lnTo>
                  <a:lnTo>
                    <a:pt x="4792" y="691"/>
                  </a:lnTo>
                  <a:lnTo>
                    <a:pt x="4688" y="753"/>
                  </a:lnTo>
                  <a:lnTo>
                    <a:pt x="4583" y="649"/>
                  </a:lnTo>
                  <a:lnTo>
                    <a:pt x="4332" y="565"/>
                  </a:lnTo>
                  <a:lnTo>
                    <a:pt x="4186" y="586"/>
                  </a:lnTo>
                  <a:lnTo>
                    <a:pt x="4207" y="523"/>
                  </a:lnTo>
                  <a:lnTo>
                    <a:pt x="4186" y="377"/>
                  </a:lnTo>
                  <a:lnTo>
                    <a:pt x="4102" y="377"/>
                  </a:lnTo>
                  <a:lnTo>
                    <a:pt x="4102" y="356"/>
                  </a:lnTo>
                  <a:lnTo>
                    <a:pt x="3997" y="314"/>
                  </a:lnTo>
                  <a:lnTo>
                    <a:pt x="3955" y="335"/>
                  </a:lnTo>
                  <a:lnTo>
                    <a:pt x="3872" y="335"/>
                  </a:lnTo>
                  <a:lnTo>
                    <a:pt x="3809" y="419"/>
                  </a:lnTo>
                  <a:lnTo>
                    <a:pt x="3495" y="230"/>
                  </a:lnTo>
                  <a:lnTo>
                    <a:pt x="3391" y="230"/>
                  </a:lnTo>
                  <a:lnTo>
                    <a:pt x="3286" y="335"/>
                  </a:lnTo>
                  <a:lnTo>
                    <a:pt x="3077" y="272"/>
                  </a:lnTo>
                  <a:lnTo>
                    <a:pt x="3035" y="168"/>
                  </a:lnTo>
                  <a:lnTo>
                    <a:pt x="2826" y="147"/>
                  </a:lnTo>
                  <a:lnTo>
                    <a:pt x="2533" y="272"/>
                  </a:lnTo>
                  <a:lnTo>
                    <a:pt x="2344" y="230"/>
                  </a:lnTo>
                  <a:lnTo>
                    <a:pt x="1926" y="168"/>
                  </a:lnTo>
                  <a:lnTo>
                    <a:pt x="1779" y="105"/>
                  </a:lnTo>
                  <a:lnTo>
                    <a:pt x="1758" y="42"/>
                  </a:lnTo>
                  <a:lnTo>
                    <a:pt x="1570" y="105"/>
                  </a:lnTo>
                  <a:lnTo>
                    <a:pt x="1403" y="147"/>
                  </a:lnTo>
                  <a:lnTo>
                    <a:pt x="1277" y="105"/>
                  </a:lnTo>
                  <a:lnTo>
                    <a:pt x="1173" y="105"/>
                  </a:lnTo>
                  <a:lnTo>
                    <a:pt x="1068" y="168"/>
                  </a:lnTo>
                  <a:lnTo>
                    <a:pt x="942" y="21"/>
                  </a:lnTo>
                  <a:lnTo>
                    <a:pt x="81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9" name="Google Shape;7831;p67">
              <a:extLst>
                <a:ext uri="{FF2B5EF4-FFF2-40B4-BE49-F238E27FC236}">
                  <a16:creationId xmlns:a16="http://schemas.microsoft.com/office/drawing/2014/main" id="{F7EC16A7-394F-DAC4-F585-F6871BF04C3F}"/>
                </a:ext>
              </a:extLst>
            </p:cNvPr>
            <p:cNvSpPr/>
            <p:nvPr/>
          </p:nvSpPr>
          <p:spPr>
            <a:xfrm>
              <a:off x="4298300" y="2628625"/>
              <a:ext cx="25125" cy="19925"/>
            </a:xfrm>
            <a:custGeom>
              <a:avLst/>
              <a:gdLst/>
              <a:ahLst/>
              <a:cxnLst/>
              <a:rect l="l" t="t" r="r" b="b"/>
              <a:pathLst>
                <a:path w="1005" h="797" extrusionOk="0">
                  <a:moveTo>
                    <a:pt x="189" y="1"/>
                  </a:moveTo>
                  <a:lnTo>
                    <a:pt x="84" y="64"/>
                  </a:lnTo>
                  <a:lnTo>
                    <a:pt x="0" y="64"/>
                  </a:lnTo>
                  <a:lnTo>
                    <a:pt x="0" y="106"/>
                  </a:lnTo>
                  <a:lnTo>
                    <a:pt x="42" y="106"/>
                  </a:lnTo>
                  <a:lnTo>
                    <a:pt x="105" y="189"/>
                  </a:lnTo>
                  <a:lnTo>
                    <a:pt x="189" y="189"/>
                  </a:lnTo>
                  <a:lnTo>
                    <a:pt x="251" y="294"/>
                  </a:lnTo>
                  <a:lnTo>
                    <a:pt x="209" y="378"/>
                  </a:lnTo>
                  <a:lnTo>
                    <a:pt x="481" y="503"/>
                  </a:lnTo>
                  <a:lnTo>
                    <a:pt x="502" y="629"/>
                  </a:lnTo>
                  <a:lnTo>
                    <a:pt x="670" y="712"/>
                  </a:lnTo>
                  <a:lnTo>
                    <a:pt x="795" y="712"/>
                  </a:lnTo>
                  <a:lnTo>
                    <a:pt x="984" y="796"/>
                  </a:lnTo>
                  <a:lnTo>
                    <a:pt x="1005" y="712"/>
                  </a:lnTo>
                  <a:lnTo>
                    <a:pt x="733" y="315"/>
                  </a:lnTo>
                  <a:lnTo>
                    <a:pt x="586" y="273"/>
                  </a:lnTo>
                  <a:lnTo>
                    <a:pt x="502" y="85"/>
                  </a:lnTo>
                  <a:lnTo>
                    <a:pt x="398" y="85"/>
                  </a:lnTo>
                  <a:lnTo>
                    <a:pt x="356" y="126"/>
                  </a:lnTo>
                  <a:lnTo>
                    <a:pt x="18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0" name="Google Shape;7832;p67">
              <a:extLst>
                <a:ext uri="{FF2B5EF4-FFF2-40B4-BE49-F238E27FC236}">
                  <a16:creationId xmlns:a16="http://schemas.microsoft.com/office/drawing/2014/main" id="{9BB1F1F6-D81D-078B-98BF-8F8F50FBE340}"/>
                </a:ext>
              </a:extLst>
            </p:cNvPr>
            <p:cNvSpPr/>
            <p:nvPr/>
          </p:nvSpPr>
          <p:spPr>
            <a:xfrm>
              <a:off x="4292025" y="2631250"/>
              <a:ext cx="295050" cy="237500"/>
            </a:xfrm>
            <a:custGeom>
              <a:avLst/>
              <a:gdLst/>
              <a:ahLst/>
              <a:cxnLst/>
              <a:rect l="l" t="t" r="r" b="b"/>
              <a:pathLst>
                <a:path w="11802" h="9500" extrusionOk="0">
                  <a:moveTo>
                    <a:pt x="502" y="1863"/>
                  </a:moveTo>
                  <a:lnTo>
                    <a:pt x="502" y="1884"/>
                  </a:lnTo>
                  <a:lnTo>
                    <a:pt x="506" y="1864"/>
                  </a:lnTo>
                  <a:lnTo>
                    <a:pt x="506" y="1864"/>
                  </a:lnTo>
                  <a:lnTo>
                    <a:pt x="502" y="1863"/>
                  </a:lnTo>
                  <a:close/>
                  <a:moveTo>
                    <a:pt x="251" y="1"/>
                  </a:moveTo>
                  <a:lnTo>
                    <a:pt x="209" y="63"/>
                  </a:lnTo>
                  <a:lnTo>
                    <a:pt x="147" y="210"/>
                  </a:lnTo>
                  <a:lnTo>
                    <a:pt x="0" y="210"/>
                  </a:lnTo>
                  <a:lnTo>
                    <a:pt x="0" y="273"/>
                  </a:lnTo>
                  <a:lnTo>
                    <a:pt x="42" y="398"/>
                  </a:lnTo>
                  <a:lnTo>
                    <a:pt x="105" y="607"/>
                  </a:lnTo>
                  <a:lnTo>
                    <a:pt x="105" y="712"/>
                  </a:lnTo>
                  <a:lnTo>
                    <a:pt x="105" y="858"/>
                  </a:lnTo>
                  <a:lnTo>
                    <a:pt x="230" y="900"/>
                  </a:lnTo>
                  <a:lnTo>
                    <a:pt x="251" y="942"/>
                  </a:lnTo>
                  <a:lnTo>
                    <a:pt x="188" y="1130"/>
                  </a:lnTo>
                  <a:lnTo>
                    <a:pt x="209" y="1277"/>
                  </a:lnTo>
                  <a:lnTo>
                    <a:pt x="188" y="1361"/>
                  </a:lnTo>
                  <a:lnTo>
                    <a:pt x="335" y="1423"/>
                  </a:lnTo>
                  <a:lnTo>
                    <a:pt x="460" y="1654"/>
                  </a:lnTo>
                  <a:lnTo>
                    <a:pt x="523" y="1779"/>
                  </a:lnTo>
                  <a:lnTo>
                    <a:pt x="506" y="1864"/>
                  </a:lnTo>
                  <a:lnTo>
                    <a:pt x="506" y="1864"/>
                  </a:lnTo>
                  <a:lnTo>
                    <a:pt x="607" y="1884"/>
                  </a:lnTo>
                  <a:lnTo>
                    <a:pt x="670" y="2009"/>
                  </a:lnTo>
                  <a:lnTo>
                    <a:pt x="649" y="2114"/>
                  </a:lnTo>
                  <a:lnTo>
                    <a:pt x="712" y="2260"/>
                  </a:lnTo>
                  <a:lnTo>
                    <a:pt x="816" y="2260"/>
                  </a:lnTo>
                  <a:lnTo>
                    <a:pt x="858" y="2365"/>
                  </a:lnTo>
                  <a:lnTo>
                    <a:pt x="921" y="2490"/>
                  </a:lnTo>
                  <a:lnTo>
                    <a:pt x="1025" y="2532"/>
                  </a:lnTo>
                  <a:lnTo>
                    <a:pt x="1088" y="2574"/>
                  </a:lnTo>
                  <a:lnTo>
                    <a:pt x="1297" y="2679"/>
                  </a:lnTo>
                  <a:lnTo>
                    <a:pt x="1381" y="2700"/>
                  </a:lnTo>
                  <a:lnTo>
                    <a:pt x="1507" y="2679"/>
                  </a:lnTo>
                  <a:lnTo>
                    <a:pt x="1590" y="2721"/>
                  </a:lnTo>
                  <a:lnTo>
                    <a:pt x="1653" y="2742"/>
                  </a:lnTo>
                  <a:lnTo>
                    <a:pt x="1590" y="2783"/>
                  </a:lnTo>
                  <a:lnTo>
                    <a:pt x="1486" y="2825"/>
                  </a:lnTo>
                  <a:lnTo>
                    <a:pt x="1402" y="2825"/>
                  </a:lnTo>
                  <a:lnTo>
                    <a:pt x="1444" y="2993"/>
                  </a:lnTo>
                  <a:lnTo>
                    <a:pt x="1486" y="3014"/>
                  </a:lnTo>
                  <a:lnTo>
                    <a:pt x="1486" y="3223"/>
                  </a:lnTo>
                  <a:lnTo>
                    <a:pt x="1402" y="3244"/>
                  </a:lnTo>
                  <a:lnTo>
                    <a:pt x="1339" y="3244"/>
                  </a:lnTo>
                  <a:lnTo>
                    <a:pt x="1297" y="3432"/>
                  </a:lnTo>
                  <a:lnTo>
                    <a:pt x="1256" y="3474"/>
                  </a:lnTo>
                  <a:lnTo>
                    <a:pt x="1256" y="3683"/>
                  </a:lnTo>
                  <a:lnTo>
                    <a:pt x="1235" y="3767"/>
                  </a:lnTo>
                  <a:lnTo>
                    <a:pt x="1256" y="3830"/>
                  </a:lnTo>
                  <a:lnTo>
                    <a:pt x="1193" y="3871"/>
                  </a:lnTo>
                  <a:lnTo>
                    <a:pt x="1193" y="3955"/>
                  </a:lnTo>
                  <a:lnTo>
                    <a:pt x="1276" y="3976"/>
                  </a:lnTo>
                  <a:lnTo>
                    <a:pt x="1360" y="4060"/>
                  </a:lnTo>
                  <a:lnTo>
                    <a:pt x="1465" y="4081"/>
                  </a:lnTo>
                  <a:lnTo>
                    <a:pt x="1486" y="4164"/>
                  </a:lnTo>
                  <a:lnTo>
                    <a:pt x="1611" y="4269"/>
                  </a:lnTo>
                  <a:lnTo>
                    <a:pt x="1569" y="4394"/>
                  </a:lnTo>
                  <a:lnTo>
                    <a:pt x="1590" y="4415"/>
                  </a:lnTo>
                  <a:lnTo>
                    <a:pt x="1590" y="4499"/>
                  </a:lnTo>
                  <a:lnTo>
                    <a:pt x="1695" y="4583"/>
                  </a:lnTo>
                  <a:lnTo>
                    <a:pt x="1758" y="4562"/>
                  </a:lnTo>
                  <a:lnTo>
                    <a:pt x="1862" y="4520"/>
                  </a:lnTo>
                  <a:lnTo>
                    <a:pt x="2302" y="4813"/>
                  </a:lnTo>
                  <a:lnTo>
                    <a:pt x="2344" y="4792"/>
                  </a:lnTo>
                  <a:lnTo>
                    <a:pt x="2427" y="4834"/>
                  </a:lnTo>
                  <a:lnTo>
                    <a:pt x="2532" y="5043"/>
                  </a:lnTo>
                  <a:lnTo>
                    <a:pt x="2636" y="5106"/>
                  </a:lnTo>
                  <a:lnTo>
                    <a:pt x="2762" y="5357"/>
                  </a:lnTo>
                  <a:lnTo>
                    <a:pt x="2636" y="5462"/>
                  </a:lnTo>
                  <a:lnTo>
                    <a:pt x="2636" y="5650"/>
                  </a:lnTo>
                  <a:lnTo>
                    <a:pt x="2657" y="5817"/>
                  </a:lnTo>
                  <a:lnTo>
                    <a:pt x="2846" y="5817"/>
                  </a:lnTo>
                  <a:lnTo>
                    <a:pt x="2909" y="6152"/>
                  </a:lnTo>
                  <a:lnTo>
                    <a:pt x="3013" y="6236"/>
                  </a:lnTo>
                  <a:lnTo>
                    <a:pt x="3118" y="6278"/>
                  </a:lnTo>
                  <a:lnTo>
                    <a:pt x="3160" y="6299"/>
                  </a:lnTo>
                  <a:lnTo>
                    <a:pt x="3222" y="6278"/>
                  </a:lnTo>
                  <a:lnTo>
                    <a:pt x="3222" y="6340"/>
                  </a:lnTo>
                  <a:lnTo>
                    <a:pt x="3285" y="6445"/>
                  </a:lnTo>
                  <a:lnTo>
                    <a:pt x="3369" y="6445"/>
                  </a:lnTo>
                  <a:lnTo>
                    <a:pt x="3432" y="6382"/>
                  </a:lnTo>
                  <a:lnTo>
                    <a:pt x="3453" y="6257"/>
                  </a:lnTo>
                  <a:lnTo>
                    <a:pt x="3348" y="6194"/>
                  </a:lnTo>
                  <a:lnTo>
                    <a:pt x="3494" y="6194"/>
                  </a:lnTo>
                  <a:lnTo>
                    <a:pt x="3536" y="6173"/>
                  </a:lnTo>
                  <a:lnTo>
                    <a:pt x="3494" y="6236"/>
                  </a:lnTo>
                  <a:lnTo>
                    <a:pt x="3494" y="6299"/>
                  </a:lnTo>
                  <a:lnTo>
                    <a:pt x="3641" y="6361"/>
                  </a:lnTo>
                  <a:lnTo>
                    <a:pt x="3683" y="6340"/>
                  </a:lnTo>
                  <a:lnTo>
                    <a:pt x="3745" y="6445"/>
                  </a:lnTo>
                  <a:lnTo>
                    <a:pt x="3787" y="6445"/>
                  </a:lnTo>
                  <a:lnTo>
                    <a:pt x="3976" y="6299"/>
                  </a:lnTo>
                  <a:lnTo>
                    <a:pt x="4017" y="6340"/>
                  </a:lnTo>
                  <a:lnTo>
                    <a:pt x="4164" y="6487"/>
                  </a:lnTo>
                  <a:lnTo>
                    <a:pt x="4164" y="6591"/>
                  </a:lnTo>
                  <a:lnTo>
                    <a:pt x="4373" y="6863"/>
                  </a:lnTo>
                  <a:lnTo>
                    <a:pt x="4394" y="7031"/>
                  </a:lnTo>
                  <a:lnTo>
                    <a:pt x="4436" y="7073"/>
                  </a:lnTo>
                  <a:lnTo>
                    <a:pt x="4541" y="7073"/>
                  </a:lnTo>
                  <a:lnTo>
                    <a:pt x="4603" y="7177"/>
                  </a:lnTo>
                  <a:lnTo>
                    <a:pt x="4541" y="7177"/>
                  </a:lnTo>
                  <a:lnTo>
                    <a:pt x="4520" y="7135"/>
                  </a:lnTo>
                  <a:lnTo>
                    <a:pt x="4499" y="7177"/>
                  </a:lnTo>
                  <a:lnTo>
                    <a:pt x="4603" y="7240"/>
                  </a:lnTo>
                  <a:lnTo>
                    <a:pt x="4645" y="7219"/>
                  </a:lnTo>
                  <a:lnTo>
                    <a:pt x="4687" y="7324"/>
                  </a:lnTo>
                  <a:lnTo>
                    <a:pt x="4833" y="7721"/>
                  </a:lnTo>
                  <a:lnTo>
                    <a:pt x="4959" y="7763"/>
                  </a:lnTo>
                  <a:lnTo>
                    <a:pt x="5168" y="7763"/>
                  </a:lnTo>
                  <a:lnTo>
                    <a:pt x="5315" y="7805"/>
                  </a:lnTo>
                  <a:lnTo>
                    <a:pt x="5377" y="7868"/>
                  </a:lnTo>
                  <a:lnTo>
                    <a:pt x="5566" y="7868"/>
                  </a:lnTo>
                  <a:lnTo>
                    <a:pt x="5587" y="7931"/>
                  </a:lnTo>
                  <a:lnTo>
                    <a:pt x="5691" y="7931"/>
                  </a:lnTo>
                  <a:lnTo>
                    <a:pt x="5733" y="7972"/>
                  </a:lnTo>
                  <a:lnTo>
                    <a:pt x="5649" y="8035"/>
                  </a:lnTo>
                  <a:lnTo>
                    <a:pt x="5796" y="8224"/>
                  </a:lnTo>
                  <a:lnTo>
                    <a:pt x="5963" y="8244"/>
                  </a:lnTo>
                  <a:lnTo>
                    <a:pt x="6047" y="8328"/>
                  </a:lnTo>
                  <a:lnTo>
                    <a:pt x="6152" y="8328"/>
                  </a:lnTo>
                  <a:lnTo>
                    <a:pt x="6319" y="8496"/>
                  </a:lnTo>
                  <a:lnTo>
                    <a:pt x="6403" y="8475"/>
                  </a:lnTo>
                  <a:lnTo>
                    <a:pt x="6528" y="8454"/>
                  </a:lnTo>
                  <a:lnTo>
                    <a:pt x="6717" y="8496"/>
                  </a:lnTo>
                  <a:lnTo>
                    <a:pt x="6947" y="8663"/>
                  </a:lnTo>
                  <a:lnTo>
                    <a:pt x="7135" y="8475"/>
                  </a:lnTo>
                  <a:lnTo>
                    <a:pt x="7407" y="8349"/>
                  </a:lnTo>
                  <a:lnTo>
                    <a:pt x="7407" y="8328"/>
                  </a:lnTo>
                  <a:lnTo>
                    <a:pt x="7533" y="8328"/>
                  </a:lnTo>
                  <a:lnTo>
                    <a:pt x="7679" y="8224"/>
                  </a:lnTo>
                  <a:lnTo>
                    <a:pt x="7784" y="8161"/>
                  </a:lnTo>
                  <a:lnTo>
                    <a:pt x="7993" y="8182"/>
                  </a:lnTo>
                  <a:lnTo>
                    <a:pt x="7993" y="8244"/>
                  </a:lnTo>
                  <a:lnTo>
                    <a:pt x="8056" y="8244"/>
                  </a:lnTo>
                  <a:lnTo>
                    <a:pt x="8056" y="8286"/>
                  </a:lnTo>
                  <a:lnTo>
                    <a:pt x="8160" y="8454"/>
                  </a:lnTo>
                  <a:lnTo>
                    <a:pt x="8244" y="8663"/>
                  </a:lnTo>
                  <a:lnTo>
                    <a:pt x="8349" y="8872"/>
                  </a:lnTo>
                  <a:lnTo>
                    <a:pt x="8349" y="9019"/>
                  </a:lnTo>
                  <a:lnTo>
                    <a:pt x="8411" y="9081"/>
                  </a:lnTo>
                  <a:lnTo>
                    <a:pt x="8453" y="9123"/>
                  </a:lnTo>
                  <a:lnTo>
                    <a:pt x="8872" y="9123"/>
                  </a:lnTo>
                  <a:lnTo>
                    <a:pt x="8976" y="9207"/>
                  </a:lnTo>
                  <a:lnTo>
                    <a:pt x="9102" y="9081"/>
                  </a:lnTo>
                  <a:lnTo>
                    <a:pt x="9144" y="9102"/>
                  </a:lnTo>
                  <a:lnTo>
                    <a:pt x="9311" y="9228"/>
                  </a:lnTo>
                  <a:lnTo>
                    <a:pt x="9625" y="9207"/>
                  </a:lnTo>
                  <a:lnTo>
                    <a:pt x="9813" y="9291"/>
                  </a:lnTo>
                  <a:lnTo>
                    <a:pt x="10064" y="9312"/>
                  </a:lnTo>
                  <a:lnTo>
                    <a:pt x="10169" y="9332"/>
                  </a:lnTo>
                  <a:lnTo>
                    <a:pt x="10232" y="9312"/>
                  </a:lnTo>
                  <a:lnTo>
                    <a:pt x="10295" y="9395"/>
                  </a:lnTo>
                  <a:lnTo>
                    <a:pt x="10315" y="9395"/>
                  </a:lnTo>
                  <a:lnTo>
                    <a:pt x="10357" y="9291"/>
                  </a:lnTo>
                  <a:lnTo>
                    <a:pt x="10441" y="9291"/>
                  </a:lnTo>
                  <a:lnTo>
                    <a:pt x="10483" y="9374"/>
                  </a:lnTo>
                  <a:lnTo>
                    <a:pt x="10608" y="9416"/>
                  </a:lnTo>
                  <a:lnTo>
                    <a:pt x="10818" y="9500"/>
                  </a:lnTo>
                  <a:lnTo>
                    <a:pt x="10901" y="9437"/>
                  </a:lnTo>
                  <a:lnTo>
                    <a:pt x="10922" y="9395"/>
                  </a:lnTo>
                  <a:lnTo>
                    <a:pt x="10964" y="9395"/>
                  </a:lnTo>
                  <a:lnTo>
                    <a:pt x="10964" y="9312"/>
                  </a:lnTo>
                  <a:lnTo>
                    <a:pt x="10985" y="9102"/>
                  </a:lnTo>
                  <a:lnTo>
                    <a:pt x="10922" y="8977"/>
                  </a:lnTo>
                  <a:lnTo>
                    <a:pt x="11027" y="8851"/>
                  </a:lnTo>
                  <a:lnTo>
                    <a:pt x="10985" y="8747"/>
                  </a:lnTo>
                  <a:lnTo>
                    <a:pt x="11069" y="8642"/>
                  </a:lnTo>
                  <a:lnTo>
                    <a:pt x="11215" y="8558"/>
                  </a:lnTo>
                  <a:lnTo>
                    <a:pt x="11299" y="8496"/>
                  </a:lnTo>
                  <a:lnTo>
                    <a:pt x="11550" y="8433"/>
                  </a:lnTo>
                  <a:lnTo>
                    <a:pt x="11717" y="8475"/>
                  </a:lnTo>
                  <a:lnTo>
                    <a:pt x="11801" y="8391"/>
                  </a:lnTo>
                  <a:lnTo>
                    <a:pt x="11759" y="8161"/>
                  </a:lnTo>
                  <a:lnTo>
                    <a:pt x="11634" y="8056"/>
                  </a:lnTo>
                  <a:lnTo>
                    <a:pt x="11487" y="8077"/>
                  </a:lnTo>
                  <a:lnTo>
                    <a:pt x="11445" y="7972"/>
                  </a:lnTo>
                  <a:lnTo>
                    <a:pt x="11445" y="7826"/>
                  </a:lnTo>
                  <a:lnTo>
                    <a:pt x="11403" y="7700"/>
                  </a:lnTo>
                  <a:lnTo>
                    <a:pt x="11403" y="7491"/>
                  </a:lnTo>
                  <a:lnTo>
                    <a:pt x="11236" y="7491"/>
                  </a:lnTo>
                  <a:lnTo>
                    <a:pt x="11215" y="7408"/>
                  </a:lnTo>
                  <a:lnTo>
                    <a:pt x="11111" y="7387"/>
                  </a:lnTo>
                  <a:lnTo>
                    <a:pt x="10922" y="7345"/>
                  </a:lnTo>
                  <a:lnTo>
                    <a:pt x="10880" y="7303"/>
                  </a:lnTo>
                  <a:lnTo>
                    <a:pt x="10755" y="7219"/>
                  </a:lnTo>
                  <a:lnTo>
                    <a:pt x="10587" y="7073"/>
                  </a:lnTo>
                  <a:lnTo>
                    <a:pt x="10504" y="6926"/>
                  </a:lnTo>
                  <a:lnTo>
                    <a:pt x="10232" y="6508"/>
                  </a:lnTo>
                  <a:lnTo>
                    <a:pt x="10650" y="5943"/>
                  </a:lnTo>
                  <a:lnTo>
                    <a:pt x="10692" y="5859"/>
                  </a:lnTo>
                  <a:lnTo>
                    <a:pt x="10650" y="5629"/>
                  </a:lnTo>
                  <a:lnTo>
                    <a:pt x="10650" y="5462"/>
                  </a:lnTo>
                  <a:lnTo>
                    <a:pt x="10567" y="5294"/>
                  </a:lnTo>
                  <a:lnTo>
                    <a:pt x="10064" y="5252"/>
                  </a:lnTo>
                  <a:lnTo>
                    <a:pt x="10043" y="5043"/>
                  </a:lnTo>
                  <a:lnTo>
                    <a:pt x="9981" y="4939"/>
                  </a:lnTo>
                  <a:lnTo>
                    <a:pt x="10023" y="4876"/>
                  </a:lnTo>
                  <a:lnTo>
                    <a:pt x="9939" y="4604"/>
                  </a:lnTo>
                  <a:lnTo>
                    <a:pt x="9771" y="4311"/>
                  </a:lnTo>
                  <a:lnTo>
                    <a:pt x="9834" y="4164"/>
                  </a:lnTo>
                  <a:lnTo>
                    <a:pt x="9981" y="3934"/>
                  </a:lnTo>
                  <a:lnTo>
                    <a:pt x="9939" y="3934"/>
                  </a:lnTo>
                  <a:lnTo>
                    <a:pt x="9751" y="3892"/>
                  </a:lnTo>
                  <a:lnTo>
                    <a:pt x="9751" y="3767"/>
                  </a:lnTo>
                  <a:lnTo>
                    <a:pt x="9730" y="3558"/>
                  </a:lnTo>
                  <a:lnTo>
                    <a:pt x="9667" y="3558"/>
                  </a:lnTo>
                  <a:lnTo>
                    <a:pt x="9813" y="3411"/>
                  </a:lnTo>
                  <a:lnTo>
                    <a:pt x="9709" y="3327"/>
                  </a:lnTo>
                  <a:lnTo>
                    <a:pt x="9646" y="3244"/>
                  </a:lnTo>
                  <a:lnTo>
                    <a:pt x="9771" y="3223"/>
                  </a:lnTo>
                  <a:lnTo>
                    <a:pt x="9918" y="3118"/>
                  </a:lnTo>
                  <a:lnTo>
                    <a:pt x="9918" y="3034"/>
                  </a:lnTo>
                  <a:lnTo>
                    <a:pt x="9939" y="3014"/>
                  </a:lnTo>
                  <a:lnTo>
                    <a:pt x="9855" y="2909"/>
                  </a:lnTo>
                  <a:lnTo>
                    <a:pt x="9918" y="2825"/>
                  </a:lnTo>
                  <a:lnTo>
                    <a:pt x="9918" y="2742"/>
                  </a:lnTo>
                  <a:lnTo>
                    <a:pt x="9918" y="2574"/>
                  </a:lnTo>
                  <a:lnTo>
                    <a:pt x="9855" y="2470"/>
                  </a:lnTo>
                  <a:lnTo>
                    <a:pt x="9855" y="2386"/>
                  </a:lnTo>
                  <a:lnTo>
                    <a:pt x="9813" y="2260"/>
                  </a:lnTo>
                  <a:lnTo>
                    <a:pt x="9855" y="2156"/>
                  </a:lnTo>
                  <a:lnTo>
                    <a:pt x="9751" y="1988"/>
                  </a:lnTo>
                  <a:lnTo>
                    <a:pt x="9625" y="1946"/>
                  </a:lnTo>
                  <a:lnTo>
                    <a:pt x="9353" y="1905"/>
                  </a:lnTo>
                  <a:lnTo>
                    <a:pt x="9123" y="1591"/>
                  </a:lnTo>
                  <a:lnTo>
                    <a:pt x="8914" y="1549"/>
                  </a:lnTo>
                  <a:lnTo>
                    <a:pt x="8788" y="1570"/>
                  </a:lnTo>
                  <a:lnTo>
                    <a:pt x="8725" y="1528"/>
                  </a:lnTo>
                  <a:lnTo>
                    <a:pt x="8704" y="1361"/>
                  </a:lnTo>
                  <a:lnTo>
                    <a:pt x="8579" y="1340"/>
                  </a:lnTo>
                  <a:lnTo>
                    <a:pt x="8349" y="1235"/>
                  </a:lnTo>
                  <a:lnTo>
                    <a:pt x="8265" y="1319"/>
                  </a:lnTo>
                  <a:lnTo>
                    <a:pt x="8160" y="1319"/>
                  </a:lnTo>
                  <a:lnTo>
                    <a:pt x="7826" y="1109"/>
                  </a:lnTo>
                  <a:lnTo>
                    <a:pt x="7658" y="1047"/>
                  </a:lnTo>
                  <a:lnTo>
                    <a:pt x="7449" y="858"/>
                  </a:lnTo>
                  <a:lnTo>
                    <a:pt x="7323" y="900"/>
                  </a:lnTo>
                  <a:lnTo>
                    <a:pt x="7198" y="837"/>
                  </a:lnTo>
                  <a:lnTo>
                    <a:pt x="7093" y="858"/>
                  </a:lnTo>
                  <a:lnTo>
                    <a:pt x="7030" y="1005"/>
                  </a:lnTo>
                  <a:lnTo>
                    <a:pt x="6821" y="942"/>
                  </a:lnTo>
                  <a:lnTo>
                    <a:pt x="6591" y="1005"/>
                  </a:lnTo>
                  <a:lnTo>
                    <a:pt x="6361" y="1214"/>
                  </a:lnTo>
                  <a:lnTo>
                    <a:pt x="6256" y="1214"/>
                  </a:lnTo>
                  <a:lnTo>
                    <a:pt x="6173" y="1319"/>
                  </a:lnTo>
                  <a:lnTo>
                    <a:pt x="6110" y="1465"/>
                  </a:lnTo>
                  <a:lnTo>
                    <a:pt x="5838" y="1465"/>
                  </a:lnTo>
                  <a:lnTo>
                    <a:pt x="5733" y="1549"/>
                  </a:lnTo>
                  <a:lnTo>
                    <a:pt x="5775" y="1695"/>
                  </a:lnTo>
                  <a:lnTo>
                    <a:pt x="5859" y="1842"/>
                  </a:lnTo>
                  <a:lnTo>
                    <a:pt x="5838" y="1967"/>
                  </a:lnTo>
                  <a:lnTo>
                    <a:pt x="5691" y="1967"/>
                  </a:lnTo>
                  <a:lnTo>
                    <a:pt x="5357" y="1905"/>
                  </a:lnTo>
                  <a:lnTo>
                    <a:pt x="5064" y="1967"/>
                  </a:lnTo>
                  <a:lnTo>
                    <a:pt x="4708" y="2072"/>
                  </a:lnTo>
                  <a:lnTo>
                    <a:pt x="4520" y="2072"/>
                  </a:lnTo>
                  <a:lnTo>
                    <a:pt x="4185" y="1967"/>
                  </a:lnTo>
                  <a:lnTo>
                    <a:pt x="4059" y="1967"/>
                  </a:lnTo>
                  <a:lnTo>
                    <a:pt x="3766" y="1842"/>
                  </a:lnTo>
                  <a:lnTo>
                    <a:pt x="3662" y="1737"/>
                  </a:lnTo>
                  <a:lnTo>
                    <a:pt x="3641" y="1591"/>
                  </a:lnTo>
                  <a:lnTo>
                    <a:pt x="3557" y="1591"/>
                  </a:lnTo>
                  <a:lnTo>
                    <a:pt x="3432" y="1528"/>
                  </a:lnTo>
                  <a:lnTo>
                    <a:pt x="3264" y="1570"/>
                  </a:lnTo>
                  <a:lnTo>
                    <a:pt x="3181" y="1528"/>
                  </a:lnTo>
                  <a:lnTo>
                    <a:pt x="3055" y="1528"/>
                  </a:lnTo>
                  <a:lnTo>
                    <a:pt x="2929" y="1423"/>
                  </a:lnTo>
                  <a:lnTo>
                    <a:pt x="2846" y="1381"/>
                  </a:lnTo>
                  <a:lnTo>
                    <a:pt x="2804" y="1340"/>
                  </a:lnTo>
                  <a:lnTo>
                    <a:pt x="2825" y="1214"/>
                  </a:lnTo>
                  <a:lnTo>
                    <a:pt x="2825" y="1068"/>
                  </a:lnTo>
                  <a:lnTo>
                    <a:pt x="2741" y="942"/>
                  </a:lnTo>
                  <a:lnTo>
                    <a:pt x="2741" y="921"/>
                  </a:lnTo>
                  <a:lnTo>
                    <a:pt x="2699" y="942"/>
                  </a:lnTo>
                  <a:lnTo>
                    <a:pt x="2595" y="921"/>
                  </a:lnTo>
                  <a:lnTo>
                    <a:pt x="2553" y="858"/>
                  </a:lnTo>
                  <a:lnTo>
                    <a:pt x="2448" y="817"/>
                  </a:lnTo>
                  <a:lnTo>
                    <a:pt x="2281" y="607"/>
                  </a:lnTo>
                  <a:lnTo>
                    <a:pt x="2448" y="482"/>
                  </a:lnTo>
                  <a:lnTo>
                    <a:pt x="2323" y="398"/>
                  </a:lnTo>
                  <a:lnTo>
                    <a:pt x="2302" y="335"/>
                  </a:lnTo>
                  <a:lnTo>
                    <a:pt x="2344" y="293"/>
                  </a:lnTo>
                  <a:lnTo>
                    <a:pt x="2281" y="210"/>
                  </a:lnTo>
                  <a:lnTo>
                    <a:pt x="2218" y="105"/>
                  </a:lnTo>
                  <a:lnTo>
                    <a:pt x="2176" y="105"/>
                  </a:lnTo>
                  <a:lnTo>
                    <a:pt x="2176" y="84"/>
                  </a:lnTo>
                  <a:lnTo>
                    <a:pt x="2113" y="84"/>
                  </a:lnTo>
                  <a:lnTo>
                    <a:pt x="1988" y="168"/>
                  </a:lnTo>
                  <a:lnTo>
                    <a:pt x="1904" y="168"/>
                  </a:lnTo>
                  <a:lnTo>
                    <a:pt x="1862" y="273"/>
                  </a:lnTo>
                  <a:lnTo>
                    <a:pt x="1779" y="293"/>
                  </a:lnTo>
                  <a:lnTo>
                    <a:pt x="1674" y="419"/>
                  </a:lnTo>
                  <a:lnTo>
                    <a:pt x="1611" y="440"/>
                  </a:lnTo>
                  <a:lnTo>
                    <a:pt x="1569" y="503"/>
                  </a:lnTo>
                  <a:lnTo>
                    <a:pt x="1569" y="545"/>
                  </a:lnTo>
                  <a:lnTo>
                    <a:pt x="1465" y="607"/>
                  </a:lnTo>
                  <a:lnTo>
                    <a:pt x="1381" y="586"/>
                  </a:lnTo>
                  <a:lnTo>
                    <a:pt x="1256" y="607"/>
                  </a:lnTo>
                  <a:lnTo>
                    <a:pt x="1235" y="691"/>
                  </a:lnTo>
                  <a:lnTo>
                    <a:pt x="1046" y="607"/>
                  </a:lnTo>
                  <a:lnTo>
                    <a:pt x="921" y="607"/>
                  </a:lnTo>
                  <a:lnTo>
                    <a:pt x="753" y="524"/>
                  </a:lnTo>
                  <a:lnTo>
                    <a:pt x="732" y="398"/>
                  </a:lnTo>
                  <a:lnTo>
                    <a:pt x="460" y="273"/>
                  </a:lnTo>
                  <a:lnTo>
                    <a:pt x="502" y="189"/>
                  </a:lnTo>
                  <a:lnTo>
                    <a:pt x="440" y="84"/>
                  </a:lnTo>
                  <a:lnTo>
                    <a:pt x="356" y="84"/>
                  </a:lnTo>
                  <a:lnTo>
                    <a:pt x="29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1" name="Google Shape;7833;p67">
              <a:extLst>
                <a:ext uri="{FF2B5EF4-FFF2-40B4-BE49-F238E27FC236}">
                  <a16:creationId xmlns:a16="http://schemas.microsoft.com/office/drawing/2014/main" id="{6AE600B7-E66B-4897-3815-03BBAA7BFA95}"/>
                </a:ext>
              </a:extLst>
            </p:cNvPr>
            <p:cNvSpPr/>
            <p:nvPr/>
          </p:nvSpPr>
          <p:spPr>
            <a:xfrm>
              <a:off x="4277375" y="2602475"/>
              <a:ext cx="51800" cy="43975"/>
            </a:xfrm>
            <a:custGeom>
              <a:avLst/>
              <a:gdLst/>
              <a:ahLst/>
              <a:cxnLst/>
              <a:rect l="l" t="t" r="r" b="b"/>
              <a:pathLst>
                <a:path w="2072" h="1759" extrusionOk="0">
                  <a:moveTo>
                    <a:pt x="419" y="1"/>
                  </a:moveTo>
                  <a:lnTo>
                    <a:pt x="168" y="64"/>
                  </a:lnTo>
                  <a:lnTo>
                    <a:pt x="0" y="105"/>
                  </a:lnTo>
                  <a:lnTo>
                    <a:pt x="84" y="210"/>
                  </a:lnTo>
                  <a:lnTo>
                    <a:pt x="84" y="294"/>
                  </a:lnTo>
                  <a:lnTo>
                    <a:pt x="189" y="315"/>
                  </a:lnTo>
                  <a:lnTo>
                    <a:pt x="272" y="419"/>
                  </a:lnTo>
                  <a:lnTo>
                    <a:pt x="209" y="608"/>
                  </a:lnTo>
                  <a:lnTo>
                    <a:pt x="251" y="838"/>
                  </a:lnTo>
                  <a:lnTo>
                    <a:pt x="398" y="942"/>
                  </a:lnTo>
                  <a:lnTo>
                    <a:pt x="691" y="942"/>
                  </a:lnTo>
                  <a:lnTo>
                    <a:pt x="795" y="1026"/>
                  </a:lnTo>
                  <a:lnTo>
                    <a:pt x="837" y="1110"/>
                  </a:lnTo>
                  <a:lnTo>
                    <a:pt x="921" y="1110"/>
                  </a:lnTo>
                  <a:lnTo>
                    <a:pt x="1026" y="1047"/>
                  </a:lnTo>
                  <a:lnTo>
                    <a:pt x="1193" y="1172"/>
                  </a:lnTo>
                  <a:lnTo>
                    <a:pt x="1235" y="1131"/>
                  </a:lnTo>
                  <a:lnTo>
                    <a:pt x="1339" y="1131"/>
                  </a:lnTo>
                  <a:lnTo>
                    <a:pt x="1423" y="1319"/>
                  </a:lnTo>
                  <a:lnTo>
                    <a:pt x="1570" y="1361"/>
                  </a:lnTo>
                  <a:lnTo>
                    <a:pt x="1842" y="1758"/>
                  </a:lnTo>
                  <a:lnTo>
                    <a:pt x="1967" y="1737"/>
                  </a:lnTo>
                  <a:lnTo>
                    <a:pt x="1967" y="1591"/>
                  </a:lnTo>
                  <a:lnTo>
                    <a:pt x="1988" y="1549"/>
                  </a:lnTo>
                  <a:lnTo>
                    <a:pt x="1925" y="1382"/>
                  </a:lnTo>
                  <a:lnTo>
                    <a:pt x="2072" y="1361"/>
                  </a:lnTo>
                  <a:lnTo>
                    <a:pt x="1946" y="1235"/>
                  </a:lnTo>
                  <a:lnTo>
                    <a:pt x="1758" y="1235"/>
                  </a:lnTo>
                  <a:lnTo>
                    <a:pt x="1507" y="1110"/>
                  </a:lnTo>
                  <a:lnTo>
                    <a:pt x="1423" y="921"/>
                  </a:lnTo>
                  <a:lnTo>
                    <a:pt x="1507" y="838"/>
                  </a:lnTo>
                  <a:lnTo>
                    <a:pt x="1507" y="712"/>
                  </a:lnTo>
                  <a:lnTo>
                    <a:pt x="1256" y="524"/>
                  </a:lnTo>
                  <a:lnTo>
                    <a:pt x="1256" y="419"/>
                  </a:lnTo>
                  <a:lnTo>
                    <a:pt x="1298" y="294"/>
                  </a:lnTo>
                  <a:lnTo>
                    <a:pt x="1193" y="168"/>
                  </a:lnTo>
                  <a:lnTo>
                    <a:pt x="984" y="126"/>
                  </a:lnTo>
                  <a:lnTo>
                    <a:pt x="83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2" name="Google Shape;7834;p67">
              <a:extLst>
                <a:ext uri="{FF2B5EF4-FFF2-40B4-BE49-F238E27FC236}">
                  <a16:creationId xmlns:a16="http://schemas.microsoft.com/office/drawing/2014/main" id="{073E1753-097D-FE8C-39DE-77DE8A125531}"/>
                </a:ext>
              </a:extLst>
            </p:cNvPr>
            <p:cNvSpPr/>
            <p:nvPr/>
          </p:nvSpPr>
          <p:spPr>
            <a:xfrm>
              <a:off x="4044600" y="2592025"/>
              <a:ext cx="260525" cy="107250"/>
            </a:xfrm>
            <a:custGeom>
              <a:avLst/>
              <a:gdLst/>
              <a:ahLst/>
              <a:cxnLst/>
              <a:rect l="l" t="t" r="r" b="b"/>
              <a:pathLst>
                <a:path w="10421" h="4290" extrusionOk="0">
                  <a:moveTo>
                    <a:pt x="4708" y="0"/>
                  </a:moveTo>
                  <a:lnTo>
                    <a:pt x="4562" y="63"/>
                  </a:lnTo>
                  <a:lnTo>
                    <a:pt x="4373" y="63"/>
                  </a:lnTo>
                  <a:lnTo>
                    <a:pt x="4290" y="21"/>
                  </a:lnTo>
                  <a:lnTo>
                    <a:pt x="4185" y="63"/>
                  </a:lnTo>
                  <a:lnTo>
                    <a:pt x="3913" y="63"/>
                  </a:lnTo>
                  <a:lnTo>
                    <a:pt x="3766" y="84"/>
                  </a:lnTo>
                  <a:lnTo>
                    <a:pt x="3494" y="189"/>
                  </a:lnTo>
                  <a:lnTo>
                    <a:pt x="3390" y="210"/>
                  </a:lnTo>
                  <a:lnTo>
                    <a:pt x="3181" y="230"/>
                  </a:lnTo>
                  <a:lnTo>
                    <a:pt x="3097" y="335"/>
                  </a:lnTo>
                  <a:lnTo>
                    <a:pt x="2992" y="377"/>
                  </a:lnTo>
                  <a:lnTo>
                    <a:pt x="2909" y="440"/>
                  </a:lnTo>
                  <a:lnTo>
                    <a:pt x="2867" y="502"/>
                  </a:lnTo>
                  <a:lnTo>
                    <a:pt x="2804" y="628"/>
                  </a:lnTo>
                  <a:lnTo>
                    <a:pt x="2762" y="649"/>
                  </a:lnTo>
                  <a:lnTo>
                    <a:pt x="2762" y="733"/>
                  </a:lnTo>
                  <a:lnTo>
                    <a:pt x="2553" y="733"/>
                  </a:lnTo>
                  <a:lnTo>
                    <a:pt x="2239" y="628"/>
                  </a:lnTo>
                  <a:lnTo>
                    <a:pt x="2155" y="628"/>
                  </a:lnTo>
                  <a:lnTo>
                    <a:pt x="2072" y="691"/>
                  </a:lnTo>
                  <a:lnTo>
                    <a:pt x="1946" y="649"/>
                  </a:lnTo>
                  <a:lnTo>
                    <a:pt x="1779" y="691"/>
                  </a:lnTo>
                  <a:lnTo>
                    <a:pt x="1674" y="649"/>
                  </a:lnTo>
                  <a:lnTo>
                    <a:pt x="1549" y="712"/>
                  </a:lnTo>
                  <a:lnTo>
                    <a:pt x="1528" y="795"/>
                  </a:lnTo>
                  <a:lnTo>
                    <a:pt x="1632" y="942"/>
                  </a:lnTo>
                  <a:lnTo>
                    <a:pt x="1779" y="963"/>
                  </a:lnTo>
                  <a:lnTo>
                    <a:pt x="1925" y="963"/>
                  </a:lnTo>
                  <a:lnTo>
                    <a:pt x="1883" y="1046"/>
                  </a:lnTo>
                  <a:lnTo>
                    <a:pt x="1653" y="1046"/>
                  </a:lnTo>
                  <a:lnTo>
                    <a:pt x="1444" y="1109"/>
                  </a:lnTo>
                  <a:lnTo>
                    <a:pt x="1402" y="1214"/>
                  </a:lnTo>
                  <a:lnTo>
                    <a:pt x="1423" y="1256"/>
                  </a:lnTo>
                  <a:lnTo>
                    <a:pt x="1528" y="1235"/>
                  </a:lnTo>
                  <a:lnTo>
                    <a:pt x="1570" y="1277"/>
                  </a:lnTo>
                  <a:lnTo>
                    <a:pt x="1507" y="1318"/>
                  </a:lnTo>
                  <a:lnTo>
                    <a:pt x="1214" y="1339"/>
                  </a:lnTo>
                  <a:lnTo>
                    <a:pt x="1109" y="1256"/>
                  </a:lnTo>
                  <a:lnTo>
                    <a:pt x="984" y="1339"/>
                  </a:lnTo>
                  <a:lnTo>
                    <a:pt x="900" y="1235"/>
                  </a:lnTo>
                  <a:lnTo>
                    <a:pt x="837" y="1235"/>
                  </a:lnTo>
                  <a:lnTo>
                    <a:pt x="733" y="1339"/>
                  </a:lnTo>
                  <a:lnTo>
                    <a:pt x="628" y="1339"/>
                  </a:lnTo>
                  <a:lnTo>
                    <a:pt x="502" y="1235"/>
                  </a:lnTo>
                  <a:lnTo>
                    <a:pt x="377" y="1235"/>
                  </a:lnTo>
                  <a:lnTo>
                    <a:pt x="105" y="1444"/>
                  </a:lnTo>
                  <a:lnTo>
                    <a:pt x="63" y="1549"/>
                  </a:lnTo>
                  <a:lnTo>
                    <a:pt x="0" y="1653"/>
                  </a:lnTo>
                  <a:lnTo>
                    <a:pt x="63" y="1695"/>
                  </a:lnTo>
                  <a:lnTo>
                    <a:pt x="63" y="1842"/>
                  </a:lnTo>
                  <a:lnTo>
                    <a:pt x="0" y="1883"/>
                  </a:lnTo>
                  <a:lnTo>
                    <a:pt x="63" y="1946"/>
                  </a:lnTo>
                  <a:lnTo>
                    <a:pt x="209" y="1883"/>
                  </a:lnTo>
                  <a:lnTo>
                    <a:pt x="251" y="1904"/>
                  </a:lnTo>
                  <a:lnTo>
                    <a:pt x="377" y="1883"/>
                  </a:lnTo>
                  <a:lnTo>
                    <a:pt x="502" y="1883"/>
                  </a:lnTo>
                  <a:lnTo>
                    <a:pt x="377" y="2009"/>
                  </a:lnTo>
                  <a:lnTo>
                    <a:pt x="398" y="2093"/>
                  </a:lnTo>
                  <a:lnTo>
                    <a:pt x="461" y="2197"/>
                  </a:lnTo>
                  <a:lnTo>
                    <a:pt x="461" y="2281"/>
                  </a:lnTo>
                  <a:lnTo>
                    <a:pt x="419" y="2302"/>
                  </a:lnTo>
                  <a:lnTo>
                    <a:pt x="481" y="2323"/>
                  </a:lnTo>
                  <a:lnTo>
                    <a:pt x="586" y="2281"/>
                  </a:lnTo>
                  <a:lnTo>
                    <a:pt x="586" y="2323"/>
                  </a:lnTo>
                  <a:lnTo>
                    <a:pt x="502" y="2406"/>
                  </a:lnTo>
                  <a:lnTo>
                    <a:pt x="377" y="2490"/>
                  </a:lnTo>
                  <a:lnTo>
                    <a:pt x="419" y="2532"/>
                  </a:lnTo>
                  <a:lnTo>
                    <a:pt x="502" y="2532"/>
                  </a:lnTo>
                  <a:lnTo>
                    <a:pt x="419" y="2595"/>
                  </a:lnTo>
                  <a:lnTo>
                    <a:pt x="377" y="2699"/>
                  </a:lnTo>
                  <a:lnTo>
                    <a:pt x="293" y="2699"/>
                  </a:lnTo>
                  <a:lnTo>
                    <a:pt x="251" y="2532"/>
                  </a:lnTo>
                  <a:lnTo>
                    <a:pt x="189" y="2511"/>
                  </a:lnTo>
                  <a:lnTo>
                    <a:pt x="189" y="2616"/>
                  </a:lnTo>
                  <a:lnTo>
                    <a:pt x="209" y="2720"/>
                  </a:lnTo>
                  <a:lnTo>
                    <a:pt x="168" y="2783"/>
                  </a:lnTo>
                  <a:lnTo>
                    <a:pt x="189" y="2846"/>
                  </a:lnTo>
                  <a:lnTo>
                    <a:pt x="293" y="2930"/>
                  </a:lnTo>
                  <a:lnTo>
                    <a:pt x="293" y="2888"/>
                  </a:lnTo>
                  <a:lnTo>
                    <a:pt x="419" y="2950"/>
                  </a:lnTo>
                  <a:lnTo>
                    <a:pt x="502" y="2950"/>
                  </a:lnTo>
                  <a:lnTo>
                    <a:pt x="628" y="3034"/>
                  </a:lnTo>
                  <a:lnTo>
                    <a:pt x="670" y="3160"/>
                  </a:lnTo>
                  <a:lnTo>
                    <a:pt x="586" y="3243"/>
                  </a:lnTo>
                  <a:lnTo>
                    <a:pt x="670" y="3327"/>
                  </a:lnTo>
                  <a:lnTo>
                    <a:pt x="670" y="3411"/>
                  </a:lnTo>
                  <a:lnTo>
                    <a:pt x="733" y="3411"/>
                  </a:lnTo>
                  <a:lnTo>
                    <a:pt x="879" y="3536"/>
                  </a:lnTo>
                  <a:lnTo>
                    <a:pt x="816" y="3641"/>
                  </a:lnTo>
                  <a:lnTo>
                    <a:pt x="733" y="3620"/>
                  </a:lnTo>
                  <a:lnTo>
                    <a:pt x="712" y="3662"/>
                  </a:lnTo>
                  <a:lnTo>
                    <a:pt x="795" y="3683"/>
                  </a:lnTo>
                  <a:lnTo>
                    <a:pt x="942" y="3662"/>
                  </a:lnTo>
                  <a:lnTo>
                    <a:pt x="1214" y="3662"/>
                  </a:lnTo>
                  <a:lnTo>
                    <a:pt x="1193" y="3725"/>
                  </a:lnTo>
                  <a:lnTo>
                    <a:pt x="1130" y="3767"/>
                  </a:lnTo>
                  <a:lnTo>
                    <a:pt x="1005" y="3829"/>
                  </a:lnTo>
                  <a:lnTo>
                    <a:pt x="816" y="3829"/>
                  </a:lnTo>
                  <a:lnTo>
                    <a:pt x="774" y="3871"/>
                  </a:lnTo>
                  <a:lnTo>
                    <a:pt x="837" y="3892"/>
                  </a:lnTo>
                  <a:lnTo>
                    <a:pt x="942" y="3871"/>
                  </a:lnTo>
                  <a:lnTo>
                    <a:pt x="1088" y="3871"/>
                  </a:lnTo>
                  <a:lnTo>
                    <a:pt x="1130" y="3829"/>
                  </a:lnTo>
                  <a:lnTo>
                    <a:pt x="1130" y="3934"/>
                  </a:lnTo>
                  <a:lnTo>
                    <a:pt x="1151" y="3955"/>
                  </a:lnTo>
                  <a:lnTo>
                    <a:pt x="1235" y="3871"/>
                  </a:lnTo>
                  <a:lnTo>
                    <a:pt x="1318" y="3767"/>
                  </a:lnTo>
                  <a:lnTo>
                    <a:pt x="1402" y="3767"/>
                  </a:lnTo>
                  <a:lnTo>
                    <a:pt x="1444" y="3829"/>
                  </a:lnTo>
                  <a:lnTo>
                    <a:pt x="1528" y="3829"/>
                  </a:lnTo>
                  <a:lnTo>
                    <a:pt x="1632" y="3892"/>
                  </a:lnTo>
                  <a:lnTo>
                    <a:pt x="1674" y="3829"/>
                  </a:lnTo>
                  <a:lnTo>
                    <a:pt x="1758" y="3850"/>
                  </a:lnTo>
                  <a:lnTo>
                    <a:pt x="1758" y="3892"/>
                  </a:lnTo>
                  <a:lnTo>
                    <a:pt x="1716" y="3934"/>
                  </a:lnTo>
                  <a:lnTo>
                    <a:pt x="1758" y="3997"/>
                  </a:lnTo>
                  <a:lnTo>
                    <a:pt x="1779" y="4080"/>
                  </a:lnTo>
                  <a:lnTo>
                    <a:pt x="1883" y="4185"/>
                  </a:lnTo>
                  <a:lnTo>
                    <a:pt x="1946" y="4164"/>
                  </a:lnTo>
                  <a:lnTo>
                    <a:pt x="2072" y="4206"/>
                  </a:lnTo>
                  <a:lnTo>
                    <a:pt x="2197" y="4185"/>
                  </a:lnTo>
                  <a:lnTo>
                    <a:pt x="2281" y="4143"/>
                  </a:lnTo>
                  <a:lnTo>
                    <a:pt x="2386" y="4143"/>
                  </a:lnTo>
                  <a:lnTo>
                    <a:pt x="2469" y="4080"/>
                  </a:lnTo>
                  <a:lnTo>
                    <a:pt x="2574" y="4143"/>
                  </a:lnTo>
                  <a:lnTo>
                    <a:pt x="2616" y="4080"/>
                  </a:lnTo>
                  <a:lnTo>
                    <a:pt x="2616" y="3955"/>
                  </a:lnTo>
                  <a:lnTo>
                    <a:pt x="2658" y="3871"/>
                  </a:lnTo>
                  <a:lnTo>
                    <a:pt x="2616" y="3767"/>
                  </a:lnTo>
                  <a:lnTo>
                    <a:pt x="2867" y="3746"/>
                  </a:lnTo>
                  <a:lnTo>
                    <a:pt x="3076" y="3746"/>
                  </a:lnTo>
                  <a:lnTo>
                    <a:pt x="3348" y="3892"/>
                  </a:lnTo>
                  <a:lnTo>
                    <a:pt x="3453" y="3892"/>
                  </a:lnTo>
                  <a:lnTo>
                    <a:pt x="3641" y="4143"/>
                  </a:lnTo>
                  <a:lnTo>
                    <a:pt x="3808" y="4248"/>
                  </a:lnTo>
                  <a:lnTo>
                    <a:pt x="4331" y="4185"/>
                  </a:lnTo>
                  <a:lnTo>
                    <a:pt x="4478" y="4101"/>
                  </a:lnTo>
                  <a:lnTo>
                    <a:pt x="4541" y="4101"/>
                  </a:lnTo>
                  <a:lnTo>
                    <a:pt x="4562" y="4143"/>
                  </a:lnTo>
                  <a:lnTo>
                    <a:pt x="4603" y="4080"/>
                  </a:lnTo>
                  <a:lnTo>
                    <a:pt x="4645" y="3976"/>
                  </a:lnTo>
                  <a:lnTo>
                    <a:pt x="4896" y="3725"/>
                  </a:lnTo>
                  <a:lnTo>
                    <a:pt x="4959" y="3683"/>
                  </a:lnTo>
                  <a:lnTo>
                    <a:pt x="5189" y="3767"/>
                  </a:lnTo>
                  <a:lnTo>
                    <a:pt x="5336" y="3850"/>
                  </a:lnTo>
                  <a:lnTo>
                    <a:pt x="5524" y="3787"/>
                  </a:lnTo>
                  <a:lnTo>
                    <a:pt x="5524" y="3746"/>
                  </a:lnTo>
                  <a:lnTo>
                    <a:pt x="5650" y="3662"/>
                  </a:lnTo>
                  <a:lnTo>
                    <a:pt x="5754" y="3683"/>
                  </a:lnTo>
                  <a:lnTo>
                    <a:pt x="5754" y="3767"/>
                  </a:lnTo>
                  <a:lnTo>
                    <a:pt x="5691" y="3934"/>
                  </a:lnTo>
                  <a:lnTo>
                    <a:pt x="5545" y="3997"/>
                  </a:lnTo>
                  <a:lnTo>
                    <a:pt x="5587" y="4059"/>
                  </a:lnTo>
                  <a:lnTo>
                    <a:pt x="5691" y="4185"/>
                  </a:lnTo>
                  <a:lnTo>
                    <a:pt x="5650" y="4269"/>
                  </a:lnTo>
                  <a:lnTo>
                    <a:pt x="5754" y="4290"/>
                  </a:lnTo>
                  <a:lnTo>
                    <a:pt x="5901" y="4269"/>
                  </a:lnTo>
                  <a:lnTo>
                    <a:pt x="6005" y="4206"/>
                  </a:lnTo>
                  <a:lnTo>
                    <a:pt x="5963" y="4080"/>
                  </a:lnTo>
                  <a:lnTo>
                    <a:pt x="6047" y="4059"/>
                  </a:lnTo>
                  <a:lnTo>
                    <a:pt x="6047" y="3829"/>
                  </a:lnTo>
                  <a:lnTo>
                    <a:pt x="6110" y="3746"/>
                  </a:lnTo>
                  <a:lnTo>
                    <a:pt x="6256" y="3787"/>
                  </a:lnTo>
                  <a:lnTo>
                    <a:pt x="6361" y="3829"/>
                  </a:lnTo>
                  <a:lnTo>
                    <a:pt x="6654" y="3683"/>
                  </a:lnTo>
                  <a:lnTo>
                    <a:pt x="6696" y="3683"/>
                  </a:lnTo>
                  <a:lnTo>
                    <a:pt x="6780" y="3641"/>
                  </a:lnTo>
                  <a:lnTo>
                    <a:pt x="7093" y="3620"/>
                  </a:lnTo>
                  <a:lnTo>
                    <a:pt x="7198" y="3641"/>
                  </a:lnTo>
                  <a:lnTo>
                    <a:pt x="7261" y="3683"/>
                  </a:lnTo>
                  <a:lnTo>
                    <a:pt x="7428" y="3746"/>
                  </a:lnTo>
                  <a:lnTo>
                    <a:pt x="7700" y="3746"/>
                  </a:lnTo>
                  <a:lnTo>
                    <a:pt x="7721" y="3683"/>
                  </a:lnTo>
                  <a:lnTo>
                    <a:pt x="7888" y="3641"/>
                  </a:lnTo>
                  <a:lnTo>
                    <a:pt x="7951" y="3557"/>
                  </a:lnTo>
                  <a:lnTo>
                    <a:pt x="8160" y="3474"/>
                  </a:lnTo>
                  <a:lnTo>
                    <a:pt x="8307" y="3474"/>
                  </a:lnTo>
                  <a:lnTo>
                    <a:pt x="8432" y="3453"/>
                  </a:lnTo>
                  <a:lnTo>
                    <a:pt x="8725" y="3474"/>
                  </a:lnTo>
                  <a:lnTo>
                    <a:pt x="8956" y="3411"/>
                  </a:lnTo>
                  <a:lnTo>
                    <a:pt x="9102" y="3411"/>
                  </a:lnTo>
                  <a:lnTo>
                    <a:pt x="9165" y="3432"/>
                  </a:lnTo>
                  <a:lnTo>
                    <a:pt x="9311" y="3306"/>
                  </a:lnTo>
                  <a:lnTo>
                    <a:pt x="9458" y="3306"/>
                  </a:lnTo>
                  <a:lnTo>
                    <a:pt x="9500" y="3264"/>
                  </a:lnTo>
                  <a:lnTo>
                    <a:pt x="9730" y="3264"/>
                  </a:lnTo>
                  <a:lnTo>
                    <a:pt x="9939" y="3327"/>
                  </a:lnTo>
                  <a:lnTo>
                    <a:pt x="10085" y="3264"/>
                  </a:lnTo>
                  <a:lnTo>
                    <a:pt x="10148" y="3327"/>
                  </a:lnTo>
                  <a:lnTo>
                    <a:pt x="10148" y="3432"/>
                  </a:lnTo>
                  <a:lnTo>
                    <a:pt x="10253" y="3474"/>
                  </a:lnTo>
                  <a:lnTo>
                    <a:pt x="10399" y="3453"/>
                  </a:lnTo>
                  <a:lnTo>
                    <a:pt x="10420" y="3348"/>
                  </a:lnTo>
                  <a:lnTo>
                    <a:pt x="10357" y="3223"/>
                  </a:lnTo>
                  <a:lnTo>
                    <a:pt x="10232" y="2992"/>
                  </a:lnTo>
                  <a:lnTo>
                    <a:pt x="10085" y="2930"/>
                  </a:lnTo>
                  <a:lnTo>
                    <a:pt x="10106" y="2846"/>
                  </a:lnTo>
                  <a:lnTo>
                    <a:pt x="10085" y="2699"/>
                  </a:lnTo>
                  <a:lnTo>
                    <a:pt x="10148" y="2511"/>
                  </a:lnTo>
                  <a:lnTo>
                    <a:pt x="10127" y="2469"/>
                  </a:lnTo>
                  <a:lnTo>
                    <a:pt x="10002" y="2427"/>
                  </a:lnTo>
                  <a:lnTo>
                    <a:pt x="10002" y="2281"/>
                  </a:lnTo>
                  <a:lnTo>
                    <a:pt x="10002" y="2176"/>
                  </a:lnTo>
                  <a:lnTo>
                    <a:pt x="9939" y="1967"/>
                  </a:lnTo>
                  <a:lnTo>
                    <a:pt x="9897" y="1842"/>
                  </a:lnTo>
                  <a:lnTo>
                    <a:pt x="9897" y="1779"/>
                  </a:lnTo>
                  <a:lnTo>
                    <a:pt x="10044" y="1779"/>
                  </a:lnTo>
                  <a:lnTo>
                    <a:pt x="10106" y="1632"/>
                  </a:lnTo>
                  <a:lnTo>
                    <a:pt x="10148" y="1570"/>
                  </a:lnTo>
                  <a:lnTo>
                    <a:pt x="10148" y="1528"/>
                  </a:lnTo>
                  <a:lnTo>
                    <a:pt x="10106" y="1444"/>
                  </a:lnTo>
                  <a:lnTo>
                    <a:pt x="10002" y="1360"/>
                  </a:lnTo>
                  <a:lnTo>
                    <a:pt x="9709" y="1360"/>
                  </a:lnTo>
                  <a:lnTo>
                    <a:pt x="9562" y="1256"/>
                  </a:lnTo>
                  <a:lnTo>
                    <a:pt x="9520" y="1026"/>
                  </a:lnTo>
                  <a:lnTo>
                    <a:pt x="9583" y="837"/>
                  </a:lnTo>
                  <a:lnTo>
                    <a:pt x="9500" y="733"/>
                  </a:lnTo>
                  <a:lnTo>
                    <a:pt x="9395" y="712"/>
                  </a:lnTo>
                  <a:lnTo>
                    <a:pt x="9395" y="628"/>
                  </a:lnTo>
                  <a:lnTo>
                    <a:pt x="9290" y="523"/>
                  </a:lnTo>
                  <a:lnTo>
                    <a:pt x="9186" y="502"/>
                  </a:lnTo>
                  <a:lnTo>
                    <a:pt x="8956" y="293"/>
                  </a:lnTo>
                  <a:lnTo>
                    <a:pt x="8851" y="272"/>
                  </a:lnTo>
                  <a:lnTo>
                    <a:pt x="8767" y="335"/>
                  </a:lnTo>
                  <a:lnTo>
                    <a:pt x="8725" y="335"/>
                  </a:lnTo>
                  <a:lnTo>
                    <a:pt x="8558" y="293"/>
                  </a:lnTo>
                  <a:lnTo>
                    <a:pt x="8516" y="377"/>
                  </a:lnTo>
                  <a:lnTo>
                    <a:pt x="8432" y="335"/>
                  </a:lnTo>
                  <a:lnTo>
                    <a:pt x="8412" y="230"/>
                  </a:lnTo>
                  <a:lnTo>
                    <a:pt x="8349" y="230"/>
                  </a:lnTo>
                  <a:lnTo>
                    <a:pt x="8328" y="272"/>
                  </a:lnTo>
                  <a:lnTo>
                    <a:pt x="8244" y="419"/>
                  </a:lnTo>
                  <a:lnTo>
                    <a:pt x="8098" y="502"/>
                  </a:lnTo>
                  <a:lnTo>
                    <a:pt x="7909" y="607"/>
                  </a:lnTo>
                  <a:lnTo>
                    <a:pt x="7888" y="691"/>
                  </a:lnTo>
                  <a:lnTo>
                    <a:pt x="7700" y="712"/>
                  </a:lnTo>
                  <a:lnTo>
                    <a:pt x="7616" y="754"/>
                  </a:lnTo>
                  <a:lnTo>
                    <a:pt x="7386" y="712"/>
                  </a:lnTo>
                  <a:lnTo>
                    <a:pt x="7324" y="649"/>
                  </a:lnTo>
                  <a:lnTo>
                    <a:pt x="7219" y="649"/>
                  </a:lnTo>
                  <a:lnTo>
                    <a:pt x="7198" y="628"/>
                  </a:lnTo>
                  <a:lnTo>
                    <a:pt x="7093" y="691"/>
                  </a:lnTo>
                  <a:lnTo>
                    <a:pt x="6884" y="691"/>
                  </a:lnTo>
                  <a:lnTo>
                    <a:pt x="6633" y="795"/>
                  </a:lnTo>
                  <a:lnTo>
                    <a:pt x="6445" y="754"/>
                  </a:lnTo>
                  <a:lnTo>
                    <a:pt x="6319" y="649"/>
                  </a:lnTo>
                  <a:lnTo>
                    <a:pt x="6235" y="712"/>
                  </a:lnTo>
                  <a:lnTo>
                    <a:pt x="6026" y="607"/>
                  </a:lnTo>
                  <a:lnTo>
                    <a:pt x="5901" y="586"/>
                  </a:lnTo>
                  <a:lnTo>
                    <a:pt x="5712" y="440"/>
                  </a:lnTo>
                  <a:lnTo>
                    <a:pt x="5629" y="440"/>
                  </a:lnTo>
                  <a:lnTo>
                    <a:pt x="5587" y="523"/>
                  </a:lnTo>
                  <a:lnTo>
                    <a:pt x="5503" y="502"/>
                  </a:lnTo>
                  <a:lnTo>
                    <a:pt x="5399" y="377"/>
                  </a:lnTo>
                  <a:lnTo>
                    <a:pt x="5378" y="210"/>
                  </a:lnTo>
                  <a:lnTo>
                    <a:pt x="5273" y="126"/>
                  </a:lnTo>
                  <a:lnTo>
                    <a:pt x="5210" y="168"/>
                  </a:lnTo>
                  <a:lnTo>
                    <a:pt x="5085" y="293"/>
                  </a:lnTo>
                  <a:lnTo>
                    <a:pt x="5022" y="272"/>
                  </a:lnTo>
                  <a:lnTo>
                    <a:pt x="4980" y="314"/>
                  </a:lnTo>
                  <a:lnTo>
                    <a:pt x="4771" y="105"/>
                  </a:lnTo>
                  <a:lnTo>
                    <a:pt x="475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3" name="Google Shape;7835;p67">
              <a:extLst>
                <a:ext uri="{FF2B5EF4-FFF2-40B4-BE49-F238E27FC236}">
                  <a16:creationId xmlns:a16="http://schemas.microsoft.com/office/drawing/2014/main" id="{98DC2417-D5C1-8171-267D-C835A75C95B6}"/>
                </a:ext>
              </a:extLst>
            </p:cNvPr>
            <p:cNvSpPr/>
            <p:nvPr/>
          </p:nvSpPr>
          <p:spPr>
            <a:xfrm>
              <a:off x="4041450" y="2592550"/>
              <a:ext cx="39775" cy="35075"/>
            </a:xfrm>
            <a:custGeom>
              <a:avLst/>
              <a:gdLst/>
              <a:ahLst/>
              <a:cxnLst/>
              <a:rect l="l" t="t" r="r" b="b"/>
              <a:pathLst>
                <a:path w="1591" h="1403" extrusionOk="0">
                  <a:moveTo>
                    <a:pt x="503" y="0"/>
                  </a:moveTo>
                  <a:lnTo>
                    <a:pt x="419" y="84"/>
                  </a:lnTo>
                  <a:lnTo>
                    <a:pt x="335" y="84"/>
                  </a:lnTo>
                  <a:lnTo>
                    <a:pt x="231" y="189"/>
                  </a:lnTo>
                  <a:lnTo>
                    <a:pt x="210" y="356"/>
                  </a:lnTo>
                  <a:lnTo>
                    <a:pt x="335" y="398"/>
                  </a:lnTo>
                  <a:lnTo>
                    <a:pt x="335" y="523"/>
                  </a:lnTo>
                  <a:lnTo>
                    <a:pt x="189" y="628"/>
                  </a:lnTo>
                  <a:lnTo>
                    <a:pt x="210" y="733"/>
                  </a:lnTo>
                  <a:lnTo>
                    <a:pt x="126" y="879"/>
                  </a:lnTo>
                  <a:lnTo>
                    <a:pt x="1" y="921"/>
                  </a:lnTo>
                  <a:lnTo>
                    <a:pt x="22" y="921"/>
                  </a:lnTo>
                  <a:lnTo>
                    <a:pt x="84" y="1025"/>
                  </a:lnTo>
                  <a:lnTo>
                    <a:pt x="168" y="1088"/>
                  </a:lnTo>
                  <a:lnTo>
                    <a:pt x="231" y="1046"/>
                  </a:lnTo>
                  <a:lnTo>
                    <a:pt x="294" y="1088"/>
                  </a:lnTo>
                  <a:lnTo>
                    <a:pt x="398" y="1046"/>
                  </a:lnTo>
                  <a:lnTo>
                    <a:pt x="294" y="1130"/>
                  </a:lnTo>
                  <a:lnTo>
                    <a:pt x="231" y="1130"/>
                  </a:lnTo>
                  <a:lnTo>
                    <a:pt x="168" y="1318"/>
                  </a:lnTo>
                  <a:lnTo>
                    <a:pt x="189" y="1402"/>
                  </a:lnTo>
                  <a:lnTo>
                    <a:pt x="419" y="1193"/>
                  </a:lnTo>
                  <a:lnTo>
                    <a:pt x="712" y="1025"/>
                  </a:lnTo>
                  <a:lnTo>
                    <a:pt x="796" y="879"/>
                  </a:lnTo>
                  <a:lnTo>
                    <a:pt x="900" y="816"/>
                  </a:lnTo>
                  <a:lnTo>
                    <a:pt x="1110" y="837"/>
                  </a:lnTo>
                  <a:lnTo>
                    <a:pt x="1152" y="795"/>
                  </a:lnTo>
                  <a:lnTo>
                    <a:pt x="1277" y="795"/>
                  </a:lnTo>
                  <a:lnTo>
                    <a:pt x="1361" y="816"/>
                  </a:lnTo>
                  <a:lnTo>
                    <a:pt x="1486" y="837"/>
                  </a:lnTo>
                  <a:lnTo>
                    <a:pt x="1591" y="733"/>
                  </a:lnTo>
                  <a:lnTo>
                    <a:pt x="1591" y="670"/>
                  </a:lnTo>
                  <a:lnTo>
                    <a:pt x="1486" y="607"/>
                  </a:lnTo>
                  <a:lnTo>
                    <a:pt x="1361" y="481"/>
                  </a:lnTo>
                  <a:lnTo>
                    <a:pt x="1235" y="461"/>
                  </a:lnTo>
                  <a:lnTo>
                    <a:pt x="1047" y="293"/>
                  </a:lnTo>
                  <a:lnTo>
                    <a:pt x="1026" y="84"/>
                  </a:lnTo>
                  <a:lnTo>
                    <a:pt x="921" y="63"/>
                  </a:lnTo>
                  <a:lnTo>
                    <a:pt x="817" y="147"/>
                  </a:lnTo>
                  <a:lnTo>
                    <a:pt x="64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4" name="Google Shape;7836;p67">
              <a:extLst>
                <a:ext uri="{FF2B5EF4-FFF2-40B4-BE49-F238E27FC236}">
                  <a16:creationId xmlns:a16="http://schemas.microsoft.com/office/drawing/2014/main" id="{3121F9A6-2B40-B27D-0A71-1FB16A7D7A57}"/>
                </a:ext>
              </a:extLst>
            </p:cNvPr>
            <p:cNvSpPr/>
            <p:nvPr/>
          </p:nvSpPr>
          <p:spPr>
            <a:xfrm>
              <a:off x="4231325" y="2673625"/>
              <a:ext cx="139700" cy="134450"/>
            </a:xfrm>
            <a:custGeom>
              <a:avLst/>
              <a:gdLst/>
              <a:ahLst/>
              <a:cxnLst/>
              <a:rect l="l" t="t" r="r" b="b"/>
              <a:pathLst>
                <a:path w="5588" h="5378" extrusionOk="0">
                  <a:moveTo>
                    <a:pt x="2031" y="0"/>
                  </a:moveTo>
                  <a:lnTo>
                    <a:pt x="1989" y="42"/>
                  </a:lnTo>
                  <a:lnTo>
                    <a:pt x="1842" y="42"/>
                  </a:lnTo>
                  <a:lnTo>
                    <a:pt x="1696" y="168"/>
                  </a:lnTo>
                  <a:lnTo>
                    <a:pt x="1717" y="189"/>
                  </a:lnTo>
                  <a:lnTo>
                    <a:pt x="1633" y="314"/>
                  </a:lnTo>
                  <a:lnTo>
                    <a:pt x="1591" y="314"/>
                  </a:lnTo>
                  <a:lnTo>
                    <a:pt x="1466" y="419"/>
                  </a:lnTo>
                  <a:lnTo>
                    <a:pt x="1215" y="482"/>
                  </a:lnTo>
                  <a:lnTo>
                    <a:pt x="1110" y="670"/>
                  </a:lnTo>
                  <a:lnTo>
                    <a:pt x="1110" y="837"/>
                  </a:lnTo>
                  <a:lnTo>
                    <a:pt x="1215" y="1047"/>
                  </a:lnTo>
                  <a:lnTo>
                    <a:pt x="1215" y="1235"/>
                  </a:lnTo>
                  <a:lnTo>
                    <a:pt x="1110" y="1444"/>
                  </a:lnTo>
                  <a:lnTo>
                    <a:pt x="1173" y="1549"/>
                  </a:lnTo>
                  <a:lnTo>
                    <a:pt x="1152" y="1716"/>
                  </a:lnTo>
                  <a:lnTo>
                    <a:pt x="1068" y="1842"/>
                  </a:lnTo>
                  <a:lnTo>
                    <a:pt x="1005" y="1925"/>
                  </a:lnTo>
                  <a:lnTo>
                    <a:pt x="1" y="2658"/>
                  </a:lnTo>
                  <a:lnTo>
                    <a:pt x="273" y="3411"/>
                  </a:lnTo>
                  <a:lnTo>
                    <a:pt x="775" y="3453"/>
                  </a:lnTo>
                  <a:lnTo>
                    <a:pt x="3474" y="5336"/>
                  </a:lnTo>
                  <a:lnTo>
                    <a:pt x="4562" y="5378"/>
                  </a:lnTo>
                  <a:lnTo>
                    <a:pt x="4709" y="5106"/>
                  </a:lnTo>
                  <a:lnTo>
                    <a:pt x="4834" y="4855"/>
                  </a:lnTo>
                  <a:lnTo>
                    <a:pt x="5085" y="4708"/>
                  </a:lnTo>
                  <a:lnTo>
                    <a:pt x="5274" y="4792"/>
                  </a:lnTo>
                  <a:lnTo>
                    <a:pt x="5399" y="4750"/>
                  </a:lnTo>
                  <a:lnTo>
                    <a:pt x="5462" y="4771"/>
                  </a:lnTo>
                  <a:lnTo>
                    <a:pt x="5546" y="4645"/>
                  </a:lnTo>
                  <a:lnTo>
                    <a:pt x="5588" y="4604"/>
                  </a:lnTo>
                  <a:lnTo>
                    <a:pt x="5546" y="4583"/>
                  </a:lnTo>
                  <a:lnTo>
                    <a:pt x="5441" y="4541"/>
                  </a:lnTo>
                  <a:lnTo>
                    <a:pt x="5337" y="4457"/>
                  </a:lnTo>
                  <a:lnTo>
                    <a:pt x="5274" y="4122"/>
                  </a:lnTo>
                  <a:lnTo>
                    <a:pt x="5085" y="4122"/>
                  </a:lnTo>
                  <a:lnTo>
                    <a:pt x="5064" y="3955"/>
                  </a:lnTo>
                  <a:lnTo>
                    <a:pt x="5064" y="3767"/>
                  </a:lnTo>
                  <a:lnTo>
                    <a:pt x="5190" y="3662"/>
                  </a:lnTo>
                  <a:lnTo>
                    <a:pt x="5064" y="3411"/>
                  </a:lnTo>
                  <a:lnTo>
                    <a:pt x="4960" y="3348"/>
                  </a:lnTo>
                  <a:lnTo>
                    <a:pt x="4855" y="3139"/>
                  </a:lnTo>
                  <a:lnTo>
                    <a:pt x="4772" y="3097"/>
                  </a:lnTo>
                  <a:lnTo>
                    <a:pt x="4730" y="3118"/>
                  </a:lnTo>
                  <a:lnTo>
                    <a:pt x="4290" y="2825"/>
                  </a:lnTo>
                  <a:lnTo>
                    <a:pt x="4186" y="2867"/>
                  </a:lnTo>
                  <a:lnTo>
                    <a:pt x="4123" y="2888"/>
                  </a:lnTo>
                  <a:lnTo>
                    <a:pt x="4018" y="2804"/>
                  </a:lnTo>
                  <a:lnTo>
                    <a:pt x="4018" y="2720"/>
                  </a:lnTo>
                  <a:lnTo>
                    <a:pt x="3997" y="2699"/>
                  </a:lnTo>
                  <a:lnTo>
                    <a:pt x="4039" y="2574"/>
                  </a:lnTo>
                  <a:lnTo>
                    <a:pt x="3914" y="2469"/>
                  </a:lnTo>
                  <a:lnTo>
                    <a:pt x="3893" y="2386"/>
                  </a:lnTo>
                  <a:lnTo>
                    <a:pt x="3788" y="2365"/>
                  </a:lnTo>
                  <a:lnTo>
                    <a:pt x="3704" y="2281"/>
                  </a:lnTo>
                  <a:lnTo>
                    <a:pt x="3621" y="2260"/>
                  </a:lnTo>
                  <a:lnTo>
                    <a:pt x="3621" y="2176"/>
                  </a:lnTo>
                  <a:lnTo>
                    <a:pt x="3684" y="2135"/>
                  </a:lnTo>
                  <a:lnTo>
                    <a:pt x="3663" y="2072"/>
                  </a:lnTo>
                  <a:lnTo>
                    <a:pt x="3684" y="1988"/>
                  </a:lnTo>
                  <a:lnTo>
                    <a:pt x="3684" y="1779"/>
                  </a:lnTo>
                  <a:lnTo>
                    <a:pt x="3725" y="1737"/>
                  </a:lnTo>
                  <a:lnTo>
                    <a:pt x="3767" y="1549"/>
                  </a:lnTo>
                  <a:lnTo>
                    <a:pt x="3830" y="1549"/>
                  </a:lnTo>
                  <a:lnTo>
                    <a:pt x="3914" y="1528"/>
                  </a:lnTo>
                  <a:lnTo>
                    <a:pt x="3914" y="1319"/>
                  </a:lnTo>
                  <a:lnTo>
                    <a:pt x="3872" y="1298"/>
                  </a:lnTo>
                  <a:lnTo>
                    <a:pt x="3830" y="1130"/>
                  </a:lnTo>
                  <a:lnTo>
                    <a:pt x="3914" y="1130"/>
                  </a:lnTo>
                  <a:lnTo>
                    <a:pt x="4018" y="1088"/>
                  </a:lnTo>
                  <a:lnTo>
                    <a:pt x="4081" y="1047"/>
                  </a:lnTo>
                  <a:lnTo>
                    <a:pt x="4018" y="1026"/>
                  </a:lnTo>
                  <a:lnTo>
                    <a:pt x="3935" y="984"/>
                  </a:lnTo>
                  <a:lnTo>
                    <a:pt x="3809" y="1005"/>
                  </a:lnTo>
                  <a:lnTo>
                    <a:pt x="3725" y="984"/>
                  </a:lnTo>
                  <a:lnTo>
                    <a:pt x="3516" y="879"/>
                  </a:lnTo>
                  <a:lnTo>
                    <a:pt x="3453" y="837"/>
                  </a:lnTo>
                  <a:lnTo>
                    <a:pt x="3349" y="795"/>
                  </a:lnTo>
                  <a:lnTo>
                    <a:pt x="3286" y="670"/>
                  </a:lnTo>
                  <a:lnTo>
                    <a:pt x="3244" y="565"/>
                  </a:lnTo>
                  <a:lnTo>
                    <a:pt x="3140" y="565"/>
                  </a:lnTo>
                  <a:lnTo>
                    <a:pt x="3077" y="419"/>
                  </a:lnTo>
                  <a:lnTo>
                    <a:pt x="3098" y="314"/>
                  </a:lnTo>
                  <a:lnTo>
                    <a:pt x="3035" y="189"/>
                  </a:lnTo>
                  <a:lnTo>
                    <a:pt x="2930" y="168"/>
                  </a:lnTo>
                  <a:lnTo>
                    <a:pt x="2784" y="210"/>
                  </a:lnTo>
                  <a:lnTo>
                    <a:pt x="2679" y="168"/>
                  </a:lnTo>
                  <a:lnTo>
                    <a:pt x="2679" y="63"/>
                  </a:lnTo>
                  <a:lnTo>
                    <a:pt x="2616" y="0"/>
                  </a:lnTo>
                  <a:lnTo>
                    <a:pt x="2470" y="63"/>
                  </a:lnTo>
                  <a:lnTo>
                    <a:pt x="226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5" name="Google Shape;7837;p67">
              <a:extLst>
                <a:ext uri="{FF2B5EF4-FFF2-40B4-BE49-F238E27FC236}">
                  <a16:creationId xmlns:a16="http://schemas.microsoft.com/office/drawing/2014/main" id="{A09396C0-C7CE-ADBF-4C85-4A3A8754188F}"/>
                </a:ext>
              </a:extLst>
            </p:cNvPr>
            <p:cNvSpPr/>
            <p:nvPr/>
          </p:nvSpPr>
          <p:spPr>
            <a:xfrm>
              <a:off x="4345375" y="2791325"/>
              <a:ext cx="25125" cy="25650"/>
            </a:xfrm>
            <a:custGeom>
              <a:avLst/>
              <a:gdLst/>
              <a:ahLst/>
              <a:cxnLst/>
              <a:rect l="l" t="t" r="r" b="b"/>
              <a:pathLst>
                <a:path w="1005" h="1026" extrusionOk="0">
                  <a:moveTo>
                    <a:pt x="523" y="0"/>
                  </a:moveTo>
                  <a:lnTo>
                    <a:pt x="272" y="147"/>
                  </a:lnTo>
                  <a:lnTo>
                    <a:pt x="147" y="398"/>
                  </a:lnTo>
                  <a:lnTo>
                    <a:pt x="0" y="670"/>
                  </a:lnTo>
                  <a:lnTo>
                    <a:pt x="84" y="670"/>
                  </a:lnTo>
                  <a:lnTo>
                    <a:pt x="607" y="816"/>
                  </a:lnTo>
                  <a:lnTo>
                    <a:pt x="628" y="1025"/>
                  </a:lnTo>
                  <a:lnTo>
                    <a:pt x="1005" y="879"/>
                  </a:lnTo>
                  <a:lnTo>
                    <a:pt x="942" y="795"/>
                  </a:lnTo>
                  <a:lnTo>
                    <a:pt x="942" y="774"/>
                  </a:lnTo>
                  <a:lnTo>
                    <a:pt x="984" y="774"/>
                  </a:lnTo>
                  <a:lnTo>
                    <a:pt x="921" y="691"/>
                  </a:lnTo>
                  <a:lnTo>
                    <a:pt x="921" y="607"/>
                  </a:lnTo>
                  <a:lnTo>
                    <a:pt x="879" y="502"/>
                  </a:lnTo>
                  <a:lnTo>
                    <a:pt x="837" y="565"/>
                  </a:lnTo>
                  <a:lnTo>
                    <a:pt x="607" y="419"/>
                  </a:lnTo>
                  <a:lnTo>
                    <a:pt x="942" y="356"/>
                  </a:lnTo>
                  <a:lnTo>
                    <a:pt x="900" y="84"/>
                  </a:lnTo>
                  <a:lnTo>
                    <a:pt x="900" y="63"/>
                  </a:lnTo>
                  <a:lnTo>
                    <a:pt x="837" y="42"/>
                  </a:lnTo>
                  <a:lnTo>
                    <a:pt x="712" y="84"/>
                  </a:lnTo>
                  <a:lnTo>
                    <a:pt x="52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6" name="Google Shape;7838;p67">
              <a:extLst>
                <a:ext uri="{FF2B5EF4-FFF2-40B4-BE49-F238E27FC236}">
                  <a16:creationId xmlns:a16="http://schemas.microsoft.com/office/drawing/2014/main" id="{5793F18C-A2EA-37A0-70CA-47E3F40C20FC}"/>
                </a:ext>
              </a:extLst>
            </p:cNvPr>
            <p:cNvSpPr/>
            <p:nvPr/>
          </p:nvSpPr>
          <p:spPr>
            <a:xfrm>
              <a:off x="4136125" y="2704475"/>
              <a:ext cx="32475" cy="18350"/>
            </a:xfrm>
            <a:custGeom>
              <a:avLst/>
              <a:gdLst/>
              <a:ahLst/>
              <a:cxnLst/>
              <a:rect l="l" t="t" r="r" b="b"/>
              <a:pathLst>
                <a:path w="1299" h="734" extrusionOk="0">
                  <a:moveTo>
                    <a:pt x="1194" y="1"/>
                  </a:moveTo>
                  <a:lnTo>
                    <a:pt x="1005" y="105"/>
                  </a:lnTo>
                  <a:lnTo>
                    <a:pt x="775" y="210"/>
                  </a:lnTo>
                  <a:lnTo>
                    <a:pt x="608" y="210"/>
                  </a:lnTo>
                  <a:lnTo>
                    <a:pt x="482" y="168"/>
                  </a:lnTo>
                  <a:lnTo>
                    <a:pt x="378" y="168"/>
                  </a:lnTo>
                  <a:lnTo>
                    <a:pt x="378" y="231"/>
                  </a:lnTo>
                  <a:lnTo>
                    <a:pt x="357" y="315"/>
                  </a:lnTo>
                  <a:lnTo>
                    <a:pt x="273" y="336"/>
                  </a:lnTo>
                  <a:lnTo>
                    <a:pt x="147" y="294"/>
                  </a:lnTo>
                  <a:lnTo>
                    <a:pt x="85" y="377"/>
                  </a:lnTo>
                  <a:lnTo>
                    <a:pt x="1" y="398"/>
                  </a:lnTo>
                  <a:lnTo>
                    <a:pt x="1" y="524"/>
                  </a:lnTo>
                  <a:lnTo>
                    <a:pt x="85" y="629"/>
                  </a:lnTo>
                  <a:lnTo>
                    <a:pt x="210" y="712"/>
                  </a:lnTo>
                  <a:lnTo>
                    <a:pt x="378" y="691"/>
                  </a:lnTo>
                  <a:lnTo>
                    <a:pt x="461" y="733"/>
                  </a:lnTo>
                  <a:lnTo>
                    <a:pt x="503" y="691"/>
                  </a:lnTo>
                  <a:lnTo>
                    <a:pt x="629" y="649"/>
                  </a:lnTo>
                  <a:lnTo>
                    <a:pt x="775" y="545"/>
                  </a:lnTo>
                  <a:lnTo>
                    <a:pt x="838" y="503"/>
                  </a:lnTo>
                  <a:lnTo>
                    <a:pt x="1005" y="524"/>
                  </a:lnTo>
                  <a:lnTo>
                    <a:pt x="1005" y="419"/>
                  </a:lnTo>
                  <a:lnTo>
                    <a:pt x="984" y="315"/>
                  </a:lnTo>
                  <a:lnTo>
                    <a:pt x="1110" y="168"/>
                  </a:lnTo>
                  <a:lnTo>
                    <a:pt x="1235" y="85"/>
                  </a:lnTo>
                  <a:lnTo>
                    <a:pt x="1298" y="22"/>
                  </a:lnTo>
                  <a:lnTo>
                    <a:pt x="125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7" name="Google Shape;7839;p67">
              <a:extLst>
                <a:ext uri="{FF2B5EF4-FFF2-40B4-BE49-F238E27FC236}">
                  <a16:creationId xmlns:a16="http://schemas.microsoft.com/office/drawing/2014/main" id="{8A686682-ED47-3E56-022B-664D0F60085B}"/>
                </a:ext>
              </a:extLst>
            </p:cNvPr>
            <p:cNvSpPr/>
            <p:nvPr/>
          </p:nvSpPr>
          <p:spPr>
            <a:xfrm>
              <a:off x="4184250" y="2677275"/>
              <a:ext cx="90000" cy="80075"/>
            </a:xfrm>
            <a:custGeom>
              <a:avLst/>
              <a:gdLst/>
              <a:ahLst/>
              <a:cxnLst/>
              <a:rect l="l" t="t" r="r" b="b"/>
              <a:pathLst>
                <a:path w="3600" h="3203" extrusionOk="0">
                  <a:moveTo>
                    <a:pt x="3370" y="1"/>
                  </a:moveTo>
                  <a:lnTo>
                    <a:pt x="3139" y="64"/>
                  </a:lnTo>
                  <a:lnTo>
                    <a:pt x="2846" y="43"/>
                  </a:lnTo>
                  <a:lnTo>
                    <a:pt x="2721" y="64"/>
                  </a:lnTo>
                  <a:lnTo>
                    <a:pt x="2574" y="64"/>
                  </a:lnTo>
                  <a:lnTo>
                    <a:pt x="2365" y="147"/>
                  </a:lnTo>
                  <a:lnTo>
                    <a:pt x="2302" y="231"/>
                  </a:lnTo>
                  <a:lnTo>
                    <a:pt x="2135" y="273"/>
                  </a:lnTo>
                  <a:lnTo>
                    <a:pt x="2114" y="336"/>
                  </a:lnTo>
                  <a:lnTo>
                    <a:pt x="1842" y="336"/>
                  </a:lnTo>
                  <a:lnTo>
                    <a:pt x="1675" y="273"/>
                  </a:lnTo>
                  <a:lnTo>
                    <a:pt x="1612" y="231"/>
                  </a:lnTo>
                  <a:lnTo>
                    <a:pt x="1507" y="210"/>
                  </a:lnTo>
                  <a:lnTo>
                    <a:pt x="1194" y="231"/>
                  </a:lnTo>
                  <a:lnTo>
                    <a:pt x="1110" y="273"/>
                  </a:lnTo>
                  <a:lnTo>
                    <a:pt x="1068" y="273"/>
                  </a:lnTo>
                  <a:lnTo>
                    <a:pt x="775" y="419"/>
                  </a:lnTo>
                  <a:lnTo>
                    <a:pt x="670" y="377"/>
                  </a:lnTo>
                  <a:lnTo>
                    <a:pt x="524" y="336"/>
                  </a:lnTo>
                  <a:lnTo>
                    <a:pt x="461" y="419"/>
                  </a:lnTo>
                  <a:lnTo>
                    <a:pt x="461" y="649"/>
                  </a:lnTo>
                  <a:lnTo>
                    <a:pt x="377" y="670"/>
                  </a:lnTo>
                  <a:lnTo>
                    <a:pt x="419" y="796"/>
                  </a:lnTo>
                  <a:lnTo>
                    <a:pt x="315" y="859"/>
                  </a:lnTo>
                  <a:lnTo>
                    <a:pt x="168" y="880"/>
                  </a:lnTo>
                  <a:lnTo>
                    <a:pt x="64" y="859"/>
                  </a:lnTo>
                  <a:lnTo>
                    <a:pt x="1" y="901"/>
                  </a:lnTo>
                  <a:lnTo>
                    <a:pt x="22" y="1068"/>
                  </a:lnTo>
                  <a:lnTo>
                    <a:pt x="105" y="1277"/>
                  </a:lnTo>
                  <a:lnTo>
                    <a:pt x="147" y="1403"/>
                  </a:lnTo>
                  <a:lnTo>
                    <a:pt x="126" y="1528"/>
                  </a:lnTo>
                  <a:lnTo>
                    <a:pt x="105" y="1779"/>
                  </a:lnTo>
                  <a:lnTo>
                    <a:pt x="336" y="1779"/>
                  </a:lnTo>
                  <a:lnTo>
                    <a:pt x="377" y="1905"/>
                  </a:lnTo>
                  <a:lnTo>
                    <a:pt x="482" y="1947"/>
                  </a:lnTo>
                  <a:lnTo>
                    <a:pt x="482" y="2114"/>
                  </a:lnTo>
                  <a:lnTo>
                    <a:pt x="545" y="2198"/>
                  </a:lnTo>
                  <a:lnTo>
                    <a:pt x="461" y="2219"/>
                  </a:lnTo>
                  <a:lnTo>
                    <a:pt x="419" y="2219"/>
                  </a:lnTo>
                  <a:lnTo>
                    <a:pt x="315" y="2302"/>
                  </a:lnTo>
                  <a:lnTo>
                    <a:pt x="252" y="2449"/>
                  </a:lnTo>
                  <a:lnTo>
                    <a:pt x="168" y="2574"/>
                  </a:lnTo>
                  <a:lnTo>
                    <a:pt x="147" y="2574"/>
                  </a:lnTo>
                  <a:lnTo>
                    <a:pt x="168" y="2616"/>
                  </a:lnTo>
                  <a:lnTo>
                    <a:pt x="252" y="2679"/>
                  </a:lnTo>
                  <a:lnTo>
                    <a:pt x="273" y="2888"/>
                  </a:lnTo>
                  <a:lnTo>
                    <a:pt x="252" y="2993"/>
                  </a:lnTo>
                  <a:lnTo>
                    <a:pt x="315" y="2993"/>
                  </a:lnTo>
                  <a:lnTo>
                    <a:pt x="482" y="3077"/>
                  </a:lnTo>
                  <a:lnTo>
                    <a:pt x="629" y="3181"/>
                  </a:lnTo>
                  <a:lnTo>
                    <a:pt x="649" y="3181"/>
                  </a:lnTo>
                  <a:lnTo>
                    <a:pt x="733" y="3202"/>
                  </a:lnTo>
                  <a:lnTo>
                    <a:pt x="1884" y="2512"/>
                  </a:lnTo>
                  <a:lnTo>
                    <a:pt x="2888" y="1779"/>
                  </a:lnTo>
                  <a:lnTo>
                    <a:pt x="2951" y="1696"/>
                  </a:lnTo>
                  <a:lnTo>
                    <a:pt x="3035" y="1570"/>
                  </a:lnTo>
                  <a:lnTo>
                    <a:pt x="3056" y="1403"/>
                  </a:lnTo>
                  <a:lnTo>
                    <a:pt x="2993" y="1298"/>
                  </a:lnTo>
                  <a:lnTo>
                    <a:pt x="3098" y="1089"/>
                  </a:lnTo>
                  <a:lnTo>
                    <a:pt x="3098" y="901"/>
                  </a:lnTo>
                  <a:lnTo>
                    <a:pt x="2993" y="691"/>
                  </a:lnTo>
                  <a:lnTo>
                    <a:pt x="2993" y="524"/>
                  </a:lnTo>
                  <a:lnTo>
                    <a:pt x="3098" y="336"/>
                  </a:lnTo>
                  <a:lnTo>
                    <a:pt x="3349" y="273"/>
                  </a:lnTo>
                  <a:lnTo>
                    <a:pt x="3474" y="168"/>
                  </a:lnTo>
                  <a:lnTo>
                    <a:pt x="3516" y="168"/>
                  </a:lnTo>
                  <a:lnTo>
                    <a:pt x="3600" y="43"/>
                  </a:lnTo>
                  <a:lnTo>
                    <a:pt x="3579" y="22"/>
                  </a:lnTo>
                  <a:lnTo>
                    <a:pt x="351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8" name="Google Shape;7840;p67">
              <a:extLst>
                <a:ext uri="{FF2B5EF4-FFF2-40B4-BE49-F238E27FC236}">
                  <a16:creationId xmlns:a16="http://schemas.microsoft.com/office/drawing/2014/main" id="{90A66383-34D2-4253-1EC3-F6D4149D074A}"/>
                </a:ext>
              </a:extLst>
            </p:cNvPr>
            <p:cNvSpPr/>
            <p:nvPr/>
          </p:nvSpPr>
          <p:spPr>
            <a:xfrm>
              <a:off x="4165950" y="2741625"/>
              <a:ext cx="22000" cy="63850"/>
            </a:xfrm>
            <a:custGeom>
              <a:avLst/>
              <a:gdLst/>
              <a:ahLst/>
              <a:cxnLst/>
              <a:rect l="l" t="t" r="r" b="b"/>
              <a:pathLst>
                <a:path w="880" h="2554" extrusionOk="0">
                  <a:moveTo>
                    <a:pt x="837" y="0"/>
                  </a:moveTo>
                  <a:lnTo>
                    <a:pt x="754" y="105"/>
                  </a:lnTo>
                  <a:lnTo>
                    <a:pt x="565" y="147"/>
                  </a:lnTo>
                  <a:lnTo>
                    <a:pt x="524" y="105"/>
                  </a:lnTo>
                  <a:lnTo>
                    <a:pt x="377" y="252"/>
                  </a:lnTo>
                  <a:lnTo>
                    <a:pt x="335" y="670"/>
                  </a:lnTo>
                  <a:lnTo>
                    <a:pt x="168" y="1005"/>
                  </a:lnTo>
                  <a:lnTo>
                    <a:pt x="1" y="1235"/>
                  </a:lnTo>
                  <a:lnTo>
                    <a:pt x="63" y="1256"/>
                  </a:lnTo>
                  <a:lnTo>
                    <a:pt x="168" y="1444"/>
                  </a:lnTo>
                  <a:lnTo>
                    <a:pt x="231" y="1653"/>
                  </a:lnTo>
                  <a:lnTo>
                    <a:pt x="377" y="1884"/>
                  </a:lnTo>
                  <a:lnTo>
                    <a:pt x="524" y="2197"/>
                  </a:lnTo>
                  <a:lnTo>
                    <a:pt x="461" y="2344"/>
                  </a:lnTo>
                  <a:lnTo>
                    <a:pt x="545" y="2553"/>
                  </a:lnTo>
                  <a:lnTo>
                    <a:pt x="628" y="2448"/>
                  </a:lnTo>
                  <a:lnTo>
                    <a:pt x="628" y="2407"/>
                  </a:lnTo>
                  <a:lnTo>
                    <a:pt x="628" y="2344"/>
                  </a:lnTo>
                  <a:lnTo>
                    <a:pt x="670" y="2281"/>
                  </a:lnTo>
                  <a:lnTo>
                    <a:pt x="670" y="2156"/>
                  </a:lnTo>
                  <a:lnTo>
                    <a:pt x="733" y="1988"/>
                  </a:lnTo>
                  <a:lnTo>
                    <a:pt x="691" y="1842"/>
                  </a:lnTo>
                  <a:lnTo>
                    <a:pt x="754" y="1821"/>
                  </a:lnTo>
                  <a:lnTo>
                    <a:pt x="754" y="1674"/>
                  </a:lnTo>
                  <a:lnTo>
                    <a:pt x="775" y="1549"/>
                  </a:lnTo>
                  <a:lnTo>
                    <a:pt x="775" y="1465"/>
                  </a:lnTo>
                  <a:lnTo>
                    <a:pt x="775" y="1214"/>
                  </a:lnTo>
                  <a:lnTo>
                    <a:pt x="754" y="1235"/>
                  </a:lnTo>
                  <a:lnTo>
                    <a:pt x="670" y="1235"/>
                  </a:lnTo>
                  <a:lnTo>
                    <a:pt x="565" y="1298"/>
                  </a:lnTo>
                  <a:lnTo>
                    <a:pt x="524" y="1235"/>
                  </a:lnTo>
                  <a:lnTo>
                    <a:pt x="545" y="1047"/>
                  </a:lnTo>
                  <a:lnTo>
                    <a:pt x="545" y="796"/>
                  </a:lnTo>
                  <a:lnTo>
                    <a:pt x="524" y="712"/>
                  </a:lnTo>
                  <a:lnTo>
                    <a:pt x="545" y="565"/>
                  </a:lnTo>
                  <a:lnTo>
                    <a:pt x="670" y="565"/>
                  </a:lnTo>
                  <a:lnTo>
                    <a:pt x="691" y="670"/>
                  </a:lnTo>
                  <a:lnTo>
                    <a:pt x="754" y="670"/>
                  </a:lnTo>
                  <a:lnTo>
                    <a:pt x="837" y="607"/>
                  </a:lnTo>
                  <a:lnTo>
                    <a:pt x="837" y="524"/>
                  </a:lnTo>
                  <a:lnTo>
                    <a:pt x="796" y="482"/>
                  </a:lnTo>
                  <a:lnTo>
                    <a:pt x="775" y="377"/>
                  </a:lnTo>
                  <a:lnTo>
                    <a:pt x="837" y="210"/>
                  </a:lnTo>
                  <a:lnTo>
                    <a:pt x="858" y="63"/>
                  </a:lnTo>
                  <a:lnTo>
                    <a:pt x="87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9" name="Google Shape;7841;p67">
              <a:extLst>
                <a:ext uri="{FF2B5EF4-FFF2-40B4-BE49-F238E27FC236}">
                  <a16:creationId xmlns:a16="http://schemas.microsoft.com/office/drawing/2014/main" id="{B541B180-5749-C974-D996-D7CAECFE5D0C}"/>
                </a:ext>
              </a:extLst>
            </p:cNvPr>
            <p:cNvSpPr/>
            <p:nvPr/>
          </p:nvSpPr>
          <p:spPr>
            <a:xfrm>
              <a:off x="4185300" y="2741625"/>
              <a:ext cx="5775" cy="13100"/>
            </a:xfrm>
            <a:custGeom>
              <a:avLst/>
              <a:gdLst/>
              <a:ahLst/>
              <a:cxnLst/>
              <a:rect l="l" t="t" r="r" b="b"/>
              <a:pathLst>
                <a:path w="231" h="524" extrusionOk="0">
                  <a:moveTo>
                    <a:pt x="105" y="0"/>
                  </a:moveTo>
                  <a:lnTo>
                    <a:pt x="84" y="63"/>
                  </a:lnTo>
                  <a:lnTo>
                    <a:pt x="63" y="210"/>
                  </a:lnTo>
                  <a:lnTo>
                    <a:pt x="1" y="377"/>
                  </a:lnTo>
                  <a:lnTo>
                    <a:pt x="22" y="482"/>
                  </a:lnTo>
                  <a:lnTo>
                    <a:pt x="63" y="524"/>
                  </a:lnTo>
                  <a:lnTo>
                    <a:pt x="84" y="524"/>
                  </a:lnTo>
                  <a:lnTo>
                    <a:pt x="126" y="482"/>
                  </a:lnTo>
                  <a:lnTo>
                    <a:pt x="210" y="419"/>
                  </a:lnTo>
                  <a:lnTo>
                    <a:pt x="231" y="314"/>
                  </a:lnTo>
                  <a:lnTo>
                    <a:pt x="210" y="105"/>
                  </a:lnTo>
                  <a:lnTo>
                    <a:pt x="126" y="42"/>
                  </a:lnTo>
                  <a:lnTo>
                    <a:pt x="10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0" name="Google Shape;7842;p67">
              <a:extLst>
                <a:ext uri="{FF2B5EF4-FFF2-40B4-BE49-F238E27FC236}">
                  <a16:creationId xmlns:a16="http://schemas.microsoft.com/office/drawing/2014/main" id="{3EF332CF-7972-1AE5-67F7-611F690BAC96}"/>
                </a:ext>
              </a:extLst>
            </p:cNvPr>
            <p:cNvSpPr/>
            <p:nvPr/>
          </p:nvSpPr>
          <p:spPr>
            <a:xfrm>
              <a:off x="4179025" y="2755750"/>
              <a:ext cx="7875" cy="18325"/>
            </a:xfrm>
            <a:custGeom>
              <a:avLst/>
              <a:gdLst/>
              <a:ahLst/>
              <a:cxnLst/>
              <a:rect l="l" t="t" r="r" b="b"/>
              <a:pathLst>
                <a:path w="315" h="733" extrusionOk="0">
                  <a:moveTo>
                    <a:pt x="22" y="0"/>
                  </a:moveTo>
                  <a:lnTo>
                    <a:pt x="1" y="147"/>
                  </a:lnTo>
                  <a:lnTo>
                    <a:pt x="22" y="231"/>
                  </a:lnTo>
                  <a:lnTo>
                    <a:pt x="22" y="482"/>
                  </a:lnTo>
                  <a:lnTo>
                    <a:pt x="1" y="670"/>
                  </a:lnTo>
                  <a:lnTo>
                    <a:pt x="42" y="733"/>
                  </a:lnTo>
                  <a:lnTo>
                    <a:pt x="147" y="670"/>
                  </a:lnTo>
                  <a:lnTo>
                    <a:pt x="231" y="670"/>
                  </a:lnTo>
                  <a:lnTo>
                    <a:pt x="252" y="649"/>
                  </a:lnTo>
                  <a:lnTo>
                    <a:pt x="273" y="440"/>
                  </a:lnTo>
                  <a:lnTo>
                    <a:pt x="273" y="356"/>
                  </a:lnTo>
                  <a:lnTo>
                    <a:pt x="314" y="210"/>
                  </a:lnTo>
                  <a:lnTo>
                    <a:pt x="314" y="147"/>
                  </a:lnTo>
                  <a:lnTo>
                    <a:pt x="314" y="63"/>
                  </a:lnTo>
                  <a:lnTo>
                    <a:pt x="314" y="42"/>
                  </a:lnTo>
                  <a:lnTo>
                    <a:pt x="231" y="105"/>
                  </a:lnTo>
                  <a:lnTo>
                    <a:pt x="168" y="105"/>
                  </a:lnTo>
                  <a:lnTo>
                    <a:pt x="14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1" name="Google Shape;7843;p67">
              <a:extLst>
                <a:ext uri="{FF2B5EF4-FFF2-40B4-BE49-F238E27FC236}">
                  <a16:creationId xmlns:a16="http://schemas.microsoft.com/office/drawing/2014/main" id="{C740AD4F-6003-C8E3-E5ED-6EF87CCF8806}"/>
                </a:ext>
              </a:extLst>
            </p:cNvPr>
            <p:cNvSpPr/>
            <p:nvPr/>
          </p:nvSpPr>
          <p:spPr>
            <a:xfrm>
              <a:off x="4179025" y="2721750"/>
              <a:ext cx="18850" cy="23550"/>
            </a:xfrm>
            <a:custGeom>
              <a:avLst/>
              <a:gdLst/>
              <a:ahLst/>
              <a:cxnLst/>
              <a:rect l="l" t="t" r="r" b="b"/>
              <a:pathLst>
                <a:path w="754" h="942" extrusionOk="0">
                  <a:moveTo>
                    <a:pt x="314" y="0"/>
                  </a:moveTo>
                  <a:lnTo>
                    <a:pt x="314" y="21"/>
                  </a:lnTo>
                  <a:lnTo>
                    <a:pt x="231" y="21"/>
                  </a:lnTo>
                  <a:lnTo>
                    <a:pt x="210" y="440"/>
                  </a:lnTo>
                  <a:lnTo>
                    <a:pt x="105" y="586"/>
                  </a:lnTo>
                  <a:lnTo>
                    <a:pt x="1" y="733"/>
                  </a:lnTo>
                  <a:lnTo>
                    <a:pt x="1" y="879"/>
                  </a:lnTo>
                  <a:lnTo>
                    <a:pt x="1" y="900"/>
                  </a:lnTo>
                  <a:lnTo>
                    <a:pt x="42" y="942"/>
                  </a:lnTo>
                  <a:lnTo>
                    <a:pt x="231" y="900"/>
                  </a:lnTo>
                  <a:lnTo>
                    <a:pt x="314" y="795"/>
                  </a:lnTo>
                  <a:lnTo>
                    <a:pt x="377" y="795"/>
                  </a:lnTo>
                  <a:lnTo>
                    <a:pt x="461" y="670"/>
                  </a:lnTo>
                  <a:lnTo>
                    <a:pt x="524" y="523"/>
                  </a:lnTo>
                  <a:lnTo>
                    <a:pt x="628" y="440"/>
                  </a:lnTo>
                  <a:lnTo>
                    <a:pt x="670" y="440"/>
                  </a:lnTo>
                  <a:lnTo>
                    <a:pt x="754" y="419"/>
                  </a:lnTo>
                  <a:lnTo>
                    <a:pt x="691" y="335"/>
                  </a:lnTo>
                  <a:lnTo>
                    <a:pt x="691" y="168"/>
                  </a:lnTo>
                  <a:lnTo>
                    <a:pt x="586" y="126"/>
                  </a:lnTo>
                  <a:lnTo>
                    <a:pt x="54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2" name="Google Shape;7844;p67">
              <a:extLst>
                <a:ext uri="{FF2B5EF4-FFF2-40B4-BE49-F238E27FC236}">
                  <a16:creationId xmlns:a16="http://schemas.microsoft.com/office/drawing/2014/main" id="{F39F83B6-2C9C-2B67-A709-855D72334B7C}"/>
                </a:ext>
              </a:extLst>
            </p:cNvPr>
            <p:cNvSpPr/>
            <p:nvPr/>
          </p:nvSpPr>
          <p:spPr>
            <a:xfrm>
              <a:off x="4180075" y="2740050"/>
              <a:ext cx="58075" cy="71700"/>
            </a:xfrm>
            <a:custGeom>
              <a:avLst/>
              <a:gdLst/>
              <a:ahLst/>
              <a:cxnLst/>
              <a:rect l="l" t="t" r="r" b="b"/>
              <a:pathLst>
                <a:path w="2323" h="2868" extrusionOk="0">
                  <a:moveTo>
                    <a:pt x="2051" y="1"/>
                  </a:moveTo>
                  <a:lnTo>
                    <a:pt x="900" y="691"/>
                  </a:lnTo>
                  <a:lnTo>
                    <a:pt x="816" y="670"/>
                  </a:lnTo>
                  <a:lnTo>
                    <a:pt x="796" y="670"/>
                  </a:lnTo>
                  <a:lnTo>
                    <a:pt x="649" y="566"/>
                  </a:lnTo>
                  <a:lnTo>
                    <a:pt x="482" y="482"/>
                  </a:lnTo>
                  <a:lnTo>
                    <a:pt x="419" y="482"/>
                  </a:lnTo>
                  <a:lnTo>
                    <a:pt x="335" y="545"/>
                  </a:lnTo>
                  <a:lnTo>
                    <a:pt x="293" y="587"/>
                  </a:lnTo>
                  <a:lnTo>
                    <a:pt x="272" y="587"/>
                  </a:lnTo>
                  <a:lnTo>
                    <a:pt x="272" y="670"/>
                  </a:lnTo>
                  <a:lnTo>
                    <a:pt x="272" y="691"/>
                  </a:lnTo>
                  <a:lnTo>
                    <a:pt x="272" y="775"/>
                  </a:lnTo>
                  <a:lnTo>
                    <a:pt x="272" y="838"/>
                  </a:lnTo>
                  <a:lnTo>
                    <a:pt x="231" y="984"/>
                  </a:lnTo>
                  <a:lnTo>
                    <a:pt x="231" y="1068"/>
                  </a:lnTo>
                  <a:lnTo>
                    <a:pt x="210" y="1528"/>
                  </a:lnTo>
                  <a:lnTo>
                    <a:pt x="210" y="1612"/>
                  </a:lnTo>
                  <a:lnTo>
                    <a:pt x="189" y="1737"/>
                  </a:lnTo>
                  <a:lnTo>
                    <a:pt x="189" y="1884"/>
                  </a:lnTo>
                  <a:lnTo>
                    <a:pt x="126" y="1905"/>
                  </a:lnTo>
                  <a:lnTo>
                    <a:pt x="168" y="2051"/>
                  </a:lnTo>
                  <a:lnTo>
                    <a:pt x="105" y="2219"/>
                  </a:lnTo>
                  <a:lnTo>
                    <a:pt x="105" y="2344"/>
                  </a:lnTo>
                  <a:lnTo>
                    <a:pt x="63" y="2407"/>
                  </a:lnTo>
                  <a:lnTo>
                    <a:pt x="63" y="2470"/>
                  </a:lnTo>
                  <a:lnTo>
                    <a:pt x="63" y="2553"/>
                  </a:lnTo>
                  <a:lnTo>
                    <a:pt x="0" y="2679"/>
                  </a:lnTo>
                  <a:lnTo>
                    <a:pt x="0" y="2721"/>
                  </a:lnTo>
                  <a:lnTo>
                    <a:pt x="189" y="2721"/>
                  </a:lnTo>
                  <a:lnTo>
                    <a:pt x="754" y="2867"/>
                  </a:lnTo>
                  <a:lnTo>
                    <a:pt x="1172" y="2449"/>
                  </a:lnTo>
                  <a:lnTo>
                    <a:pt x="1633" y="2407"/>
                  </a:lnTo>
                  <a:lnTo>
                    <a:pt x="1653" y="2219"/>
                  </a:lnTo>
                  <a:lnTo>
                    <a:pt x="1884" y="1926"/>
                  </a:lnTo>
                  <a:lnTo>
                    <a:pt x="1235" y="1214"/>
                  </a:lnTo>
                  <a:lnTo>
                    <a:pt x="2093" y="963"/>
                  </a:lnTo>
                  <a:lnTo>
                    <a:pt x="2302" y="754"/>
                  </a:lnTo>
                  <a:lnTo>
                    <a:pt x="2323" y="754"/>
                  </a:lnTo>
                  <a:lnTo>
                    <a:pt x="205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3" name="Google Shape;7845;p67">
              <a:extLst>
                <a:ext uri="{FF2B5EF4-FFF2-40B4-BE49-F238E27FC236}">
                  <a16:creationId xmlns:a16="http://schemas.microsoft.com/office/drawing/2014/main" id="{E168A6F4-93B0-9234-8587-058A53FC58B9}"/>
                </a:ext>
              </a:extLst>
            </p:cNvPr>
            <p:cNvSpPr/>
            <p:nvPr/>
          </p:nvSpPr>
          <p:spPr>
            <a:xfrm>
              <a:off x="4179025" y="2758875"/>
              <a:ext cx="299225" cy="252175"/>
            </a:xfrm>
            <a:custGeom>
              <a:avLst/>
              <a:gdLst/>
              <a:ahLst/>
              <a:cxnLst/>
              <a:rect l="l" t="t" r="r" b="b"/>
              <a:pathLst>
                <a:path w="11969" h="10087" extrusionOk="0">
                  <a:moveTo>
                    <a:pt x="2344" y="1"/>
                  </a:moveTo>
                  <a:lnTo>
                    <a:pt x="2135" y="210"/>
                  </a:lnTo>
                  <a:lnTo>
                    <a:pt x="1277" y="461"/>
                  </a:lnTo>
                  <a:lnTo>
                    <a:pt x="1926" y="1173"/>
                  </a:lnTo>
                  <a:lnTo>
                    <a:pt x="1695" y="1466"/>
                  </a:lnTo>
                  <a:lnTo>
                    <a:pt x="1675" y="1654"/>
                  </a:lnTo>
                  <a:lnTo>
                    <a:pt x="1214" y="1696"/>
                  </a:lnTo>
                  <a:lnTo>
                    <a:pt x="796" y="2114"/>
                  </a:lnTo>
                  <a:lnTo>
                    <a:pt x="231" y="1968"/>
                  </a:lnTo>
                  <a:lnTo>
                    <a:pt x="42" y="1968"/>
                  </a:lnTo>
                  <a:lnTo>
                    <a:pt x="42" y="2177"/>
                  </a:lnTo>
                  <a:lnTo>
                    <a:pt x="42" y="2407"/>
                  </a:lnTo>
                  <a:lnTo>
                    <a:pt x="1" y="2595"/>
                  </a:lnTo>
                  <a:lnTo>
                    <a:pt x="1" y="2637"/>
                  </a:lnTo>
                  <a:lnTo>
                    <a:pt x="63" y="2616"/>
                  </a:lnTo>
                  <a:lnTo>
                    <a:pt x="105" y="2637"/>
                  </a:lnTo>
                  <a:lnTo>
                    <a:pt x="168" y="2595"/>
                  </a:lnTo>
                  <a:lnTo>
                    <a:pt x="314" y="2658"/>
                  </a:lnTo>
                  <a:lnTo>
                    <a:pt x="273" y="2700"/>
                  </a:lnTo>
                  <a:lnTo>
                    <a:pt x="524" y="2972"/>
                  </a:lnTo>
                  <a:lnTo>
                    <a:pt x="545" y="3119"/>
                  </a:lnTo>
                  <a:lnTo>
                    <a:pt x="628" y="3139"/>
                  </a:lnTo>
                  <a:lnTo>
                    <a:pt x="628" y="3244"/>
                  </a:lnTo>
                  <a:lnTo>
                    <a:pt x="754" y="3349"/>
                  </a:lnTo>
                  <a:lnTo>
                    <a:pt x="838" y="3370"/>
                  </a:lnTo>
                  <a:lnTo>
                    <a:pt x="984" y="3663"/>
                  </a:lnTo>
                  <a:lnTo>
                    <a:pt x="984" y="3746"/>
                  </a:lnTo>
                  <a:lnTo>
                    <a:pt x="1047" y="3851"/>
                  </a:lnTo>
                  <a:lnTo>
                    <a:pt x="1110" y="3851"/>
                  </a:lnTo>
                  <a:lnTo>
                    <a:pt x="1151" y="3997"/>
                  </a:lnTo>
                  <a:lnTo>
                    <a:pt x="1193" y="4081"/>
                  </a:lnTo>
                  <a:lnTo>
                    <a:pt x="1319" y="4123"/>
                  </a:lnTo>
                  <a:lnTo>
                    <a:pt x="1423" y="4416"/>
                  </a:lnTo>
                  <a:lnTo>
                    <a:pt x="1528" y="4479"/>
                  </a:lnTo>
                  <a:lnTo>
                    <a:pt x="1570" y="4625"/>
                  </a:lnTo>
                  <a:lnTo>
                    <a:pt x="1528" y="4709"/>
                  </a:lnTo>
                  <a:lnTo>
                    <a:pt x="1528" y="4792"/>
                  </a:lnTo>
                  <a:lnTo>
                    <a:pt x="1633" y="4897"/>
                  </a:lnTo>
                  <a:lnTo>
                    <a:pt x="1633" y="4960"/>
                  </a:lnTo>
                  <a:lnTo>
                    <a:pt x="1716" y="5023"/>
                  </a:lnTo>
                  <a:lnTo>
                    <a:pt x="1821" y="4939"/>
                  </a:lnTo>
                  <a:lnTo>
                    <a:pt x="1926" y="5043"/>
                  </a:lnTo>
                  <a:lnTo>
                    <a:pt x="2114" y="5127"/>
                  </a:lnTo>
                  <a:lnTo>
                    <a:pt x="2260" y="5274"/>
                  </a:lnTo>
                  <a:lnTo>
                    <a:pt x="2323" y="5378"/>
                  </a:lnTo>
                  <a:lnTo>
                    <a:pt x="2344" y="5420"/>
                  </a:lnTo>
                  <a:lnTo>
                    <a:pt x="2365" y="5546"/>
                  </a:lnTo>
                  <a:lnTo>
                    <a:pt x="2428" y="5588"/>
                  </a:lnTo>
                  <a:lnTo>
                    <a:pt x="2470" y="5797"/>
                  </a:lnTo>
                  <a:lnTo>
                    <a:pt x="2574" y="5880"/>
                  </a:lnTo>
                  <a:lnTo>
                    <a:pt x="2637" y="6090"/>
                  </a:lnTo>
                  <a:lnTo>
                    <a:pt x="2658" y="6173"/>
                  </a:lnTo>
                  <a:lnTo>
                    <a:pt x="2616" y="6362"/>
                  </a:lnTo>
                  <a:lnTo>
                    <a:pt x="2574" y="6383"/>
                  </a:lnTo>
                  <a:lnTo>
                    <a:pt x="2616" y="6487"/>
                  </a:lnTo>
                  <a:lnTo>
                    <a:pt x="2658" y="6696"/>
                  </a:lnTo>
                  <a:lnTo>
                    <a:pt x="2679" y="6906"/>
                  </a:lnTo>
                  <a:lnTo>
                    <a:pt x="2783" y="7010"/>
                  </a:lnTo>
                  <a:lnTo>
                    <a:pt x="2825" y="7094"/>
                  </a:lnTo>
                  <a:lnTo>
                    <a:pt x="3097" y="7408"/>
                  </a:lnTo>
                  <a:lnTo>
                    <a:pt x="3202" y="7429"/>
                  </a:lnTo>
                  <a:lnTo>
                    <a:pt x="3307" y="7450"/>
                  </a:lnTo>
                  <a:lnTo>
                    <a:pt x="3390" y="7554"/>
                  </a:lnTo>
                  <a:lnTo>
                    <a:pt x="3474" y="7554"/>
                  </a:lnTo>
                  <a:lnTo>
                    <a:pt x="3620" y="7680"/>
                  </a:lnTo>
                  <a:lnTo>
                    <a:pt x="3620" y="7784"/>
                  </a:lnTo>
                  <a:lnTo>
                    <a:pt x="3788" y="7826"/>
                  </a:lnTo>
                  <a:lnTo>
                    <a:pt x="3767" y="7889"/>
                  </a:lnTo>
                  <a:lnTo>
                    <a:pt x="3830" y="7931"/>
                  </a:lnTo>
                  <a:lnTo>
                    <a:pt x="3976" y="8412"/>
                  </a:lnTo>
                  <a:lnTo>
                    <a:pt x="4102" y="8496"/>
                  </a:lnTo>
                  <a:lnTo>
                    <a:pt x="4102" y="8663"/>
                  </a:lnTo>
                  <a:lnTo>
                    <a:pt x="4541" y="9082"/>
                  </a:lnTo>
                  <a:lnTo>
                    <a:pt x="4604" y="9082"/>
                  </a:lnTo>
                  <a:lnTo>
                    <a:pt x="4646" y="9333"/>
                  </a:lnTo>
                  <a:lnTo>
                    <a:pt x="4834" y="9396"/>
                  </a:lnTo>
                  <a:lnTo>
                    <a:pt x="4939" y="9668"/>
                  </a:lnTo>
                  <a:lnTo>
                    <a:pt x="5043" y="9709"/>
                  </a:lnTo>
                  <a:lnTo>
                    <a:pt x="5127" y="9730"/>
                  </a:lnTo>
                  <a:lnTo>
                    <a:pt x="5169" y="9626"/>
                  </a:lnTo>
                  <a:lnTo>
                    <a:pt x="5336" y="9521"/>
                  </a:lnTo>
                  <a:lnTo>
                    <a:pt x="5232" y="9312"/>
                  </a:lnTo>
                  <a:lnTo>
                    <a:pt x="5294" y="9040"/>
                  </a:lnTo>
                  <a:lnTo>
                    <a:pt x="5462" y="8977"/>
                  </a:lnTo>
                  <a:lnTo>
                    <a:pt x="5650" y="9124"/>
                  </a:lnTo>
                  <a:lnTo>
                    <a:pt x="5985" y="9124"/>
                  </a:lnTo>
                  <a:lnTo>
                    <a:pt x="6487" y="9333"/>
                  </a:lnTo>
                  <a:lnTo>
                    <a:pt x="7010" y="9563"/>
                  </a:lnTo>
                  <a:lnTo>
                    <a:pt x="7031" y="10086"/>
                  </a:lnTo>
                  <a:lnTo>
                    <a:pt x="8077" y="8684"/>
                  </a:lnTo>
                  <a:lnTo>
                    <a:pt x="10253" y="8036"/>
                  </a:lnTo>
                  <a:lnTo>
                    <a:pt x="11885" y="7554"/>
                  </a:lnTo>
                  <a:lnTo>
                    <a:pt x="11969" y="6299"/>
                  </a:lnTo>
                  <a:lnTo>
                    <a:pt x="11843" y="5839"/>
                  </a:lnTo>
                  <a:lnTo>
                    <a:pt x="11655" y="5985"/>
                  </a:lnTo>
                  <a:lnTo>
                    <a:pt x="9960" y="5755"/>
                  </a:lnTo>
                  <a:lnTo>
                    <a:pt x="9835" y="5274"/>
                  </a:lnTo>
                  <a:lnTo>
                    <a:pt x="9688" y="5127"/>
                  </a:lnTo>
                  <a:lnTo>
                    <a:pt x="9688" y="4939"/>
                  </a:lnTo>
                  <a:lnTo>
                    <a:pt x="9688" y="4918"/>
                  </a:lnTo>
                  <a:lnTo>
                    <a:pt x="9667" y="4939"/>
                  </a:lnTo>
                  <a:lnTo>
                    <a:pt x="9625" y="4855"/>
                  </a:lnTo>
                  <a:lnTo>
                    <a:pt x="9625" y="4792"/>
                  </a:lnTo>
                  <a:lnTo>
                    <a:pt x="9667" y="4730"/>
                  </a:lnTo>
                  <a:lnTo>
                    <a:pt x="9563" y="4730"/>
                  </a:lnTo>
                  <a:lnTo>
                    <a:pt x="9563" y="4709"/>
                  </a:lnTo>
                  <a:lnTo>
                    <a:pt x="9458" y="4709"/>
                  </a:lnTo>
                  <a:lnTo>
                    <a:pt x="9270" y="4604"/>
                  </a:lnTo>
                  <a:lnTo>
                    <a:pt x="9249" y="4541"/>
                  </a:lnTo>
                  <a:lnTo>
                    <a:pt x="9228" y="4583"/>
                  </a:lnTo>
                  <a:lnTo>
                    <a:pt x="9123" y="4437"/>
                  </a:lnTo>
                  <a:lnTo>
                    <a:pt x="9102" y="4290"/>
                  </a:lnTo>
                  <a:lnTo>
                    <a:pt x="8809" y="3914"/>
                  </a:lnTo>
                  <a:lnTo>
                    <a:pt x="8726" y="3788"/>
                  </a:lnTo>
                  <a:lnTo>
                    <a:pt x="8809" y="3788"/>
                  </a:lnTo>
                  <a:lnTo>
                    <a:pt x="8809" y="3746"/>
                  </a:lnTo>
                  <a:lnTo>
                    <a:pt x="8705" y="3453"/>
                  </a:lnTo>
                  <a:lnTo>
                    <a:pt x="8705" y="3391"/>
                  </a:lnTo>
                  <a:lnTo>
                    <a:pt x="8621" y="3265"/>
                  </a:lnTo>
                  <a:lnTo>
                    <a:pt x="8579" y="3265"/>
                  </a:lnTo>
                  <a:lnTo>
                    <a:pt x="8391" y="3014"/>
                  </a:lnTo>
                  <a:lnTo>
                    <a:pt x="8307" y="3014"/>
                  </a:lnTo>
                  <a:lnTo>
                    <a:pt x="8224" y="2909"/>
                  </a:lnTo>
                  <a:lnTo>
                    <a:pt x="8224" y="2867"/>
                  </a:lnTo>
                  <a:lnTo>
                    <a:pt x="8286" y="2867"/>
                  </a:lnTo>
                  <a:lnTo>
                    <a:pt x="8307" y="2909"/>
                  </a:lnTo>
                  <a:lnTo>
                    <a:pt x="8286" y="2826"/>
                  </a:lnTo>
                  <a:lnTo>
                    <a:pt x="8182" y="2805"/>
                  </a:lnTo>
                  <a:lnTo>
                    <a:pt x="7973" y="2763"/>
                  </a:lnTo>
                  <a:lnTo>
                    <a:pt x="7868" y="2449"/>
                  </a:lnTo>
                  <a:lnTo>
                    <a:pt x="7805" y="2323"/>
                  </a:lnTo>
                  <a:lnTo>
                    <a:pt x="7742" y="2303"/>
                  </a:lnTo>
                  <a:lnTo>
                    <a:pt x="7742" y="2198"/>
                  </a:lnTo>
                  <a:lnTo>
                    <a:pt x="7701" y="2219"/>
                  </a:lnTo>
                  <a:lnTo>
                    <a:pt x="7659" y="2177"/>
                  </a:lnTo>
                  <a:lnTo>
                    <a:pt x="7282" y="2323"/>
                  </a:lnTo>
                  <a:lnTo>
                    <a:pt x="7261" y="2114"/>
                  </a:lnTo>
                  <a:lnTo>
                    <a:pt x="6738" y="1968"/>
                  </a:lnTo>
                  <a:lnTo>
                    <a:pt x="6654" y="1968"/>
                  </a:lnTo>
                  <a:lnTo>
                    <a:pt x="5566" y="1926"/>
                  </a:lnTo>
                  <a:lnTo>
                    <a:pt x="2867" y="43"/>
                  </a:lnTo>
                  <a:lnTo>
                    <a:pt x="234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4" name="Google Shape;7846;p67">
              <a:extLst>
                <a:ext uri="{FF2B5EF4-FFF2-40B4-BE49-F238E27FC236}">
                  <a16:creationId xmlns:a16="http://schemas.microsoft.com/office/drawing/2014/main" id="{EC1F7402-3472-53B8-66FC-164CC760EE91}"/>
                </a:ext>
              </a:extLst>
            </p:cNvPr>
            <p:cNvSpPr/>
            <p:nvPr/>
          </p:nvSpPr>
          <p:spPr>
            <a:xfrm>
              <a:off x="4409700" y="2852525"/>
              <a:ext cx="11025" cy="24075"/>
            </a:xfrm>
            <a:custGeom>
              <a:avLst/>
              <a:gdLst/>
              <a:ahLst/>
              <a:cxnLst/>
              <a:rect l="l" t="t" r="r" b="b"/>
              <a:pathLst>
                <a:path w="441" h="963" extrusionOk="0">
                  <a:moveTo>
                    <a:pt x="147" y="0"/>
                  </a:moveTo>
                  <a:lnTo>
                    <a:pt x="147" y="42"/>
                  </a:lnTo>
                  <a:lnTo>
                    <a:pt x="106" y="42"/>
                  </a:lnTo>
                  <a:lnTo>
                    <a:pt x="106" y="105"/>
                  </a:lnTo>
                  <a:lnTo>
                    <a:pt x="43" y="126"/>
                  </a:lnTo>
                  <a:lnTo>
                    <a:pt x="85" y="209"/>
                  </a:lnTo>
                  <a:lnTo>
                    <a:pt x="43" y="209"/>
                  </a:lnTo>
                  <a:lnTo>
                    <a:pt x="85" y="377"/>
                  </a:lnTo>
                  <a:lnTo>
                    <a:pt x="43" y="356"/>
                  </a:lnTo>
                  <a:lnTo>
                    <a:pt x="1" y="356"/>
                  </a:lnTo>
                  <a:lnTo>
                    <a:pt x="1" y="544"/>
                  </a:lnTo>
                  <a:lnTo>
                    <a:pt x="22" y="628"/>
                  </a:lnTo>
                  <a:lnTo>
                    <a:pt x="43" y="670"/>
                  </a:lnTo>
                  <a:lnTo>
                    <a:pt x="43" y="795"/>
                  </a:lnTo>
                  <a:lnTo>
                    <a:pt x="22" y="795"/>
                  </a:lnTo>
                  <a:lnTo>
                    <a:pt x="43" y="858"/>
                  </a:lnTo>
                  <a:lnTo>
                    <a:pt x="231" y="963"/>
                  </a:lnTo>
                  <a:lnTo>
                    <a:pt x="336" y="963"/>
                  </a:lnTo>
                  <a:lnTo>
                    <a:pt x="398" y="942"/>
                  </a:lnTo>
                  <a:lnTo>
                    <a:pt x="440" y="670"/>
                  </a:lnTo>
                  <a:lnTo>
                    <a:pt x="398" y="544"/>
                  </a:lnTo>
                  <a:lnTo>
                    <a:pt x="336" y="544"/>
                  </a:lnTo>
                  <a:lnTo>
                    <a:pt x="315" y="356"/>
                  </a:lnTo>
                  <a:lnTo>
                    <a:pt x="336" y="356"/>
                  </a:lnTo>
                  <a:lnTo>
                    <a:pt x="398" y="168"/>
                  </a:lnTo>
                  <a:lnTo>
                    <a:pt x="357" y="126"/>
                  </a:lnTo>
                  <a:lnTo>
                    <a:pt x="315" y="126"/>
                  </a:lnTo>
                  <a:lnTo>
                    <a:pt x="315" y="63"/>
                  </a:lnTo>
                  <a:lnTo>
                    <a:pt x="21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5" name="Google Shape;7847;p67">
              <a:extLst>
                <a:ext uri="{FF2B5EF4-FFF2-40B4-BE49-F238E27FC236}">
                  <a16:creationId xmlns:a16="http://schemas.microsoft.com/office/drawing/2014/main" id="{913AF7DA-7A86-F6CE-BD9B-9AE39EDDF166}"/>
                </a:ext>
              </a:extLst>
            </p:cNvPr>
            <p:cNvSpPr/>
            <p:nvPr/>
          </p:nvSpPr>
          <p:spPr>
            <a:xfrm>
              <a:off x="4421225" y="2854100"/>
              <a:ext cx="69075" cy="54425"/>
            </a:xfrm>
            <a:custGeom>
              <a:avLst/>
              <a:gdLst/>
              <a:ahLst/>
              <a:cxnLst/>
              <a:rect l="l" t="t" r="r" b="b"/>
              <a:pathLst>
                <a:path w="2763" h="2177" extrusionOk="0">
                  <a:moveTo>
                    <a:pt x="2490" y="0"/>
                  </a:moveTo>
                  <a:lnTo>
                    <a:pt x="2490" y="84"/>
                  </a:lnTo>
                  <a:lnTo>
                    <a:pt x="2469" y="146"/>
                  </a:lnTo>
                  <a:lnTo>
                    <a:pt x="2093" y="356"/>
                  </a:lnTo>
                  <a:lnTo>
                    <a:pt x="2093" y="502"/>
                  </a:lnTo>
                  <a:lnTo>
                    <a:pt x="1779" y="795"/>
                  </a:lnTo>
                  <a:lnTo>
                    <a:pt x="1737" y="879"/>
                  </a:lnTo>
                  <a:lnTo>
                    <a:pt x="1779" y="900"/>
                  </a:lnTo>
                  <a:lnTo>
                    <a:pt x="1821" y="983"/>
                  </a:lnTo>
                  <a:lnTo>
                    <a:pt x="1653" y="1130"/>
                  </a:lnTo>
                  <a:lnTo>
                    <a:pt x="1611" y="1046"/>
                  </a:lnTo>
                  <a:lnTo>
                    <a:pt x="1549" y="1088"/>
                  </a:lnTo>
                  <a:lnTo>
                    <a:pt x="1465" y="1088"/>
                  </a:lnTo>
                  <a:lnTo>
                    <a:pt x="1507" y="1193"/>
                  </a:lnTo>
                  <a:lnTo>
                    <a:pt x="1444" y="1193"/>
                  </a:lnTo>
                  <a:lnTo>
                    <a:pt x="1423" y="1234"/>
                  </a:lnTo>
                  <a:lnTo>
                    <a:pt x="1256" y="1255"/>
                  </a:lnTo>
                  <a:lnTo>
                    <a:pt x="1130" y="1297"/>
                  </a:lnTo>
                  <a:lnTo>
                    <a:pt x="1088" y="1214"/>
                  </a:lnTo>
                  <a:lnTo>
                    <a:pt x="837" y="1214"/>
                  </a:lnTo>
                  <a:lnTo>
                    <a:pt x="628" y="1151"/>
                  </a:lnTo>
                  <a:lnTo>
                    <a:pt x="398" y="1339"/>
                  </a:lnTo>
                  <a:lnTo>
                    <a:pt x="314" y="1318"/>
                  </a:lnTo>
                  <a:lnTo>
                    <a:pt x="251" y="1318"/>
                  </a:lnTo>
                  <a:lnTo>
                    <a:pt x="147" y="1360"/>
                  </a:lnTo>
                  <a:lnTo>
                    <a:pt x="105" y="1109"/>
                  </a:lnTo>
                  <a:lnTo>
                    <a:pt x="63" y="1151"/>
                  </a:lnTo>
                  <a:lnTo>
                    <a:pt x="0" y="1130"/>
                  </a:lnTo>
                  <a:lnTo>
                    <a:pt x="0" y="1318"/>
                  </a:lnTo>
                  <a:lnTo>
                    <a:pt x="147" y="1465"/>
                  </a:lnTo>
                  <a:lnTo>
                    <a:pt x="272" y="1946"/>
                  </a:lnTo>
                  <a:lnTo>
                    <a:pt x="1967" y="2176"/>
                  </a:lnTo>
                  <a:lnTo>
                    <a:pt x="2155" y="2030"/>
                  </a:lnTo>
                  <a:lnTo>
                    <a:pt x="2658" y="502"/>
                  </a:lnTo>
                  <a:lnTo>
                    <a:pt x="2762" y="481"/>
                  </a:lnTo>
                  <a:lnTo>
                    <a:pt x="2762" y="314"/>
                  </a:lnTo>
                  <a:lnTo>
                    <a:pt x="2720" y="251"/>
                  </a:lnTo>
                  <a:lnTo>
                    <a:pt x="2678" y="272"/>
                  </a:lnTo>
                  <a:lnTo>
                    <a:pt x="2658" y="251"/>
                  </a:lnTo>
                  <a:lnTo>
                    <a:pt x="2595" y="209"/>
                  </a:lnTo>
                  <a:lnTo>
                    <a:pt x="2574" y="42"/>
                  </a:lnTo>
                  <a:lnTo>
                    <a:pt x="249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6" name="Google Shape;7848;p67">
              <a:extLst>
                <a:ext uri="{FF2B5EF4-FFF2-40B4-BE49-F238E27FC236}">
                  <a16:creationId xmlns:a16="http://schemas.microsoft.com/office/drawing/2014/main" id="{12A3C65C-A888-7CF9-DED5-CFFA3D4FB5D4}"/>
                </a:ext>
              </a:extLst>
            </p:cNvPr>
            <p:cNvSpPr/>
            <p:nvPr/>
          </p:nvSpPr>
          <p:spPr>
            <a:xfrm>
              <a:off x="4434300" y="2866125"/>
              <a:ext cx="108300" cy="133400"/>
            </a:xfrm>
            <a:custGeom>
              <a:avLst/>
              <a:gdLst/>
              <a:ahLst/>
              <a:cxnLst/>
              <a:rect l="l" t="t" r="r" b="b"/>
              <a:pathLst>
                <a:path w="4332" h="5336" extrusionOk="0">
                  <a:moveTo>
                    <a:pt x="2239" y="0"/>
                  </a:moveTo>
                  <a:lnTo>
                    <a:pt x="2135" y="21"/>
                  </a:lnTo>
                  <a:lnTo>
                    <a:pt x="1632" y="1549"/>
                  </a:lnTo>
                  <a:lnTo>
                    <a:pt x="1758" y="2009"/>
                  </a:lnTo>
                  <a:lnTo>
                    <a:pt x="1674" y="3264"/>
                  </a:lnTo>
                  <a:lnTo>
                    <a:pt x="42" y="3746"/>
                  </a:lnTo>
                  <a:lnTo>
                    <a:pt x="0" y="4018"/>
                  </a:lnTo>
                  <a:lnTo>
                    <a:pt x="523" y="4708"/>
                  </a:lnTo>
                  <a:lnTo>
                    <a:pt x="461" y="4938"/>
                  </a:lnTo>
                  <a:lnTo>
                    <a:pt x="795" y="5336"/>
                  </a:lnTo>
                  <a:lnTo>
                    <a:pt x="879" y="5315"/>
                  </a:lnTo>
                  <a:lnTo>
                    <a:pt x="900" y="5336"/>
                  </a:lnTo>
                  <a:lnTo>
                    <a:pt x="1005" y="5336"/>
                  </a:lnTo>
                  <a:lnTo>
                    <a:pt x="1088" y="5231"/>
                  </a:lnTo>
                  <a:lnTo>
                    <a:pt x="1214" y="5231"/>
                  </a:lnTo>
                  <a:lnTo>
                    <a:pt x="1423" y="5127"/>
                  </a:lnTo>
                  <a:lnTo>
                    <a:pt x="1528" y="5127"/>
                  </a:lnTo>
                  <a:lnTo>
                    <a:pt x="1632" y="5106"/>
                  </a:lnTo>
                  <a:lnTo>
                    <a:pt x="1716" y="5147"/>
                  </a:lnTo>
                  <a:lnTo>
                    <a:pt x="1779" y="5147"/>
                  </a:lnTo>
                  <a:lnTo>
                    <a:pt x="1925" y="4938"/>
                  </a:lnTo>
                  <a:lnTo>
                    <a:pt x="1925" y="4917"/>
                  </a:lnTo>
                  <a:lnTo>
                    <a:pt x="1946" y="4917"/>
                  </a:lnTo>
                  <a:lnTo>
                    <a:pt x="1946" y="4834"/>
                  </a:lnTo>
                  <a:lnTo>
                    <a:pt x="1883" y="4813"/>
                  </a:lnTo>
                  <a:lnTo>
                    <a:pt x="1925" y="4750"/>
                  </a:lnTo>
                  <a:lnTo>
                    <a:pt x="1883" y="4687"/>
                  </a:lnTo>
                  <a:lnTo>
                    <a:pt x="1967" y="4603"/>
                  </a:lnTo>
                  <a:lnTo>
                    <a:pt x="2030" y="4541"/>
                  </a:lnTo>
                  <a:lnTo>
                    <a:pt x="2239" y="4541"/>
                  </a:lnTo>
                  <a:lnTo>
                    <a:pt x="2365" y="4520"/>
                  </a:lnTo>
                  <a:lnTo>
                    <a:pt x="2448" y="4583"/>
                  </a:lnTo>
                  <a:lnTo>
                    <a:pt x="2553" y="4436"/>
                  </a:lnTo>
                  <a:lnTo>
                    <a:pt x="2595" y="4415"/>
                  </a:lnTo>
                  <a:lnTo>
                    <a:pt x="2595" y="4227"/>
                  </a:lnTo>
                  <a:lnTo>
                    <a:pt x="2804" y="3976"/>
                  </a:lnTo>
                  <a:lnTo>
                    <a:pt x="2930" y="3955"/>
                  </a:lnTo>
                  <a:lnTo>
                    <a:pt x="3013" y="3976"/>
                  </a:lnTo>
                  <a:lnTo>
                    <a:pt x="3076" y="3913"/>
                  </a:lnTo>
                  <a:lnTo>
                    <a:pt x="3348" y="3913"/>
                  </a:lnTo>
                  <a:lnTo>
                    <a:pt x="3390" y="3850"/>
                  </a:lnTo>
                  <a:lnTo>
                    <a:pt x="3327" y="3808"/>
                  </a:lnTo>
                  <a:lnTo>
                    <a:pt x="3285" y="3599"/>
                  </a:lnTo>
                  <a:lnTo>
                    <a:pt x="3306" y="3599"/>
                  </a:lnTo>
                  <a:lnTo>
                    <a:pt x="3244" y="3494"/>
                  </a:lnTo>
                  <a:lnTo>
                    <a:pt x="3223" y="3474"/>
                  </a:lnTo>
                  <a:lnTo>
                    <a:pt x="3244" y="3390"/>
                  </a:lnTo>
                  <a:lnTo>
                    <a:pt x="3244" y="3285"/>
                  </a:lnTo>
                  <a:lnTo>
                    <a:pt x="3348" y="3118"/>
                  </a:lnTo>
                  <a:lnTo>
                    <a:pt x="3432" y="3076"/>
                  </a:lnTo>
                  <a:lnTo>
                    <a:pt x="3390" y="3013"/>
                  </a:lnTo>
                  <a:lnTo>
                    <a:pt x="3411" y="3013"/>
                  </a:lnTo>
                  <a:lnTo>
                    <a:pt x="3495" y="2867"/>
                  </a:lnTo>
                  <a:lnTo>
                    <a:pt x="3536" y="2846"/>
                  </a:lnTo>
                  <a:lnTo>
                    <a:pt x="3599" y="2846"/>
                  </a:lnTo>
                  <a:lnTo>
                    <a:pt x="3557" y="2909"/>
                  </a:lnTo>
                  <a:lnTo>
                    <a:pt x="3536" y="2971"/>
                  </a:lnTo>
                  <a:lnTo>
                    <a:pt x="3620" y="3013"/>
                  </a:lnTo>
                  <a:lnTo>
                    <a:pt x="3662" y="3013"/>
                  </a:lnTo>
                  <a:lnTo>
                    <a:pt x="3746" y="2804"/>
                  </a:lnTo>
                  <a:lnTo>
                    <a:pt x="3808" y="2741"/>
                  </a:lnTo>
                  <a:lnTo>
                    <a:pt x="3871" y="2616"/>
                  </a:lnTo>
                  <a:lnTo>
                    <a:pt x="4018" y="2490"/>
                  </a:lnTo>
                  <a:lnTo>
                    <a:pt x="4227" y="2134"/>
                  </a:lnTo>
                  <a:lnTo>
                    <a:pt x="4248" y="2072"/>
                  </a:lnTo>
                  <a:lnTo>
                    <a:pt x="4248" y="1988"/>
                  </a:lnTo>
                  <a:lnTo>
                    <a:pt x="4290" y="1862"/>
                  </a:lnTo>
                  <a:lnTo>
                    <a:pt x="4332" y="1758"/>
                  </a:lnTo>
                  <a:lnTo>
                    <a:pt x="4269" y="1695"/>
                  </a:lnTo>
                  <a:lnTo>
                    <a:pt x="4164" y="1674"/>
                  </a:lnTo>
                  <a:lnTo>
                    <a:pt x="3955" y="1507"/>
                  </a:lnTo>
                  <a:lnTo>
                    <a:pt x="3913" y="1402"/>
                  </a:lnTo>
                  <a:lnTo>
                    <a:pt x="3808" y="1298"/>
                  </a:lnTo>
                  <a:lnTo>
                    <a:pt x="3767" y="1151"/>
                  </a:lnTo>
                  <a:lnTo>
                    <a:pt x="3599" y="942"/>
                  </a:lnTo>
                  <a:lnTo>
                    <a:pt x="3516" y="942"/>
                  </a:lnTo>
                  <a:lnTo>
                    <a:pt x="3390" y="963"/>
                  </a:lnTo>
                  <a:lnTo>
                    <a:pt x="3118" y="921"/>
                  </a:lnTo>
                  <a:lnTo>
                    <a:pt x="3013" y="942"/>
                  </a:lnTo>
                  <a:lnTo>
                    <a:pt x="2930" y="963"/>
                  </a:lnTo>
                  <a:lnTo>
                    <a:pt x="2804" y="921"/>
                  </a:lnTo>
                  <a:lnTo>
                    <a:pt x="2469" y="649"/>
                  </a:lnTo>
                  <a:lnTo>
                    <a:pt x="2469" y="565"/>
                  </a:lnTo>
                  <a:lnTo>
                    <a:pt x="2260" y="335"/>
                  </a:lnTo>
                  <a:lnTo>
                    <a:pt x="223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7" name="Google Shape;7849;p67">
              <a:extLst>
                <a:ext uri="{FF2B5EF4-FFF2-40B4-BE49-F238E27FC236}">
                  <a16:creationId xmlns:a16="http://schemas.microsoft.com/office/drawing/2014/main" id="{6DF28790-BA8B-E219-1401-36A1E55BF62A}"/>
                </a:ext>
              </a:extLst>
            </p:cNvPr>
            <p:cNvSpPr/>
            <p:nvPr/>
          </p:nvSpPr>
          <p:spPr>
            <a:xfrm>
              <a:off x="4483475" y="2847275"/>
              <a:ext cx="5775" cy="13125"/>
            </a:xfrm>
            <a:custGeom>
              <a:avLst/>
              <a:gdLst/>
              <a:ahLst/>
              <a:cxnLst/>
              <a:rect l="l" t="t" r="r" b="b"/>
              <a:pathLst>
                <a:path w="231" h="525" extrusionOk="0">
                  <a:moveTo>
                    <a:pt x="209" y="1"/>
                  </a:moveTo>
                  <a:lnTo>
                    <a:pt x="168" y="22"/>
                  </a:lnTo>
                  <a:lnTo>
                    <a:pt x="105" y="22"/>
                  </a:lnTo>
                  <a:lnTo>
                    <a:pt x="84" y="168"/>
                  </a:lnTo>
                  <a:lnTo>
                    <a:pt x="63" y="210"/>
                  </a:lnTo>
                  <a:lnTo>
                    <a:pt x="21" y="168"/>
                  </a:lnTo>
                  <a:lnTo>
                    <a:pt x="0" y="231"/>
                  </a:lnTo>
                  <a:lnTo>
                    <a:pt x="0" y="273"/>
                  </a:lnTo>
                  <a:lnTo>
                    <a:pt x="84" y="315"/>
                  </a:lnTo>
                  <a:lnTo>
                    <a:pt x="105" y="482"/>
                  </a:lnTo>
                  <a:lnTo>
                    <a:pt x="168" y="524"/>
                  </a:lnTo>
                  <a:lnTo>
                    <a:pt x="168" y="440"/>
                  </a:lnTo>
                  <a:lnTo>
                    <a:pt x="209" y="336"/>
                  </a:lnTo>
                  <a:lnTo>
                    <a:pt x="209" y="168"/>
                  </a:lnTo>
                  <a:lnTo>
                    <a:pt x="188" y="168"/>
                  </a:lnTo>
                  <a:lnTo>
                    <a:pt x="209" y="106"/>
                  </a:lnTo>
                  <a:lnTo>
                    <a:pt x="188" y="64"/>
                  </a:lnTo>
                  <a:lnTo>
                    <a:pt x="209" y="43"/>
                  </a:lnTo>
                  <a:lnTo>
                    <a:pt x="230" y="43"/>
                  </a:lnTo>
                  <a:lnTo>
                    <a:pt x="20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8" name="Google Shape;7850;p67">
              <a:extLst>
                <a:ext uri="{FF2B5EF4-FFF2-40B4-BE49-F238E27FC236}">
                  <a16:creationId xmlns:a16="http://schemas.microsoft.com/office/drawing/2014/main" id="{5D965CA4-8ED6-4A14-F4C1-3B568699AF8D}"/>
                </a:ext>
              </a:extLst>
            </p:cNvPr>
            <p:cNvSpPr/>
            <p:nvPr/>
          </p:nvSpPr>
          <p:spPr>
            <a:xfrm>
              <a:off x="4300375" y="2959750"/>
              <a:ext cx="153825" cy="99925"/>
            </a:xfrm>
            <a:custGeom>
              <a:avLst/>
              <a:gdLst/>
              <a:ahLst/>
              <a:cxnLst/>
              <a:rect l="l" t="t" r="r" b="b"/>
              <a:pathLst>
                <a:path w="6153" h="3997" extrusionOk="0">
                  <a:moveTo>
                    <a:pt x="5399" y="1"/>
                  </a:moveTo>
                  <a:lnTo>
                    <a:pt x="3223" y="649"/>
                  </a:lnTo>
                  <a:lnTo>
                    <a:pt x="2177" y="2051"/>
                  </a:lnTo>
                  <a:lnTo>
                    <a:pt x="2156" y="1528"/>
                  </a:lnTo>
                  <a:lnTo>
                    <a:pt x="1633" y="1298"/>
                  </a:lnTo>
                  <a:lnTo>
                    <a:pt x="1131" y="1089"/>
                  </a:lnTo>
                  <a:lnTo>
                    <a:pt x="796" y="1089"/>
                  </a:lnTo>
                  <a:lnTo>
                    <a:pt x="608" y="942"/>
                  </a:lnTo>
                  <a:lnTo>
                    <a:pt x="440" y="1005"/>
                  </a:lnTo>
                  <a:lnTo>
                    <a:pt x="378" y="1277"/>
                  </a:lnTo>
                  <a:lnTo>
                    <a:pt x="482" y="1486"/>
                  </a:lnTo>
                  <a:lnTo>
                    <a:pt x="315" y="1591"/>
                  </a:lnTo>
                  <a:lnTo>
                    <a:pt x="273" y="1695"/>
                  </a:lnTo>
                  <a:lnTo>
                    <a:pt x="189" y="1674"/>
                  </a:lnTo>
                  <a:lnTo>
                    <a:pt x="85" y="1633"/>
                  </a:lnTo>
                  <a:lnTo>
                    <a:pt x="106" y="1737"/>
                  </a:lnTo>
                  <a:lnTo>
                    <a:pt x="168" y="2030"/>
                  </a:lnTo>
                  <a:lnTo>
                    <a:pt x="168" y="2218"/>
                  </a:lnTo>
                  <a:lnTo>
                    <a:pt x="85" y="2218"/>
                  </a:lnTo>
                  <a:lnTo>
                    <a:pt x="85" y="2260"/>
                  </a:lnTo>
                  <a:lnTo>
                    <a:pt x="1" y="2239"/>
                  </a:lnTo>
                  <a:lnTo>
                    <a:pt x="1" y="2239"/>
                  </a:lnTo>
                  <a:lnTo>
                    <a:pt x="22" y="2344"/>
                  </a:lnTo>
                  <a:lnTo>
                    <a:pt x="106" y="2344"/>
                  </a:lnTo>
                  <a:lnTo>
                    <a:pt x="106" y="2428"/>
                  </a:lnTo>
                  <a:lnTo>
                    <a:pt x="231" y="2616"/>
                  </a:lnTo>
                  <a:lnTo>
                    <a:pt x="315" y="3139"/>
                  </a:lnTo>
                  <a:lnTo>
                    <a:pt x="482" y="3265"/>
                  </a:lnTo>
                  <a:lnTo>
                    <a:pt x="482" y="3453"/>
                  </a:lnTo>
                  <a:lnTo>
                    <a:pt x="419" y="3474"/>
                  </a:lnTo>
                  <a:lnTo>
                    <a:pt x="482" y="3620"/>
                  </a:lnTo>
                  <a:lnTo>
                    <a:pt x="608" y="3767"/>
                  </a:lnTo>
                  <a:lnTo>
                    <a:pt x="608" y="3913"/>
                  </a:lnTo>
                  <a:lnTo>
                    <a:pt x="650" y="3997"/>
                  </a:lnTo>
                  <a:lnTo>
                    <a:pt x="796" y="3997"/>
                  </a:lnTo>
                  <a:lnTo>
                    <a:pt x="817" y="3934"/>
                  </a:lnTo>
                  <a:lnTo>
                    <a:pt x="963" y="3997"/>
                  </a:lnTo>
                  <a:lnTo>
                    <a:pt x="1068" y="3976"/>
                  </a:lnTo>
                  <a:lnTo>
                    <a:pt x="1173" y="3871"/>
                  </a:lnTo>
                  <a:lnTo>
                    <a:pt x="1319" y="3871"/>
                  </a:lnTo>
                  <a:lnTo>
                    <a:pt x="1361" y="3934"/>
                  </a:lnTo>
                  <a:lnTo>
                    <a:pt x="1466" y="3892"/>
                  </a:lnTo>
                  <a:lnTo>
                    <a:pt x="1570" y="3725"/>
                  </a:lnTo>
                  <a:lnTo>
                    <a:pt x="1633" y="3725"/>
                  </a:lnTo>
                  <a:lnTo>
                    <a:pt x="1696" y="3579"/>
                  </a:lnTo>
                  <a:lnTo>
                    <a:pt x="1842" y="3495"/>
                  </a:lnTo>
                  <a:lnTo>
                    <a:pt x="1905" y="3474"/>
                  </a:lnTo>
                  <a:lnTo>
                    <a:pt x="2010" y="3474"/>
                  </a:lnTo>
                  <a:lnTo>
                    <a:pt x="2051" y="3495"/>
                  </a:lnTo>
                  <a:lnTo>
                    <a:pt x="2198" y="3495"/>
                  </a:lnTo>
                  <a:lnTo>
                    <a:pt x="2219" y="3558"/>
                  </a:lnTo>
                  <a:lnTo>
                    <a:pt x="2365" y="3579"/>
                  </a:lnTo>
                  <a:lnTo>
                    <a:pt x="2616" y="3474"/>
                  </a:lnTo>
                  <a:lnTo>
                    <a:pt x="2826" y="3453"/>
                  </a:lnTo>
                  <a:lnTo>
                    <a:pt x="2909" y="3369"/>
                  </a:lnTo>
                  <a:lnTo>
                    <a:pt x="2930" y="3307"/>
                  </a:lnTo>
                  <a:lnTo>
                    <a:pt x="3119" y="3160"/>
                  </a:lnTo>
                  <a:lnTo>
                    <a:pt x="3223" y="3160"/>
                  </a:lnTo>
                  <a:lnTo>
                    <a:pt x="3307" y="3202"/>
                  </a:lnTo>
                  <a:lnTo>
                    <a:pt x="3370" y="3181"/>
                  </a:lnTo>
                  <a:lnTo>
                    <a:pt x="3432" y="3139"/>
                  </a:lnTo>
                  <a:lnTo>
                    <a:pt x="3453" y="3181"/>
                  </a:lnTo>
                  <a:lnTo>
                    <a:pt x="3537" y="3181"/>
                  </a:lnTo>
                  <a:lnTo>
                    <a:pt x="3725" y="3034"/>
                  </a:lnTo>
                  <a:lnTo>
                    <a:pt x="3830" y="2846"/>
                  </a:lnTo>
                  <a:lnTo>
                    <a:pt x="3935" y="2783"/>
                  </a:lnTo>
                  <a:lnTo>
                    <a:pt x="3997" y="2783"/>
                  </a:lnTo>
                  <a:lnTo>
                    <a:pt x="4625" y="2616"/>
                  </a:lnTo>
                  <a:lnTo>
                    <a:pt x="4688" y="2532"/>
                  </a:lnTo>
                  <a:lnTo>
                    <a:pt x="5043" y="2470"/>
                  </a:lnTo>
                  <a:lnTo>
                    <a:pt x="5253" y="2365"/>
                  </a:lnTo>
                  <a:lnTo>
                    <a:pt x="5399" y="2260"/>
                  </a:lnTo>
                  <a:lnTo>
                    <a:pt x="5629" y="2218"/>
                  </a:lnTo>
                  <a:lnTo>
                    <a:pt x="5608" y="2135"/>
                  </a:lnTo>
                  <a:lnTo>
                    <a:pt x="5629" y="2114"/>
                  </a:lnTo>
                  <a:lnTo>
                    <a:pt x="5567" y="2051"/>
                  </a:lnTo>
                  <a:lnTo>
                    <a:pt x="5608" y="1905"/>
                  </a:lnTo>
                  <a:lnTo>
                    <a:pt x="5776" y="1674"/>
                  </a:lnTo>
                  <a:lnTo>
                    <a:pt x="6027" y="1612"/>
                  </a:lnTo>
                  <a:lnTo>
                    <a:pt x="6152" y="1591"/>
                  </a:lnTo>
                  <a:lnTo>
                    <a:pt x="5818" y="1193"/>
                  </a:lnTo>
                  <a:lnTo>
                    <a:pt x="5880" y="963"/>
                  </a:lnTo>
                  <a:lnTo>
                    <a:pt x="5357" y="273"/>
                  </a:lnTo>
                  <a:lnTo>
                    <a:pt x="539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9" name="Google Shape;7851;p67">
              <a:extLst>
                <a:ext uri="{FF2B5EF4-FFF2-40B4-BE49-F238E27FC236}">
                  <a16:creationId xmlns:a16="http://schemas.microsoft.com/office/drawing/2014/main" id="{F30BED79-AC2E-7243-D25A-C7E5593269D9}"/>
                </a:ext>
              </a:extLst>
            </p:cNvPr>
            <p:cNvSpPr/>
            <p:nvPr/>
          </p:nvSpPr>
          <p:spPr>
            <a:xfrm>
              <a:off x="4035700" y="2769350"/>
              <a:ext cx="180500" cy="151725"/>
            </a:xfrm>
            <a:custGeom>
              <a:avLst/>
              <a:gdLst/>
              <a:ahLst/>
              <a:cxnLst/>
              <a:rect l="l" t="t" r="r" b="b"/>
              <a:pathLst>
                <a:path w="7220" h="6069" extrusionOk="0">
                  <a:moveTo>
                    <a:pt x="503" y="0"/>
                  </a:moveTo>
                  <a:lnTo>
                    <a:pt x="210" y="21"/>
                  </a:lnTo>
                  <a:lnTo>
                    <a:pt x="147" y="21"/>
                  </a:lnTo>
                  <a:lnTo>
                    <a:pt x="126" y="126"/>
                  </a:lnTo>
                  <a:lnTo>
                    <a:pt x="84" y="356"/>
                  </a:lnTo>
                  <a:lnTo>
                    <a:pt x="126" y="523"/>
                  </a:lnTo>
                  <a:lnTo>
                    <a:pt x="126" y="649"/>
                  </a:lnTo>
                  <a:lnTo>
                    <a:pt x="42" y="858"/>
                  </a:lnTo>
                  <a:lnTo>
                    <a:pt x="1" y="1047"/>
                  </a:lnTo>
                  <a:lnTo>
                    <a:pt x="42" y="1193"/>
                  </a:lnTo>
                  <a:lnTo>
                    <a:pt x="126" y="1486"/>
                  </a:lnTo>
                  <a:lnTo>
                    <a:pt x="314" y="6068"/>
                  </a:lnTo>
                  <a:lnTo>
                    <a:pt x="7219" y="6005"/>
                  </a:lnTo>
                  <a:lnTo>
                    <a:pt x="7219" y="5985"/>
                  </a:lnTo>
                  <a:lnTo>
                    <a:pt x="7115" y="5964"/>
                  </a:lnTo>
                  <a:lnTo>
                    <a:pt x="6989" y="5796"/>
                  </a:lnTo>
                  <a:lnTo>
                    <a:pt x="6947" y="5754"/>
                  </a:lnTo>
                  <a:lnTo>
                    <a:pt x="6822" y="5692"/>
                  </a:lnTo>
                  <a:lnTo>
                    <a:pt x="6738" y="5566"/>
                  </a:lnTo>
                  <a:lnTo>
                    <a:pt x="6675" y="5587"/>
                  </a:lnTo>
                  <a:lnTo>
                    <a:pt x="6571" y="5587"/>
                  </a:lnTo>
                  <a:lnTo>
                    <a:pt x="6403" y="5461"/>
                  </a:lnTo>
                  <a:lnTo>
                    <a:pt x="6299" y="5169"/>
                  </a:lnTo>
                  <a:lnTo>
                    <a:pt x="6319" y="5106"/>
                  </a:lnTo>
                  <a:lnTo>
                    <a:pt x="6319" y="4938"/>
                  </a:lnTo>
                  <a:lnTo>
                    <a:pt x="6278" y="4855"/>
                  </a:lnTo>
                  <a:lnTo>
                    <a:pt x="6299" y="4813"/>
                  </a:lnTo>
                  <a:lnTo>
                    <a:pt x="6319" y="4855"/>
                  </a:lnTo>
                  <a:lnTo>
                    <a:pt x="6508" y="4855"/>
                  </a:lnTo>
                  <a:lnTo>
                    <a:pt x="6424" y="4792"/>
                  </a:lnTo>
                  <a:lnTo>
                    <a:pt x="6382" y="4792"/>
                  </a:lnTo>
                  <a:lnTo>
                    <a:pt x="6299" y="4624"/>
                  </a:lnTo>
                  <a:lnTo>
                    <a:pt x="6257" y="4604"/>
                  </a:lnTo>
                  <a:lnTo>
                    <a:pt x="6257" y="4645"/>
                  </a:lnTo>
                  <a:lnTo>
                    <a:pt x="6173" y="4583"/>
                  </a:lnTo>
                  <a:lnTo>
                    <a:pt x="6110" y="4415"/>
                  </a:lnTo>
                  <a:lnTo>
                    <a:pt x="5901" y="4080"/>
                  </a:lnTo>
                  <a:lnTo>
                    <a:pt x="5796" y="4018"/>
                  </a:lnTo>
                  <a:lnTo>
                    <a:pt x="5775" y="3871"/>
                  </a:lnTo>
                  <a:lnTo>
                    <a:pt x="5420" y="3327"/>
                  </a:lnTo>
                  <a:lnTo>
                    <a:pt x="5420" y="3223"/>
                  </a:lnTo>
                  <a:lnTo>
                    <a:pt x="5357" y="3118"/>
                  </a:lnTo>
                  <a:lnTo>
                    <a:pt x="5336" y="2867"/>
                  </a:lnTo>
                  <a:lnTo>
                    <a:pt x="5273" y="2825"/>
                  </a:lnTo>
                  <a:lnTo>
                    <a:pt x="5273" y="2741"/>
                  </a:lnTo>
                  <a:lnTo>
                    <a:pt x="5064" y="2532"/>
                  </a:lnTo>
                  <a:lnTo>
                    <a:pt x="5064" y="2448"/>
                  </a:lnTo>
                  <a:lnTo>
                    <a:pt x="5106" y="2344"/>
                  </a:lnTo>
                  <a:lnTo>
                    <a:pt x="5043" y="2281"/>
                  </a:lnTo>
                  <a:lnTo>
                    <a:pt x="4708" y="1988"/>
                  </a:lnTo>
                  <a:lnTo>
                    <a:pt x="4687" y="1884"/>
                  </a:lnTo>
                  <a:lnTo>
                    <a:pt x="4478" y="1653"/>
                  </a:lnTo>
                  <a:lnTo>
                    <a:pt x="4478" y="1507"/>
                  </a:lnTo>
                  <a:lnTo>
                    <a:pt x="4332" y="1360"/>
                  </a:lnTo>
                  <a:lnTo>
                    <a:pt x="4374" y="1277"/>
                  </a:lnTo>
                  <a:lnTo>
                    <a:pt x="4374" y="1193"/>
                  </a:lnTo>
                  <a:lnTo>
                    <a:pt x="4395" y="1151"/>
                  </a:lnTo>
                  <a:lnTo>
                    <a:pt x="4395" y="1193"/>
                  </a:lnTo>
                  <a:lnTo>
                    <a:pt x="4478" y="1193"/>
                  </a:lnTo>
                  <a:lnTo>
                    <a:pt x="4499" y="1339"/>
                  </a:lnTo>
                  <a:lnTo>
                    <a:pt x="4541" y="1402"/>
                  </a:lnTo>
                  <a:lnTo>
                    <a:pt x="4583" y="1465"/>
                  </a:lnTo>
                  <a:lnTo>
                    <a:pt x="4792" y="1674"/>
                  </a:lnTo>
                  <a:lnTo>
                    <a:pt x="4792" y="1779"/>
                  </a:lnTo>
                  <a:lnTo>
                    <a:pt x="4834" y="1884"/>
                  </a:lnTo>
                  <a:lnTo>
                    <a:pt x="5001" y="1967"/>
                  </a:lnTo>
                  <a:lnTo>
                    <a:pt x="5022" y="2072"/>
                  </a:lnTo>
                  <a:lnTo>
                    <a:pt x="5315" y="2344"/>
                  </a:lnTo>
                  <a:lnTo>
                    <a:pt x="5462" y="2428"/>
                  </a:lnTo>
                  <a:lnTo>
                    <a:pt x="5462" y="2490"/>
                  </a:lnTo>
                  <a:lnTo>
                    <a:pt x="5483" y="2407"/>
                  </a:lnTo>
                  <a:lnTo>
                    <a:pt x="5566" y="2323"/>
                  </a:lnTo>
                  <a:lnTo>
                    <a:pt x="5629" y="2114"/>
                  </a:lnTo>
                  <a:lnTo>
                    <a:pt x="5566" y="2072"/>
                  </a:lnTo>
                  <a:lnTo>
                    <a:pt x="5650" y="1904"/>
                  </a:lnTo>
                  <a:lnTo>
                    <a:pt x="5650" y="1779"/>
                  </a:lnTo>
                  <a:lnTo>
                    <a:pt x="5734" y="1465"/>
                  </a:lnTo>
                  <a:lnTo>
                    <a:pt x="5755" y="1444"/>
                  </a:lnTo>
                  <a:lnTo>
                    <a:pt x="5671" y="1235"/>
                  </a:lnTo>
                  <a:lnTo>
                    <a:pt x="5734" y="1088"/>
                  </a:lnTo>
                  <a:lnTo>
                    <a:pt x="5587" y="775"/>
                  </a:lnTo>
                  <a:lnTo>
                    <a:pt x="5441" y="544"/>
                  </a:lnTo>
                  <a:lnTo>
                    <a:pt x="5378" y="335"/>
                  </a:lnTo>
                  <a:lnTo>
                    <a:pt x="5273" y="147"/>
                  </a:lnTo>
                  <a:lnTo>
                    <a:pt x="5211" y="126"/>
                  </a:lnTo>
                  <a:lnTo>
                    <a:pt x="5127" y="231"/>
                  </a:lnTo>
                  <a:lnTo>
                    <a:pt x="4959" y="293"/>
                  </a:lnTo>
                  <a:lnTo>
                    <a:pt x="4604" y="231"/>
                  </a:lnTo>
                  <a:lnTo>
                    <a:pt x="4311" y="314"/>
                  </a:lnTo>
                  <a:lnTo>
                    <a:pt x="4102" y="147"/>
                  </a:lnTo>
                  <a:lnTo>
                    <a:pt x="4081" y="251"/>
                  </a:lnTo>
                  <a:lnTo>
                    <a:pt x="4164" y="398"/>
                  </a:lnTo>
                  <a:lnTo>
                    <a:pt x="4164" y="461"/>
                  </a:lnTo>
                  <a:lnTo>
                    <a:pt x="4081" y="335"/>
                  </a:lnTo>
                  <a:lnTo>
                    <a:pt x="3976" y="293"/>
                  </a:lnTo>
                  <a:lnTo>
                    <a:pt x="3955" y="189"/>
                  </a:lnTo>
                  <a:lnTo>
                    <a:pt x="3997" y="147"/>
                  </a:lnTo>
                  <a:lnTo>
                    <a:pt x="3955" y="105"/>
                  </a:lnTo>
                  <a:lnTo>
                    <a:pt x="3850" y="105"/>
                  </a:lnTo>
                  <a:lnTo>
                    <a:pt x="3746" y="84"/>
                  </a:lnTo>
                  <a:lnTo>
                    <a:pt x="3537" y="21"/>
                  </a:lnTo>
                  <a:lnTo>
                    <a:pt x="3495" y="42"/>
                  </a:lnTo>
                  <a:lnTo>
                    <a:pt x="3578" y="84"/>
                  </a:lnTo>
                  <a:lnTo>
                    <a:pt x="3599" y="105"/>
                  </a:lnTo>
                  <a:lnTo>
                    <a:pt x="3495" y="126"/>
                  </a:lnTo>
                  <a:lnTo>
                    <a:pt x="3390" y="105"/>
                  </a:lnTo>
                  <a:lnTo>
                    <a:pt x="3265" y="147"/>
                  </a:lnTo>
                  <a:lnTo>
                    <a:pt x="3223" y="126"/>
                  </a:lnTo>
                  <a:lnTo>
                    <a:pt x="3223" y="105"/>
                  </a:lnTo>
                  <a:lnTo>
                    <a:pt x="3348" y="84"/>
                  </a:lnTo>
                  <a:lnTo>
                    <a:pt x="3432" y="42"/>
                  </a:lnTo>
                  <a:lnTo>
                    <a:pt x="3327" y="42"/>
                  </a:lnTo>
                  <a:lnTo>
                    <a:pt x="3139" y="84"/>
                  </a:lnTo>
                  <a:lnTo>
                    <a:pt x="3076" y="126"/>
                  </a:lnTo>
                  <a:lnTo>
                    <a:pt x="2930" y="210"/>
                  </a:lnTo>
                  <a:lnTo>
                    <a:pt x="2846" y="231"/>
                  </a:lnTo>
                  <a:lnTo>
                    <a:pt x="2700" y="293"/>
                  </a:lnTo>
                  <a:lnTo>
                    <a:pt x="2595" y="419"/>
                  </a:lnTo>
                  <a:lnTo>
                    <a:pt x="2553" y="461"/>
                  </a:lnTo>
                  <a:lnTo>
                    <a:pt x="2386" y="461"/>
                  </a:lnTo>
                  <a:lnTo>
                    <a:pt x="2177" y="335"/>
                  </a:lnTo>
                  <a:lnTo>
                    <a:pt x="2009" y="314"/>
                  </a:lnTo>
                  <a:lnTo>
                    <a:pt x="1821" y="335"/>
                  </a:lnTo>
                  <a:lnTo>
                    <a:pt x="1674" y="231"/>
                  </a:lnTo>
                  <a:lnTo>
                    <a:pt x="1591" y="231"/>
                  </a:lnTo>
                  <a:lnTo>
                    <a:pt x="1507" y="251"/>
                  </a:lnTo>
                  <a:lnTo>
                    <a:pt x="1361" y="147"/>
                  </a:lnTo>
                  <a:lnTo>
                    <a:pt x="1172" y="105"/>
                  </a:lnTo>
                  <a:lnTo>
                    <a:pt x="733" y="84"/>
                  </a:lnTo>
                  <a:lnTo>
                    <a:pt x="50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0" name="Google Shape;7852;p67">
              <a:extLst>
                <a:ext uri="{FF2B5EF4-FFF2-40B4-BE49-F238E27FC236}">
                  <a16:creationId xmlns:a16="http://schemas.microsoft.com/office/drawing/2014/main" id="{71BDC3D8-2560-5174-750F-71DAA7593E98}"/>
                </a:ext>
              </a:extLst>
            </p:cNvPr>
            <p:cNvSpPr/>
            <p:nvPr/>
          </p:nvSpPr>
          <p:spPr>
            <a:xfrm>
              <a:off x="4003800" y="2919475"/>
              <a:ext cx="238550" cy="273600"/>
            </a:xfrm>
            <a:custGeom>
              <a:avLst/>
              <a:gdLst/>
              <a:ahLst/>
              <a:cxnLst/>
              <a:rect l="l" t="t" r="r" b="b"/>
              <a:pathLst>
                <a:path w="9542" h="10944" extrusionOk="0">
                  <a:moveTo>
                    <a:pt x="8495" y="0"/>
                  </a:moveTo>
                  <a:lnTo>
                    <a:pt x="1590" y="63"/>
                  </a:lnTo>
                  <a:lnTo>
                    <a:pt x="1632" y="1193"/>
                  </a:lnTo>
                  <a:lnTo>
                    <a:pt x="1088" y="1235"/>
                  </a:lnTo>
                  <a:lnTo>
                    <a:pt x="1088" y="1444"/>
                  </a:lnTo>
                  <a:lnTo>
                    <a:pt x="1151" y="3725"/>
                  </a:lnTo>
                  <a:lnTo>
                    <a:pt x="1046" y="3746"/>
                  </a:lnTo>
                  <a:lnTo>
                    <a:pt x="942" y="3829"/>
                  </a:lnTo>
                  <a:lnTo>
                    <a:pt x="837" y="3767"/>
                  </a:lnTo>
                  <a:lnTo>
                    <a:pt x="691" y="3767"/>
                  </a:lnTo>
                  <a:lnTo>
                    <a:pt x="586" y="3850"/>
                  </a:lnTo>
                  <a:lnTo>
                    <a:pt x="586" y="3976"/>
                  </a:lnTo>
                  <a:lnTo>
                    <a:pt x="649" y="4060"/>
                  </a:lnTo>
                  <a:lnTo>
                    <a:pt x="586" y="4185"/>
                  </a:lnTo>
                  <a:lnTo>
                    <a:pt x="377" y="4457"/>
                  </a:lnTo>
                  <a:lnTo>
                    <a:pt x="335" y="4457"/>
                  </a:lnTo>
                  <a:lnTo>
                    <a:pt x="230" y="4541"/>
                  </a:lnTo>
                  <a:lnTo>
                    <a:pt x="251" y="4645"/>
                  </a:lnTo>
                  <a:lnTo>
                    <a:pt x="314" y="4687"/>
                  </a:lnTo>
                  <a:lnTo>
                    <a:pt x="251" y="4813"/>
                  </a:lnTo>
                  <a:lnTo>
                    <a:pt x="126" y="4897"/>
                  </a:lnTo>
                  <a:lnTo>
                    <a:pt x="105" y="4980"/>
                  </a:lnTo>
                  <a:lnTo>
                    <a:pt x="209" y="5022"/>
                  </a:lnTo>
                  <a:lnTo>
                    <a:pt x="230" y="5127"/>
                  </a:lnTo>
                  <a:lnTo>
                    <a:pt x="168" y="5231"/>
                  </a:lnTo>
                  <a:lnTo>
                    <a:pt x="0" y="5420"/>
                  </a:lnTo>
                  <a:lnTo>
                    <a:pt x="0" y="5545"/>
                  </a:lnTo>
                  <a:lnTo>
                    <a:pt x="63" y="5629"/>
                  </a:lnTo>
                  <a:lnTo>
                    <a:pt x="209" y="5524"/>
                  </a:lnTo>
                  <a:lnTo>
                    <a:pt x="251" y="5545"/>
                  </a:lnTo>
                  <a:lnTo>
                    <a:pt x="251" y="5629"/>
                  </a:lnTo>
                  <a:lnTo>
                    <a:pt x="209" y="5692"/>
                  </a:lnTo>
                  <a:lnTo>
                    <a:pt x="272" y="5734"/>
                  </a:lnTo>
                  <a:lnTo>
                    <a:pt x="230" y="5817"/>
                  </a:lnTo>
                  <a:lnTo>
                    <a:pt x="272" y="5922"/>
                  </a:lnTo>
                  <a:lnTo>
                    <a:pt x="272" y="6047"/>
                  </a:lnTo>
                  <a:lnTo>
                    <a:pt x="314" y="6152"/>
                  </a:lnTo>
                  <a:lnTo>
                    <a:pt x="544" y="6236"/>
                  </a:lnTo>
                  <a:lnTo>
                    <a:pt x="586" y="6319"/>
                  </a:lnTo>
                  <a:lnTo>
                    <a:pt x="544" y="6382"/>
                  </a:lnTo>
                  <a:lnTo>
                    <a:pt x="544" y="6466"/>
                  </a:lnTo>
                  <a:lnTo>
                    <a:pt x="523" y="6487"/>
                  </a:lnTo>
                  <a:lnTo>
                    <a:pt x="586" y="6570"/>
                  </a:lnTo>
                  <a:lnTo>
                    <a:pt x="586" y="6654"/>
                  </a:lnTo>
                  <a:lnTo>
                    <a:pt x="544" y="6675"/>
                  </a:lnTo>
                  <a:lnTo>
                    <a:pt x="670" y="6780"/>
                  </a:lnTo>
                  <a:lnTo>
                    <a:pt x="691" y="6863"/>
                  </a:lnTo>
                  <a:lnTo>
                    <a:pt x="858" y="7052"/>
                  </a:lnTo>
                  <a:lnTo>
                    <a:pt x="963" y="7282"/>
                  </a:lnTo>
                  <a:lnTo>
                    <a:pt x="984" y="7366"/>
                  </a:lnTo>
                  <a:lnTo>
                    <a:pt x="963" y="7491"/>
                  </a:lnTo>
                  <a:lnTo>
                    <a:pt x="942" y="7533"/>
                  </a:lnTo>
                  <a:lnTo>
                    <a:pt x="879" y="7638"/>
                  </a:lnTo>
                  <a:lnTo>
                    <a:pt x="879" y="7826"/>
                  </a:lnTo>
                  <a:lnTo>
                    <a:pt x="984" y="7910"/>
                  </a:lnTo>
                  <a:lnTo>
                    <a:pt x="1109" y="7910"/>
                  </a:lnTo>
                  <a:lnTo>
                    <a:pt x="1172" y="7847"/>
                  </a:lnTo>
                  <a:lnTo>
                    <a:pt x="1318" y="7847"/>
                  </a:lnTo>
                  <a:lnTo>
                    <a:pt x="1402" y="7889"/>
                  </a:lnTo>
                  <a:lnTo>
                    <a:pt x="1360" y="7951"/>
                  </a:lnTo>
                  <a:lnTo>
                    <a:pt x="1381" y="8098"/>
                  </a:lnTo>
                  <a:lnTo>
                    <a:pt x="1465" y="8140"/>
                  </a:lnTo>
                  <a:lnTo>
                    <a:pt x="1590" y="8223"/>
                  </a:lnTo>
                  <a:lnTo>
                    <a:pt x="1695" y="8223"/>
                  </a:lnTo>
                  <a:lnTo>
                    <a:pt x="1779" y="8265"/>
                  </a:lnTo>
                  <a:lnTo>
                    <a:pt x="1821" y="8349"/>
                  </a:lnTo>
                  <a:lnTo>
                    <a:pt x="1925" y="8412"/>
                  </a:lnTo>
                  <a:lnTo>
                    <a:pt x="2030" y="8412"/>
                  </a:lnTo>
                  <a:lnTo>
                    <a:pt x="2093" y="8475"/>
                  </a:lnTo>
                  <a:lnTo>
                    <a:pt x="2051" y="8558"/>
                  </a:lnTo>
                  <a:lnTo>
                    <a:pt x="1988" y="8621"/>
                  </a:lnTo>
                  <a:lnTo>
                    <a:pt x="1946" y="8663"/>
                  </a:lnTo>
                  <a:lnTo>
                    <a:pt x="1904" y="8726"/>
                  </a:lnTo>
                  <a:lnTo>
                    <a:pt x="2030" y="8830"/>
                  </a:lnTo>
                  <a:lnTo>
                    <a:pt x="2134" y="8851"/>
                  </a:lnTo>
                  <a:lnTo>
                    <a:pt x="2155" y="8830"/>
                  </a:lnTo>
                  <a:lnTo>
                    <a:pt x="2260" y="8872"/>
                  </a:lnTo>
                  <a:lnTo>
                    <a:pt x="2323" y="8851"/>
                  </a:lnTo>
                  <a:lnTo>
                    <a:pt x="2511" y="8977"/>
                  </a:lnTo>
                  <a:lnTo>
                    <a:pt x="2532" y="9039"/>
                  </a:lnTo>
                  <a:lnTo>
                    <a:pt x="2553" y="9207"/>
                  </a:lnTo>
                  <a:lnTo>
                    <a:pt x="2616" y="9270"/>
                  </a:lnTo>
                  <a:lnTo>
                    <a:pt x="2720" y="9291"/>
                  </a:lnTo>
                  <a:lnTo>
                    <a:pt x="2762" y="9353"/>
                  </a:lnTo>
                  <a:lnTo>
                    <a:pt x="2741" y="9458"/>
                  </a:lnTo>
                  <a:lnTo>
                    <a:pt x="2783" y="9521"/>
                  </a:lnTo>
                  <a:lnTo>
                    <a:pt x="2992" y="9563"/>
                  </a:lnTo>
                  <a:lnTo>
                    <a:pt x="3076" y="9625"/>
                  </a:lnTo>
                  <a:lnTo>
                    <a:pt x="3076" y="9688"/>
                  </a:lnTo>
                  <a:lnTo>
                    <a:pt x="3076" y="9876"/>
                  </a:lnTo>
                  <a:lnTo>
                    <a:pt x="3160" y="9918"/>
                  </a:lnTo>
                  <a:lnTo>
                    <a:pt x="3264" y="9981"/>
                  </a:lnTo>
                  <a:lnTo>
                    <a:pt x="3306" y="10044"/>
                  </a:lnTo>
                  <a:lnTo>
                    <a:pt x="3306" y="10086"/>
                  </a:lnTo>
                  <a:lnTo>
                    <a:pt x="3348" y="10190"/>
                  </a:lnTo>
                  <a:lnTo>
                    <a:pt x="3390" y="10232"/>
                  </a:lnTo>
                  <a:lnTo>
                    <a:pt x="3474" y="10253"/>
                  </a:lnTo>
                  <a:lnTo>
                    <a:pt x="3515" y="10337"/>
                  </a:lnTo>
                  <a:lnTo>
                    <a:pt x="3662" y="10420"/>
                  </a:lnTo>
                  <a:lnTo>
                    <a:pt x="3766" y="10462"/>
                  </a:lnTo>
                  <a:lnTo>
                    <a:pt x="3829" y="10441"/>
                  </a:lnTo>
                  <a:lnTo>
                    <a:pt x="3871" y="10399"/>
                  </a:lnTo>
                  <a:lnTo>
                    <a:pt x="3934" y="10337"/>
                  </a:lnTo>
                  <a:lnTo>
                    <a:pt x="4143" y="10337"/>
                  </a:lnTo>
                  <a:lnTo>
                    <a:pt x="4185" y="10399"/>
                  </a:lnTo>
                  <a:lnTo>
                    <a:pt x="4227" y="10399"/>
                  </a:lnTo>
                  <a:lnTo>
                    <a:pt x="4331" y="10337"/>
                  </a:lnTo>
                  <a:lnTo>
                    <a:pt x="4394" y="10295"/>
                  </a:lnTo>
                  <a:lnTo>
                    <a:pt x="4436" y="10211"/>
                  </a:lnTo>
                  <a:lnTo>
                    <a:pt x="4562" y="10211"/>
                  </a:lnTo>
                  <a:lnTo>
                    <a:pt x="4624" y="10232"/>
                  </a:lnTo>
                  <a:lnTo>
                    <a:pt x="4708" y="10399"/>
                  </a:lnTo>
                  <a:lnTo>
                    <a:pt x="4750" y="10462"/>
                  </a:lnTo>
                  <a:lnTo>
                    <a:pt x="4813" y="10525"/>
                  </a:lnTo>
                  <a:lnTo>
                    <a:pt x="4938" y="10567"/>
                  </a:lnTo>
                  <a:lnTo>
                    <a:pt x="5022" y="10630"/>
                  </a:lnTo>
                  <a:lnTo>
                    <a:pt x="5043" y="10734"/>
                  </a:lnTo>
                  <a:lnTo>
                    <a:pt x="5085" y="10755"/>
                  </a:lnTo>
                  <a:lnTo>
                    <a:pt x="5126" y="10839"/>
                  </a:lnTo>
                  <a:lnTo>
                    <a:pt x="5126" y="10923"/>
                  </a:lnTo>
                  <a:lnTo>
                    <a:pt x="5294" y="10923"/>
                  </a:lnTo>
                  <a:lnTo>
                    <a:pt x="5336" y="10944"/>
                  </a:lnTo>
                  <a:lnTo>
                    <a:pt x="5357" y="10923"/>
                  </a:lnTo>
                  <a:lnTo>
                    <a:pt x="5336" y="10860"/>
                  </a:lnTo>
                  <a:lnTo>
                    <a:pt x="5336" y="10776"/>
                  </a:lnTo>
                  <a:lnTo>
                    <a:pt x="5398" y="10713"/>
                  </a:lnTo>
                  <a:lnTo>
                    <a:pt x="5503" y="10755"/>
                  </a:lnTo>
                  <a:lnTo>
                    <a:pt x="5671" y="10818"/>
                  </a:lnTo>
                  <a:lnTo>
                    <a:pt x="5754" y="10776"/>
                  </a:lnTo>
                  <a:lnTo>
                    <a:pt x="5859" y="10818"/>
                  </a:lnTo>
                  <a:lnTo>
                    <a:pt x="5859" y="10923"/>
                  </a:lnTo>
                  <a:lnTo>
                    <a:pt x="6005" y="10944"/>
                  </a:lnTo>
                  <a:lnTo>
                    <a:pt x="6068" y="10944"/>
                  </a:lnTo>
                  <a:lnTo>
                    <a:pt x="6068" y="10860"/>
                  </a:lnTo>
                  <a:lnTo>
                    <a:pt x="6131" y="10776"/>
                  </a:lnTo>
                  <a:lnTo>
                    <a:pt x="6215" y="10818"/>
                  </a:lnTo>
                  <a:lnTo>
                    <a:pt x="6235" y="10776"/>
                  </a:lnTo>
                  <a:lnTo>
                    <a:pt x="6340" y="10776"/>
                  </a:lnTo>
                  <a:lnTo>
                    <a:pt x="6487" y="10734"/>
                  </a:lnTo>
                  <a:lnTo>
                    <a:pt x="6696" y="10713"/>
                  </a:lnTo>
                  <a:lnTo>
                    <a:pt x="6821" y="10755"/>
                  </a:lnTo>
                  <a:lnTo>
                    <a:pt x="6947" y="10713"/>
                  </a:lnTo>
                  <a:lnTo>
                    <a:pt x="7010" y="10609"/>
                  </a:lnTo>
                  <a:lnTo>
                    <a:pt x="7135" y="10525"/>
                  </a:lnTo>
                  <a:lnTo>
                    <a:pt x="7219" y="10420"/>
                  </a:lnTo>
                  <a:lnTo>
                    <a:pt x="7261" y="10399"/>
                  </a:lnTo>
                  <a:lnTo>
                    <a:pt x="7323" y="10337"/>
                  </a:lnTo>
                  <a:lnTo>
                    <a:pt x="7428" y="10232"/>
                  </a:lnTo>
                  <a:lnTo>
                    <a:pt x="7470" y="10232"/>
                  </a:lnTo>
                  <a:lnTo>
                    <a:pt x="7595" y="10023"/>
                  </a:lnTo>
                  <a:lnTo>
                    <a:pt x="7805" y="9814"/>
                  </a:lnTo>
                  <a:lnTo>
                    <a:pt x="7763" y="9604"/>
                  </a:lnTo>
                  <a:lnTo>
                    <a:pt x="7700" y="9563"/>
                  </a:lnTo>
                  <a:lnTo>
                    <a:pt x="7679" y="9353"/>
                  </a:lnTo>
                  <a:lnTo>
                    <a:pt x="7595" y="9249"/>
                  </a:lnTo>
                  <a:lnTo>
                    <a:pt x="7554" y="9144"/>
                  </a:lnTo>
                  <a:lnTo>
                    <a:pt x="7470" y="9060"/>
                  </a:lnTo>
                  <a:lnTo>
                    <a:pt x="7365" y="9060"/>
                  </a:lnTo>
                  <a:lnTo>
                    <a:pt x="7323" y="8998"/>
                  </a:lnTo>
                  <a:lnTo>
                    <a:pt x="7323" y="8956"/>
                  </a:lnTo>
                  <a:lnTo>
                    <a:pt x="7219" y="8893"/>
                  </a:lnTo>
                  <a:lnTo>
                    <a:pt x="7114" y="8726"/>
                  </a:lnTo>
                  <a:lnTo>
                    <a:pt x="7072" y="8684"/>
                  </a:lnTo>
                  <a:lnTo>
                    <a:pt x="7051" y="8621"/>
                  </a:lnTo>
                  <a:lnTo>
                    <a:pt x="6947" y="8516"/>
                  </a:lnTo>
                  <a:lnTo>
                    <a:pt x="6905" y="8433"/>
                  </a:lnTo>
                  <a:lnTo>
                    <a:pt x="6633" y="8433"/>
                  </a:lnTo>
                  <a:lnTo>
                    <a:pt x="6549" y="8412"/>
                  </a:lnTo>
                  <a:lnTo>
                    <a:pt x="6507" y="8328"/>
                  </a:lnTo>
                  <a:lnTo>
                    <a:pt x="6591" y="8203"/>
                  </a:lnTo>
                  <a:lnTo>
                    <a:pt x="6654" y="8161"/>
                  </a:lnTo>
                  <a:lnTo>
                    <a:pt x="6654" y="8035"/>
                  </a:lnTo>
                  <a:lnTo>
                    <a:pt x="6800" y="8056"/>
                  </a:lnTo>
                  <a:lnTo>
                    <a:pt x="6905" y="8035"/>
                  </a:lnTo>
                  <a:lnTo>
                    <a:pt x="6947" y="8098"/>
                  </a:lnTo>
                  <a:lnTo>
                    <a:pt x="7031" y="8098"/>
                  </a:lnTo>
                  <a:lnTo>
                    <a:pt x="7051" y="8035"/>
                  </a:lnTo>
                  <a:lnTo>
                    <a:pt x="7135" y="7951"/>
                  </a:lnTo>
                  <a:lnTo>
                    <a:pt x="7156" y="7700"/>
                  </a:lnTo>
                  <a:lnTo>
                    <a:pt x="7135" y="7470"/>
                  </a:lnTo>
                  <a:lnTo>
                    <a:pt x="7177" y="7303"/>
                  </a:lnTo>
                  <a:lnTo>
                    <a:pt x="7282" y="7177"/>
                  </a:lnTo>
                  <a:lnTo>
                    <a:pt x="7282" y="7052"/>
                  </a:lnTo>
                  <a:lnTo>
                    <a:pt x="7240" y="6968"/>
                  </a:lnTo>
                  <a:lnTo>
                    <a:pt x="7282" y="6863"/>
                  </a:lnTo>
                  <a:lnTo>
                    <a:pt x="7386" y="6696"/>
                  </a:lnTo>
                  <a:lnTo>
                    <a:pt x="7428" y="6633"/>
                  </a:lnTo>
                  <a:lnTo>
                    <a:pt x="7470" y="6633"/>
                  </a:lnTo>
                  <a:lnTo>
                    <a:pt x="7533" y="6654"/>
                  </a:lnTo>
                  <a:lnTo>
                    <a:pt x="7658" y="6215"/>
                  </a:lnTo>
                  <a:lnTo>
                    <a:pt x="7700" y="6026"/>
                  </a:lnTo>
                  <a:lnTo>
                    <a:pt x="7888" y="5922"/>
                  </a:lnTo>
                  <a:lnTo>
                    <a:pt x="7888" y="5817"/>
                  </a:lnTo>
                  <a:lnTo>
                    <a:pt x="8014" y="5608"/>
                  </a:lnTo>
                  <a:lnTo>
                    <a:pt x="8056" y="5503"/>
                  </a:lnTo>
                  <a:lnTo>
                    <a:pt x="8160" y="5482"/>
                  </a:lnTo>
                  <a:lnTo>
                    <a:pt x="8202" y="5482"/>
                  </a:lnTo>
                  <a:lnTo>
                    <a:pt x="8265" y="5294"/>
                  </a:lnTo>
                  <a:lnTo>
                    <a:pt x="8412" y="5022"/>
                  </a:lnTo>
                  <a:lnTo>
                    <a:pt x="8412" y="4813"/>
                  </a:lnTo>
                  <a:lnTo>
                    <a:pt x="8495" y="4666"/>
                  </a:lnTo>
                  <a:lnTo>
                    <a:pt x="8516" y="4604"/>
                  </a:lnTo>
                  <a:lnTo>
                    <a:pt x="8495" y="4604"/>
                  </a:lnTo>
                  <a:lnTo>
                    <a:pt x="8474" y="4478"/>
                  </a:lnTo>
                  <a:lnTo>
                    <a:pt x="8391" y="4248"/>
                  </a:lnTo>
                  <a:lnTo>
                    <a:pt x="8412" y="4122"/>
                  </a:lnTo>
                  <a:lnTo>
                    <a:pt x="8474" y="4039"/>
                  </a:lnTo>
                  <a:lnTo>
                    <a:pt x="8474" y="3934"/>
                  </a:lnTo>
                  <a:lnTo>
                    <a:pt x="8579" y="3809"/>
                  </a:lnTo>
                  <a:lnTo>
                    <a:pt x="8621" y="3516"/>
                  </a:lnTo>
                  <a:lnTo>
                    <a:pt x="8684" y="3327"/>
                  </a:lnTo>
                  <a:lnTo>
                    <a:pt x="8725" y="3285"/>
                  </a:lnTo>
                  <a:lnTo>
                    <a:pt x="8684" y="3223"/>
                  </a:lnTo>
                  <a:lnTo>
                    <a:pt x="8621" y="3202"/>
                  </a:lnTo>
                  <a:lnTo>
                    <a:pt x="8704" y="3076"/>
                  </a:lnTo>
                  <a:lnTo>
                    <a:pt x="8704" y="2930"/>
                  </a:lnTo>
                  <a:lnTo>
                    <a:pt x="8746" y="2909"/>
                  </a:lnTo>
                  <a:lnTo>
                    <a:pt x="8914" y="2909"/>
                  </a:lnTo>
                  <a:lnTo>
                    <a:pt x="8914" y="2825"/>
                  </a:lnTo>
                  <a:lnTo>
                    <a:pt x="8914" y="2783"/>
                  </a:lnTo>
                  <a:lnTo>
                    <a:pt x="8914" y="2721"/>
                  </a:lnTo>
                  <a:lnTo>
                    <a:pt x="9018" y="2700"/>
                  </a:lnTo>
                  <a:lnTo>
                    <a:pt x="9102" y="2658"/>
                  </a:lnTo>
                  <a:lnTo>
                    <a:pt x="9228" y="2658"/>
                  </a:lnTo>
                  <a:lnTo>
                    <a:pt x="9248" y="2574"/>
                  </a:lnTo>
                  <a:lnTo>
                    <a:pt x="9353" y="2553"/>
                  </a:lnTo>
                  <a:lnTo>
                    <a:pt x="9458" y="2490"/>
                  </a:lnTo>
                  <a:lnTo>
                    <a:pt x="9541" y="2386"/>
                  </a:lnTo>
                  <a:lnTo>
                    <a:pt x="9479" y="2386"/>
                  </a:lnTo>
                  <a:lnTo>
                    <a:pt x="9479" y="2302"/>
                  </a:lnTo>
                  <a:lnTo>
                    <a:pt x="9353" y="2239"/>
                  </a:lnTo>
                  <a:lnTo>
                    <a:pt x="9248" y="2239"/>
                  </a:lnTo>
                  <a:lnTo>
                    <a:pt x="9248" y="2135"/>
                  </a:lnTo>
                  <a:lnTo>
                    <a:pt x="8997" y="1946"/>
                  </a:lnTo>
                  <a:lnTo>
                    <a:pt x="8914" y="1946"/>
                  </a:lnTo>
                  <a:lnTo>
                    <a:pt x="8809" y="1737"/>
                  </a:lnTo>
                  <a:lnTo>
                    <a:pt x="8725" y="1507"/>
                  </a:lnTo>
                  <a:lnTo>
                    <a:pt x="8746" y="1256"/>
                  </a:lnTo>
                  <a:lnTo>
                    <a:pt x="8725" y="1047"/>
                  </a:lnTo>
                  <a:lnTo>
                    <a:pt x="8579" y="628"/>
                  </a:lnTo>
                  <a:lnTo>
                    <a:pt x="8579" y="524"/>
                  </a:lnTo>
                  <a:lnTo>
                    <a:pt x="8600" y="503"/>
                  </a:lnTo>
                  <a:lnTo>
                    <a:pt x="8621" y="565"/>
                  </a:lnTo>
                  <a:lnTo>
                    <a:pt x="8642" y="607"/>
                  </a:lnTo>
                  <a:lnTo>
                    <a:pt x="8684" y="607"/>
                  </a:lnTo>
                  <a:lnTo>
                    <a:pt x="8684" y="565"/>
                  </a:lnTo>
                  <a:lnTo>
                    <a:pt x="8579" y="419"/>
                  </a:lnTo>
                  <a:lnTo>
                    <a:pt x="8516" y="252"/>
                  </a:lnTo>
                  <a:lnTo>
                    <a:pt x="8495" y="210"/>
                  </a:lnTo>
                  <a:lnTo>
                    <a:pt x="8495" y="189"/>
                  </a:lnTo>
                  <a:lnTo>
                    <a:pt x="8495" y="168"/>
                  </a:lnTo>
                  <a:lnTo>
                    <a:pt x="8495" y="147"/>
                  </a:lnTo>
                  <a:lnTo>
                    <a:pt x="8474" y="84"/>
                  </a:lnTo>
                  <a:lnTo>
                    <a:pt x="8495" y="42"/>
                  </a:lnTo>
                  <a:lnTo>
                    <a:pt x="849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1" name="Google Shape;7853;p67">
              <a:extLst>
                <a:ext uri="{FF2B5EF4-FFF2-40B4-BE49-F238E27FC236}">
                  <a16:creationId xmlns:a16="http://schemas.microsoft.com/office/drawing/2014/main" id="{156C7CBB-068D-C0C4-38DB-93D5A0760442}"/>
                </a:ext>
              </a:extLst>
            </p:cNvPr>
            <p:cNvSpPr/>
            <p:nvPr/>
          </p:nvSpPr>
          <p:spPr>
            <a:xfrm>
              <a:off x="4166475" y="3025650"/>
              <a:ext cx="219725" cy="166900"/>
            </a:xfrm>
            <a:custGeom>
              <a:avLst/>
              <a:gdLst/>
              <a:ahLst/>
              <a:cxnLst/>
              <a:rect l="l" t="t" r="r" b="b"/>
              <a:pathLst>
                <a:path w="8789" h="6676" extrusionOk="0">
                  <a:moveTo>
                    <a:pt x="2511" y="1"/>
                  </a:moveTo>
                  <a:lnTo>
                    <a:pt x="2344" y="336"/>
                  </a:lnTo>
                  <a:lnTo>
                    <a:pt x="2239" y="336"/>
                  </a:lnTo>
                  <a:lnTo>
                    <a:pt x="2218" y="419"/>
                  </a:lnTo>
                  <a:lnTo>
                    <a:pt x="2093" y="398"/>
                  </a:lnTo>
                  <a:lnTo>
                    <a:pt x="2009" y="357"/>
                  </a:lnTo>
                  <a:lnTo>
                    <a:pt x="1988" y="419"/>
                  </a:lnTo>
                  <a:lnTo>
                    <a:pt x="1905" y="566"/>
                  </a:lnTo>
                  <a:lnTo>
                    <a:pt x="1905" y="775"/>
                  </a:lnTo>
                  <a:lnTo>
                    <a:pt x="1758" y="1047"/>
                  </a:lnTo>
                  <a:lnTo>
                    <a:pt x="1695" y="1235"/>
                  </a:lnTo>
                  <a:lnTo>
                    <a:pt x="1653" y="1235"/>
                  </a:lnTo>
                  <a:lnTo>
                    <a:pt x="1549" y="1256"/>
                  </a:lnTo>
                  <a:lnTo>
                    <a:pt x="1507" y="1361"/>
                  </a:lnTo>
                  <a:lnTo>
                    <a:pt x="1381" y="1570"/>
                  </a:lnTo>
                  <a:lnTo>
                    <a:pt x="1381" y="1675"/>
                  </a:lnTo>
                  <a:lnTo>
                    <a:pt x="1193" y="1779"/>
                  </a:lnTo>
                  <a:lnTo>
                    <a:pt x="1151" y="1968"/>
                  </a:lnTo>
                  <a:lnTo>
                    <a:pt x="1026" y="2407"/>
                  </a:lnTo>
                  <a:lnTo>
                    <a:pt x="963" y="2386"/>
                  </a:lnTo>
                  <a:lnTo>
                    <a:pt x="921" y="2386"/>
                  </a:lnTo>
                  <a:lnTo>
                    <a:pt x="879" y="2449"/>
                  </a:lnTo>
                  <a:lnTo>
                    <a:pt x="775" y="2616"/>
                  </a:lnTo>
                  <a:lnTo>
                    <a:pt x="733" y="2721"/>
                  </a:lnTo>
                  <a:lnTo>
                    <a:pt x="775" y="2805"/>
                  </a:lnTo>
                  <a:lnTo>
                    <a:pt x="775" y="2930"/>
                  </a:lnTo>
                  <a:lnTo>
                    <a:pt x="670" y="3056"/>
                  </a:lnTo>
                  <a:lnTo>
                    <a:pt x="628" y="3223"/>
                  </a:lnTo>
                  <a:lnTo>
                    <a:pt x="649" y="3453"/>
                  </a:lnTo>
                  <a:lnTo>
                    <a:pt x="628" y="3704"/>
                  </a:lnTo>
                  <a:lnTo>
                    <a:pt x="544" y="3788"/>
                  </a:lnTo>
                  <a:lnTo>
                    <a:pt x="524" y="3851"/>
                  </a:lnTo>
                  <a:lnTo>
                    <a:pt x="440" y="3851"/>
                  </a:lnTo>
                  <a:lnTo>
                    <a:pt x="398" y="3788"/>
                  </a:lnTo>
                  <a:lnTo>
                    <a:pt x="293" y="3809"/>
                  </a:lnTo>
                  <a:lnTo>
                    <a:pt x="147" y="3788"/>
                  </a:lnTo>
                  <a:lnTo>
                    <a:pt x="147" y="3914"/>
                  </a:lnTo>
                  <a:lnTo>
                    <a:pt x="84" y="3956"/>
                  </a:lnTo>
                  <a:lnTo>
                    <a:pt x="0" y="4081"/>
                  </a:lnTo>
                  <a:lnTo>
                    <a:pt x="42" y="4165"/>
                  </a:lnTo>
                  <a:lnTo>
                    <a:pt x="126" y="4186"/>
                  </a:lnTo>
                  <a:lnTo>
                    <a:pt x="398" y="4186"/>
                  </a:lnTo>
                  <a:lnTo>
                    <a:pt x="440" y="4269"/>
                  </a:lnTo>
                  <a:lnTo>
                    <a:pt x="544" y="4374"/>
                  </a:lnTo>
                  <a:lnTo>
                    <a:pt x="565" y="4437"/>
                  </a:lnTo>
                  <a:lnTo>
                    <a:pt x="607" y="4479"/>
                  </a:lnTo>
                  <a:lnTo>
                    <a:pt x="712" y="4646"/>
                  </a:lnTo>
                  <a:lnTo>
                    <a:pt x="816" y="4709"/>
                  </a:lnTo>
                  <a:lnTo>
                    <a:pt x="816" y="4751"/>
                  </a:lnTo>
                  <a:lnTo>
                    <a:pt x="858" y="4813"/>
                  </a:lnTo>
                  <a:lnTo>
                    <a:pt x="963" y="4813"/>
                  </a:lnTo>
                  <a:lnTo>
                    <a:pt x="1047" y="4897"/>
                  </a:lnTo>
                  <a:lnTo>
                    <a:pt x="1088" y="5002"/>
                  </a:lnTo>
                  <a:lnTo>
                    <a:pt x="1172" y="5106"/>
                  </a:lnTo>
                  <a:lnTo>
                    <a:pt x="1193" y="5316"/>
                  </a:lnTo>
                  <a:lnTo>
                    <a:pt x="1256" y="5357"/>
                  </a:lnTo>
                  <a:lnTo>
                    <a:pt x="1298" y="5567"/>
                  </a:lnTo>
                  <a:lnTo>
                    <a:pt x="1340" y="5525"/>
                  </a:lnTo>
                  <a:lnTo>
                    <a:pt x="1402" y="5629"/>
                  </a:lnTo>
                  <a:lnTo>
                    <a:pt x="1507" y="5588"/>
                  </a:lnTo>
                  <a:lnTo>
                    <a:pt x="1612" y="5629"/>
                  </a:lnTo>
                  <a:lnTo>
                    <a:pt x="1612" y="5964"/>
                  </a:lnTo>
                  <a:lnTo>
                    <a:pt x="1695" y="6069"/>
                  </a:lnTo>
                  <a:lnTo>
                    <a:pt x="1821" y="6090"/>
                  </a:lnTo>
                  <a:lnTo>
                    <a:pt x="1967" y="6048"/>
                  </a:lnTo>
                  <a:lnTo>
                    <a:pt x="2093" y="6090"/>
                  </a:lnTo>
                  <a:lnTo>
                    <a:pt x="2386" y="6069"/>
                  </a:lnTo>
                  <a:lnTo>
                    <a:pt x="2490" y="6152"/>
                  </a:lnTo>
                  <a:lnTo>
                    <a:pt x="2721" y="6383"/>
                  </a:lnTo>
                  <a:lnTo>
                    <a:pt x="2867" y="6466"/>
                  </a:lnTo>
                  <a:lnTo>
                    <a:pt x="2951" y="6571"/>
                  </a:lnTo>
                  <a:lnTo>
                    <a:pt x="3055" y="6613"/>
                  </a:lnTo>
                  <a:lnTo>
                    <a:pt x="3244" y="6613"/>
                  </a:lnTo>
                  <a:lnTo>
                    <a:pt x="3369" y="6676"/>
                  </a:lnTo>
                  <a:lnTo>
                    <a:pt x="3537" y="6634"/>
                  </a:lnTo>
                  <a:lnTo>
                    <a:pt x="3641" y="6676"/>
                  </a:lnTo>
                  <a:lnTo>
                    <a:pt x="3850" y="6676"/>
                  </a:lnTo>
                  <a:lnTo>
                    <a:pt x="3997" y="6424"/>
                  </a:lnTo>
                  <a:lnTo>
                    <a:pt x="4060" y="6362"/>
                  </a:lnTo>
                  <a:lnTo>
                    <a:pt x="4164" y="6299"/>
                  </a:lnTo>
                  <a:lnTo>
                    <a:pt x="4269" y="6299"/>
                  </a:lnTo>
                  <a:lnTo>
                    <a:pt x="4311" y="6278"/>
                  </a:lnTo>
                  <a:lnTo>
                    <a:pt x="4583" y="6257"/>
                  </a:lnTo>
                  <a:lnTo>
                    <a:pt x="4645" y="6278"/>
                  </a:lnTo>
                  <a:lnTo>
                    <a:pt x="4729" y="6404"/>
                  </a:lnTo>
                  <a:lnTo>
                    <a:pt x="4834" y="6466"/>
                  </a:lnTo>
                  <a:lnTo>
                    <a:pt x="5043" y="6424"/>
                  </a:lnTo>
                  <a:lnTo>
                    <a:pt x="5210" y="6424"/>
                  </a:lnTo>
                  <a:lnTo>
                    <a:pt x="5252" y="6320"/>
                  </a:lnTo>
                  <a:lnTo>
                    <a:pt x="5441" y="6257"/>
                  </a:lnTo>
                  <a:lnTo>
                    <a:pt x="5629" y="6215"/>
                  </a:lnTo>
                  <a:lnTo>
                    <a:pt x="5775" y="6152"/>
                  </a:lnTo>
                  <a:lnTo>
                    <a:pt x="5880" y="6069"/>
                  </a:lnTo>
                  <a:lnTo>
                    <a:pt x="5943" y="5964"/>
                  </a:lnTo>
                  <a:lnTo>
                    <a:pt x="6068" y="5880"/>
                  </a:lnTo>
                  <a:lnTo>
                    <a:pt x="6173" y="5880"/>
                  </a:lnTo>
                  <a:lnTo>
                    <a:pt x="6278" y="5797"/>
                  </a:lnTo>
                  <a:lnTo>
                    <a:pt x="7010" y="5797"/>
                  </a:lnTo>
                  <a:lnTo>
                    <a:pt x="8788" y="4018"/>
                  </a:lnTo>
                  <a:lnTo>
                    <a:pt x="8056" y="4018"/>
                  </a:lnTo>
                  <a:lnTo>
                    <a:pt x="6361" y="3495"/>
                  </a:lnTo>
                  <a:lnTo>
                    <a:pt x="6215" y="3370"/>
                  </a:lnTo>
                  <a:lnTo>
                    <a:pt x="6006" y="3349"/>
                  </a:lnTo>
                  <a:lnTo>
                    <a:pt x="5943" y="3160"/>
                  </a:lnTo>
                  <a:lnTo>
                    <a:pt x="5964" y="3014"/>
                  </a:lnTo>
                  <a:lnTo>
                    <a:pt x="5796" y="2930"/>
                  </a:lnTo>
                  <a:lnTo>
                    <a:pt x="5692" y="2616"/>
                  </a:lnTo>
                  <a:lnTo>
                    <a:pt x="5650" y="2386"/>
                  </a:lnTo>
                  <a:lnTo>
                    <a:pt x="5692" y="2323"/>
                  </a:lnTo>
                  <a:lnTo>
                    <a:pt x="5587" y="2282"/>
                  </a:lnTo>
                  <a:lnTo>
                    <a:pt x="5441" y="2303"/>
                  </a:lnTo>
                  <a:lnTo>
                    <a:pt x="5315" y="2386"/>
                  </a:lnTo>
                  <a:lnTo>
                    <a:pt x="5106" y="2386"/>
                  </a:lnTo>
                  <a:lnTo>
                    <a:pt x="5022" y="2323"/>
                  </a:lnTo>
                  <a:lnTo>
                    <a:pt x="5127" y="2198"/>
                  </a:lnTo>
                  <a:lnTo>
                    <a:pt x="5127" y="2093"/>
                  </a:lnTo>
                  <a:lnTo>
                    <a:pt x="5169" y="1989"/>
                  </a:lnTo>
                  <a:lnTo>
                    <a:pt x="5169" y="1821"/>
                  </a:lnTo>
                  <a:lnTo>
                    <a:pt x="5210" y="1717"/>
                  </a:lnTo>
                  <a:lnTo>
                    <a:pt x="5252" y="1591"/>
                  </a:lnTo>
                  <a:lnTo>
                    <a:pt x="5357" y="1570"/>
                  </a:lnTo>
                  <a:lnTo>
                    <a:pt x="5210" y="1361"/>
                  </a:lnTo>
                  <a:lnTo>
                    <a:pt x="5127" y="1361"/>
                  </a:lnTo>
                  <a:lnTo>
                    <a:pt x="5106" y="1277"/>
                  </a:lnTo>
                  <a:lnTo>
                    <a:pt x="5064" y="1173"/>
                  </a:lnTo>
                  <a:lnTo>
                    <a:pt x="4959" y="1026"/>
                  </a:lnTo>
                  <a:lnTo>
                    <a:pt x="4855" y="984"/>
                  </a:lnTo>
                  <a:lnTo>
                    <a:pt x="4687" y="838"/>
                  </a:lnTo>
                  <a:lnTo>
                    <a:pt x="4541" y="733"/>
                  </a:lnTo>
                  <a:lnTo>
                    <a:pt x="4520" y="671"/>
                  </a:lnTo>
                  <a:lnTo>
                    <a:pt x="4415" y="671"/>
                  </a:lnTo>
                  <a:lnTo>
                    <a:pt x="4394" y="629"/>
                  </a:lnTo>
                  <a:lnTo>
                    <a:pt x="4227" y="629"/>
                  </a:lnTo>
                  <a:lnTo>
                    <a:pt x="4185" y="524"/>
                  </a:lnTo>
                  <a:lnTo>
                    <a:pt x="3976" y="336"/>
                  </a:lnTo>
                  <a:lnTo>
                    <a:pt x="3871" y="315"/>
                  </a:lnTo>
                  <a:lnTo>
                    <a:pt x="3788" y="231"/>
                  </a:lnTo>
                  <a:lnTo>
                    <a:pt x="3662" y="210"/>
                  </a:lnTo>
                  <a:lnTo>
                    <a:pt x="3578" y="231"/>
                  </a:lnTo>
                  <a:lnTo>
                    <a:pt x="3557" y="252"/>
                  </a:lnTo>
                  <a:lnTo>
                    <a:pt x="3369" y="106"/>
                  </a:lnTo>
                  <a:lnTo>
                    <a:pt x="3265" y="106"/>
                  </a:lnTo>
                  <a:lnTo>
                    <a:pt x="3223" y="147"/>
                  </a:lnTo>
                  <a:lnTo>
                    <a:pt x="3139" y="85"/>
                  </a:lnTo>
                  <a:lnTo>
                    <a:pt x="3034" y="106"/>
                  </a:lnTo>
                  <a:lnTo>
                    <a:pt x="2930" y="189"/>
                  </a:lnTo>
                  <a:lnTo>
                    <a:pt x="2825" y="189"/>
                  </a:lnTo>
                  <a:lnTo>
                    <a:pt x="2595" y="106"/>
                  </a:lnTo>
                  <a:lnTo>
                    <a:pt x="2553" y="43"/>
                  </a:lnTo>
                  <a:lnTo>
                    <a:pt x="251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2" name="Google Shape;7854;p67">
              <a:extLst>
                <a:ext uri="{FF2B5EF4-FFF2-40B4-BE49-F238E27FC236}">
                  <a16:creationId xmlns:a16="http://schemas.microsoft.com/office/drawing/2014/main" id="{1D9F150B-1C21-C837-53D6-B1C6E61346A0}"/>
                </a:ext>
              </a:extLst>
            </p:cNvPr>
            <p:cNvSpPr/>
            <p:nvPr/>
          </p:nvSpPr>
          <p:spPr>
            <a:xfrm>
              <a:off x="4213550" y="2979100"/>
              <a:ext cx="96800" cy="85825"/>
            </a:xfrm>
            <a:custGeom>
              <a:avLst/>
              <a:gdLst/>
              <a:ahLst/>
              <a:cxnLst/>
              <a:rect l="l" t="t" r="r" b="b"/>
              <a:pathLst>
                <a:path w="3872" h="3433" extrusionOk="0">
                  <a:moveTo>
                    <a:pt x="1151" y="1"/>
                  </a:moveTo>
                  <a:lnTo>
                    <a:pt x="1068" y="105"/>
                  </a:lnTo>
                  <a:lnTo>
                    <a:pt x="963" y="168"/>
                  </a:lnTo>
                  <a:lnTo>
                    <a:pt x="858" y="189"/>
                  </a:lnTo>
                  <a:lnTo>
                    <a:pt x="838" y="273"/>
                  </a:lnTo>
                  <a:lnTo>
                    <a:pt x="712" y="273"/>
                  </a:lnTo>
                  <a:lnTo>
                    <a:pt x="628" y="315"/>
                  </a:lnTo>
                  <a:lnTo>
                    <a:pt x="524" y="336"/>
                  </a:lnTo>
                  <a:lnTo>
                    <a:pt x="524" y="398"/>
                  </a:lnTo>
                  <a:lnTo>
                    <a:pt x="524" y="440"/>
                  </a:lnTo>
                  <a:lnTo>
                    <a:pt x="524" y="524"/>
                  </a:lnTo>
                  <a:lnTo>
                    <a:pt x="356" y="524"/>
                  </a:lnTo>
                  <a:lnTo>
                    <a:pt x="314" y="545"/>
                  </a:lnTo>
                  <a:lnTo>
                    <a:pt x="314" y="691"/>
                  </a:lnTo>
                  <a:lnTo>
                    <a:pt x="231" y="817"/>
                  </a:lnTo>
                  <a:lnTo>
                    <a:pt x="294" y="838"/>
                  </a:lnTo>
                  <a:lnTo>
                    <a:pt x="335" y="900"/>
                  </a:lnTo>
                  <a:lnTo>
                    <a:pt x="294" y="942"/>
                  </a:lnTo>
                  <a:lnTo>
                    <a:pt x="231" y="1131"/>
                  </a:lnTo>
                  <a:lnTo>
                    <a:pt x="189" y="1424"/>
                  </a:lnTo>
                  <a:lnTo>
                    <a:pt x="84" y="1549"/>
                  </a:lnTo>
                  <a:lnTo>
                    <a:pt x="84" y="1654"/>
                  </a:lnTo>
                  <a:lnTo>
                    <a:pt x="22" y="1737"/>
                  </a:lnTo>
                  <a:lnTo>
                    <a:pt x="1" y="1863"/>
                  </a:lnTo>
                  <a:lnTo>
                    <a:pt x="84" y="2093"/>
                  </a:lnTo>
                  <a:lnTo>
                    <a:pt x="105" y="2219"/>
                  </a:lnTo>
                  <a:lnTo>
                    <a:pt x="126" y="2219"/>
                  </a:lnTo>
                  <a:lnTo>
                    <a:pt x="210" y="2260"/>
                  </a:lnTo>
                  <a:lnTo>
                    <a:pt x="335" y="2281"/>
                  </a:lnTo>
                  <a:lnTo>
                    <a:pt x="356" y="2198"/>
                  </a:lnTo>
                  <a:lnTo>
                    <a:pt x="461" y="2198"/>
                  </a:lnTo>
                  <a:lnTo>
                    <a:pt x="628" y="1863"/>
                  </a:lnTo>
                  <a:lnTo>
                    <a:pt x="670" y="1905"/>
                  </a:lnTo>
                  <a:lnTo>
                    <a:pt x="712" y="1968"/>
                  </a:lnTo>
                  <a:lnTo>
                    <a:pt x="942" y="2051"/>
                  </a:lnTo>
                  <a:lnTo>
                    <a:pt x="1047" y="2051"/>
                  </a:lnTo>
                  <a:lnTo>
                    <a:pt x="1151" y="1968"/>
                  </a:lnTo>
                  <a:lnTo>
                    <a:pt x="1256" y="1947"/>
                  </a:lnTo>
                  <a:lnTo>
                    <a:pt x="1340" y="2009"/>
                  </a:lnTo>
                  <a:lnTo>
                    <a:pt x="1382" y="1968"/>
                  </a:lnTo>
                  <a:lnTo>
                    <a:pt x="1486" y="1968"/>
                  </a:lnTo>
                  <a:lnTo>
                    <a:pt x="1674" y="2114"/>
                  </a:lnTo>
                  <a:lnTo>
                    <a:pt x="1695" y="2093"/>
                  </a:lnTo>
                  <a:lnTo>
                    <a:pt x="1779" y="2072"/>
                  </a:lnTo>
                  <a:lnTo>
                    <a:pt x="1905" y="2093"/>
                  </a:lnTo>
                  <a:lnTo>
                    <a:pt x="1988" y="2177"/>
                  </a:lnTo>
                  <a:lnTo>
                    <a:pt x="2093" y="2198"/>
                  </a:lnTo>
                  <a:lnTo>
                    <a:pt x="2302" y="2386"/>
                  </a:lnTo>
                  <a:lnTo>
                    <a:pt x="2344" y="2491"/>
                  </a:lnTo>
                  <a:lnTo>
                    <a:pt x="2511" y="2491"/>
                  </a:lnTo>
                  <a:lnTo>
                    <a:pt x="2532" y="2533"/>
                  </a:lnTo>
                  <a:lnTo>
                    <a:pt x="2637" y="2533"/>
                  </a:lnTo>
                  <a:lnTo>
                    <a:pt x="2658" y="2595"/>
                  </a:lnTo>
                  <a:lnTo>
                    <a:pt x="2804" y="2700"/>
                  </a:lnTo>
                  <a:lnTo>
                    <a:pt x="2972" y="2846"/>
                  </a:lnTo>
                  <a:lnTo>
                    <a:pt x="3076" y="2888"/>
                  </a:lnTo>
                  <a:lnTo>
                    <a:pt x="3181" y="3035"/>
                  </a:lnTo>
                  <a:lnTo>
                    <a:pt x="3223" y="3139"/>
                  </a:lnTo>
                  <a:lnTo>
                    <a:pt x="3244" y="3223"/>
                  </a:lnTo>
                  <a:lnTo>
                    <a:pt x="3327" y="3223"/>
                  </a:lnTo>
                  <a:lnTo>
                    <a:pt x="3474" y="3432"/>
                  </a:lnTo>
                  <a:lnTo>
                    <a:pt x="3599" y="3369"/>
                  </a:lnTo>
                  <a:lnTo>
                    <a:pt x="3662" y="3328"/>
                  </a:lnTo>
                  <a:lnTo>
                    <a:pt x="3746" y="3307"/>
                  </a:lnTo>
                  <a:lnTo>
                    <a:pt x="3871" y="3202"/>
                  </a:lnTo>
                  <a:lnTo>
                    <a:pt x="3809" y="3160"/>
                  </a:lnTo>
                  <a:lnTo>
                    <a:pt x="3809" y="3139"/>
                  </a:lnTo>
                  <a:lnTo>
                    <a:pt x="3767" y="3202"/>
                  </a:lnTo>
                  <a:lnTo>
                    <a:pt x="3683" y="3139"/>
                  </a:lnTo>
                  <a:lnTo>
                    <a:pt x="3641" y="3139"/>
                  </a:lnTo>
                  <a:lnTo>
                    <a:pt x="3579" y="3035"/>
                  </a:lnTo>
                  <a:lnTo>
                    <a:pt x="3599" y="3014"/>
                  </a:lnTo>
                  <a:lnTo>
                    <a:pt x="3537" y="2909"/>
                  </a:lnTo>
                  <a:lnTo>
                    <a:pt x="3453" y="2888"/>
                  </a:lnTo>
                  <a:lnTo>
                    <a:pt x="3348" y="2637"/>
                  </a:lnTo>
                  <a:lnTo>
                    <a:pt x="3327" y="2595"/>
                  </a:lnTo>
                  <a:lnTo>
                    <a:pt x="3327" y="2616"/>
                  </a:lnTo>
                  <a:lnTo>
                    <a:pt x="3265" y="2616"/>
                  </a:lnTo>
                  <a:lnTo>
                    <a:pt x="3181" y="2512"/>
                  </a:lnTo>
                  <a:lnTo>
                    <a:pt x="3055" y="2470"/>
                  </a:lnTo>
                  <a:lnTo>
                    <a:pt x="2972" y="2323"/>
                  </a:lnTo>
                  <a:lnTo>
                    <a:pt x="2804" y="2093"/>
                  </a:lnTo>
                  <a:lnTo>
                    <a:pt x="2742" y="2051"/>
                  </a:lnTo>
                  <a:lnTo>
                    <a:pt x="2595" y="2009"/>
                  </a:lnTo>
                  <a:lnTo>
                    <a:pt x="2532" y="1947"/>
                  </a:lnTo>
                  <a:lnTo>
                    <a:pt x="2428" y="1800"/>
                  </a:lnTo>
                  <a:lnTo>
                    <a:pt x="2344" y="1842"/>
                  </a:lnTo>
                  <a:lnTo>
                    <a:pt x="2218" y="1842"/>
                  </a:lnTo>
                  <a:lnTo>
                    <a:pt x="2177" y="1863"/>
                  </a:lnTo>
                  <a:lnTo>
                    <a:pt x="2114" y="1800"/>
                  </a:lnTo>
                  <a:lnTo>
                    <a:pt x="2009" y="1654"/>
                  </a:lnTo>
                  <a:lnTo>
                    <a:pt x="2072" y="1633"/>
                  </a:lnTo>
                  <a:lnTo>
                    <a:pt x="1967" y="1465"/>
                  </a:lnTo>
                  <a:lnTo>
                    <a:pt x="1905" y="1486"/>
                  </a:lnTo>
                  <a:lnTo>
                    <a:pt x="1905" y="1591"/>
                  </a:lnTo>
                  <a:lnTo>
                    <a:pt x="1926" y="1591"/>
                  </a:lnTo>
                  <a:lnTo>
                    <a:pt x="1926" y="1758"/>
                  </a:lnTo>
                  <a:lnTo>
                    <a:pt x="1821" y="1737"/>
                  </a:lnTo>
                  <a:lnTo>
                    <a:pt x="1800" y="1549"/>
                  </a:lnTo>
                  <a:lnTo>
                    <a:pt x="1758" y="1444"/>
                  </a:lnTo>
                  <a:lnTo>
                    <a:pt x="1674" y="1424"/>
                  </a:lnTo>
                  <a:lnTo>
                    <a:pt x="1674" y="1361"/>
                  </a:lnTo>
                  <a:lnTo>
                    <a:pt x="1654" y="1214"/>
                  </a:lnTo>
                  <a:lnTo>
                    <a:pt x="1591" y="1172"/>
                  </a:lnTo>
                  <a:lnTo>
                    <a:pt x="1507" y="754"/>
                  </a:lnTo>
                  <a:lnTo>
                    <a:pt x="1277" y="126"/>
                  </a:lnTo>
                  <a:lnTo>
                    <a:pt x="115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3" name="Google Shape;7855;p67">
              <a:extLst>
                <a:ext uri="{FF2B5EF4-FFF2-40B4-BE49-F238E27FC236}">
                  <a16:creationId xmlns:a16="http://schemas.microsoft.com/office/drawing/2014/main" id="{D309BDCC-0700-35CC-9C77-078937190F33}"/>
                </a:ext>
              </a:extLst>
            </p:cNvPr>
            <p:cNvSpPr/>
            <p:nvPr/>
          </p:nvSpPr>
          <p:spPr>
            <a:xfrm>
              <a:off x="4292025" y="3059150"/>
              <a:ext cx="21975" cy="26175"/>
            </a:xfrm>
            <a:custGeom>
              <a:avLst/>
              <a:gdLst/>
              <a:ahLst/>
              <a:cxnLst/>
              <a:rect l="l" t="t" r="r" b="b"/>
              <a:pathLst>
                <a:path w="879" h="1047" extrusionOk="0">
                  <a:moveTo>
                    <a:pt x="732" y="0"/>
                  </a:moveTo>
                  <a:lnTo>
                    <a:pt x="607" y="105"/>
                  </a:lnTo>
                  <a:lnTo>
                    <a:pt x="523" y="126"/>
                  </a:lnTo>
                  <a:lnTo>
                    <a:pt x="460" y="167"/>
                  </a:lnTo>
                  <a:lnTo>
                    <a:pt x="230" y="251"/>
                  </a:lnTo>
                  <a:lnTo>
                    <a:pt x="188" y="377"/>
                  </a:lnTo>
                  <a:lnTo>
                    <a:pt x="147" y="481"/>
                  </a:lnTo>
                  <a:lnTo>
                    <a:pt x="147" y="649"/>
                  </a:lnTo>
                  <a:lnTo>
                    <a:pt x="105" y="753"/>
                  </a:lnTo>
                  <a:lnTo>
                    <a:pt x="105" y="858"/>
                  </a:lnTo>
                  <a:lnTo>
                    <a:pt x="0" y="983"/>
                  </a:lnTo>
                  <a:lnTo>
                    <a:pt x="84" y="1046"/>
                  </a:lnTo>
                  <a:lnTo>
                    <a:pt x="293" y="1046"/>
                  </a:lnTo>
                  <a:lnTo>
                    <a:pt x="419" y="963"/>
                  </a:lnTo>
                  <a:lnTo>
                    <a:pt x="565" y="942"/>
                  </a:lnTo>
                  <a:lnTo>
                    <a:pt x="670" y="983"/>
                  </a:lnTo>
                  <a:lnTo>
                    <a:pt x="670" y="963"/>
                  </a:lnTo>
                  <a:lnTo>
                    <a:pt x="837" y="732"/>
                  </a:lnTo>
                  <a:lnTo>
                    <a:pt x="816" y="670"/>
                  </a:lnTo>
                  <a:lnTo>
                    <a:pt x="649" y="670"/>
                  </a:lnTo>
                  <a:lnTo>
                    <a:pt x="565" y="732"/>
                  </a:lnTo>
                  <a:lnTo>
                    <a:pt x="523" y="691"/>
                  </a:lnTo>
                  <a:lnTo>
                    <a:pt x="460" y="628"/>
                  </a:lnTo>
                  <a:lnTo>
                    <a:pt x="565" y="628"/>
                  </a:lnTo>
                  <a:lnTo>
                    <a:pt x="649" y="544"/>
                  </a:lnTo>
                  <a:lnTo>
                    <a:pt x="732" y="544"/>
                  </a:lnTo>
                  <a:lnTo>
                    <a:pt x="837" y="419"/>
                  </a:lnTo>
                  <a:lnTo>
                    <a:pt x="879" y="377"/>
                  </a:lnTo>
                  <a:lnTo>
                    <a:pt x="858" y="230"/>
                  </a:lnTo>
                  <a:lnTo>
                    <a:pt x="879" y="147"/>
                  </a:lnTo>
                  <a:lnTo>
                    <a:pt x="858" y="147"/>
                  </a:lnTo>
                  <a:lnTo>
                    <a:pt x="732" y="21"/>
                  </a:lnTo>
                  <a:lnTo>
                    <a:pt x="73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4" name="Google Shape;7856;p67">
              <a:extLst>
                <a:ext uri="{FF2B5EF4-FFF2-40B4-BE49-F238E27FC236}">
                  <a16:creationId xmlns:a16="http://schemas.microsoft.com/office/drawing/2014/main" id="{DB2EFD44-9548-AB91-971D-E165C50B3553}"/>
                </a:ext>
              </a:extLst>
            </p:cNvPr>
            <p:cNvSpPr/>
            <p:nvPr/>
          </p:nvSpPr>
          <p:spPr>
            <a:xfrm>
              <a:off x="4282600" y="3069600"/>
              <a:ext cx="148050" cy="196175"/>
            </a:xfrm>
            <a:custGeom>
              <a:avLst/>
              <a:gdLst/>
              <a:ahLst/>
              <a:cxnLst/>
              <a:rect l="l" t="t" r="r" b="b"/>
              <a:pathLst>
                <a:path w="5922" h="7847" extrusionOk="0">
                  <a:moveTo>
                    <a:pt x="5587" y="1"/>
                  </a:moveTo>
                  <a:lnTo>
                    <a:pt x="5587" y="21"/>
                  </a:lnTo>
                  <a:lnTo>
                    <a:pt x="5545" y="21"/>
                  </a:lnTo>
                  <a:lnTo>
                    <a:pt x="5482" y="105"/>
                  </a:lnTo>
                  <a:lnTo>
                    <a:pt x="5441" y="210"/>
                  </a:lnTo>
                  <a:lnTo>
                    <a:pt x="5420" y="168"/>
                  </a:lnTo>
                  <a:lnTo>
                    <a:pt x="5315" y="273"/>
                  </a:lnTo>
                  <a:lnTo>
                    <a:pt x="5127" y="314"/>
                  </a:lnTo>
                  <a:lnTo>
                    <a:pt x="5127" y="335"/>
                  </a:lnTo>
                  <a:lnTo>
                    <a:pt x="5085" y="314"/>
                  </a:lnTo>
                  <a:lnTo>
                    <a:pt x="4897" y="335"/>
                  </a:lnTo>
                  <a:lnTo>
                    <a:pt x="4792" y="419"/>
                  </a:lnTo>
                  <a:lnTo>
                    <a:pt x="4499" y="461"/>
                  </a:lnTo>
                  <a:lnTo>
                    <a:pt x="4457" y="461"/>
                  </a:lnTo>
                  <a:lnTo>
                    <a:pt x="4394" y="440"/>
                  </a:lnTo>
                  <a:lnTo>
                    <a:pt x="4227" y="440"/>
                  </a:lnTo>
                  <a:lnTo>
                    <a:pt x="4060" y="524"/>
                  </a:lnTo>
                  <a:lnTo>
                    <a:pt x="3913" y="524"/>
                  </a:lnTo>
                  <a:lnTo>
                    <a:pt x="3830" y="545"/>
                  </a:lnTo>
                  <a:lnTo>
                    <a:pt x="3704" y="482"/>
                  </a:lnTo>
                  <a:lnTo>
                    <a:pt x="3599" y="524"/>
                  </a:lnTo>
                  <a:lnTo>
                    <a:pt x="3244" y="733"/>
                  </a:lnTo>
                  <a:lnTo>
                    <a:pt x="3076" y="754"/>
                  </a:lnTo>
                  <a:lnTo>
                    <a:pt x="2972" y="691"/>
                  </a:lnTo>
                  <a:lnTo>
                    <a:pt x="2909" y="733"/>
                  </a:lnTo>
                  <a:lnTo>
                    <a:pt x="2762" y="733"/>
                  </a:lnTo>
                  <a:lnTo>
                    <a:pt x="2700" y="691"/>
                  </a:lnTo>
                  <a:lnTo>
                    <a:pt x="2658" y="691"/>
                  </a:lnTo>
                  <a:lnTo>
                    <a:pt x="2469" y="858"/>
                  </a:lnTo>
                  <a:lnTo>
                    <a:pt x="2365" y="858"/>
                  </a:lnTo>
                  <a:lnTo>
                    <a:pt x="2239" y="942"/>
                  </a:lnTo>
                  <a:lnTo>
                    <a:pt x="2177" y="1005"/>
                  </a:lnTo>
                  <a:lnTo>
                    <a:pt x="1988" y="1047"/>
                  </a:lnTo>
                  <a:lnTo>
                    <a:pt x="1863" y="984"/>
                  </a:lnTo>
                  <a:lnTo>
                    <a:pt x="1716" y="858"/>
                  </a:lnTo>
                  <a:lnTo>
                    <a:pt x="1653" y="858"/>
                  </a:lnTo>
                  <a:lnTo>
                    <a:pt x="1633" y="754"/>
                  </a:lnTo>
                  <a:lnTo>
                    <a:pt x="1256" y="377"/>
                  </a:lnTo>
                  <a:lnTo>
                    <a:pt x="1235" y="356"/>
                  </a:lnTo>
                  <a:lnTo>
                    <a:pt x="1214" y="314"/>
                  </a:lnTo>
                  <a:lnTo>
                    <a:pt x="1047" y="545"/>
                  </a:lnTo>
                  <a:lnTo>
                    <a:pt x="1005" y="628"/>
                  </a:lnTo>
                  <a:lnTo>
                    <a:pt x="1047" y="858"/>
                  </a:lnTo>
                  <a:lnTo>
                    <a:pt x="1151" y="1172"/>
                  </a:lnTo>
                  <a:lnTo>
                    <a:pt x="1319" y="1256"/>
                  </a:lnTo>
                  <a:lnTo>
                    <a:pt x="1298" y="1402"/>
                  </a:lnTo>
                  <a:lnTo>
                    <a:pt x="1361" y="1591"/>
                  </a:lnTo>
                  <a:lnTo>
                    <a:pt x="1570" y="1612"/>
                  </a:lnTo>
                  <a:lnTo>
                    <a:pt x="1716" y="1737"/>
                  </a:lnTo>
                  <a:lnTo>
                    <a:pt x="3411" y="2260"/>
                  </a:lnTo>
                  <a:lnTo>
                    <a:pt x="4143" y="2260"/>
                  </a:lnTo>
                  <a:lnTo>
                    <a:pt x="2365" y="4039"/>
                  </a:lnTo>
                  <a:lnTo>
                    <a:pt x="1633" y="4039"/>
                  </a:lnTo>
                  <a:lnTo>
                    <a:pt x="1528" y="4122"/>
                  </a:lnTo>
                  <a:lnTo>
                    <a:pt x="1423" y="4122"/>
                  </a:lnTo>
                  <a:lnTo>
                    <a:pt x="1298" y="4206"/>
                  </a:lnTo>
                  <a:lnTo>
                    <a:pt x="1235" y="4311"/>
                  </a:lnTo>
                  <a:lnTo>
                    <a:pt x="1130" y="4394"/>
                  </a:lnTo>
                  <a:lnTo>
                    <a:pt x="984" y="4457"/>
                  </a:lnTo>
                  <a:lnTo>
                    <a:pt x="796" y="4499"/>
                  </a:lnTo>
                  <a:lnTo>
                    <a:pt x="607" y="4562"/>
                  </a:lnTo>
                  <a:lnTo>
                    <a:pt x="565" y="4666"/>
                  </a:lnTo>
                  <a:lnTo>
                    <a:pt x="0" y="5169"/>
                  </a:lnTo>
                  <a:lnTo>
                    <a:pt x="0" y="7449"/>
                  </a:lnTo>
                  <a:lnTo>
                    <a:pt x="419" y="7847"/>
                  </a:lnTo>
                  <a:lnTo>
                    <a:pt x="419" y="7805"/>
                  </a:lnTo>
                  <a:lnTo>
                    <a:pt x="900" y="7261"/>
                  </a:lnTo>
                  <a:lnTo>
                    <a:pt x="942" y="7156"/>
                  </a:lnTo>
                  <a:lnTo>
                    <a:pt x="1089" y="7031"/>
                  </a:lnTo>
                  <a:lnTo>
                    <a:pt x="1193" y="7010"/>
                  </a:lnTo>
                  <a:lnTo>
                    <a:pt x="1235" y="6926"/>
                  </a:lnTo>
                  <a:lnTo>
                    <a:pt x="1298" y="6905"/>
                  </a:lnTo>
                  <a:lnTo>
                    <a:pt x="1633" y="6529"/>
                  </a:lnTo>
                  <a:lnTo>
                    <a:pt x="1716" y="6508"/>
                  </a:lnTo>
                  <a:lnTo>
                    <a:pt x="2093" y="6089"/>
                  </a:lnTo>
                  <a:lnTo>
                    <a:pt x="2302" y="5922"/>
                  </a:lnTo>
                  <a:lnTo>
                    <a:pt x="2469" y="5817"/>
                  </a:lnTo>
                  <a:lnTo>
                    <a:pt x="2658" y="5796"/>
                  </a:lnTo>
                  <a:lnTo>
                    <a:pt x="2930" y="5566"/>
                  </a:lnTo>
                  <a:lnTo>
                    <a:pt x="3558" y="4980"/>
                  </a:lnTo>
                  <a:lnTo>
                    <a:pt x="3871" y="4625"/>
                  </a:lnTo>
                  <a:lnTo>
                    <a:pt x="4060" y="4436"/>
                  </a:lnTo>
                  <a:lnTo>
                    <a:pt x="4081" y="4311"/>
                  </a:lnTo>
                  <a:lnTo>
                    <a:pt x="4478" y="3788"/>
                  </a:lnTo>
                  <a:lnTo>
                    <a:pt x="4478" y="3683"/>
                  </a:lnTo>
                  <a:lnTo>
                    <a:pt x="4687" y="3390"/>
                  </a:lnTo>
                  <a:lnTo>
                    <a:pt x="4708" y="3202"/>
                  </a:lnTo>
                  <a:lnTo>
                    <a:pt x="5022" y="2574"/>
                  </a:lnTo>
                  <a:lnTo>
                    <a:pt x="5106" y="2532"/>
                  </a:lnTo>
                  <a:lnTo>
                    <a:pt x="5064" y="2449"/>
                  </a:lnTo>
                  <a:lnTo>
                    <a:pt x="5064" y="2365"/>
                  </a:lnTo>
                  <a:lnTo>
                    <a:pt x="5190" y="2239"/>
                  </a:lnTo>
                  <a:lnTo>
                    <a:pt x="5231" y="2239"/>
                  </a:lnTo>
                  <a:lnTo>
                    <a:pt x="5315" y="2135"/>
                  </a:lnTo>
                  <a:lnTo>
                    <a:pt x="5441" y="1842"/>
                  </a:lnTo>
                  <a:lnTo>
                    <a:pt x="5650" y="1591"/>
                  </a:lnTo>
                  <a:lnTo>
                    <a:pt x="5650" y="1423"/>
                  </a:lnTo>
                  <a:lnTo>
                    <a:pt x="5692" y="1381"/>
                  </a:lnTo>
                  <a:lnTo>
                    <a:pt x="5713" y="1214"/>
                  </a:lnTo>
                  <a:lnTo>
                    <a:pt x="5650" y="1151"/>
                  </a:lnTo>
                  <a:lnTo>
                    <a:pt x="5734" y="1005"/>
                  </a:lnTo>
                  <a:lnTo>
                    <a:pt x="5796" y="984"/>
                  </a:lnTo>
                  <a:lnTo>
                    <a:pt x="5859" y="984"/>
                  </a:lnTo>
                  <a:lnTo>
                    <a:pt x="5901" y="1005"/>
                  </a:lnTo>
                  <a:lnTo>
                    <a:pt x="5922" y="1005"/>
                  </a:lnTo>
                  <a:lnTo>
                    <a:pt x="5901" y="942"/>
                  </a:lnTo>
                  <a:lnTo>
                    <a:pt x="5838" y="942"/>
                  </a:lnTo>
                  <a:lnTo>
                    <a:pt x="5859" y="963"/>
                  </a:lnTo>
                  <a:lnTo>
                    <a:pt x="5796" y="963"/>
                  </a:lnTo>
                  <a:lnTo>
                    <a:pt x="5817" y="879"/>
                  </a:lnTo>
                  <a:lnTo>
                    <a:pt x="5817" y="775"/>
                  </a:lnTo>
                  <a:lnTo>
                    <a:pt x="5754" y="691"/>
                  </a:lnTo>
                  <a:lnTo>
                    <a:pt x="5817" y="586"/>
                  </a:lnTo>
                  <a:lnTo>
                    <a:pt x="5859" y="545"/>
                  </a:lnTo>
                  <a:lnTo>
                    <a:pt x="5859" y="482"/>
                  </a:lnTo>
                  <a:lnTo>
                    <a:pt x="5796" y="482"/>
                  </a:lnTo>
                  <a:lnTo>
                    <a:pt x="5754" y="440"/>
                  </a:lnTo>
                  <a:lnTo>
                    <a:pt x="5796" y="377"/>
                  </a:lnTo>
                  <a:lnTo>
                    <a:pt x="5796" y="314"/>
                  </a:lnTo>
                  <a:lnTo>
                    <a:pt x="5838" y="210"/>
                  </a:lnTo>
                  <a:lnTo>
                    <a:pt x="5901" y="126"/>
                  </a:lnTo>
                  <a:lnTo>
                    <a:pt x="5859" y="105"/>
                  </a:lnTo>
                  <a:lnTo>
                    <a:pt x="5796" y="105"/>
                  </a:lnTo>
                  <a:lnTo>
                    <a:pt x="5650" y="42"/>
                  </a:lnTo>
                  <a:lnTo>
                    <a:pt x="558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5" name="Google Shape;7857;p67">
              <a:extLst>
                <a:ext uri="{FF2B5EF4-FFF2-40B4-BE49-F238E27FC236}">
                  <a16:creationId xmlns:a16="http://schemas.microsoft.com/office/drawing/2014/main" id="{75DB6A56-CCF8-1795-0CDC-4D35A7EEF040}"/>
                </a:ext>
              </a:extLst>
            </p:cNvPr>
            <p:cNvSpPr/>
            <p:nvPr/>
          </p:nvSpPr>
          <p:spPr>
            <a:xfrm>
              <a:off x="4175375" y="3163750"/>
              <a:ext cx="121375" cy="147025"/>
            </a:xfrm>
            <a:custGeom>
              <a:avLst/>
              <a:gdLst/>
              <a:ahLst/>
              <a:cxnLst/>
              <a:rect l="l" t="t" r="r" b="b"/>
              <a:pathLst>
                <a:path w="4855" h="5881" extrusionOk="0">
                  <a:moveTo>
                    <a:pt x="984" y="1"/>
                  </a:moveTo>
                  <a:lnTo>
                    <a:pt x="942" y="43"/>
                  </a:lnTo>
                  <a:lnTo>
                    <a:pt x="732" y="252"/>
                  </a:lnTo>
                  <a:lnTo>
                    <a:pt x="607" y="461"/>
                  </a:lnTo>
                  <a:lnTo>
                    <a:pt x="565" y="461"/>
                  </a:lnTo>
                  <a:lnTo>
                    <a:pt x="460" y="566"/>
                  </a:lnTo>
                  <a:lnTo>
                    <a:pt x="398" y="628"/>
                  </a:lnTo>
                  <a:lnTo>
                    <a:pt x="356" y="649"/>
                  </a:lnTo>
                  <a:lnTo>
                    <a:pt x="272" y="754"/>
                  </a:lnTo>
                  <a:lnTo>
                    <a:pt x="293" y="733"/>
                  </a:lnTo>
                  <a:lnTo>
                    <a:pt x="356" y="796"/>
                  </a:lnTo>
                  <a:lnTo>
                    <a:pt x="377" y="963"/>
                  </a:lnTo>
                  <a:lnTo>
                    <a:pt x="419" y="984"/>
                  </a:lnTo>
                  <a:lnTo>
                    <a:pt x="419" y="1089"/>
                  </a:lnTo>
                  <a:lnTo>
                    <a:pt x="502" y="1089"/>
                  </a:lnTo>
                  <a:lnTo>
                    <a:pt x="523" y="1214"/>
                  </a:lnTo>
                  <a:lnTo>
                    <a:pt x="523" y="1361"/>
                  </a:lnTo>
                  <a:lnTo>
                    <a:pt x="670" y="1486"/>
                  </a:lnTo>
                  <a:lnTo>
                    <a:pt x="732" y="1633"/>
                  </a:lnTo>
                  <a:lnTo>
                    <a:pt x="816" y="1696"/>
                  </a:lnTo>
                  <a:lnTo>
                    <a:pt x="900" y="1737"/>
                  </a:lnTo>
                  <a:lnTo>
                    <a:pt x="837" y="1800"/>
                  </a:lnTo>
                  <a:lnTo>
                    <a:pt x="921" y="1884"/>
                  </a:lnTo>
                  <a:lnTo>
                    <a:pt x="942" y="2009"/>
                  </a:lnTo>
                  <a:lnTo>
                    <a:pt x="942" y="2114"/>
                  </a:lnTo>
                  <a:lnTo>
                    <a:pt x="816" y="2261"/>
                  </a:lnTo>
                  <a:lnTo>
                    <a:pt x="816" y="2365"/>
                  </a:lnTo>
                  <a:lnTo>
                    <a:pt x="774" y="2512"/>
                  </a:lnTo>
                  <a:lnTo>
                    <a:pt x="565" y="2512"/>
                  </a:lnTo>
                  <a:lnTo>
                    <a:pt x="565" y="2553"/>
                  </a:lnTo>
                  <a:lnTo>
                    <a:pt x="502" y="2616"/>
                  </a:lnTo>
                  <a:lnTo>
                    <a:pt x="460" y="2721"/>
                  </a:lnTo>
                  <a:lnTo>
                    <a:pt x="377" y="2784"/>
                  </a:lnTo>
                  <a:lnTo>
                    <a:pt x="293" y="2930"/>
                  </a:lnTo>
                  <a:lnTo>
                    <a:pt x="188" y="3056"/>
                  </a:lnTo>
                  <a:lnTo>
                    <a:pt x="168" y="3202"/>
                  </a:lnTo>
                  <a:lnTo>
                    <a:pt x="0" y="3767"/>
                  </a:lnTo>
                  <a:lnTo>
                    <a:pt x="188" y="3767"/>
                  </a:lnTo>
                  <a:lnTo>
                    <a:pt x="2281" y="4981"/>
                  </a:lnTo>
                  <a:lnTo>
                    <a:pt x="2406" y="5169"/>
                  </a:lnTo>
                  <a:lnTo>
                    <a:pt x="2385" y="5253"/>
                  </a:lnTo>
                  <a:lnTo>
                    <a:pt x="2406" y="5294"/>
                  </a:lnTo>
                  <a:lnTo>
                    <a:pt x="2469" y="5378"/>
                  </a:lnTo>
                  <a:lnTo>
                    <a:pt x="3181" y="5880"/>
                  </a:lnTo>
                  <a:lnTo>
                    <a:pt x="3222" y="5880"/>
                  </a:lnTo>
                  <a:lnTo>
                    <a:pt x="3327" y="5818"/>
                  </a:lnTo>
                  <a:lnTo>
                    <a:pt x="3536" y="5546"/>
                  </a:lnTo>
                  <a:lnTo>
                    <a:pt x="3641" y="5357"/>
                  </a:lnTo>
                  <a:lnTo>
                    <a:pt x="3641" y="5232"/>
                  </a:lnTo>
                  <a:lnTo>
                    <a:pt x="3725" y="5085"/>
                  </a:lnTo>
                  <a:lnTo>
                    <a:pt x="3829" y="4939"/>
                  </a:lnTo>
                  <a:lnTo>
                    <a:pt x="3808" y="4918"/>
                  </a:lnTo>
                  <a:lnTo>
                    <a:pt x="3808" y="4855"/>
                  </a:lnTo>
                  <a:lnTo>
                    <a:pt x="3871" y="4750"/>
                  </a:lnTo>
                  <a:lnTo>
                    <a:pt x="3871" y="4730"/>
                  </a:lnTo>
                  <a:lnTo>
                    <a:pt x="3955" y="4709"/>
                  </a:lnTo>
                  <a:lnTo>
                    <a:pt x="4122" y="4709"/>
                  </a:lnTo>
                  <a:lnTo>
                    <a:pt x="4227" y="4541"/>
                  </a:lnTo>
                  <a:lnTo>
                    <a:pt x="4436" y="4458"/>
                  </a:lnTo>
                  <a:lnTo>
                    <a:pt x="4394" y="4416"/>
                  </a:lnTo>
                  <a:lnTo>
                    <a:pt x="4457" y="4332"/>
                  </a:lnTo>
                  <a:lnTo>
                    <a:pt x="4499" y="4332"/>
                  </a:lnTo>
                  <a:lnTo>
                    <a:pt x="4687" y="4102"/>
                  </a:lnTo>
                  <a:lnTo>
                    <a:pt x="4708" y="4081"/>
                  </a:lnTo>
                  <a:lnTo>
                    <a:pt x="4289" y="3683"/>
                  </a:lnTo>
                  <a:lnTo>
                    <a:pt x="4289" y="1403"/>
                  </a:lnTo>
                  <a:lnTo>
                    <a:pt x="4854" y="900"/>
                  </a:lnTo>
                  <a:lnTo>
                    <a:pt x="4687" y="900"/>
                  </a:lnTo>
                  <a:lnTo>
                    <a:pt x="4478" y="942"/>
                  </a:lnTo>
                  <a:lnTo>
                    <a:pt x="4373" y="880"/>
                  </a:lnTo>
                  <a:lnTo>
                    <a:pt x="4289" y="754"/>
                  </a:lnTo>
                  <a:lnTo>
                    <a:pt x="4227" y="733"/>
                  </a:lnTo>
                  <a:lnTo>
                    <a:pt x="3955" y="754"/>
                  </a:lnTo>
                  <a:lnTo>
                    <a:pt x="3913" y="775"/>
                  </a:lnTo>
                  <a:lnTo>
                    <a:pt x="3808" y="775"/>
                  </a:lnTo>
                  <a:lnTo>
                    <a:pt x="3704" y="838"/>
                  </a:lnTo>
                  <a:lnTo>
                    <a:pt x="3641" y="900"/>
                  </a:lnTo>
                  <a:lnTo>
                    <a:pt x="3494" y="1152"/>
                  </a:lnTo>
                  <a:lnTo>
                    <a:pt x="3285" y="1152"/>
                  </a:lnTo>
                  <a:lnTo>
                    <a:pt x="3181" y="1110"/>
                  </a:lnTo>
                  <a:lnTo>
                    <a:pt x="3013" y="1152"/>
                  </a:lnTo>
                  <a:lnTo>
                    <a:pt x="2888" y="1089"/>
                  </a:lnTo>
                  <a:lnTo>
                    <a:pt x="2699" y="1089"/>
                  </a:lnTo>
                  <a:lnTo>
                    <a:pt x="2595" y="1047"/>
                  </a:lnTo>
                  <a:lnTo>
                    <a:pt x="2511" y="942"/>
                  </a:lnTo>
                  <a:lnTo>
                    <a:pt x="2365" y="859"/>
                  </a:lnTo>
                  <a:lnTo>
                    <a:pt x="2134" y="628"/>
                  </a:lnTo>
                  <a:lnTo>
                    <a:pt x="2030" y="545"/>
                  </a:lnTo>
                  <a:lnTo>
                    <a:pt x="1737" y="566"/>
                  </a:lnTo>
                  <a:lnTo>
                    <a:pt x="1611" y="524"/>
                  </a:lnTo>
                  <a:lnTo>
                    <a:pt x="1465" y="566"/>
                  </a:lnTo>
                  <a:lnTo>
                    <a:pt x="1339" y="545"/>
                  </a:lnTo>
                  <a:lnTo>
                    <a:pt x="1256" y="440"/>
                  </a:lnTo>
                  <a:lnTo>
                    <a:pt x="1256" y="105"/>
                  </a:lnTo>
                  <a:lnTo>
                    <a:pt x="1151" y="64"/>
                  </a:lnTo>
                  <a:lnTo>
                    <a:pt x="1046" y="105"/>
                  </a:lnTo>
                  <a:lnTo>
                    <a:pt x="98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6" name="Google Shape;7858;p67">
              <a:extLst>
                <a:ext uri="{FF2B5EF4-FFF2-40B4-BE49-F238E27FC236}">
                  <a16:creationId xmlns:a16="http://schemas.microsoft.com/office/drawing/2014/main" id="{F2BB948C-EDC8-BF0D-7350-23B9B1C48473}"/>
                </a:ext>
              </a:extLst>
            </p:cNvPr>
            <p:cNvSpPr/>
            <p:nvPr/>
          </p:nvSpPr>
          <p:spPr>
            <a:xfrm>
              <a:off x="4145025" y="3258950"/>
              <a:ext cx="11000" cy="25"/>
            </a:xfrm>
            <a:custGeom>
              <a:avLst/>
              <a:gdLst/>
              <a:ahLst/>
              <a:cxnLst/>
              <a:rect l="l" t="t" r="r" b="b"/>
              <a:pathLst>
                <a:path w="440" h="1" extrusionOk="0">
                  <a:moveTo>
                    <a:pt x="1" y="1"/>
                  </a:moveTo>
                  <a:lnTo>
                    <a:pt x="210" y="1"/>
                  </a:lnTo>
                  <a:lnTo>
                    <a:pt x="440" y="1"/>
                  </a:lnTo>
                  <a:lnTo>
                    <a:pt x="2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7" name="Google Shape;7859;p67">
              <a:extLst>
                <a:ext uri="{FF2B5EF4-FFF2-40B4-BE49-F238E27FC236}">
                  <a16:creationId xmlns:a16="http://schemas.microsoft.com/office/drawing/2014/main" id="{AE23AA62-256B-1A6C-C4DB-D53AB908661A}"/>
                </a:ext>
              </a:extLst>
            </p:cNvPr>
            <p:cNvSpPr/>
            <p:nvPr/>
          </p:nvSpPr>
          <p:spPr>
            <a:xfrm>
              <a:off x="4115200" y="3182075"/>
              <a:ext cx="83725" cy="82675"/>
            </a:xfrm>
            <a:custGeom>
              <a:avLst/>
              <a:gdLst/>
              <a:ahLst/>
              <a:cxnLst/>
              <a:rect l="l" t="t" r="r" b="b"/>
              <a:pathLst>
                <a:path w="3349" h="3307" extrusionOk="0">
                  <a:moveTo>
                    <a:pt x="2700" y="0"/>
                  </a:moveTo>
                  <a:lnTo>
                    <a:pt x="2679" y="21"/>
                  </a:lnTo>
                  <a:lnTo>
                    <a:pt x="2554" y="105"/>
                  </a:lnTo>
                  <a:lnTo>
                    <a:pt x="2491" y="209"/>
                  </a:lnTo>
                  <a:lnTo>
                    <a:pt x="2365" y="251"/>
                  </a:lnTo>
                  <a:lnTo>
                    <a:pt x="2240" y="209"/>
                  </a:lnTo>
                  <a:lnTo>
                    <a:pt x="2031" y="230"/>
                  </a:lnTo>
                  <a:lnTo>
                    <a:pt x="1884" y="272"/>
                  </a:lnTo>
                  <a:lnTo>
                    <a:pt x="1779" y="272"/>
                  </a:lnTo>
                  <a:lnTo>
                    <a:pt x="1759" y="314"/>
                  </a:lnTo>
                  <a:lnTo>
                    <a:pt x="1675" y="272"/>
                  </a:lnTo>
                  <a:lnTo>
                    <a:pt x="1612" y="356"/>
                  </a:lnTo>
                  <a:lnTo>
                    <a:pt x="1612" y="440"/>
                  </a:lnTo>
                  <a:lnTo>
                    <a:pt x="1549" y="440"/>
                  </a:lnTo>
                  <a:lnTo>
                    <a:pt x="1403" y="419"/>
                  </a:lnTo>
                  <a:lnTo>
                    <a:pt x="1403" y="314"/>
                  </a:lnTo>
                  <a:lnTo>
                    <a:pt x="1298" y="272"/>
                  </a:lnTo>
                  <a:lnTo>
                    <a:pt x="1215" y="314"/>
                  </a:lnTo>
                  <a:lnTo>
                    <a:pt x="1047" y="251"/>
                  </a:lnTo>
                  <a:lnTo>
                    <a:pt x="942" y="209"/>
                  </a:lnTo>
                  <a:lnTo>
                    <a:pt x="880" y="272"/>
                  </a:lnTo>
                  <a:lnTo>
                    <a:pt x="880" y="356"/>
                  </a:lnTo>
                  <a:lnTo>
                    <a:pt x="901" y="419"/>
                  </a:lnTo>
                  <a:lnTo>
                    <a:pt x="880" y="440"/>
                  </a:lnTo>
                  <a:lnTo>
                    <a:pt x="838" y="544"/>
                  </a:lnTo>
                  <a:lnTo>
                    <a:pt x="796" y="628"/>
                  </a:lnTo>
                  <a:lnTo>
                    <a:pt x="796" y="774"/>
                  </a:lnTo>
                  <a:lnTo>
                    <a:pt x="775" y="984"/>
                  </a:lnTo>
                  <a:lnTo>
                    <a:pt x="733" y="1109"/>
                  </a:lnTo>
                  <a:lnTo>
                    <a:pt x="817" y="1172"/>
                  </a:lnTo>
                  <a:lnTo>
                    <a:pt x="880" y="1256"/>
                  </a:lnTo>
                  <a:lnTo>
                    <a:pt x="922" y="1318"/>
                  </a:lnTo>
                  <a:lnTo>
                    <a:pt x="901" y="1402"/>
                  </a:lnTo>
                  <a:lnTo>
                    <a:pt x="608" y="1800"/>
                  </a:lnTo>
                  <a:lnTo>
                    <a:pt x="419" y="2009"/>
                  </a:lnTo>
                  <a:lnTo>
                    <a:pt x="378" y="2092"/>
                  </a:lnTo>
                  <a:lnTo>
                    <a:pt x="147" y="2511"/>
                  </a:lnTo>
                  <a:lnTo>
                    <a:pt x="106" y="2553"/>
                  </a:lnTo>
                  <a:lnTo>
                    <a:pt x="106" y="2720"/>
                  </a:lnTo>
                  <a:lnTo>
                    <a:pt x="85" y="2929"/>
                  </a:lnTo>
                  <a:lnTo>
                    <a:pt x="1" y="3139"/>
                  </a:lnTo>
                  <a:lnTo>
                    <a:pt x="43" y="3264"/>
                  </a:lnTo>
                  <a:lnTo>
                    <a:pt x="1" y="3285"/>
                  </a:lnTo>
                  <a:lnTo>
                    <a:pt x="43" y="3306"/>
                  </a:lnTo>
                  <a:lnTo>
                    <a:pt x="106" y="3285"/>
                  </a:lnTo>
                  <a:lnTo>
                    <a:pt x="210" y="3201"/>
                  </a:lnTo>
                  <a:lnTo>
                    <a:pt x="273" y="3243"/>
                  </a:lnTo>
                  <a:lnTo>
                    <a:pt x="315" y="3285"/>
                  </a:lnTo>
                  <a:lnTo>
                    <a:pt x="398" y="3285"/>
                  </a:lnTo>
                  <a:lnTo>
                    <a:pt x="461" y="3243"/>
                  </a:lnTo>
                  <a:lnTo>
                    <a:pt x="461" y="3160"/>
                  </a:lnTo>
                  <a:lnTo>
                    <a:pt x="566" y="3160"/>
                  </a:lnTo>
                  <a:lnTo>
                    <a:pt x="566" y="3180"/>
                  </a:lnTo>
                  <a:lnTo>
                    <a:pt x="608" y="3139"/>
                  </a:lnTo>
                  <a:lnTo>
                    <a:pt x="670" y="3139"/>
                  </a:lnTo>
                  <a:lnTo>
                    <a:pt x="712" y="3076"/>
                  </a:lnTo>
                  <a:lnTo>
                    <a:pt x="1633" y="3076"/>
                  </a:lnTo>
                  <a:lnTo>
                    <a:pt x="2407" y="3034"/>
                  </a:lnTo>
                  <a:lnTo>
                    <a:pt x="2575" y="2469"/>
                  </a:lnTo>
                  <a:lnTo>
                    <a:pt x="2595" y="2323"/>
                  </a:lnTo>
                  <a:lnTo>
                    <a:pt x="2700" y="2197"/>
                  </a:lnTo>
                  <a:lnTo>
                    <a:pt x="2784" y="2051"/>
                  </a:lnTo>
                  <a:lnTo>
                    <a:pt x="2867" y="1988"/>
                  </a:lnTo>
                  <a:lnTo>
                    <a:pt x="2909" y="1883"/>
                  </a:lnTo>
                  <a:lnTo>
                    <a:pt x="2972" y="1820"/>
                  </a:lnTo>
                  <a:lnTo>
                    <a:pt x="2972" y="1779"/>
                  </a:lnTo>
                  <a:lnTo>
                    <a:pt x="3181" y="1779"/>
                  </a:lnTo>
                  <a:lnTo>
                    <a:pt x="3223" y="1632"/>
                  </a:lnTo>
                  <a:lnTo>
                    <a:pt x="3223" y="1528"/>
                  </a:lnTo>
                  <a:lnTo>
                    <a:pt x="3349" y="1381"/>
                  </a:lnTo>
                  <a:lnTo>
                    <a:pt x="3349" y="1276"/>
                  </a:lnTo>
                  <a:lnTo>
                    <a:pt x="3328" y="1151"/>
                  </a:lnTo>
                  <a:lnTo>
                    <a:pt x="3244" y="1067"/>
                  </a:lnTo>
                  <a:lnTo>
                    <a:pt x="3307" y="1004"/>
                  </a:lnTo>
                  <a:lnTo>
                    <a:pt x="3223" y="963"/>
                  </a:lnTo>
                  <a:lnTo>
                    <a:pt x="3139" y="900"/>
                  </a:lnTo>
                  <a:lnTo>
                    <a:pt x="3077" y="753"/>
                  </a:lnTo>
                  <a:lnTo>
                    <a:pt x="2930" y="628"/>
                  </a:lnTo>
                  <a:lnTo>
                    <a:pt x="2930" y="481"/>
                  </a:lnTo>
                  <a:lnTo>
                    <a:pt x="2909" y="356"/>
                  </a:lnTo>
                  <a:lnTo>
                    <a:pt x="2826" y="356"/>
                  </a:lnTo>
                  <a:lnTo>
                    <a:pt x="2826" y="251"/>
                  </a:lnTo>
                  <a:lnTo>
                    <a:pt x="2784" y="230"/>
                  </a:lnTo>
                  <a:lnTo>
                    <a:pt x="2763" y="63"/>
                  </a:lnTo>
                  <a:lnTo>
                    <a:pt x="270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8" name="Google Shape;7860;p67">
              <a:extLst>
                <a:ext uri="{FF2B5EF4-FFF2-40B4-BE49-F238E27FC236}">
                  <a16:creationId xmlns:a16="http://schemas.microsoft.com/office/drawing/2014/main" id="{DD540FD4-EE7A-C92D-13CB-00FF86C0D1F6}"/>
                </a:ext>
              </a:extLst>
            </p:cNvPr>
            <p:cNvSpPr/>
            <p:nvPr/>
          </p:nvSpPr>
          <p:spPr>
            <a:xfrm>
              <a:off x="3898125" y="3081625"/>
              <a:ext cx="188350" cy="127150"/>
            </a:xfrm>
            <a:custGeom>
              <a:avLst/>
              <a:gdLst/>
              <a:ahLst/>
              <a:cxnLst/>
              <a:rect l="l" t="t" r="r" b="b"/>
              <a:pathLst>
                <a:path w="7534" h="5086" extrusionOk="0">
                  <a:moveTo>
                    <a:pt x="4750" y="1"/>
                  </a:moveTo>
                  <a:lnTo>
                    <a:pt x="4708" y="64"/>
                  </a:lnTo>
                  <a:lnTo>
                    <a:pt x="4583" y="147"/>
                  </a:lnTo>
                  <a:lnTo>
                    <a:pt x="4499" y="84"/>
                  </a:lnTo>
                  <a:lnTo>
                    <a:pt x="4374" y="84"/>
                  </a:lnTo>
                  <a:lnTo>
                    <a:pt x="4269" y="168"/>
                  </a:lnTo>
                  <a:lnTo>
                    <a:pt x="4123" y="252"/>
                  </a:lnTo>
                  <a:lnTo>
                    <a:pt x="4081" y="315"/>
                  </a:lnTo>
                  <a:lnTo>
                    <a:pt x="4123" y="398"/>
                  </a:lnTo>
                  <a:lnTo>
                    <a:pt x="4039" y="419"/>
                  </a:lnTo>
                  <a:lnTo>
                    <a:pt x="3934" y="587"/>
                  </a:lnTo>
                  <a:lnTo>
                    <a:pt x="3872" y="587"/>
                  </a:lnTo>
                  <a:lnTo>
                    <a:pt x="3830" y="566"/>
                  </a:lnTo>
                  <a:lnTo>
                    <a:pt x="3746" y="670"/>
                  </a:lnTo>
                  <a:lnTo>
                    <a:pt x="3746" y="733"/>
                  </a:lnTo>
                  <a:lnTo>
                    <a:pt x="3662" y="796"/>
                  </a:lnTo>
                  <a:lnTo>
                    <a:pt x="3641" y="900"/>
                  </a:lnTo>
                  <a:lnTo>
                    <a:pt x="3662" y="984"/>
                  </a:lnTo>
                  <a:lnTo>
                    <a:pt x="3641" y="1089"/>
                  </a:lnTo>
                  <a:lnTo>
                    <a:pt x="3537" y="1131"/>
                  </a:lnTo>
                  <a:lnTo>
                    <a:pt x="3432" y="1214"/>
                  </a:lnTo>
                  <a:lnTo>
                    <a:pt x="3202" y="1235"/>
                  </a:lnTo>
                  <a:lnTo>
                    <a:pt x="3035" y="1256"/>
                  </a:lnTo>
                  <a:lnTo>
                    <a:pt x="2909" y="1235"/>
                  </a:lnTo>
                  <a:lnTo>
                    <a:pt x="2804" y="1193"/>
                  </a:lnTo>
                  <a:lnTo>
                    <a:pt x="2679" y="1214"/>
                  </a:lnTo>
                  <a:lnTo>
                    <a:pt x="2595" y="1193"/>
                  </a:lnTo>
                  <a:lnTo>
                    <a:pt x="2511" y="1235"/>
                  </a:lnTo>
                  <a:lnTo>
                    <a:pt x="2491" y="1340"/>
                  </a:lnTo>
                  <a:lnTo>
                    <a:pt x="2595" y="1445"/>
                  </a:lnTo>
                  <a:lnTo>
                    <a:pt x="2658" y="1445"/>
                  </a:lnTo>
                  <a:lnTo>
                    <a:pt x="2679" y="1528"/>
                  </a:lnTo>
                  <a:lnTo>
                    <a:pt x="2511" y="1633"/>
                  </a:lnTo>
                  <a:lnTo>
                    <a:pt x="2449" y="1737"/>
                  </a:lnTo>
                  <a:lnTo>
                    <a:pt x="2281" y="1737"/>
                  </a:lnTo>
                  <a:lnTo>
                    <a:pt x="1947" y="1821"/>
                  </a:lnTo>
                  <a:lnTo>
                    <a:pt x="1821" y="1926"/>
                  </a:lnTo>
                  <a:lnTo>
                    <a:pt x="1633" y="1968"/>
                  </a:lnTo>
                  <a:lnTo>
                    <a:pt x="1507" y="2072"/>
                  </a:lnTo>
                  <a:lnTo>
                    <a:pt x="1403" y="2093"/>
                  </a:lnTo>
                  <a:lnTo>
                    <a:pt x="1340" y="2051"/>
                  </a:lnTo>
                  <a:lnTo>
                    <a:pt x="1298" y="1926"/>
                  </a:lnTo>
                  <a:lnTo>
                    <a:pt x="1235" y="1863"/>
                  </a:lnTo>
                  <a:lnTo>
                    <a:pt x="1151" y="1926"/>
                  </a:lnTo>
                  <a:lnTo>
                    <a:pt x="1151" y="2051"/>
                  </a:lnTo>
                  <a:lnTo>
                    <a:pt x="1110" y="2177"/>
                  </a:lnTo>
                  <a:lnTo>
                    <a:pt x="942" y="2177"/>
                  </a:lnTo>
                  <a:lnTo>
                    <a:pt x="838" y="2198"/>
                  </a:lnTo>
                  <a:lnTo>
                    <a:pt x="733" y="2198"/>
                  </a:lnTo>
                  <a:lnTo>
                    <a:pt x="712" y="2072"/>
                  </a:lnTo>
                  <a:lnTo>
                    <a:pt x="670" y="2030"/>
                  </a:lnTo>
                  <a:lnTo>
                    <a:pt x="670" y="2051"/>
                  </a:lnTo>
                  <a:lnTo>
                    <a:pt x="566" y="2198"/>
                  </a:lnTo>
                  <a:lnTo>
                    <a:pt x="461" y="2240"/>
                  </a:lnTo>
                  <a:lnTo>
                    <a:pt x="398" y="2365"/>
                  </a:lnTo>
                  <a:lnTo>
                    <a:pt x="294" y="2553"/>
                  </a:lnTo>
                  <a:lnTo>
                    <a:pt x="252" y="2679"/>
                  </a:lnTo>
                  <a:lnTo>
                    <a:pt x="147" y="2867"/>
                  </a:lnTo>
                  <a:lnTo>
                    <a:pt x="63" y="2867"/>
                  </a:lnTo>
                  <a:lnTo>
                    <a:pt x="1" y="2930"/>
                  </a:lnTo>
                  <a:lnTo>
                    <a:pt x="42" y="3077"/>
                  </a:lnTo>
                  <a:lnTo>
                    <a:pt x="84" y="3223"/>
                  </a:lnTo>
                  <a:lnTo>
                    <a:pt x="63" y="3349"/>
                  </a:lnTo>
                  <a:lnTo>
                    <a:pt x="84" y="3516"/>
                  </a:lnTo>
                  <a:lnTo>
                    <a:pt x="105" y="3641"/>
                  </a:lnTo>
                  <a:lnTo>
                    <a:pt x="105" y="3872"/>
                  </a:lnTo>
                  <a:lnTo>
                    <a:pt x="168" y="3934"/>
                  </a:lnTo>
                  <a:lnTo>
                    <a:pt x="314" y="4018"/>
                  </a:lnTo>
                  <a:lnTo>
                    <a:pt x="419" y="4123"/>
                  </a:lnTo>
                  <a:lnTo>
                    <a:pt x="461" y="4248"/>
                  </a:lnTo>
                  <a:lnTo>
                    <a:pt x="607" y="4458"/>
                  </a:lnTo>
                  <a:lnTo>
                    <a:pt x="691" y="4604"/>
                  </a:lnTo>
                  <a:lnTo>
                    <a:pt x="775" y="4688"/>
                  </a:lnTo>
                  <a:lnTo>
                    <a:pt x="942" y="4813"/>
                  </a:lnTo>
                  <a:lnTo>
                    <a:pt x="942" y="4960"/>
                  </a:lnTo>
                  <a:lnTo>
                    <a:pt x="942" y="5022"/>
                  </a:lnTo>
                  <a:lnTo>
                    <a:pt x="984" y="5085"/>
                  </a:lnTo>
                  <a:lnTo>
                    <a:pt x="1005" y="5085"/>
                  </a:lnTo>
                  <a:lnTo>
                    <a:pt x="1256" y="4667"/>
                  </a:lnTo>
                  <a:lnTo>
                    <a:pt x="1403" y="4499"/>
                  </a:lnTo>
                  <a:lnTo>
                    <a:pt x="1507" y="4478"/>
                  </a:lnTo>
                  <a:lnTo>
                    <a:pt x="1549" y="4437"/>
                  </a:lnTo>
                  <a:lnTo>
                    <a:pt x="1779" y="4332"/>
                  </a:lnTo>
                  <a:lnTo>
                    <a:pt x="1884" y="4353"/>
                  </a:lnTo>
                  <a:lnTo>
                    <a:pt x="1947" y="4290"/>
                  </a:lnTo>
                  <a:lnTo>
                    <a:pt x="2135" y="4290"/>
                  </a:lnTo>
                  <a:lnTo>
                    <a:pt x="2156" y="4353"/>
                  </a:lnTo>
                  <a:lnTo>
                    <a:pt x="2260" y="4395"/>
                  </a:lnTo>
                  <a:lnTo>
                    <a:pt x="2302" y="4374"/>
                  </a:lnTo>
                  <a:lnTo>
                    <a:pt x="2386" y="4353"/>
                  </a:lnTo>
                  <a:lnTo>
                    <a:pt x="2386" y="4269"/>
                  </a:lnTo>
                  <a:lnTo>
                    <a:pt x="2407" y="4185"/>
                  </a:lnTo>
                  <a:lnTo>
                    <a:pt x="2470" y="4144"/>
                  </a:lnTo>
                  <a:lnTo>
                    <a:pt x="2365" y="4018"/>
                  </a:lnTo>
                  <a:lnTo>
                    <a:pt x="2365" y="3955"/>
                  </a:lnTo>
                  <a:lnTo>
                    <a:pt x="2449" y="3955"/>
                  </a:lnTo>
                  <a:lnTo>
                    <a:pt x="2491" y="3913"/>
                  </a:lnTo>
                  <a:lnTo>
                    <a:pt x="2491" y="3851"/>
                  </a:lnTo>
                  <a:lnTo>
                    <a:pt x="2553" y="3767"/>
                  </a:lnTo>
                  <a:lnTo>
                    <a:pt x="2553" y="3704"/>
                  </a:lnTo>
                  <a:lnTo>
                    <a:pt x="2595" y="3662"/>
                  </a:lnTo>
                  <a:lnTo>
                    <a:pt x="2679" y="3662"/>
                  </a:lnTo>
                  <a:lnTo>
                    <a:pt x="2763" y="3558"/>
                  </a:lnTo>
                  <a:lnTo>
                    <a:pt x="2867" y="3600"/>
                  </a:lnTo>
                  <a:lnTo>
                    <a:pt x="2867" y="3537"/>
                  </a:lnTo>
                  <a:lnTo>
                    <a:pt x="2930" y="3537"/>
                  </a:lnTo>
                  <a:lnTo>
                    <a:pt x="3014" y="3600"/>
                  </a:lnTo>
                  <a:lnTo>
                    <a:pt x="3076" y="3621"/>
                  </a:lnTo>
                  <a:lnTo>
                    <a:pt x="3244" y="3746"/>
                  </a:lnTo>
                  <a:lnTo>
                    <a:pt x="3327" y="3767"/>
                  </a:lnTo>
                  <a:lnTo>
                    <a:pt x="3495" y="3913"/>
                  </a:lnTo>
                  <a:lnTo>
                    <a:pt x="3516" y="3955"/>
                  </a:lnTo>
                  <a:lnTo>
                    <a:pt x="3641" y="3934"/>
                  </a:lnTo>
                  <a:lnTo>
                    <a:pt x="3767" y="4018"/>
                  </a:lnTo>
                  <a:lnTo>
                    <a:pt x="3913" y="4018"/>
                  </a:lnTo>
                  <a:lnTo>
                    <a:pt x="3976" y="4039"/>
                  </a:lnTo>
                  <a:lnTo>
                    <a:pt x="4060" y="3976"/>
                  </a:lnTo>
                  <a:lnTo>
                    <a:pt x="4144" y="3976"/>
                  </a:lnTo>
                  <a:lnTo>
                    <a:pt x="4248" y="4039"/>
                  </a:lnTo>
                  <a:lnTo>
                    <a:pt x="4374" y="4060"/>
                  </a:lnTo>
                  <a:lnTo>
                    <a:pt x="4436" y="4081"/>
                  </a:lnTo>
                  <a:lnTo>
                    <a:pt x="4562" y="4060"/>
                  </a:lnTo>
                  <a:lnTo>
                    <a:pt x="4583" y="4018"/>
                  </a:lnTo>
                  <a:lnTo>
                    <a:pt x="4541" y="3955"/>
                  </a:lnTo>
                  <a:lnTo>
                    <a:pt x="4499" y="3913"/>
                  </a:lnTo>
                  <a:lnTo>
                    <a:pt x="4604" y="3809"/>
                  </a:lnTo>
                  <a:lnTo>
                    <a:pt x="4688" y="3704"/>
                  </a:lnTo>
                  <a:lnTo>
                    <a:pt x="4792" y="3704"/>
                  </a:lnTo>
                  <a:lnTo>
                    <a:pt x="4897" y="3725"/>
                  </a:lnTo>
                  <a:lnTo>
                    <a:pt x="4980" y="3809"/>
                  </a:lnTo>
                  <a:lnTo>
                    <a:pt x="5064" y="3767"/>
                  </a:lnTo>
                  <a:lnTo>
                    <a:pt x="5294" y="3746"/>
                  </a:lnTo>
                  <a:lnTo>
                    <a:pt x="5336" y="3704"/>
                  </a:lnTo>
                  <a:lnTo>
                    <a:pt x="5420" y="3641"/>
                  </a:lnTo>
                  <a:lnTo>
                    <a:pt x="5650" y="3537"/>
                  </a:lnTo>
                  <a:lnTo>
                    <a:pt x="5734" y="3558"/>
                  </a:lnTo>
                  <a:lnTo>
                    <a:pt x="5755" y="3600"/>
                  </a:lnTo>
                  <a:lnTo>
                    <a:pt x="5796" y="3600"/>
                  </a:lnTo>
                  <a:lnTo>
                    <a:pt x="5817" y="3662"/>
                  </a:lnTo>
                  <a:lnTo>
                    <a:pt x="5859" y="3662"/>
                  </a:lnTo>
                  <a:lnTo>
                    <a:pt x="5943" y="3621"/>
                  </a:lnTo>
                  <a:lnTo>
                    <a:pt x="6068" y="3621"/>
                  </a:lnTo>
                  <a:lnTo>
                    <a:pt x="6152" y="3600"/>
                  </a:lnTo>
                  <a:lnTo>
                    <a:pt x="6236" y="3600"/>
                  </a:lnTo>
                  <a:lnTo>
                    <a:pt x="6320" y="3495"/>
                  </a:lnTo>
                  <a:lnTo>
                    <a:pt x="6278" y="3453"/>
                  </a:lnTo>
                  <a:lnTo>
                    <a:pt x="6278" y="3411"/>
                  </a:lnTo>
                  <a:lnTo>
                    <a:pt x="6361" y="3411"/>
                  </a:lnTo>
                  <a:lnTo>
                    <a:pt x="6445" y="3453"/>
                  </a:lnTo>
                  <a:lnTo>
                    <a:pt x="6633" y="3453"/>
                  </a:lnTo>
                  <a:lnTo>
                    <a:pt x="6675" y="3495"/>
                  </a:lnTo>
                  <a:lnTo>
                    <a:pt x="6759" y="3516"/>
                  </a:lnTo>
                  <a:lnTo>
                    <a:pt x="6843" y="3558"/>
                  </a:lnTo>
                  <a:lnTo>
                    <a:pt x="7073" y="3558"/>
                  </a:lnTo>
                  <a:lnTo>
                    <a:pt x="7094" y="3600"/>
                  </a:lnTo>
                  <a:lnTo>
                    <a:pt x="7282" y="3516"/>
                  </a:lnTo>
                  <a:lnTo>
                    <a:pt x="7408" y="3516"/>
                  </a:lnTo>
                  <a:lnTo>
                    <a:pt x="7512" y="3558"/>
                  </a:lnTo>
                  <a:lnTo>
                    <a:pt x="7533" y="3600"/>
                  </a:lnTo>
                  <a:lnTo>
                    <a:pt x="7533" y="3558"/>
                  </a:lnTo>
                  <a:lnTo>
                    <a:pt x="7491" y="3495"/>
                  </a:lnTo>
                  <a:lnTo>
                    <a:pt x="7387" y="3432"/>
                  </a:lnTo>
                  <a:lnTo>
                    <a:pt x="7303" y="3390"/>
                  </a:lnTo>
                  <a:lnTo>
                    <a:pt x="7303" y="3202"/>
                  </a:lnTo>
                  <a:lnTo>
                    <a:pt x="7303" y="3139"/>
                  </a:lnTo>
                  <a:lnTo>
                    <a:pt x="7219" y="3077"/>
                  </a:lnTo>
                  <a:lnTo>
                    <a:pt x="7010" y="3035"/>
                  </a:lnTo>
                  <a:lnTo>
                    <a:pt x="6968" y="2972"/>
                  </a:lnTo>
                  <a:lnTo>
                    <a:pt x="6989" y="2867"/>
                  </a:lnTo>
                  <a:lnTo>
                    <a:pt x="6947" y="2805"/>
                  </a:lnTo>
                  <a:lnTo>
                    <a:pt x="6843" y="2784"/>
                  </a:lnTo>
                  <a:lnTo>
                    <a:pt x="6780" y="2721"/>
                  </a:lnTo>
                  <a:lnTo>
                    <a:pt x="6759" y="2553"/>
                  </a:lnTo>
                  <a:lnTo>
                    <a:pt x="6738" y="2491"/>
                  </a:lnTo>
                  <a:lnTo>
                    <a:pt x="6550" y="2365"/>
                  </a:lnTo>
                  <a:lnTo>
                    <a:pt x="6487" y="2386"/>
                  </a:lnTo>
                  <a:lnTo>
                    <a:pt x="6382" y="2344"/>
                  </a:lnTo>
                  <a:lnTo>
                    <a:pt x="6361" y="2365"/>
                  </a:lnTo>
                  <a:lnTo>
                    <a:pt x="6257" y="2344"/>
                  </a:lnTo>
                  <a:lnTo>
                    <a:pt x="6131" y="2240"/>
                  </a:lnTo>
                  <a:lnTo>
                    <a:pt x="6173" y="2177"/>
                  </a:lnTo>
                  <a:lnTo>
                    <a:pt x="6215" y="2135"/>
                  </a:lnTo>
                  <a:lnTo>
                    <a:pt x="6278" y="2072"/>
                  </a:lnTo>
                  <a:lnTo>
                    <a:pt x="6320" y="1989"/>
                  </a:lnTo>
                  <a:lnTo>
                    <a:pt x="6257" y="1926"/>
                  </a:lnTo>
                  <a:lnTo>
                    <a:pt x="6152" y="1926"/>
                  </a:lnTo>
                  <a:lnTo>
                    <a:pt x="6048" y="1863"/>
                  </a:lnTo>
                  <a:lnTo>
                    <a:pt x="6006" y="1779"/>
                  </a:lnTo>
                  <a:lnTo>
                    <a:pt x="5922" y="1737"/>
                  </a:lnTo>
                  <a:lnTo>
                    <a:pt x="5817" y="1737"/>
                  </a:lnTo>
                  <a:lnTo>
                    <a:pt x="5692" y="1654"/>
                  </a:lnTo>
                  <a:lnTo>
                    <a:pt x="5608" y="1612"/>
                  </a:lnTo>
                  <a:lnTo>
                    <a:pt x="5587" y="1465"/>
                  </a:lnTo>
                  <a:lnTo>
                    <a:pt x="5629" y="1403"/>
                  </a:lnTo>
                  <a:lnTo>
                    <a:pt x="5545" y="1361"/>
                  </a:lnTo>
                  <a:lnTo>
                    <a:pt x="5399" y="1361"/>
                  </a:lnTo>
                  <a:lnTo>
                    <a:pt x="5336" y="1424"/>
                  </a:lnTo>
                  <a:lnTo>
                    <a:pt x="5211" y="1424"/>
                  </a:lnTo>
                  <a:lnTo>
                    <a:pt x="5106" y="1340"/>
                  </a:lnTo>
                  <a:lnTo>
                    <a:pt x="5106" y="1152"/>
                  </a:lnTo>
                  <a:lnTo>
                    <a:pt x="5169" y="1047"/>
                  </a:lnTo>
                  <a:lnTo>
                    <a:pt x="5190" y="1005"/>
                  </a:lnTo>
                  <a:lnTo>
                    <a:pt x="5211" y="880"/>
                  </a:lnTo>
                  <a:lnTo>
                    <a:pt x="5190" y="796"/>
                  </a:lnTo>
                  <a:lnTo>
                    <a:pt x="5085" y="566"/>
                  </a:lnTo>
                  <a:lnTo>
                    <a:pt x="4918" y="377"/>
                  </a:lnTo>
                  <a:lnTo>
                    <a:pt x="4897" y="294"/>
                  </a:lnTo>
                  <a:lnTo>
                    <a:pt x="4771" y="189"/>
                  </a:lnTo>
                  <a:lnTo>
                    <a:pt x="4813" y="168"/>
                  </a:lnTo>
                  <a:lnTo>
                    <a:pt x="4813" y="84"/>
                  </a:lnTo>
                  <a:lnTo>
                    <a:pt x="475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9" name="Google Shape;7861;p67">
              <a:extLst>
                <a:ext uri="{FF2B5EF4-FFF2-40B4-BE49-F238E27FC236}">
                  <a16:creationId xmlns:a16="http://schemas.microsoft.com/office/drawing/2014/main" id="{697D1BA0-BB9D-904E-28D9-23A5279CABB1}"/>
                </a:ext>
              </a:extLst>
            </p:cNvPr>
            <p:cNvSpPr/>
            <p:nvPr/>
          </p:nvSpPr>
          <p:spPr>
            <a:xfrm>
              <a:off x="3821225" y="2747900"/>
              <a:ext cx="223400" cy="207700"/>
            </a:xfrm>
            <a:custGeom>
              <a:avLst/>
              <a:gdLst/>
              <a:ahLst/>
              <a:cxnLst/>
              <a:rect l="l" t="t" r="r" b="b"/>
              <a:pathLst>
                <a:path w="8936" h="8308" extrusionOk="0">
                  <a:moveTo>
                    <a:pt x="1068" y="1"/>
                  </a:moveTo>
                  <a:lnTo>
                    <a:pt x="1047" y="42"/>
                  </a:lnTo>
                  <a:lnTo>
                    <a:pt x="1089" y="252"/>
                  </a:lnTo>
                  <a:lnTo>
                    <a:pt x="1152" y="314"/>
                  </a:lnTo>
                  <a:lnTo>
                    <a:pt x="1026" y="482"/>
                  </a:lnTo>
                  <a:lnTo>
                    <a:pt x="670" y="691"/>
                  </a:lnTo>
                  <a:lnTo>
                    <a:pt x="670" y="775"/>
                  </a:lnTo>
                  <a:lnTo>
                    <a:pt x="566" y="900"/>
                  </a:lnTo>
                  <a:lnTo>
                    <a:pt x="440" y="900"/>
                  </a:lnTo>
                  <a:lnTo>
                    <a:pt x="357" y="963"/>
                  </a:lnTo>
                  <a:lnTo>
                    <a:pt x="357" y="1047"/>
                  </a:lnTo>
                  <a:lnTo>
                    <a:pt x="336" y="1109"/>
                  </a:lnTo>
                  <a:lnTo>
                    <a:pt x="398" y="1298"/>
                  </a:lnTo>
                  <a:lnTo>
                    <a:pt x="398" y="1423"/>
                  </a:lnTo>
                  <a:lnTo>
                    <a:pt x="357" y="1465"/>
                  </a:lnTo>
                  <a:lnTo>
                    <a:pt x="357" y="1507"/>
                  </a:lnTo>
                  <a:lnTo>
                    <a:pt x="336" y="1570"/>
                  </a:lnTo>
                  <a:lnTo>
                    <a:pt x="294" y="1674"/>
                  </a:lnTo>
                  <a:lnTo>
                    <a:pt x="189" y="1716"/>
                  </a:lnTo>
                  <a:lnTo>
                    <a:pt x="147" y="1737"/>
                  </a:lnTo>
                  <a:lnTo>
                    <a:pt x="85" y="1737"/>
                  </a:lnTo>
                  <a:lnTo>
                    <a:pt x="22" y="1800"/>
                  </a:lnTo>
                  <a:lnTo>
                    <a:pt x="22" y="2009"/>
                  </a:lnTo>
                  <a:lnTo>
                    <a:pt x="85" y="2030"/>
                  </a:lnTo>
                  <a:lnTo>
                    <a:pt x="147" y="2156"/>
                  </a:lnTo>
                  <a:lnTo>
                    <a:pt x="147" y="2553"/>
                  </a:lnTo>
                  <a:lnTo>
                    <a:pt x="189" y="2762"/>
                  </a:lnTo>
                  <a:lnTo>
                    <a:pt x="189" y="2825"/>
                  </a:lnTo>
                  <a:lnTo>
                    <a:pt x="189" y="3139"/>
                  </a:lnTo>
                  <a:lnTo>
                    <a:pt x="252" y="3286"/>
                  </a:lnTo>
                  <a:lnTo>
                    <a:pt x="210" y="3599"/>
                  </a:lnTo>
                  <a:lnTo>
                    <a:pt x="189" y="3662"/>
                  </a:lnTo>
                  <a:lnTo>
                    <a:pt x="231" y="3788"/>
                  </a:lnTo>
                  <a:lnTo>
                    <a:pt x="252" y="3997"/>
                  </a:lnTo>
                  <a:lnTo>
                    <a:pt x="210" y="4081"/>
                  </a:lnTo>
                  <a:lnTo>
                    <a:pt x="85" y="4185"/>
                  </a:lnTo>
                  <a:lnTo>
                    <a:pt x="43" y="4227"/>
                  </a:lnTo>
                  <a:lnTo>
                    <a:pt x="1" y="4290"/>
                  </a:lnTo>
                  <a:lnTo>
                    <a:pt x="85" y="4353"/>
                  </a:lnTo>
                  <a:lnTo>
                    <a:pt x="210" y="4541"/>
                  </a:lnTo>
                  <a:lnTo>
                    <a:pt x="315" y="4771"/>
                  </a:lnTo>
                  <a:lnTo>
                    <a:pt x="357" y="4813"/>
                  </a:lnTo>
                  <a:lnTo>
                    <a:pt x="398" y="4938"/>
                  </a:lnTo>
                  <a:lnTo>
                    <a:pt x="357" y="5022"/>
                  </a:lnTo>
                  <a:lnTo>
                    <a:pt x="398" y="5169"/>
                  </a:lnTo>
                  <a:lnTo>
                    <a:pt x="440" y="5252"/>
                  </a:lnTo>
                  <a:lnTo>
                    <a:pt x="461" y="5357"/>
                  </a:lnTo>
                  <a:lnTo>
                    <a:pt x="545" y="5441"/>
                  </a:lnTo>
                  <a:lnTo>
                    <a:pt x="984" y="5441"/>
                  </a:lnTo>
                  <a:lnTo>
                    <a:pt x="1089" y="5503"/>
                  </a:lnTo>
                  <a:lnTo>
                    <a:pt x="1173" y="5650"/>
                  </a:lnTo>
                  <a:lnTo>
                    <a:pt x="1277" y="5880"/>
                  </a:lnTo>
                  <a:lnTo>
                    <a:pt x="1340" y="5922"/>
                  </a:lnTo>
                  <a:lnTo>
                    <a:pt x="1403" y="6006"/>
                  </a:lnTo>
                  <a:lnTo>
                    <a:pt x="1486" y="6089"/>
                  </a:lnTo>
                  <a:lnTo>
                    <a:pt x="2491" y="6319"/>
                  </a:lnTo>
                  <a:lnTo>
                    <a:pt x="2595" y="6424"/>
                  </a:lnTo>
                  <a:lnTo>
                    <a:pt x="3118" y="6215"/>
                  </a:lnTo>
                  <a:lnTo>
                    <a:pt x="3746" y="5964"/>
                  </a:lnTo>
                  <a:lnTo>
                    <a:pt x="8391" y="8307"/>
                  </a:lnTo>
                  <a:lnTo>
                    <a:pt x="8391" y="8098"/>
                  </a:lnTo>
                  <a:lnTo>
                    <a:pt x="8935" y="8056"/>
                  </a:lnTo>
                  <a:lnTo>
                    <a:pt x="8705" y="2344"/>
                  </a:lnTo>
                  <a:lnTo>
                    <a:pt x="8621" y="2051"/>
                  </a:lnTo>
                  <a:lnTo>
                    <a:pt x="8580" y="1905"/>
                  </a:lnTo>
                  <a:lnTo>
                    <a:pt x="8621" y="1716"/>
                  </a:lnTo>
                  <a:lnTo>
                    <a:pt x="8705" y="1507"/>
                  </a:lnTo>
                  <a:lnTo>
                    <a:pt x="8705" y="1381"/>
                  </a:lnTo>
                  <a:lnTo>
                    <a:pt x="8663" y="1214"/>
                  </a:lnTo>
                  <a:lnTo>
                    <a:pt x="8705" y="984"/>
                  </a:lnTo>
                  <a:lnTo>
                    <a:pt x="8726" y="879"/>
                  </a:lnTo>
                  <a:lnTo>
                    <a:pt x="8684" y="733"/>
                  </a:lnTo>
                  <a:lnTo>
                    <a:pt x="8600" y="649"/>
                  </a:lnTo>
                  <a:lnTo>
                    <a:pt x="8496" y="628"/>
                  </a:lnTo>
                  <a:lnTo>
                    <a:pt x="8391" y="649"/>
                  </a:lnTo>
                  <a:lnTo>
                    <a:pt x="7994" y="586"/>
                  </a:lnTo>
                  <a:lnTo>
                    <a:pt x="7931" y="524"/>
                  </a:lnTo>
                  <a:lnTo>
                    <a:pt x="7764" y="524"/>
                  </a:lnTo>
                  <a:lnTo>
                    <a:pt x="7575" y="461"/>
                  </a:lnTo>
                  <a:lnTo>
                    <a:pt x="7533" y="377"/>
                  </a:lnTo>
                  <a:lnTo>
                    <a:pt x="7575" y="356"/>
                  </a:lnTo>
                  <a:lnTo>
                    <a:pt x="7554" y="314"/>
                  </a:lnTo>
                  <a:lnTo>
                    <a:pt x="7324" y="168"/>
                  </a:lnTo>
                  <a:lnTo>
                    <a:pt x="7199" y="168"/>
                  </a:lnTo>
                  <a:lnTo>
                    <a:pt x="7010" y="126"/>
                  </a:lnTo>
                  <a:lnTo>
                    <a:pt x="6948" y="105"/>
                  </a:lnTo>
                  <a:lnTo>
                    <a:pt x="6885" y="147"/>
                  </a:lnTo>
                  <a:lnTo>
                    <a:pt x="6780" y="63"/>
                  </a:lnTo>
                  <a:lnTo>
                    <a:pt x="6717" y="63"/>
                  </a:lnTo>
                  <a:lnTo>
                    <a:pt x="6529" y="168"/>
                  </a:lnTo>
                  <a:lnTo>
                    <a:pt x="6257" y="210"/>
                  </a:lnTo>
                  <a:lnTo>
                    <a:pt x="6006" y="314"/>
                  </a:lnTo>
                  <a:lnTo>
                    <a:pt x="5880" y="440"/>
                  </a:lnTo>
                  <a:lnTo>
                    <a:pt x="5839" y="586"/>
                  </a:lnTo>
                  <a:lnTo>
                    <a:pt x="5776" y="670"/>
                  </a:lnTo>
                  <a:lnTo>
                    <a:pt x="5755" y="963"/>
                  </a:lnTo>
                  <a:lnTo>
                    <a:pt x="5859" y="1109"/>
                  </a:lnTo>
                  <a:lnTo>
                    <a:pt x="5943" y="1361"/>
                  </a:lnTo>
                  <a:lnTo>
                    <a:pt x="5880" y="1486"/>
                  </a:lnTo>
                  <a:lnTo>
                    <a:pt x="5734" y="1633"/>
                  </a:lnTo>
                  <a:lnTo>
                    <a:pt x="5692" y="1695"/>
                  </a:lnTo>
                  <a:lnTo>
                    <a:pt x="5525" y="1842"/>
                  </a:lnTo>
                  <a:lnTo>
                    <a:pt x="5378" y="1905"/>
                  </a:lnTo>
                  <a:lnTo>
                    <a:pt x="5148" y="1800"/>
                  </a:lnTo>
                  <a:lnTo>
                    <a:pt x="4918" y="1612"/>
                  </a:lnTo>
                  <a:lnTo>
                    <a:pt x="4730" y="1486"/>
                  </a:lnTo>
                  <a:lnTo>
                    <a:pt x="4479" y="1319"/>
                  </a:lnTo>
                  <a:lnTo>
                    <a:pt x="4060" y="1172"/>
                  </a:lnTo>
                  <a:lnTo>
                    <a:pt x="3872" y="1151"/>
                  </a:lnTo>
                  <a:lnTo>
                    <a:pt x="3788" y="1172"/>
                  </a:lnTo>
                  <a:lnTo>
                    <a:pt x="3579" y="1172"/>
                  </a:lnTo>
                  <a:lnTo>
                    <a:pt x="3390" y="1068"/>
                  </a:lnTo>
                  <a:lnTo>
                    <a:pt x="3223" y="733"/>
                  </a:lnTo>
                  <a:lnTo>
                    <a:pt x="3223" y="545"/>
                  </a:lnTo>
                  <a:lnTo>
                    <a:pt x="3056" y="356"/>
                  </a:lnTo>
                  <a:lnTo>
                    <a:pt x="2700" y="314"/>
                  </a:lnTo>
                  <a:lnTo>
                    <a:pt x="2512" y="168"/>
                  </a:lnTo>
                  <a:lnTo>
                    <a:pt x="2198" y="168"/>
                  </a:lnTo>
                  <a:lnTo>
                    <a:pt x="2010" y="105"/>
                  </a:lnTo>
                  <a:lnTo>
                    <a:pt x="1591" y="168"/>
                  </a:lnTo>
                  <a:lnTo>
                    <a:pt x="1298" y="126"/>
                  </a:lnTo>
                  <a:lnTo>
                    <a:pt x="1194" y="21"/>
                  </a:lnTo>
                  <a:lnTo>
                    <a:pt x="106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0" name="Google Shape;7862;p67">
              <a:extLst>
                <a:ext uri="{FF2B5EF4-FFF2-40B4-BE49-F238E27FC236}">
                  <a16:creationId xmlns:a16="http://schemas.microsoft.com/office/drawing/2014/main" id="{7BF7A72B-9F3D-53E6-F56C-B63882E9F248}"/>
                </a:ext>
              </a:extLst>
            </p:cNvPr>
            <p:cNvSpPr/>
            <p:nvPr/>
          </p:nvSpPr>
          <p:spPr>
            <a:xfrm>
              <a:off x="3792975" y="2679900"/>
              <a:ext cx="57050" cy="111450"/>
            </a:xfrm>
            <a:custGeom>
              <a:avLst/>
              <a:gdLst/>
              <a:ahLst/>
              <a:cxnLst/>
              <a:rect l="l" t="t" r="r" b="b"/>
              <a:pathLst>
                <a:path w="2282" h="4458" extrusionOk="0">
                  <a:moveTo>
                    <a:pt x="1235" y="0"/>
                  </a:moveTo>
                  <a:lnTo>
                    <a:pt x="1110" y="21"/>
                  </a:lnTo>
                  <a:lnTo>
                    <a:pt x="1110" y="105"/>
                  </a:lnTo>
                  <a:lnTo>
                    <a:pt x="1026" y="21"/>
                  </a:lnTo>
                  <a:lnTo>
                    <a:pt x="859" y="42"/>
                  </a:lnTo>
                  <a:lnTo>
                    <a:pt x="650" y="147"/>
                  </a:lnTo>
                  <a:lnTo>
                    <a:pt x="524" y="272"/>
                  </a:lnTo>
                  <a:lnTo>
                    <a:pt x="503" y="356"/>
                  </a:lnTo>
                  <a:lnTo>
                    <a:pt x="524" y="440"/>
                  </a:lnTo>
                  <a:lnTo>
                    <a:pt x="503" y="586"/>
                  </a:lnTo>
                  <a:lnTo>
                    <a:pt x="503" y="775"/>
                  </a:lnTo>
                  <a:lnTo>
                    <a:pt x="399" y="1047"/>
                  </a:lnTo>
                  <a:lnTo>
                    <a:pt x="440" y="1193"/>
                  </a:lnTo>
                  <a:lnTo>
                    <a:pt x="503" y="1298"/>
                  </a:lnTo>
                  <a:lnTo>
                    <a:pt x="524" y="1319"/>
                  </a:lnTo>
                  <a:lnTo>
                    <a:pt x="482" y="1381"/>
                  </a:lnTo>
                  <a:lnTo>
                    <a:pt x="419" y="1465"/>
                  </a:lnTo>
                  <a:lnTo>
                    <a:pt x="503" y="1528"/>
                  </a:lnTo>
                  <a:lnTo>
                    <a:pt x="440" y="1591"/>
                  </a:lnTo>
                  <a:lnTo>
                    <a:pt x="419" y="1800"/>
                  </a:lnTo>
                  <a:lnTo>
                    <a:pt x="336" y="1842"/>
                  </a:lnTo>
                  <a:lnTo>
                    <a:pt x="294" y="1925"/>
                  </a:lnTo>
                  <a:lnTo>
                    <a:pt x="210" y="1946"/>
                  </a:lnTo>
                  <a:lnTo>
                    <a:pt x="85" y="2114"/>
                  </a:lnTo>
                  <a:lnTo>
                    <a:pt x="1" y="2365"/>
                  </a:lnTo>
                  <a:lnTo>
                    <a:pt x="64" y="2407"/>
                  </a:lnTo>
                  <a:lnTo>
                    <a:pt x="106" y="2553"/>
                  </a:lnTo>
                  <a:lnTo>
                    <a:pt x="85" y="2616"/>
                  </a:lnTo>
                  <a:lnTo>
                    <a:pt x="168" y="2741"/>
                  </a:lnTo>
                  <a:lnTo>
                    <a:pt x="210" y="2741"/>
                  </a:lnTo>
                  <a:lnTo>
                    <a:pt x="399" y="2888"/>
                  </a:lnTo>
                  <a:lnTo>
                    <a:pt x="419" y="3034"/>
                  </a:lnTo>
                  <a:lnTo>
                    <a:pt x="545" y="3076"/>
                  </a:lnTo>
                  <a:lnTo>
                    <a:pt x="608" y="3139"/>
                  </a:lnTo>
                  <a:lnTo>
                    <a:pt x="712" y="3160"/>
                  </a:lnTo>
                  <a:lnTo>
                    <a:pt x="838" y="3306"/>
                  </a:lnTo>
                  <a:lnTo>
                    <a:pt x="1215" y="4457"/>
                  </a:lnTo>
                  <a:lnTo>
                    <a:pt x="1277" y="4457"/>
                  </a:lnTo>
                  <a:lnTo>
                    <a:pt x="1319" y="4436"/>
                  </a:lnTo>
                  <a:lnTo>
                    <a:pt x="1424" y="4394"/>
                  </a:lnTo>
                  <a:lnTo>
                    <a:pt x="1466" y="4290"/>
                  </a:lnTo>
                  <a:lnTo>
                    <a:pt x="1487" y="4227"/>
                  </a:lnTo>
                  <a:lnTo>
                    <a:pt x="1487" y="4185"/>
                  </a:lnTo>
                  <a:lnTo>
                    <a:pt x="1528" y="4143"/>
                  </a:lnTo>
                  <a:lnTo>
                    <a:pt x="1528" y="4018"/>
                  </a:lnTo>
                  <a:lnTo>
                    <a:pt x="1466" y="3829"/>
                  </a:lnTo>
                  <a:lnTo>
                    <a:pt x="1487" y="3767"/>
                  </a:lnTo>
                  <a:lnTo>
                    <a:pt x="1487" y="3683"/>
                  </a:lnTo>
                  <a:lnTo>
                    <a:pt x="1570" y="3620"/>
                  </a:lnTo>
                  <a:lnTo>
                    <a:pt x="1696" y="3620"/>
                  </a:lnTo>
                  <a:lnTo>
                    <a:pt x="1800" y="3495"/>
                  </a:lnTo>
                  <a:lnTo>
                    <a:pt x="1800" y="3411"/>
                  </a:lnTo>
                  <a:lnTo>
                    <a:pt x="2156" y="3202"/>
                  </a:lnTo>
                  <a:lnTo>
                    <a:pt x="2282" y="3034"/>
                  </a:lnTo>
                  <a:lnTo>
                    <a:pt x="2219" y="2972"/>
                  </a:lnTo>
                  <a:lnTo>
                    <a:pt x="2177" y="2762"/>
                  </a:lnTo>
                  <a:lnTo>
                    <a:pt x="2198" y="2721"/>
                  </a:lnTo>
                  <a:lnTo>
                    <a:pt x="2156" y="2679"/>
                  </a:lnTo>
                  <a:lnTo>
                    <a:pt x="1968" y="2574"/>
                  </a:lnTo>
                  <a:lnTo>
                    <a:pt x="1947" y="2532"/>
                  </a:lnTo>
                  <a:lnTo>
                    <a:pt x="1947" y="2448"/>
                  </a:lnTo>
                  <a:lnTo>
                    <a:pt x="1863" y="2407"/>
                  </a:lnTo>
                  <a:lnTo>
                    <a:pt x="1842" y="2428"/>
                  </a:lnTo>
                  <a:lnTo>
                    <a:pt x="1842" y="2469"/>
                  </a:lnTo>
                  <a:lnTo>
                    <a:pt x="1779" y="2511"/>
                  </a:lnTo>
                  <a:lnTo>
                    <a:pt x="1696" y="2469"/>
                  </a:lnTo>
                  <a:lnTo>
                    <a:pt x="1675" y="2365"/>
                  </a:lnTo>
                  <a:lnTo>
                    <a:pt x="1591" y="2407"/>
                  </a:lnTo>
                  <a:lnTo>
                    <a:pt x="1424" y="2260"/>
                  </a:lnTo>
                  <a:lnTo>
                    <a:pt x="1340" y="2114"/>
                  </a:lnTo>
                  <a:lnTo>
                    <a:pt x="1382" y="1925"/>
                  </a:lnTo>
                  <a:lnTo>
                    <a:pt x="1675" y="1737"/>
                  </a:lnTo>
                  <a:lnTo>
                    <a:pt x="1842" y="1570"/>
                  </a:lnTo>
                  <a:lnTo>
                    <a:pt x="1884" y="1507"/>
                  </a:lnTo>
                  <a:lnTo>
                    <a:pt x="1842" y="1465"/>
                  </a:lnTo>
                  <a:lnTo>
                    <a:pt x="1884" y="1381"/>
                  </a:lnTo>
                  <a:lnTo>
                    <a:pt x="1863" y="1298"/>
                  </a:lnTo>
                  <a:lnTo>
                    <a:pt x="1842" y="1277"/>
                  </a:lnTo>
                  <a:lnTo>
                    <a:pt x="1842" y="1088"/>
                  </a:lnTo>
                  <a:lnTo>
                    <a:pt x="1654" y="1005"/>
                  </a:lnTo>
                  <a:lnTo>
                    <a:pt x="1528" y="837"/>
                  </a:lnTo>
                  <a:lnTo>
                    <a:pt x="1549" y="670"/>
                  </a:lnTo>
                  <a:lnTo>
                    <a:pt x="1675" y="586"/>
                  </a:lnTo>
                  <a:lnTo>
                    <a:pt x="1696" y="482"/>
                  </a:lnTo>
                  <a:lnTo>
                    <a:pt x="1800" y="314"/>
                  </a:lnTo>
                  <a:lnTo>
                    <a:pt x="1800" y="210"/>
                  </a:lnTo>
                  <a:lnTo>
                    <a:pt x="1759" y="147"/>
                  </a:lnTo>
                  <a:lnTo>
                    <a:pt x="1549" y="335"/>
                  </a:lnTo>
                  <a:lnTo>
                    <a:pt x="1487" y="419"/>
                  </a:lnTo>
                  <a:lnTo>
                    <a:pt x="1424" y="377"/>
                  </a:lnTo>
                  <a:lnTo>
                    <a:pt x="1340" y="168"/>
                  </a:lnTo>
                  <a:lnTo>
                    <a:pt x="1277" y="168"/>
                  </a:lnTo>
                  <a:lnTo>
                    <a:pt x="1277" y="63"/>
                  </a:lnTo>
                  <a:lnTo>
                    <a:pt x="123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1" name="Google Shape;7863;p67">
              <a:extLst>
                <a:ext uri="{FF2B5EF4-FFF2-40B4-BE49-F238E27FC236}">
                  <a16:creationId xmlns:a16="http://schemas.microsoft.com/office/drawing/2014/main" id="{B197D74C-C758-34ED-342C-0D9A0371CCB9}"/>
                </a:ext>
              </a:extLst>
            </p:cNvPr>
            <p:cNvSpPr/>
            <p:nvPr/>
          </p:nvSpPr>
          <p:spPr>
            <a:xfrm>
              <a:off x="3568575" y="2683550"/>
              <a:ext cx="289825" cy="280400"/>
            </a:xfrm>
            <a:custGeom>
              <a:avLst/>
              <a:gdLst/>
              <a:ahLst/>
              <a:cxnLst/>
              <a:rect l="l" t="t" r="r" b="b"/>
              <a:pathLst>
                <a:path w="11593" h="11216" extrusionOk="0">
                  <a:moveTo>
                    <a:pt x="8307" y="1"/>
                  </a:moveTo>
                  <a:lnTo>
                    <a:pt x="8161" y="22"/>
                  </a:lnTo>
                  <a:lnTo>
                    <a:pt x="8140" y="106"/>
                  </a:lnTo>
                  <a:lnTo>
                    <a:pt x="8035" y="126"/>
                  </a:lnTo>
                  <a:lnTo>
                    <a:pt x="7994" y="210"/>
                  </a:lnTo>
                  <a:lnTo>
                    <a:pt x="7910" y="189"/>
                  </a:lnTo>
                  <a:lnTo>
                    <a:pt x="7805" y="189"/>
                  </a:lnTo>
                  <a:lnTo>
                    <a:pt x="7701" y="294"/>
                  </a:lnTo>
                  <a:lnTo>
                    <a:pt x="7575" y="294"/>
                  </a:lnTo>
                  <a:lnTo>
                    <a:pt x="7491" y="168"/>
                  </a:lnTo>
                  <a:lnTo>
                    <a:pt x="7324" y="168"/>
                  </a:lnTo>
                  <a:lnTo>
                    <a:pt x="7261" y="126"/>
                  </a:lnTo>
                  <a:lnTo>
                    <a:pt x="7115" y="168"/>
                  </a:lnTo>
                  <a:lnTo>
                    <a:pt x="6989" y="126"/>
                  </a:lnTo>
                  <a:lnTo>
                    <a:pt x="6947" y="168"/>
                  </a:lnTo>
                  <a:lnTo>
                    <a:pt x="6843" y="106"/>
                  </a:lnTo>
                  <a:lnTo>
                    <a:pt x="6759" y="126"/>
                  </a:lnTo>
                  <a:lnTo>
                    <a:pt x="6696" y="273"/>
                  </a:lnTo>
                  <a:lnTo>
                    <a:pt x="6571" y="273"/>
                  </a:lnTo>
                  <a:lnTo>
                    <a:pt x="6466" y="210"/>
                  </a:lnTo>
                  <a:lnTo>
                    <a:pt x="6320" y="336"/>
                  </a:lnTo>
                  <a:lnTo>
                    <a:pt x="6236" y="336"/>
                  </a:lnTo>
                  <a:lnTo>
                    <a:pt x="6110" y="273"/>
                  </a:lnTo>
                  <a:lnTo>
                    <a:pt x="5964" y="315"/>
                  </a:lnTo>
                  <a:lnTo>
                    <a:pt x="5629" y="315"/>
                  </a:lnTo>
                  <a:lnTo>
                    <a:pt x="5336" y="524"/>
                  </a:lnTo>
                  <a:lnTo>
                    <a:pt x="5190" y="545"/>
                  </a:lnTo>
                  <a:lnTo>
                    <a:pt x="5106" y="545"/>
                  </a:lnTo>
                  <a:lnTo>
                    <a:pt x="4981" y="629"/>
                  </a:lnTo>
                  <a:lnTo>
                    <a:pt x="4960" y="712"/>
                  </a:lnTo>
                  <a:lnTo>
                    <a:pt x="4897" y="817"/>
                  </a:lnTo>
                  <a:lnTo>
                    <a:pt x="4813" y="817"/>
                  </a:lnTo>
                  <a:lnTo>
                    <a:pt x="4792" y="796"/>
                  </a:lnTo>
                  <a:lnTo>
                    <a:pt x="4709" y="796"/>
                  </a:lnTo>
                  <a:lnTo>
                    <a:pt x="4646" y="817"/>
                  </a:lnTo>
                  <a:lnTo>
                    <a:pt x="4604" y="859"/>
                  </a:lnTo>
                  <a:lnTo>
                    <a:pt x="4457" y="901"/>
                  </a:lnTo>
                  <a:lnTo>
                    <a:pt x="4332" y="942"/>
                  </a:lnTo>
                  <a:lnTo>
                    <a:pt x="4248" y="1026"/>
                  </a:lnTo>
                  <a:lnTo>
                    <a:pt x="4227" y="1068"/>
                  </a:lnTo>
                  <a:lnTo>
                    <a:pt x="4123" y="1214"/>
                  </a:lnTo>
                  <a:lnTo>
                    <a:pt x="3934" y="1256"/>
                  </a:lnTo>
                  <a:lnTo>
                    <a:pt x="3767" y="1256"/>
                  </a:lnTo>
                  <a:lnTo>
                    <a:pt x="3830" y="1340"/>
                  </a:lnTo>
                  <a:lnTo>
                    <a:pt x="3851" y="1382"/>
                  </a:lnTo>
                  <a:lnTo>
                    <a:pt x="3913" y="1486"/>
                  </a:lnTo>
                  <a:lnTo>
                    <a:pt x="3934" y="1591"/>
                  </a:lnTo>
                  <a:lnTo>
                    <a:pt x="3955" y="1633"/>
                  </a:lnTo>
                  <a:lnTo>
                    <a:pt x="3955" y="1800"/>
                  </a:lnTo>
                  <a:lnTo>
                    <a:pt x="3955" y="2051"/>
                  </a:lnTo>
                  <a:lnTo>
                    <a:pt x="3976" y="2114"/>
                  </a:lnTo>
                  <a:lnTo>
                    <a:pt x="4039" y="2575"/>
                  </a:lnTo>
                  <a:lnTo>
                    <a:pt x="4123" y="2721"/>
                  </a:lnTo>
                  <a:lnTo>
                    <a:pt x="4144" y="2847"/>
                  </a:lnTo>
                  <a:lnTo>
                    <a:pt x="4227" y="2847"/>
                  </a:lnTo>
                  <a:lnTo>
                    <a:pt x="4269" y="2909"/>
                  </a:lnTo>
                  <a:lnTo>
                    <a:pt x="4353" y="2930"/>
                  </a:lnTo>
                  <a:lnTo>
                    <a:pt x="4395" y="2951"/>
                  </a:lnTo>
                  <a:lnTo>
                    <a:pt x="4332" y="3119"/>
                  </a:lnTo>
                  <a:lnTo>
                    <a:pt x="4353" y="3160"/>
                  </a:lnTo>
                  <a:lnTo>
                    <a:pt x="4269" y="3265"/>
                  </a:lnTo>
                  <a:lnTo>
                    <a:pt x="3600" y="3265"/>
                  </a:lnTo>
                  <a:lnTo>
                    <a:pt x="3453" y="3307"/>
                  </a:lnTo>
                  <a:lnTo>
                    <a:pt x="3307" y="3516"/>
                  </a:lnTo>
                  <a:lnTo>
                    <a:pt x="3202" y="3621"/>
                  </a:lnTo>
                  <a:lnTo>
                    <a:pt x="3118" y="3746"/>
                  </a:lnTo>
                  <a:lnTo>
                    <a:pt x="3139" y="3935"/>
                  </a:lnTo>
                  <a:lnTo>
                    <a:pt x="3097" y="4060"/>
                  </a:lnTo>
                  <a:lnTo>
                    <a:pt x="2700" y="4311"/>
                  </a:lnTo>
                  <a:lnTo>
                    <a:pt x="2072" y="4688"/>
                  </a:lnTo>
                  <a:lnTo>
                    <a:pt x="1612" y="4939"/>
                  </a:lnTo>
                  <a:lnTo>
                    <a:pt x="1361" y="5002"/>
                  </a:lnTo>
                  <a:lnTo>
                    <a:pt x="1152" y="5002"/>
                  </a:lnTo>
                  <a:lnTo>
                    <a:pt x="1047" y="5043"/>
                  </a:lnTo>
                  <a:lnTo>
                    <a:pt x="880" y="5043"/>
                  </a:lnTo>
                  <a:lnTo>
                    <a:pt x="587" y="5106"/>
                  </a:lnTo>
                  <a:lnTo>
                    <a:pt x="398" y="5211"/>
                  </a:lnTo>
                  <a:lnTo>
                    <a:pt x="294" y="5357"/>
                  </a:lnTo>
                  <a:lnTo>
                    <a:pt x="43" y="5546"/>
                  </a:lnTo>
                  <a:lnTo>
                    <a:pt x="43" y="6048"/>
                  </a:lnTo>
                  <a:lnTo>
                    <a:pt x="1" y="6194"/>
                  </a:lnTo>
                  <a:lnTo>
                    <a:pt x="2093" y="7617"/>
                  </a:lnTo>
                  <a:lnTo>
                    <a:pt x="5901" y="10128"/>
                  </a:lnTo>
                  <a:lnTo>
                    <a:pt x="5943" y="10379"/>
                  </a:lnTo>
                  <a:lnTo>
                    <a:pt x="6069" y="10484"/>
                  </a:lnTo>
                  <a:lnTo>
                    <a:pt x="6278" y="10484"/>
                  </a:lnTo>
                  <a:lnTo>
                    <a:pt x="6445" y="10546"/>
                  </a:lnTo>
                  <a:lnTo>
                    <a:pt x="6550" y="10672"/>
                  </a:lnTo>
                  <a:lnTo>
                    <a:pt x="6696" y="10735"/>
                  </a:lnTo>
                  <a:lnTo>
                    <a:pt x="6801" y="10797"/>
                  </a:lnTo>
                  <a:lnTo>
                    <a:pt x="6801" y="10902"/>
                  </a:lnTo>
                  <a:lnTo>
                    <a:pt x="6738" y="11090"/>
                  </a:lnTo>
                  <a:lnTo>
                    <a:pt x="6780" y="11174"/>
                  </a:lnTo>
                  <a:lnTo>
                    <a:pt x="6906" y="11216"/>
                  </a:lnTo>
                  <a:lnTo>
                    <a:pt x="7178" y="11195"/>
                  </a:lnTo>
                  <a:lnTo>
                    <a:pt x="7408" y="11111"/>
                  </a:lnTo>
                  <a:lnTo>
                    <a:pt x="8266" y="10902"/>
                  </a:lnTo>
                  <a:lnTo>
                    <a:pt x="8998" y="10253"/>
                  </a:lnTo>
                  <a:lnTo>
                    <a:pt x="11592" y="8663"/>
                  </a:lnTo>
                  <a:lnTo>
                    <a:pt x="11509" y="8580"/>
                  </a:lnTo>
                  <a:lnTo>
                    <a:pt x="11446" y="8496"/>
                  </a:lnTo>
                  <a:lnTo>
                    <a:pt x="11383" y="8454"/>
                  </a:lnTo>
                  <a:lnTo>
                    <a:pt x="11279" y="8224"/>
                  </a:lnTo>
                  <a:lnTo>
                    <a:pt x="11195" y="8077"/>
                  </a:lnTo>
                  <a:lnTo>
                    <a:pt x="11090" y="8015"/>
                  </a:lnTo>
                  <a:lnTo>
                    <a:pt x="10651" y="8015"/>
                  </a:lnTo>
                  <a:lnTo>
                    <a:pt x="10567" y="7931"/>
                  </a:lnTo>
                  <a:lnTo>
                    <a:pt x="10546" y="7826"/>
                  </a:lnTo>
                  <a:lnTo>
                    <a:pt x="10504" y="7743"/>
                  </a:lnTo>
                  <a:lnTo>
                    <a:pt x="10463" y="7596"/>
                  </a:lnTo>
                  <a:lnTo>
                    <a:pt x="10504" y="7512"/>
                  </a:lnTo>
                  <a:lnTo>
                    <a:pt x="10463" y="7387"/>
                  </a:lnTo>
                  <a:lnTo>
                    <a:pt x="10421" y="7345"/>
                  </a:lnTo>
                  <a:lnTo>
                    <a:pt x="10316" y="7115"/>
                  </a:lnTo>
                  <a:lnTo>
                    <a:pt x="10191" y="6927"/>
                  </a:lnTo>
                  <a:lnTo>
                    <a:pt x="10107" y="6864"/>
                  </a:lnTo>
                  <a:lnTo>
                    <a:pt x="10149" y="6801"/>
                  </a:lnTo>
                  <a:lnTo>
                    <a:pt x="10191" y="6759"/>
                  </a:lnTo>
                  <a:lnTo>
                    <a:pt x="10316" y="6655"/>
                  </a:lnTo>
                  <a:lnTo>
                    <a:pt x="10358" y="6571"/>
                  </a:lnTo>
                  <a:lnTo>
                    <a:pt x="10337" y="6362"/>
                  </a:lnTo>
                  <a:lnTo>
                    <a:pt x="10295" y="6236"/>
                  </a:lnTo>
                  <a:lnTo>
                    <a:pt x="10316" y="6173"/>
                  </a:lnTo>
                  <a:lnTo>
                    <a:pt x="10358" y="5860"/>
                  </a:lnTo>
                  <a:lnTo>
                    <a:pt x="10295" y="5713"/>
                  </a:lnTo>
                  <a:lnTo>
                    <a:pt x="10295" y="5399"/>
                  </a:lnTo>
                  <a:lnTo>
                    <a:pt x="10295" y="5336"/>
                  </a:lnTo>
                  <a:lnTo>
                    <a:pt x="10253" y="5127"/>
                  </a:lnTo>
                  <a:lnTo>
                    <a:pt x="10253" y="4730"/>
                  </a:lnTo>
                  <a:lnTo>
                    <a:pt x="10191" y="4604"/>
                  </a:lnTo>
                  <a:lnTo>
                    <a:pt x="10128" y="4583"/>
                  </a:lnTo>
                  <a:lnTo>
                    <a:pt x="10128" y="4374"/>
                  </a:lnTo>
                  <a:lnTo>
                    <a:pt x="10191" y="4311"/>
                  </a:lnTo>
                  <a:lnTo>
                    <a:pt x="9814" y="3160"/>
                  </a:lnTo>
                  <a:lnTo>
                    <a:pt x="9688" y="3014"/>
                  </a:lnTo>
                  <a:lnTo>
                    <a:pt x="9584" y="2993"/>
                  </a:lnTo>
                  <a:lnTo>
                    <a:pt x="9521" y="2930"/>
                  </a:lnTo>
                  <a:lnTo>
                    <a:pt x="9395" y="2888"/>
                  </a:lnTo>
                  <a:lnTo>
                    <a:pt x="9375" y="2742"/>
                  </a:lnTo>
                  <a:lnTo>
                    <a:pt x="9186" y="2595"/>
                  </a:lnTo>
                  <a:lnTo>
                    <a:pt x="9144" y="2595"/>
                  </a:lnTo>
                  <a:lnTo>
                    <a:pt x="9061" y="2470"/>
                  </a:lnTo>
                  <a:lnTo>
                    <a:pt x="9082" y="2407"/>
                  </a:lnTo>
                  <a:lnTo>
                    <a:pt x="9040" y="2261"/>
                  </a:lnTo>
                  <a:lnTo>
                    <a:pt x="8977" y="2219"/>
                  </a:lnTo>
                  <a:lnTo>
                    <a:pt x="9061" y="1968"/>
                  </a:lnTo>
                  <a:lnTo>
                    <a:pt x="9186" y="1800"/>
                  </a:lnTo>
                  <a:lnTo>
                    <a:pt x="9270" y="1779"/>
                  </a:lnTo>
                  <a:lnTo>
                    <a:pt x="9312" y="1696"/>
                  </a:lnTo>
                  <a:lnTo>
                    <a:pt x="9395" y="1654"/>
                  </a:lnTo>
                  <a:lnTo>
                    <a:pt x="9416" y="1445"/>
                  </a:lnTo>
                  <a:lnTo>
                    <a:pt x="9479" y="1382"/>
                  </a:lnTo>
                  <a:lnTo>
                    <a:pt x="9395" y="1319"/>
                  </a:lnTo>
                  <a:lnTo>
                    <a:pt x="9458" y="1235"/>
                  </a:lnTo>
                  <a:lnTo>
                    <a:pt x="9500" y="1173"/>
                  </a:lnTo>
                  <a:lnTo>
                    <a:pt x="9479" y="1152"/>
                  </a:lnTo>
                  <a:lnTo>
                    <a:pt x="9416" y="1047"/>
                  </a:lnTo>
                  <a:lnTo>
                    <a:pt x="9375" y="901"/>
                  </a:lnTo>
                  <a:lnTo>
                    <a:pt x="9479" y="629"/>
                  </a:lnTo>
                  <a:lnTo>
                    <a:pt x="9479" y="440"/>
                  </a:lnTo>
                  <a:lnTo>
                    <a:pt x="9500" y="294"/>
                  </a:lnTo>
                  <a:lnTo>
                    <a:pt x="9479" y="210"/>
                  </a:lnTo>
                  <a:lnTo>
                    <a:pt x="9500" y="126"/>
                  </a:lnTo>
                  <a:lnTo>
                    <a:pt x="9479" y="106"/>
                  </a:lnTo>
                  <a:lnTo>
                    <a:pt x="9291" y="126"/>
                  </a:lnTo>
                  <a:lnTo>
                    <a:pt x="9207" y="106"/>
                  </a:lnTo>
                  <a:lnTo>
                    <a:pt x="8977" y="189"/>
                  </a:lnTo>
                  <a:lnTo>
                    <a:pt x="8851" y="85"/>
                  </a:lnTo>
                  <a:lnTo>
                    <a:pt x="8684" y="22"/>
                  </a:lnTo>
                  <a:lnTo>
                    <a:pt x="8684" y="85"/>
                  </a:lnTo>
                  <a:lnTo>
                    <a:pt x="8579" y="189"/>
                  </a:lnTo>
                  <a:lnTo>
                    <a:pt x="8370" y="168"/>
                  </a:lnTo>
                  <a:lnTo>
                    <a:pt x="8370" y="64"/>
                  </a:lnTo>
                  <a:lnTo>
                    <a:pt x="830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2" name="Google Shape;7864;p67">
              <a:extLst>
                <a:ext uri="{FF2B5EF4-FFF2-40B4-BE49-F238E27FC236}">
                  <a16:creationId xmlns:a16="http://schemas.microsoft.com/office/drawing/2014/main" id="{7354646A-F029-0CFF-F07D-D8BABFDB67B9}"/>
                </a:ext>
              </a:extLst>
            </p:cNvPr>
            <p:cNvSpPr/>
            <p:nvPr/>
          </p:nvSpPr>
          <p:spPr>
            <a:xfrm>
              <a:off x="3511050" y="2702400"/>
              <a:ext cx="167400" cy="132350"/>
            </a:xfrm>
            <a:custGeom>
              <a:avLst/>
              <a:gdLst/>
              <a:ahLst/>
              <a:cxnLst/>
              <a:rect l="l" t="t" r="r" b="b"/>
              <a:pathLst>
                <a:path w="6696" h="5294" extrusionOk="0">
                  <a:moveTo>
                    <a:pt x="4269" y="0"/>
                  </a:moveTo>
                  <a:lnTo>
                    <a:pt x="4164" y="42"/>
                  </a:lnTo>
                  <a:lnTo>
                    <a:pt x="4122" y="84"/>
                  </a:lnTo>
                  <a:lnTo>
                    <a:pt x="4038" y="84"/>
                  </a:lnTo>
                  <a:lnTo>
                    <a:pt x="3913" y="188"/>
                  </a:lnTo>
                  <a:lnTo>
                    <a:pt x="3871" y="502"/>
                  </a:lnTo>
                  <a:lnTo>
                    <a:pt x="3766" y="691"/>
                  </a:lnTo>
                  <a:lnTo>
                    <a:pt x="3745" y="921"/>
                  </a:lnTo>
                  <a:lnTo>
                    <a:pt x="3662" y="1046"/>
                  </a:lnTo>
                  <a:lnTo>
                    <a:pt x="3411" y="1318"/>
                  </a:lnTo>
                  <a:lnTo>
                    <a:pt x="3327" y="1318"/>
                  </a:lnTo>
                  <a:lnTo>
                    <a:pt x="3222" y="1402"/>
                  </a:lnTo>
                  <a:lnTo>
                    <a:pt x="2992" y="1465"/>
                  </a:lnTo>
                  <a:lnTo>
                    <a:pt x="2825" y="1632"/>
                  </a:lnTo>
                  <a:lnTo>
                    <a:pt x="2783" y="1632"/>
                  </a:lnTo>
                  <a:lnTo>
                    <a:pt x="2553" y="1779"/>
                  </a:lnTo>
                  <a:lnTo>
                    <a:pt x="2406" y="1841"/>
                  </a:lnTo>
                  <a:lnTo>
                    <a:pt x="2344" y="1967"/>
                  </a:lnTo>
                  <a:lnTo>
                    <a:pt x="2072" y="2155"/>
                  </a:lnTo>
                  <a:lnTo>
                    <a:pt x="2155" y="2365"/>
                  </a:lnTo>
                  <a:lnTo>
                    <a:pt x="2155" y="2490"/>
                  </a:lnTo>
                  <a:lnTo>
                    <a:pt x="1925" y="2699"/>
                  </a:lnTo>
                  <a:lnTo>
                    <a:pt x="1758" y="3013"/>
                  </a:lnTo>
                  <a:lnTo>
                    <a:pt x="1758" y="3118"/>
                  </a:lnTo>
                  <a:lnTo>
                    <a:pt x="1862" y="3327"/>
                  </a:lnTo>
                  <a:lnTo>
                    <a:pt x="1779" y="3536"/>
                  </a:lnTo>
                  <a:lnTo>
                    <a:pt x="1841" y="3599"/>
                  </a:lnTo>
                  <a:lnTo>
                    <a:pt x="1883" y="3662"/>
                  </a:lnTo>
                  <a:lnTo>
                    <a:pt x="1862" y="3829"/>
                  </a:lnTo>
                  <a:lnTo>
                    <a:pt x="1507" y="4248"/>
                  </a:lnTo>
                  <a:lnTo>
                    <a:pt x="1444" y="4394"/>
                  </a:lnTo>
                  <a:lnTo>
                    <a:pt x="1297" y="4582"/>
                  </a:lnTo>
                  <a:lnTo>
                    <a:pt x="1109" y="4603"/>
                  </a:lnTo>
                  <a:lnTo>
                    <a:pt x="712" y="4959"/>
                  </a:lnTo>
                  <a:lnTo>
                    <a:pt x="147" y="5064"/>
                  </a:lnTo>
                  <a:lnTo>
                    <a:pt x="0" y="5273"/>
                  </a:lnTo>
                  <a:lnTo>
                    <a:pt x="2344" y="5294"/>
                  </a:lnTo>
                  <a:lnTo>
                    <a:pt x="2344" y="4792"/>
                  </a:lnTo>
                  <a:lnTo>
                    <a:pt x="2595" y="4603"/>
                  </a:lnTo>
                  <a:lnTo>
                    <a:pt x="2699" y="4457"/>
                  </a:lnTo>
                  <a:lnTo>
                    <a:pt x="2888" y="4352"/>
                  </a:lnTo>
                  <a:lnTo>
                    <a:pt x="3181" y="4289"/>
                  </a:lnTo>
                  <a:lnTo>
                    <a:pt x="3348" y="4289"/>
                  </a:lnTo>
                  <a:lnTo>
                    <a:pt x="3453" y="4248"/>
                  </a:lnTo>
                  <a:lnTo>
                    <a:pt x="3662" y="4248"/>
                  </a:lnTo>
                  <a:lnTo>
                    <a:pt x="3913" y="4185"/>
                  </a:lnTo>
                  <a:lnTo>
                    <a:pt x="4373" y="3934"/>
                  </a:lnTo>
                  <a:lnTo>
                    <a:pt x="5001" y="3557"/>
                  </a:lnTo>
                  <a:lnTo>
                    <a:pt x="5398" y="3306"/>
                  </a:lnTo>
                  <a:lnTo>
                    <a:pt x="5440" y="3181"/>
                  </a:lnTo>
                  <a:lnTo>
                    <a:pt x="5419" y="2992"/>
                  </a:lnTo>
                  <a:lnTo>
                    <a:pt x="5503" y="2867"/>
                  </a:lnTo>
                  <a:lnTo>
                    <a:pt x="5608" y="2762"/>
                  </a:lnTo>
                  <a:lnTo>
                    <a:pt x="5754" y="2553"/>
                  </a:lnTo>
                  <a:lnTo>
                    <a:pt x="5901" y="2511"/>
                  </a:lnTo>
                  <a:lnTo>
                    <a:pt x="6570" y="2511"/>
                  </a:lnTo>
                  <a:lnTo>
                    <a:pt x="6654" y="2406"/>
                  </a:lnTo>
                  <a:lnTo>
                    <a:pt x="6633" y="2365"/>
                  </a:lnTo>
                  <a:lnTo>
                    <a:pt x="6696" y="2197"/>
                  </a:lnTo>
                  <a:lnTo>
                    <a:pt x="6654" y="2176"/>
                  </a:lnTo>
                  <a:lnTo>
                    <a:pt x="6570" y="2155"/>
                  </a:lnTo>
                  <a:lnTo>
                    <a:pt x="6528" y="2093"/>
                  </a:lnTo>
                  <a:lnTo>
                    <a:pt x="6445" y="2093"/>
                  </a:lnTo>
                  <a:lnTo>
                    <a:pt x="6424" y="1967"/>
                  </a:lnTo>
                  <a:lnTo>
                    <a:pt x="6340" y="1821"/>
                  </a:lnTo>
                  <a:lnTo>
                    <a:pt x="6277" y="1360"/>
                  </a:lnTo>
                  <a:lnTo>
                    <a:pt x="6256" y="1297"/>
                  </a:lnTo>
                  <a:lnTo>
                    <a:pt x="6256" y="1046"/>
                  </a:lnTo>
                  <a:lnTo>
                    <a:pt x="6256" y="879"/>
                  </a:lnTo>
                  <a:lnTo>
                    <a:pt x="6235" y="837"/>
                  </a:lnTo>
                  <a:lnTo>
                    <a:pt x="6214" y="732"/>
                  </a:lnTo>
                  <a:lnTo>
                    <a:pt x="6152" y="628"/>
                  </a:lnTo>
                  <a:lnTo>
                    <a:pt x="6131" y="586"/>
                  </a:lnTo>
                  <a:lnTo>
                    <a:pt x="6068" y="502"/>
                  </a:lnTo>
                  <a:lnTo>
                    <a:pt x="6005" y="523"/>
                  </a:lnTo>
                  <a:lnTo>
                    <a:pt x="5691" y="502"/>
                  </a:lnTo>
                  <a:lnTo>
                    <a:pt x="5608" y="419"/>
                  </a:lnTo>
                  <a:lnTo>
                    <a:pt x="5587" y="314"/>
                  </a:lnTo>
                  <a:lnTo>
                    <a:pt x="5524" y="293"/>
                  </a:lnTo>
                  <a:lnTo>
                    <a:pt x="5419" y="398"/>
                  </a:lnTo>
                  <a:lnTo>
                    <a:pt x="5231" y="460"/>
                  </a:lnTo>
                  <a:lnTo>
                    <a:pt x="5064" y="398"/>
                  </a:lnTo>
                  <a:lnTo>
                    <a:pt x="4959" y="398"/>
                  </a:lnTo>
                  <a:lnTo>
                    <a:pt x="4854" y="460"/>
                  </a:lnTo>
                  <a:lnTo>
                    <a:pt x="4666" y="481"/>
                  </a:lnTo>
                  <a:lnTo>
                    <a:pt x="4541" y="460"/>
                  </a:lnTo>
                  <a:lnTo>
                    <a:pt x="4373" y="293"/>
                  </a:lnTo>
                  <a:lnTo>
                    <a:pt x="4331" y="251"/>
                  </a:lnTo>
                  <a:lnTo>
                    <a:pt x="4290" y="147"/>
                  </a:lnTo>
                  <a:lnTo>
                    <a:pt x="4290" y="84"/>
                  </a:lnTo>
                  <a:lnTo>
                    <a:pt x="4290" y="42"/>
                  </a:lnTo>
                  <a:lnTo>
                    <a:pt x="426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3" name="Google Shape;7865;p67">
              <a:extLst>
                <a:ext uri="{FF2B5EF4-FFF2-40B4-BE49-F238E27FC236}">
                  <a16:creationId xmlns:a16="http://schemas.microsoft.com/office/drawing/2014/main" id="{62B3E9BA-52C7-84C7-F68F-245AAA6155D3}"/>
                </a:ext>
              </a:extLst>
            </p:cNvPr>
            <p:cNvSpPr/>
            <p:nvPr/>
          </p:nvSpPr>
          <p:spPr>
            <a:xfrm>
              <a:off x="3450875" y="2834200"/>
              <a:ext cx="118775" cy="95225"/>
            </a:xfrm>
            <a:custGeom>
              <a:avLst/>
              <a:gdLst/>
              <a:ahLst/>
              <a:cxnLst/>
              <a:rect l="l" t="t" r="r" b="b"/>
              <a:pathLst>
                <a:path w="4751" h="3809" extrusionOk="0">
                  <a:moveTo>
                    <a:pt x="2407" y="1"/>
                  </a:moveTo>
                  <a:lnTo>
                    <a:pt x="2177" y="315"/>
                  </a:lnTo>
                  <a:lnTo>
                    <a:pt x="2177" y="524"/>
                  </a:lnTo>
                  <a:lnTo>
                    <a:pt x="2072" y="545"/>
                  </a:lnTo>
                  <a:lnTo>
                    <a:pt x="1675" y="754"/>
                  </a:lnTo>
                  <a:lnTo>
                    <a:pt x="1633" y="859"/>
                  </a:lnTo>
                  <a:lnTo>
                    <a:pt x="1466" y="942"/>
                  </a:lnTo>
                  <a:lnTo>
                    <a:pt x="1528" y="1089"/>
                  </a:lnTo>
                  <a:lnTo>
                    <a:pt x="1194" y="1612"/>
                  </a:lnTo>
                  <a:lnTo>
                    <a:pt x="1152" y="1779"/>
                  </a:lnTo>
                  <a:lnTo>
                    <a:pt x="901" y="2030"/>
                  </a:lnTo>
                  <a:lnTo>
                    <a:pt x="796" y="2093"/>
                  </a:lnTo>
                  <a:lnTo>
                    <a:pt x="671" y="2365"/>
                  </a:lnTo>
                  <a:lnTo>
                    <a:pt x="671" y="2470"/>
                  </a:lnTo>
                  <a:lnTo>
                    <a:pt x="461" y="2763"/>
                  </a:lnTo>
                  <a:lnTo>
                    <a:pt x="419" y="2847"/>
                  </a:lnTo>
                  <a:lnTo>
                    <a:pt x="503" y="2888"/>
                  </a:lnTo>
                  <a:lnTo>
                    <a:pt x="398" y="2930"/>
                  </a:lnTo>
                  <a:lnTo>
                    <a:pt x="210" y="3265"/>
                  </a:lnTo>
                  <a:lnTo>
                    <a:pt x="147" y="3286"/>
                  </a:lnTo>
                  <a:lnTo>
                    <a:pt x="64" y="3370"/>
                  </a:lnTo>
                  <a:lnTo>
                    <a:pt x="85" y="3495"/>
                  </a:lnTo>
                  <a:lnTo>
                    <a:pt x="1" y="3621"/>
                  </a:lnTo>
                  <a:lnTo>
                    <a:pt x="43" y="3809"/>
                  </a:lnTo>
                  <a:lnTo>
                    <a:pt x="2344" y="3809"/>
                  </a:lnTo>
                  <a:lnTo>
                    <a:pt x="2303" y="2742"/>
                  </a:lnTo>
                  <a:lnTo>
                    <a:pt x="2386" y="2575"/>
                  </a:lnTo>
                  <a:lnTo>
                    <a:pt x="2512" y="2512"/>
                  </a:lnTo>
                  <a:lnTo>
                    <a:pt x="2658" y="2470"/>
                  </a:lnTo>
                  <a:lnTo>
                    <a:pt x="2867" y="2470"/>
                  </a:lnTo>
                  <a:lnTo>
                    <a:pt x="2888" y="963"/>
                  </a:lnTo>
                  <a:lnTo>
                    <a:pt x="4709" y="984"/>
                  </a:lnTo>
                  <a:lnTo>
                    <a:pt x="4709" y="168"/>
                  </a:lnTo>
                  <a:lnTo>
                    <a:pt x="4751" y="22"/>
                  </a:lnTo>
                  <a:lnTo>
                    <a:pt x="240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4" name="Google Shape;7866;p67">
              <a:extLst>
                <a:ext uri="{FF2B5EF4-FFF2-40B4-BE49-F238E27FC236}">
                  <a16:creationId xmlns:a16="http://schemas.microsoft.com/office/drawing/2014/main" id="{A18F4C39-0D0E-979D-424E-2FFB0D293C27}"/>
                </a:ext>
              </a:extLst>
            </p:cNvPr>
            <p:cNvSpPr/>
            <p:nvPr/>
          </p:nvSpPr>
          <p:spPr>
            <a:xfrm>
              <a:off x="3450375" y="2838400"/>
              <a:ext cx="170550" cy="187800"/>
            </a:xfrm>
            <a:custGeom>
              <a:avLst/>
              <a:gdLst/>
              <a:ahLst/>
              <a:cxnLst/>
              <a:rect l="l" t="t" r="r" b="b"/>
              <a:pathLst>
                <a:path w="6822" h="7512" extrusionOk="0">
                  <a:moveTo>
                    <a:pt x="4729" y="0"/>
                  </a:moveTo>
                  <a:lnTo>
                    <a:pt x="4729" y="816"/>
                  </a:lnTo>
                  <a:lnTo>
                    <a:pt x="2908" y="795"/>
                  </a:lnTo>
                  <a:lnTo>
                    <a:pt x="2887" y="2302"/>
                  </a:lnTo>
                  <a:lnTo>
                    <a:pt x="2678" y="2302"/>
                  </a:lnTo>
                  <a:lnTo>
                    <a:pt x="2532" y="2344"/>
                  </a:lnTo>
                  <a:lnTo>
                    <a:pt x="2406" y="2407"/>
                  </a:lnTo>
                  <a:lnTo>
                    <a:pt x="2323" y="2574"/>
                  </a:lnTo>
                  <a:lnTo>
                    <a:pt x="2364" y="3641"/>
                  </a:lnTo>
                  <a:lnTo>
                    <a:pt x="63" y="3641"/>
                  </a:lnTo>
                  <a:lnTo>
                    <a:pt x="63" y="3662"/>
                  </a:lnTo>
                  <a:lnTo>
                    <a:pt x="0" y="3808"/>
                  </a:lnTo>
                  <a:lnTo>
                    <a:pt x="0" y="4039"/>
                  </a:lnTo>
                  <a:lnTo>
                    <a:pt x="126" y="3871"/>
                  </a:lnTo>
                  <a:lnTo>
                    <a:pt x="188" y="4018"/>
                  </a:lnTo>
                  <a:lnTo>
                    <a:pt x="209" y="4039"/>
                  </a:lnTo>
                  <a:lnTo>
                    <a:pt x="293" y="3976"/>
                  </a:lnTo>
                  <a:lnTo>
                    <a:pt x="439" y="4248"/>
                  </a:lnTo>
                  <a:lnTo>
                    <a:pt x="398" y="4331"/>
                  </a:lnTo>
                  <a:lnTo>
                    <a:pt x="418" y="4436"/>
                  </a:lnTo>
                  <a:lnTo>
                    <a:pt x="398" y="4645"/>
                  </a:lnTo>
                  <a:lnTo>
                    <a:pt x="314" y="4645"/>
                  </a:lnTo>
                  <a:lnTo>
                    <a:pt x="230" y="4687"/>
                  </a:lnTo>
                  <a:lnTo>
                    <a:pt x="418" y="4917"/>
                  </a:lnTo>
                  <a:lnTo>
                    <a:pt x="523" y="5524"/>
                  </a:lnTo>
                  <a:lnTo>
                    <a:pt x="481" y="5943"/>
                  </a:lnTo>
                  <a:lnTo>
                    <a:pt x="335" y="6131"/>
                  </a:lnTo>
                  <a:lnTo>
                    <a:pt x="272" y="6487"/>
                  </a:lnTo>
                  <a:lnTo>
                    <a:pt x="209" y="6738"/>
                  </a:lnTo>
                  <a:lnTo>
                    <a:pt x="314" y="6654"/>
                  </a:lnTo>
                  <a:lnTo>
                    <a:pt x="398" y="6654"/>
                  </a:lnTo>
                  <a:lnTo>
                    <a:pt x="523" y="6549"/>
                  </a:lnTo>
                  <a:lnTo>
                    <a:pt x="837" y="6487"/>
                  </a:lnTo>
                  <a:lnTo>
                    <a:pt x="1130" y="6382"/>
                  </a:lnTo>
                  <a:lnTo>
                    <a:pt x="1235" y="6382"/>
                  </a:lnTo>
                  <a:lnTo>
                    <a:pt x="1486" y="6466"/>
                  </a:lnTo>
                  <a:lnTo>
                    <a:pt x="1653" y="6487"/>
                  </a:lnTo>
                  <a:lnTo>
                    <a:pt x="1779" y="6654"/>
                  </a:lnTo>
                  <a:lnTo>
                    <a:pt x="1779" y="6738"/>
                  </a:lnTo>
                  <a:lnTo>
                    <a:pt x="1862" y="6759"/>
                  </a:lnTo>
                  <a:lnTo>
                    <a:pt x="1946" y="6696"/>
                  </a:lnTo>
                  <a:lnTo>
                    <a:pt x="1988" y="6738"/>
                  </a:lnTo>
                  <a:lnTo>
                    <a:pt x="2071" y="6738"/>
                  </a:lnTo>
                  <a:lnTo>
                    <a:pt x="2113" y="6780"/>
                  </a:lnTo>
                  <a:lnTo>
                    <a:pt x="2155" y="6905"/>
                  </a:lnTo>
                  <a:lnTo>
                    <a:pt x="2281" y="7010"/>
                  </a:lnTo>
                  <a:lnTo>
                    <a:pt x="2281" y="7156"/>
                  </a:lnTo>
                  <a:lnTo>
                    <a:pt x="2406" y="7177"/>
                  </a:lnTo>
                  <a:lnTo>
                    <a:pt x="2427" y="7303"/>
                  </a:lnTo>
                  <a:lnTo>
                    <a:pt x="2532" y="7324"/>
                  </a:lnTo>
                  <a:lnTo>
                    <a:pt x="2699" y="7428"/>
                  </a:lnTo>
                  <a:lnTo>
                    <a:pt x="2720" y="7512"/>
                  </a:lnTo>
                  <a:lnTo>
                    <a:pt x="2846" y="7407"/>
                  </a:lnTo>
                  <a:lnTo>
                    <a:pt x="3034" y="7407"/>
                  </a:lnTo>
                  <a:lnTo>
                    <a:pt x="3097" y="7261"/>
                  </a:lnTo>
                  <a:lnTo>
                    <a:pt x="3097" y="7177"/>
                  </a:lnTo>
                  <a:lnTo>
                    <a:pt x="3097" y="6947"/>
                  </a:lnTo>
                  <a:lnTo>
                    <a:pt x="3264" y="6884"/>
                  </a:lnTo>
                  <a:lnTo>
                    <a:pt x="3411" y="6884"/>
                  </a:lnTo>
                  <a:lnTo>
                    <a:pt x="3431" y="7052"/>
                  </a:lnTo>
                  <a:lnTo>
                    <a:pt x="3515" y="7219"/>
                  </a:lnTo>
                  <a:lnTo>
                    <a:pt x="3578" y="7282"/>
                  </a:lnTo>
                  <a:lnTo>
                    <a:pt x="3724" y="6989"/>
                  </a:lnTo>
                  <a:lnTo>
                    <a:pt x="3996" y="6863"/>
                  </a:lnTo>
                  <a:lnTo>
                    <a:pt x="4143" y="6905"/>
                  </a:lnTo>
                  <a:lnTo>
                    <a:pt x="4164" y="7093"/>
                  </a:lnTo>
                  <a:lnTo>
                    <a:pt x="4206" y="7156"/>
                  </a:lnTo>
                  <a:lnTo>
                    <a:pt x="4310" y="7052"/>
                  </a:lnTo>
                  <a:lnTo>
                    <a:pt x="4394" y="7052"/>
                  </a:lnTo>
                  <a:lnTo>
                    <a:pt x="4457" y="7114"/>
                  </a:lnTo>
                  <a:lnTo>
                    <a:pt x="4520" y="7156"/>
                  </a:lnTo>
                  <a:lnTo>
                    <a:pt x="6570" y="7156"/>
                  </a:lnTo>
                  <a:lnTo>
                    <a:pt x="6758" y="6633"/>
                  </a:lnTo>
                  <a:lnTo>
                    <a:pt x="6570" y="6528"/>
                  </a:lnTo>
                  <a:lnTo>
                    <a:pt x="6131" y="1423"/>
                  </a:lnTo>
                  <a:lnTo>
                    <a:pt x="6821" y="1423"/>
                  </a:lnTo>
                  <a:lnTo>
                    <a:pt x="472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5" name="Google Shape;7867;p67">
              <a:extLst>
                <a:ext uri="{FF2B5EF4-FFF2-40B4-BE49-F238E27FC236}">
                  <a16:creationId xmlns:a16="http://schemas.microsoft.com/office/drawing/2014/main" id="{83DC191F-EC2B-6CF7-330A-FC90CFF1226F}"/>
                </a:ext>
              </a:extLst>
            </p:cNvPr>
            <p:cNvSpPr/>
            <p:nvPr/>
          </p:nvSpPr>
          <p:spPr>
            <a:xfrm>
              <a:off x="3518375" y="2873975"/>
              <a:ext cx="235400" cy="218150"/>
            </a:xfrm>
            <a:custGeom>
              <a:avLst/>
              <a:gdLst/>
              <a:ahLst/>
              <a:cxnLst/>
              <a:rect l="l" t="t" r="r" b="b"/>
              <a:pathLst>
                <a:path w="9416" h="8726" extrusionOk="0">
                  <a:moveTo>
                    <a:pt x="3411" y="0"/>
                  </a:moveTo>
                  <a:lnTo>
                    <a:pt x="3850" y="5105"/>
                  </a:lnTo>
                  <a:lnTo>
                    <a:pt x="4038" y="5210"/>
                  </a:lnTo>
                  <a:lnTo>
                    <a:pt x="3850" y="5733"/>
                  </a:lnTo>
                  <a:lnTo>
                    <a:pt x="1800" y="5733"/>
                  </a:lnTo>
                  <a:lnTo>
                    <a:pt x="1737" y="5691"/>
                  </a:lnTo>
                  <a:lnTo>
                    <a:pt x="1674" y="5629"/>
                  </a:lnTo>
                  <a:lnTo>
                    <a:pt x="1590" y="5629"/>
                  </a:lnTo>
                  <a:lnTo>
                    <a:pt x="1486" y="5733"/>
                  </a:lnTo>
                  <a:lnTo>
                    <a:pt x="1444" y="5670"/>
                  </a:lnTo>
                  <a:lnTo>
                    <a:pt x="1423" y="5482"/>
                  </a:lnTo>
                  <a:lnTo>
                    <a:pt x="1276" y="5440"/>
                  </a:lnTo>
                  <a:lnTo>
                    <a:pt x="1004" y="5566"/>
                  </a:lnTo>
                  <a:lnTo>
                    <a:pt x="858" y="5859"/>
                  </a:lnTo>
                  <a:lnTo>
                    <a:pt x="795" y="5796"/>
                  </a:lnTo>
                  <a:lnTo>
                    <a:pt x="711" y="5629"/>
                  </a:lnTo>
                  <a:lnTo>
                    <a:pt x="691" y="5461"/>
                  </a:lnTo>
                  <a:lnTo>
                    <a:pt x="544" y="5461"/>
                  </a:lnTo>
                  <a:lnTo>
                    <a:pt x="377" y="5524"/>
                  </a:lnTo>
                  <a:lnTo>
                    <a:pt x="377" y="5754"/>
                  </a:lnTo>
                  <a:lnTo>
                    <a:pt x="377" y="5838"/>
                  </a:lnTo>
                  <a:lnTo>
                    <a:pt x="314" y="5984"/>
                  </a:lnTo>
                  <a:lnTo>
                    <a:pt x="126" y="5984"/>
                  </a:lnTo>
                  <a:lnTo>
                    <a:pt x="0" y="6089"/>
                  </a:lnTo>
                  <a:lnTo>
                    <a:pt x="84" y="6173"/>
                  </a:lnTo>
                  <a:lnTo>
                    <a:pt x="84" y="6277"/>
                  </a:lnTo>
                  <a:lnTo>
                    <a:pt x="105" y="6361"/>
                  </a:lnTo>
                  <a:lnTo>
                    <a:pt x="63" y="6591"/>
                  </a:lnTo>
                  <a:lnTo>
                    <a:pt x="84" y="6675"/>
                  </a:lnTo>
                  <a:lnTo>
                    <a:pt x="209" y="6800"/>
                  </a:lnTo>
                  <a:lnTo>
                    <a:pt x="272" y="6926"/>
                  </a:lnTo>
                  <a:lnTo>
                    <a:pt x="335" y="7010"/>
                  </a:lnTo>
                  <a:lnTo>
                    <a:pt x="398" y="6989"/>
                  </a:lnTo>
                  <a:lnTo>
                    <a:pt x="481" y="7030"/>
                  </a:lnTo>
                  <a:lnTo>
                    <a:pt x="502" y="7114"/>
                  </a:lnTo>
                  <a:lnTo>
                    <a:pt x="586" y="7219"/>
                  </a:lnTo>
                  <a:lnTo>
                    <a:pt x="586" y="7261"/>
                  </a:lnTo>
                  <a:lnTo>
                    <a:pt x="523" y="7344"/>
                  </a:lnTo>
                  <a:lnTo>
                    <a:pt x="544" y="7428"/>
                  </a:lnTo>
                  <a:lnTo>
                    <a:pt x="691" y="7512"/>
                  </a:lnTo>
                  <a:lnTo>
                    <a:pt x="691" y="7616"/>
                  </a:lnTo>
                  <a:lnTo>
                    <a:pt x="649" y="7679"/>
                  </a:lnTo>
                  <a:lnTo>
                    <a:pt x="732" y="7721"/>
                  </a:lnTo>
                  <a:lnTo>
                    <a:pt x="837" y="7658"/>
                  </a:lnTo>
                  <a:lnTo>
                    <a:pt x="921" y="7679"/>
                  </a:lnTo>
                  <a:lnTo>
                    <a:pt x="1046" y="7784"/>
                  </a:lnTo>
                  <a:lnTo>
                    <a:pt x="1214" y="7784"/>
                  </a:lnTo>
                  <a:lnTo>
                    <a:pt x="1318" y="7721"/>
                  </a:lnTo>
                  <a:lnTo>
                    <a:pt x="1381" y="7679"/>
                  </a:lnTo>
                  <a:lnTo>
                    <a:pt x="1486" y="7533"/>
                  </a:lnTo>
                  <a:lnTo>
                    <a:pt x="1632" y="7533"/>
                  </a:lnTo>
                  <a:lnTo>
                    <a:pt x="1779" y="7616"/>
                  </a:lnTo>
                  <a:lnTo>
                    <a:pt x="1800" y="7554"/>
                  </a:lnTo>
                  <a:lnTo>
                    <a:pt x="1904" y="7533"/>
                  </a:lnTo>
                  <a:lnTo>
                    <a:pt x="1946" y="7574"/>
                  </a:lnTo>
                  <a:lnTo>
                    <a:pt x="2072" y="7679"/>
                  </a:lnTo>
                  <a:lnTo>
                    <a:pt x="2113" y="7826"/>
                  </a:lnTo>
                  <a:lnTo>
                    <a:pt x="2092" y="7972"/>
                  </a:lnTo>
                  <a:lnTo>
                    <a:pt x="2155" y="8035"/>
                  </a:lnTo>
                  <a:lnTo>
                    <a:pt x="2281" y="8056"/>
                  </a:lnTo>
                  <a:lnTo>
                    <a:pt x="2281" y="8098"/>
                  </a:lnTo>
                  <a:lnTo>
                    <a:pt x="2176" y="8265"/>
                  </a:lnTo>
                  <a:lnTo>
                    <a:pt x="2113" y="8411"/>
                  </a:lnTo>
                  <a:lnTo>
                    <a:pt x="2113" y="8411"/>
                  </a:lnTo>
                  <a:lnTo>
                    <a:pt x="2218" y="8390"/>
                  </a:lnTo>
                  <a:lnTo>
                    <a:pt x="2281" y="8307"/>
                  </a:lnTo>
                  <a:lnTo>
                    <a:pt x="2364" y="8307"/>
                  </a:lnTo>
                  <a:lnTo>
                    <a:pt x="2364" y="8411"/>
                  </a:lnTo>
                  <a:lnTo>
                    <a:pt x="2385" y="8495"/>
                  </a:lnTo>
                  <a:lnTo>
                    <a:pt x="2385" y="8558"/>
                  </a:lnTo>
                  <a:lnTo>
                    <a:pt x="2532" y="8579"/>
                  </a:lnTo>
                  <a:lnTo>
                    <a:pt x="2595" y="8621"/>
                  </a:lnTo>
                  <a:lnTo>
                    <a:pt x="2595" y="8704"/>
                  </a:lnTo>
                  <a:lnTo>
                    <a:pt x="2783" y="8600"/>
                  </a:lnTo>
                  <a:lnTo>
                    <a:pt x="2846" y="8600"/>
                  </a:lnTo>
                  <a:lnTo>
                    <a:pt x="2992" y="8683"/>
                  </a:lnTo>
                  <a:lnTo>
                    <a:pt x="3222" y="8683"/>
                  </a:lnTo>
                  <a:lnTo>
                    <a:pt x="3264" y="8662"/>
                  </a:lnTo>
                  <a:lnTo>
                    <a:pt x="3264" y="8600"/>
                  </a:lnTo>
                  <a:lnTo>
                    <a:pt x="3452" y="8558"/>
                  </a:lnTo>
                  <a:lnTo>
                    <a:pt x="3620" y="8579"/>
                  </a:lnTo>
                  <a:lnTo>
                    <a:pt x="3578" y="8621"/>
                  </a:lnTo>
                  <a:lnTo>
                    <a:pt x="3620" y="8683"/>
                  </a:lnTo>
                  <a:lnTo>
                    <a:pt x="3787" y="8725"/>
                  </a:lnTo>
                  <a:lnTo>
                    <a:pt x="3892" y="8579"/>
                  </a:lnTo>
                  <a:lnTo>
                    <a:pt x="3976" y="8516"/>
                  </a:lnTo>
                  <a:lnTo>
                    <a:pt x="3997" y="8390"/>
                  </a:lnTo>
                  <a:lnTo>
                    <a:pt x="3976" y="8307"/>
                  </a:lnTo>
                  <a:lnTo>
                    <a:pt x="3976" y="8181"/>
                  </a:lnTo>
                  <a:lnTo>
                    <a:pt x="4080" y="8160"/>
                  </a:lnTo>
                  <a:lnTo>
                    <a:pt x="4059" y="7993"/>
                  </a:lnTo>
                  <a:lnTo>
                    <a:pt x="4038" y="7888"/>
                  </a:lnTo>
                  <a:lnTo>
                    <a:pt x="4143" y="7826"/>
                  </a:lnTo>
                  <a:lnTo>
                    <a:pt x="4269" y="7679"/>
                  </a:lnTo>
                  <a:lnTo>
                    <a:pt x="4457" y="7407"/>
                  </a:lnTo>
                  <a:lnTo>
                    <a:pt x="4561" y="7219"/>
                  </a:lnTo>
                  <a:lnTo>
                    <a:pt x="4582" y="7135"/>
                  </a:lnTo>
                  <a:lnTo>
                    <a:pt x="4708" y="6926"/>
                  </a:lnTo>
                  <a:lnTo>
                    <a:pt x="4792" y="6905"/>
                  </a:lnTo>
                  <a:lnTo>
                    <a:pt x="4813" y="6821"/>
                  </a:lnTo>
                  <a:lnTo>
                    <a:pt x="4980" y="6800"/>
                  </a:lnTo>
                  <a:lnTo>
                    <a:pt x="5043" y="6821"/>
                  </a:lnTo>
                  <a:lnTo>
                    <a:pt x="5336" y="6738"/>
                  </a:lnTo>
                  <a:lnTo>
                    <a:pt x="5398" y="6612"/>
                  </a:lnTo>
                  <a:lnTo>
                    <a:pt x="5712" y="6403"/>
                  </a:lnTo>
                  <a:lnTo>
                    <a:pt x="6152" y="6173"/>
                  </a:lnTo>
                  <a:lnTo>
                    <a:pt x="6277" y="6047"/>
                  </a:lnTo>
                  <a:lnTo>
                    <a:pt x="6465" y="5942"/>
                  </a:lnTo>
                  <a:lnTo>
                    <a:pt x="6758" y="5901"/>
                  </a:lnTo>
                  <a:lnTo>
                    <a:pt x="6884" y="5880"/>
                  </a:lnTo>
                  <a:lnTo>
                    <a:pt x="7072" y="5942"/>
                  </a:lnTo>
                  <a:lnTo>
                    <a:pt x="7177" y="5942"/>
                  </a:lnTo>
                  <a:lnTo>
                    <a:pt x="7198" y="5984"/>
                  </a:lnTo>
                  <a:lnTo>
                    <a:pt x="7219" y="5963"/>
                  </a:lnTo>
                  <a:lnTo>
                    <a:pt x="7344" y="5984"/>
                  </a:lnTo>
                  <a:lnTo>
                    <a:pt x="7742" y="5963"/>
                  </a:lnTo>
                  <a:lnTo>
                    <a:pt x="7867" y="5963"/>
                  </a:lnTo>
                  <a:lnTo>
                    <a:pt x="8035" y="5880"/>
                  </a:lnTo>
                  <a:lnTo>
                    <a:pt x="8390" y="5880"/>
                  </a:lnTo>
                  <a:lnTo>
                    <a:pt x="8558" y="5775"/>
                  </a:lnTo>
                  <a:lnTo>
                    <a:pt x="8746" y="5775"/>
                  </a:lnTo>
                  <a:lnTo>
                    <a:pt x="8893" y="5670"/>
                  </a:lnTo>
                  <a:lnTo>
                    <a:pt x="9186" y="5524"/>
                  </a:lnTo>
                  <a:lnTo>
                    <a:pt x="9227" y="5377"/>
                  </a:lnTo>
                  <a:lnTo>
                    <a:pt x="9269" y="5210"/>
                  </a:lnTo>
                  <a:lnTo>
                    <a:pt x="9332" y="5126"/>
                  </a:lnTo>
                  <a:lnTo>
                    <a:pt x="9395" y="4624"/>
                  </a:lnTo>
                  <a:lnTo>
                    <a:pt x="9416" y="3494"/>
                  </a:lnTo>
                  <a:lnTo>
                    <a:pt x="9186" y="3578"/>
                  </a:lnTo>
                  <a:lnTo>
                    <a:pt x="8914" y="3599"/>
                  </a:lnTo>
                  <a:lnTo>
                    <a:pt x="8788" y="3557"/>
                  </a:lnTo>
                  <a:lnTo>
                    <a:pt x="8746" y="3473"/>
                  </a:lnTo>
                  <a:lnTo>
                    <a:pt x="8809" y="3285"/>
                  </a:lnTo>
                  <a:lnTo>
                    <a:pt x="8809" y="3180"/>
                  </a:lnTo>
                  <a:lnTo>
                    <a:pt x="8704" y="3118"/>
                  </a:lnTo>
                  <a:lnTo>
                    <a:pt x="8558" y="3055"/>
                  </a:lnTo>
                  <a:lnTo>
                    <a:pt x="8453" y="2929"/>
                  </a:lnTo>
                  <a:lnTo>
                    <a:pt x="8286" y="2867"/>
                  </a:lnTo>
                  <a:lnTo>
                    <a:pt x="8077" y="2867"/>
                  </a:lnTo>
                  <a:lnTo>
                    <a:pt x="7951" y="2762"/>
                  </a:lnTo>
                  <a:lnTo>
                    <a:pt x="7909" y="2511"/>
                  </a:lnTo>
                  <a:lnTo>
                    <a:pt x="410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6" name="Google Shape;7868;p67">
              <a:extLst>
                <a:ext uri="{FF2B5EF4-FFF2-40B4-BE49-F238E27FC236}">
                  <a16:creationId xmlns:a16="http://schemas.microsoft.com/office/drawing/2014/main" id="{CCD713B3-1470-E4E6-9985-633BACC2731F}"/>
                </a:ext>
              </a:extLst>
            </p:cNvPr>
            <p:cNvSpPr/>
            <p:nvPr/>
          </p:nvSpPr>
          <p:spPr>
            <a:xfrm>
              <a:off x="3617750" y="3020950"/>
              <a:ext cx="108825" cy="79025"/>
            </a:xfrm>
            <a:custGeom>
              <a:avLst/>
              <a:gdLst/>
              <a:ahLst/>
              <a:cxnLst/>
              <a:rect l="l" t="t" r="r" b="b"/>
              <a:pathLst>
                <a:path w="4353" h="3161" extrusionOk="0">
                  <a:moveTo>
                    <a:pt x="2909" y="1"/>
                  </a:moveTo>
                  <a:lnTo>
                    <a:pt x="2783" y="22"/>
                  </a:lnTo>
                  <a:lnTo>
                    <a:pt x="2490" y="63"/>
                  </a:lnTo>
                  <a:lnTo>
                    <a:pt x="2302" y="168"/>
                  </a:lnTo>
                  <a:lnTo>
                    <a:pt x="2177" y="294"/>
                  </a:lnTo>
                  <a:lnTo>
                    <a:pt x="1737" y="524"/>
                  </a:lnTo>
                  <a:lnTo>
                    <a:pt x="1423" y="733"/>
                  </a:lnTo>
                  <a:lnTo>
                    <a:pt x="1361" y="859"/>
                  </a:lnTo>
                  <a:lnTo>
                    <a:pt x="1068" y="942"/>
                  </a:lnTo>
                  <a:lnTo>
                    <a:pt x="1005" y="921"/>
                  </a:lnTo>
                  <a:lnTo>
                    <a:pt x="838" y="942"/>
                  </a:lnTo>
                  <a:lnTo>
                    <a:pt x="817" y="1026"/>
                  </a:lnTo>
                  <a:lnTo>
                    <a:pt x="733" y="1047"/>
                  </a:lnTo>
                  <a:lnTo>
                    <a:pt x="607" y="1256"/>
                  </a:lnTo>
                  <a:lnTo>
                    <a:pt x="586" y="1340"/>
                  </a:lnTo>
                  <a:lnTo>
                    <a:pt x="482" y="1528"/>
                  </a:lnTo>
                  <a:lnTo>
                    <a:pt x="294" y="1800"/>
                  </a:lnTo>
                  <a:lnTo>
                    <a:pt x="168" y="1947"/>
                  </a:lnTo>
                  <a:lnTo>
                    <a:pt x="63" y="2009"/>
                  </a:lnTo>
                  <a:lnTo>
                    <a:pt x="84" y="2114"/>
                  </a:lnTo>
                  <a:lnTo>
                    <a:pt x="105" y="2281"/>
                  </a:lnTo>
                  <a:lnTo>
                    <a:pt x="1" y="2302"/>
                  </a:lnTo>
                  <a:lnTo>
                    <a:pt x="1" y="2428"/>
                  </a:lnTo>
                  <a:lnTo>
                    <a:pt x="22" y="2511"/>
                  </a:lnTo>
                  <a:lnTo>
                    <a:pt x="1" y="2637"/>
                  </a:lnTo>
                  <a:lnTo>
                    <a:pt x="22" y="2637"/>
                  </a:lnTo>
                  <a:lnTo>
                    <a:pt x="189" y="2783"/>
                  </a:lnTo>
                  <a:lnTo>
                    <a:pt x="398" y="2888"/>
                  </a:lnTo>
                  <a:lnTo>
                    <a:pt x="503" y="2888"/>
                  </a:lnTo>
                  <a:lnTo>
                    <a:pt x="545" y="2930"/>
                  </a:lnTo>
                  <a:lnTo>
                    <a:pt x="649" y="2930"/>
                  </a:lnTo>
                  <a:lnTo>
                    <a:pt x="754" y="2993"/>
                  </a:lnTo>
                  <a:lnTo>
                    <a:pt x="838" y="3097"/>
                  </a:lnTo>
                  <a:lnTo>
                    <a:pt x="1026" y="3160"/>
                  </a:lnTo>
                  <a:lnTo>
                    <a:pt x="1151" y="3139"/>
                  </a:lnTo>
                  <a:lnTo>
                    <a:pt x="1256" y="3055"/>
                  </a:lnTo>
                  <a:lnTo>
                    <a:pt x="1340" y="3055"/>
                  </a:lnTo>
                  <a:lnTo>
                    <a:pt x="1423" y="3139"/>
                  </a:lnTo>
                  <a:lnTo>
                    <a:pt x="1549" y="3139"/>
                  </a:lnTo>
                  <a:lnTo>
                    <a:pt x="1549" y="2993"/>
                  </a:lnTo>
                  <a:lnTo>
                    <a:pt x="1465" y="2825"/>
                  </a:lnTo>
                  <a:lnTo>
                    <a:pt x="1423" y="2783"/>
                  </a:lnTo>
                  <a:lnTo>
                    <a:pt x="1361" y="2595"/>
                  </a:lnTo>
                  <a:lnTo>
                    <a:pt x="1382" y="2470"/>
                  </a:lnTo>
                  <a:lnTo>
                    <a:pt x="1591" y="2428"/>
                  </a:lnTo>
                  <a:lnTo>
                    <a:pt x="2365" y="2428"/>
                  </a:lnTo>
                  <a:lnTo>
                    <a:pt x="2574" y="2386"/>
                  </a:lnTo>
                  <a:lnTo>
                    <a:pt x="2721" y="2386"/>
                  </a:lnTo>
                  <a:lnTo>
                    <a:pt x="2846" y="2323"/>
                  </a:lnTo>
                  <a:lnTo>
                    <a:pt x="2930" y="2323"/>
                  </a:lnTo>
                  <a:lnTo>
                    <a:pt x="3537" y="2491"/>
                  </a:lnTo>
                  <a:lnTo>
                    <a:pt x="3558" y="2428"/>
                  </a:lnTo>
                  <a:lnTo>
                    <a:pt x="3683" y="2386"/>
                  </a:lnTo>
                  <a:lnTo>
                    <a:pt x="3683" y="2281"/>
                  </a:lnTo>
                  <a:lnTo>
                    <a:pt x="3767" y="2198"/>
                  </a:lnTo>
                  <a:lnTo>
                    <a:pt x="3767" y="2093"/>
                  </a:lnTo>
                  <a:lnTo>
                    <a:pt x="3871" y="2051"/>
                  </a:lnTo>
                  <a:lnTo>
                    <a:pt x="3955" y="2072"/>
                  </a:lnTo>
                  <a:lnTo>
                    <a:pt x="4143" y="1967"/>
                  </a:lnTo>
                  <a:lnTo>
                    <a:pt x="4206" y="1967"/>
                  </a:lnTo>
                  <a:lnTo>
                    <a:pt x="4353" y="1800"/>
                  </a:lnTo>
                  <a:lnTo>
                    <a:pt x="4353" y="1737"/>
                  </a:lnTo>
                  <a:lnTo>
                    <a:pt x="4311" y="1737"/>
                  </a:lnTo>
                  <a:lnTo>
                    <a:pt x="4185" y="1570"/>
                  </a:lnTo>
                  <a:lnTo>
                    <a:pt x="4248" y="1465"/>
                  </a:lnTo>
                  <a:lnTo>
                    <a:pt x="4248" y="1361"/>
                  </a:lnTo>
                  <a:lnTo>
                    <a:pt x="4185" y="1319"/>
                  </a:lnTo>
                  <a:lnTo>
                    <a:pt x="4185" y="1256"/>
                  </a:lnTo>
                  <a:lnTo>
                    <a:pt x="4102" y="1214"/>
                  </a:lnTo>
                  <a:lnTo>
                    <a:pt x="3871" y="1340"/>
                  </a:lnTo>
                  <a:lnTo>
                    <a:pt x="3662" y="1214"/>
                  </a:lnTo>
                  <a:lnTo>
                    <a:pt x="3662" y="963"/>
                  </a:lnTo>
                  <a:lnTo>
                    <a:pt x="3118" y="607"/>
                  </a:lnTo>
                  <a:lnTo>
                    <a:pt x="3118" y="419"/>
                  </a:lnTo>
                  <a:lnTo>
                    <a:pt x="3202" y="314"/>
                  </a:lnTo>
                  <a:lnTo>
                    <a:pt x="3202" y="168"/>
                  </a:lnTo>
                  <a:lnTo>
                    <a:pt x="3223" y="105"/>
                  </a:lnTo>
                  <a:lnTo>
                    <a:pt x="3202" y="63"/>
                  </a:lnTo>
                  <a:lnTo>
                    <a:pt x="3097" y="63"/>
                  </a:lnTo>
                  <a:lnTo>
                    <a:pt x="290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7" name="Google Shape;7869;p67">
              <a:extLst>
                <a:ext uri="{FF2B5EF4-FFF2-40B4-BE49-F238E27FC236}">
                  <a16:creationId xmlns:a16="http://schemas.microsoft.com/office/drawing/2014/main" id="{C0983218-C0F0-4507-2AA4-9B3A73720FE6}"/>
                </a:ext>
              </a:extLst>
            </p:cNvPr>
            <p:cNvSpPr/>
            <p:nvPr/>
          </p:nvSpPr>
          <p:spPr>
            <a:xfrm>
              <a:off x="3442525" y="2997925"/>
              <a:ext cx="93125" cy="68050"/>
            </a:xfrm>
            <a:custGeom>
              <a:avLst/>
              <a:gdLst/>
              <a:ahLst/>
              <a:cxnLst/>
              <a:rect l="l" t="t" r="r" b="b"/>
              <a:pathLst>
                <a:path w="3725" h="2722" extrusionOk="0">
                  <a:moveTo>
                    <a:pt x="1444" y="1"/>
                  </a:moveTo>
                  <a:lnTo>
                    <a:pt x="1151" y="106"/>
                  </a:lnTo>
                  <a:lnTo>
                    <a:pt x="837" y="168"/>
                  </a:lnTo>
                  <a:lnTo>
                    <a:pt x="712" y="273"/>
                  </a:lnTo>
                  <a:lnTo>
                    <a:pt x="628" y="273"/>
                  </a:lnTo>
                  <a:lnTo>
                    <a:pt x="523" y="357"/>
                  </a:lnTo>
                  <a:lnTo>
                    <a:pt x="502" y="524"/>
                  </a:lnTo>
                  <a:lnTo>
                    <a:pt x="377" y="817"/>
                  </a:lnTo>
                  <a:lnTo>
                    <a:pt x="0" y="1131"/>
                  </a:lnTo>
                  <a:lnTo>
                    <a:pt x="188" y="1298"/>
                  </a:lnTo>
                  <a:lnTo>
                    <a:pt x="314" y="1528"/>
                  </a:lnTo>
                  <a:lnTo>
                    <a:pt x="419" y="1528"/>
                  </a:lnTo>
                  <a:lnTo>
                    <a:pt x="419" y="1654"/>
                  </a:lnTo>
                  <a:lnTo>
                    <a:pt x="398" y="1654"/>
                  </a:lnTo>
                  <a:lnTo>
                    <a:pt x="523" y="1759"/>
                  </a:lnTo>
                  <a:lnTo>
                    <a:pt x="440" y="1821"/>
                  </a:lnTo>
                  <a:lnTo>
                    <a:pt x="481" y="1863"/>
                  </a:lnTo>
                  <a:lnTo>
                    <a:pt x="732" y="1863"/>
                  </a:lnTo>
                  <a:lnTo>
                    <a:pt x="795" y="1842"/>
                  </a:lnTo>
                  <a:lnTo>
                    <a:pt x="900" y="1842"/>
                  </a:lnTo>
                  <a:lnTo>
                    <a:pt x="1109" y="1675"/>
                  </a:lnTo>
                  <a:lnTo>
                    <a:pt x="1256" y="1612"/>
                  </a:lnTo>
                  <a:lnTo>
                    <a:pt x="1360" y="1633"/>
                  </a:lnTo>
                  <a:lnTo>
                    <a:pt x="1486" y="1633"/>
                  </a:lnTo>
                  <a:lnTo>
                    <a:pt x="1674" y="1759"/>
                  </a:lnTo>
                  <a:lnTo>
                    <a:pt x="1779" y="1759"/>
                  </a:lnTo>
                  <a:lnTo>
                    <a:pt x="2051" y="1926"/>
                  </a:lnTo>
                  <a:lnTo>
                    <a:pt x="2093" y="1884"/>
                  </a:lnTo>
                  <a:lnTo>
                    <a:pt x="2155" y="1968"/>
                  </a:lnTo>
                  <a:lnTo>
                    <a:pt x="2093" y="2052"/>
                  </a:lnTo>
                  <a:lnTo>
                    <a:pt x="1967" y="2052"/>
                  </a:lnTo>
                  <a:lnTo>
                    <a:pt x="1779" y="1968"/>
                  </a:lnTo>
                  <a:lnTo>
                    <a:pt x="1632" y="1926"/>
                  </a:lnTo>
                  <a:lnTo>
                    <a:pt x="1528" y="1926"/>
                  </a:lnTo>
                  <a:lnTo>
                    <a:pt x="1381" y="1821"/>
                  </a:lnTo>
                  <a:lnTo>
                    <a:pt x="1318" y="1842"/>
                  </a:lnTo>
                  <a:lnTo>
                    <a:pt x="1235" y="1926"/>
                  </a:lnTo>
                  <a:lnTo>
                    <a:pt x="1214" y="1884"/>
                  </a:lnTo>
                  <a:lnTo>
                    <a:pt x="1130" y="1863"/>
                  </a:lnTo>
                  <a:lnTo>
                    <a:pt x="1005" y="1947"/>
                  </a:lnTo>
                  <a:lnTo>
                    <a:pt x="900" y="1968"/>
                  </a:lnTo>
                  <a:lnTo>
                    <a:pt x="795" y="2093"/>
                  </a:lnTo>
                  <a:lnTo>
                    <a:pt x="419" y="2093"/>
                  </a:lnTo>
                  <a:lnTo>
                    <a:pt x="377" y="2156"/>
                  </a:lnTo>
                  <a:lnTo>
                    <a:pt x="377" y="2282"/>
                  </a:lnTo>
                  <a:lnTo>
                    <a:pt x="314" y="2344"/>
                  </a:lnTo>
                  <a:lnTo>
                    <a:pt x="335" y="2386"/>
                  </a:lnTo>
                  <a:lnTo>
                    <a:pt x="481" y="2303"/>
                  </a:lnTo>
                  <a:lnTo>
                    <a:pt x="691" y="2386"/>
                  </a:lnTo>
                  <a:lnTo>
                    <a:pt x="544" y="2470"/>
                  </a:lnTo>
                  <a:lnTo>
                    <a:pt x="502" y="2449"/>
                  </a:lnTo>
                  <a:lnTo>
                    <a:pt x="398" y="2407"/>
                  </a:lnTo>
                  <a:lnTo>
                    <a:pt x="398" y="2407"/>
                  </a:lnTo>
                  <a:lnTo>
                    <a:pt x="440" y="2470"/>
                  </a:lnTo>
                  <a:lnTo>
                    <a:pt x="419" y="2575"/>
                  </a:lnTo>
                  <a:lnTo>
                    <a:pt x="586" y="2616"/>
                  </a:lnTo>
                  <a:lnTo>
                    <a:pt x="753" y="2512"/>
                  </a:lnTo>
                  <a:lnTo>
                    <a:pt x="1151" y="2554"/>
                  </a:lnTo>
                  <a:lnTo>
                    <a:pt x="1256" y="2407"/>
                  </a:lnTo>
                  <a:lnTo>
                    <a:pt x="1465" y="2344"/>
                  </a:lnTo>
                  <a:lnTo>
                    <a:pt x="1988" y="2344"/>
                  </a:lnTo>
                  <a:lnTo>
                    <a:pt x="2113" y="2386"/>
                  </a:lnTo>
                  <a:lnTo>
                    <a:pt x="2113" y="2365"/>
                  </a:lnTo>
                  <a:lnTo>
                    <a:pt x="2260" y="2344"/>
                  </a:lnTo>
                  <a:lnTo>
                    <a:pt x="2595" y="2365"/>
                  </a:lnTo>
                  <a:lnTo>
                    <a:pt x="2825" y="2470"/>
                  </a:lnTo>
                  <a:lnTo>
                    <a:pt x="2929" y="2554"/>
                  </a:lnTo>
                  <a:lnTo>
                    <a:pt x="3118" y="2554"/>
                  </a:lnTo>
                  <a:lnTo>
                    <a:pt x="3306" y="2616"/>
                  </a:lnTo>
                  <a:lnTo>
                    <a:pt x="3411" y="2554"/>
                  </a:lnTo>
                  <a:lnTo>
                    <a:pt x="3515" y="2575"/>
                  </a:lnTo>
                  <a:lnTo>
                    <a:pt x="3557" y="2616"/>
                  </a:lnTo>
                  <a:lnTo>
                    <a:pt x="3683" y="2616"/>
                  </a:lnTo>
                  <a:lnTo>
                    <a:pt x="3683" y="2721"/>
                  </a:lnTo>
                  <a:lnTo>
                    <a:pt x="3725" y="2658"/>
                  </a:lnTo>
                  <a:lnTo>
                    <a:pt x="3725" y="2554"/>
                  </a:lnTo>
                  <a:lnTo>
                    <a:pt x="3578" y="2470"/>
                  </a:lnTo>
                  <a:lnTo>
                    <a:pt x="3557" y="2386"/>
                  </a:lnTo>
                  <a:lnTo>
                    <a:pt x="3620" y="2303"/>
                  </a:lnTo>
                  <a:lnTo>
                    <a:pt x="3620" y="2261"/>
                  </a:lnTo>
                  <a:lnTo>
                    <a:pt x="3536" y="2156"/>
                  </a:lnTo>
                  <a:lnTo>
                    <a:pt x="3515" y="2072"/>
                  </a:lnTo>
                  <a:lnTo>
                    <a:pt x="3432" y="2031"/>
                  </a:lnTo>
                  <a:lnTo>
                    <a:pt x="3369" y="2052"/>
                  </a:lnTo>
                  <a:lnTo>
                    <a:pt x="3306" y="1968"/>
                  </a:lnTo>
                  <a:lnTo>
                    <a:pt x="3243" y="1842"/>
                  </a:lnTo>
                  <a:lnTo>
                    <a:pt x="3118" y="1717"/>
                  </a:lnTo>
                  <a:lnTo>
                    <a:pt x="3097" y="1633"/>
                  </a:lnTo>
                  <a:lnTo>
                    <a:pt x="3139" y="1403"/>
                  </a:lnTo>
                  <a:lnTo>
                    <a:pt x="3118" y="1319"/>
                  </a:lnTo>
                  <a:lnTo>
                    <a:pt x="3118" y="1215"/>
                  </a:lnTo>
                  <a:lnTo>
                    <a:pt x="3034" y="1131"/>
                  </a:lnTo>
                  <a:lnTo>
                    <a:pt x="3013" y="1047"/>
                  </a:lnTo>
                  <a:lnTo>
                    <a:pt x="2846" y="943"/>
                  </a:lnTo>
                  <a:lnTo>
                    <a:pt x="2741" y="922"/>
                  </a:lnTo>
                  <a:lnTo>
                    <a:pt x="2720" y="796"/>
                  </a:lnTo>
                  <a:lnTo>
                    <a:pt x="2595" y="775"/>
                  </a:lnTo>
                  <a:lnTo>
                    <a:pt x="2595" y="629"/>
                  </a:lnTo>
                  <a:lnTo>
                    <a:pt x="2469" y="524"/>
                  </a:lnTo>
                  <a:lnTo>
                    <a:pt x="2427" y="399"/>
                  </a:lnTo>
                  <a:lnTo>
                    <a:pt x="2385" y="357"/>
                  </a:lnTo>
                  <a:lnTo>
                    <a:pt x="2302" y="357"/>
                  </a:lnTo>
                  <a:lnTo>
                    <a:pt x="2260" y="315"/>
                  </a:lnTo>
                  <a:lnTo>
                    <a:pt x="2176" y="378"/>
                  </a:lnTo>
                  <a:lnTo>
                    <a:pt x="2093" y="357"/>
                  </a:lnTo>
                  <a:lnTo>
                    <a:pt x="2093" y="273"/>
                  </a:lnTo>
                  <a:lnTo>
                    <a:pt x="1967" y="106"/>
                  </a:lnTo>
                  <a:lnTo>
                    <a:pt x="1800" y="85"/>
                  </a:lnTo>
                  <a:lnTo>
                    <a:pt x="154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8" name="Google Shape;7870;p67">
              <a:extLst>
                <a:ext uri="{FF2B5EF4-FFF2-40B4-BE49-F238E27FC236}">
                  <a16:creationId xmlns:a16="http://schemas.microsoft.com/office/drawing/2014/main" id="{B76BA333-55B3-AC7E-F0BE-11713A2034AF}"/>
                </a:ext>
              </a:extLst>
            </p:cNvPr>
            <p:cNvSpPr/>
            <p:nvPr/>
          </p:nvSpPr>
          <p:spPr>
            <a:xfrm>
              <a:off x="3452975" y="3056525"/>
              <a:ext cx="44500" cy="26700"/>
            </a:xfrm>
            <a:custGeom>
              <a:avLst/>
              <a:gdLst/>
              <a:ahLst/>
              <a:cxnLst/>
              <a:rect l="l" t="t" r="r" b="b"/>
              <a:pathLst>
                <a:path w="1780" h="1068" extrusionOk="0">
                  <a:moveTo>
                    <a:pt x="1047" y="0"/>
                  </a:moveTo>
                  <a:lnTo>
                    <a:pt x="838" y="63"/>
                  </a:lnTo>
                  <a:lnTo>
                    <a:pt x="733" y="210"/>
                  </a:lnTo>
                  <a:lnTo>
                    <a:pt x="335" y="168"/>
                  </a:lnTo>
                  <a:lnTo>
                    <a:pt x="168" y="272"/>
                  </a:lnTo>
                  <a:lnTo>
                    <a:pt x="1" y="231"/>
                  </a:lnTo>
                  <a:lnTo>
                    <a:pt x="1" y="231"/>
                  </a:lnTo>
                  <a:lnTo>
                    <a:pt x="63" y="314"/>
                  </a:lnTo>
                  <a:lnTo>
                    <a:pt x="273" y="335"/>
                  </a:lnTo>
                  <a:lnTo>
                    <a:pt x="335" y="335"/>
                  </a:lnTo>
                  <a:lnTo>
                    <a:pt x="231" y="419"/>
                  </a:lnTo>
                  <a:lnTo>
                    <a:pt x="335" y="524"/>
                  </a:lnTo>
                  <a:lnTo>
                    <a:pt x="440" y="524"/>
                  </a:lnTo>
                  <a:lnTo>
                    <a:pt x="482" y="586"/>
                  </a:lnTo>
                  <a:lnTo>
                    <a:pt x="545" y="586"/>
                  </a:lnTo>
                  <a:lnTo>
                    <a:pt x="691" y="544"/>
                  </a:lnTo>
                  <a:lnTo>
                    <a:pt x="838" y="524"/>
                  </a:lnTo>
                  <a:lnTo>
                    <a:pt x="1005" y="586"/>
                  </a:lnTo>
                  <a:lnTo>
                    <a:pt x="942" y="649"/>
                  </a:lnTo>
                  <a:lnTo>
                    <a:pt x="649" y="649"/>
                  </a:lnTo>
                  <a:lnTo>
                    <a:pt x="691" y="691"/>
                  </a:lnTo>
                  <a:lnTo>
                    <a:pt x="796" y="691"/>
                  </a:lnTo>
                  <a:lnTo>
                    <a:pt x="838" y="754"/>
                  </a:lnTo>
                  <a:lnTo>
                    <a:pt x="817" y="796"/>
                  </a:lnTo>
                  <a:lnTo>
                    <a:pt x="859" y="796"/>
                  </a:lnTo>
                  <a:lnTo>
                    <a:pt x="733" y="963"/>
                  </a:lnTo>
                  <a:lnTo>
                    <a:pt x="963" y="942"/>
                  </a:lnTo>
                  <a:lnTo>
                    <a:pt x="963" y="1047"/>
                  </a:lnTo>
                  <a:lnTo>
                    <a:pt x="1005" y="1068"/>
                  </a:lnTo>
                  <a:lnTo>
                    <a:pt x="1131" y="1047"/>
                  </a:lnTo>
                  <a:lnTo>
                    <a:pt x="1214" y="879"/>
                  </a:lnTo>
                  <a:lnTo>
                    <a:pt x="1319" y="858"/>
                  </a:lnTo>
                  <a:lnTo>
                    <a:pt x="1465" y="775"/>
                  </a:lnTo>
                  <a:lnTo>
                    <a:pt x="1675" y="733"/>
                  </a:lnTo>
                  <a:lnTo>
                    <a:pt x="1758" y="670"/>
                  </a:lnTo>
                  <a:lnTo>
                    <a:pt x="1779" y="565"/>
                  </a:lnTo>
                  <a:lnTo>
                    <a:pt x="1695" y="482"/>
                  </a:lnTo>
                  <a:lnTo>
                    <a:pt x="1695" y="314"/>
                  </a:lnTo>
                  <a:lnTo>
                    <a:pt x="1737" y="210"/>
                  </a:lnTo>
                  <a:lnTo>
                    <a:pt x="1695" y="42"/>
                  </a:lnTo>
                  <a:lnTo>
                    <a:pt x="157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719" name="Google Shape;7871;p67">
              <a:extLst>
                <a:ext uri="{FF2B5EF4-FFF2-40B4-BE49-F238E27FC236}">
                  <a16:creationId xmlns:a16="http://schemas.microsoft.com/office/drawing/2014/main" id="{8BA3FF38-B137-5899-9CFD-52B04668BC7E}"/>
                </a:ext>
              </a:extLst>
            </p:cNvPr>
            <p:cNvGrpSpPr/>
            <p:nvPr/>
          </p:nvGrpSpPr>
          <p:grpSpPr>
            <a:xfrm>
              <a:off x="3450375" y="3038225"/>
              <a:ext cx="132875" cy="99400"/>
              <a:chOff x="3450375" y="3038225"/>
              <a:chExt cx="132875" cy="99400"/>
            </a:xfrm>
            <a:grpFill/>
          </p:grpSpPr>
          <p:sp>
            <p:nvSpPr>
              <p:cNvPr id="755" name="Google Shape;7872;p67">
                <a:extLst>
                  <a:ext uri="{FF2B5EF4-FFF2-40B4-BE49-F238E27FC236}">
                    <a16:creationId xmlns:a16="http://schemas.microsoft.com/office/drawing/2014/main" id="{C8ABE107-630E-EDD7-320F-4D88293B28F4}"/>
                  </a:ext>
                </a:extLst>
              </p:cNvPr>
              <p:cNvSpPr/>
              <p:nvPr/>
            </p:nvSpPr>
            <p:spPr>
              <a:xfrm>
                <a:off x="3450375" y="3038225"/>
                <a:ext cx="46050" cy="13625"/>
              </a:xfrm>
              <a:custGeom>
                <a:avLst/>
                <a:gdLst/>
                <a:ahLst/>
                <a:cxnLst/>
                <a:rect l="l" t="t" r="r" b="b"/>
                <a:pathLst>
                  <a:path w="1842" h="545" extrusionOk="0">
                    <a:moveTo>
                      <a:pt x="942" y="0"/>
                    </a:moveTo>
                    <a:lnTo>
                      <a:pt x="795" y="63"/>
                    </a:lnTo>
                    <a:lnTo>
                      <a:pt x="586" y="230"/>
                    </a:lnTo>
                    <a:lnTo>
                      <a:pt x="481" y="230"/>
                    </a:lnTo>
                    <a:lnTo>
                      <a:pt x="418" y="251"/>
                    </a:lnTo>
                    <a:lnTo>
                      <a:pt x="167" y="251"/>
                    </a:lnTo>
                    <a:lnTo>
                      <a:pt x="188" y="335"/>
                    </a:lnTo>
                    <a:lnTo>
                      <a:pt x="314" y="419"/>
                    </a:lnTo>
                    <a:lnTo>
                      <a:pt x="439" y="377"/>
                    </a:lnTo>
                    <a:lnTo>
                      <a:pt x="439" y="377"/>
                    </a:lnTo>
                    <a:lnTo>
                      <a:pt x="377" y="460"/>
                    </a:lnTo>
                    <a:lnTo>
                      <a:pt x="209" y="460"/>
                    </a:lnTo>
                    <a:lnTo>
                      <a:pt x="105" y="314"/>
                    </a:lnTo>
                    <a:lnTo>
                      <a:pt x="0" y="419"/>
                    </a:lnTo>
                    <a:lnTo>
                      <a:pt x="63" y="481"/>
                    </a:lnTo>
                    <a:lnTo>
                      <a:pt x="63" y="544"/>
                    </a:lnTo>
                    <a:lnTo>
                      <a:pt x="105" y="481"/>
                    </a:lnTo>
                    <a:lnTo>
                      <a:pt x="481" y="481"/>
                    </a:lnTo>
                    <a:lnTo>
                      <a:pt x="586" y="356"/>
                    </a:lnTo>
                    <a:lnTo>
                      <a:pt x="691" y="335"/>
                    </a:lnTo>
                    <a:lnTo>
                      <a:pt x="816" y="251"/>
                    </a:lnTo>
                    <a:lnTo>
                      <a:pt x="900" y="272"/>
                    </a:lnTo>
                    <a:lnTo>
                      <a:pt x="921" y="314"/>
                    </a:lnTo>
                    <a:lnTo>
                      <a:pt x="1004" y="230"/>
                    </a:lnTo>
                    <a:lnTo>
                      <a:pt x="1067" y="209"/>
                    </a:lnTo>
                    <a:lnTo>
                      <a:pt x="1214" y="314"/>
                    </a:lnTo>
                    <a:lnTo>
                      <a:pt x="1318" y="314"/>
                    </a:lnTo>
                    <a:lnTo>
                      <a:pt x="1465" y="356"/>
                    </a:lnTo>
                    <a:lnTo>
                      <a:pt x="1653" y="440"/>
                    </a:lnTo>
                    <a:lnTo>
                      <a:pt x="1779" y="440"/>
                    </a:lnTo>
                    <a:lnTo>
                      <a:pt x="1841" y="356"/>
                    </a:lnTo>
                    <a:lnTo>
                      <a:pt x="1779" y="272"/>
                    </a:lnTo>
                    <a:lnTo>
                      <a:pt x="1737" y="314"/>
                    </a:lnTo>
                    <a:lnTo>
                      <a:pt x="1465" y="147"/>
                    </a:lnTo>
                    <a:lnTo>
                      <a:pt x="1360" y="147"/>
                    </a:lnTo>
                    <a:lnTo>
                      <a:pt x="1172" y="21"/>
                    </a:lnTo>
                    <a:lnTo>
                      <a:pt x="1046" y="21"/>
                    </a:lnTo>
                    <a:lnTo>
                      <a:pt x="942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56" name="Google Shape;7873;p67">
                <a:extLst>
                  <a:ext uri="{FF2B5EF4-FFF2-40B4-BE49-F238E27FC236}">
                    <a16:creationId xmlns:a16="http://schemas.microsoft.com/office/drawing/2014/main" id="{ECB6E5A4-95E2-ED52-539F-C114D2891160}"/>
                  </a:ext>
                </a:extLst>
              </p:cNvPr>
              <p:cNvSpPr/>
              <p:nvPr/>
            </p:nvSpPr>
            <p:spPr>
              <a:xfrm>
                <a:off x="3481225" y="3056525"/>
                <a:ext cx="102025" cy="81100"/>
              </a:xfrm>
              <a:custGeom>
                <a:avLst/>
                <a:gdLst/>
                <a:ahLst/>
                <a:cxnLst/>
                <a:rect l="l" t="t" r="r" b="b"/>
                <a:pathLst>
                  <a:path w="4081" h="3244" extrusionOk="0">
                    <a:moveTo>
                      <a:pt x="712" y="0"/>
                    </a:moveTo>
                    <a:lnTo>
                      <a:pt x="565" y="21"/>
                    </a:lnTo>
                    <a:lnTo>
                      <a:pt x="565" y="42"/>
                    </a:lnTo>
                    <a:lnTo>
                      <a:pt x="607" y="210"/>
                    </a:lnTo>
                    <a:lnTo>
                      <a:pt x="565" y="314"/>
                    </a:lnTo>
                    <a:lnTo>
                      <a:pt x="565" y="482"/>
                    </a:lnTo>
                    <a:lnTo>
                      <a:pt x="649" y="565"/>
                    </a:lnTo>
                    <a:lnTo>
                      <a:pt x="628" y="670"/>
                    </a:lnTo>
                    <a:lnTo>
                      <a:pt x="545" y="733"/>
                    </a:lnTo>
                    <a:lnTo>
                      <a:pt x="335" y="775"/>
                    </a:lnTo>
                    <a:lnTo>
                      <a:pt x="189" y="858"/>
                    </a:lnTo>
                    <a:lnTo>
                      <a:pt x="84" y="879"/>
                    </a:lnTo>
                    <a:lnTo>
                      <a:pt x="1" y="1046"/>
                    </a:lnTo>
                    <a:lnTo>
                      <a:pt x="21" y="1005"/>
                    </a:lnTo>
                    <a:lnTo>
                      <a:pt x="105" y="1109"/>
                    </a:lnTo>
                    <a:lnTo>
                      <a:pt x="42" y="1319"/>
                    </a:lnTo>
                    <a:lnTo>
                      <a:pt x="189" y="1507"/>
                    </a:lnTo>
                    <a:lnTo>
                      <a:pt x="314" y="1528"/>
                    </a:lnTo>
                    <a:lnTo>
                      <a:pt x="398" y="1570"/>
                    </a:lnTo>
                    <a:lnTo>
                      <a:pt x="440" y="1486"/>
                    </a:lnTo>
                    <a:lnTo>
                      <a:pt x="545" y="1528"/>
                    </a:lnTo>
                    <a:lnTo>
                      <a:pt x="503" y="1570"/>
                    </a:lnTo>
                    <a:lnTo>
                      <a:pt x="503" y="1674"/>
                    </a:lnTo>
                    <a:lnTo>
                      <a:pt x="545" y="1716"/>
                    </a:lnTo>
                    <a:lnTo>
                      <a:pt x="670" y="1716"/>
                    </a:lnTo>
                    <a:lnTo>
                      <a:pt x="733" y="1904"/>
                    </a:lnTo>
                    <a:lnTo>
                      <a:pt x="879" y="1988"/>
                    </a:lnTo>
                    <a:lnTo>
                      <a:pt x="963" y="2051"/>
                    </a:lnTo>
                    <a:lnTo>
                      <a:pt x="1047" y="2030"/>
                    </a:lnTo>
                    <a:lnTo>
                      <a:pt x="1235" y="1946"/>
                    </a:lnTo>
                    <a:lnTo>
                      <a:pt x="1235" y="1884"/>
                    </a:lnTo>
                    <a:lnTo>
                      <a:pt x="1381" y="1716"/>
                    </a:lnTo>
                    <a:lnTo>
                      <a:pt x="1486" y="1632"/>
                    </a:lnTo>
                    <a:lnTo>
                      <a:pt x="1612" y="1570"/>
                    </a:lnTo>
                    <a:lnTo>
                      <a:pt x="2114" y="1570"/>
                    </a:lnTo>
                    <a:lnTo>
                      <a:pt x="2197" y="1716"/>
                    </a:lnTo>
                    <a:lnTo>
                      <a:pt x="2239" y="1821"/>
                    </a:lnTo>
                    <a:lnTo>
                      <a:pt x="2407" y="2093"/>
                    </a:lnTo>
                    <a:lnTo>
                      <a:pt x="2386" y="2156"/>
                    </a:lnTo>
                    <a:lnTo>
                      <a:pt x="2490" y="2260"/>
                    </a:lnTo>
                    <a:lnTo>
                      <a:pt x="2490" y="2365"/>
                    </a:lnTo>
                    <a:lnTo>
                      <a:pt x="2407" y="2407"/>
                    </a:lnTo>
                    <a:lnTo>
                      <a:pt x="2407" y="2511"/>
                    </a:lnTo>
                    <a:lnTo>
                      <a:pt x="2449" y="2532"/>
                    </a:lnTo>
                    <a:lnTo>
                      <a:pt x="2449" y="2574"/>
                    </a:lnTo>
                    <a:lnTo>
                      <a:pt x="2595" y="2532"/>
                    </a:lnTo>
                    <a:lnTo>
                      <a:pt x="2637" y="2532"/>
                    </a:lnTo>
                    <a:lnTo>
                      <a:pt x="2867" y="2449"/>
                    </a:lnTo>
                    <a:lnTo>
                      <a:pt x="3014" y="2511"/>
                    </a:lnTo>
                    <a:lnTo>
                      <a:pt x="3055" y="2637"/>
                    </a:lnTo>
                    <a:lnTo>
                      <a:pt x="3181" y="2721"/>
                    </a:lnTo>
                    <a:lnTo>
                      <a:pt x="3160" y="2930"/>
                    </a:lnTo>
                    <a:lnTo>
                      <a:pt x="3139" y="3055"/>
                    </a:lnTo>
                    <a:lnTo>
                      <a:pt x="3286" y="3202"/>
                    </a:lnTo>
                    <a:lnTo>
                      <a:pt x="3369" y="3202"/>
                    </a:lnTo>
                    <a:lnTo>
                      <a:pt x="3537" y="3076"/>
                    </a:lnTo>
                    <a:lnTo>
                      <a:pt x="3578" y="3076"/>
                    </a:lnTo>
                    <a:lnTo>
                      <a:pt x="3683" y="3181"/>
                    </a:lnTo>
                    <a:lnTo>
                      <a:pt x="3704" y="3244"/>
                    </a:lnTo>
                    <a:lnTo>
                      <a:pt x="3704" y="3202"/>
                    </a:lnTo>
                    <a:lnTo>
                      <a:pt x="3809" y="3181"/>
                    </a:lnTo>
                    <a:lnTo>
                      <a:pt x="3976" y="2846"/>
                    </a:lnTo>
                    <a:lnTo>
                      <a:pt x="3976" y="2721"/>
                    </a:lnTo>
                    <a:lnTo>
                      <a:pt x="3955" y="2658"/>
                    </a:lnTo>
                    <a:lnTo>
                      <a:pt x="3850" y="2553"/>
                    </a:lnTo>
                    <a:lnTo>
                      <a:pt x="3850" y="2469"/>
                    </a:lnTo>
                    <a:lnTo>
                      <a:pt x="3913" y="2428"/>
                    </a:lnTo>
                    <a:lnTo>
                      <a:pt x="3997" y="2449"/>
                    </a:lnTo>
                    <a:lnTo>
                      <a:pt x="4018" y="2365"/>
                    </a:lnTo>
                    <a:lnTo>
                      <a:pt x="3955" y="2239"/>
                    </a:lnTo>
                    <a:lnTo>
                      <a:pt x="3871" y="2218"/>
                    </a:lnTo>
                    <a:lnTo>
                      <a:pt x="3871" y="2009"/>
                    </a:lnTo>
                    <a:lnTo>
                      <a:pt x="3892" y="1925"/>
                    </a:lnTo>
                    <a:lnTo>
                      <a:pt x="3871" y="1674"/>
                    </a:lnTo>
                    <a:lnTo>
                      <a:pt x="3809" y="1612"/>
                    </a:lnTo>
                    <a:lnTo>
                      <a:pt x="3809" y="1507"/>
                    </a:lnTo>
                    <a:lnTo>
                      <a:pt x="4060" y="1423"/>
                    </a:lnTo>
                    <a:lnTo>
                      <a:pt x="4081" y="1402"/>
                    </a:lnTo>
                    <a:lnTo>
                      <a:pt x="4081" y="1319"/>
                    </a:lnTo>
                    <a:lnTo>
                      <a:pt x="4018" y="1277"/>
                    </a:lnTo>
                    <a:lnTo>
                      <a:pt x="3871" y="1256"/>
                    </a:lnTo>
                    <a:lnTo>
                      <a:pt x="3871" y="1193"/>
                    </a:lnTo>
                    <a:lnTo>
                      <a:pt x="3850" y="1109"/>
                    </a:lnTo>
                    <a:lnTo>
                      <a:pt x="3850" y="1005"/>
                    </a:lnTo>
                    <a:lnTo>
                      <a:pt x="3767" y="1005"/>
                    </a:lnTo>
                    <a:lnTo>
                      <a:pt x="3704" y="1088"/>
                    </a:lnTo>
                    <a:lnTo>
                      <a:pt x="3599" y="1109"/>
                    </a:lnTo>
                    <a:lnTo>
                      <a:pt x="3599" y="1109"/>
                    </a:lnTo>
                    <a:lnTo>
                      <a:pt x="3662" y="963"/>
                    </a:lnTo>
                    <a:lnTo>
                      <a:pt x="3767" y="796"/>
                    </a:lnTo>
                    <a:lnTo>
                      <a:pt x="3767" y="754"/>
                    </a:lnTo>
                    <a:lnTo>
                      <a:pt x="3641" y="733"/>
                    </a:lnTo>
                    <a:lnTo>
                      <a:pt x="3578" y="670"/>
                    </a:lnTo>
                    <a:lnTo>
                      <a:pt x="3599" y="524"/>
                    </a:lnTo>
                    <a:lnTo>
                      <a:pt x="3558" y="377"/>
                    </a:lnTo>
                    <a:lnTo>
                      <a:pt x="3432" y="272"/>
                    </a:lnTo>
                    <a:lnTo>
                      <a:pt x="3390" y="231"/>
                    </a:lnTo>
                    <a:lnTo>
                      <a:pt x="3286" y="252"/>
                    </a:lnTo>
                    <a:lnTo>
                      <a:pt x="3265" y="314"/>
                    </a:lnTo>
                    <a:lnTo>
                      <a:pt x="3118" y="231"/>
                    </a:lnTo>
                    <a:lnTo>
                      <a:pt x="2972" y="231"/>
                    </a:lnTo>
                    <a:lnTo>
                      <a:pt x="2867" y="377"/>
                    </a:lnTo>
                    <a:lnTo>
                      <a:pt x="2804" y="419"/>
                    </a:lnTo>
                    <a:lnTo>
                      <a:pt x="2700" y="482"/>
                    </a:lnTo>
                    <a:lnTo>
                      <a:pt x="2532" y="482"/>
                    </a:lnTo>
                    <a:lnTo>
                      <a:pt x="2407" y="377"/>
                    </a:lnTo>
                    <a:lnTo>
                      <a:pt x="2323" y="356"/>
                    </a:lnTo>
                    <a:lnTo>
                      <a:pt x="2218" y="419"/>
                    </a:lnTo>
                    <a:lnTo>
                      <a:pt x="2135" y="377"/>
                    </a:lnTo>
                    <a:lnTo>
                      <a:pt x="2135" y="272"/>
                    </a:lnTo>
                    <a:lnTo>
                      <a:pt x="2009" y="272"/>
                    </a:lnTo>
                    <a:lnTo>
                      <a:pt x="1967" y="231"/>
                    </a:lnTo>
                    <a:lnTo>
                      <a:pt x="1863" y="210"/>
                    </a:lnTo>
                    <a:lnTo>
                      <a:pt x="1758" y="272"/>
                    </a:lnTo>
                    <a:lnTo>
                      <a:pt x="1570" y="210"/>
                    </a:lnTo>
                    <a:lnTo>
                      <a:pt x="1381" y="210"/>
                    </a:lnTo>
                    <a:lnTo>
                      <a:pt x="1277" y="126"/>
                    </a:lnTo>
                    <a:lnTo>
                      <a:pt x="1047" y="21"/>
                    </a:lnTo>
                    <a:lnTo>
                      <a:pt x="712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720" name="Google Shape;7874;p67">
              <a:extLst>
                <a:ext uri="{FF2B5EF4-FFF2-40B4-BE49-F238E27FC236}">
                  <a16:creationId xmlns:a16="http://schemas.microsoft.com/office/drawing/2014/main" id="{08264EB5-3C33-72DE-E61B-DB1B060D1412}"/>
                </a:ext>
              </a:extLst>
            </p:cNvPr>
            <p:cNvSpPr/>
            <p:nvPr/>
          </p:nvSpPr>
          <p:spPr>
            <a:xfrm>
              <a:off x="3503200" y="3095750"/>
              <a:ext cx="40300" cy="48150"/>
            </a:xfrm>
            <a:custGeom>
              <a:avLst/>
              <a:gdLst/>
              <a:ahLst/>
              <a:cxnLst/>
              <a:rect l="l" t="t" r="r" b="b"/>
              <a:pathLst>
                <a:path w="1612" h="1926" extrusionOk="0">
                  <a:moveTo>
                    <a:pt x="733" y="1"/>
                  </a:moveTo>
                  <a:lnTo>
                    <a:pt x="607" y="63"/>
                  </a:lnTo>
                  <a:lnTo>
                    <a:pt x="502" y="147"/>
                  </a:lnTo>
                  <a:lnTo>
                    <a:pt x="356" y="315"/>
                  </a:lnTo>
                  <a:lnTo>
                    <a:pt x="356" y="377"/>
                  </a:lnTo>
                  <a:lnTo>
                    <a:pt x="168" y="461"/>
                  </a:lnTo>
                  <a:lnTo>
                    <a:pt x="84" y="482"/>
                  </a:lnTo>
                  <a:lnTo>
                    <a:pt x="42" y="587"/>
                  </a:lnTo>
                  <a:lnTo>
                    <a:pt x="0" y="670"/>
                  </a:lnTo>
                  <a:lnTo>
                    <a:pt x="105" y="733"/>
                  </a:lnTo>
                  <a:lnTo>
                    <a:pt x="42" y="880"/>
                  </a:lnTo>
                  <a:lnTo>
                    <a:pt x="63" y="963"/>
                  </a:lnTo>
                  <a:lnTo>
                    <a:pt x="168" y="984"/>
                  </a:lnTo>
                  <a:lnTo>
                    <a:pt x="251" y="1172"/>
                  </a:lnTo>
                  <a:lnTo>
                    <a:pt x="251" y="1298"/>
                  </a:lnTo>
                  <a:lnTo>
                    <a:pt x="377" y="1424"/>
                  </a:lnTo>
                  <a:lnTo>
                    <a:pt x="482" y="1382"/>
                  </a:lnTo>
                  <a:lnTo>
                    <a:pt x="482" y="1403"/>
                  </a:lnTo>
                  <a:lnTo>
                    <a:pt x="419" y="1507"/>
                  </a:lnTo>
                  <a:lnTo>
                    <a:pt x="502" y="1591"/>
                  </a:lnTo>
                  <a:lnTo>
                    <a:pt x="586" y="1675"/>
                  </a:lnTo>
                  <a:lnTo>
                    <a:pt x="565" y="1737"/>
                  </a:lnTo>
                  <a:lnTo>
                    <a:pt x="691" y="1779"/>
                  </a:lnTo>
                  <a:lnTo>
                    <a:pt x="1005" y="1926"/>
                  </a:lnTo>
                  <a:lnTo>
                    <a:pt x="1046" y="1926"/>
                  </a:lnTo>
                  <a:lnTo>
                    <a:pt x="1088" y="1842"/>
                  </a:lnTo>
                  <a:lnTo>
                    <a:pt x="1151" y="1696"/>
                  </a:lnTo>
                  <a:lnTo>
                    <a:pt x="1298" y="1633"/>
                  </a:lnTo>
                  <a:lnTo>
                    <a:pt x="1402" y="1507"/>
                  </a:lnTo>
                  <a:lnTo>
                    <a:pt x="1402" y="1403"/>
                  </a:lnTo>
                  <a:lnTo>
                    <a:pt x="1444" y="1256"/>
                  </a:lnTo>
                  <a:lnTo>
                    <a:pt x="1528" y="1214"/>
                  </a:lnTo>
                  <a:lnTo>
                    <a:pt x="1528" y="1152"/>
                  </a:lnTo>
                  <a:lnTo>
                    <a:pt x="1549" y="1005"/>
                  </a:lnTo>
                  <a:lnTo>
                    <a:pt x="1570" y="1005"/>
                  </a:lnTo>
                  <a:lnTo>
                    <a:pt x="1570" y="963"/>
                  </a:lnTo>
                  <a:lnTo>
                    <a:pt x="1528" y="942"/>
                  </a:lnTo>
                  <a:lnTo>
                    <a:pt x="1528" y="838"/>
                  </a:lnTo>
                  <a:lnTo>
                    <a:pt x="1611" y="796"/>
                  </a:lnTo>
                  <a:lnTo>
                    <a:pt x="1611" y="691"/>
                  </a:lnTo>
                  <a:lnTo>
                    <a:pt x="1507" y="587"/>
                  </a:lnTo>
                  <a:lnTo>
                    <a:pt x="1528" y="524"/>
                  </a:lnTo>
                  <a:lnTo>
                    <a:pt x="1360" y="252"/>
                  </a:lnTo>
                  <a:lnTo>
                    <a:pt x="1318" y="147"/>
                  </a:lnTo>
                  <a:lnTo>
                    <a:pt x="123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1" name="Google Shape;7875;p67">
              <a:extLst>
                <a:ext uri="{FF2B5EF4-FFF2-40B4-BE49-F238E27FC236}">
                  <a16:creationId xmlns:a16="http://schemas.microsoft.com/office/drawing/2014/main" id="{8D0A373D-7CE5-0005-BFDD-BD420F87157A}"/>
                </a:ext>
              </a:extLst>
            </p:cNvPr>
            <p:cNvSpPr/>
            <p:nvPr/>
          </p:nvSpPr>
          <p:spPr>
            <a:xfrm>
              <a:off x="3529350" y="3117725"/>
              <a:ext cx="58600" cy="62800"/>
            </a:xfrm>
            <a:custGeom>
              <a:avLst/>
              <a:gdLst/>
              <a:ahLst/>
              <a:cxnLst/>
              <a:rect l="l" t="t" r="r" b="b"/>
              <a:pathLst>
                <a:path w="2344" h="2512" extrusionOk="0">
                  <a:moveTo>
                    <a:pt x="942" y="1"/>
                  </a:moveTo>
                  <a:lnTo>
                    <a:pt x="712" y="84"/>
                  </a:lnTo>
                  <a:lnTo>
                    <a:pt x="670" y="84"/>
                  </a:lnTo>
                  <a:lnTo>
                    <a:pt x="524" y="126"/>
                  </a:lnTo>
                  <a:lnTo>
                    <a:pt x="503" y="126"/>
                  </a:lnTo>
                  <a:lnTo>
                    <a:pt x="482" y="273"/>
                  </a:lnTo>
                  <a:lnTo>
                    <a:pt x="482" y="335"/>
                  </a:lnTo>
                  <a:lnTo>
                    <a:pt x="398" y="377"/>
                  </a:lnTo>
                  <a:lnTo>
                    <a:pt x="356" y="524"/>
                  </a:lnTo>
                  <a:lnTo>
                    <a:pt x="356" y="628"/>
                  </a:lnTo>
                  <a:lnTo>
                    <a:pt x="252" y="754"/>
                  </a:lnTo>
                  <a:lnTo>
                    <a:pt x="105" y="817"/>
                  </a:lnTo>
                  <a:lnTo>
                    <a:pt x="42" y="963"/>
                  </a:lnTo>
                  <a:lnTo>
                    <a:pt x="0" y="1047"/>
                  </a:lnTo>
                  <a:lnTo>
                    <a:pt x="168" y="1047"/>
                  </a:lnTo>
                  <a:lnTo>
                    <a:pt x="252" y="1109"/>
                  </a:lnTo>
                  <a:lnTo>
                    <a:pt x="210" y="1172"/>
                  </a:lnTo>
                  <a:lnTo>
                    <a:pt x="293" y="1235"/>
                  </a:lnTo>
                  <a:lnTo>
                    <a:pt x="461" y="1444"/>
                  </a:lnTo>
                  <a:lnTo>
                    <a:pt x="524" y="1444"/>
                  </a:lnTo>
                  <a:lnTo>
                    <a:pt x="775" y="1591"/>
                  </a:lnTo>
                  <a:lnTo>
                    <a:pt x="796" y="1591"/>
                  </a:lnTo>
                  <a:lnTo>
                    <a:pt x="1130" y="1967"/>
                  </a:lnTo>
                  <a:lnTo>
                    <a:pt x="1256" y="1988"/>
                  </a:lnTo>
                  <a:lnTo>
                    <a:pt x="1716" y="2302"/>
                  </a:lnTo>
                  <a:lnTo>
                    <a:pt x="2260" y="2511"/>
                  </a:lnTo>
                  <a:lnTo>
                    <a:pt x="2260" y="2386"/>
                  </a:lnTo>
                  <a:lnTo>
                    <a:pt x="2197" y="2281"/>
                  </a:lnTo>
                  <a:lnTo>
                    <a:pt x="2260" y="2156"/>
                  </a:lnTo>
                  <a:lnTo>
                    <a:pt x="2239" y="2072"/>
                  </a:lnTo>
                  <a:lnTo>
                    <a:pt x="2260" y="1967"/>
                  </a:lnTo>
                  <a:lnTo>
                    <a:pt x="2302" y="1884"/>
                  </a:lnTo>
                  <a:lnTo>
                    <a:pt x="2260" y="1800"/>
                  </a:lnTo>
                  <a:lnTo>
                    <a:pt x="2344" y="1758"/>
                  </a:lnTo>
                  <a:lnTo>
                    <a:pt x="2302" y="1653"/>
                  </a:lnTo>
                  <a:lnTo>
                    <a:pt x="2239" y="1633"/>
                  </a:lnTo>
                  <a:lnTo>
                    <a:pt x="2156" y="1570"/>
                  </a:lnTo>
                  <a:lnTo>
                    <a:pt x="2093" y="1465"/>
                  </a:lnTo>
                  <a:lnTo>
                    <a:pt x="2030" y="1444"/>
                  </a:lnTo>
                  <a:lnTo>
                    <a:pt x="1967" y="1444"/>
                  </a:lnTo>
                  <a:lnTo>
                    <a:pt x="1884" y="1361"/>
                  </a:lnTo>
                  <a:lnTo>
                    <a:pt x="1779" y="1361"/>
                  </a:lnTo>
                  <a:lnTo>
                    <a:pt x="1758" y="1381"/>
                  </a:lnTo>
                  <a:lnTo>
                    <a:pt x="1653" y="1361"/>
                  </a:lnTo>
                  <a:lnTo>
                    <a:pt x="1633" y="1256"/>
                  </a:lnTo>
                  <a:lnTo>
                    <a:pt x="1716" y="1151"/>
                  </a:lnTo>
                  <a:lnTo>
                    <a:pt x="1821" y="942"/>
                  </a:lnTo>
                  <a:lnTo>
                    <a:pt x="1758" y="837"/>
                  </a:lnTo>
                  <a:lnTo>
                    <a:pt x="1779" y="796"/>
                  </a:lnTo>
                  <a:lnTo>
                    <a:pt x="1758" y="733"/>
                  </a:lnTo>
                  <a:lnTo>
                    <a:pt x="1653" y="628"/>
                  </a:lnTo>
                  <a:lnTo>
                    <a:pt x="1612" y="628"/>
                  </a:lnTo>
                  <a:lnTo>
                    <a:pt x="1444" y="754"/>
                  </a:lnTo>
                  <a:lnTo>
                    <a:pt x="1361" y="754"/>
                  </a:lnTo>
                  <a:lnTo>
                    <a:pt x="1214" y="607"/>
                  </a:lnTo>
                  <a:lnTo>
                    <a:pt x="1235" y="482"/>
                  </a:lnTo>
                  <a:lnTo>
                    <a:pt x="1256" y="273"/>
                  </a:lnTo>
                  <a:lnTo>
                    <a:pt x="1130" y="189"/>
                  </a:lnTo>
                  <a:lnTo>
                    <a:pt x="1089" y="63"/>
                  </a:lnTo>
                  <a:lnTo>
                    <a:pt x="94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2" name="Google Shape;7876;p67">
              <a:extLst>
                <a:ext uri="{FF2B5EF4-FFF2-40B4-BE49-F238E27FC236}">
                  <a16:creationId xmlns:a16="http://schemas.microsoft.com/office/drawing/2014/main" id="{1FEFC67A-AA97-3B36-22D6-8873FD9F8413}"/>
                </a:ext>
              </a:extLst>
            </p:cNvPr>
            <p:cNvSpPr/>
            <p:nvPr/>
          </p:nvSpPr>
          <p:spPr>
            <a:xfrm>
              <a:off x="3570150" y="3086875"/>
              <a:ext cx="89475" cy="94175"/>
            </a:xfrm>
            <a:custGeom>
              <a:avLst/>
              <a:gdLst/>
              <a:ahLst/>
              <a:cxnLst/>
              <a:rect l="l" t="t" r="r" b="b"/>
              <a:pathLst>
                <a:path w="3579" h="3767" extrusionOk="0">
                  <a:moveTo>
                    <a:pt x="1905" y="0"/>
                  </a:moveTo>
                  <a:lnTo>
                    <a:pt x="1821" y="63"/>
                  </a:lnTo>
                  <a:lnTo>
                    <a:pt x="1716" y="209"/>
                  </a:lnTo>
                  <a:lnTo>
                    <a:pt x="1549" y="167"/>
                  </a:lnTo>
                  <a:lnTo>
                    <a:pt x="1507" y="105"/>
                  </a:lnTo>
                  <a:lnTo>
                    <a:pt x="1549" y="63"/>
                  </a:lnTo>
                  <a:lnTo>
                    <a:pt x="1381" y="42"/>
                  </a:lnTo>
                  <a:lnTo>
                    <a:pt x="1193" y="84"/>
                  </a:lnTo>
                  <a:lnTo>
                    <a:pt x="1193" y="146"/>
                  </a:lnTo>
                  <a:lnTo>
                    <a:pt x="1151" y="167"/>
                  </a:lnTo>
                  <a:lnTo>
                    <a:pt x="921" y="167"/>
                  </a:lnTo>
                  <a:lnTo>
                    <a:pt x="775" y="84"/>
                  </a:lnTo>
                  <a:lnTo>
                    <a:pt x="712" y="84"/>
                  </a:lnTo>
                  <a:lnTo>
                    <a:pt x="503" y="209"/>
                  </a:lnTo>
                  <a:lnTo>
                    <a:pt x="252" y="293"/>
                  </a:lnTo>
                  <a:lnTo>
                    <a:pt x="252" y="398"/>
                  </a:lnTo>
                  <a:lnTo>
                    <a:pt x="314" y="460"/>
                  </a:lnTo>
                  <a:lnTo>
                    <a:pt x="335" y="711"/>
                  </a:lnTo>
                  <a:lnTo>
                    <a:pt x="314" y="795"/>
                  </a:lnTo>
                  <a:lnTo>
                    <a:pt x="314" y="1004"/>
                  </a:lnTo>
                  <a:lnTo>
                    <a:pt x="398" y="1025"/>
                  </a:lnTo>
                  <a:lnTo>
                    <a:pt x="461" y="1151"/>
                  </a:lnTo>
                  <a:lnTo>
                    <a:pt x="440" y="1235"/>
                  </a:lnTo>
                  <a:lnTo>
                    <a:pt x="356" y="1214"/>
                  </a:lnTo>
                  <a:lnTo>
                    <a:pt x="293" y="1255"/>
                  </a:lnTo>
                  <a:lnTo>
                    <a:pt x="293" y="1339"/>
                  </a:lnTo>
                  <a:lnTo>
                    <a:pt x="398" y="1444"/>
                  </a:lnTo>
                  <a:lnTo>
                    <a:pt x="419" y="1507"/>
                  </a:lnTo>
                  <a:lnTo>
                    <a:pt x="419" y="1632"/>
                  </a:lnTo>
                  <a:lnTo>
                    <a:pt x="252" y="1967"/>
                  </a:lnTo>
                  <a:lnTo>
                    <a:pt x="147" y="1988"/>
                  </a:lnTo>
                  <a:lnTo>
                    <a:pt x="147" y="2030"/>
                  </a:lnTo>
                  <a:lnTo>
                    <a:pt x="126" y="2071"/>
                  </a:lnTo>
                  <a:lnTo>
                    <a:pt x="189" y="2176"/>
                  </a:lnTo>
                  <a:lnTo>
                    <a:pt x="84" y="2385"/>
                  </a:lnTo>
                  <a:lnTo>
                    <a:pt x="1" y="2490"/>
                  </a:lnTo>
                  <a:lnTo>
                    <a:pt x="21" y="2595"/>
                  </a:lnTo>
                  <a:lnTo>
                    <a:pt x="126" y="2615"/>
                  </a:lnTo>
                  <a:lnTo>
                    <a:pt x="147" y="2595"/>
                  </a:lnTo>
                  <a:lnTo>
                    <a:pt x="252" y="2595"/>
                  </a:lnTo>
                  <a:lnTo>
                    <a:pt x="335" y="2678"/>
                  </a:lnTo>
                  <a:lnTo>
                    <a:pt x="398" y="2678"/>
                  </a:lnTo>
                  <a:lnTo>
                    <a:pt x="461" y="2699"/>
                  </a:lnTo>
                  <a:lnTo>
                    <a:pt x="524" y="2804"/>
                  </a:lnTo>
                  <a:lnTo>
                    <a:pt x="607" y="2867"/>
                  </a:lnTo>
                  <a:lnTo>
                    <a:pt x="670" y="2887"/>
                  </a:lnTo>
                  <a:lnTo>
                    <a:pt x="712" y="2992"/>
                  </a:lnTo>
                  <a:lnTo>
                    <a:pt x="628" y="3034"/>
                  </a:lnTo>
                  <a:lnTo>
                    <a:pt x="670" y="3118"/>
                  </a:lnTo>
                  <a:lnTo>
                    <a:pt x="628" y="3201"/>
                  </a:lnTo>
                  <a:lnTo>
                    <a:pt x="607" y="3306"/>
                  </a:lnTo>
                  <a:lnTo>
                    <a:pt x="628" y="3390"/>
                  </a:lnTo>
                  <a:lnTo>
                    <a:pt x="565" y="3515"/>
                  </a:lnTo>
                  <a:lnTo>
                    <a:pt x="628" y="3620"/>
                  </a:lnTo>
                  <a:lnTo>
                    <a:pt x="628" y="3745"/>
                  </a:lnTo>
                  <a:lnTo>
                    <a:pt x="712" y="3766"/>
                  </a:lnTo>
                  <a:lnTo>
                    <a:pt x="879" y="3599"/>
                  </a:lnTo>
                  <a:lnTo>
                    <a:pt x="1026" y="3599"/>
                  </a:lnTo>
                  <a:lnTo>
                    <a:pt x="1068" y="3536"/>
                  </a:lnTo>
                  <a:lnTo>
                    <a:pt x="1465" y="3390"/>
                  </a:lnTo>
                  <a:lnTo>
                    <a:pt x="1465" y="3327"/>
                  </a:lnTo>
                  <a:lnTo>
                    <a:pt x="1674" y="3306"/>
                  </a:lnTo>
                  <a:lnTo>
                    <a:pt x="2449" y="3306"/>
                  </a:lnTo>
                  <a:lnTo>
                    <a:pt x="2742" y="3201"/>
                  </a:lnTo>
                  <a:lnTo>
                    <a:pt x="3014" y="3327"/>
                  </a:lnTo>
                  <a:lnTo>
                    <a:pt x="3034" y="3201"/>
                  </a:lnTo>
                  <a:lnTo>
                    <a:pt x="3139" y="3180"/>
                  </a:lnTo>
                  <a:lnTo>
                    <a:pt x="3223" y="3306"/>
                  </a:lnTo>
                  <a:lnTo>
                    <a:pt x="3244" y="3285"/>
                  </a:lnTo>
                  <a:lnTo>
                    <a:pt x="3348" y="3285"/>
                  </a:lnTo>
                  <a:lnTo>
                    <a:pt x="3453" y="3243"/>
                  </a:lnTo>
                  <a:lnTo>
                    <a:pt x="3453" y="3097"/>
                  </a:lnTo>
                  <a:lnTo>
                    <a:pt x="3390" y="2992"/>
                  </a:lnTo>
                  <a:lnTo>
                    <a:pt x="3265" y="2971"/>
                  </a:lnTo>
                  <a:lnTo>
                    <a:pt x="3244" y="2804"/>
                  </a:lnTo>
                  <a:lnTo>
                    <a:pt x="3160" y="2595"/>
                  </a:lnTo>
                  <a:lnTo>
                    <a:pt x="3076" y="2511"/>
                  </a:lnTo>
                  <a:lnTo>
                    <a:pt x="3118" y="2469"/>
                  </a:lnTo>
                  <a:lnTo>
                    <a:pt x="3139" y="2448"/>
                  </a:lnTo>
                  <a:lnTo>
                    <a:pt x="3139" y="2176"/>
                  </a:lnTo>
                  <a:lnTo>
                    <a:pt x="3181" y="2092"/>
                  </a:lnTo>
                  <a:lnTo>
                    <a:pt x="3223" y="1967"/>
                  </a:lnTo>
                  <a:lnTo>
                    <a:pt x="3244" y="1883"/>
                  </a:lnTo>
                  <a:lnTo>
                    <a:pt x="3244" y="1758"/>
                  </a:lnTo>
                  <a:lnTo>
                    <a:pt x="3432" y="1507"/>
                  </a:lnTo>
                  <a:lnTo>
                    <a:pt x="3537" y="1423"/>
                  </a:lnTo>
                  <a:lnTo>
                    <a:pt x="3537" y="1318"/>
                  </a:lnTo>
                  <a:lnTo>
                    <a:pt x="3578" y="1193"/>
                  </a:lnTo>
                  <a:lnTo>
                    <a:pt x="3537" y="1025"/>
                  </a:lnTo>
                  <a:lnTo>
                    <a:pt x="3453" y="942"/>
                  </a:lnTo>
                  <a:lnTo>
                    <a:pt x="3453" y="879"/>
                  </a:lnTo>
                  <a:lnTo>
                    <a:pt x="3390" y="732"/>
                  </a:lnTo>
                  <a:lnTo>
                    <a:pt x="3453" y="565"/>
                  </a:lnTo>
                  <a:lnTo>
                    <a:pt x="3453" y="502"/>
                  </a:lnTo>
                  <a:lnTo>
                    <a:pt x="3327" y="502"/>
                  </a:lnTo>
                  <a:lnTo>
                    <a:pt x="3244" y="418"/>
                  </a:lnTo>
                  <a:lnTo>
                    <a:pt x="3160" y="418"/>
                  </a:lnTo>
                  <a:lnTo>
                    <a:pt x="3055" y="502"/>
                  </a:lnTo>
                  <a:lnTo>
                    <a:pt x="2930" y="523"/>
                  </a:lnTo>
                  <a:lnTo>
                    <a:pt x="2742" y="460"/>
                  </a:lnTo>
                  <a:lnTo>
                    <a:pt x="2658" y="356"/>
                  </a:lnTo>
                  <a:lnTo>
                    <a:pt x="2553" y="293"/>
                  </a:lnTo>
                  <a:lnTo>
                    <a:pt x="2449" y="293"/>
                  </a:lnTo>
                  <a:lnTo>
                    <a:pt x="2407" y="251"/>
                  </a:lnTo>
                  <a:lnTo>
                    <a:pt x="2302" y="251"/>
                  </a:lnTo>
                  <a:lnTo>
                    <a:pt x="2093" y="146"/>
                  </a:lnTo>
                  <a:lnTo>
                    <a:pt x="192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3" name="Google Shape;7877;p67">
              <a:extLst>
                <a:ext uri="{FF2B5EF4-FFF2-40B4-BE49-F238E27FC236}">
                  <a16:creationId xmlns:a16="http://schemas.microsoft.com/office/drawing/2014/main" id="{394B7E2F-0BD1-7882-241E-077F9A918854}"/>
                </a:ext>
              </a:extLst>
            </p:cNvPr>
            <p:cNvSpPr/>
            <p:nvPr/>
          </p:nvSpPr>
          <p:spPr>
            <a:xfrm>
              <a:off x="3647050" y="3079025"/>
              <a:ext cx="61225" cy="95750"/>
            </a:xfrm>
            <a:custGeom>
              <a:avLst/>
              <a:gdLst/>
              <a:ahLst/>
              <a:cxnLst/>
              <a:rect l="l" t="t" r="r" b="b"/>
              <a:pathLst>
                <a:path w="2449" h="3830" extrusionOk="0">
                  <a:moveTo>
                    <a:pt x="1674" y="0"/>
                  </a:moveTo>
                  <a:lnTo>
                    <a:pt x="1549" y="63"/>
                  </a:lnTo>
                  <a:lnTo>
                    <a:pt x="1402" y="63"/>
                  </a:lnTo>
                  <a:lnTo>
                    <a:pt x="1193" y="105"/>
                  </a:lnTo>
                  <a:lnTo>
                    <a:pt x="419" y="105"/>
                  </a:lnTo>
                  <a:lnTo>
                    <a:pt x="210" y="147"/>
                  </a:lnTo>
                  <a:lnTo>
                    <a:pt x="189" y="272"/>
                  </a:lnTo>
                  <a:lnTo>
                    <a:pt x="251" y="460"/>
                  </a:lnTo>
                  <a:lnTo>
                    <a:pt x="293" y="502"/>
                  </a:lnTo>
                  <a:lnTo>
                    <a:pt x="377" y="670"/>
                  </a:lnTo>
                  <a:lnTo>
                    <a:pt x="377" y="816"/>
                  </a:lnTo>
                  <a:lnTo>
                    <a:pt x="377" y="879"/>
                  </a:lnTo>
                  <a:lnTo>
                    <a:pt x="314" y="1046"/>
                  </a:lnTo>
                  <a:lnTo>
                    <a:pt x="377" y="1193"/>
                  </a:lnTo>
                  <a:lnTo>
                    <a:pt x="377" y="1256"/>
                  </a:lnTo>
                  <a:lnTo>
                    <a:pt x="461" y="1339"/>
                  </a:lnTo>
                  <a:lnTo>
                    <a:pt x="502" y="1507"/>
                  </a:lnTo>
                  <a:lnTo>
                    <a:pt x="461" y="1632"/>
                  </a:lnTo>
                  <a:lnTo>
                    <a:pt x="461" y="1737"/>
                  </a:lnTo>
                  <a:lnTo>
                    <a:pt x="356" y="1821"/>
                  </a:lnTo>
                  <a:lnTo>
                    <a:pt x="168" y="2072"/>
                  </a:lnTo>
                  <a:lnTo>
                    <a:pt x="168" y="2197"/>
                  </a:lnTo>
                  <a:lnTo>
                    <a:pt x="147" y="2281"/>
                  </a:lnTo>
                  <a:lnTo>
                    <a:pt x="105" y="2406"/>
                  </a:lnTo>
                  <a:lnTo>
                    <a:pt x="63" y="2490"/>
                  </a:lnTo>
                  <a:lnTo>
                    <a:pt x="63" y="2762"/>
                  </a:lnTo>
                  <a:lnTo>
                    <a:pt x="42" y="2783"/>
                  </a:lnTo>
                  <a:lnTo>
                    <a:pt x="0" y="2825"/>
                  </a:lnTo>
                  <a:lnTo>
                    <a:pt x="84" y="2909"/>
                  </a:lnTo>
                  <a:lnTo>
                    <a:pt x="168" y="3118"/>
                  </a:lnTo>
                  <a:lnTo>
                    <a:pt x="189" y="3285"/>
                  </a:lnTo>
                  <a:lnTo>
                    <a:pt x="314" y="3306"/>
                  </a:lnTo>
                  <a:lnTo>
                    <a:pt x="377" y="3411"/>
                  </a:lnTo>
                  <a:lnTo>
                    <a:pt x="377" y="3557"/>
                  </a:lnTo>
                  <a:lnTo>
                    <a:pt x="272" y="3599"/>
                  </a:lnTo>
                  <a:lnTo>
                    <a:pt x="168" y="3599"/>
                  </a:lnTo>
                  <a:lnTo>
                    <a:pt x="147" y="3620"/>
                  </a:lnTo>
                  <a:lnTo>
                    <a:pt x="168" y="3662"/>
                  </a:lnTo>
                  <a:lnTo>
                    <a:pt x="482" y="3725"/>
                  </a:lnTo>
                  <a:lnTo>
                    <a:pt x="712" y="3829"/>
                  </a:lnTo>
                  <a:lnTo>
                    <a:pt x="1214" y="3599"/>
                  </a:lnTo>
                  <a:lnTo>
                    <a:pt x="1549" y="3557"/>
                  </a:lnTo>
                  <a:lnTo>
                    <a:pt x="1863" y="3306"/>
                  </a:lnTo>
                  <a:lnTo>
                    <a:pt x="2135" y="3181"/>
                  </a:lnTo>
                  <a:lnTo>
                    <a:pt x="2448" y="3118"/>
                  </a:lnTo>
                  <a:lnTo>
                    <a:pt x="2386" y="3034"/>
                  </a:lnTo>
                  <a:lnTo>
                    <a:pt x="2302" y="2971"/>
                  </a:lnTo>
                  <a:lnTo>
                    <a:pt x="2260" y="2929"/>
                  </a:lnTo>
                  <a:lnTo>
                    <a:pt x="2197" y="2804"/>
                  </a:lnTo>
                  <a:lnTo>
                    <a:pt x="2176" y="2657"/>
                  </a:lnTo>
                  <a:lnTo>
                    <a:pt x="2197" y="2490"/>
                  </a:lnTo>
                  <a:lnTo>
                    <a:pt x="2197" y="2448"/>
                  </a:lnTo>
                  <a:lnTo>
                    <a:pt x="2260" y="2302"/>
                  </a:lnTo>
                  <a:lnTo>
                    <a:pt x="2260" y="1967"/>
                  </a:lnTo>
                  <a:lnTo>
                    <a:pt x="2197" y="1883"/>
                  </a:lnTo>
                  <a:lnTo>
                    <a:pt x="2239" y="1674"/>
                  </a:lnTo>
                  <a:lnTo>
                    <a:pt x="2176" y="1611"/>
                  </a:lnTo>
                  <a:lnTo>
                    <a:pt x="2239" y="1528"/>
                  </a:lnTo>
                  <a:lnTo>
                    <a:pt x="2197" y="1423"/>
                  </a:lnTo>
                  <a:lnTo>
                    <a:pt x="2155" y="1360"/>
                  </a:lnTo>
                  <a:lnTo>
                    <a:pt x="2176" y="1297"/>
                  </a:lnTo>
                  <a:lnTo>
                    <a:pt x="2197" y="1214"/>
                  </a:lnTo>
                  <a:lnTo>
                    <a:pt x="2197" y="1004"/>
                  </a:lnTo>
                  <a:lnTo>
                    <a:pt x="2155" y="1004"/>
                  </a:lnTo>
                  <a:lnTo>
                    <a:pt x="2093" y="942"/>
                  </a:lnTo>
                  <a:lnTo>
                    <a:pt x="2093" y="732"/>
                  </a:lnTo>
                  <a:lnTo>
                    <a:pt x="2135" y="586"/>
                  </a:lnTo>
                  <a:lnTo>
                    <a:pt x="1988" y="502"/>
                  </a:lnTo>
                  <a:lnTo>
                    <a:pt x="1946" y="419"/>
                  </a:lnTo>
                  <a:lnTo>
                    <a:pt x="1821" y="293"/>
                  </a:lnTo>
                  <a:lnTo>
                    <a:pt x="1821" y="209"/>
                  </a:lnTo>
                  <a:lnTo>
                    <a:pt x="1758" y="168"/>
                  </a:lnTo>
                  <a:lnTo>
                    <a:pt x="171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4" name="Google Shape;7878;p67">
              <a:extLst>
                <a:ext uri="{FF2B5EF4-FFF2-40B4-BE49-F238E27FC236}">
                  <a16:creationId xmlns:a16="http://schemas.microsoft.com/office/drawing/2014/main" id="{CDCAA7CF-FE0C-6498-E706-A84141C62AC0}"/>
                </a:ext>
              </a:extLst>
            </p:cNvPr>
            <p:cNvSpPr/>
            <p:nvPr/>
          </p:nvSpPr>
          <p:spPr>
            <a:xfrm>
              <a:off x="3689950" y="3079025"/>
              <a:ext cx="29300" cy="77950"/>
            </a:xfrm>
            <a:custGeom>
              <a:avLst/>
              <a:gdLst/>
              <a:ahLst/>
              <a:cxnLst/>
              <a:rect l="l" t="t" r="r" b="b"/>
              <a:pathLst>
                <a:path w="1172" h="3118" extrusionOk="0">
                  <a:moveTo>
                    <a:pt x="0" y="0"/>
                  </a:moveTo>
                  <a:lnTo>
                    <a:pt x="42" y="168"/>
                  </a:lnTo>
                  <a:lnTo>
                    <a:pt x="105" y="209"/>
                  </a:lnTo>
                  <a:lnTo>
                    <a:pt x="105" y="293"/>
                  </a:lnTo>
                  <a:lnTo>
                    <a:pt x="230" y="419"/>
                  </a:lnTo>
                  <a:lnTo>
                    <a:pt x="272" y="502"/>
                  </a:lnTo>
                  <a:lnTo>
                    <a:pt x="419" y="586"/>
                  </a:lnTo>
                  <a:lnTo>
                    <a:pt x="377" y="732"/>
                  </a:lnTo>
                  <a:lnTo>
                    <a:pt x="377" y="942"/>
                  </a:lnTo>
                  <a:lnTo>
                    <a:pt x="439" y="1004"/>
                  </a:lnTo>
                  <a:lnTo>
                    <a:pt x="481" y="1004"/>
                  </a:lnTo>
                  <a:lnTo>
                    <a:pt x="481" y="1214"/>
                  </a:lnTo>
                  <a:lnTo>
                    <a:pt x="460" y="1297"/>
                  </a:lnTo>
                  <a:lnTo>
                    <a:pt x="439" y="1360"/>
                  </a:lnTo>
                  <a:lnTo>
                    <a:pt x="481" y="1423"/>
                  </a:lnTo>
                  <a:lnTo>
                    <a:pt x="523" y="1528"/>
                  </a:lnTo>
                  <a:lnTo>
                    <a:pt x="460" y="1611"/>
                  </a:lnTo>
                  <a:lnTo>
                    <a:pt x="523" y="1674"/>
                  </a:lnTo>
                  <a:lnTo>
                    <a:pt x="481" y="1883"/>
                  </a:lnTo>
                  <a:lnTo>
                    <a:pt x="544" y="1967"/>
                  </a:lnTo>
                  <a:lnTo>
                    <a:pt x="544" y="2302"/>
                  </a:lnTo>
                  <a:lnTo>
                    <a:pt x="481" y="2448"/>
                  </a:lnTo>
                  <a:lnTo>
                    <a:pt x="481" y="2490"/>
                  </a:lnTo>
                  <a:lnTo>
                    <a:pt x="460" y="2657"/>
                  </a:lnTo>
                  <a:lnTo>
                    <a:pt x="481" y="2804"/>
                  </a:lnTo>
                  <a:lnTo>
                    <a:pt x="544" y="2929"/>
                  </a:lnTo>
                  <a:lnTo>
                    <a:pt x="586" y="2971"/>
                  </a:lnTo>
                  <a:lnTo>
                    <a:pt x="670" y="3034"/>
                  </a:lnTo>
                  <a:lnTo>
                    <a:pt x="732" y="3118"/>
                  </a:lnTo>
                  <a:lnTo>
                    <a:pt x="774" y="3118"/>
                  </a:lnTo>
                  <a:lnTo>
                    <a:pt x="1088" y="2929"/>
                  </a:lnTo>
                  <a:lnTo>
                    <a:pt x="1151" y="2929"/>
                  </a:lnTo>
                  <a:lnTo>
                    <a:pt x="1172" y="2825"/>
                  </a:lnTo>
                  <a:lnTo>
                    <a:pt x="1088" y="2699"/>
                  </a:lnTo>
                  <a:lnTo>
                    <a:pt x="1088" y="2553"/>
                  </a:lnTo>
                  <a:lnTo>
                    <a:pt x="1046" y="2385"/>
                  </a:lnTo>
                  <a:lnTo>
                    <a:pt x="1067" y="1716"/>
                  </a:lnTo>
                  <a:lnTo>
                    <a:pt x="1067" y="1611"/>
                  </a:lnTo>
                  <a:lnTo>
                    <a:pt x="1109" y="1528"/>
                  </a:lnTo>
                  <a:lnTo>
                    <a:pt x="1109" y="1402"/>
                  </a:lnTo>
                  <a:lnTo>
                    <a:pt x="1088" y="1297"/>
                  </a:lnTo>
                  <a:lnTo>
                    <a:pt x="1088" y="1130"/>
                  </a:lnTo>
                  <a:lnTo>
                    <a:pt x="1046" y="900"/>
                  </a:lnTo>
                  <a:lnTo>
                    <a:pt x="900" y="586"/>
                  </a:lnTo>
                  <a:lnTo>
                    <a:pt x="858" y="565"/>
                  </a:lnTo>
                  <a:lnTo>
                    <a:pt x="774" y="481"/>
                  </a:lnTo>
                  <a:lnTo>
                    <a:pt x="649" y="398"/>
                  </a:lnTo>
                  <a:lnTo>
                    <a:pt x="628" y="209"/>
                  </a:lnTo>
                  <a:lnTo>
                    <a:pt x="649" y="168"/>
                  </a:lnTo>
                  <a:lnTo>
                    <a:pt x="4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5" name="Google Shape;7879;p67">
              <a:extLst>
                <a:ext uri="{FF2B5EF4-FFF2-40B4-BE49-F238E27FC236}">
                  <a16:creationId xmlns:a16="http://schemas.microsoft.com/office/drawing/2014/main" id="{2D138F42-F283-266C-0456-31320B6CC957}"/>
                </a:ext>
              </a:extLst>
            </p:cNvPr>
            <p:cNvSpPr/>
            <p:nvPr/>
          </p:nvSpPr>
          <p:spPr>
            <a:xfrm>
              <a:off x="3705625" y="3059150"/>
              <a:ext cx="45025" cy="94175"/>
            </a:xfrm>
            <a:custGeom>
              <a:avLst/>
              <a:gdLst/>
              <a:ahLst/>
              <a:cxnLst/>
              <a:rect l="l" t="t" r="r" b="b"/>
              <a:pathLst>
                <a:path w="1801" h="3767" extrusionOk="0">
                  <a:moveTo>
                    <a:pt x="1047" y="0"/>
                  </a:moveTo>
                  <a:lnTo>
                    <a:pt x="984" y="105"/>
                  </a:lnTo>
                  <a:lnTo>
                    <a:pt x="1005" y="147"/>
                  </a:lnTo>
                  <a:lnTo>
                    <a:pt x="900" y="209"/>
                  </a:lnTo>
                  <a:lnTo>
                    <a:pt x="838" y="209"/>
                  </a:lnTo>
                  <a:lnTo>
                    <a:pt x="838" y="272"/>
                  </a:lnTo>
                  <a:lnTo>
                    <a:pt x="691" y="439"/>
                  </a:lnTo>
                  <a:lnTo>
                    <a:pt x="628" y="439"/>
                  </a:lnTo>
                  <a:lnTo>
                    <a:pt x="440" y="544"/>
                  </a:lnTo>
                  <a:lnTo>
                    <a:pt x="356" y="523"/>
                  </a:lnTo>
                  <a:lnTo>
                    <a:pt x="252" y="565"/>
                  </a:lnTo>
                  <a:lnTo>
                    <a:pt x="252" y="670"/>
                  </a:lnTo>
                  <a:lnTo>
                    <a:pt x="168" y="753"/>
                  </a:lnTo>
                  <a:lnTo>
                    <a:pt x="168" y="858"/>
                  </a:lnTo>
                  <a:lnTo>
                    <a:pt x="43" y="900"/>
                  </a:lnTo>
                  <a:lnTo>
                    <a:pt x="22" y="963"/>
                  </a:lnTo>
                  <a:lnTo>
                    <a:pt x="1" y="1004"/>
                  </a:lnTo>
                  <a:lnTo>
                    <a:pt x="22" y="1193"/>
                  </a:lnTo>
                  <a:lnTo>
                    <a:pt x="147" y="1276"/>
                  </a:lnTo>
                  <a:lnTo>
                    <a:pt x="231" y="1360"/>
                  </a:lnTo>
                  <a:lnTo>
                    <a:pt x="273" y="1381"/>
                  </a:lnTo>
                  <a:lnTo>
                    <a:pt x="419" y="1695"/>
                  </a:lnTo>
                  <a:lnTo>
                    <a:pt x="461" y="1925"/>
                  </a:lnTo>
                  <a:lnTo>
                    <a:pt x="461" y="2092"/>
                  </a:lnTo>
                  <a:lnTo>
                    <a:pt x="482" y="2197"/>
                  </a:lnTo>
                  <a:lnTo>
                    <a:pt x="482" y="2323"/>
                  </a:lnTo>
                  <a:lnTo>
                    <a:pt x="440" y="2406"/>
                  </a:lnTo>
                  <a:lnTo>
                    <a:pt x="440" y="2511"/>
                  </a:lnTo>
                  <a:lnTo>
                    <a:pt x="419" y="3180"/>
                  </a:lnTo>
                  <a:lnTo>
                    <a:pt x="461" y="3348"/>
                  </a:lnTo>
                  <a:lnTo>
                    <a:pt x="461" y="3494"/>
                  </a:lnTo>
                  <a:lnTo>
                    <a:pt x="545" y="3620"/>
                  </a:lnTo>
                  <a:lnTo>
                    <a:pt x="524" y="3724"/>
                  </a:lnTo>
                  <a:lnTo>
                    <a:pt x="733" y="3766"/>
                  </a:lnTo>
                  <a:lnTo>
                    <a:pt x="1110" y="3620"/>
                  </a:lnTo>
                  <a:lnTo>
                    <a:pt x="1152" y="3620"/>
                  </a:lnTo>
                  <a:lnTo>
                    <a:pt x="1110" y="3515"/>
                  </a:lnTo>
                  <a:lnTo>
                    <a:pt x="1152" y="3243"/>
                  </a:lnTo>
                  <a:lnTo>
                    <a:pt x="1110" y="3139"/>
                  </a:lnTo>
                  <a:lnTo>
                    <a:pt x="1152" y="3055"/>
                  </a:lnTo>
                  <a:lnTo>
                    <a:pt x="1110" y="2825"/>
                  </a:lnTo>
                  <a:lnTo>
                    <a:pt x="1110" y="2720"/>
                  </a:lnTo>
                  <a:lnTo>
                    <a:pt x="1110" y="2657"/>
                  </a:lnTo>
                  <a:lnTo>
                    <a:pt x="1089" y="2616"/>
                  </a:lnTo>
                  <a:lnTo>
                    <a:pt x="1110" y="2553"/>
                  </a:lnTo>
                  <a:lnTo>
                    <a:pt x="1089" y="2469"/>
                  </a:lnTo>
                  <a:lnTo>
                    <a:pt x="1089" y="2427"/>
                  </a:lnTo>
                  <a:lnTo>
                    <a:pt x="1089" y="2302"/>
                  </a:lnTo>
                  <a:lnTo>
                    <a:pt x="1110" y="2218"/>
                  </a:lnTo>
                  <a:lnTo>
                    <a:pt x="1110" y="2113"/>
                  </a:lnTo>
                  <a:lnTo>
                    <a:pt x="1152" y="2051"/>
                  </a:lnTo>
                  <a:lnTo>
                    <a:pt x="1256" y="2009"/>
                  </a:lnTo>
                  <a:lnTo>
                    <a:pt x="1298" y="2009"/>
                  </a:lnTo>
                  <a:lnTo>
                    <a:pt x="1361" y="1946"/>
                  </a:lnTo>
                  <a:lnTo>
                    <a:pt x="1403" y="1841"/>
                  </a:lnTo>
                  <a:lnTo>
                    <a:pt x="1486" y="1716"/>
                  </a:lnTo>
                  <a:lnTo>
                    <a:pt x="1528" y="1611"/>
                  </a:lnTo>
                  <a:lnTo>
                    <a:pt x="1612" y="1569"/>
                  </a:lnTo>
                  <a:lnTo>
                    <a:pt x="1696" y="1569"/>
                  </a:lnTo>
                  <a:lnTo>
                    <a:pt x="1716" y="1507"/>
                  </a:lnTo>
                  <a:lnTo>
                    <a:pt x="1591" y="1381"/>
                  </a:lnTo>
                  <a:lnTo>
                    <a:pt x="1591" y="1318"/>
                  </a:lnTo>
                  <a:lnTo>
                    <a:pt x="1633" y="1255"/>
                  </a:lnTo>
                  <a:lnTo>
                    <a:pt x="1779" y="1255"/>
                  </a:lnTo>
                  <a:lnTo>
                    <a:pt x="1800" y="1172"/>
                  </a:lnTo>
                  <a:lnTo>
                    <a:pt x="1737" y="963"/>
                  </a:lnTo>
                  <a:lnTo>
                    <a:pt x="1716" y="837"/>
                  </a:lnTo>
                  <a:lnTo>
                    <a:pt x="1570" y="691"/>
                  </a:lnTo>
                  <a:lnTo>
                    <a:pt x="1528" y="628"/>
                  </a:lnTo>
                  <a:lnTo>
                    <a:pt x="1570" y="481"/>
                  </a:lnTo>
                  <a:lnTo>
                    <a:pt x="1591" y="481"/>
                  </a:lnTo>
                  <a:lnTo>
                    <a:pt x="1465" y="314"/>
                  </a:lnTo>
                  <a:lnTo>
                    <a:pt x="1319" y="272"/>
                  </a:lnTo>
                  <a:lnTo>
                    <a:pt x="1214" y="147"/>
                  </a:lnTo>
                  <a:lnTo>
                    <a:pt x="104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6" name="Google Shape;7880;p67">
              <a:extLst>
                <a:ext uri="{FF2B5EF4-FFF2-40B4-BE49-F238E27FC236}">
                  <a16:creationId xmlns:a16="http://schemas.microsoft.com/office/drawing/2014/main" id="{6B37EF67-25B2-E89F-CC0E-B7DC86E748FC}"/>
                </a:ext>
              </a:extLst>
            </p:cNvPr>
            <p:cNvSpPr/>
            <p:nvPr/>
          </p:nvSpPr>
          <p:spPr>
            <a:xfrm>
              <a:off x="3881925" y="2896975"/>
              <a:ext cx="150650" cy="239600"/>
            </a:xfrm>
            <a:custGeom>
              <a:avLst/>
              <a:gdLst/>
              <a:ahLst/>
              <a:cxnLst/>
              <a:rect l="l" t="t" r="r" b="b"/>
              <a:pathLst>
                <a:path w="6026" h="9584" extrusionOk="0">
                  <a:moveTo>
                    <a:pt x="1318" y="1"/>
                  </a:moveTo>
                  <a:lnTo>
                    <a:pt x="690" y="252"/>
                  </a:lnTo>
                  <a:lnTo>
                    <a:pt x="732" y="336"/>
                  </a:lnTo>
                  <a:lnTo>
                    <a:pt x="1025" y="1110"/>
                  </a:lnTo>
                  <a:lnTo>
                    <a:pt x="1004" y="1277"/>
                  </a:lnTo>
                  <a:lnTo>
                    <a:pt x="962" y="1361"/>
                  </a:lnTo>
                  <a:lnTo>
                    <a:pt x="1360" y="1821"/>
                  </a:lnTo>
                  <a:lnTo>
                    <a:pt x="1339" y="2030"/>
                  </a:lnTo>
                  <a:lnTo>
                    <a:pt x="1255" y="2114"/>
                  </a:lnTo>
                  <a:lnTo>
                    <a:pt x="1109" y="3202"/>
                  </a:lnTo>
                  <a:lnTo>
                    <a:pt x="1130" y="4039"/>
                  </a:lnTo>
                  <a:lnTo>
                    <a:pt x="167" y="5022"/>
                  </a:lnTo>
                  <a:lnTo>
                    <a:pt x="126" y="5085"/>
                  </a:lnTo>
                  <a:lnTo>
                    <a:pt x="0" y="5085"/>
                  </a:lnTo>
                  <a:lnTo>
                    <a:pt x="0" y="5169"/>
                  </a:lnTo>
                  <a:lnTo>
                    <a:pt x="21" y="5901"/>
                  </a:lnTo>
                  <a:lnTo>
                    <a:pt x="105" y="5922"/>
                  </a:lnTo>
                  <a:lnTo>
                    <a:pt x="272" y="6131"/>
                  </a:lnTo>
                  <a:lnTo>
                    <a:pt x="335" y="6278"/>
                  </a:lnTo>
                  <a:lnTo>
                    <a:pt x="628" y="6424"/>
                  </a:lnTo>
                  <a:lnTo>
                    <a:pt x="753" y="6529"/>
                  </a:lnTo>
                  <a:lnTo>
                    <a:pt x="795" y="6717"/>
                  </a:lnTo>
                  <a:lnTo>
                    <a:pt x="837" y="6759"/>
                  </a:lnTo>
                  <a:lnTo>
                    <a:pt x="858" y="6864"/>
                  </a:lnTo>
                  <a:lnTo>
                    <a:pt x="942" y="7031"/>
                  </a:lnTo>
                  <a:lnTo>
                    <a:pt x="942" y="7115"/>
                  </a:lnTo>
                  <a:lnTo>
                    <a:pt x="921" y="7157"/>
                  </a:lnTo>
                  <a:lnTo>
                    <a:pt x="900" y="7219"/>
                  </a:lnTo>
                  <a:lnTo>
                    <a:pt x="962" y="7282"/>
                  </a:lnTo>
                  <a:lnTo>
                    <a:pt x="921" y="7429"/>
                  </a:lnTo>
                  <a:lnTo>
                    <a:pt x="837" y="7491"/>
                  </a:lnTo>
                  <a:lnTo>
                    <a:pt x="858" y="7596"/>
                  </a:lnTo>
                  <a:lnTo>
                    <a:pt x="962" y="7763"/>
                  </a:lnTo>
                  <a:lnTo>
                    <a:pt x="1046" y="7805"/>
                  </a:lnTo>
                  <a:lnTo>
                    <a:pt x="1067" y="7910"/>
                  </a:lnTo>
                  <a:lnTo>
                    <a:pt x="1234" y="8056"/>
                  </a:lnTo>
                  <a:lnTo>
                    <a:pt x="1276" y="8077"/>
                  </a:lnTo>
                  <a:lnTo>
                    <a:pt x="1234" y="8119"/>
                  </a:lnTo>
                  <a:lnTo>
                    <a:pt x="1151" y="8098"/>
                  </a:lnTo>
                  <a:lnTo>
                    <a:pt x="1067" y="8077"/>
                  </a:lnTo>
                  <a:lnTo>
                    <a:pt x="942" y="8056"/>
                  </a:lnTo>
                  <a:lnTo>
                    <a:pt x="900" y="8077"/>
                  </a:lnTo>
                  <a:lnTo>
                    <a:pt x="795" y="8056"/>
                  </a:lnTo>
                  <a:lnTo>
                    <a:pt x="690" y="8077"/>
                  </a:lnTo>
                  <a:lnTo>
                    <a:pt x="628" y="8056"/>
                  </a:lnTo>
                  <a:lnTo>
                    <a:pt x="439" y="8056"/>
                  </a:lnTo>
                  <a:lnTo>
                    <a:pt x="439" y="8161"/>
                  </a:lnTo>
                  <a:lnTo>
                    <a:pt x="418" y="8203"/>
                  </a:lnTo>
                  <a:lnTo>
                    <a:pt x="418" y="8307"/>
                  </a:lnTo>
                  <a:lnTo>
                    <a:pt x="418" y="8370"/>
                  </a:lnTo>
                  <a:lnTo>
                    <a:pt x="502" y="8412"/>
                  </a:lnTo>
                  <a:lnTo>
                    <a:pt x="502" y="8496"/>
                  </a:lnTo>
                  <a:lnTo>
                    <a:pt x="607" y="8517"/>
                  </a:lnTo>
                  <a:lnTo>
                    <a:pt x="816" y="8705"/>
                  </a:lnTo>
                  <a:lnTo>
                    <a:pt x="1025" y="8914"/>
                  </a:lnTo>
                  <a:lnTo>
                    <a:pt x="1109" y="8998"/>
                  </a:lnTo>
                  <a:lnTo>
                    <a:pt x="1214" y="9144"/>
                  </a:lnTo>
                  <a:lnTo>
                    <a:pt x="1276" y="9312"/>
                  </a:lnTo>
                  <a:lnTo>
                    <a:pt x="1318" y="9416"/>
                  </a:lnTo>
                  <a:lnTo>
                    <a:pt x="1360" y="9458"/>
                  </a:lnTo>
                  <a:lnTo>
                    <a:pt x="1381" y="9584"/>
                  </a:lnTo>
                  <a:lnTo>
                    <a:pt x="1486" y="9584"/>
                  </a:lnTo>
                  <a:lnTo>
                    <a:pt x="1590" y="9563"/>
                  </a:lnTo>
                  <a:lnTo>
                    <a:pt x="1758" y="9563"/>
                  </a:lnTo>
                  <a:lnTo>
                    <a:pt x="1799" y="9437"/>
                  </a:lnTo>
                  <a:lnTo>
                    <a:pt x="1799" y="9312"/>
                  </a:lnTo>
                  <a:lnTo>
                    <a:pt x="1883" y="9249"/>
                  </a:lnTo>
                  <a:lnTo>
                    <a:pt x="1946" y="9312"/>
                  </a:lnTo>
                  <a:lnTo>
                    <a:pt x="1988" y="9437"/>
                  </a:lnTo>
                  <a:lnTo>
                    <a:pt x="2051" y="9479"/>
                  </a:lnTo>
                  <a:lnTo>
                    <a:pt x="2155" y="9458"/>
                  </a:lnTo>
                  <a:lnTo>
                    <a:pt x="2281" y="9354"/>
                  </a:lnTo>
                  <a:lnTo>
                    <a:pt x="2469" y="9312"/>
                  </a:lnTo>
                  <a:lnTo>
                    <a:pt x="2595" y="9207"/>
                  </a:lnTo>
                  <a:lnTo>
                    <a:pt x="2929" y="9123"/>
                  </a:lnTo>
                  <a:lnTo>
                    <a:pt x="3097" y="9123"/>
                  </a:lnTo>
                  <a:lnTo>
                    <a:pt x="3159" y="9019"/>
                  </a:lnTo>
                  <a:lnTo>
                    <a:pt x="3327" y="8914"/>
                  </a:lnTo>
                  <a:lnTo>
                    <a:pt x="3306" y="8831"/>
                  </a:lnTo>
                  <a:lnTo>
                    <a:pt x="3243" y="8831"/>
                  </a:lnTo>
                  <a:lnTo>
                    <a:pt x="3139" y="8726"/>
                  </a:lnTo>
                  <a:lnTo>
                    <a:pt x="3159" y="8621"/>
                  </a:lnTo>
                  <a:lnTo>
                    <a:pt x="3243" y="8579"/>
                  </a:lnTo>
                  <a:lnTo>
                    <a:pt x="3327" y="8600"/>
                  </a:lnTo>
                  <a:lnTo>
                    <a:pt x="3452" y="8579"/>
                  </a:lnTo>
                  <a:lnTo>
                    <a:pt x="3557" y="8621"/>
                  </a:lnTo>
                  <a:lnTo>
                    <a:pt x="3683" y="8642"/>
                  </a:lnTo>
                  <a:lnTo>
                    <a:pt x="3850" y="8621"/>
                  </a:lnTo>
                  <a:lnTo>
                    <a:pt x="4080" y="8600"/>
                  </a:lnTo>
                  <a:lnTo>
                    <a:pt x="4185" y="8517"/>
                  </a:lnTo>
                  <a:lnTo>
                    <a:pt x="4289" y="8475"/>
                  </a:lnTo>
                  <a:lnTo>
                    <a:pt x="4310" y="8370"/>
                  </a:lnTo>
                  <a:lnTo>
                    <a:pt x="4289" y="8286"/>
                  </a:lnTo>
                  <a:lnTo>
                    <a:pt x="4310" y="8182"/>
                  </a:lnTo>
                  <a:lnTo>
                    <a:pt x="4394" y="8119"/>
                  </a:lnTo>
                  <a:lnTo>
                    <a:pt x="4394" y="8056"/>
                  </a:lnTo>
                  <a:lnTo>
                    <a:pt x="4478" y="7952"/>
                  </a:lnTo>
                  <a:lnTo>
                    <a:pt x="4520" y="7973"/>
                  </a:lnTo>
                  <a:lnTo>
                    <a:pt x="4582" y="7973"/>
                  </a:lnTo>
                  <a:lnTo>
                    <a:pt x="4687" y="7805"/>
                  </a:lnTo>
                  <a:lnTo>
                    <a:pt x="4771" y="7784"/>
                  </a:lnTo>
                  <a:lnTo>
                    <a:pt x="4729" y="7701"/>
                  </a:lnTo>
                  <a:lnTo>
                    <a:pt x="4771" y="7638"/>
                  </a:lnTo>
                  <a:lnTo>
                    <a:pt x="4917" y="7554"/>
                  </a:lnTo>
                  <a:lnTo>
                    <a:pt x="5022" y="7470"/>
                  </a:lnTo>
                  <a:lnTo>
                    <a:pt x="5147" y="7470"/>
                  </a:lnTo>
                  <a:lnTo>
                    <a:pt x="5231" y="7533"/>
                  </a:lnTo>
                  <a:lnTo>
                    <a:pt x="5356" y="7450"/>
                  </a:lnTo>
                  <a:lnTo>
                    <a:pt x="5398" y="7387"/>
                  </a:lnTo>
                  <a:lnTo>
                    <a:pt x="5419" y="7366"/>
                  </a:lnTo>
                  <a:lnTo>
                    <a:pt x="5419" y="7282"/>
                  </a:lnTo>
                  <a:lnTo>
                    <a:pt x="5461" y="7219"/>
                  </a:lnTo>
                  <a:lnTo>
                    <a:pt x="5419" y="7136"/>
                  </a:lnTo>
                  <a:lnTo>
                    <a:pt x="5189" y="7052"/>
                  </a:lnTo>
                  <a:lnTo>
                    <a:pt x="5147" y="6947"/>
                  </a:lnTo>
                  <a:lnTo>
                    <a:pt x="5147" y="6822"/>
                  </a:lnTo>
                  <a:lnTo>
                    <a:pt x="5105" y="6717"/>
                  </a:lnTo>
                  <a:lnTo>
                    <a:pt x="5147" y="6634"/>
                  </a:lnTo>
                  <a:lnTo>
                    <a:pt x="5084" y="6592"/>
                  </a:lnTo>
                  <a:lnTo>
                    <a:pt x="5126" y="6529"/>
                  </a:lnTo>
                  <a:lnTo>
                    <a:pt x="5126" y="6445"/>
                  </a:lnTo>
                  <a:lnTo>
                    <a:pt x="5084" y="6424"/>
                  </a:lnTo>
                  <a:lnTo>
                    <a:pt x="4938" y="6529"/>
                  </a:lnTo>
                  <a:lnTo>
                    <a:pt x="4875" y="6445"/>
                  </a:lnTo>
                  <a:lnTo>
                    <a:pt x="4875" y="6320"/>
                  </a:lnTo>
                  <a:lnTo>
                    <a:pt x="5043" y="6131"/>
                  </a:lnTo>
                  <a:lnTo>
                    <a:pt x="5105" y="6027"/>
                  </a:lnTo>
                  <a:lnTo>
                    <a:pt x="5084" y="5922"/>
                  </a:lnTo>
                  <a:lnTo>
                    <a:pt x="4980" y="5880"/>
                  </a:lnTo>
                  <a:lnTo>
                    <a:pt x="5001" y="5797"/>
                  </a:lnTo>
                  <a:lnTo>
                    <a:pt x="5126" y="5713"/>
                  </a:lnTo>
                  <a:lnTo>
                    <a:pt x="5189" y="5587"/>
                  </a:lnTo>
                  <a:lnTo>
                    <a:pt x="5126" y="5545"/>
                  </a:lnTo>
                  <a:lnTo>
                    <a:pt x="5105" y="5441"/>
                  </a:lnTo>
                  <a:lnTo>
                    <a:pt x="5210" y="5357"/>
                  </a:lnTo>
                  <a:lnTo>
                    <a:pt x="5252" y="5357"/>
                  </a:lnTo>
                  <a:lnTo>
                    <a:pt x="5461" y="5085"/>
                  </a:lnTo>
                  <a:lnTo>
                    <a:pt x="5524" y="4960"/>
                  </a:lnTo>
                  <a:lnTo>
                    <a:pt x="5461" y="4876"/>
                  </a:lnTo>
                  <a:lnTo>
                    <a:pt x="5461" y="4750"/>
                  </a:lnTo>
                  <a:lnTo>
                    <a:pt x="5566" y="4667"/>
                  </a:lnTo>
                  <a:lnTo>
                    <a:pt x="5712" y="4667"/>
                  </a:lnTo>
                  <a:lnTo>
                    <a:pt x="5817" y="4729"/>
                  </a:lnTo>
                  <a:lnTo>
                    <a:pt x="5921" y="4646"/>
                  </a:lnTo>
                  <a:lnTo>
                    <a:pt x="6026" y="4625"/>
                  </a:lnTo>
                  <a:lnTo>
                    <a:pt x="5963" y="2344"/>
                  </a:lnTo>
                  <a:lnTo>
                    <a:pt x="131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7" name="Google Shape;7881;p67">
              <a:extLst>
                <a:ext uri="{FF2B5EF4-FFF2-40B4-BE49-F238E27FC236}">
                  <a16:creationId xmlns:a16="http://schemas.microsoft.com/office/drawing/2014/main" id="{4EECF2C4-76CA-845A-B670-7241C6AA8B90}"/>
                </a:ext>
              </a:extLst>
            </p:cNvPr>
            <p:cNvSpPr/>
            <p:nvPr/>
          </p:nvSpPr>
          <p:spPr>
            <a:xfrm>
              <a:off x="3863600" y="3051825"/>
              <a:ext cx="4725" cy="2625"/>
            </a:xfrm>
            <a:custGeom>
              <a:avLst/>
              <a:gdLst/>
              <a:ahLst/>
              <a:cxnLst/>
              <a:rect l="l" t="t" r="r" b="b"/>
              <a:pathLst>
                <a:path w="189" h="105" extrusionOk="0">
                  <a:moveTo>
                    <a:pt x="189" y="0"/>
                  </a:moveTo>
                  <a:lnTo>
                    <a:pt x="1" y="42"/>
                  </a:lnTo>
                  <a:lnTo>
                    <a:pt x="63" y="105"/>
                  </a:lnTo>
                  <a:lnTo>
                    <a:pt x="168" y="84"/>
                  </a:lnTo>
                  <a:lnTo>
                    <a:pt x="18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8" name="Google Shape;7882;p67">
              <a:extLst>
                <a:ext uri="{FF2B5EF4-FFF2-40B4-BE49-F238E27FC236}">
                  <a16:creationId xmlns:a16="http://schemas.microsoft.com/office/drawing/2014/main" id="{403F3AE6-16C1-F837-E2E2-1F7C7D3D68FA}"/>
                </a:ext>
              </a:extLst>
            </p:cNvPr>
            <p:cNvSpPr/>
            <p:nvPr/>
          </p:nvSpPr>
          <p:spPr>
            <a:xfrm>
              <a:off x="3695700" y="2900125"/>
              <a:ext cx="220250" cy="171075"/>
            </a:xfrm>
            <a:custGeom>
              <a:avLst/>
              <a:gdLst/>
              <a:ahLst/>
              <a:cxnLst/>
              <a:rect l="l" t="t" r="r" b="b"/>
              <a:pathLst>
                <a:path w="8810" h="6843" extrusionOk="0">
                  <a:moveTo>
                    <a:pt x="6507" y="0"/>
                  </a:moveTo>
                  <a:lnTo>
                    <a:pt x="3913" y="1590"/>
                  </a:lnTo>
                  <a:lnTo>
                    <a:pt x="3181" y="2239"/>
                  </a:lnTo>
                  <a:lnTo>
                    <a:pt x="2323" y="2448"/>
                  </a:lnTo>
                  <a:lnTo>
                    <a:pt x="2302" y="3578"/>
                  </a:lnTo>
                  <a:lnTo>
                    <a:pt x="2239" y="4080"/>
                  </a:lnTo>
                  <a:lnTo>
                    <a:pt x="2176" y="4164"/>
                  </a:lnTo>
                  <a:lnTo>
                    <a:pt x="2134" y="4331"/>
                  </a:lnTo>
                  <a:lnTo>
                    <a:pt x="2093" y="4478"/>
                  </a:lnTo>
                  <a:lnTo>
                    <a:pt x="1800" y="4624"/>
                  </a:lnTo>
                  <a:lnTo>
                    <a:pt x="1653" y="4729"/>
                  </a:lnTo>
                  <a:lnTo>
                    <a:pt x="1465" y="4729"/>
                  </a:lnTo>
                  <a:lnTo>
                    <a:pt x="1297" y="4834"/>
                  </a:lnTo>
                  <a:lnTo>
                    <a:pt x="942" y="4834"/>
                  </a:lnTo>
                  <a:lnTo>
                    <a:pt x="774" y="4917"/>
                  </a:lnTo>
                  <a:lnTo>
                    <a:pt x="649" y="4917"/>
                  </a:lnTo>
                  <a:lnTo>
                    <a:pt x="251" y="4938"/>
                  </a:lnTo>
                  <a:lnTo>
                    <a:pt x="126" y="4917"/>
                  </a:lnTo>
                  <a:lnTo>
                    <a:pt x="84" y="5001"/>
                  </a:lnTo>
                  <a:lnTo>
                    <a:pt x="84" y="5147"/>
                  </a:lnTo>
                  <a:lnTo>
                    <a:pt x="0" y="5252"/>
                  </a:lnTo>
                  <a:lnTo>
                    <a:pt x="0" y="5440"/>
                  </a:lnTo>
                  <a:lnTo>
                    <a:pt x="544" y="5796"/>
                  </a:lnTo>
                  <a:lnTo>
                    <a:pt x="544" y="6047"/>
                  </a:lnTo>
                  <a:lnTo>
                    <a:pt x="753" y="6173"/>
                  </a:lnTo>
                  <a:lnTo>
                    <a:pt x="984" y="6047"/>
                  </a:lnTo>
                  <a:lnTo>
                    <a:pt x="1067" y="6089"/>
                  </a:lnTo>
                  <a:lnTo>
                    <a:pt x="1067" y="6152"/>
                  </a:lnTo>
                  <a:lnTo>
                    <a:pt x="1130" y="6194"/>
                  </a:lnTo>
                  <a:lnTo>
                    <a:pt x="1130" y="6298"/>
                  </a:lnTo>
                  <a:lnTo>
                    <a:pt x="1067" y="6403"/>
                  </a:lnTo>
                  <a:lnTo>
                    <a:pt x="1193" y="6570"/>
                  </a:lnTo>
                  <a:lnTo>
                    <a:pt x="1297" y="6570"/>
                  </a:lnTo>
                  <a:lnTo>
                    <a:pt x="1402" y="6508"/>
                  </a:lnTo>
                  <a:lnTo>
                    <a:pt x="1381" y="6466"/>
                  </a:lnTo>
                  <a:lnTo>
                    <a:pt x="1444" y="6361"/>
                  </a:lnTo>
                  <a:lnTo>
                    <a:pt x="1611" y="6508"/>
                  </a:lnTo>
                  <a:lnTo>
                    <a:pt x="1716" y="6633"/>
                  </a:lnTo>
                  <a:lnTo>
                    <a:pt x="1862" y="6675"/>
                  </a:lnTo>
                  <a:lnTo>
                    <a:pt x="1988" y="6842"/>
                  </a:lnTo>
                  <a:lnTo>
                    <a:pt x="2072" y="6780"/>
                  </a:lnTo>
                  <a:lnTo>
                    <a:pt x="2072" y="6717"/>
                  </a:lnTo>
                  <a:lnTo>
                    <a:pt x="2009" y="6696"/>
                  </a:lnTo>
                  <a:lnTo>
                    <a:pt x="1925" y="6528"/>
                  </a:lnTo>
                  <a:lnTo>
                    <a:pt x="1967" y="6487"/>
                  </a:lnTo>
                  <a:lnTo>
                    <a:pt x="1967" y="6403"/>
                  </a:lnTo>
                  <a:lnTo>
                    <a:pt x="2072" y="6298"/>
                  </a:lnTo>
                  <a:lnTo>
                    <a:pt x="2176" y="6298"/>
                  </a:lnTo>
                  <a:lnTo>
                    <a:pt x="2176" y="6215"/>
                  </a:lnTo>
                  <a:lnTo>
                    <a:pt x="2113" y="6173"/>
                  </a:lnTo>
                  <a:lnTo>
                    <a:pt x="2093" y="6068"/>
                  </a:lnTo>
                  <a:lnTo>
                    <a:pt x="2113" y="6005"/>
                  </a:lnTo>
                  <a:lnTo>
                    <a:pt x="2134" y="5984"/>
                  </a:lnTo>
                  <a:lnTo>
                    <a:pt x="2113" y="5943"/>
                  </a:lnTo>
                  <a:lnTo>
                    <a:pt x="2113" y="5880"/>
                  </a:lnTo>
                  <a:lnTo>
                    <a:pt x="2239" y="5775"/>
                  </a:lnTo>
                  <a:lnTo>
                    <a:pt x="2323" y="5754"/>
                  </a:lnTo>
                  <a:lnTo>
                    <a:pt x="2385" y="5733"/>
                  </a:lnTo>
                  <a:lnTo>
                    <a:pt x="2490" y="5692"/>
                  </a:lnTo>
                  <a:lnTo>
                    <a:pt x="2804" y="5692"/>
                  </a:lnTo>
                  <a:lnTo>
                    <a:pt x="2846" y="5650"/>
                  </a:lnTo>
                  <a:lnTo>
                    <a:pt x="2930" y="5650"/>
                  </a:lnTo>
                  <a:lnTo>
                    <a:pt x="3013" y="5671"/>
                  </a:lnTo>
                  <a:lnTo>
                    <a:pt x="3160" y="5692"/>
                  </a:lnTo>
                  <a:lnTo>
                    <a:pt x="3243" y="5733"/>
                  </a:lnTo>
                  <a:lnTo>
                    <a:pt x="3327" y="5754"/>
                  </a:lnTo>
                  <a:lnTo>
                    <a:pt x="3494" y="5796"/>
                  </a:lnTo>
                  <a:lnTo>
                    <a:pt x="3557" y="5880"/>
                  </a:lnTo>
                  <a:lnTo>
                    <a:pt x="3683" y="6068"/>
                  </a:lnTo>
                  <a:lnTo>
                    <a:pt x="3787" y="6152"/>
                  </a:lnTo>
                  <a:lnTo>
                    <a:pt x="3850" y="6110"/>
                  </a:lnTo>
                  <a:lnTo>
                    <a:pt x="3913" y="6047"/>
                  </a:lnTo>
                  <a:lnTo>
                    <a:pt x="3997" y="6005"/>
                  </a:lnTo>
                  <a:lnTo>
                    <a:pt x="4080" y="5984"/>
                  </a:lnTo>
                  <a:lnTo>
                    <a:pt x="4227" y="5964"/>
                  </a:lnTo>
                  <a:lnTo>
                    <a:pt x="4269" y="5943"/>
                  </a:lnTo>
                  <a:lnTo>
                    <a:pt x="4373" y="5943"/>
                  </a:lnTo>
                  <a:lnTo>
                    <a:pt x="4478" y="6005"/>
                  </a:lnTo>
                  <a:lnTo>
                    <a:pt x="4478" y="6068"/>
                  </a:lnTo>
                  <a:lnTo>
                    <a:pt x="4582" y="6089"/>
                  </a:lnTo>
                  <a:lnTo>
                    <a:pt x="4750" y="6194"/>
                  </a:lnTo>
                  <a:lnTo>
                    <a:pt x="4896" y="6215"/>
                  </a:lnTo>
                  <a:lnTo>
                    <a:pt x="5126" y="6298"/>
                  </a:lnTo>
                  <a:lnTo>
                    <a:pt x="5231" y="6319"/>
                  </a:lnTo>
                  <a:lnTo>
                    <a:pt x="5357" y="6256"/>
                  </a:lnTo>
                  <a:lnTo>
                    <a:pt x="5524" y="6047"/>
                  </a:lnTo>
                  <a:lnTo>
                    <a:pt x="5629" y="5984"/>
                  </a:lnTo>
                  <a:lnTo>
                    <a:pt x="5943" y="6005"/>
                  </a:lnTo>
                  <a:lnTo>
                    <a:pt x="6068" y="5964"/>
                  </a:lnTo>
                  <a:lnTo>
                    <a:pt x="6319" y="5984"/>
                  </a:lnTo>
                  <a:lnTo>
                    <a:pt x="6507" y="6068"/>
                  </a:lnTo>
                  <a:lnTo>
                    <a:pt x="6675" y="6089"/>
                  </a:lnTo>
                  <a:lnTo>
                    <a:pt x="6717" y="6110"/>
                  </a:lnTo>
                  <a:lnTo>
                    <a:pt x="6905" y="6068"/>
                  </a:lnTo>
                  <a:lnTo>
                    <a:pt x="6926" y="6047"/>
                  </a:lnTo>
                  <a:lnTo>
                    <a:pt x="7031" y="5984"/>
                  </a:lnTo>
                  <a:lnTo>
                    <a:pt x="7093" y="5943"/>
                  </a:lnTo>
                  <a:lnTo>
                    <a:pt x="7156" y="5901"/>
                  </a:lnTo>
                  <a:lnTo>
                    <a:pt x="7240" y="5943"/>
                  </a:lnTo>
                  <a:lnTo>
                    <a:pt x="7303" y="5901"/>
                  </a:lnTo>
                  <a:lnTo>
                    <a:pt x="7323" y="5838"/>
                  </a:lnTo>
                  <a:lnTo>
                    <a:pt x="7365" y="5733"/>
                  </a:lnTo>
                  <a:lnTo>
                    <a:pt x="7470" y="5775"/>
                  </a:lnTo>
                  <a:lnTo>
                    <a:pt x="7470" y="5775"/>
                  </a:lnTo>
                  <a:lnTo>
                    <a:pt x="7449" y="5043"/>
                  </a:lnTo>
                  <a:lnTo>
                    <a:pt x="7449" y="4959"/>
                  </a:lnTo>
                  <a:lnTo>
                    <a:pt x="7575" y="4959"/>
                  </a:lnTo>
                  <a:lnTo>
                    <a:pt x="7616" y="4896"/>
                  </a:lnTo>
                  <a:lnTo>
                    <a:pt x="8579" y="3913"/>
                  </a:lnTo>
                  <a:lnTo>
                    <a:pt x="8558" y="3076"/>
                  </a:lnTo>
                  <a:lnTo>
                    <a:pt x="8704" y="1988"/>
                  </a:lnTo>
                  <a:lnTo>
                    <a:pt x="8788" y="1904"/>
                  </a:lnTo>
                  <a:lnTo>
                    <a:pt x="8809" y="1695"/>
                  </a:lnTo>
                  <a:lnTo>
                    <a:pt x="8411" y="1235"/>
                  </a:lnTo>
                  <a:lnTo>
                    <a:pt x="8453" y="1151"/>
                  </a:lnTo>
                  <a:lnTo>
                    <a:pt x="8474" y="984"/>
                  </a:lnTo>
                  <a:lnTo>
                    <a:pt x="8181" y="210"/>
                  </a:lnTo>
                  <a:lnTo>
                    <a:pt x="8139" y="126"/>
                  </a:lnTo>
                  <a:lnTo>
                    <a:pt x="7616" y="335"/>
                  </a:lnTo>
                  <a:lnTo>
                    <a:pt x="7512" y="230"/>
                  </a:lnTo>
                  <a:lnTo>
                    <a:pt x="650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9" name="Google Shape;7883;p67">
              <a:extLst>
                <a:ext uri="{FF2B5EF4-FFF2-40B4-BE49-F238E27FC236}">
                  <a16:creationId xmlns:a16="http://schemas.microsoft.com/office/drawing/2014/main" id="{6C098E77-D377-3F05-E3A9-14A94925124A}"/>
                </a:ext>
              </a:extLst>
            </p:cNvPr>
            <p:cNvSpPr/>
            <p:nvPr/>
          </p:nvSpPr>
          <p:spPr>
            <a:xfrm>
              <a:off x="3732825" y="3041350"/>
              <a:ext cx="165325" cy="141775"/>
            </a:xfrm>
            <a:custGeom>
              <a:avLst/>
              <a:gdLst/>
              <a:ahLst/>
              <a:cxnLst/>
              <a:rect l="l" t="t" r="r" b="b"/>
              <a:pathLst>
                <a:path w="6613" h="5671" extrusionOk="0">
                  <a:moveTo>
                    <a:pt x="1361" y="1"/>
                  </a:moveTo>
                  <a:lnTo>
                    <a:pt x="1319" y="43"/>
                  </a:lnTo>
                  <a:lnTo>
                    <a:pt x="1005" y="43"/>
                  </a:lnTo>
                  <a:lnTo>
                    <a:pt x="900" y="84"/>
                  </a:lnTo>
                  <a:lnTo>
                    <a:pt x="838" y="105"/>
                  </a:lnTo>
                  <a:lnTo>
                    <a:pt x="754" y="126"/>
                  </a:lnTo>
                  <a:lnTo>
                    <a:pt x="628" y="231"/>
                  </a:lnTo>
                  <a:lnTo>
                    <a:pt x="628" y="294"/>
                  </a:lnTo>
                  <a:lnTo>
                    <a:pt x="649" y="335"/>
                  </a:lnTo>
                  <a:lnTo>
                    <a:pt x="628" y="356"/>
                  </a:lnTo>
                  <a:lnTo>
                    <a:pt x="608" y="419"/>
                  </a:lnTo>
                  <a:lnTo>
                    <a:pt x="628" y="524"/>
                  </a:lnTo>
                  <a:lnTo>
                    <a:pt x="691" y="566"/>
                  </a:lnTo>
                  <a:lnTo>
                    <a:pt x="691" y="649"/>
                  </a:lnTo>
                  <a:lnTo>
                    <a:pt x="587" y="649"/>
                  </a:lnTo>
                  <a:lnTo>
                    <a:pt x="482" y="754"/>
                  </a:lnTo>
                  <a:lnTo>
                    <a:pt x="482" y="838"/>
                  </a:lnTo>
                  <a:lnTo>
                    <a:pt x="440" y="879"/>
                  </a:lnTo>
                  <a:lnTo>
                    <a:pt x="524" y="1047"/>
                  </a:lnTo>
                  <a:lnTo>
                    <a:pt x="587" y="1068"/>
                  </a:lnTo>
                  <a:lnTo>
                    <a:pt x="587" y="1131"/>
                  </a:lnTo>
                  <a:lnTo>
                    <a:pt x="503" y="1193"/>
                  </a:lnTo>
                  <a:lnTo>
                    <a:pt x="482" y="1193"/>
                  </a:lnTo>
                  <a:lnTo>
                    <a:pt x="440" y="1340"/>
                  </a:lnTo>
                  <a:lnTo>
                    <a:pt x="482" y="1403"/>
                  </a:lnTo>
                  <a:lnTo>
                    <a:pt x="628" y="1549"/>
                  </a:lnTo>
                  <a:lnTo>
                    <a:pt x="649" y="1675"/>
                  </a:lnTo>
                  <a:lnTo>
                    <a:pt x="712" y="1884"/>
                  </a:lnTo>
                  <a:lnTo>
                    <a:pt x="691" y="1967"/>
                  </a:lnTo>
                  <a:lnTo>
                    <a:pt x="545" y="1967"/>
                  </a:lnTo>
                  <a:lnTo>
                    <a:pt x="503" y="2030"/>
                  </a:lnTo>
                  <a:lnTo>
                    <a:pt x="503" y="2093"/>
                  </a:lnTo>
                  <a:lnTo>
                    <a:pt x="628" y="2219"/>
                  </a:lnTo>
                  <a:lnTo>
                    <a:pt x="608" y="2281"/>
                  </a:lnTo>
                  <a:lnTo>
                    <a:pt x="524" y="2281"/>
                  </a:lnTo>
                  <a:lnTo>
                    <a:pt x="440" y="2323"/>
                  </a:lnTo>
                  <a:lnTo>
                    <a:pt x="398" y="2428"/>
                  </a:lnTo>
                  <a:lnTo>
                    <a:pt x="315" y="2553"/>
                  </a:lnTo>
                  <a:lnTo>
                    <a:pt x="273" y="2658"/>
                  </a:lnTo>
                  <a:lnTo>
                    <a:pt x="210" y="2721"/>
                  </a:lnTo>
                  <a:lnTo>
                    <a:pt x="168" y="2721"/>
                  </a:lnTo>
                  <a:lnTo>
                    <a:pt x="64" y="2763"/>
                  </a:lnTo>
                  <a:lnTo>
                    <a:pt x="22" y="2825"/>
                  </a:lnTo>
                  <a:lnTo>
                    <a:pt x="22" y="2930"/>
                  </a:lnTo>
                  <a:lnTo>
                    <a:pt x="1" y="3014"/>
                  </a:lnTo>
                  <a:lnTo>
                    <a:pt x="1" y="3139"/>
                  </a:lnTo>
                  <a:lnTo>
                    <a:pt x="1" y="3181"/>
                  </a:lnTo>
                  <a:lnTo>
                    <a:pt x="22" y="3265"/>
                  </a:lnTo>
                  <a:lnTo>
                    <a:pt x="1" y="3328"/>
                  </a:lnTo>
                  <a:lnTo>
                    <a:pt x="22" y="3369"/>
                  </a:lnTo>
                  <a:lnTo>
                    <a:pt x="22" y="3432"/>
                  </a:lnTo>
                  <a:lnTo>
                    <a:pt x="22" y="3537"/>
                  </a:lnTo>
                  <a:lnTo>
                    <a:pt x="64" y="3767"/>
                  </a:lnTo>
                  <a:lnTo>
                    <a:pt x="22" y="3851"/>
                  </a:lnTo>
                  <a:lnTo>
                    <a:pt x="64" y="3955"/>
                  </a:lnTo>
                  <a:lnTo>
                    <a:pt x="22" y="4227"/>
                  </a:lnTo>
                  <a:lnTo>
                    <a:pt x="64" y="4332"/>
                  </a:lnTo>
                  <a:lnTo>
                    <a:pt x="294" y="4395"/>
                  </a:lnTo>
                  <a:lnTo>
                    <a:pt x="482" y="4311"/>
                  </a:lnTo>
                  <a:lnTo>
                    <a:pt x="900" y="4541"/>
                  </a:lnTo>
                  <a:lnTo>
                    <a:pt x="1131" y="4750"/>
                  </a:lnTo>
                  <a:lnTo>
                    <a:pt x="1256" y="5043"/>
                  </a:lnTo>
                  <a:lnTo>
                    <a:pt x="1256" y="5232"/>
                  </a:lnTo>
                  <a:lnTo>
                    <a:pt x="1340" y="5273"/>
                  </a:lnTo>
                  <a:lnTo>
                    <a:pt x="1424" y="5462"/>
                  </a:lnTo>
                  <a:lnTo>
                    <a:pt x="1549" y="5587"/>
                  </a:lnTo>
                  <a:lnTo>
                    <a:pt x="1758" y="5671"/>
                  </a:lnTo>
                  <a:lnTo>
                    <a:pt x="2323" y="5629"/>
                  </a:lnTo>
                  <a:lnTo>
                    <a:pt x="2428" y="5566"/>
                  </a:lnTo>
                  <a:lnTo>
                    <a:pt x="2512" y="5587"/>
                  </a:lnTo>
                  <a:lnTo>
                    <a:pt x="2784" y="5483"/>
                  </a:lnTo>
                  <a:lnTo>
                    <a:pt x="2888" y="5545"/>
                  </a:lnTo>
                  <a:lnTo>
                    <a:pt x="3014" y="5524"/>
                  </a:lnTo>
                  <a:lnTo>
                    <a:pt x="3056" y="5357"/>
                  </a:lnTo>
                  <a:lnTo>
                    <a:pt x="3160" y="5462"/>
                  </a:lnTo>
                  <a:lnTo>
                    <a:pt x="3223" y="5441"/>
                  </a:lnTo>
                  <a:lnTo>
                    <a:pt x="3223" y="5357"/>
                  </a:lnTo>
                  <a:lnTo>
                    <a:pt x="3369" y="5211"/>
                  </a:lnTo>
                  <a:lnTo>
                    <a:pt x="3432" y="5043"/>
                  </a:lnTo>
                  <a:lnTo>
                    <a:pt x="3432" y="4918"/>
                  </a:lnTo>
                  <a:lnTo>
                    <a:pt x="3411" y="4792"/>
                  </a:lnTo>
                  <a:lnTo>
                    <a:pt x="3474" y="4729"/>
                  </a:lnTo>
                  <a:lnTo>
                    <a:pt x="3474" y="4646"/>
                  </a:lnTo>
                  <a:lnTo>
                    <a:pt x="3558" y="4583"/>
                  </a:lnTo>
                  <a:lnTo>
                    <a:pt x="3662" y="4499"/>
                  </a:lnTo>
                  <a:lnTo>
                    <a:pt x="3725" y="4436"/>
                  </a:lnTo>
                  <a:lnTo>
                    <a:pt x="3893" y="4311"/>
                  </a:lnTo>
                  <a:lnTo>
                    <a:pt x="3872" y="4206"/>
                  </a:lnTo>
                  <a:lnTo>
                    <a:pt x="3893" y="4123"/>
                  </a:lnTo>
                  <a:lnTo>
                    <a:pt x="4039" y="4123"/>
                  </a:lnTo>
                  <a:lnTo>
                    <a:pt x="4081" y="4060"/>
                  </a:lnTo>
                  <a:lnTo>
                    <a:pt x="4102" y="4081"/>
                  </a:lnTo>
                  <a:lnTo>
                    <a:pt x="4269" y="4123"/>
                  </a:lnTo>
                  <a:lnTo>
                    <a:pt x="4353" y="4123"/>
                  </a:lnTo>
                  <a:lnTo>
                    <a:pt x="4458" y="4185"/>
                  </a:lnTo>
                  <a:lnTo>
                    <a:pt x="4499" y="4311"/>
                  </a:lnTo>
                  <a:lnTo>
                    <a:pt x="4604" y="4374"/>
                  </a:lnTo>
                  <a:lnTo>
                    <a:pt x="4688" y="4395"/>
                  </a:lnTo>
                  <a:lnTo>
                    <a:pt x="4792" y="4332"/>
                  </a:lnTo>
                  <a:lnTo>
                    <a:pt x="4876" y="4206"/>
                  </a:lnTo>
                  <a:lnTo>
                    <a:pt x="4876" y="4164"/>
                  </a:lnTo>
                  <a:lnTo>
                    <a:pt x="4918" y="4081"/>
                  </a:lnTo>
                  <a:lnTo>
                    <a:pt x="5002" y="4060"/>
                  </a:lnTo>
                  <a:lnTo>
                    <a:pt x="5085" y="3955"/>
                  </a:lnTo>
                  <a:lnTo>
                    <a:pt x="5085" y="3872"/>
                  </a:lnTo>
                  <a:lnTo>
                    <a:pt x="5106" y="3746"/>
                  </a:lnTo>
                  <a:lnTo>
                    <a:pt x="5294" y="3558"/>
                  </a:lnTo>
                  <a:lnTo>
                    <a:pt x="5315" y="3453"/>
                  </a:lnTo>
                  <a:lnTo>
                    <a:pt x="5294" y="3369"/>
                  </a:lnTo>
                  <a:lnTo>
                    <a:pt x="5336" y="3286"/>
                  </a:lnTo>
                  <a:lnTo>
                    <a:pt x="5504" y="3139"/>
                  </a:lnTo>
                  <a:lnTo>
                    <a:pt x="5608" y="3056"/>
                  </a:lnTo>
                  <a:lnTo>
                    <a:pt x="5629" y="2930"/>
                  </a:lnTo>
                  <a:lnTo>
                    <a:pt x="5650" y="2846"/>
                  </a:lnTo>
                  <a:lnTo>
                    <a:pt x="5629" y="2658"/>
                  </a:lnTo>
                  <a:lnTo>
                    <a:pt x="5734" y="2595"/>
                  </a:lnTo>
                  <a:lnTo>
                    <a:pt x="5880" y="2553"/>
                  </a:lnTo>
                  <a:lnTo>
                    <a:pt x="5964" y="2428"/>
                  </a:lnTo>
                  <a:lnTo>
                    <a:pt x="5985" y="2302"/>
                  </a:lnTo>
                  <a:lnTo>
                    <a:pt x="5985" y="2135"/>
                  </a:lnTo>
                  <a:lnTo>
                    <a:pt x="5985" y="2030"/>
                  </a:lnTo>
                  <a:lnTo>
                    <a:pt x="6048" y="1926"/>
                  </a:lnTo>
                  <a:lnTo>
                    <a:pt x="6152" y="1758"/>
                  </a:lnTo>
                  <a:lnTo>
                    <a:pt x="6194" y="1695"/>
                  </a:lnTo>
                  <a:lnTo>
                    <a:pt x="6236" y="1654"/>
                  </a:lnTo>
                  <a:lnTo>
                    <a:pt x="6341" y="1570"/>
                  </a:lnTo>
                  <a:lnTo>
                    <a:pt x="6382" y="1570"/>
                  </a:lnTo>
                  <a:lnTo>
                    <a:pt x="6466" y="1465"/>
                  </a:lnTo>
                  <a:lnTo>
                    <a:pt x="6592" y="1403"/>
                  </a:lnTo>
                  <a:lnTo>
                    <a:pt x="6613" y="1340"/>
                  </a:lnTo>
                  <a:lnTo>
                    <a:pt x="6571" y="1193"/>
                  </a:lnTo>
                  <a:lnTo>
                    <a:pt x="6571" y="1131"/>
                  </a:lnTo>
                  <a:lnTo>
                    <a:pt x="6550" y="1047"/>
                  </a:lnTo>
                  <a:lnTo>
                    <a:pt x="6445" y="984"/>
                  </a:lnTo>
                  <a:lnTo>
                    <a:pt x="6382" y="921"/>
                  </a:lnTo>
                  <a:lnTo>
                    <a:pt x="6382" y="733"/>
                  </a:lnTo>
                  <a:lnTo>
                    <a:pt x="6362" y="628"/>
                  </a:lnTo>
                  <a:lnTo>
                    <a:pt x="6299" y="503"/>
                  </a:lnTo>
                  <a:lnTo>
                    <a:pt x="6236" y="356"/>
                  </a:lnTo>
                  <a:lnTo>
                    <a:pt x="6069" y="147"/>
                  </a:lnTo>
                  <a:lnTo>
                    <a:pt x="5985" y="126"/>
                  </a:lnTo>
                  <a:lnTo>
                    <a:pt x="5880" y="84"/>
                  </a:lnTo>
                  <a:lnTo>
                    <a:pt x="5838" y="189"/>
                  </a:lnTo>
                  <a:lnTo>
                    <a:pt x="5818" y="252"/>
                  </a:lnTo>
                  <a:lnTo>
                    <a:pt x="5755" y="294"/>
                  </a:lnTo>
                  <a:lnTo>
                    <a:pt x="5671" y="252"/>
                  </a:lnTo>
                  <a:lnTo>
                    <a:pt x="5608" y="294"/>
                  </a:lnTo>
                  <a:lnTo>
                    <a:pt x="5546" y="335"/>
                  </a:lnTo>
                  <a:lnTo>
                    <a:pt x="5441" y="398"/>
                  </a:lnTo>
                  <a:lnTo>
                    <a:pt x="5399" y="503"/>
                  </a:lnTo>
                  <a:lnTo>
                    <a:pt x="5294" y="524"/>
                  </a:lnTo>
                  <a:lnTo>
                    <a:pt x="5232" y="461"/>
                  </a:lnTo>
                  <a:lnTo>
                    <a:pt x="5190" y="440"/>
                  </a:lnTo>
                  <a:lnTo>
                    <a:pt x="5022" y="419"/>
                  </a:lnTo>
                  <a:lnTo>
                    <a:pt x="4834" y="335"/>
                  </a:lnTo>
                  <a:lnTo>
                    <a:pt x="4583" y="315"/>
                  </a:lnTo>
                  <a:lnTo>
                    <a:pt x="4458" y="356"/>
                  </a:lnTo>
                  <a:lnTo>
                    <a:pt x="4144" y="335"/>
                  </a:lnTo>
                  <a:lnTo>
                    <a:pt x="4039" y="398"/>
                  </a:lnTo>
                  <a:lnTo>
                    <a:pt x="3872" y="607"/>
                  </a:lnTo>
                  <a:lnTo>
                    <a:pt x="3746" y="670"/>
                  </a:lnTo>
                  <a:lnTo>
                    <a:pt x="3641" y="649"/>
                  </a:lnTo>
                  <a:lnTo>
                    <a:pt x="3411" y="566"/>
                  </a:lnTo>
                  <a:lnTo>
                    <a:pt x="3265" y="545"/>
                  </a:lnTo>
                  <a:lnTo>
                    <a:pt x="3097" y="440"/>
                  </a:lnTo>
                  <a:lnTo>
                    <a:pt x="2993" y="419"/>
                  </a:lnTo>
                  <a:lnTo>
                    <a:pt x="2993" y="356"/>
                  </a:lnTo>
                  <a:lnTo>
                    <a:pt x="2888" y="294"/>
                  </a:lnTo>
                  <a:lnTo>
                    <a:pt x="2784" y="294"/>
                  </a:lnTo>
                  <a:lnTo>
                    <a:pt x="2742" y="315"/>
                  </a:lnTo>
                  <a:lnTo>
                    <a:pt x="2595" y="335"/>
                  </a:lnTo>
                  <a:lnTo>
                    <a:pt x="2512" y="356"/>
                  </a:lnTo>
                  <a:lnTo>
                    <a:pt x="2428" y="398"/>
                  </a:lnTo>
                  <a:lnTo>
                    <a:pt x="2365" y="461"/>
                  </a:lnTo>
                  <a:lnTo>
                    <a:pt x="2302" y="503"/>
                  </a:lnTo>
                  <a:lnTo>
                    <a:pt x="2198" y="419"/>
                  </a:lnTo>
                  <a:lnTo>
                    <a:pt x="2072" y="231"/>
                  </a:lnTo>
                  <a:lnTo>
                    <a:pt x="2009" y="147"/>
                  </a:lnTo>
                  <a:lnTo>
                    <a:pt x="1842" y="105"/>
                  </a:lnTo>
                  <a:lnTo>
                    <a:pt x="1758" y="84"/>
                  </a:lnTo>
                  <a:lnTo>
                    <a:pt x="1675" y="43"/>
                  </a:lnTo>
                  <a:lnTo>
                    <a:pt x="1528" y="22"/>
                  </a:lnTo>
                  <a:lnTo>
                    <a:pt x="144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0" name="Google Shape;7884;p67">
              <a:extLst>
                <a:ext uri="{FF2B5EF4-FFF2-40B4-BE49-F238E27FC236}">
                  <a16:creationId xmlns:a16="http://schemas.microsoft.com/office/drawing/2014/main" id="{B632A63A-93E6-1F7D-FF6E-3112A66B413F}"/>
                </a:ext>
              </a:extLst>
            </p:cNvPr>
            <p:cNvSpPr/>
            <p:nvPr/>
          </p:nvSpPr>
          <p:spPr>
            <a:xfrm>
              <a:off x="3813400" y="3053900"/>
              <a:ext cx="109850" cy="164800"/>
            </a:xfrm>
            <a:custGeom>
              <a:avLst/>
              <a:gdLst/>
              <a:ahLst/>
              <a:cxnLst/>
              <a:rect l="l" t="t" r="r" b="b"/>
              <a:pathLst>
                <a:path w="4394" h="6592" extrusionOk="0">
                  <a:moveTo>
                    <a:pt x="3076" y="1"/>
                  </a:moveTo>
                  <a:lnTo>
                    <a:pt x="3139" y="126"/>
                  </a:lnTo>
                  <a:lnTo>
                    <a:pt x="3159" y="231"/>
                  </a:lnTo>
                  <a:lnTo>
                    <a:pt x="3159" y="419"/>
                  </a:lnTo>
                  <a:lnTo>
                    <a:pt x="3222" y="482"/>
                  </a:lnTo>
                  <a:lnTo>
                    <a:pt x="3327" y="545"/>
                  </a:lnTo>
                  <a:lnTo>
                    <a:pt x="3348" y="629"/>
                  </a:lnTo>
                  <a:lnTo>
                    <a:pt x="3348" y="691"/>
                  </a:lnTo>
                  <a:lnTo>
                    <a:pt x="3390" y="838"/>
                  </a:lnTo>
                  <a:lnTo>
                    <a:pt x="3369" y="901"/>
                  </a:lnTo>
                  <a:lnTo>
                    <a:pt x="3243" y="963"/>
                  </a:lnTo>
                  <a:lnTo>
                    <a:pt x="3159" y="1068"/>
                  </a:lnTo>
                  <a:lnTo>
                    <a:pt x="3118" y="1068"/>
                  </a:lnTo>
                  <a:lnTo>
                    <a:pt x="3013" y="1152"/>
                  </a:lnTo>
                  <a:lnTo>
                    <a:pt x="2971" y="1193"/>
                  </a:lnTo>
                  <a:lnTo>
                    <a:pt x="2929" y="1256"/>
                  </a:lnTo>
                  <a:lnTo>
                    <a:pt x="2825" y="1424"/>
                  </a:lnTo>
                  <a:lnTo>
                    <a:pt x="2762" y="1528"/>
                  </a:lnTo>
                  <a:lnTo>
                    <a:pt x="2762" y="1633"/>
                  </a:lnTo>
                  <a:lnTo>
                    <a:pt x="2762" y="1800"/>
                  </a:lnTo>
                  <a:lnTo>
                    <a:pt x="2741" y="1926"/>
                  </a:lnTo>
                  <a:lnTo>
                    <a:pt x="2657" y="2051"/>
                  </a:lnTo>
                  <a:lnTo>
                    <a:pt x="2511" y="2093"/>
                  </a:lnTo>
                  <a:lnTo>
                    <a:pt x="2406" y="2156"/>
                  </a:lnTo>
                  <a:lnTo>
                    <a:pt x="2427" y="2344"/>
                  </a:lnTo>
                  <a:lnTo>
                    <a:pt x="2406" y="2428"/>
                  </a:lnTo>
                  <a:lnTo>
                    <a:pt x="2385" y="2554"/>
                  </a:lnTo>
                  <a:lnTo>
                    <a:pt x="2281" y="2637"/>
                  </a:lnTo>
                  <a:lnTo>
                    <a:pt x="2113" y="2784"/>
                  </a:lnTo>
                  <a:lnTo>
                    <a:pt x="2071" y="2867"/>
                  </a:lnTo>
                  <a:lnTo>
                    <a:pt x="2092" y="2951"/>
                  </a:lnTo>
                  <a:lnTo>
                    <a:pt x="2071" y="3056"/>
                  </a:lnTo>
                  <a:lnTo>
                    <a:pt x="1883" y="3244"/>
                  </a:lnTo>
                  <a:lnTo>
                    <a:pt x="1862" y="3370"/>
                  </a:lnTo>
                  <a:lnTo>
                    <a:pt x="1862" y="3453"/>
                  </a:lnTo>
                  <a:lnTo>
                    <a:pt x="1779" y="3558"/>
                  </a:lnTo>
                  <a:lnTo>
                    <a:pt x="1695" y="3579"/>
                  </a:lnTo>
                  <a:lnTo>
                    <a:pt x="1653" y="3662"/>
                  </a:lnTo>
                  <a:lnTo>
                    <a:pt x="1653" y="3704"/>
                  </a:lnTo>
                  <a:lnTo>
                    <a:pt x="1569" y="3830"/>
                  </a:lnTo>
                  <a:lnTo>
                    <a:pt x="1465" y="3893"/>
                  </a:lnTo>
                  <a:lnTo>
                    <a:pt x="1381" y="3872"/>
                  </a:lnTo>
                  <a:lnTo>
                    <a:pt x="1276" y="3809"/>
                  </a:lnTo>
                  <a:lnTo>
                    <a:pt x="1235" y="3683"/>
                  </a:lnTo>
                  <a:lnTo>
                    <a:pt x="1130" y="3621"/>
                  </a:lnTo>
                  <a:lnTo>
                    <a:pt x="1046" y="3621"/>
                  </a:lnTo>
                  <a:lnTo>
                    <a:pt x="879" y="3579"/>
                  </a:lnTo>
                  <a:lnTo>
                    <a:pt x="858" y="3558"/>
                  </a:lnTo>
                  <a:lnTo>
                    <a:pt x="816" y="3621"/>
                  </a:lnTo>
                  <a:lnTo>
                    <a:pt x="670" y="3621"/>
                  </a:lnTo>
                  <a:lnTo>
                    <a:pt x="649" y="3704"/>
                  </a:lnTo>
                  <a:lnTo>
                    <a:pt x="670" y="3809"/>
                  </a:lnTo>
                  <a:lnTo>
                    <a:pt x="502" y="3934"/>
                  </a:lnTo>
                  <a:lnTo>
                    <a:pt x="439" y="3997"/>
                  </a:lnTo>
                  <a:lnTo>
                    <a:pt x="335" y="4081"/>
                  </a:lnTo>
                  <a:lnTo>
                    <a:pt x="251" y="4144"/>
                  </a:lnTo>
                  <a:lnTo>
                    <a:pt x="251" y="4227"/>
                  </a:lnTo>
                  <a:lnTo>
                    <a:pt x="188" y="4290"/>
                  </a:lnTo>
                  <a:lnTo>
                    <a:pt x="209" y="4416"/>
                  </a:lnTo>
                  <a:lnTo>
                    <a:pt x="209" y="4541"/>
                  </a:lnTo>
                  <a:lnTo>
                    <a:pt x="146" y="4709"/>
                  </a:lnTo>
                  <a:lnTo>
                    <a:pt x="0" y="4855"/>
                  </a:lnTo>
                  <a:lnTo>
                    <a:pt x="0" y="4939"/>
                  </a:lnTo>
                  <a:lnTo>
                    <a:pt x="84" y="4960"/>
                  </a:lnTo>
                  <a:lnTo>
                    <a:pt x="188" y="4918"/>
                  </a:lnTo>
                  <a:lnTo>
                    <a:pt x="230" y="5274"/>
                  </a:lnTo>
                  <a:lnTo>
                    <a:pt x="335" y="5274"/>
                  </a:lnTo>
                  <a:lnTo>
                    <a:pt x="398" y="5357"/>
                  </a:lnTo>
                  <a:lnTo>
                    <a:pt x="565" y="5274"/>
                  </a:lnTo>
                  <a:lnTo>
                    <a:pt x="649" y="5399"/>
                  </a:lnTo>
                  <a:lnTo>
                    <a:pt x="628" y="5483"/>
                  </a:lnTo>
                  <a:lnTo>
                    <a:pt x="628" y="5650"/>
                  </a:lnTo>
                  <a:lnTo>
                    <a:pt x="732" y="5797"/>
                  </a:lnTo>
                  <a:lnTo>
                    <a:pt x="732" y="6006"/>
                  </a:lnTo>
                  <a:lnTo>
                    <a:pt x="649" y="6215"/>
                  </a:lnTo>
                  <a:lnTo>
                    <a:pt x="753" y="6299"/>
                  </a:lnTo>
                  <a:lnTo>
                    <a:pt x="649" y="6403"/>
                  </a:lnTo>
                  <a:lnTo>
                    <a:pt x="649" y="6403"/>
                  </a:lnTo>
                  <a:lnTo>
                    <a:pt x="732" y="6383"/>
                  </a:lnTo>
                  <a:lnTo>
                    <a:pt x="816" y="6383"/>
                  </a:lnTo>
                  <a:lnTo>
                    <a:pt x="837" y="6403"/>
                  </a:lnTo>
                  <a:lnTo>
                    <a:pt x="1507" y="6403"/>
                  </a:lnTo>
                  <a:lnTo>
                    <a:pt x="1548" y="6383"/>
                  </a:lnTo>
                  <a:lnTo>
                    <a:pt x="1590" y="6341"/>
                  </a:lnTo>
                  <a:lnTo>
                    <a:pt x="1653" y="6383"/>
                  </a:lnTo>
                  <a:lnTo>
                    <a:pt x="1695" y="6320"/>
                  </a:lnTo>
                  <a:lnTo>
                    <a:pt x="1862" y="6341"/>
                  </a:lnTo>
                  <a:lnTo>
                    <a:pt x="1904" y="6320"/>
                  </a:lnTo>
                  <a:lnTo>
                    <a:pt x="2092" y="6320"/>
                  </a:lnTo>
                  <a:lnTo>
                    <a:pt x="2134" y="6341"/>
                  </a:lnTo>
                  <a:lnTo>
                    <a:pt x="2239" y="6320"/>
                  </a:lnTo>
                  <a:lnTo>
                    <a:pt x="2323" y="6320"/>
                  </a:lnTo>
                  <a:lnTo>
                    <a:pt x="2323" y="6341"/>
                  </a:lnTo>
                  <a:lnTo>
                    <a:pt x="2490" y="6383"/>
                  </a:lnTo>
                  <a:lnTo>
                    <a:pt x="2511" y="6341"/>
                  </a:lnTo>
                  <a:lnTo>
                    <a:pt x="2553" y="6341"/>
                  </a:lnTo>
                  <a:lnTo>
                    <a:pt x="2595" y="6403"/>
                  </a:lnTo>
                  <a:lnTo>
                    <a:pt x="3327" y="6403"/>
                  </a:lnTo>
                  <a:lnTo>
                    <a:pt x="3390" y="6424"/>
                  </a:lnTo>
                  <a:lnTo>
                    <a:pt x="3431" y="6403"/>
                  </a:lnTo>
                  <a:lnTo>
                    <a:pt x="3452" y="6403"/>
                  </a:lnTo>
                  <a:lnTo>
                    <a:pt x="3536" y="6487"/>
                  </a:lnTo>
                  <a:lnTo>
                    <a:pt x="3578" y="6445"/>
                  </a:lnTo>
                  <a:lnTo>
                    <a:pt x="3662" y="6487"/>
                  </a:lnTo>
                  <a:lnTo>
                    <a:pt x="3683" y="6529"/>
                  </a:lnTo>
                  <a:lnTo>
                    <a:pt x="3745" y="6508"/>
                  </a:lnTo>
                  <a:lnTo>
                    <a:pt x="3766" y="6487"/>
                  </a:lnTo>
                  <a:lnTo>
                    <a:pt x="3808" y="6487"/>
                  </a:lnTo>
                  <a:lnTo>
                    <a:pt x="3892" y="6550"/>
                  </a:lnTo>
                  <a:lnTo>
                    <a:pt x="3955" y="6529"/>
                  </a:lnTo>
                  <a:lnTo>
                    <a:pt x="4059" y="6529"/>
                  </a:lnTo>
                  <a:lnTo>
                    <a:pt x="4101" y="6550"/>
                  </a:lnTo>
                  <a:lnTo>
                    <a:pt x="4206" y="6550"/>
                  </a:lnTo>
                  <a:lnTo>
                    <a:pt x="4206" y="6592"/>
                  </a:lnTo>
                  <a:lnTo>
                    <a:pt x="4289" y="6592"/>
                  </a:lnTo>
                  <a:lnTo>
                    <a:pt x="4310" y="6529"/>
                  </a:lnTo>
                  <a:lnTo>
                    <a:pt x="4268" y="6424"/>
                  </a:lnTo>
                  <a:lnTo>
                    <a:pt x="4268" y="6403"/>
                  </a:lnTo>
                  <a:lnTo>
                    <a:pt x="4331" y="6299"/>
                  </a:lnTo>
                  <a:lnTo>
                    <a:pt x="4373" y="6215"/>
                  </a:lnTo>
                  <a:lnTo>
                    <a:pt x="4394" y="6194"/>
                  </a:lnTo>
                  <a:lnTo>
                    <a:pt x="4373" y="6194"/>
                  </a:lnTo>
                  <a:lnTo>
                    <a:pt x="4331" y="6131"/>
                  </a:lnTo>
                  <a:lnTo>
                    <a:pt x="4331" y="6069"/>
                  </a:lnTo>
                  <a:lnTo>
                    <a:pt x="4331" y="5922"/>
                  </a:lnTo>
                  <a:lnTo>
                    <a:pt x="4164" y="5797"/>
                  </a:lnTo>
                  <a:lnTo>
                    <a:pt x="4080" y="5713"/>
                  </a:lnTo>
                  <a:lnTo>
                    <a:pt x="3996" y="5567"/>
                  </a:lnTo>
                  <a:lnTo>
                    <a:pt x="3850" y="5357"/>
                  </a:lnTo>
                  <a:lnTo>
                    <a:pt x="3808" y="5232"/>
                  </a:lnTo>
                  <a:lnTo>
                    <a:pt x="3703" y="5127"/>
                  </a:lnTo>
                  <a:lnTo>
                    <a:pt x="3557" y="5043"/>
                  </a:lnTo>
                  <a:lnTo>
                    <a:pt x="3494" y="4981"/>
                  </a:lnTo>
                  <a:lnTo>
                    <a:pt x="3494" y="4750"/>
                  </a:lnTo>
                  <a:lnTo>
                    <a:pt x="3473" y="4625"/>
                  </a:lnTo>
                  <a:lnTo>
                    <a:pt x="3452" y="4458"/>
                  </a:lnTo>
                  <a:lnTo>
                    <a:pt x="3473" y="4332"/>
                  </a:lnTo>
                  <a:lnTo>
                    <a:pt x="3431" y="4186"/>
                  </a:lnTo>
                  <a:lnTo>
                    <a:pt x="3390" y="4039"/>
                  </a:lnTo>
                  <a:lnTo>
                    <a:pt x="3452" y="3976"/>
                  </a:lnTo>
                  <a:lnTo>
                    <a:pt x="3536" y="3976"/>
                  </a:lnTo>
                  <a:lnTo>
                    <a:pt x="3641" y="3788"/>
                  </a:lnTo>
                  <a:lnTo>
                    <a:pt x="3683" y="3662"/>
                  </a:lnTo>
                  <a:lnTo>
                    <a:pt x="3787" y="3474"/>
                  </a:lnTo>
                  <a:lnTo>
                    <a:pt x="3850" y="3349"/>
                  </a:lnTo>
                  <a:lnTo>
                    <a:pt x="3955" y="3307"/>
                  </a:lnTo>
                  <a:lnTo>
                    <a:pt x="4059" y="3160"/>
                  </a:lnTo>
                  <a:lnTo>
                    <a:pt x="4059" y="3139"/>
                  </a:lnTo>
                  <a:lnTo>
                    <a:pt x="4017" y="3035"/>
                  </a:lnTo>
                  <a:lnTo>
                    <a:pt x="3955" y="2867"/>
                  </a:lnTo>
                  <a:lnTo>
                    <a:pt x="3850" y="2721"/>
                  </a:lnTo>
                  <a:lnTo>
                    <a:pt x="3766" y="2637"/>
                  </a:lnTo>
                  <a:lnTo>
                    <a:pt x="3557" y="2428"/>
                  </a:lnTo>
                  <a:lnTo>
                    <a:pt x="3348" y="2240"/>
                  </a:lnTo>
                  <a:lnTo>
                    <a:pt x="3243" y="2219"/>
                  </a:lnTo>
                  <a:lnTo>
                    <a:pt x="3243" y="2135"/>
                  </a:lnTo>
                  <a:lnTo>
                    <a:pt x="3159" y="2093"/>
                  </a:lnTo>
                  <a:lnTo>
                    <a:pt x="3159" y="2030"/>
                  </a:lnTo>
                  <a:lnTo>
                    <a:pt x="3159" y="1926"/>
                  </a:lnTo>
                  <a:lnTo>
                    <a:pt x="3180" y="1884"/>
                  </a:lnTo>
                  <a:lnTo>
                    <a:pt x="3180" y="1779"/>
                  </a:lnTo>
                  <a:lnTo>
                    <a:pt x="3369" y="1779"/>
                  </a:lnTo>
                  <a:lnTo>
                    <a:pt x="3431" y="1800"/>
                  </a:lnTo>
                  <a:lnTo>
                    <a:pt x="3536" y="1779"/>
                  </a:lnTo>
                  <a:lnTo>
                    <a:pt x="3641" y="1800"/>
                  </a:lnTo>
                  <a:lnTo>
                    <a:pt x="3683" y="1779"/>
                  </a:lnTo>
                  <a:lnTo>
                    <a:pt x="3808" y="1800"/>
                  </a:lnTo>
                  <a:lnTo>
                    <a:pt x="3892" y="1821"/>
                  </a:lnTo>
                  <a:lnTo>
                    <a:pt x="3975" y="1842"/>
                  </a:lnTo>
                  <a:lnTo>
                    <a:pt x="4017" y="1800"/>
                  </a:lnTo>
                  <a:lnTo>
                    <a:pt x="3975" y="1779"/>
                  </a:lnTo>
                  <a:lnTo>
                    <a:pt x="3808" y="1633"/>
                  </a:lnTo>
                  <a:lnTo>
                    <a:pt x="3787" y="1528"/>
                  </a:lnTo>
                  <a:lnTo>
                    <a:pt x="3703" y="1486"/>
                  </a:lnTo>
                  <a:lnTo>
                    <a:pt x="3599" y="1319"/>
                  </a:lnTo>
                  <a:lnTo>
                    <a:pt x="3578" y="1214"/>
                  </a:lnTo>
                  <a:lnTo>
                    <a:pt x="3662" y="1152"/>
                  </a:lnTo>
                  <a:lnTo>
                    <a:pt x="3703" y="1005"/>
                  </a:lnTo>
                  <a:lnTo>
                    <a:pt x="3641" y="942"/>
                  </a:lnTo>
                  <a:lnTo>
                    <a:pt x="3662" y="880"/>
                  </a:lnTo>
                  <a:lnTo>
                    <a:pt x="3683" y="838"/>
                  </a:lnTo>
                  <a:lnTo>
                    <a:pt x="3683" y="754"/>
                  </a:lnTo>
                  <a:lnTo>
                    <a:pt x="3599" y="587"/>
                  </a:lnTo>
                  <a:lnTo>
                    <a:pt x="3578" y="482"/>
                  </a:lnTo>
                  <a:lnTo>
                    <a:pt x="3536" y="440"/>
                  </a:lnTo>
                  <a:lnTo>
                    <a:pt x="3494" y="252"/>
                  </a:lnTo>
                  <a:lnTo>
                    <a:pt x="3369" y="147"/>
                  </a:lnTo>
                  <a:lnTo>
                    <a:pt x="307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1" name="Google Shape;7885;p67">
              <a:extLst>
                <a:ext uri="{FF2B5EF4-FFF2-40B4-BE49-F238E27FC236}">
                  <a16:creationId xmlns:a16="http://schemas.microsoft.com/office/drawing/2014/main" id="{9525ECEE-1DE5-9C2B-9683-B4AADEB266B4}"/>
                </a:ext>
              </a:extLst>
            </p:cNvPr>
            <p:cNvSpPr/>
            <p:nvPr/>
          </p:nvSpPr>
          <p:spPr>
            <a:xfrm>
              <a:off x="3813900" y="3211875"/>
              <a:ext cx="82675" cy="89475"/>
            </a:xfrm>
            <a:custGeom>
              <a:avLst/>
              <a:gdLst/>
              <a:ahLst/>
              <a:cxnLst/>
              <a:rect l="l" t="t" r="r" b="b"/>
              <a:pathLst>
                <a:path w="3307" h="3579" extrusionOk="0">
                  <a:moveTo>
                    <a:pt x="1675" y="1"/>
                  </a:moveTo>
                  <a:lnTo>
                    <a:pt x="1633" y="64"/>
                  </a:lnTo>
                  <a:lnTo>
                    <a:pt x="1570" y="22"/>
                  </a:lnTo>
                  <a:lnTo>
                    <a:pt x="1528" y="64"/>
                  </a:lnTo>
                  <a:lnTo>
                    <a:pt x="1487" y="84"/>
                  </a:lnTo>
                  <a:lnTo>
                    <a:pt x="1487" y="754"/>
                  </a:lnTo>
                  <a:lnTo>
                    <a:pt x="712" y="754"/>
                  </a:lnTo>
                  <a:lnTo>
                    <a:pt x="691" y="733"/>
                  </a:lnTo>
                  <a:lnTo>
                    <a:pt x="608" y="754"/>
                  </a:lnTo>
                  <a:lnTo>
                    <a:pt x="524" y="817"/>
                  </a:lnTo>
                  <a:lnTo>
                    <a:pt x="482" y="796"/>
                  </a:lnTo>
                  <a:lnTo>
                    <a:pt x="482" y="921"/>
                  </a:lnTo>
                  <a:lnTo>
                    <a:pt x="336" y="942"/>
                  </a:lnTo>
                  <a:lnTo>
                    <a:pt x="440" y="1131"/>
                  </a:lnTo>
                  <a:lnTo>
                    <a:pt x="629" y="1172"/>
                  </a:lnTo>
                  <a:lnTo>
                    <a:pt x="378" y="1235"/>
                  </a:lnTo>
                  <a:lnTo>
                    <a:pt x="315" y="1152"/>
                  </a:lnTo>
                  <a:lnTo>
                    <a:pt x="294" y="1340"/>
                  </a:lnTo>
                  <a:lnTo>
                    <a:pt x="273" y="1654"/>
                  </a:lnTo>
                  <a:lnTo>
                    <a:pt x="168" y="1737"/>
                  </a:lnTo>
                  <a:lnTo>
                    <a:pt x="22" y="1675"/>
                  </a:lnTo>
                  <a:lnTo>
                    <a:pt x="1" y="1758"/>
                  </a:lnTo>
                  <a:lnTo>
                    <a:pt x="126" y="1988"/>
                  </a:lnTo>
                  <a:lnTo>
                    <a:pt x="210" y="2051"/>
                  </a:lnTo>
                  <a:lnTo>
                    <a:pt x="210" y="2156"/>
                  </a:lnTo>
                  <a:lnTo>
                    <a:pt x="315" y="2281"/>
                  </a:lnTo>
                  <a:lnTo>
                    <a:pt x="315" y="2470"/>
                  </a:lnTo>
                  <a:lnTo>
                    <a:pt x="398" y="2533"/>
                  </a:lnTo>
                  <a:lnTo>
                    <a:pt x="440" y="2679"/>
                  </a:lnTo>
                  <a:lnTo>
                    <a:pt x="608" y="2805"/>
                  </a:lnTo>
                  <a:lnTo>
                    <a:pt x="545" y="2825"/>
                  </a:lnTo>
                  <a:lnTo>
                    <a:pt x="712" y="2993"/>
                  </a:lnTo>
                  <a:lnTo>
                    <a:pt x="963" y="3202"/>
                  </a:lnTo>
                  <a:lnTo>
                    <a:pt x="1026" y="3328"/>
                  </a:lnTo>
                  <a:lnTo>
                    <a:pt x="1235" y="3432"/>
                  </a:lnTo>
                  <a:lnTo>
                    <a:pt x="1256" y="3537"/>
                  </a:lnTo>
                  <a:lnTo>
                    <a:pt x="1361" y="3558"/>
                  </a:lnTo>
                  <a:lnTo>
                    <a:pt x="1382" y="3579"/>
                  </a:lnTo>
                  <a:lnTo>
                    <a:pt x="1466" y="3474"/>
                  </a:lnTo>
                  <a:lnTo>
                    <a:pt x="1466" y="3411"/>
                  </a:lnTo>
                  <a:lnTo>
                    <a:pt x="1528" y="3369"/>
                  </a:lnTo>
                  <a:lnTo>
                    <a:pt x="1633" y="3369"/>
                  </a:lnTo>
                  <a:lnTo>
                    <a:pt x="1675" y="3307"/>
                  </a:lnTo>
                  <a:lnTo>
                    <a:pt x="1696" y="3307"/>
                  </a:lnTo>
                  <a:lnTo>
                    <a:pt x="1884" y="3432"/>
                  </a:lnTo>
                  <a:lnTo>
                    <a:pt x="1884" y="3328"/>
                  </a:lnTo>
                  <a:lnTo>
                    <a:pt x="1863" y="3035"/>
                  </a:lnTo>
                  <a:lnTo>
                    <a:pt x="1779" y="2951"/>
                  </a:lnTo>
                  <a:lnTo>
                    <a:pt x="1696" y="2930"/>
                  </a:lnTo>
                  <a:lnTo>
                    <a:pt x="1633" y="2951"/>
                  </a:lnTo>
                  <a:lnTo>
                    <a:pt x="1549" y="2993"/>
                  </a:lnTo>
                  <a:lnTo>
                    <a:pt x="1549" y="2846"/>
                  </a:lnTo>
                  <a:lnTo>
                    <a:pt x="1528" y="2784"/>
                  </a:lnTo>
                  <a:lnTo>
                    <a:pt x="1570" y="2721"/>
                  </a:lnTo>
                  <a:lnTo>
                    <a:pt x="1675" y="2721"/>
                  </a:lnTo>
                  <a:lnTo>
                    <a:pt x="1800" y="2784"/>
                  </a:lnTo>
                  <a:lnTo>
                    <a:pt x="1863" y="2721"/>
                  </a:lnTo>
                  <a:lnTo>
                    <a:pt x="1884" y="2679"/>
                  </a:lnTo>
                  <a:lnTo>
                    <a:pt x="1968" y="2679"/>
                  </a:lnTo>
                  <a:lnTo>
                    <a:pt x="2177" y="2637"/>
                  </a:lnTo>
                  <a:lnTo>
                    <a:pt x="2198" y="2574"/>
                  </a:lnTo>
                  <a:lnTo>
                    <a:pt x="2177" y="2407"/>
                  </a:lnTo>
                  <a:lnTo>
                    <a:pt x="2219" y="2365"/>
                  </a:lnTo>
                  <a:lnTo>
                    <a:pt x="2365" y="2365"/>
                  </a:lnTo>
                  <a:lnTo>
                    <a:pt x="2428" y="2595"/>
                  </a:lnTo>
                  <a:lnTo>
                    <a:pt x="2512" y="2700"/>
                  </a:lnTo>
                  <a:lnTo>
                    <a:pt x="2637" y="2637"/>
                  </a:lnTo>
                  <a:lnTo>
                    <a:pt x="2721" y="2679"/>
                  </a:lnTo>
                  <a:lnTo>
                    <a:pt x="2805" y="2616"/>
                  </a:lnTo>
                  <a:lnTo>
                    <a:pt x="2909" y="2616"/>
                  </a:lnTo>
                  <a:lnTo>
                    <a:pt x="3035" y="2679"/>
                  </a:lnTo>
                  <a:lnTo>
                    <a:pt x="3056" y="2742"/>
                  </a:lnTo>
                  <a:lnTo>
                    <a:pt x="3119" y="2742"/>
                  </a:lnTo>
                  <a:lnTo>
                    <a:pt x="3119" y="2637"/>
                  </a:lnTo>
                  <a:lnTo>
                    <a:pt x="3098" y="2533"/>
                  </a:lnTo>
                  <a:lnTo>
                    <a:pt x="3244" y="2114"/>
                  </a:lnTo>
                  <a:lnTo>
                    <a:pt x="3307" y="1884"/>
                  </a:lnTo>
                  <a:lnTo>
                    <a:pt x="3307" y="1779"/>
                  </a:lnTo>
                  <a:lnTo>
                    <a:pt x="3244" y="1696"/>
                  </a:lnTo>
                  <a:lnTo>
                    <a:pt x="3223" y="1654"/>
                  </a:lnTo>
                  <a:lnTo>
                    <a:pt x="3139" y="1570"/>
                  </a:lnTo>
                  <a:lnTo>
                    <a:pt x="3119" y="1528"/>
                  </a:lnTo>
                  <a:lnTo>
                    <a:pt x="3035" y="1486"/>
                  </a:lnTo>
                  <a:lnTo>
                    <a:pt x="3014" y="1444"/>
                  </a:lnTo>
                  <a:lnTo>
                    <a:pt x="2993" y="1382"/>
                  </a:lnTo>
                  <a:lnTo>
                    <a:pt x="2993" y="1340"/>
                  </a:lnTo>
                  <a:lnTo>
                    <a:pt x="3035" y="1319"/>
                  </a:lnTo>
                  <a:lnTo>
                    <a:pt x="3056" y="1277"/>
                  </a:lnTo>
                  <a:lnTo>
                    <a:pt x="3119" y="1277"/>
                  </a:lnTo>
                  <a:lnTo>
                    <a:pt x="3098" y="1214"/>
                  </a:lnTo>
                  <a:lnTo>
                    <a:pt x="3056" y="1172"/>
                  </a:lnTo>
                  <a:lnTo>
                    <a:pt x="3056" y="1110"/>
                  </a:lnTo>
                  <a:lnTo>
                    <a:pt x="3202" y="1026"/>
                  </a:lnTo>
                  <a:lnTo>
                    <a:pt x="3307" y="1005"/>
                  </a:lnTo>
                  <a:lnTo>
                    <a:pt x="3307" y="900"/>
                  </a:lnTo>
                  <a:lnTo>
                    <a:pt x="3265" y="838"/>
                  </a:lnTo>
                  <a:lnTo>
                    <a:pt x="3307" y="754"/>
                  </a:lnTo>
                  <a:lnTo>
                    <a:pt x="3307" y="587"/>
                  </a:lnTo>
                  <a:lnTo>
                    <a:pt x="3244" y="545"/>
                  </a:lnTo>
                  <a:lnTo>
                    <a:pt x="3056" y="524"/>
                  </a:lnTo>
                  <a:lnTo>
                    <a:pt x="2930" y="587"/>
                  </a:lnTo>
                  <a:lnTo>
                    <a:pt x="2805" y="628"/>
                  </a:lnTo>
                  <a:lnTo>
                    <a:pt x="2721" y="608"/>
                  </a:lnTo>
                  <a:lnTo>
                    <a:pt x="2616" y="649"/>
                  </a:lnTo>
                  <a:lnTo>
                    <a:pt x="2575" y="608"/>
                  </a:lnTo>
                  <a:lnTo>
                    <a:pt x="2595" y="545"/>
                  </a:lnTo>
                  <a:lnTo>
                    <a:pt x="2575" y="440"/>
                  </a:lnTo>
                  <a:lnTo>
                    <a:pt x="2575" y="315"/>
                  </a:lnTo>
                  <a:lnTo>
                    <a:pt x="2533" y="189"/>
                  </a:lnTo>
                  <a:lnTo>
                    <a:pt x="2575" y="84"/>
                  </a:lnTo>
                  <a:lnTo>
                    <a:pt x="2533" y="22"/>
                  </a:lnTo>
                  <a:lnTo>
                    <a:pt x="2491" y="22"/>
                  </a:lnTo>
                  <a:lnTo>
                    <a:pt x="2470" y="64"/>
                  </a:lnTo>
                  <a:lnTo>
                    <a:pt x="2303" y="22"/>
                  </a:lnTo>
                  <a:lnTo>
                    <a:pt x="2303" y="1"/>
                  </a:lnTo>
                  <a:lnTo>
                    <a:pt x="2219" y="1"/>
                  </a:lnTo>
                  <a:lnTo>
                    <a:pt x="2114" y="22"/>
                  </a:lnTo>
                  <a:lnTo>
                    <a:pt x="2072" y="1"/>
                  </a:lnTo>
                  <a:lnTo>
                    <a:pt x="1884" y="1"/>
                  </a:lnTo>
                  <a:lnTo>
                    <a:pt x="1842" y="22"/>
                  </a:lnTo>
                  <a:lnTo>
                    <a:pt x="167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2" name="Google Shape;7886;p67">
              <a:extLst>
                <a:ext uri="{FF2B5EF4-FFF2-40B4-BE49-F238E27FC236}">
                  <a16:creationId xmlns:a16="http://schemas.microsoft.com/office/drawing/2014/main" id="{6CD8D80F-42D5-E2CC-A2D4-9714801B9044}"/>
                </a:ext>
              </a:extLst>
            </p:cNvPr>
            <p:cNvSpPr/>
            <p:nvPr/>
          </p:nvSpPr>
          <p:spPr>
            <a:xfrm>
              <a:off x="3821750" y="3213450"/>
              <a:ext cx="29325" cy="18850"/>
            </a:xfrm>
            <a:custGeom>
              <a:avLst/>
              <a:gdLst/>
              <a:ahLst/>
              <a:cxnLst/>
              <a:rect l="l" t="t" r="r" b="b"/>
              <a:pathLst>
                <a:path w="1173" h="754" extrusionOk="0">
                  <a:moveTo>
                    <a:pt x="398" y="1"/>
                  </a:moveTo>
                  <a:lnTo>
                    <a:pt x="315" y="21"/>
                  </a:lnTo>
                  <a:lnTo>
                    <a:pt x="294" y="42"/>
                  </a:lnTo>
                  <a:lnTo>
                    <a:pt x="336" y="147"/>
                  </a:lnTo>
                  <a:lnTo>
                    <a:pt x="168" y="335"/>
                  </a:lnTo>
                  <a:lnTo>
                    <a:pt x="1" y="628"/>
                  </a:lnTo>
                  <a:lnTo>
                    <a:pt x="168" y="691"/>
                  </a:lnTo>
                  <a:lnTo>
                    <a:pt x="168" y="733"/>
                  </a:lnTo>
                  <a:lnTo>
                    <a:pt x="210" y="754"/>
                  </a:lnTo>
                  <a:lnTo>
                    <a:pt x="294" y="691"/>
                  </a:lnTo>
                  <a:lnTo>
                    <a:pt x="377" y="670"/>
                  </a:lnTo>
                  <a:lnTo>
                    <a:pt x="398" y="691"/>
                  </a:lnTo>
                  <a:lnTo>
                    <a:pt x="1173" y="691"/>
                  </a:lnTo>
                  <a:lnTo>
                    <a:pt x="1173" y="21"/>
                  </a:lnTo>
                  <a:lnTo>
                    <a:pt x="503" y="21"/>
                  </a:lnTo>
                  <a:lnTo>
                    <a:pt x="48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3" name="Google Shape;7887;p67">
              <a:extLst>
                <a:ext uri="{FF2B5EF4-FFF2-40B4-BE49-F238E27FC236}">
                  <a16:creationId xmlns:a16="http://schemas.microsoft.com/office/drawing/2014/main" id="{EB985AEF-4217-3243-34D5-FC2CE6681105}"/>
                </a:ext>
              </a:extLst>
            </p:cNvPr>
            <p:cNvSpPr/>
            <p:nvPr/>
          </p:nvSpPr>
          <p:spPr>
            <a:xfrm>
              <a:off x="3848425" y="3188875"/>
              <a:ext cx="110925" cy="129750"/>
            </a:xfrm>
            <a:custGeom>
              <a:avLst/>
              <a:gdLst/>
              <a:ahLst/>
              <a:cxnLst/>
              <a:rect l="l" t="t" r="r" b="b"/>
              <a:pathLst>
                <a:path w="4437" h="5190" extrusionOk="0">
                  <a:moveTo>
                    <a:pt x="3935" y="0"/>
                  </a:moveTo>
                  <a:lnTo>
                    <a:pt x="3872" y="63"/>
                  </a:lnTo>
                  <a:lnTo>
                    <a:pt x="3767" y="42"/>
                  </a:lnTo>
                  <a:lnTo>
                    <a:pt x="3537" y="147"/>
                  </a:lnTo>
                  <a:lnTo>
                    <a:pt x="3495" y="188"/>
                  </a:lnTo>
                  <a:lnTo>
                    <a:pt x="3391" y="209"/>
                  </a:lnTo>
                  <a:lnTo>
                    <a:pt x="3244" y="377"/>
                  </a:lnTo>
                  <a:lnTo>
                    <a:pt x="2972" y="816"/>
                  </a:lnTo>
                  <a:lnTo>
                    <a:pt x="2930" y="900"/>
                  </a:lnTo>
                  <a:lnTo>
                    <a:pt x="2867" y="1004"/>
                  </a:lnTo>
                  <a:lnTo>
                    <a:pt x="2867" y="1025"/>
                  </a:lnTo>
                  <a:lnTo>
                    <a:pt x="2909" y="1130"/>
                  </a:lnTo>
                  <a:lnTo>
                    <a:pt x="2888" y="1193"/>
                  </a:lnTo>
                  <a:lnTo>
                    <a:pt x="2805" y="1193"/>
                  </a:lnTo>
                  <a:lnTo>
                    <a:pt x="2805" y="1151"/>
                  </a:lnTo>
                  <a:lnTo>
                    <a:pt x="2700" y="1151"/>
                  </a:lnTo>
                  <a:lnTo>
                    <a:pt x="2658" y="1130"/>
                  </a:lnTo>
                  <a:lnTo>
                    <a:pt x="2554" y="1130"/>
                  </a:lnTo>
                  <a:lnTo>
                    <a:pt x="2491" y="1151"/>
                  </a:lnTo>
                  <a:lnTo>
                    <a:pt x="2407" y="1088"/>
                  </a:lnTo>
                  <a:lnTo>
                    <a:pt x="2365" y="1088"/>
                  </a:lnTo>
                  <a:lnTo>
                    <a:pt x="2344" y="1109"/>
                  </a:lnTo>
                  <a:lnTo>
                    <a:pt x="2282" y="1130"/>
                  </a:lnTo>
                  <a:lnTo>
                    <a:pt x="2261" y="1088"/>
                  </a:lnTo>
                  <a:lnTo>
                    <a:pt x="2177" y="1046"/>
                  </a:lnTo>
                  <a:lnTo>
                    <a:pt x="2135" y="1088"/>
                  </a:lnTo>
                  <a:lnTo>
                    <a:pt x="2051" y="1004"/>
                  </a:lnTo>
                  <a:lnTo>
                    <a:pt x="2030" y="1004"/>
                  </a:lnTo>
                  <a:lnTo>
                    <a:pt x="1989" y="1025"/>
                  </a:lnTo>
                  <a:lnTo>
                    <a:pt x="1926" y="1004"/>
                  </a:lnTo>
                  <a:lnTo>
                    <a:pt x="1194" y="1004"/>
                  </a:lnTo>
                  <a:lnTo>
                    <a:pt x="1152" y="1109"/>
                  </a:lnTo>
                  <a:lnTo>
                    <a:pt x="1194" y="1235"/>
                  </a:lnTo>
                  <a:lnTo>
                    <a:pt x="1194" y="1360"/>
                  </a:lnTo>
                  <a:lnTo>
                    <a:pt x="1214" y="1465"/>
                  </a:lnTo>
                  <a:lnTo>
                    <a:pt x="1194" y="1528"/>
                  </a:lnTo>
                  <a:lnTo>
                    <a:pt x="1235" y="1569"/>
                  </a:lnTo>
                  <a:lnTo>
                    <a:pt x="1340" y="1528"/>
                  </a:lnTo>
                  <a:lnTo>
                    <a:pt x="1424" y="1548"/>
                  </a:lnTo>
                  <a:lnTo>
                    <a:pt x="1549" y="1507"/>
                  </a:lnTo>
                  <a:lnTo>
                    <a:pt x="1675" y="1444"/>
                  </a:lnTo>
                  <a:lnTo>
                    <a:pt x="1863" y="1465"/>
                  </a:lnTo>
                  <a:lnTo>
                    <a:pt x="1926" y="1507"/>
                  </a:lnTo>
                  <a:lnTo>
                    <a:pt x="1926" y="1674"/>
                  </a:lnTo>
                  <a:lnTo>
                    <a:pt x="1884" y="1758"/>
                  </a:lnTo>
                  <a:lnTo>
                    <a:pt x="1926" y="1820"/>
                  </a:lnTo>
                  <a:lnTo>
                    <a:pt x="1926" y="1925"/>
                  </a:lnTo>
                  <a:lnTo>
                    <a:pt x="1821" y="1946"/>
                  </a:lnTo>
                  <a:lnTo>
                    <a:pt x="1675" y="2030"/>
                  </a:lnTo>
                  <a:lnTo>
                    <a:pt x="1675" y="2092"/>
                  </a:lnTo>
                  <a:lnTo>
                    <a:pt x="1717" y="2134"/>
                  </a:lnTo>
                  <a:lnTo>
                    <a:pt x="1738" y="2197"/>
                  </a:lnTo>
                  <a:lnTo>
                    <a:pt x="1675" y="2197"/>
                  </a:lnTo>
                  <a:lnTo>
                    <a:pt x="1654" y="2239"/>
                  </a:lnTo>
                  <a:lnTo>
                    <a:pt x="1612" y="2260"/>
                  </a:lnTo>
                  <a:lnTo>
                    <a:pt x="1612" y="2302"/>
                  </a:lnTo>
                  <a:lnTo>
                    <a:pt x="1633" y="2364"/>
                  </a:lnTo>
                  <a:lnTo>
                    <a:pt x="1654" y="2406"/>
                  </a:lnTo>
                  <a:lnTo>
                    <a:pt x="1738" y="2448"/>
                  </a:lnTo>
                  <a:lnTo>
                    <a:pt x="1758" y="2490"/>
                  </a:lnTo>
                  <a:lnTo>
                    <a:pt x="1842" y="2574"/>
                  </a:lnTo>
                  <a:lnTo>
                    <a:pt x="1863" y="2616"/>
                  </a:lnTo>
                  <a:lnTo>
                    <a:pt x="1926" y="2699"/>
                  </a:lnTo>
                  <a:lnTo>
                    <a:pt x="1926" y="2804"/>
                  </a:lnTo>
                  <a:lnTo>
                    <a:pt x="1863" y="3034"/>
                  </a:lnTo>
                  <a:lnTo>
                    <a:pt x="1717" y="3453"/>
                  </a:lnTo>
                  <a:lnTo>
                    <a:pt x="1738" y="3557"/>
                  </a:lnTo>
                  <a:lnTo>
                    <a:pt x="1738" y="3662"/>
                  </a:lnTo>
                  <a:lnTo>
                    <a:pt x="1675" y="3662"/>
                  </a:lnTo>
                  <a:lnTo>
                    <a:pt x="1654" y="3599"/>
                  </a:lnTo>
                  <a:lnTo>
                    <a:pt x="1528" y="3536"/>
                  </a:lnTo>
                  <a:lnTo>
                    <a:pt x="1424" y="3536"/>
                  </a:lnTo>
                  <a:lnTo>
                    <a:pt x="1340" y="3599"/>
                  </a:lnTo>
                  <a:lnTo>
                    <a:pt x="1256" y="3557"/>
                  </a:lnTo>
                  <a:lnTo>
                    <a:pt x="1131" y="3620"/>
                  </a:lnTo>
                  <a:lnTo>
                    <a:pt x="1047" y="3515"/>
                  </a:lnTo>
                  <a:lnTo>
                    <a:pt x="984" y="3285"/>
                  </a:lnTo>
                  <a:lnTo>
                    <a:pt x="838" y="3285"/>
                  </a:lnTo>
                  <a:lnTo>
                    <a:pt x="796" y="3327"/>
                  </a:lnTo>
                  <a:lnTo>
                    <a:pt x="817" y="3494"/>
                  </a:lnTo>
                  <a:lnTo>
                    <a:pt x="796" y="3557"/>
                  </a:lnTo>
                  <a:lnTo>
                    <a:pt x="587" y="3599"/>
                  </a:lnTo>
                  <a:lnTo>
                    <a:pt x="503" y="3599"/>
                  </a:lnTo>
                  <a:lnTo>
                    <a:pt x="482" y="3641"/>
                  </a:lnTo>
                  <a:lnTo>
                    <a:pt x="419" y="3704"/>
                  </a:lnTo>
                  <a:lnTo>
                    <a:pt x="294" y="3641"/>
                  </a:lnTo>
                  <a:lnTo>
                    <a:pt x="189" y="3641"/>
                  </a:lnTo>
                  <a:lnTo>
                    <a:pt x="147" y="3704"/>
                  </a:lnTo>
                  <a:lnTo>
                    <a:pt x="168" y="3766"/>
                  </a:lnTo>
                  <a:lnTo>
                    <a:pt x="168" y="3913"/>
                  </a:lnTo>
                  <a:lnTo>
                    <a:pt x="252" y="3871"/>
                  </a:lnTo>
                  <a:lnTo>
                    <a:pt x="315" y="3850"/>
                  </a:lnTo>
                  <a:lnTo>
                    <a:pt x="398" y="3871"/>
                  </a:lnTo>
                  <a:lnTo>
                    <a:pt x="482" y="3955"/>
                  </a:lnTo>
                  <a:lnTo>
                    <a:pt x="503" y="4248"/>
                  </a:lnTo>
                  <a:lnTo>
                    <a:pt x="503" y="4352"/>
                  </a:lnTo>
                  <a:lnTo>
                    <a:pt x="315" y="4227"/>
                  </a:lnTo>
                  <a:lnTo>
                    <a:pt x="294" y="4227"/>
                  </a:lnTo>
                  <a:lnTo>
                    <a:pt x="252" y="4289"/>
                  </a:lnTo>
                  <a:lnTo>
                    <a:pt x="147" y="4289"/>
                  </a:lnTo>
                  <a:lnTo>
                    <a:pt x="85" y="4331"/>
                  </a:lnTo>
                  <a:lnTo>
                    <a:pt x="85" y="4394"/>
                  </a:lnTo>
                  <a:lnTo>
                    <a:pt x="1" y="4499"/>
                  </a:lnTo>
                  <a:lnTo>
                    <a:pt x="106" y="4603"/>
                  </a:lnTo>
                  <a:lnTo>
                    <a:pt x="168" y="4687"/>
                  </a:lnTo>
                  <a:lnTo>
                    <a:pt x="315" y="4792"/>
                  </a:lnTo>
                  <a:lnTo>
                    <a:pt x="315" y="4896"/>
                  </a:lnTo>
                  <a:lnTo>
                    <a:pt x="419" y="5001"/>
                  </a:lnTo>
                  <a:lnTo>
                    <a:pt x="419" y="5126"/>
                  </a:lnTo>
                  <a:lnTo>
                    <a:pt x="482" y="5189"/>
                  </a:lnTo>
                  <a:lnTo>
                    <a:pt x="524" y="5168"/>
                  </a:lnTo>
                  <a:lnTo>
                    <a:pt x="608" y="5022"/>
                  </a:lnTo>
                  <a:lnTo>
                    <a:pt x="629" y="5022"/>
                  </a:lnTo>
                  <a:lnTo>
                    <a:pt x="712" y="4980"/>
                  </a:lnTo>
                  <a:lnTo>
                    <a:pt x="775" y="4875"/>
                  </a:lnTo>
                  <a:lnTo>
                    <a:pt x="838" y="4854"/>
                  </a:lnTo>
                  <a:lnTo>
                    <a:pt x="942" y="4771"/>
                  </a:lnTo>
                  <a:lnTo>
                    <a:pt x="1005" y="4771"/>
                  </a:lnTo>
                  <a:lnTo>
                    <a:pt x="1047" y="4813"/>
                  </a:lnTo>
                  <a:lnTo>
                    <a:pt x="1110" y="4896"/>
                  </a:lnTo>
                  <a:lnTo>
                    <a:pt x="1110" y="5001"/>
                  </a:lnTo>
                  <a:lnTo>
                    <a:pt x="1131" y="4980"/>
                  </a:lnTo>
                  <a:lnTo>
                    <a:pt x="1194" y="5001"/>
                  </a:lnTo>
                  <a:lnTo>
                    <a:pt x="1298" y="4959"/>
                  </a:lnTo>
                  <a:lnTo>
                    <a:pt x="1319" y="5001"/>
                  </a:lnTo>
                  <a:lnTo>
                    <a:pt x="1319" y="5064"/>
                  </a:lnTo>
                  <a:lnTo>
                    <a:pt x="1424" y="5064"/>
                  </a:lnTo>
                  <a:lnTo>
                    <a:pt x="1507" y="4980"/>
                  </a:lnTo>
                  <a:lnTo>
                    <a:pt x="1507" y="4875"/>
                  </a:lnTo>
                  <a:lnTo>
                    <a:pt x="1570" y="4854"/>
                  </a:lnTo>
                  <a:lnTo>
                    <a:pt x="1654" y="4875"/>
                  </a:lnTo>
                  <a:lnTo>
                    <a:pt x="1758" y="4771"/>
                  </a:lnTo>
                  <a:lnTo>
                    <a:pt x="1947" y="4708"/>
                  </a:lnTo>
                  <a:lnTo>
                    <a:pt x="1947" y="4771"/>
                  </a:lnTo>
                  <a:lnTo>
                    <a:pt x="1863" y="4896"/>
                  </a:lnTo>
                  <a:lnTo>
                    <a:pt x="1884" y="4917"/>
                  </a:lnTo>
                  <a:lnTo>
                    <a:pt x="1947" y="5022"/>
                  </a:lnTo>
                  <a:lnTo>
                    <a:pt x="2072" y="5105"/>
                  </a:lnTo>
                  <a:lnTo>
                    <a:pt x="2198" y="5022"/>
                  </a:lnTo>
                  <a:lnTo>
                    <a:pt x="2282" y="4917"/>
                  </a:lnTo>
                  <a:lnTo>
                    <a:pt x="2512" y="4687"/>
                  </a:lnTo>
                  <a:lnTo>
                    <a:pt x="2574" y="4603"/>
                  </a:lnTo>
                  <a:lnTo>
                    <a:pt x="2658" y="4541"/>
                  </a:lnTo>
                  <a:lnTo>
                    <a:pt x="2763" y="4499"/>
                  </a:lnTo>
                  <a:lnTo>
                    <a:pt x="2867" y="4352"/>
                  </a:lnTo>
                  <a:lnTo>
                    <a:pt x="2867" y="4248"/>
                  </a:lnTo>
                  <a:lnTo>
                    <a:pt x="2888" y="4080"/>
                  </a:lnTo>
                  <a:lnTo>
                    <a:pt x="2909" y="3766"/>
                  </a:lnTo>
                  <a:lnTo>
                    <a:pt x="2888" y="3745"/>
                  </a:lnTo>
                  <a:lnTo>
                    <a:pt x="2867" y="3557"/>
                  </a:lnTo>
                  <a:lnTo>
                    <a:pt x="2909" y="3453"/>
                  </a:lnTo>
                  <a:lnTo>
                    <a:pt x="3098" y="3285"/>
                  </a:lnTo>
                  <a:lnTo>
                    <a:pt x="3098" y="3139"/>
                  </a:lnTo>
                  <a:lnTo>
                    <a:pt x="3202" y="3013"/>
                  </a:lnTo>
                  <a:lnTo>
                    <a:pt x="3328" y="2908"/>
                  </a:lnTo>
                  <a:lnTo>
                    <a:pt x="3411" y="2929"/>
                  </a:lnTo>
                  <a:lnTo>
                    <a:pt x="3516" y="2867"/>
                  </a:lnTo>
                  <a:lnTo>
                    <a:pt x="3621" y="2825"/>
                  </a:lnTo>
                  <a:lnTo>
                    <a:pt x="3809" y="2511"/>
                  </a:lnTo>
                  <a:lnTo>
                    <a:pt x="3809" y="2344"/>
                  </a:lnTo>
                  <a:lnTo>
                    <a:pt x="3851" y="2155"/>
                  </a:lnTo>
                  <a:lnTo>
                    <a:pt x="3935" y="2092"/>
                  </a:lnTo>
                  <a:lnTo>
                    <a:pt x="3955" y="1946"/>
                  </a:lnTo>
                  <a:lnTo>
                    <a:pt x="3935" y="1925"/>
                  </a:lnTo>
                  <a:lnTo>
                    <a:pt x="3955" y="1737"/>
                  </a:lnTo>
                  <a:lnTo>
                    <a:pt x="3955" y="1653"/>
                  </a:lnTo>
                  <a:lnTo>
                    <a:pt x="3955" y="1507"/>
                  </a:lnTo>
                  <a:lnTo>
                    <a:pt x="4060" y="1402"/>
                  </a:lnTo>
                  <a:lnTo>
                    <a:pt x="4060" y="1256"/>
                  </a:lnTo>
                  <a:lnTo>
                    <a:pt x="4081" y="1130"/>
                  </a:lnTo>
                  <a:lnTo>
                    <a:pt x="4039" y="921"/>
                  </a:lnTo>
                  <a:lnTo>
                    <a:pt x="4290" y="607"/>
                  </a:lnTo>
                  <a:lnTo>
                    <a:pt x="4332" y="502"/>
                  </a:lnTo>
                  <a:lnTo>
                    <a:pt x="4437" y="460"/>
                  </a:lnTo>
                  <a:lnTo>
                    <a:pt x="4437" y="209"/>
                  </a:lnTo>
                  <a:lnTo>
                    <a:pt x="4374" y="105"/>
                  </a:lnTo>
                  <a:lnTo>
                    <a:pt x="4374" y="63"/>
                  </a:lnTo>
                  <a:lnTo>
                    <a:pt x="4290" y="84"/>
                  </a:lnTo>
                  <a:lnTo>
                    <a:pt x="4248" y="105"/>
                  </a:lnTo>
                  <a:lnTo>
                    <a:pt x="4144" y="63"/>
                  </a:lnTo>
                  <a:lnTo>
                    <a:pt x="412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4" name="Google Shape;7888;p67">
              <a:extLst>
                <a:ext uri="{FF2B5EF4-FFF2-40B4-BE49-F238E27FC236}">
                  <a16:creationId xmlns:a16="http://schemas.microsoft.com/office/drawing/2014/main" id="{8B269CFA-2151-2FA2-BE11-1C0DE67A755C}"/>
                </a:ext>
              </a:extLst>
            </p:cNvPr>
            <p:cNvSpPr/>
            <p:nvPr/>
          </p:nvSpPr>
          <p:spPr>
            <a:xfrm>
              <a:off x="3860475" y="3308125"/>
              <a:ext cx="15700" cy="21475"/>
            </a:xfrm>
            <a:custGeom>
              <a:avLst/>
              <a:gdLst/>
              <a:ahLst/>
              <a:cxnLst/>
              <a:rect l="l" t="t" r="r" b="b"/>
              <a:pathLst>
                <a:path w="628" h="859" extrusionOk="0">
                  <a:moveTo>
                    <a:pt x="460" y="1"/>
                  </a:moveTo>
                  <a:lnTo>
                    <a:pt x="356" y="84"/>
                  </a:lnTo>
                  <a:lnTo>
                    <a:pt x="293" y="105"/>
                  </a:lnTo>
                  <a:lnTo>
                    <a:pt x="230" y="210"/>
                  </a:lnTo>
                  <a:lnTo>
                    <a:pt x="147" y="252"/>
                  </a:lnTo>
                  <a:lnTo>
                    <a:pt x="126" y="252"/>
                  </a:lnTo>
                  <a:lnTo>
                    <a:pt x="42" y="398"/>
                  </a:lnTo>
                  <a:lnTo>
                    <a:pt x="0" y="419"/>
                  </a:lnTo>
                  <a:lnTo>
                    <a:pt x="84" y="503"/>
                  </a:lnTo>
                  <a:lnTo>
                    <a:pt x="105" y="670"/>
                  </a:lnTo>
                  <a:lnTo>
                    <a:pt x="42" y="775"/>
                  </a:lnTo>
                  <a:lnTo>
                    <a:pt x="84" y="859"/>
                  </a:lnTo>
                  <a:lnTo>
                    <a:pt x="188" y="775"/>
                  </a:lnTo>
                  <a:lnTo>
                    <a:pt x="293" y="775"/>
                  </a:lnTo>
                  <a:lnTo>
                    <a:pt x="356" y="712"/>
                  </a:lnTo>
                  <a:lnTo>
                    <a:pt x="335" y="503"/>
                  </a:lnTo>
                  <a:lnTo>
                    <a:pt x="398" y="440"/>
                  </a:lnTo>
                  <a:lnTo>
                    <a:pt x="523" y="335"/>
                  </a:lnTo>
                  <a:lnTo>
                    <a:pt x="628" y="231"/>
                  </a:lnTo>
                  <a:lnTo>
                    <a:pt x="628" y="126"/>
                  </a:lnTo>
                  <a:lnTo>
                    <a:pt x="565" y="43"/>
                  </a:lnTo>
                  <a:lnTo>
                    <a:pt x="52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5" name="Google Shape;7889;p67">
              <a:extLst>
                <a:ext uri="{FF2B5EF4-FFF2-40B4-BE49-F238E27FC236}">
                  <a16:creationId xmlns:a16="http://schemas.microsoft.com/office/drawing/2014/main" id="{F11E9604-06C3-A9DB-758C-E4289C865733}"/>
                </a:ext>
              </a:extLst>
            </p:cNvPr>
            <p:cNvSpPr/>
            <p:nvPr/>
          </p:nvSpPr>
          <p:spPr>
            <a:xfrm>
              <a:off x="4111550" y="3257925"/>
              <a:ext cx="161650" cy="164775"/>
            </a:xfrm>
            <a:custGeom>
              <a:avLst/>
              <a:gdLst/>
              <a:ahLst/>
              <a:cxnLst/>
              <a:rect l="l" t="t" r="r" b="b"/>
              <a:pathLst>
                <a:path w="6466" h="6591" extrusionOk="0">
                  <a:moveTo>
                    <a:pt x="2553" y="0"/>
                  </a:moveTo>
                  <a:lnTo>
                    <a:pt x="1779" y="42"/>
                  </a:lnTo>
                  <a:lnTo>
                    <a:pt x="858" y="42"/>
                  </a:lnTo>
                  <a:lnTo>
                    <a:pt x="816" y="105"/>
                  </a:lnTo>
                  <a:lnTo>
                    <a:pt x="754" y="105"/>
                  </a:lnTo>
                  <a:lnTo>
                    <a:pt x="712" y="146"/>
                  </a:lnTo>
                  <a:lnTo>
                    <a:pt x="775" y="230"/>
                  </a:lnTo>
                  <a:lnTo>
                    <a:pt x="858" y="314"/>
                  </a:lnTo>
                  <a:lnTo>
                    <a:pt x="858" y="356"/>
                  </a:lnTo>
                  <a:lnTo>
                    <a:pt x="921" y="439"/>
                  </a:lnTo>
                  <a:lnTo>
                    <a:pt x="963" y="628"/>
                  </a:lnTo>
                  <a:lnTo>
                    <a:pt x="984" y="732"/>
                  </a:lnTo>
                  <a:lnTo>
                    <a:pt x="942" y="795"/>
                  </a:lnTo>
                  <a:lnTo>
                    <a:pt x="942" y="879"/>
                  </a:lnTo>
                  <a:lnTo>
                    <a:pt x="879" y="942"/>
                  </a:lnTo>
                  <a:lnTo>
                    <a:pt x="816" y="963"/>
                  </a:lnTo>
                  <a:lnTo>
                    <a:pt x="754" y="963"/>
                  </a:lnTo>
                  <a:lnTo>
                    <a:pt x="733" y="942"/>
                  </a:lnTo>
                  <a:lnTo>
                    <a:pt x="733" y="983"/>
                  </a:lnTo>
                  <a:lnTo>
                    <a:pt x="754" y="1046"/>
                  </a:lnTo>
                  <a:lnTo>
                    <a:pt x="754" y="1109"/>
                  </a:lnTo>
                  <a:lnTo>
                    <a:pt x="858" y="1151"/>
                  </a:lnTo>
                  <a:lnTo>
                    <a:pt x="858" y="1214"/>
                  </a:lnTo>
                  <a:lnTo>
                    <a:pt x="942" y="1214"/>
                  </a:lnTo>
                  <a:lnTo>
                    <a:pt x="963" y="1402"/>
                  </a:lnTo>
                  <a:lnTo>
                    <a:pt x="963" y="1486"/>
                  </a:lnTo>
                  <a:lnTo>
                    <a:pt x="858" y="1590"/>
                  </a:lnTo>
                  <a:lnTo>
                    <a:pt x="775" y="1674"/>
                  </a:lnTo>
                  <a:lnTo>
                    <a:pt x="733" y="1716"/>
                  </a:lnTo>
                  <a:lnTo>
                    <a:pt x="565" y="1883"/>
                  </a:lnTo>
                  <a:lnTo>
                    <a:pt x="461" y="2030"/>
                  </a:lnTo>
                  <a:lnTo>
                    <a:pt x="293" y="2092"/>
                  </a:lnTo>
                  <a:lnTo>
                    <a:pt x="0" y="2092"/>
                  </a:lnTo>
                  <a:lnTo>
                    <a:pt x="84" y="2553"/>
                  </a:lnTo>
                  <a:lnTo>
                    <a:pt x="210" y="3243"/>
                  </a:lnTo>
                  <a:lnTo>
                    <a:pt x="628" y="3808"/>
                  </a:lnTo>
                  <a:lnTo>
                    <a:pt x="754" y="4248"/>
                  </a:lnTo>
                  <a:lnTo>
                    <a:pt x="942" y="4352"/>
                  </a:lnTo>
                  <a:lnTo>
                    <a:pt x="1026" y="4352"/>
                  </a:lnTo>
                  <a:lnTo>
                    <a:pt x="1130" y="4394"/>
                  </a:lnTo>
                  <a:lnTo>
                    <a:pt x="1172" y="4394"/>
                  </a:lnTo>
                  <a:lnTo>
                    <a:pt x="1256" y="4436"/>
                  </a:lnTo>
                  <a:lnTo>
                    <a:pt x="1256" y="4499"/>
                  </a:lnTo>
                  <a:lnTo>
                    <a:pt x="1340" y="4561"/>
                  </a:lnTo>
                  <a:lnTo>
                    <a:pt x="1444" y="4561"/>
                  </a:lnTo>
                  <a:lnTo>
                    <a:pt x="1695" y="4645"/>
                  </a:lnTo>
                  <a:lnTo>
                    <a:pt x="1779" y="4645"/>
                  </a:lnTo>
                  <a:lnTo>
                    <a:pt x="1821" y="4708"/>
                  </a:lnTo>
                  <a:lnTo>
                    <a:pt x="1884" y="4729"/>
                  </a:lnTo>
                  <a:lnTo>
                    <a:pt x="1925" y="4812"/>
                  </a:lnTo>
                  <a:lnTo>
                    <a:pt x="2030" y="4917"/>
                  </a:lnTo>
                  <a:lnTo>
                    <a:pt x="2093" y="4917"/>
                  </a:lnTo>
                  <a:lnTo>
                    <a:pt x="2093" y="4938"/>
                  </a:lnTo>
                  <a:lnTo>
                    <a:pt x="2114" y="4917"/>
                  </a:lnTo>
                  <a:lnTo>
                    <a:pt x="2177" y="4917"/>
                  </a:lnTo>
                  <a:lnTo>
                    <a:pt x="2197" y="4980"/>
                  </a:lnTo>
                  <a:lnTo>
                    <a:pt x="2281" y="4980"/>
                  </a:lnTo>
                  <a:lnTo>
                    <a:pt x="2302" y="5022"/>
                  </a:lnTo>
                  <a:lnTo>
                    <a:pt x="2323" y="4980"/>
                  </a:lnTo>
                  <a:lnTo>
                    <a:pt x="2407" y="5022"/>
                  </a:lnTo>
                  <a:lnTo>
                    <a:pt x="2428" y="5043"/>
                  </a:lnTo>
                  <a:lnTo>
                    <a:pt x="2490" y="5043"/>
                  </a:lnTo>
                  <a:lnTo>
                    <a:pt x="2511" y="5084"/>
                  </a:lnTo>
                  <a:lnTo>
                    <a:pt x="2553" y="5126"/>
                  </a:lnTo>
                  <a:lnTo>
                    <a:pt x="2637" y="5189"/>
                  </a:lnTo>
                  <a:lnTo>
                    <a:pt x="2825" y="5398"/>
                  </a:lnTo>
                  <a:lnTo>
                    <a:pt x="2846" y="5608"/>
                  </a:lnTo>
                  <a:lnTo>
                    <a:pt x="2846" y="6591"/>
                  </a:lnTo>
                  <a:lnTo>
                    <a:pt x="2951" y="6193"/>
                  </a:lnTo>
                  <a:lnTo>
                    <a:pt x="3495" y="6173"/>
                  </a:lnTo>
                  <a:lnTo>
                    <a:pt x="3599" y="6131"/>
                  </a:lnTo>
                  <a:lnTo>
                    <a:pt x="3641" y="6110"/>
                  </a:lnTo>
                  <a:lnTo>
                    <a:pt x="3704" y="6089"/>
                  </a:lnTo>
                  <a:lnTo>
                    <a:pt x="3704" y="6131"/>
                  </a:lnTo>
                  <a:lnTo>
                    <a:pt x="3788" y="6173"/>
                  </a:lnTo>
                  <a:lnTo>
                    <a:pt x="3871" y="6214"/>
                  </a:lnTo>
                  <a:lnTo>
                    <a:pt x="3955" y="6214"/>
                  </a:lnTo>
                  <a:lnTo>
                    <a:pt x="3997" y="6298"/>
                  </a:lnTo>
                  <a:lnTo>
                    <a:pt x="3976" y="6319"/>
                  </a:lnTo>
                  <a:lnTo>
                    <a:pt x="4164" y="6298"/>
                  </a:lnTo>
                  <a:lnTo>
                    <a:pt x="4269" y="6193"/>
                  </a:lnTo>
                  <a:lnTo>
                    <a:pt x="4332" y="6193"/>
                  </a:lnTo>
                  <a:lnTo>
                    <a:pt x="4394" y="6131"/>
                  </a:lnTo>
                  <a:lnTo>
                    <a:pt x="4436" y="6173"/>
                  </a:lnTo>
                  <a:lnTo>
                    <a:pt x="4436" y="6214"/>
                  </a:lnTo>
                  <a:lnTo>
                    <a:pt x="4520" y="6214"/>
                  </a:lnTo>
                  <a:lnTo>
                    <a:pt x="4604" y="6277"/>
                  </a:lnTo>
                  <a:lnTo>
                    <a:pt x="4729" y="6214"/>
                  </a:lnTo>
                  <a:lnTo>
                    <a:pt x="4897" y="6193"/>
                  </a:lnTo>
                  <a:lnTo>
                    <a:pt x="4918" y="6110"/>
                  </a:lnTo>
                  <a:lnTo>
                    <a:pt x="4897" y="6068"/>
                  </a:lnTo>
                  <a:lnTo>
                    <a:pt x="4938" y="6005"/>
                  </a:lnTo>
                  <a:lnTo>
                    <a:pt x="5043" y="6026"/>
                  </a:lnTo>
                  <a:lnTo>
                    <a:pt x="5127" y="6026"/>
                  </a:lnTo>
                  <a:lnTo>
                    <a:pt x="5210" y="6089"/>
                  </a:lnTo>
                  <a:lnTo>
                    <a:pt x="5315" y="6068"/>
                  </a:lnTo>
                  <a:lnTo>
                    <a:pt x="5357" y="6026"/>
                  </a:lnTo>
                  <a:lnTo>
                    <a:pt x="5566" y="5963"/>
                  </a:lnTo>
                  <a:lnTo>
                    <a:pt x="5650" y="5984"/>
                  </a:lnTo>
                  <a:lnTo>
                    <a:pt x="5754" y="5963"/>
                  </a:lnTo>
                  <a:lnTo>
                    <a:pt x="5775" y="5900"/>
                  </a:lnTo>
                  <a:lnTo>
                    <a:pt x="5901" y="5900"/>
                  </a:lnTo>
                  <a:lnTo>
                    <a:pt x="5985" y="5817"/>
                  </a:lnTo>
                  <a:lnTo>
                    <a:pt x="6110" y="5796"/>
                  </a:lnTo>
                  <a:lnTo>
                    <a:pt x="6194" y="5712"/>
                  </a:lnTo>
                  <a:lnTo>
                    <a:pt x="6278" y="5649"/>
                  </a:lnTo>
                  <a:lnTo>
                    <a:pt x="6382" y="5670"/>
                  </a:lnTo>
                  <a:lnTo>
                    <a:pt x="6424" y="5608"/>
                  </a:lnTo>
                  <a:lnTo>
                    <a:pt x="6466" y="5587"/>
                  </a:lnTo>
                  <a:lnTo>
                    <a:pt x="6424" y="5587"/>
                  </a:lnTo>
                  <a:lnTo>
                    <a:pt x="6424" y="5545"/>
                  </a:lnTo>
                  <a:lnTo>
                    <a:pt x="6298" y="5440"/>
                  </a:lnTo>
                  <a:lnTo>
                    <a:pt x="6173" y="5398"/>
                  </a:lnTo>
                  <a:lnTo>
                    <a:pt x="5964" y="5189"/>
                  </a:lnTo>
                  <a:lnTo>
                    <a:pt x="5985" y="5126"/>
                  </a:lnTo>
                  <a:lnTo>
                    <a:pt x="5901" y="4938"/>
                  </a:lnTo>
                  <a:lnTo>
                    <a:pt x="5859" y="4875"/>
                  </a:lnTo>
                  <a:lnTo>
                    <a:pt x="5901" y="4771"/>
                  </a:lnTo>
                  <a:lnTo>
                    <a:pt x="5859" y="4729"/>
                  </a:lnTo>
                  <a:lnTo>
                    <a:pt x="5838" y="4624"/>
                  </a:lnTo>
                  <a:lnTo>
                    <a:pt x="5796" y="4540"/>
                  </a:lnTo>
                  <a:lnTo>
                    <a:pt x="5838" y="4540"/>
                  </a:lnTo>
                  <a:lnTo>
                    <a:pt x="5775" y="4394"/>
                  </a:lnTo>
                  <a:lnTo>
                    <a:pt x="5754" y="4248"/>
                  </a:lnTo>
                  <a:lnTo>
                    <a:pt x="5838" y="4206"/>
                  </a:lnTo>
                  <a:lnTo>
                    <a:pt x="5838" y="4038"/>
                  </a:lnTo>
                  <a:lnTo>
                    <a:pt x="5754" y="3976"/>
                  </a:lnTo>
                  <a:lnTo>
                    <a:pt x="5754" y="3766"/>
                  </a:lnTo>
                  <a:lnTo>
                    <a:pt x="5775" y="3620"/>
                  </a:lnTo>
                  <a:lnTo>
                    <a:pt x="5859" y="3578"/>
                  </a:lnTo>
                  <a:lnTo>
                    <a:pt x="5880" y="3599"/>
                  </a:lnTo>
                  <a:lnTo>
                    <a:pt x="5943" y="3515"/>
                  </a:lnTo>
                  <a:lnTo>
                    <a:pt x="5859" y="3306"/>
                  </a:lnTo>
                  <a:lnTo>
                    <a:pt x="5775" y="3306"/>
                  </a:lnTo>
                  <a:lnTo>
                    <a:pt x="5650" y="3180"/>
                  </a:lnTo>
                  <a:lnTo>
                    <a:pt x="5482" y="3055"/>
                  </a:lnTo>
                  <a:lnTo>
                    <a:pt x="5482" y="2929"/>
                  </a:lnTo>
                  <a:lnTo>
                    <a:pt x="5566" y="2657"/>
                  </a:lnTo>
                  <a:lnTo>
                    <a:pt x="5692" y="2302"/>
                  </a:lnTo>
                  <a:lnTo>
                    <a:pt x="5754" y="2239"/>
                  </a:lnTo>
                  <a:lnTo>
                    <a:pt x="5734" y="2134"/>
                  </a:lnTo>
                  <a:lnTo>
                    <a:pt x="5692" y="2113"/>
                  </a:lnTo>
                  <a:lnTo>
                    <a:pt x="5734" y="2113"/>
                  </a:lnTo>
                  <a:lnTo>
                    <a:pt x="5022" y="1611"/>
                  </a:lnTo>
                  <a:lnTo>
                    <a:pt x="4959" y="1527"/>
                  </a:lnTo>
                  <a:lnTo>
                    <a:pt x="4938" y="1486"/>
                  </a:lnTo>
                  <a:lnTo>
                    <a:pt x="4959" y="1402"/>
                  </a:lnTo>
                  <a:lnTo>
                    <a:pt x="4834" y="1214"/>
                  </a:lnTo>
                  <a:lnTo>
                    <a:pt x="274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6" name="Google Shape;7890;p67">
              <a:extLst>
                <a:ext uri="{FF2B5EF4-FFF2-40B4-BE49-F238E27FC236}">
                  <a16:creationId xmlns:a16="http://schemas.microsoft.com/office/drawing/2014/main" id="{252B6C30-F8F6-57FA-DF9D-D1D050A40671}"/>
                </a:ext>
              </a:extLst>
            </p:cNvPr>
            <p:cNvSpPr/>
            <p:nvPr/>
          </p:nvSpPr>
          <p:spPr>
            <a:xfrm>
              <a:off x="4106850" y="3261050"/>
              <a:ext cx="29300" cy="24100"/>
            </a:xfrm>
            <a:custGeom>
              <a:avLst/>
              <a:gdLst/>
              <a:ahLst/>
              <a:cxnLst/>
              <a:rect l="l" t="t" r="r" b="b"/>
              <a:pathLst>
                <a:path w="1172" h="964" extrusionOk="0">
                  <a:moveTo>
                    <a:pt x="795" y="1"/>
                  </a:moveTo>
                  <a:lnTo>
                    <a:pt x="795" y="84"/>
                  </a:lnTo>
                  <a:lnTo>
                    <a:pt x="732" y="126"/>
                  </a:lnTo>
                  <a:lnTo>
                    <a:pt x="649" y="126"/>
                  </a:lnTo>
                  <a:lnTo>
                    <a:pt x="607" y="84"/>
                  </a:lnTo>
                  <a:lnTo>
                    <a:pt x="544" y="42"/>
                  </a:lnTo>
                  <a:lnTo>
                    <a:pt x="440" y="126"/>
                  </a:lnTo>
                  <a:lnTo>
                    <a:pt x="377" y="147"/>
                  </a:lnTo>
                  <a:lnTo>
                    <a:pt x="335" y="126"/>
                  </a:lnTo>
                  <a:lnTo>
                    <a:pt x="209" y="231"/>
                  </a:lnTo>
                  <a:lnTo>
                    <a:pt x="105" y="356"/>
                  </a:lnTo>
                  <a:lnTo>
                    <a:pt x="0" y="733"/>
                  </a:lnTo>
                  <a:lnTo>
                    <a:pt x="0" y="817"/>
                  </a:lnTo>
                  <a:lnTo>
                    <a:pt x="209" y="817"/>
                  </a:lnTo>
                  <a:lnTo>
                    <a:pt x="272" y="921"/>
                  </a:lnTo>
                  <a:lnTo>
                    <a:pt x="335" y="963"/>
                  </a:lnTo>
                  <a:lnTo>
                    <a:pt x="398" y="921"/>
                  </a:lnTo>
                  <a:lnTo>
                    <a:pt x="419" y="921"/>
                  </a:lnTo>
                  <a:lnTo>
                    <a:pt x="481" y="963"/>
                  </a:lnTo>
                  <a:lnTo>
                    <a:pt x="607" y="921"/>
                  </a:lnTo>
                  <a:lnTo>
                    <a:pt x="607" y="858"/>
                  </a:lnTo>
                  <a:lnTo>
                    <a:pt x="691" y="670"/>
                  </a:lnTo>
                  <a:lnTo>
                    <a:pt x="649" y="566"/>
                  </a:lnTo>
                  <a:lnTo>
                    <a:pt x="712" y="566"/>
                  </a:lnTo>
                  <a:lnTo>
                    <a:pt x="753" y="628"/>
                  </a:lnTo>
                  <a:lnTo>
                    <a:pt x="816" y="628"/>
                  </a:lnTo>
                  <a:lnTo>
                    <a:pt x="858" y="733"/>
                  </a:lnTo>
                  <a:lnTo>
                    <a:pt x="921" y="754"/>
                  </a:lnTo>
                  <a:lnTo>
                    <a:pt x="921" y="817"/>
                  </a:lnTo>
                  <a:lnTo>
                    <a:pt x="942" y="838"/>
                  </a:lnTo>
                  <a:lnTo>
                    <a:pt x="1004" y="838"/>
                  </a:lnTo>
                  <a:lnTo>
                    <a:pt x="1067" y="817"/>
                  </a:lnTo>
                  <a:lnTo>
                    <a:pt x="1130" y="754"/>
                  </a:lnTo>
                  <a:lnTo>
                    <a:pt x="1130" y="670"/>
                  </a:lnTo>
                  <a:lnTo>
                    <a:pt x="1172" y="607"/>
                  </a:lnTo>
                  <a:lnTo>
                    <a:pt x="1151" y="503"/>
                  </a:lnTo>
                  <a:lnTo>
                    <a:pt x="1109" y="314"/>
                  </a:lnTo>
                  <a:lnTo>
                    <a:pt x="1046" y="231"/>
                  </a:lnTo>
                  <a:lnTo>
                    <a:pt x="1046" y="189"/>
                  </a:lnTo>
                  <a:lnTo>
                    <a:pt x="963" y="105"/>
                  </a:lnTo>
                  <a:lnTo>
                    <a:pt x="900" y="21"/>
                  </a:lnTo>
                  <a:lnTo>
                    <a:pt x="90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7" name="Google Shape;7891;p67">
              <a:extLst>
                <a:ext uri="{FF2B5EF4-FFF2-40B4-BE49-F238E27FC236}">
                  <a16:creationId xmlns:a16="http://schemas.microsoft.com/office/drawing/2014/main" id="{A14DD5B3-BAF7-AF3E-04F5-51420895173A}"/>
                </a:ext>
              </a:extLst>
            </p:cNvPr>
            <p:cNvSpPr/>
            <p:nvPr/>
          </p:nvSpPr>
          <p:spPr>
            <a:xfrm>
              <a:off x="4106850" y="3275175"/>
              <a:ext cx="28775" cy="35075"/>
            </a:xfrm>
            <a:custGeom>
              <a:avLst/>
              <a:gdLst/>
              <a:ahLst/>
              <a:cxnLst/>
              <a:rect l="l" t="t" r="r" b="b"/>
              <a:pathLst>
                <a:path w="1151" h="1403" extrusionOk="0">
                  <a:moveTo>
                    <a:pt x="649" y="1"/>
                  </a:moveTo>
                  <a:lnTo>
                    <a:pt x="691" y="105"/>
                  </a:lnTo>
                  <a:lnTo>
                    <a:pt x="607" y="293"/>
                  </a:lnTo>
                  <a:lnTo>
                    <a:pt x="607" y="356"/>
                  </a:lnTo>
                  <a:lnTo>
                    <a:pt x="481" y="398"/>
                  </a:lnTo>
                  <a:lnTo>
                    <a:pt x="419" y="356"/>
                  </a:lnTo>
                  <a:lnTo>
                    <a:pt x="398" y="356"/>
                  </a:lnTo>
                  <a:lnTo>
                    <a:pt x="335" y="398"/>
                  </a:lnTo>
                  <a:lnTo>
                    <a:pt x="272" y="356"/>
                  </a:lnTo>
                  <a:lnTo>
                    <a:pt x="209" y="252"/>
                  </a:lnTo>
                  <a:lnTo>
                    <a:pt x="0" y="252"/>
                  </a:lnTo>
                  <a:lnTo>
                    <a:pt x="0" y="314"/>
                  </a:lnTo>
                  <a:lnTo>
                    <a:pt x="63" y="419"/>
                  </a:lnTo>
                  <a:lnTo>
                    <a:pt x="84" y="565"/>
                  </a:lnTo>
                  <a:lnTo>
                    <a:pt x="84" y="712"/>
                  </a:lnTo>
                  <a:lnTo>
                    <a:pt x="188" y="1402"/>
                  </a:lnTo>
                  <a:lnTo>
                    <a:pt x="481" y="1402"/>
                  </a:lnTo>
                  <a:lnTo>
                    <a:pt x="649" y="1340"/>
                  </a:lnTo>
                  <a:lnTo>
                    <a:pt x="753" y="1193"/>
                  </a:lnTo>
                  <a:lnTo>
                    <a:pt x="921" y="1026"/>
                  </a:lnTo>
                  <a:lnTo>
                    <a:pt x="963" y="984"/>
                  </a:lnTo>
                  <a:lnTo>
                    <a:pt x="1046" y="900"/>
                  </a:lnTo>
                  <a:lnTo>
                    <a:pt x="1151" y="796"/>
                  </a:lnTo>
                  <a:lnTo>
                    <a:pt x="1151" y="712"/>
                  </a:lnTo>
                  <a:lnTo>
                    <a:pt x="1130" y="524"/>
                  </a:lnTo>
                  <a:lnTo>
                    <a:pt x="1046" y="524"/>
                  </a:lnTo>
                  <a:lnTo>
                    <a:pt x="1046" y="461"/>
                  </a:lnTo>
                  <a:lnTo>
                    <a:pt x="942" y="419"/>
                  </a:lnTo>
                  <a:lnTo>
                    <a:pt x="942" y="356"/>
                  </a:lnTo>
                  <a:lnTo>
                    <a:pt x="921" y="293"/>
                  </a:lnTo>
                  <a:lnTo>
                    <a:pt x="921" y="252"/>
                  </a:lnTo>
                  <a:lnTo>
                    <a:pt x="921" y="189"/>
                  </a:lnTo>
                  <a:lnTo>
                    <a:pt x="858" y="168"/>
                  </a:lnTo>
                  <a:lnTo>
                    <a:pt x="816" y="63"/>
                  </a:lnTo>
                  <a:lnTo>
                    <a:pt x="753" y="63"/>
                  </a:lnTo>
                  <a:lnTo>
                    <a:pt x="71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8" name="Google Shape;7892;p67">
              <a:extLst>
                <a:ext uri="{FF2B5EF4-FFF2-40B4-BE49-F238E27FC236}">
                  <a16:creationId xmlns:a16="http://schemas.microsoft.com/office/drawing/2014/main" id="{0774F70A-237D-F7B7-582A-EB2109EC72E5}"/>
                </a:ext>
              </a:extLst>
            </p:cNvPr>
            <p:cNvSpPr/>
            <p:nvPr/>
          </p:nvSpPr>
          <p:spPr>
            <a:xfrm>
              <a:off x="3862550" y="3166900"/>
              <a:ext cx="275700" cy="273075"/>
            </a:xfrm>
            <a:custGeom>
              <a:avLst/>
              <a:gdLst/>
              <a:ahLst/>
              <a:cxnLst/>
              <a:rect l="l" t="t" r="r" b="b"/>
              <a:pathLst>
                <a:path w="11028" h="10923" extrusionOk="0">
                  <a:moveTo>
                    <a:pt x="7701" y="0"/>
                  </a:moveTo>
                  <a:lnTo>
                    <a:pt x="7701" y="42"/>
                  </a:lnTo>
                  <a:lnTo>
                    <a:pt x="7743" y="84"/>
                  </a:lnTo>
                  <a:lnTo>
                    <a:pt x="7659" y="189"/>
                  </a:lnTo>
                  <a:lnTo>
                    <a:pt x="7575" y="189"/>
                  </a:lnTo>
                  <a:lnTo>
                    <a:pt x="7491" y="210"/>
                  </a:lnTo>
                  <a:lnTo>
                    <a:pt x="7366" y="210"/>
                  </a:lnTo>
                  <a:lnTo>
                    <a:pt x="7282" y="251"/>
                  </a:lnTo>
                  <a:lnTo>
                    <a:pt x="7240" y="251"/>
                  </a:lnTo>
                  <a:lnTo>
                    <a:pt x="7219" y="189"/>
                  </a:lnTo>
                  <a:lnTo>
                    <a:pt x="7178" y="189"/>
                  </a:lnTo>
                  <a:lnTo>
                    <a:pt x="7157" y="147"/>
                  </a:lnTo>
                  <a:lnTo>
                    <a:pt x="7073" y="126"/>
                  </a:lnTo>
                  <a:lnTo>
                    <a:pt x="6843" y="230"/>
                  </a:lnTo>
                  <a:lnTo>
                    <a:pt x="6759" y="293"/>
                  </a:lnTo>
                  <a:lnTo>
                    <a:pt x="6717" y="335"/>
                  </a:lnTo>
                  <a:lnTo>
                    <a:pt x="6487" y="356"/>
                  </a:lnTo>
                  <a:lnTo>
                    <a:pt x="6403" y="398"/>
                  </a:lnTo>
                  <a:lnTo>
                    <a:pt x="6320" y="314"/>
                  </a:lnTo>
                  <a:lnTo>
                    <a:pt x="6215" y="293"/>
                  </a:lnTo>
                  <a:lnTo>
                    <a:pt x="6111" y="293"/>
                  </a:lnTo>
                  <a:lnTo>
                    <a:pt x="6027" y="398"/>
                  </a:lnTo>
                  <a:lnTo>
                    <a:pt x="5922" y="502"/>
                  </a:lnTo>
                  <a:lnTo>
                    <a:pt x="5964" y="544"/>
                  </a:lnTo>
                  <a:lnTo>
                    <a:pt x="6006" y="607"/>
                  </a:lnTo>
                  <a:lnTo>
                    <a:pt x="5985" y="649"/>
                  </a:lnTo>
                  <a:lnTo>
                    <a:pt x="5859" y="670"/>
                  </a:lnTo>
                  <a:lnTo>
                    <a:pt x="5797" y="649"/>
                  </a:lnTo>
                  <a:lnTo>
                    <a:pt x="5671" y="628"/>
                  </a:lnTo>
                  <a:lnTo>
                    <a:pt x="5567" y="565"/>
                  </a:lnTo>
                  <a:lnTo>
                    <a:pt x="5483" y="565"/>
                  </a:lnTo>
                  <a:lnTo>
                    <a:pt x="5399" y="628"/>
                  </a:lnTo>
                  <a:lnTo>
                    <a:pt x="5336" y="607"/>
                  </a:lnTo>
                  <a:lnTo>
                    <a:pt x="5190" y="607"/>
                  </a:lnTo>
                  <a:lnTo>
                    <a:pt x="5064" y="523"/>
                  </a:lnTo>
                  <a:lnTo>
                    <a:pt x="4939" y="544"/>
                  </a:lnTo>
                  <a:lnTo>
                    <a:pt x="4918" y="502"/>
                  </a:lnTo>
                  <a:lnTo>
                    <a:pt x="4750" y="356"/>
                  </a:lnTo>
                  <a:lnTo>
                    <a:pt x="4667" y="335"/>
                  </a:lnTo>
                  <a:lnTo>
                    <a:pt x="4499" y="210"/>
                  </a:lnTo>
                  <a:lnTo>
                    <a:pt x="4437" y="189"/>
                  </a:lnTo>
                  <a:lnTo>
                    <a:pt x="4353" y="126"/>
                  </a:lnTo>
                  <a:lnTo>
                    <a:pt x="4290" y="126"/>
                  </a:lnTo>
                  <a:lnTo>
                    <a:pt x="4290" y="189"/>
                  </a:lnTo>
                  <a:lnTo>
                    <a:pt x="4186" y="147"/>
                  </a:lnTo>
                  <a:lnTo>
                    <a:pt x="4102" y="251"/>
                  </a:lnTo>
                  <a:lnTo>
                    <a:pt x="4018" y="251"/>
                  </a:lnTo>
                  <a:lnTo>
                    <a:pt x="3976" y="293"/>
                  </a:lnTo>
                  <a:lnTo>
                    <a:pt x="3976" y="356"/>
                  </a:lnTo>
                  <a:lnTo>
                    <a:pt x="3914" y="440"/>
                  </a:lnTo>
                  <a:lnTo>
                    <a:pt x="3914" y="502"/>
                  </a:lnTo>
                  <a:lnTo>
                    <a:pt x="3872" y="544"/>
                  </a:lnTo>
                  <a:lnTo>
                    <a:pt x="3788" y="544"/>
                  </a:lnTo>
                  <a:lnTo>
                    <a:pt x="3788" y="607"/>
                  </a:lnTo>
                  <a:lnTo>
                    <a:pt x="3893" y="733"/>
                  </a:lnTo>
                  <a:lnTo>
                    <a:pt x="3830" y="774"/>
                  </a:lnTo>
                  <a:lnTo>
                    <a:pt x="3809" y="858"/>
                  </a:lnTo>
                  <a:lnTo>
                    <a:pt x="3809" y="984"/>
                  </a:lnTo>
                  <a:lnTo>
                    <a:pt x="3872" y="1088"/>
                  </a:lnTo>
                  <a:lnTo>
                    <a:pt x="3872" y="1339"/>
                  </a:lnTo>
                  <a:lnTo>
                    <a:pt x="3767" y="1381"/>
                  </a:lnTo>
                  <a:lnTo>
                    <a:pt x="3725" y="1486"/>
                  </a:lnTo>
                  <a:lnTo>
                    <a:pt x="3474" y="1800"/>
                  </a:lnTo>
                  <a:lnTo>
                    <a:pt x="3516" y="2009"/>
                  </a:lnTo>
                  <a:lnTo>
                    <a:pt x="3495" y="2135"/>
                  </a:lnTo>
                  <a:lnTo>
                    <a:pt x="3495" y="2281"/>
                  </a:lnTo>
                  <a:lnTo>
                    <a:pt x="3390" y="2386"/>
                  </a:lnTo>
                  <a:lnTo>
                    <a:pt x="3390" y="2532"/>
                  </a:lnTo>
                  <a:lnTo>
                    <a:pt x="3390" y="2616"/>
                  </a:lnTo>
                  <a:lnTo>
                    <a:pt x="3370" y="2804"/>
                  </a:lnTo>
                  <a:lnTo>
                    <a:pt x="3390" y="2825"/>
                  </a:lnTo>
                  <a:lnTo>
                    <a:pt x="3370" y="2971"/>
                  </a:lnTo>
                  <a:lnTo>
                    <a:pt x="3286" y="3034"/>
                  </a:lnTo>
                  <a:lnTo>
                    <a:pt x="3244" y="3223"/>
                  </a:lnTo>
                  <a:lnTo>
                    <a:pt x="3244" y="3390"/>
                  </a:lnTo>
                  <a:lnTo>
                    <a:pt x="3056" y="3704"/>
                  </a:lnTo>
                  <a:lnTo>
                    <a:pt x="2951" y="3746"/>
                  </a:lnTo>
                  <a:lnTo>
                    <a:pt x="2846" y="3808"/>
                  </a:lnTo>
                  <a:lnTo>
                    <a:pt x="2763" y="3787"/>
                  </a:lnTo>
                  <a:lnTo>
                    <a:pt x="2637" y="3892"/>
                  </a:lnTo>
                  <a:lnTo>
                    <a:pt x="2533" y="4018"/>
                  </a:lnTo>
                  <a:lnTo>
                    <a:pt x="2533" y="4164"/>
                  </a:lnTo>
                  <a:lnTo>
                    <a:pt x="2344" y="4332"/>
                  </a:lnTo>
                  <a:lnTo>
                    <a:pt x="2302" y="4436"/>
                  </a:lnTo>
                  <a:lnTo>
                    <a:pt x="2323" y="4624"/>
                  </a:lnTo>
                  <a:lnTo>
                    <a:pt x="2344" y="4645"/>
                  </a:lnTo>
                  <a:lnTo>
                    <a:pt x="2323" y="4959"/>
                  </a:lnTo>
                  <a:lnTo>
                    <a:pt x="2302" y="5127"/>
                  </a:lnTo>
                  <a:lnTo>
                    <a:pt x="2302" y="5231"/>
                  </a:lnTo>
                  <a:lnTo>
                    <a:pt x="2198" y="5378"/>
                  </a:lnTo>
                  <a:lnTo>
                    <a:pt x="2093" y="5420"/>
                  </a:lnTo>
                  <a:lnTo>
                    <a:pt x="2009" y="5482"/>
                  </a:lnTo>
                  <a:lnTo>
                    <a:pt x="1947" y="5566"/>
                  </a:lnTo>
                  <a:lnTo>
                    <a:pt x="1717" y="5796"/>
                  </a:lnTo>
                  <a:lnTo>
                    <a:pt x="1633" y="5901"/>
                  </a:lnTo>
                  <a:lnTo>
                    <a:pt x="1507" y="5984"/>
                  </a:lnTo>
                  <a:lnTo>
                    <a:pt x="1382" y="5901"/>
                  </a:lnTo>
                  <a:lnTo>
                    <a:pt x="1319" y="5796"/>
                  </a:lnTo>
                  <a:lnTo>
                    <a:pt x="1298" y="5775"/>
                  </a:lnTo>
                  <a:lnTo>
                    <a:pt x="1382" y="5650"/>
                  </a:lnTo>
                  <a:lnTo>
                    <a:pt x="1382" y="5587"/>
                  </a:lnTo>
                  <a:lnTo>
                    <a:pt x="1193" y="5650"/>
                  </a:lnTo>
                  <a:lnTo>
                    <a:pt x="1089" y="5754"/>
                  </a:lnTo>
                  <a:lnTo>
                    <a:pt x="1005" y="5733"/>
                  </a:lnTo>
                  <a:lnTo>
                    <a:pt x="942" y="5754"/>
                  </a:lnTo>
                  <a:lnTo>
                    <a:pt x="942" y="5859"/>
                  </a:lnTo>
                  <a:lnTo>
                    <a:pt x="859" y="5943"/>
                  </a:lnTo>
                  <a:lnTo>
                    <a:pt x="754" y="5943"/>
                  </a:lnTo>
                  <a:lnTo>
                    <a:pt x="754" y="5880"/>
                  </a:lnTo>
                  <a:lnTo>
                    <a:pt x="733" y="5838"/>
                  </a:lnTo>
                  <a:lnTo>
                    <a:pt x="629" y="5880"/>
                  </a:lnTo>
                  <a:lnTo>
                    <a:pt x="566" y="5859"/>
                  </a:lnTo>
                  <a:lnTo>
                    <a:pt x="440" y="5984"/>
                  </a:lnTo>
                  <a:lnTo>
                    <a:pt x="315" y="6089"/>
                  </a:lnTo>
                  <a:lnTo>
                    <a:pt x="252" y="6152"/>
                  </a:lnTo>
                  <a:lnTo>
                    <a:pt x="273" y="6361"/>
                  </a:lnTo>
                  <a:lnTo>
                    <a:pt x="210" y="6424"/>
                  </a:lnTo>
                  <a:lnTo>
                    <a:pt x="105" y="6424"/>
                  </a:lnTo>
                  <a:lnTo>
                    <a:pt x="1" y="6508"/>
                  </a:lnTo>
                  <a:lnTo>
                    <a:pt x="22" y="6570"/>
                  </a:lnTo>
                  <a:lnTo>
                    <a:pt x="210" y="6591"/>
                  </a:lnTo>
                  <a:lnTo>
                    <a:pt x="252" y="6633"/>
                  </a:lnTo>
                  <a:lnTo>
                    <a:pt x="273" y="6633"/>
                  </a:lnTo>
                  <a:lnTo>
                    <a:pt x="273" y="6612"/>
                  </a:lnTo>
                  <a:lnTo>
                    <a:pt x="315" y="6591"/>
                  </a:lnTo>
                  <a:lnTo>
                    <a:pt x="377" y="6591"/>
                  </a:lnTo>
                  <a:lnTo>
                    <a:pt x="482" y="6570"/>
                  </a:lnTo>
                  <a:lnTo>
                    <a:pt x="566" y="6528"/>
                  </a:lnTo>
                  <a:lnTo>
                    <a:pt x="1256" y="6528"/>
                  </a:lnTo>
                  <a:lnTo>
                    <a:pt x="1424" y="6570"/>
                  </a:lnTo>
                  <a:lnTo>
                    <a:pt x="1633" y="6528"/>
                  </a:lnTo>
                  <a:lnTo>
                    <a:pt x="2637" y="6528"/>
                  </a:lnTo>
                  <a:lnTo>
                    <a:pt x="2637" y="6612"/>
                  </a:lnTo>
                  <a:lnTo>
                    <a:pt x="2637" y="6633"/>
                  </a:lnTo>
                  <a:lnTo>
                    <a:pt x="2637" y="6717"/>
                  </a:lnTo>
                  <a:lnTo>
                    <a:pt x="2679" y="6780"/>
                  </a:lnTo>
                  <a:lnTo>
                    <a:pt x="2721" y="6842"/>
                  </a:lnTo>
                  <a:lnTo>
                    <a:pt x="2679" y="6905"/>
                  </a:lnTo>
                  <a:lnTo>
                    <a:pt x="2679" y="6989"/>
                  </a:lnTo>
                  <a:lnTo>
                    <a:pt x="2742" y="7093"/>
                  </a:lnTo>
                  <a:lnTo>
                    <a:pt x="2763" y="7219"/>
                  </a:lnTo>
                  <a:lnTo>
                    <a:pt x="2784" y="7261"/>
                  </a:lnTo>
                  <a:lnTo>
                    <a:pt x="2784" y="7345"/>
                  </a:lnTo>
                  <a:lnTo>
                    <a:pt x="2846" y="7365"/>
                  </a:lnTo>
                  <a:lnTo>
                    <a:pt x="2888" y="7449"/>
                  </a:lnTo>
                  <a:lnTo>
                    <a:pt x="2972" y="7554"/>
                  </a:lnTo>
                  <a:lnTo>
                    <a:pt x="2993" y="7763"/>
                  </a:lnTo>
                  <a:lnTo>
                    <a:pt x="3056" y="7784"/>
                  </a:lnTo>
                  <a:lnTo>
                    <a:pt x="3202" y="7784"/>
                  </a:lnTo>
                  <a:lnTo>
                    <a:pt x="3307" y="7763"/>
                  </a:lnTo>
                  <a:lnTo>
                    <a:pt x="3390" y="7784"/>
                  </a:lnTo>
                  <a:lnTo>
                    <a:pt x="3579" y="7826"/>
                  </a:lnTo>
                  <a:lnTo>
                    <a:pt x="3662" y="7763"/>
                  </a:lnTo>
                  <a:lnTo>
                    <a:pt x="4102" y="7742"/>
                  </a:lnTo>
                  <a:lnTo>
                    <a:pt x="4102" y="7575"/>
                  </a:lnTo>
                  <a:lnTo>
                    <a:pt x="4081" y="7470"/>
                  </a:lnTo>
                  <a:lnTo>
                    <a:pt x="4123" y="7449"/>
                  </a:lnTo>
                  <a:lnTo>
                    <a:pt x="4186" y="7345"/>
                  </a:lnTo>
                  <a:lnTo>
                    <a:pt x="4186" y="7198"/>
                  </a:lnTo>
                  <a:lnTo>
                    <a:pt x="4750" y="7156"/>
                  </a:lnTo>
                  <a:lnTo>
                    <a:pt x="4750" y="7114"/>
                  </a:lnTo>
                  <a:lnTo>
                    <a:pt x="4939" y="7135"/>
                  </a:lnTo>
                  <a:lnTo>
                    <a:pt x="4918" y="7219"/>
                  </a:lnTo>
                  <a:lnTo>
                    <a:pt x="4876" y="7261"/>
                  </a:lnTo>
                  <a:lnTo>
                    <a:pt x="4918" y="7324"/>
                  </a:lnTo>
                  <a:lnTo>
                    <a:pt x="5567" y="7365"/>
                  </a:lnTo>
                  <a:lnTo>
                    <a:pt x="5587" y="7449"/>
                  </a:lnTo>
                  <a:lnTo>
                    <a:pt x="5587" y="7533"/>
                  </a:lnTo>
                  <a:lnTo>
                    <a:pt x="5587" y="7617"/>
                  </a:lnTo>
                  <a:lnTo>
                    <a:pt x="5546" y="7721"/>
                  </a:lnTo>
                  <a:lnTo>
                    <a:pt x="5504" y="7826"/>
                  </a:lnTo>
                  <a:lnTo>
                    <a:pt x="5567" y="7889"/>
                  </a:lnTo>
                  <a:lnTo>
                    <a:pt x="5567" y="7972"/>
                  </a:lnTo>
                  <a:lnTo>
                    <a:pt x="5546" y="8035"/>
                  </a:lnTo>
                  <a:lnTo>
                    <a:pt x="5546" y="8056"/>
                  </a:lnTo>
                  <a:lnTo>
                    <a:pt x="5567" y="8140"/>
                  </a:lnTo>
                  <a:lnTo>
                    <a:pt x="5567" y="8349"/>
                  </a:lnTo>
                  <a:lnTo>
                    <a:pt x="5504" y="8453"/>
                  </a:lnTo>
                  <a:lnTo>
                    <a:pt x="5567" y="8495"/>
                  </a:lnTo>
                  <a:lnTo>
                    <a:pt x="5567" y="8579"/>
                  </a:lnTo>
                  <a:lnTo>
                    <a:pt x="5608" y="8621"/>
                  </a:lnTo>
                  <a:lnTo>
                    <a:pt x="5608" y="8705"/>
                  </a:lnTo>
                  <a:lnTo>
                    <a:pt x="5650" y="8725"/>
                  </a:lnTo>
                  <a:lnTo>
                    <a:pt x="5671" y="8788"/>
                  </a:lnTo>
                  <a:lnTo>
                    <a:pt x="5713" y="8809"/>
                  </a:lnTo>
                  <a:lnTo>
                    <a:pt x="5755" y="8872"/>
                  </a:lnTo>
                  <a:lnTo>
                    <a:pt x="5713" y="8935"/>
                  </a:lnTo>
                  <a:lnTo>
                    <a:pt x="5713" y="9018"/>
                  </a:lnTo>
                  <a:lnTo>
                    <a:pt x="5797" y="9081"/>
                  </a:lnTo>
                  <a:lnTo>
                    <a:pt x="5797" y="9144"/>
                  </a:lnTo>
                  <a:lnTo>
                    <a:pt x="5776" y="9186"/>
                  </a:lnTo>
                  <a:lnTo>
                    <a:pt x="5776" y="9311"/>
                  </a:lnTo>
                  <a:lnTo>
                    <a:pt x="5859" y="9353"/>
                  </a:lnTo>
                  <a:lnTo>
                    <a:pt x="5818" y="9437"/>
                  </a:lnTo>
                  <a:lnTo>
                    <a:pt x="5818" y="9458"/>
                  </a:lnTo>
                  <a:lnTo>
                    <a:pt x="5776" y="9500"/>
                  </a:lnTo>
                  <a:lnTo>
                    <a:pt x="5776" y="9625"/>
                  </a:lnTo>
                  <a:lnTo>
                    <a:pt x="5797" y="9646"/>
                  </a:lnTo>
                  <a:lnTo>
                    <a:pt x="5859" y="9646"/>
                  </a:lnTo>
                  <a:lnTo>
                    <a:pt x="5901" y="9625"/>
                  </a:lnTo>
                  <a:lnTo>
                    <a:pt x="5964" y="9604"/>
                  </a:lnTo>
                  <a:lnTo>
                    <a:pt x="5985" y="9562"/>
                  </a:lnTo>
                  <a:lnTo>
                    <a:pt x="6027" y="9562"/>
                  </a:lnTo>
                  <a:lnTo>
                    <a:pt x="6111" y="9625"/>
                  </a:lnTo>
                  <a:lnTo>
                    <a:pt x="6173" y="9646"/>
                  </a:lnTo>
                  <a:lnTo>
                    <a:pt x="6320" y="9646"/>
                  </a:lnTo>
                  <a:lnTo>
                    <a:pt x="6383" y="9667"/>
                  </a:lnTo>
                  <a:lnTo>
                    <a:pt x="6424" y="9646"/>
                  </a:lnTo>
                  <a:lnTo>
                    <a:pt x="6508" y="9625"/>
                  </a:lnTo>
                  <a:lnTo>
                    <a:pt x="6592" y="9562"/>
                  </a:lnTo>
                  <a:lnTo>
                    <a:pt x="6696" y="9541"/>
                  </a:lnTo>
                  <a:lnTo>
                    <a:pt x="6801" y="9541"/>
                  </a:lnTo>
                  <a:lnTo>
                    <a:pt x="6843" y="9604"/>
                  </a:lnTo>
                  <a:lnTo>
                    <a:pt x="6906" y="9562"/>
                  </a:lnTo>
                  <a:lnTo>
                    <a:pt x="7010" y="9625"/>
                  </a:lnTo>
                  <a:lnTo>
                    <a:pt x="7031" y="9646"/>
                  </a:lnTo>
                  <a:lnTo>
                    <a:pt x="7031" y="9751"/>
                  </a:lnTo>
                  <a:lnTo>
                    <a:pt x="7052" y="9772"/>
                  </a:lnTo>
                  <a:lnTo>
                    <a:pt x="7073" y="9814"/>
                  </a:lnTo>
                  <a:lnTo>
                    <a:pt x="7157" y="9751"/>
                  </a:lnTo>
                  <a:lnTo>
                    <a:pt x="7240" y="9709"/>
                  </a:lnTo>
                  <a:lnTo>
                    <a:pt x="7324" y="9709"/>
                  </a:lnTo>
                  <a:lnTo>
                    <a:pt x="7345" y="9667"/>
                  </a:lnTo>
                  <a:lnTo>
                    <a:pt x="7491" y="9625"/>
                  </a:lnTo>
                  <a:lnTo>
                    <a:pt x="7554" y="9625"/>
                  </a:lnTo>
                  <a:lnTo>
                    <a:pt x="7554" y="9751"/>
                  </a:lnTo>
                  <a:lnTo>
                    <a:pt x="7575" y="9814"/>
                  </a:lnTo>
                  <a:lnTo>
                    <a:pt x="7575" y="9876"/>
                  </a:lnTo>
                  <a:lnTo>
                    <a:pt x="7575" y="9939"/>
                  </a:lnTo>
                  <a:lnTo>
                    <a:pt x="7638" y="9939"/>
                  </a:lnTo>
                  <a:lnTo>
                    <a:pt x="7743" y="9981"/>
                  </a:lnTo>
                  <a:lnTo>
                    <a:pt x="7784" y="9981"/>
                  </a:lnTo>
                  <a:lnTo>
                    <a:pt x="7910" y="10065"/>
                  </a:lnTo>
                  <a:lnTo>
                    <a:pt x="8056" y="10086"/>
                  </a:lnTo>
                  <a:lnTo>
                    <a:pt x="8182" y="10127"/>
                  </a:lnTo>
                  <a:lnTo>
                    <a:pt x="8182" y="10148"/>
                  </a:lnTo>
                  <a:lnTo>
                    <a:pt x="8287" y="10148"/>
                  </a:lnTo>
                  <a:lnTo>
                    <a:pt x="8433" y="10086"/>
                  </a:lnTo>
                  <a:lnTo>
                    <a:pt x="8475" y="10044"/>
                  </a:lnTo>
                  <a:lnTo>
                    <a:pt x="8517" y="9876"/>
                  </a:lnTo>
                  <a:lnTo>
                    <a:pt x="8600" y="9876"/>
                  </a:lnTo>
                  <a:lnTo>
                    <a:pt x="8642" y="9855"/>
                  </a:lnTo>
                  <a:lnTo>
                    <a:pt x="8684" y="9855"/>
                  </a:lnTo>
                  <a:lnTo>
                    <a:pt x="8684" y="10023"/>
                  </a:lnTo>
                  <a:lnTo>
                    <a:pt x="8789" y="10127"/>
                  </a:lnTo>
                  <a:lnTo>
                    <a:pt x="8789" y="10190"/>
                  </a:lnTo>
                  <a:lnTo>
                    <a:pt x="8935" y="10274"/>
                  </a:lnTo>
                  <a:lnTo>
                    <a:pt x="9144" y="10337"/>
                  </a:lnTo>
                  <a:lnTo>
                    <a:pt x="9270" y="10441"/>
                  </a:lnTo>
                  <a:lnTo>
                    <a:pt x="9375" y="10588"/>
                  </a:lnTo>
                  <a:lnTo>
                    <a:pt x="9479" y="10671"/>
                  </a:lnTo>
                  <a:lnTo>
                    <a:pt x="9584" y="10797"/>
                  </a:lnTo>
                  <a:lnTo>
                    <a:pt x="9730" y="10922"/>
                  </a:lnTo>
                  <a:lnTo>
                    <a:pt x="9793" y="10922"/>
                  </a:lnTo>
                  <a:lnTo>
                    <a:pt x="9898" y="10902"/>
                  </a:lnTo>
                  <a:lnTo>
                    <a:pt x="9981" y="10860"/>
                  </a:lnTo>
                  <a:lnTo>
                    <a:pt x="10002" y="10881"/>
                  </a:lnTo>
                  <a:lnTo>
                    <a:pt x="10044" y="10902"/>
                  </a:lnTo>
                  <a:lnTo>
                    <a:pt x="10107" y="10922"/>
                  </a:lnTo>
                  <a:lnTo>
                    <a:pt x="10170" y="10881"/>
                  </a:lnTo>
                  <a:lnTo>
                    <a:pt x="10107" y="10253"/>
                  </a:lnTo>
                  <a:lnTo>
                    <a:pt x="10065" y="10232"/>
                  </a:lnTo>
                  <a:lnTo>
                    <a:pt x="9940" y="10253"/>
                  </a:lnTo>
                  <a:lnTo>
                    <a:pt x="9940" y="10337"/>
                  </a:lnTo>
                  <a:lnTo>
                    <a:pt x="9981" y="10378"/>
                  </a:lnTo>
                  <a:lnTo>
                    <a:pt x="9688" y="10378"/>
                  </a:lnTo>
                  <a:lnTo>
                    <a:pt x="9647" y="10295"/>
                  </a:lnTo>
                  <a:lnTo>
                    <a:pt x="9626" y="10232"/>
                  </a:lnTo>
                  <a:lnTo>
                    <a:pt x="9458" y="10065"/>
                  </a:lnTo>
                  <a:lnTo>
                    <a:pt x="9375" y="9981"/>
                  </a:lnTo>
                  <a:lnTo>
                    <a:pt x="9375" y="9855"/>
                  </a:lnTo>
                  <a:lnTo>
                    <a:pt x="9375" y="9521"/>
                  </a:lnTo>
                  <a:lnTo>
                    <a:pt x="9375" y="9437"/>
                  </a:lnTo>
                  <a:lnTo>
                    <a:pt x="9479" y="9332"/>
                  </a:lnTo>
                  <a:lnTo>
                    <a:pt x="9542" y="9290"/>
                  </a:lnTo>
                  <a:lnTo>
                    <a:pt x="9521" y="9249"/>
                  </a:lnTo>
                  <a:lnTo>
                    <a:pt x="9563" y="9228"/>
                  </a:lnTo>
                  <a:lnTo>
                    <a:pt x="9563" y="9102"/>
                  </a:lnTo>
                  <a:lnTo>
                    <a:pt x="9563" y="9018"/>
                  </a:lnTo>
                  <a:lnTo>
                    <a:pt x="9563" y="8935"/>
                  </a:lnTo>
                  <a:lnTo>
                    <a:pt x="9563" y="8872"/>
                  </a:lnTo>
                  <a:lnTo>
                    <a:pt x="9584" y="8809"/>
                  </a:lnTo>
                  <a:lnTo>
                    <a:pt x="9626" y="8767"/>
                  </a:lnTo>
                  <a:lnTo>
                    <a:pt x="9542" y="8725"/>
                  </a:lnTo>
                  <a:lnTo>
                    <a:pt x="9479" y="8663"/>
                  </a:lnTo>
                  <a:lnTo>
                    <a:pt x="9458" y="8558"/>
                  </a:lnTo>
                  <a:lnTo>
                    <a:pt x="9688" y="8077"/>
                  </a:lnTo>
                  <a:lnTo>
                    <a:pt x="10630" y="7868"/>
                  </a:lnTo>
                  <a:lnTo>
                    <a:pt x="10714" y="7889"/>
                  </a:lnTo>
                  <a:lnTo>
                    <a:pt x="10588" y="7449"/>
                  </a:lnTo>
                  <a:lnTo>
                    <a:pt x="10170" y="6884"/>
                  </a:lnTo>
                  <a:lnTo>
                    <a:pt x="10044" y="6194"/>
                  </a:lnTo>
                  <a:lnTo>
                    <a:pt x="9960" y="5733"/>
                  </a:lnTo>
                  <a:lnTo>
                    <a:pt x="9856" y="5043"/>
                  </a:lnTo>
                  <a:lnTo>
                    <a:pt x="9856" y="4896"/>
                  </a:lnTo>
                  <a:lnTo>
                    <a:pt x="9835" y="4750"/>
                  </a:lnTo>
                  <a:lnTo>
                    <a:pt x="9772" y="4645"/>
                  </a:lnTo>
                  <a:lnTo>
                    <a:pt x="9772" y="4583"/>
                  </a:lnTo>
                  <a:lnTo>
                    <a:pt x="9772" y="4499"/>
                  </a:lnTo>
                  <a:lnTo>
                    <a:pt x="9877" y="4122"/>
                  </a:lnTo>
                  <a:lnTo>
                    <a:pt x="9981" y="3997"/>
                  </a:lnTo>
                  <a:lnTo>
                    <a:pt x="10107" y="3892"/>
                  </a:lnTo>
                  <a:lnTo>
                    <a:pt x="10149" y="3871"/>
                  </a:lnTo>
                  <a:lnTo>
                    <a:pt x="10107" y="3746"/>
                  </a:lnTo>
                  <a:lnTo>
                    <a:pt x="10191" y="3536"/>
                  </a:lnTo>
                  <a:lnTo>
                    <a:pt x="10212" y="3327"/>
                  </a:lnTo>
                  <a:lnTo>
                    <a:pt x="10212" y="3160"/>
                  </a:lnTo>
                  <a:lnTo>
                    <a:pt x="10253" y="3118"/>
                  </a:lnTo>
                  <a:lnTo>
                    <a:pt x="10484" y="2699"/>
                  </a:lnTo>
                  <a:lnTo>
                    <a:pt x="10525" y="2616"/>
                  </a:lnTo>
                  <a:lnTo>
                    <a:pt x="10714" y="2407"/>
                  </a:lnTo>
                  <a:lnTo>
                    <a:pt x="11007" y="2009"/>
                  </a:lnTo>
                  <a:lnTo>
                    <a:pt x="11028" y="1925"/>
                  </a:lnTo>
                  <a:lnTo>
                    <a:pt x="10986" y="1863"/>
                  </a:lnTo>
                  <a:lnTo>
                    <a:pt x="10923" y="1779"/>
                  </a:lnTo>
                  <a:lnTo>
                    <a:pt x="10839" y="1716"/>
                  </a:lnTo>
                  <a:lnTo>
                    <a:pt x="10881" y="1591"/>
                  </a:lnTo>
                  <a:lnTo>
                    <a:pt x="10902" y="1381"/>
                  </a:lnTo>
                  <a:lnTo>
                    <a:pt x="10902" y="1235"/>
                  </a:lnTo>
                  <a:lnTo>
                    <a:pt x="10944" y="1151"/>
                  </a:lnTo>
                  <a:lnTo>
                    <a:pt x="10986" y="1047"/>
                  </a:lnTo>
                  <a:lnTo>
                    <a:pt x="10944" y="1026"/>
                  </a:lnTo>
                  <a:lnTo>
                    <a:pt x="10776" y="1026"/>
                  </a:lnTo>
                  <a:lnTo>
                    <a:pt x="10776" y="942"/>
                  </a:lnTo>
                  <a:lnTo>
                    <a:pt x="10735" y="858"/>
                  </a:lnTo>
                  <a:lnTo>
                    <a:pt x="10693" y="837"/>
                  </a:lnTo>
                  <a:lnTo>
                    <a:pt x="10672" y="733"/>
                  </a:lnTo>
                  <a:lnTo>
                    <a:pt x="10588" y="670"/>
                  </a:lnTo>
                  <a:lnTo>
                    <a:pt x="10463" y="628"/>
                  </a:lnTo>
                  <a:lnTo>
                    <a:pt x="10400" y="565"/>
                  </a:lnTo>
                  <a:lnTo>
                    <a:pt x="10358" y="502"/>
                  </a:lnTo>
                  <a:lnTo>
                    <a:pt x="10274" y="335"/>
                  </a:lnTo>
                  <a:lnTo>
                    <a:pt x="10212" y="314"/>
                  </a:lnTo>
                  <a:lnTo>
                    <a:pt x="10086" y="314"/>
                  </a:lnTo>
                  <a:lnTo>
                    <a:pt x="10044" y="398"/>
                  </a:lnTo>
                  <a:lnTo>
                    <a:pt x="9981" y="440"/>
                  </a:lnTo>
                  <a:lnTo>
                    <a:pt x="9877" y="502"/>
                  </a:lnTo>
                  <a:lnTo>
                    <a:pt x="9835" y="502"/>
                  </a:lnTo>
                  <a:lnTo>
                    <a:pt x="9793" y="440"/>
                  </a:lnTo>
                  <a:lnTo>
                    <a:pt x="9584" y="440"/>
                  </a:lnTo>
                  <a:lnTo>
                    <a:pt x="9521" y="502"/>
                  </a:lnTo>
                  <a:lnTo>
                    <a:pt x="9479" y="544"/>
                  </a:lnTo>
                  <a:lnTo>
                    <a:pt x="9416" y="565"/>
                  </a:lnTo>
                  <a:lnTo>
                    <a:pt x="9312" y="523"/>
                  </a:lnTo>
                  <a:lnTo>
                    <a:pt x="9165" y="440"/>
                  </a:lnTo>
                  <a:lnTo>
                    <a:pt x="9124" y="356"/>
                  </a:lnTo>
                  <a:lnTo>
                    <a:pt x="9040" y="335"/>
                  </a:lnTo>
                  <a:lnTo>
                    <a:pt x="8998" y="293"/>
                  </a:lnTo>
                  <a:lnTo>
                    <a:pt x="8956" y="189"/>
                  </a:lnTo>
                  <a:lnTo>
                    <a:pt x="8935" y="147"/>
                  </a:lnTo>
                  <a:lnTo>
                    <a:pt x="8831" y="105"/>
                  </a:lnTo>
                  <a:lnTo>
                    <a:pt x="8705" y="105"/>
                  </a:lnTo>
                  <a:lnTo>
                    <a:pt x="8517" y="189"/>
                  </a:lnTo>
                  <a:lnTo>
                    <a:pt x="8496" y="147"/>
                  </a:lnTo>
                  <a:lnTo>
                    <a:pt x="8266" y="147"/>
                  </a:lnTo>
                  <a:lnTo>
                    <a:pt x="8182" y="105"/>
                  </a:lnTo>
                  <a:lnTo>
                    <a:pt x="8098" y="84"/>
                  </a:lnTo>
                  <a:lnTo>
                    <a:pt x="8056" y="42"/>
                  </a:lnTo>
                  <a:lnTo>
                    <a:pt x="7868" y="42"/>
                  </a:lnTo>
                  <a:lnTo>
                    <a:pt x="778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9" name="Google Shape;7893;p67">
              <a:extLst>
                <a:ext uri="{FF2B5EF4-FFF2-40B4-BE49-F238E27FC236}">
                  <a16:creationId xmlns:a16="http://schemas.microsoft.com/office/drawing/2014/main" id="{6FC7C6DF-12F9-2BDB-2B7F-520DB316F258}"/>
                </a:ext>
              </a:extLst>
            </p:cNvPr>
            <p:cNvSpPr/>
            <p:nvPr/>
          </p:nvSpPr>
          <p:spPr>
            <a:xfrm>
              <a:off x="4159150" y="3380850"/>
              <a:ext cx="46050" cy="116150"/>
            </a:xfrm>
            <a:custGeom>
              <a:avLst/>
              <a:gdLst/>
              <a:ahLst/>
              <a:cxnLst/>
              <a:rect l="l" t="t" r="r" b="b"/>
              <a:pathLst>
                <a:path w="1842" h="4646" extrusionOk="0">
                  <a:moveTo>
                    <a:pt x="210" y="0"/>
                  </a:moveTo>
                  <a:lnTo>
                    <a:pt x="189" y="21"/>
                  </a:lnTo>
                  <a:lnTo>
                    <a:pt x="210" y="105"/>
                  </a:lnTo>
                  <a:lnTo>
                    <a:pt x="231" y="126"/>
                  </a:lnTo>
                  <a:lnTo>
                    <a:pt x="273" y="209"/>
                  </a:lnTo>
                  <a:lnTo>
                    <a:pt x="377" y="251"/>
                  </a:lnTo>
                  <a:lnTo>
                    <a:pt x="419" y="272"/>
                  </a:lnTo>
                  <a:lnTo>
                    <a:pt x="419" y="314"/>
                  </a:lnTo>
                  <a:lnTo>
                    <a:pt x="377" y="460"/>
                  </a:lnTo>
                  <a:lnTo>
                    <a:pt x="377" y="523"/>
                  </a:lnTo>
                  <a:lnTo>
                    <a:pt x="482" y="586"/>
                  </a:lnTo>
                  <a:lnTo>
                    <a:pt x="503" y="670"/>
                  </a:lnTo>
                  <a:lnTo>
                    <a:pt x="503" y="795"/>
                  </a:lnTo>
                  <a:lnTo>
                    <a:pt x="482" y="837"/>
                  </a:lnTo>
                  <a:lnTo>
                    <a:pt x="482" y="879"/>
                  </a:lnTo>
                  <a:lnTo>
                    <a:pt x="335" y="1004"/>
                  </a:lnTo>
                  <a:lnTo>
                    <a:pt x="335" y="1088"/>
                  </a:lnTo>
                  <a:lnTo>
                    <a:pt x="377" y="1193"/>
                  </a:lnTo>
                  <a:lnTo>
                    <a:pt x="377" y="1276"/>
                  </a:lnTo>
                  <a:lnTo>
                    <a:pt x="398" y="1360"/>
                  </a:lnTo>
                  <a:lnTo>
                    <a:pt x="335" y="1423"/>
                  </a:lnTo>
                  <a:lnTo>
                    <a:pt x="398" y="1507"/>
                  </a:lnTo>
                  <a:lnTo>
                    <a:pt x="398" y="1590"/>
                  </a:lnTo>
                  <a:lnTo>
                    <a:pt x="335" y="1611"/>
                  </a:lnTo>
                  <a:lnTo>
                    <a:pt x="377" y="1695"/>
                  </a:lnTo>
                  <a:lnTo>
                    <a:pt x="398" y="1737"/>
                  </a:lnTo>
                  <a:lnTo>
                    <a:pt x="440" y="1779"/>
                  </a:lnTo>
                  <a:lnTo>
                    <a:pt x="440" y="1820"/>
                  </a:lnTo>
                  <a:lnTo>
                    <a:pt x="398" y="1820"/>
                  </a:lnTo>
                  <a:lnTo>
                    <a:pt x="377" y="1904"/>
                  </a:lnTo>
                  <a:lnTo>
                    <a:pt x="293" y="1925"/>
                  </a:lnTo>
                  <a:lnTo>
                    <a:pt x="168" y="2030"/>
                  </a:lnTo>
                  <a:lnTo>
                    <a:pt x="126" y="2051"/>
                  </a:lnTo>
                  <a:lnTo>
                    <a:pt x="126" y="2134"/>
                  </a:lnTo>
                  <a:lnTo>
                    <a:pt x="168" y="2197"/>
                  </a:lnTo>
                  <a:lnTo>
                    <a:pt x="126" y="2260"/>
                  </a:lnTo>
                  <a:lnTo>
                    <a:pt x="126" y="2344"/>
                  </a:lnTo>
                  <a:lnTo>
                    <a:pt x="63" y="2448"/>
                  </a:lnTo>
                  <a:lnTo>
                    <a:pt x="1" y="2469"/>
                  </a:lnTo>
                  <a:lnTo>
                    <a:pt x="1" y="2532"/>
                  </a:lnTo>
                  <a:lnTo>
                    <a:pt x="84" y="2636"/>
                  </a:lnTo>
                  <a:lnTo>
                    <a:pt x="126" y="2741"/>
                  </a:lnTo>
                  <a:lnTo>
                    <a:pt x="168" y="2783"/>
                  </a:lnTo>
                  <a:lnTo>
                    <a:pt x="314" y="2762"/>
                  </a:lnTo>
                  <a:lnTo>
                    <a:pt x="335" y="2825"/>
                  </a:lnTo>
                  <a:lnTo>
                    <a:pt x="377" y="2867"/>
                  </a:lnTo>
                  <a:lnTo>
                    <a:pt x="419" y="2929"/>
                  </a:lnTo>
                  <a:lnTo>
                    <a:pt x="419" y="2992"/>
                  </a:lnTo>
                  <a:lnTo>
                    <a:pt x="524" y="3055"/>
                  </a:lnTo>
                  <a:lnTo>
                    <a:pt x="586" y="3034"/>
                  </a:lnTo>
                  <a:lnTo>
                    <a:pt x="628" y="3034"/>
                  </a:lnTo>
                  <a:lnTo>
                    <a:pt x="691" y="2971"/>
                  </a:lnTo>
                  <a:lnTo>
                    <a:pt x="817" y="2971"/>
                  </a:lnTo>
                  <a:lnTo>
                    <a:pt x="963" y="2992"/>
                  </a:lnTo>
                  <a:lnTo>
                    <a:pt x="1026" y="3097"/>
                  </a:lnTo>
                  <a:lnTo>
                    <a:pt x="1026" y="3264"/>
                  </a:lnTo>
                  <a:lnTo>
                    <a:pt x="1005" y="3390"/>
                  </a:lnTo>
                  <a:lnTo>
                    <a:pt x="900" y="3515"/>
                  </a:lnTo>
                  <a:lnTo>
                    <a:pt x="837" y="3662"/>
                  </a:lnTo>
                  <a:lnTo>
                    <a:pt x="796" y="3766"/>
                  </a:lnTo>
                  <a:lnTo>
                    <a:pt x="796" y="3871"/>
                  </a:lnTo>
                  <a:lnTo>
                    <a:pt x="837" y="3996"/>
                  </a:lnTo>
                  <a:lnTo>
                    <a:pt x="837" y="4080"/>
                  </a:lnTo>
                  <a:lnTo>
                    <a:pt x="942" y="4206"/>
                  </a:lnTo>
                  <a:lnTo>
                    <a:pt x="1047" y="4289"/>
                  </a:lnTo>
                  <a:lnTo>
                    <a:pt x="1130" y="4331"/>
                  </a:lnTo>
                  <a:lnTo>
                    <a:pt x="1172" y="4394"/>
                  </a:lnTo>
                  <a:lnTo>
                    <a:pt x="1256" y="4499"/>
                  </a:lnTo>
                  <a:lnTo>
                    <a:pt x="1235" y="4541"/>
                  </a:lnTo>
                  <a:lnTo>
                    <a:pt x="1256" y="4645"/>
                  </a:lnTo>
                  <a:lnTo>
                    <a:pt x="1361" y="4624"/>
                  </a:lnTo>
                  <a:lnTo>
                    <a:pt x="1381" y="4499"/>
                  </a:lnTo>
                  <a:lnTo>
                    <a:pt x="1361" y="4352"/>
                  </a:lnTo>
                  <a:lnTo>
                    <a:pt x="1423" y="4248"/>
                  </a:lnTo>
                  <a:lnTo>
                    <a:pt x="1423" y="4143"/>
                  </a:lnTo>
                  <a:lnTo>
                    <a:pt x="1486" y="3996"/>
                  </a:lnTo>
                  <a:lnTo>
                    <a:pt x="1591" y="3976"/>
                  </a:lnTo>
                  <a:lnTo>
                    <a:pt x="1674" y="3913"/>
                  </a:lnTo>
                  <a:lnTo>
                    <a:pt x="1695" y="3808"/>
                  </a:lnTo>
                  <a:lnTo>
                    <a:pt x="1737" y="3599"/>
                  </a:lnTo>
                  <a:lnTo>
                    <a:pt x="1653" y="3515"/>
                  </a:lnTo>
                  <a:lnTo>
                    <a:pt x="1674" y="3473"/>
                  </a:lnTo>
                  <a:lnTo>
                    <a:pt x="1653" y="3452"/>
                  </a:lnTo>
                  <a:lnTo>
                    <a:pt x="1674" y="3390"/>
                  </a:lnTo>
                  <a:lnTo>
                    <a:pt x="1737" y="3390"/>
                  </a:lnTo>
                  <a:lnTo>
                    <a:pt x="1758" y="3306"/>
                  </a:lnTo>
                  <a:lnTo>
                    <a:pt x="1842" y="3306"/>
                  </a:lnTo>
                  <a:lnTo>
                    <a:pt x="1842" y="3243"/>
                  </a:lnTo>
                  <a:lnTo>
                    <a:pt x="1779" y="3160"/>
                  </a:lnTo>
                  <a:lnTo>
                    <a:pt x="1737" y="3034"/>
                  </a:lnTo>
                  <a:lnTo>
                    <a:pt x="1591" y="2846"/>
                  </a:lnTo>
                  <a:lnTo>
                    <a:pt x="1570" y="2741"/>
                  </a:lnTo>
                  <a:lnTo>
                    <a:pt x="1361" y="2553"/>
                  </a:lnTo>
                  <a:lnTo>
                    <a:pt x="1319" y="2532"/>
                  </a:lnTo>
                  <a:lnTo>
                    <a:pt x="1277" y="2469"/>
                  </a:lnTo>
                  <a:lnTo>
                    <a:pt x="1172" y="2406"/>
                  </a:lnTo>
                  <a:lnTo>
                    <a:pt x="1005" y="2323"/>
                  </a:lnTo>
                  <a:lnTo>
                    <a:pt x="921" y="1779"/>
                  </a:lnTo>
                  <a:lnTo>
                    <a:pt x="942" y="1674"/>
                  </a:lnTo>
                  <a:lnTo>
                    <a:pt x="942" y="691"/>
                  </a:lnTo>
                  <a:lnTo>
                    <a:pt x="921" y="481"/>
                  </a:lnTo>
                  <a:lnTo>
                    <a:pt x="733" y="272"/>
                  </a:lnTo>
                  <a:lnTo>
                    <a:pt x="649" y="209"/>
                  </a:lnTo>
                  <a:lnTo>
                    <a:pt x="607" y="167"/>
                  </a:lnTo>
                  <a:lnTo>
                    <a:pt x="586" y="126"/>
                  </a:lnTo>
                  <a:lnTo>
                    <a:pt x="524" y="126"/>
                  </a:lnTo>
                  <a:lnTo>
                    <a:pt x="503" y="105"/>
                  </a:lnTo>
                  <a:lnTo>
                    <a:pt x="419" y="63"/>
                  </a:lnTo>
                  <a:lnTo>
                    <a:pt x="398" y="105"/>
                  </a:lnTo>
                  <a:lnTo>
                    <a:pt x="377" y="63"/>
                  </a:lnTo>
                  <a:lnTo>
                    <a:pt x="293" y="63"/>
                  </a:lnTo>
                  <a:lnTo>
                    <a:pt x="2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0" name="Google Shape;7894;p67">
              <a:extLst>
                <a:ext uri="{FF2B5EF4-FFF2-40B4-BE49-F238E27FC236}">
                  <a16:creationId xmlns:a16="http://schemas.microsoft.com/office/drawing/2014/main" id="{CBB2D875-88F3-73B2-C460-A018E4631CC1}"/>
                </a:ext>
              </a:extLst>
            </p:cNvPr>
            <p:cNvSpPr/>
            <p:nvPr/>
          </p:nvSpPr>
          <p:spPr>
            <a:xfrm>
              <a:off x="4001175" y="3363575"/>
              <a:ext cx="170550" cy="145450"/>
            </a:xfrm>
            <a:custGeom>
              <a:avLst/>
              <a:gdLst/>
              <a:ahLst/>
              <a:cxnLst/>
              <a:rect l="l" t="t" r="r" b="b"/>
              <a:pathLst>
                <a:path w="6822" h="5818" extrusionOk="0">
                  <a:moveTo>
                    <a:pt x="5085" y="1"/>
                  </a:moveTo>
                  <a:lnTo>
                    <a:pt x="4143" y="210"/>
                  </a:lnTo>
                  <a:lnTo>
                    <a:pt x="3913" y="691"/>
                  </a:lnTo>
                  <a:lnTo>
                    <a:pt x="3934" y="796"/>
                  </a:lnTo>
                  <a:lnTo>
                    <a:pt x="3997" y="858"/>
                  </a:lnTo>
                  <a:lnTo>
                    <a:pt x="4081" y="900"/>
                  </a:lnTo>
                  <a:lnTo>
                    <a:pt x="4039" y="942"/>
                  </a:lnTo>
                  <a:lnTo>
                    <a:pt x="4018" y="1005"/>
                  </a:lnTo>
                  <a:lnTo>
                    <a:pt x="4018" y="1068"/>
                  </a:lnTo>
                  <a:lnTo>
                    <a:pt x="4018" y="1151"/>
                  </a:lnTo>
                  <a:lnTo>
                    <a:pt x="4018" y="1235"/>
                  </a:lnTo>
                  <a:lnTo>
                    <a:pt x="4018" y="1361"/>
                  </a:lnTo>
                  <a:lnTo>
                    <a:pt x="3976" y="1382"/>
                  </a:lnTo>
                  <a:lnTo>
                    <a:pt x="3997" y="1423"/>
                  </a:lnTo>
                  <a:lnTo>
                    <a:pt x="3934" y="1465"/>
                  </a:lnTo>
                  <a:lnTo>
                    <a:pt x="3830" y="1570"/>
                  </a:lnTo>
                  <a:lnTo>
                    <a:pt x="3830" y="1654"/>
                  </a:lnTo>
                  <a:lnTo>
                    <a:pt x="3830" y="1988"/>
                  </a:lnTo>
                  <a:lnTo>
                    <a:pt x="3830" y="2114"/>
                  </a:lnTo>
                  <a:lnTo>
                    <a:pt x="3913" y="2198"/>
                  </a:lnTo>
                  <a:lnTo>
                    <a:pt x="4081" y="2365"/>
                  </a:lnTo>
                  <a:lnTo>
                    <a:pt x="4102" y="2428"/>
                  </a:lnTo>
                  <a:lnTo>
                    <a:pt x="4143" y="2511"/>
                  </a:lnTo>
                  <a:lnTo>
                    <a:pt x="4436" y="2511"/>
                  </a:lnTo>
                  <a:lnTo>
                    <a:pt x="4395" y="2470"/>
                  </a:lnTo>
                  <a:lnTo>
                    <a:pt x="4395" y="2386"/>
                  </a:lnTo>
                  <a:lnTo>
                    <a:pt x="4520" y="2365"/>
                  </a:lnTo>
                  <a:lnTo>
                    <a:pt x="4562" y="2386"/>
                  </a:lnTo>
                  <a:lnTo>
                    <a:pt x="4625" y="3014"/>
                  </a:lnTo>
                  <a:lnTo>
                    <a:pt x="4562" y="3055"/>
                  </a:lnTo>
                  <a:lnTo>
                    <a:pt x="4499" y="3035"/>
                  </a:lnTo>
                  <a:lnTo>
                    <a:pt x="4457" y="3014"/>
                  </a:lnTo>
                  <a:lnTo>
                    <a:pt x="4436" y="2993"/>
                  </a:lnTo>
                  <a:lnTo>
                    <a:pt x="4353" y="3035"/>
                  </a:lnTo>
                  <a:lnTo>
                    <a:pt x="4248" y="3055"/>
                  </a:lnTo>
                  <a:lnTo>
                    <a:pt x="4185" y="3055"/>
                  </a:lnTo>
                  <a:lnTo>
                    <a:pt x="4039" y="2930"/>
                  </a:lnTo>
                  <a:lnTo>
                    <a:pt x="3934" y="2804"/>
                  </a:lnTo>
                  <a:lnTo>
                    <a:pt x="3830" y="2721"/>
                  </a:lnTo>
                  <a:lnTo>
                    <a:pt x="3725" y="2574"/>
                  </a:lnTo>
                  <a:lnTo>
                    <a:pt x="3599" y="2470"/>
                  </a:lnTo>
                  <a:lnTo>
                    <a:pt x="3390" y="2407"/>
                  </a:lnTo>
                  <a:lnTo>
                    <a:pt x="3244" y="2323"/>
                  </a:lnTo>
                  <a:lnTo>
                    <a:pt x="3244" y="2260"/>
                  </a:lnTo>
                  <a:lnTo>
                    <a:pt x="3139" y="2156"/>
                  </a:lnTo>
                  <a:lnTo>
                    <a:pt x="3139" y="1988"/>
                  </a:lnTo>
                  <a:lnTo>
                    <a:pt x="3097" y="1988"/>
                  </a:lnTo>
                  <a:lnTo>
                    <a:pt x="3055" y="2009"/>
                  </a:lnTo>
                  <a:lnTo>
                    <a:pt x="2972" y="2009"/>
                  </a:lnTo>
                  <a:lnTo>
                    <a:pt x="2930" y="2177"/>
                  </a:lnTo>
                  <a:lnTo>
                    <a:pt x="2888" y="2219"/>
                  </a:lnTo>
                  <a:lnTo>
                    <a:pt x="2742" y="2281"/>
                  </a:lnTo>
                  <a:lnTo>
                    <a:pt x="2637" y="2281"/>
                  </a:lnTo>
                  <a:lnTo>
                    <a:pt x="2637" y="2260"/>
                  </a:lnTo>
                  <a:lnTo>
                    <a:pt x="2511" y="2219"/>
                  </a:lnTo>
                  <a:lnTo>
                    <a:pt x="2365" y="2198"/>
                  </a:lnTo>
                  <a:lnTo>
                    <a:pt x="2239" y="2114"/>
                  </a:lnTo>
                  <a:lnTo>
                    <a:pt x="2198" y="2114"/>
                  </a:lnTo>
                  <a:lnTo>
                    <a:pt x="2093" y="2072"/>
                  </a:lnTo>
                  <a:lnTo>
                    <a:pt x="2030" y="2072"/>
                  </a:lnTo>
                  <a:lnTo>
                    <a:pt x="2030" y="2009"/>
                  </a:lnTo>
                  <a:lnTo>
                    <a:pt x="2030" y="1947"/>
                  </a:lnTo>
                  <a:lnTo>
                    <a:pt x="2009" y="1884"/>
                  </a:lnTo>
                  <a:lnTo>
                    <a:pt x="2009" y="1758"/>
                  </a:lnTo>
                  <a:lnTo>
                    <a:pt x="1946" y="1758"/>
                  </a:lnTo>
                  <a:lnTo>
                    <a:pt x="1800" y="1800"/>
                  </a:lnTo>
                  <a:lnTo>
                    <a:pt x="1779" y="1842"/>
                  </a:lnTo>
                  <a:lnTo>
                    <a:pt x="1695" y="1842"/>
                  </a:lnTo>
                  <a:lnTo>
                    <a:pt x="1612" y="1884"/>
                  </a:lnTo>
                  <a:lnTo>
                    <a:pt x="1528" y="1947"/>
                  </a:lnTo>
                  <a:lnTo>
                    <a:pt x="1507" y="1905"/>
                  </a:lnTo>
                  <a:lnTo>
                    <a:pt x="1486" y="1884"/>
                  </a:lnTo>
                  <a:lnTo>
                    <a:pt x="1486" y="1779"/>
                  </a:lnTo>
                  <a:lnTo>
                    <a:pt x="1465" y="1758"/>
                  </a:lnTo>
                  <a:lnTo>
                    <a:pt x="1361" y="1695"/>
                  </a:lnTo>
                  <a:lnTo>
                    <a:pt x="1298" y="1737"/>
                  </a:lnTo>
                  <a:lnTo>
                    <a:pt x="1256" y="1674"/>
                  </a:lnTo>
                  <a:lnTo>
                    <a:pt x="1256" y="1695"/>
                  </a:lnTo>
                  <a:lnTo>
                    <a:pt x="1256" y="1758"/>
                  </a:lnTo>
                  <a:lnTo>
                    <a:pt x="1214" y="1779"/>
                  </a:lnTo>
                  <a:lnTo>
                    <a:pt x="1256" y="2009"/>
                  </a:lnTo>
                  <a:lnTo>
                    <a:pt x="1256" y="2219"/>
                  </a:lnTo>
                  <a:lnTo>
                    <a:pt x="1256" y="2365"/>
                  </a:lnTo>
                  <a:lnTo>
                    <a:pt x="1298" y="2470"/>
                  </a:lnTo>
                  <a:lnTo>
                    <a:pt x="1298" y="2574"/>
                  </a:lnTo>
                  <a:lnTo>
                    <a:pt x="1277" y="2616"/>
                  </a:lnTo>
                  <a:lnTo>
                    <a:pt x="1256" y="2783"/>
                  </a:lnTo>
                  <a:lnTo>
                    <a:pt x="1277" y="2825"/>
                  </a:lnTo>
                  <a:lnTo>
                    <a:pt x="42" y="2825"/>
                  </a:lnTo>
                  <a:lnTo>
                    <a:pt x="1" y="4771"/>
                  </a:lnTo>
                  <a:lnTo>
                    <a:pt x="22" y="4813"/>
                  </a:lnTo>
                  <a:lnTo>
                    <a:pt x="105" y="4918"/>
                  </a:lnTo>
                  <a:lnTo>
                    <a:pt x="168" y="4980"/>
                  </a:lnTo>
                  <a:lnTo>
                    <a:pt x="231" y="5043"/>
                  </a:lnTo>
                  <a:lnTo>
                    <a:pt x="314" y="5085"/>
                  </a:lnTo>
                  <a:lnTo>
                    <a:pt x="419" y="5232"/>
                  </a:lnTo>
                  <a:lnTo>
                    <a:pt x="482" y="5294"/>
                  </a:lnTo>
                  <a:lnTo>
                    <a:pt x="566" y="5336"/>
                  </a:lnTo>
                  <a:lnTo>
                    <a:pt x="628" y="5399"/>
                  </a:lnTo>
                  <a:lnTo>
                    <a:pt x="670" y="5462"/>
                  </a:lnTo>
                  <a:lnTo>
                    <a:pt x="754" y="5504"/>
                  </a:lnTo>
                  <a:lnTo>
                    <a:pt x="775" y="5608"/>
                  </a:lnTo>
                  <a:lnTo>
                    <a:pt x="1319" y="5462"/>
                  </a:lnTo>
                  <a:lnTo>
                    <a:pt x="1402" y="5504"/>
                  </a:lnTo>
                  <a:lnTo>
                    <a:pt x="1528" y="5441"/>
                  </a:lnTo>
                  <a:lnTo>
                    <a:pt x="1570" y="5462"/>
                  </a:lnTo>
                  <a:lnTo>
                    <a:pt x="1591" y="5462"/>
                  </a:lnTo>
                  <a:lnTo>
                    <a:pt x="1612" y="5504"/>
                  </a:lnTo>
                  <a:lnTo>
                    <a:pt x="1695" y="5504"/>
                  </a:lnTo>
                  <a:lnTo>
                    <a:pt x="1716" y="5524"/>
                  </a:lnTo>
                  <a:lnTo>
                    <a:pt x="1737" y="5524"/>
                  </a:lnTo>
                  <a:lnTo>
                    <a:pt x="1821" y="5629"/>
                  </a:lnTo>
                  <a:lnTo>
                    <a:pt x="1884" y="5629"/>
                  </a:lnTo>
                  <a:lnTo>
                    <a:pt x="2030" y="5650"/>
                  </a:lnTo>
                  <a:lnTo>
                    <a:pt x="2135" y="5713"/>
                  </a:lnTo>
                  <a:lnTo>
                    <a:pt x="2198" y="5755"/>
                  </a:lnTo>
                  <a:lnTo>
                    <a:pt x="2239" y="5755"/>
                  </a:lnTo>
                  <a:lnTo>
                    <a:pt x="2344" y="5671"/>
                  </a:lnTo>
                  <a:lnTo>
                    <a:pt x="2470" y="5650"/>
                  </a:lnTo>
                  <a:lnTo>
                    <a:pt x="2532" y="5713"/>
                  </a:lnTo>
                  <a:lnTo>
                    <a:pt x="2553" y="5671"/>
                  </a:lnTo>
                  <a:lnTo>
                    <a:pt x="2574" y="5713"/>
                  </a:lnTo>
                  <a:lnTo>
                    <a:pt x="2616" y="5713"/>
                  </a:lnTo>
                  <a:lnTo>
                    <a:pt x="2679" y="5776"/>
                  </a:lnTo>
                  <a:lnTo>
                    <a:pt x="2783" y="5817"/>
                  </a:lnTo>
                  <a:lnTo>
                    <a:pt x="2951" y="5755"/>
                  </a:lnTo>
                  <a:lnTo>
                    <a:pt x="3139" y="5504"/>
                  </a:lnTo>
                  <a:lnTo>
                    <a:pt x="3390" y="5190"/>
                  </a:lnTo>
                  <a:lnTo>
                    <a:pt x="3725" y="4939"/>
                  </a:lnTo>
                  <a:lnTo>
                    <a:pt x="3934" y="4876"/>
                  </a:lnTo>
                  <a:lnTo>
                    <a:pt x="3976" y="4834"/>
                  </a:lnTo>
                  <a:lnTo>
                    <a:pt x="3997" y="4792"/>
                  </a:lnTo>
                  <a:lnTo>
                    <a:pt x="3976" y="4729"/>
                  </a:lnTo>
                  <a:lnTo>
                    <a:pt x="3997" y="4687"/>
                  </a:lnTo>
                  <a:lnTo>
                    <a:pt x="3997" y="4625"/>
                  </a:lnTo>
                  <a:lnTo>
                    <a:pt x="4039" y="4562"/>
                  </a:lnTo>
                  <a:lnTo>
                    <a:pt x="4206" y="4457"/>
                  </a:lnTo>
                  <a:lnTo>
                    <a:pt x="4290" y="4415"/>
                  </a:lnTo>
                  <a:lnTo>
                    <a:pt x="4353" y="4395"/>
                  </a:lnTo>
                  <a:lnTo>
                    <a:pt x="4499" y="4353"/>
                  </a:lnTo>
                  <a:lnTo>
                    <a:pt x="4646" y="4353"/>
                  </a:lnTo>
                  <a:lnTo>
                    <a:pt x="4667" y="4395"/>
                  </a:lnTo>
                  <a:lnTo>
                    <a:pt x="4729" y="4374"/>
                  </a:lnTo>
                  <a:lnTo>
                    <a:pt x="4855" y="4395"/>
                  </a:lnTo>
                  <a:lnTo>
                    <a:pt x="4918" y="4395"/>
                  </a:lnTo>
                  <a:lnTo>
                    <a:pt x="4918" y="4311"/>
                  </a:lnTo>
                  <a:lnTo>
                    <a:pt x="4876" y="4143"/>
                  </a:lnTo>
                  <a:lnTo>
                    <a:pt x="4918" y="4060"/>
                  </a:lnTo>
                  <a:lnTo>
                    <a:pt x="5148" y="3955"/>
                  </a:lnTo>
                  <a:lnTo>
                    <a:pt x="5273" y="3955"/>
                  </a:lnTo>
                  <a:lnTo>
                    <a:pt x="5859" y="3683"/>
                  </a:lnTo>
                  <a:lnTo>
                    <a:pt x="5964" y="3662"/>
                  </a:lnTo>
                  <a:lnTo>
                    <a:pt x="6299" y="3537"/>
                  </a:lnTo>
                  <a:lnTo>
                    <a:pt x="6487" y="3474"/>
                  </a:lnTo>
                  <a:lnTo>
                    <a:pt x="6445" y="3432"/>
                  </a:lnTo>
                  <a:lnTo>
                    <a:pt x="6403" y="3327"/>
                  </a:lnTo>
                  <a:lnTo>
                    <a:pt x="6320" y="3223"/>
                  </a:lnTo>
                  <a:lnTo>
                    <a:pt x="6320" y="3160"/>
                  </a:lnTo>
                  <a:lnTo>
                    <a:pt x="6382" y="3139"/>
                  </a:lnTo>
                  <a:lnTo>
                    <a:pt x="6445" y="3035"/>
                  </a:lnTo>
                  <a:lnTo>
                    <a:pt x="6445" y="2951"/>
                  </a:lnTo>
                  <a:lnTo>
                    <a:pt x="6487" y="2888"/>
                  </a:lnTo>
                  <a:lnTo>
                    <a:pt x="6445" y="2825"/>
                  </a:lnTo>
                  <a:lnTo>
                    <a:pt x="6445" y="2742"/>
                  </a:lnTo>
                  <a:lnTo>
                    <a:pt x="6487" y="2721"/>
                  </a:lnTo>
                  <a:lnTo>
                    <a:pt x="6612" y="2616"/>
                  </a:lnTo>
                  <a:lnTo>
                    <a:pt x="6696" y="2595"/>
                  </a:lnTo>
                  <a:lnTo>
                    <a:pt x="6717" y="2511"/>
                  </a:lnTo>
                  <a:lnTo>
                    <a:pt x="6759" y="2511"/>
                  </a:lnTo>
                  <a:lnTo>
                    <a:pt x="6759" y="2470"/>
                  </a:lnTo>
                  <a:lnTo>
                    <a:pt x="6717" y="2428"/>
                  </a:lnTo>
                  <a:lnTo>
                    <a:pt x="6696" y="2386"/>
                  </a:lnTo>
                  <a:lnTo>
                    <a:pt x="6654" y="2302"/>
                  </a:lnTo>
                  <a:lnTo>
                    <a:pt x="6717" y="2281"/>
                  </a:lnTo>
                  <a:lnTo>
                    <a:pt x="6717" y="2198"/>
                  </a:lnTo>
                  <a:lnTo>
                    <a:pt x="6654" y="2114"/>
                  </a:lnTo>
                  <a:lnTo>
                    <a:pt x="6717" y="2051"/>
                  </a:lnTo>
                  <a:lnTo>
                    <a:pt x="6696" y="1967"/>
                  </a:lnTo>
                  <a:lnTo>
                    <a:pt x="6696" y="1884"/>
                  </a:lnTo>
                  <a:lnTo>
                    <a:pt x="6654" y="1779"/>
                  </a:lnTo>
                  <a:lnTo>
                    <a:pt x="6654" y="1695"/>
                  </a:lnTo>
                  <a:lnTo>
                    <a:pt x="6801" y="1570"/>
                  </a:lnTo>
                  <a:lnTo>
                    <a:pt x="6801" y="1528"/>
                  </a:lnTo>
                  <a:lnTo>
                    <a:pt x="6822" y="1486"/>
                  </a:lnTo>
                  <a:lnTo>
                    <a:pt x="6822" y="1361"/>
                  </a:lnTo>
                  <a:lnTo>
                    <a:pt x="6801" y="1277"/>
                  </a:lnTo>
                  <a:lnTo>
                    <a:pt x="6696" y="1214"/>
                  </a:lnTo>
                  <a:lnTo>
                    <a:pt x="6696" y="1151"/>
                  </a:lnTo>
                  <a:lnTo>
                    <a:pt x="6738" y="1005"/>
                  </a:lnTo>
                  <a:lnTo>
                    <a:pt x="6738" y="963"/>
                  </a:lnTo>
                  <a:lnTo>
                    <a:pt x="6696" y="942"/>
                  </a:lnTo>
                  <a:lnTo>
                    <a:pt x="6592" y="900"/>
                  </a:lnTo>
                  <a:lnTo>
                    <a:pt x="6550" y="817"/>
                  </a:lnTo>
                  <a:lnTo>
                    <a:pt x="6529" y="796"/>
                  </a:lnTo>
                  <a:lnTo>
                    <a:pt x="6508" y="712"/>
                  </a:lnTo>
                  <a:lnTo>
                    <a:pt x="6508" y="691"/>
                  </a:lnTo>
                  <a:lnTo>
                    <a:pt x="6445" y="691"/>
                  </a:lnTo>
                  <a:lnTo>
                    <a:pt x="6340" y="586"/>
                  </a:lnTo>
                  <a:lnTo>
                    <a:pt x="6299" y="503"/>
                  </a:lnTo>
                  <a:lnTo>
                    <a:pt x="6236" y="482"/>
                  </a:lnTo>
                  <a:lnTo>
                    <a:pt x="6194" y="419"/>
                  </a:lnTo>
                  <a:lnTo>
                    <a:pt x="6110" y="419"/>
                  </a:lnTo>
                  <a:lnTo>
                    <a:pt x="5859" y="335"/>
                  </a:lnTo>
                  <a:lnTo>
                    <a:pt x="5755" y="335"/>
                  </a:lnTo>
                  <a:lnTo>
                    <a:pt x="5671" y="273"/>
                  </a:lnTo>
                  <a:lnTo>
                    <a:pt x="5671" y="210"/>
                  </a:lnTo>
                  <a:lnTo>
                    <a:pt x="5587" y="168"/>
                  </a:lnTo>
                  <a:lnTo>
                    <a:pt x="5545" y="168"/>
                  </a:lnTo>
                  <a:lnTo>
                    <a:pt x="5441" y="126"/>
                  </a:lnTo>
                  <a:lnTo>
                    <a:pt x="5357" y="126"/>
                  </a:lnTo>
                  <a:lnTo>
                    <a:pt x="5169" y="22"/>
                  </a:lnTo>
                  <a:lnTo>
                    <a:pt x="508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1" name="Google Shape;7895;p67">
              <a:extLst>
                <a:ext uri="{FF2B5EF4-FFF2-40B4-BE49-F238E27FC236}">
                  <a16:creationId xmlns:a16="http://schemas.microsoft.com/office/drawing/2014/main" id="{8828B12B-54CF-EA11-9AA8-4C10546ED542}"/>
                </a:ext>
              </a:extLst>
            </p:cNvPr>
            <p:cNvSpPr/>
            <p:nvPr/>
          </p:nvSpPr>
          <p:spPr>
            <a:xfrm>
              <a:off x="3852625" y="3330100"/>
              <a:ext cx="181000" cy="178925"/>
            </a:xfrm>
            <a:custGeom>
              <a:avLst/>
              <a:gdLst/>
              <a:ahLst/>
              <a:cxnLst/>
              <a:rect l="l" t="t" r="r" b="b"/>
              <a:pathLst>
                <a:path w="7240" h="7157" extrusionOk="0">
                  <a:moveTo>
                    <a:pt x="963" y="0"/>
                  </a:moveTo>
                  <a:lnTo>
                    <a:pt x="879" y="42"/>
                  </a:lnTo>
                  <a:lnTo>
                    <a:pt x="774" y="63"/>
                  </a:lnTo>
                  <a:lnTo>
                    <a:pt x="712" y="63"/>
                  </a:lnTo>
                  <a:lnTo>
                    <a:pt x="670" y="84"/>
                  </a:lnTo>
                  <a:lnTo>
                    <a:pt x="670" y="105"/>
                  </a:lnTo>
                  <a:lnTo>
                    <a:pt x="649" y="105"/>
                  </a:lnTo>
                  <a:lnTo>
                    <a:pt x="502" y="189"/>
                  </a:lnTo>
                  <a:lnTo>
                    <a:pt x="544" y="273"/>
                  </a:lnTo>
                  <a:lnTo>
                    <a:pt x="544" y="356"/>
                  </a:lnTo>
                  <a:lnTo>
                    <a:pt x="858" y="712"/>
                  </a:lnTo>
                  <a:lnTo>
                    <a:pt x="879" y="1151"/>
                  </a:lnTo>
                  <a:lnTo>
                    <a:pt x="1046" y="1402"/>
                  </a:lnTo>
                  <a:lnTo>
                    <a:pt x="1026" y="1633"/>
                  </a:lnTo>
                  <a:lnTo>
                    <a:pt x="837" y="1863"/>
                  </a:lnTo>
                  <a:lnTo>
                    <a:pt x="942" y="1925"/>
                  </a:lnTo>
                  <a:lnTo>
                    <a:pt x="942" y="2135"/>
                  </a:lnTo>
                  <a:lnTo>
                    <a:pt x="1046" y="2260"/>
                  </a:lnTo>
                  <a:lnTo>
                    <a:pt x="1046" y="2407"/>
                  </a:lnTo>
                  <a:lnTo>
                    <a:pt x="1256" y="2783"/>
                  </a:lnTo>
                  <a:lnTo>
                    <a:pt x="1256" y="2867"/>
                  </a:lnTo>
                  <a:lnTo>
                    <a:pt x="1339" y="2972"/>
                  </a:lnTo>
                  <a:lnTo>
                    <a:pt x="1339" y="3453"/>
                  </a:lnTo>
                  <a:lnTo>
                    <a:pt x="1088" y="3871"/>
                  </a:lnTo>
                  <a:lnTo>
                    <a:pt x="1026" y="3871"/>
                  </a:lnTo>
                  <a:lnTo>
                    <a:pt x="754" y="4081"/>
                  </a:lnTo>
                  <a:lnTo>
                    <a:pt x="754" y="4227"/>
                  </a:lnTo>
                  <a:lnTo>
                    <a:pt x="440" y="4499"/>
                  </a:lnTo>
                  <a:lnTo>
                    <a:pt x="440" y="4687"/>
                  </a:lnTo>
                  <a:lnTo>
                    <a:pt x="398" y="4750"/>
                  </a:lnTo>
                  <a:lnTo>
                    <a:pt x="398" y="5210"/>
                  </a:lnTo>
                  <a:lnTo>
                    <a:pt x="230" y="5399"/>
                  </a:lnTo>
                  <a:lnTo>
                    <a:pt x="210" y="5608"/>
                  </a:lnTo>
                  <a:lnTo>
                    <a:pt x="42" y="5796"/>
                  </a:lnTo>
                  <a:lnTo>
                    <a:pt x="42" y="6006"/>
                  </a:lnTo>
                  <a:lnTo>
                    <a:pt x="21" y="6173"/>
                  </a:lnTo>
                  <a:lnTo>
                    <a:pt x="21" y="6466"/>
                  </a:lnTo>
                  <a:lnTo>
                    <a:pt x="0" y="6654"/>
                  </a:lnTo>
                  <a:lnTo>
                    <a:pt x="21" y="6696"/>
                  </a:lnTo>
                  <a:lnTo>
                    <a:pt x="105" y="6738"/>
                  </a:lnTo>
                  <a:lnTo>
                    <a:pt x="126" y="6759"/>
                  </a:lnTo>
                  <a:lnTo>
                    <a:pt x="189" y="6738"/>
                  </a:lnTo>
                  <a:lnTo>
                    <a:pt x="210" y="6654"/>
                  </a:lnTo>
                  <a:lnTo>
                    <a:pt x="398" y="6654"/>
                  </a:lnTo>
                  <a:lnTo>
                    <a:pt x="461" y="6696"/>
                  </a:lnTo>
                  <a:lnTo>
                    <a:pt x="523" y="6675"/>
                  </a:lnTo>
                  <a:lnTo>
                    <a:pt x="523" y="6591"/>
                  </a:lnTo>
                  <a:lnTo>
                    <a:pt x="712" y="6466"/>
                  </a:lnTo>
                  <a:lnTo>
                    <a:pt x="754" y="6466"/>
                  </a:lnTo>
                  <a:lnTo>
                    <a:pt x="858" y="6529"/>
                  </a:lnTo>
                  <a:lnTo>
                    <a:pt x="879" y="6529"/>
                  </a:lnTo>
                  <a:lnTo>
                    <a:pt x="921" y="6487"/>
                  </a:lnTo>
                  <a:lnTo>
                    <a:pt x="963" y="6466"/>
                  </a:lnTo>
                  <a:lnTo>
                    <a:pt x="1046" y="6529"/>
                  </a:lnTo>
                  <a:lnTo>
                    <a:pt x="1046" y="6550"/>
                  </a:lnTo>
                  <a:lnTo>
                    <a:pt x="1130" y="6571"/>
                  </a:lnTo>
                  <a:lnTo>
                    <a:pt x="1088" y="6633"/>
                  </a:lnTo>
                  <a:lnTo>
                    <a:pt x="1151" y="6654"/>
                  </a:lnTo>
                  <a:lnTo>
                    <a:pt x="1256" y="6759"/>
                  </a:lnTo>
                  <a:lnTo>
                    <a:pt x="1381" y="6801"/>
                  </a:lnTo>
                  <a:lnTo>
                    <a:pt x="1486" y="6759"/>
                  </a:lnTo>
                  <a:lnTo>
                    <a:pt x="1507" y="6759"/>
                  </a:lnTo>
                  <a:lnTo>
                    <a:pt x="1590" y="6696"/>
                  </a:lnTo>
                  <a:lnTo>
                    <a:pt x="1653" y="6696"/>
                  </a:lnTo>
                  <a:lnTo>
                    <a:pt x="1674" y="6738"/>
                  </a:lnTo>
                  <a:lnTo>
                    <a:pt x="3850" y="6738"/>
                  </a:lnTo>
                  <a:lnTo>
                    <a:pt x="3871" y="6759"/>
                  </a:lnTo>
                  <a:lnTo>
                    <a:pt x="3913" y="6863"/>
                  </a:lnTo>
                  <a:lnTo>
                    <a:pt x="3976" y="6905"/>
                  </a:lnTo>
                  <a:lnTo>
                    <a:pt x="4101" y="6968"/>
                  </a:lnTo>
                  <a:lnTo>
                    <a:pt x="4206" y="6989"/>
                  </a:lnTo>
                  <a:lnTo>
                    <a:pt x="4311" y="6968"/>
                  </a:lnTo>
                  <a:lnTo>
                    <a:pt x="4373" y="6989"/>
                  </a:lnTo>
                  <a:lnTo>
                    <a:pt x="4394" y="7052"/>
                  </a:lnTo>
                  <a:lnTo>
                    <a:pt x="4478" y="7073"/>
                  </a:lnTo>
                  <a:lnTo>
                    <a:pt x="4541" y="7010"/>
                  </a:lnTo>
                  <a:lnTo>
                    <a:pt x="4645" y="6989"/>
                  </a:lnTo>
                  <a:lnTo>
                    <a:pt x="4792" y="7010"/>
                  </a:lnTo>
                  <a:lnTo>
                    <a:pt x="4855" y="7010"/>
                  </a:lnTo>
                  <a:lnTo>
                    <a:pt x="4896" y="6947"/>
                  </a:lnTo>
                  <a:lnTo>
                    <a:pt x="4917" y="6968"/>
                  </a:lnTo>
                  <a:lnTo>
                    <a:pt x="4959" y="6968"/>
                  </a:lnTo>
                  <a:lnTo>
                    <a:pt x="5106" y="7094"/>
                  </a:lnTo>
                  <a:lnTo>
                    <a:pt x="5210" y="7115"/>
                  </a:lnTo>
                  <a:lnTo>
                    <a:pt x="5357" y="7115"/>
                  </a:lnTo>
                  <a:lnTo>
                    <a:pt x="5357" y="7073"/>
                  </a:lnTo>
                  <a:lnTo>
                    <a:pt x="5440" y="7052"/>
                  </a:lnTo>
                  <a:lnTo>
                    <a:pt x="5482" y="7073"/>
                  </a:lnTo>
                  <a:lnTo>
                    <a:pt x="5545" y="7094"/>
                  </a:lnTo>
                  <a:lnTo>
                    <a:pt x="5587" y="7073"/>
                  </a:lnTo>
                  <a:lnTo>
                    <a:pt x="5629" y="7115"/>
                  </a:lnTo>
                  <a:lnTo>
                    <a:pt x="5671" y="7115"/>
                  </a:lnTo>
                  <a:lnTo>
                    <a:pt x="5692" y="7156"/>
                  </a:lnTo>
                  <a:lnTo>
                    <a:pt x="5838" y="7156"/>
                  </a:lnTo>
                  <a:lnTo>
                    <a:pt x="6717" y="6947"/>
                  </a:lnTo>
                  <a:lnTo>
                    <a:pt x="6696" y="6843"/>
                  </a:lnTo>
                  <a:lnTo>
                    <a:pt x="6612" y="6801"/>
                  </a:lnTo>
                  <a:lnTo>
                    <a:pt x="6570" y="6738"/>
                  </a:lnTo>
                  <a:lnTo>
                    <a:pt x="6508" y="6675"/>
                  </a:lnTo>
                  <a:lnTo>
                    <a:pt x="6424" y="6633"/>
                  </a:lnTo>
                  <a:lnTo>
                    <a:pt x="6361" y="6571"/>
                  </a:lnTo>
                  <a:lnTo>
                    <a:pt x="6256" y="6424"/>
                  </a:lnTo>
                  <a:lnTo>
                    <a:pt x="6173" y="6382"/>
                  </a:lnTo>
                  <a:lnTo>
                    <a:pt x="6110" y="6319"/>
                  </a:lnTo>
                  <a:lnTo>
                    <a:pt x="6047" y="6257"/>
                  </a:lnTo>
                  <a:lnTo>
                    <a:pt x="5964" y="6152"/>
                  </a:lnTo>
                  <a:lnTo>
                    <a:pt x="5943" y="6110"/>
                  </a:lnTo>
                  <a:lnTo>
                    <a:pt x="5984" y="4164"/>
                  </a:lnTo>
                  <a:lnTo>
                    <a:pt x="7219" y="4164"/>
                  </a:lnTo>
                  <a:lnTo>
                    <a:pt x="7198" y="4122"/>
                  </a:lnTo>
                  <a:lnTo>
                    <a:pt x="7219" y="3955"/>
                  </a:lnTo>
                  <a:lnTo>
                    <a:pt x="7240" y="3913"/>
                  </a:lnTo>
                  <a:lnTo>
                    <a:pt x="7240" y="3809"/>
                  </a:lnTo>
                  <a:lnTo>
                    <a:pt x="7198" y="3704"/>
                  </a:lnTo>
                  <a:lnTo>
                    <a:pt x="7198" y="3558"/>
                  </a:lnTo>
                  <a:lnTo>
                    <a:pt x="7198" y="3348"/>
                  </a:lnTo>
                  <a:lnTo>
                    <a:pt x="7156" y="3118"/>
                  </a:lnTo>
                  <a:lnTo>
                    <a:pt x="7198" y="3097"/>
                  </a:lnTo>
                  <a:lnTo>
                    <a:pt x="7198" y="3034"/>
                  </a:lnTo>
                  <a:lnTo>
                    <a:pt x="7198" y="3013"/>
                  </a:lnTo>
                  <a:lnTo>
                    <a:pt x="7093" y="3013"/>
                  </a:lnTo>
                  <a:lnTo>
                    <a:pt x="6989" y="3034"/>
                  </a:lnTo>
                  <a:lnTo>
                    <a:pt x="6905" y="3097"/>
                  </a:lnTo>
                  <a:lnTo>
                    <a:pt x="6821" y="3118"/>
                  </a:lnTo>
                  <a:lnTo>
                    <a:pt x="6780" y="3139"/>
                  </a:lnTo>
                  <a:lnTo>
                    <a:pt x="6717" y="3118"/>
                  </a:lnTo>
                  <a:lnTo>
                    <a:pt x="6570" y="3118"/>
                  </a:lnTo>
                  <a:lnTo>
                    <a:pt x="6508" y="3097"/>
                  </a:lnTo>
                  <a:lnTo>
                    <a:pt x="6424" y="3034"/>
                  </a:lnTo>
                  <a:lnTo>
                    <a:pt x="6382" y="3034"/>
                  </a:lnTo>
                  <a:lnTo>
                    <a:pt x="6361" y="3076"/>
                  </a:lnTo>
                  <a:lnTo>
                    <a:pt x="6298" y="3097"/>
                  </a:lnTo>
                  <a:lnTo>
                    <a:pt x="6256" y="3118"/>
                  </a:lnTo>
                  <a:lnTo>
                    <a:pt x="6194" y="3118"/>
                  </a:lnTo>
                  <a:lnTo>
                    <a:pt x="6173" y="3097"/>
                  </a:lnTo>
                  <a:lnTo>
                    <a:pt x="6173" y="2972"/>
                  </a:lnTo>
                  <a:lnTo>
                    <a:pt x="6215" y="2930"/>
                  </a:lnTo>
                  <a:lnTo>
                    <a:pt x="6215" y="2909"/>
                  </a:lnTo>
                  <a:lnTo>
                    <a:pt x="6256" y="2825"/>
                  </a:lnTo>
                  <a:lnTo>
                    <a:pt x="6173" y="2783"/>
                  </a:lnTo>
                  <a:lnTo>
                    <a:pt x="6173" y="2658"/>
                  </a:lnTo>
                  <a:lnTo>
                    <a:pt x="6194" y="2616"/>
                  </a:lnTo>
                  <a:lnTo>
                    <a:pt x="6194" y="2553"/>
                  </a:lnTo>
                  <a:lnTo>
                    <a:pt x="6110" y="2490"/>
                  </a:lnTo>
                  <a:lnTo>
                    <a:pt x="6110" y="2407"/>
                  </a:lnTo>
                  <a:lnTo>
                    <a:pt x="6152" y="2344"/>
                  </a:lnTo>
                  <a:lnTo>
                    <a:pt x="6110" y="2281"/>
                  </a:lnTo>
                  <a:lnTo>
                    <a:pt x="6068" y="2260"/>
                  </a:lnTo>
                  <a:lnTo>
                    <a:pt x="6047" y="2197"/>
                  </a:lnTo>
                  <a:lnTo>
                    <a:pt x="6005" y="2177"/>
                  </a:lnTo>
                  <a:lnTo>
                    <a:pt x="6005" y="2093"/>
                  </a:lnTo>
                  <a:lnTo>
                    <a:pt x="5964" y="2051"/>
                  </a:lnTo>
                  <a:lnTo>
                    <a:pt x="5964" y="1967"/>
                  </a:lnTo>
                  <a:lnTo>
                    <a:pt x="5901" y="1925"/>
                  </a:lnTo>
                  <a:lnTo>
                    <a:pt x="5964" y="1821"/>
                  </a:lnTo>
                  <a:lnTo>
                    <a:pt x="5964" y="1612"/>
                  </a:lnTo>
                  <a:lnTo>
                    <a:pt x="5943" y="1528"/>
                  </a:lnTo>
                  <a:lnTo>
                    <a:pt x="5943" y="1507"/>
                  </a:lnTo>
                  <a:lnTo>
                    <a:pt x="5964" y="1444"/>
                  </a:lnTo>
                  <a:lnTo>
                    <a:pt x="5964" y="1361"/>
                  </a:lnTo>
                  <a:lnTo>
                    <a:pt x="5901" y="1298"/>
                  </a:lnTo>
                  <a:lnTo>
                    <a:pt x="5943" y="1193"/>
                  </a:lnTo>
                  <a:lnTo>
                    <a:pt x="5984" y="1089"/>
                  </a:lnTo>
                  <a:lnTo>
                    <a:pt x="5984" y="1005"/>
                  </a:lnTo>
                  <a:lnTo>
                    <a:pt x="5984" y="921"/>
                  </a:lnTo>
                  <a:lnTo>
                    <a:pt x="5964" y="837"/>
                  </a:lnTo>
                  <a:lnTo>
                    <a:pt x="5315" y="796"/>
                  </a:lnTo>
                  <a:lnTo>
                    <a:pt x="5273" y="733"/>
                  </a:lnTo>
                  <a:lnTo>
                    <a:pt x="5315" y="691"/>
                  </a:lnTo>
                  <a:lnTo>
                    <a:pt x="5336" y="607"/>
                  </a:lnTo>
                  <a:lnTo>
                    <a:pt x="5147" y="586"/>
                  </a:lnTo>
                  <a:lnTo>
                    <a:pt x="5147" y="628"/>
                  </a:lnTo>
                  <a:lnTo>
                    <a:pt x="4583" y="670"/>
                  </a:lnTo>
                  <a:lnTo>
                    <a:pt x="4583" y="817"/>
                  </a:lnTo>
                  <a:lnTo>
                    <a:pt x="4520" y="921"/>
                  </a:lnTo>
                  <a:lnTo>
                    <a:pt x="4478" y="942"/>
                  </a:lnTo>
                  <a:lnTo>
                    <a:pt x="4499" y="1047"/>
                  </a:lnTo>
                  <a:lnTo>
                    <a:pt x="4499" y="1214"/>
                  </a:lnTo>
                  <a:lnTo>
                    <a:pt x="4059" y="1235"/>
                  </a:lnTo>
                  <a:lnTo>
                    <a:pt x="3976" y="1298"/>
                  </a:lnTo>
                  <a:lnTo>
                    <a:pt x="3787" y="1256"/>
                  </a:lnTo>
                  <a:lnTo>
                    <a:pt x="3704" y="1235"/>
                  </a:lnTo>
                  <a:lnTo>
                    <a:pt x="3599" y="1256"/>
                  </a:lnTo>
                  <a:lnTo>
                    <a:pt x="3453" y="1256"/>
                  </a:lnTo>
                  <a:lnTo>
                    <a:pt x="3390" y="1235"/>
                  </a:lnTo>
                  <a:lnTo>
                    <a:pt x="3369" y="1026"/>
                  </a:lnTo>
                  <a:lnTo>
                    <a:pt x="3285" y="921"/>
                  </a:lnTo>
                  <a:lnTo>
                    <a:pt x="3243" y="837"/>
                  </a:lnTo>
                  <a:lnTo>
                    <a:pt x="3181" y="817"/>
                  </a:lnTo>
                  <a:lnTo>
                    <a:pt x="3181" y="733"/>
                  </a:lnTo>
                  <a:lnTo>
                    <a:pt x="3160" y="691"/>
                  </a:lnTo>
                  <a:lnTo>
                    <a:pt x="3139" y="565"/>
                  </a:lnTo>
                  <a:lnTo>
                    <a:pt x="3076" y="461"/>
                  </a:lnTo>
                  <a:lnTo>
                    <a:pt x="3076" y="377"/>
                  </a:lnTo>
                  <a:lnTo>
                    <a:pt x="3118" y="314"/>
                  </a:lnTo>
                  <a:lnTo>
                    <a:pt x="3076" y="252"/>
                  </a:lnTo>
                  <a:lnTo>
                    <a:pt x="3034" y="189"/>
                  </a:lnTo>
                  <a:lnTo>
                    <a:pt x="3034" y="105"/>
                  </a:lnTo>
                  <a:lnTo>
                    <a:pt x="3034" y="84"/>
                  </a:lnTo>
                  <a:lnTo>
                    <a:pt x="3034" y="0"/>
                  </a:lnTo>
                  <a:lnTo>
                    <a:pt x="2030" y="0"/>
                  </a:lnTo>
                  <a:lnTo>
                    <a:pt x="1821" y="42"/>
                  </a:lnTo>
                  <a:lnTo>
                    <a:pt x="165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2" name="Google Shape;7896;p67">
              <a:extLst>
                <a:ext uri="{FF2B5EF4-FFF2-40B4-BE49-F238E27FC236}">
                  <a16:creationId xmlns:a16="http://schemas.microsoft.com/office/drawing/2014/main" id="{1345A280-D132-FEDB-3F92-64B654C33D3F}"/>
                </a:ext>
              </a:extLst>
            </p:cNvPr>
            <p:cNvSpPr/>
            <p:nvPr/>
          </p:nvSpPr>
          <p:spPr>
            <a:xfrm>
              <a:off x="4046675" y="3472375"/>
              <a:ext cx="113025" cy="103075"/>
            </a:xfrm>
            <a:custGeom>
              <a:avLst/>
              <a:gdLst/>
              <a:ahLst/>
              <a:cxnLst/>
              <a:rect l="l" t="t" r="r" b="b"/>
              <a:pathLst>
                <a:path w="4521" h="4123" extrusionOk="0">
                  <a:moveTo>
                    <a:pt x="2679" y="1"/>
                  </a:moveTo>
                  <a:lnTo>
                    <a:pt x="2533" y="43"/>
                  </a:lnTo>
                  <a:lnTo>
                    <a:pt x="2470" y="63"/>
                  </a:lnTo>
                  <a:lnTo>
                    <a:pt x="2386" y="105"/>
                  </a:lnTo>
                  <a:lnTo>
                    <a:pt x="2219" y="210"/>
                  </a:lnTo>
                  <a:lnTo>
                    <a:pt x="2177" y="273"/>
                  </a:lnTo>
                  <a:lnTo>
                    <a:pt x="2177" y="335"/>
                  </a:lnTo>
                  <a:lnTo>
                    <a:pt x="2156" y="377"/>
                  </a:lnTo>
                  <a:lnTo>
                    <a:pt x="2177" y="440"/>
                  </a:lnTo>
                  <a:lnTo>
                    <a:pt x="2156" y="482"/>
                  </a:lnTo>
                  <a:lnTo>
                    <a:pt x="2114" y="524"/>
                  </a:lnTo>
                  <a:lnTo>
                    <a:pt x="1905" y="587"/>
                  </a:lnTo>
                  <a:lnTo>
                    <a:pt x="1570" y="838"/>
                  </a:lnTo>
                  <a:lnTo>
                    <a:pt x="1319" y="1152"/>
                  </a:lnTo>
                  <a:lnTo>
                    <a:pt x="1131" y="1403"/>
                  </a:lnTo>
                  <a:lnTo>
                    <a:pt x="963" y="1465"/>
                  </a:lnTo>
                  <a:lnTo>
                    <a:pt x="859" y="1424"/>
                  </a:lnTo>
                  <a:lnTo>
                    <a:pt x="796" y="1361"/>
                  </a:lnTo>
                  <a:lnTo>
                    <a:pt x="754" y="1361"/>
                  </a:lnTo>
                  <a:lnTo>
                    <a:pt x="733" y="1319"/>
                  </a:lnTo>
                  <a:lnTo>
                    <a:pt x="712" y="1361"/>
                  </a:lnTo>
                  <a:lnTo>
                    <a:pt x="650" y="1298"/>
                  </a:lnTo>
                  <a:lnTo>
                    <a:pt x="524" y="1319"/>
                  </a:lnTo>
                  <a:lnTo>
                    <a:pt x="419" y="1403"/>
                  </a:lnTo>
                  <a:lnTo>
                    <a:pt x="378" y="1403"/>
                  </a:lnTo>
                  <a:lnTo>
                    <a:pt x="315" y="1361"/>
                  </a:lnTo>
                  <a:lnTo>
                    <a:pt x="210" y="1298"/>
                  </a:lnTo>
                  <a:lnTo>
                    <a:pt x="64" y="1277"/>
                  </a:lnTo>
                  <a:lnTo>
                    <a:pt x="1" y="1277"/>
                  </a:lnTo>
                  <a:lnTo>
                    <a:pt x="22" y="1319"/>
                  </a:lnTo>
                  <a:lnTo>
                    <a:pt x="22" y="1382"/>
                  </a:lnTo>
                  <a:lnTo>
                    <a:pt x="22" y="1424"/>
                  </a:lnTo>
                  <a:lnTo>
                    <a:pt x="22" y="1486"/>
                  </a:lnTo>
                  <a:lnTo>
                    <a:pt x="106" y="1570"/>
                  </a:lnTo>
                  <a:lnTo>
                    <a:pt x="168" y="1591"/>
                  </a:lnTo>
                  <a:lnTo>
                    <a:pt x="231" y="1633"/>
                  </a:lnTo>
                  <a:lnTo>
                    <a:pt x="294" y="1716"/>
                  </a:lnTo>
                  <a:lnTo>
                    <a:pt x="294" y="1779"/>
                  </a:lnTo>
                  <a:lnTo>
                    <a:pt x="315" y="1800"/>
                  </a:lnTo>
                  <a:lnTo>
                    <a:pt x="378" y="1884"/>
                  </a:lnTo>
                  <a:lnTo>
                    <a:pt x="398" y="1988"/>
                  </a:lnTo>
                  <a:lnTo>
                    <a:pt x="440" y="2030"/>
                  </a:lnTo>
                  <a:lnTo>
                    <a:pt x="503" y="2114"/>
                  </a:lnTo>
                  <a:lnTo>
                    <a:pt x="545" y="2156"/>
                  </a:lnTo>
                  <a:lnTo>
                    <a:pt x="587" y="2156"/>
                  </a:lnTo>
                  <a:lnTo>
                    <a:pt x="629" y="2240"/>
                  </a:lnTo>
                  <a:lnTo>
                    <a:pt x="796" y="2512"/>
                  </a:lnTo>
                  <a:lnTo>
                    <a:pt x="901" y="2574"/>
                  </a:lnTo>
                  <a:lnTo>
                    <a:pt x="1005" y="2637"/>
                  </a:lnTo>
                  <a:lnTo>
                    <a:pt x="1047" y="2679"/>
                  </a:lnTo>
                  <a:lnTo>
                    <a:pt x="1131" y="2742"/>
                  </a:lnTo>
                  <a:lnTo>
                    <a:pt x="1131" y="2763"/>
                  </a:lnTo>
                  <a:lnTo>
                    <a:pt x="1131" y="2825"/>
                  </a:lnTo>
                  <a:lnTo>
                    <a:pt x="1152" y="2867"/>
                  </a:lnTo>
                  <a:lnTo>
                    <a:pt x="1256" y="2888"/>
                  </a:lnTo>
                  <a:lnTo>
                    <a:pt x="1340" y="2972"/>
                  </a:lnTo>
                  <a:lnTo>
                    <a:pt x="1319" y="3056"/>
                  </a:lnTo>
                  <a:lnTo>
                    <a:pt x="1340" y="3181"/>
                  </a:lnTo>
                  <a:lnTo>
                    <a:pt x="1340" y="3265"/>
                  </a:lnTo>
                  <a:lnTo>
                    <a:pt x="1382" y="3369"/>
                  </a:lnTo>
                  <a:lnTo>
                    <a:pt x="1487" y="3453"/>
                  </a:lnTo>
                  <a:lnTo>
                    <a:pt x="1549" y="3558"/>
                  </a:lnTo>
                  <a:lnTo>
                    <a:pt x="1675" y="3579"/>
                  </a:lnTo>
                  <a:lnTo>
                    <a:pt x="1759" y="3558"/>
                  </a:lnTo>
                  <a:lnTo>
                    <a:pt x="1884" y="3600"/>
                  </a:lnTo>
                  <a:lnTo>
                    <a:pt x="1968" y="3600"/>
                  </a:lnTo>
                  <a:lnTo>
                    <a:pt x="2093" y="3683"/>
                  </a:lnTo>
                  <a:lnTo>
                    <a:pt x="2156" y="3683"/>
                  </a:lnTo>
                  <a:lnTo>
                    <a:pt x="2198" y="3725"/>
                  </a:lnTo>
                  <a:lnTo>
                    <a:pt x="2198" y="3788"/>
                  </a:lnTo>
                  <a:lnTo>
                    <a:pt x="2261" y="3830"/>
                  </a:lnTo>
                  <a:lnTo>
                    <a:pt x="2303" y="3893"/>
                  </a:lnTo>
                  <a:lnTo>
                    <a:pt x="2491" y="3872"/>
                  </a:lnTo>
                  <a:lnTo>
                    <a:pt x="2616" y="3893"/>
                  </a:lnTo>
                  <a:lnTo>
                    <a:pt x="2679" y="3976"/>
                  </a:lnTo>
                  <a:lnTo>
                    <a:pt x="2742" y="3976"/>
                  </a:lnTo>
                  <a:lnTo>
                    <a:pt x="2888" y="4018"/>
                  </a:lnTo>
                  <a:lnTo>
                    <a:pt x="2909" y="4039"/>
                  </a:lnTo>
                  <a:lnTo>
                    <a:pt x="3014" y="4018"/>
                  </a:lnTo>
                  <a:lnTo>
                    <a:pt x="3160" y="3997"/>
                  </a:lnTo>
                  <a:lnTo>
                    <a:pt x="3349" y="4039"/>
                  </a:lnTo>
                  <a:lnTo>
                    <a:pt x="3453" y="4123"/>
                  </a:lnTo>
                  <a:lnTo>
                    <a:pt x="4081" y="3474"/>
                  </a:lnTo>
                  <a:lnTo>
                    <a:pt x="4081" y="3286"/>
                  </a:lnTo>
                  <a:lnTo>
                    <a:pt x="4102" y="3202"/>
                  </a:lnTo>
                  <a:lnTo>
                    <a:pt x="4144" y="3056"/>
                  </a:lnTo>
                  <a:lnTo>
                    <a:pt x="4165" y="2972"/>
                  </a:lnTo>
                  <a:lnTo>
                    <a:pt x="4144" y="2867"/>
                  </a:lnTo>
                  <a:lnTo>
                    <a:pt x="4165" y="2784"/>
                  </a:lnTo>
                  <a:lnTo>
                    <a:pt x="4248" y="2784"/>
                  </a:lnTo>
                  <a:lnTo>
                    <a:pt x="4269" y="2742"/>
                  </a:lnTo>
                  <a:lnTo>
                    <a:pt x="4374" y="2637"/>
                  </a:lnTo>
                  <a:lnTo>
                    <a:pt x="4458" y="2532"/>
                  </a:lnTo>
                  <a:lnTo>
                    <a:pt x="4416" y="2449"/>
                  </a:lnTo>
                  <a:lnTo>
                    <a:pt x="4374" y="2407"/>
                  </a:lnTo>
                  <a:lnTo>
                    <a:pt x="4374" y="2302"/>
                  </a:lnTo>
                  <a:lnTo>
                    <a:pt x="4416" y="2240"/>
                  </a:lnTo>
                  <a:lnTo>
                    <a:pt x="4395" y="2135"/>
                  </a:lnTo>
                  <a:lnTo>
                    <a:pt x="4290" y="2051"/>
                  </a:lnTo>
                  <a:lnTo>
                    <a:pt x="4290" y="2009"/>
                  </a:lnTo>
                  <a:lnTo>
                    <a:pt x="4374" y="1988"/>
                  </a:lnTo>
                  <a:lnTo>
                    <a:pt x="4374" y="1842"/>
                  </a:lnTo>
                  <a:lnTo>
                    <a:pt x="4374" y="1737"/>
                  </a:lnTo>
                  <a:lnTo>
                    <a:pt x="4479" y="1696"/>
                  </a:lnTo>
                  <a:lnTo>
                    <a:pt x="4500" y="1612"/>
                  </a:lnTo>
                  <a:lnTo>
                    <a:pt x="4416" y="1612"/>
                  </a:lnTo>
                  <a:lnTo>
                    <a:pt x="4374" y="1570"/>
                  </a:lnTo>
                  <a:lnTo>
                    <a:pt x="4416" y="1465"/>
                  </a:lnTo>
                  <a:lnTo>
                    <a:pt x="4458" y="1298"/>
                  </a:lnTo>
                  <a:lnTo>
                    <a:pt x="4500" y="1214"/>
                  </a:lnTo>
                  <a:lnTo>
                    <a:pt x="4500" y="1152"/>
                  </a:lnTo>
                  <a:lnTo>
                    <a:pt x="4479" y="1068"/>
                  </a:lnTo>
                  <a:lnTo>
                    <a:pt x="4500" y="984"/>
                  </a:lnTo>
                  <a:lnTo>
                    <a:pt x="4479" y="900"/>
                  </a:lnTo>
                  <a:lnTo>
                    <a:pt x="4520" y="796"/>
                  </a:lnTo>
                  <a:lnTo>
                    <a:pt x="4520" y="733"/>
                  </a:lnTo>
                  <a:lnTo>
                    <a:pt x="4395" y="691"/>
                  </a:lnTo>
                  <a:lnTo>
                    <a:pt x="4353" y="628"/>
                  </a:lnTo>
                  <a:lnTo>
                    <a:pt x="4248" y="545"/>
                  </a:lnTo>
                  <a:lnTo>
                    <a:pt x="4060" y="545"/>
                  </a:lnTo>
                  <a:lnTo>
                    <a:pt x="3956" y="524"/>
                  </a:lnTo>
                  <a:lnTo>
                    <a:pt x="3851" y="377"/>
                  </a:lnTo>
                  <a:lnTo>
                    <a:pt x="3683" y="273"/>
                  </a:lnTo>
                  <a:lnTo>
                    <a:pt x="3537" y="252"/>
                  </a:lnTo>
                  <a:lnTo>
                    <a:pt x="3474" y="315"/>
                  </a:lnTo>
                  <a:lnTo>
                    <a:pt x="3432" y="335"/>
                  </a:lnTo>
                  <a:lnTo>
                    <a:pt x="3411" y="252"/>
                  </a:lnTo>
                  <a:lnTo>
                    <a:pt x="3328" y="252"/>
                  </a:lnTo>
                  <a:lnTo>
                    <a:pt x="3119" y="231"/>
                  </a:lnTo>
                  <a:lnTo>
                    <a:pt x="3098" y="43"/>
                  </a:lnTo>
                  <a:lnTo>
                    <a:pt x="3035" y="43"/>
                  </a:lnTo>
                  <a:lnTo>
                    <a:pt x="2909" y="22"/>
                  </a:lnTo>
                  <a:lnTo>
                    <a:pt x="2847" y="43"/>
                  </a:lnTo>
                  <a:lnTo>
                    <a:pt x="28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3" name="Google Shape;7897;p67">
              <a:extLst>
                <a:ext uri="{FF2B5EF4-FFF2-40B4-BE49-F238E27FC236}">
                  <a16:creationId xmlns:a16="http://schemas.microsoft.com/office/drawing/2014/main" id="{6330CD9E-8065-1E25-1EF9-7C302A583542}"/>
                </a:ext>
              </a:extLst>
            </p:cNvPr>
            <p:cNvSpPr/>
            <p:nvPr/>
          </p:nvSpPr>
          <p:spPr>
            <a:xfrm>
              <a:off x="3968750" y="3504300"/>
              <a:ext cx="135500" cy="135500"/>
            </a:xfrm>
            <a:custGeom>
              <a:avLst/>
              <a:gdLst/>
              <a:ahLst/>
              <a:cxnLst/>
              <a:rect l="l" t="t" r="r" b="b"/>
              <a:pathLst>
                <a:path w="5420" h="5420" extrusionOk="0">
                  <a:moveTo>
                    <a:pt x="3118" y="0"/>
                  </a:moveTo>
                  <a:lnTo>
                    <a:pt x="3013" y="21"/>
                  </a:lnTo>
                  <a:lnTo>
                    <a:pt x="2825" y="105"/>
                  </a:lnTo>
                  <a:lnTo>
                    <a:pt x="2762" y="147"/>
                  </a:lnTo>
                  <a:lnTo>
                    <a:pt x="2679" y="126"/>
                  </a:lnTo>
                  <a:lnTo>
                    <a:pt x="2658" y="105"/>
                  </a:lnTo>
                  <a:lnTo>
                    <a:pt x="2511" y="105"/>
                  </a:lnTo>
                  <a:lnTo>
                    <a:pt x="2407" y="230"/>
                  </a:lnTo>
                  <a:lnTo>
                    <a:pt x="2281" y="356"/>
                  </a:lnTo>
                  <a:lnTo>
                    <a:pt x="2093" y="502"/>
                  </a:lnTo>
                  <a:lnTo>
                    <a:pt x="2051" y="502"/>
                  </a:lnTo>
                  <a:lnTo>
                    <a:pt x="2072" y="419"/>
                  </a:lnTo>
                  <a:lnTo>
                    <a:pt x="2093" y="356"/>
                  </a:lnTo>
                  <a:lnTo>
                    <a:pt x="2051" y="335"/>
                  </a:lnTo>
                  <a:lnTo>
                    <a:pt x="2030" y="251"/>
                  </a:lnTo>
                  <a:lnTo>
                    <a:pt x="1988" y="230"/>
                  </a:lnTo>
                  <a:lnTo>
                    <a:pt x="1883" y="230"/>
                  </a:lnTo>
                  <a:lnTo>
                    <a:pt x="1716" y="293"/>
                  </a:lnTo>
                  <a:lnTo>
                    <a:pt x="1151" y="419"/>
                  </a:lnTo>
                  <a:lnTo>
                    <a:pt x="733" y="419"/>
                  </a:lnTo>
                  <a:lnTo>
                    <a:pt x="628" y="2490"/>
                  </a:lnTo>
                  <a:lnTo>
                    <a:pt x="105" y="2490"/>
                  </a:lnTo>
                  <a:lnTo>
                    <a:pt x="0" y="4310"/>
                  </a:lnTo>
                  <a:lnTo>
                    <a:pt x="210" y="4436"/>
                  </a:lnTo>
                  <a:lnTo>
                    <a:pt x="272" y="4624"/>
                  </a:lnTo>
                  <a:lnTo>
                    <a:pt x="419" y="4938"/>
                  </a:lnTo>
                  <a:lnTo>
                    <a:pt x="398" y="5105"/>
                  </a:lnTo>
                  <a:lnTo>
                    <a:pt x="314" y="5273"/>
                  </a:lnTo>
                  <a:lnTo>
                    <a:pt x="314" y="5377"/>
                  </a:lnTo>
                  <a:lnTo>
                    <a:pt x="482" y="5357"/>
                  </a:lnTo>
                  <a:lnTo>
                    <a:pt x="628" y="5419"/>
                  </a:lnTo>
                  <a:lnTo>
                    <a:pt x="712" y="5357"/>
                  </a:lnTo>
                  <a:lnTo>
                    <a:pt x="879" y="5377"/>
                  </a:lnTo>
                  <a:lnTo>
                    <a:pt x="942" y="5294"/>
                  </a:lnTo>
                  <a:lnTo>
                    <a:pt x="1088" y="5273"/>
                  </a:lnTo>
                  <a:lnTo>
                    <a:pt x="1193" y="5210"/>
                  </a:lnTo>
                  <a:lnTo>
                    <a:pt x="1235" y="5126"/>
                  </a:lnTo>
                  <a:lnTo>
                    <a:pt x="1423" y="5043"/>
                  </a:lnTo>
                  <a:lnTo>
                    <a:pt x="1528" y="4938"/>
                  </a:lnTo>
                  <a:lnTo>
                    <a:pt x="1611" y="4708"/>
                  </a:lnTo>
                  <a:lnTo>
                    <a:pt x="1758" y="4582"/>
                  </a:lnTo>
                  <a:lnTo>
                    <a:pt x="1925" y="4540"/>
                  </a:lnTo>
                  <a:lnTo>
                    <a:pt x="2093" y="4603"/>
                  </a:lnTo>
                  <a:lnTo>
                    <a:pt x="2155" y="4645"/>
                  </a:lnTo>
                  <a:lnTo>
                    <a:pt x="2239" y="4687"/>
                  </a:lnTo>
                  <a:lnTo>
                    <a:pt x="2448" y="4771"/>
                  </a:lnTo>
                  <a:lnTo>
                    <a:pt x="2511" y="4771"/>
                  </a:lnTo>
                  <a:lnTo>
                    <a:pt x="2616" y="4812"/>
                  </a:lnTo>
                  <a:lnTo>
                    <a:pt x="2762" y="4771"/>
                  </a:lnTo>
                  <a:lnTo>
                    <a:pt x="2888" y="4771"/>
                  </a:lnTo>
                  <a:lnTo>
                    <a:pt x="2992" y="4750"/>
                  </a:lnTo>
                  <a:lnTo>
                    <a:pt x="3013" y="4812"/>
                  </a:lnTo>
                  <a:lnTo>
                    <a:pt x="3097" y="4854"/>
                  </a:lnTo>
                  <a:lnTo>
                    <a:pt x="3223" y="4750"/>
                  </a:lnTo>
                  <a:lnTo>
                    <a:pt x="3202" y="4729"/>
                  </a:lnTo>
                  <a:lnTo>
                    <a:pt x="3223" y="4624"/>
                  </a:lnTo>
                  <a:lnTo>
                    <a:pt x="3223" y="4540"/>
                  </a:lnTo>
                  <a:lnTo>
                    <a:pt x="3285" y="4499"/>
                  </a:lnTo>
                  <a:lnTo>
                    <a:pt x="3285" y="4331"/>
                  </a:lnTo>
                  <a:lnTo>
                    <a:pt x="3327" y="4227"/>
                  </a:lnTo>
                  <a:lnTo>
                    <a:pt x="3432" y="4206"/>
                  </a:lnTo>
                  <a:lnTo>
                    <a:pt x="3515" y="4164"/>
                  </a:lnTo>
                  <a:lnTo>
                    <a:pt x="3599" y="4164"/>
                  </a:lnTo>
                  <a:lnTo>
                    <a:pt x="3641" y="4101"/>
                  </a:lnTo>
                  <a:lnTo>
                    <a:pt x="3662" y="4080"/>
                  </a:lnTo>
                  <a:lnTo>
                    <a:pt x="3704" y="3996"/>
                  </a:lnTo>
                  <a:lnTo>
                    <a:pt x="3767" y="3955"/>
                  </a:lnTo>
                  <a:lnTo>
                    <a:pt x="3850" y="3913"/>
                  </a:lnTo>
                  <a:lnTo>
                    <a:pt x="3871" y="3871"/>
                  </a:lnTo>
                  <a:lnTo>
                    <a:pt x="3955" y="3850"/>
                  </a:lnTo>
                  <a:lnTo>
                    <a:pt x="3955" y="3766"/>
                  </a:lnTo>
                  <a:lnTo>
                    <a:pt x="3934" y="3704"/>
                  </a:lnTo>
                  <a:lnTo>
                    <a:pt x="3955" y="3578"/>
                  </a:lnTo>
                  <a:lnTo>
                    <a:pt x="4080" y="3369"/>
                  </a:lnTo>
                  <a:lnTo>
                    <a:pt x="4185" y="3327"/>
                  </a:lnTo>
                  <a:lnTo>
                    <a:pt x="4248" y="3327"/>
                  </a:lnTo>
                  <a:lnTo>
                    <a:pt x="4290" y="3264"/>
                  </a:lnTo>
                  <a:lnTo>
                    <a:pt x="4373" y="3243"/>
                  </a:lnTo>
                  <a:lnTo>
                    <a:pt x="4394" y="3180"/>
                  </a:lnTo>
                  <a:lnTo>
                    <a:pt x="4457" y="3139"/>
                  </a:lnTo>
                  <a:lnTo>
                    <a:pt x="4541" y="3076"/>
                  </a:lnTo>
                  <a:lnTo>
                    <a:pt x="4645" y="2971"/>
                  </a:lnTo>
                  <a:lnTo>
                    <a:pt x="4771" y="2950"/>
                  </a:lnTo>
                  <a:lnTo>
                    <a:pt x="4792" y="2971"/>
                  </a:lnTo>
                  <a:lnTo>
                    <a:pt x="4855" y="2950"/>
                  </a:lnTo>
                  <a:lnTo>
                    <a:pt x="4959" y="2950"/>
                  </a:lnTo>
                  <a:lnTo>
                    <a:pt x="5022" y="2867"/>
                  </a:lnTo>
                  <a:lnTo>
                    <a:pt x="5106" y="2867"/>
                  </a:lnTo>
                  <a:lnTo>
                    <a:pt x="5127" y="2762"/>
                  </a:lnTo>
                  <a:lnTo>
                    <a:pt x="5127" y="2720"/>
                  </a:lnTo>
                  <a:lnTo>
                    <a:pt x="5189" y="2657"/>
                  </a:lnTo>
                  <a:lnTo>
                    <a:pt x="5294" y="2657"/>
                  </a:lnTo>
                  <a:lnTo>
                    <a:pt x="5336" y="2616"/>
                  </a:lnTo>
                  <a:lnTo>
                    <a:pt x="5420" y="2616"/>
                  </a:lnTo>
                  <a:lnTo>
                    <a:pt x="5378" y="2553"/>
                  </a:lnTo>
                  <a:lnTo>
                    <a:pt x="5315" y="2511"/>
                  </a:lnTo>
                  <a:lnTo>
                    <a:pt x="5315" y="2448"/>
                  </a:lnTo>
                  <a:lnTo>
                    <a:pt x="5273" y="2406"/>
                  </a:lnTo>
                  <a:lnTo>
                    <a:pt x="5210" y="2406"/>
                  </a:lnTo>
                  <a:lnTo>
                    <a:pt x="5085" y="2323"/>
                  </a:lnTo>
                  <a:lnTo>
                    <a:pt x="5001" y="2323"/>
                  </a:lnTo>
                  <a:lnTo>
                    <a:pt x="4876" y="2281"/>
                  </a:lnTo>
                  <a:lnTo>
                    <a:pt x="4792" y="2302"/>
                  </a:lnTo>
                  <a:lnTo>
                    <a:pt x="4666" y="2281"/>
                  </a:lnTo>
                  <a:lnTo>
                    <a:pt x="4604" y="2176"/>
                  </a:lnTo>
                  <a:lnTo>
                    <a:pt x="4499" y="2092"/>
                  </a:lnTo>
                  <a:lnTo>
                    <a:pt x="4457" y="1988"/>
                  </a:lnTo>
                  <a:lnTo>
                    <a:pt x="4457" y="1904"/>
                  </a:lnTo>
                  <a:lnTo>
                    <a:pt x="4436" y="1779"/>
                  </a:lnTo>
                  <a:lnTo>
                    <a:pt x="4457" y="1695"/>
                  </a:lnTo>
                  <a:lnTo>
                    <a:pt x="4373" y="1611"/>
                  </a:lnTo>
                  <a:lnTo>
                    <a:pt x="4269" y="1590"/>
                  </a:lnTo>
                  <a:lnTo>
                    <a:pt x="4248" y="1548"/>
                  </a:lnTo>
                  <a:lnTo>
                    <a:pt x="4248" y="1486"/>
                  </a:lnTo>
                  <a:lnTo>
                    <a:pt x="4248" y="1465"/>
                  </a:lnTo>
                  <a:lnTo>
                    <a:pt x="4164" y="1402"/>
                  </a:lnTo>
                  <a:lnTo>
                    <a:pt x="4122" y="1360"/>
                  </a:lnTo>
                  <a:lnTo>
                    <a:pt x="4018" y="1297"/>
                  </a:lnTo>
                  <a:lnTo>
                    <a:pt x="3913" y="1235"/>
                  </a:lnTo>
                  <a:lnTo>
                    <a:pt x="3746" y="963"/>
                  </a:lnTo>
                  <a:lnTo>
                    <a:pt x="3704" y="879"/>
                  </a:lnTo>
                  <a:lnTo>
                    <a:pt x="3662" y="879"/>
                  </a:lnTo>
                  <a:lnTo>
                    <a:pt x="3620" y="837"/>
                  </a:lnTo>
                  <a:lnTo>
                    <a:pt x="3557" y="753"/>
                  </a:lnTo>
                  <a:lnTo>
                    <a:pt x="3515" y="711"/>
                  </a:lnTo>
                  <a:lnTo>
                    <a:pt x="3495" y="607"/>
                  </a:lnTo>
                  <a:lnTo>
                    <a:pt x="3432" y="523"/>
                  </a:lnTo>
                  <a:lnTo>
                    <a:pt x="3411" y="502"/>
                  </a:lnTo>
                  <a:lnTo>
                    <a:pt x="3411" y="439"/>
                  </a:lnTo>
                  <a:lnTo>
                    <a:pt x="3348" y="356"/>
                  </a:lnTo>
                  <a:lnTo>
                    <a:pt x="3285" y="314"/>
                  </a:lnTo>
                  <a:lnTo>
                    <a:pt x="3223" y="293"/>
                  </a:lnTo>
                  <a:lnTo>
                    <a:pt x="3139" y="209"/>
                  </a:lnTo>
                  <a:lnTo>
                    <a:pt x="3139" y="147"/>
                  </a:lnTo>
                  <a:lnTo>
                    <a:pt x="3139" y="105"/>
                  </a:lnTo>
                  <a:lnTo>
                    <a:pt x="3139" y="42"/>
                  </a:lnTo>
                  <a:lnTo>
                    <a:pt x="311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4" name="Google Shape;7898;p67">
              <a:extLst>
                <a:ext uri="{FF2B5EF4-FFF2-40B4-BE49-F238E27FC236}">
                  <a16:creationId xmlns:a16="http://schemas.microsoft.com/office/drawing/2014/main" id="{4F8383A4-9554-1B6C-6210-78305A738EC5}"/>
                </a:ext>
              </a:extLst>
            </p:cNvPr>
            <p:cNvSpPr/>
            <p:nvPr/>
          </p:nvSpPr>
          <p:spPr>
            <a:xfrm>
              <a:off x="3853150" y="3491725"/>
              <a:ext cx="193550" cy="182075"/>
            </a:xfrm>
            <a:custGeom>
              <a:avLst/>
              <a:gdLst/>
              <a:ahLst/>
              <a:cxnLst/>
              <a:rect l="l" t="t" r="r" b="b"/>
              <a:pathLst>
                <a:path w="7742" h="7283" extrusionOk="0">
                  <a:moveTo>
                    <a:pt x="691" y="1"/>
                  </a:moveTo>
                  <a:lnTo>
                    <a:pt x="502" y="126"/>
                  </a:lnTo>
                  <a:lnTo>
                    <a:pt x="502" y="210"/>
                  </a:lnTo>
                  <a:lnTo>
                    <a:pt x="440" y="231"/>
                  </a:lnTo>
                  <a:lnTo>
                    <a:pt x="377" y="189"/>
                  </a:lnTo>
                  <a:lnTo>
                    <a:pt x="189" y="189"/>
                  </a:lnTo>
                  <a:lnTo>
                    <a:pt x="168" y="273"/>
                  </a:lnTo>
                  <a:lnTo>
                    <a:pt x="105" y="294"/>
                  </a:lnTo>
                  <a:lnTo>
                    <a:pt x="84" y="273"/>
                  </a:lnTo>
                  <a:lnTo>
                    <a:pt x="0" y="231"/>
                  </a:lnTo>
                  <a:lnTo>
                    <a:pt x="21" y="733"/>
                  </a:lnTo>
                  <a:lnTo>
                    <a:pt x="377" y="1068"/>
                  </a:lnTo>
                  <a:lnTo>
                    <a:pt x="544" y="1382"/>
                  </a:lnTo>
                  <a:lnTo>
                    <a:pt x="837" y="2051"/>
                  </a:lnTo>
                  <a:lnTo>
                    <a:pt x="858" y="2302"/>
                  </a:lnTo>
                  <a:lnTo>
                    <a:pt x="1151" y="2700"/>
                  </a:lnTo>
                  <a:lnTo>
                    <a:pt x="1151" y="2847"/>
                  </a:lnTo>
                  <a:lnTo>
                    <a:pt x="1465" y="3307"/>
                  </a:lnTo>
                  <a:lnTo>
                    <a:pt x="1465" y="3537"/>
                  </a:lnTo>
                  <a:lnTo>
                    <a:pt x="1381" y="3579"/>
                  </a:lnTo>
                  <a:lnTo>
                    <a:pt x="1465" y="3872"/>
                  </a:lnTo>
                  <a:lnTo>
                    <a:pt x="1486" y="4311"/>
                  </a:lnTo>
                  <a:lnTo>
                    <a:pt x="1674" y="4751"/>
                  </a:lnTo>
                  <a:lnTo>
                    <a:pt x="1653" y="5023"/>
                  </a:lnTo>
                  <a:lnTo>
                    <a:pt x="1695" y="5190"/>
                  </a:lnTo>
                  <a:lnTo>
                    <a:pt x="1632" y="5232"/>
                  </a:lnTo>
                  <a:lnTo>
                    <a:pt x="1674" y="5315"/>
                  </a:lnTo>
                  <a:lnTo>
                    <a:pt x="1737" y="5629"/>
                  </a:lnTo>
                  <a:lnTo>
                    <a:pt x="1800" y="5650"/>
                  </a:lnTo>
                  <a:lnTo>
                    <a:pt x="1862" y="5755"/>
                  </a:lnTo>
                  <a:lnTo>
                    <a:pt x="1800" y="5797"/>
                  </a:lnTo>
                  <a:lnTo>
                    <a:pt x="1800" y="5943"/>
                  </a:lnTo>
                  <a:lnTo>
                    <a:pt x="1883" y="6027"/>
                  </a:lnTo>
                  <a:lnTo>
                    <a:pt x="1904" y="6257"/>
                  </a:lnTo>
                  <a:lnTo>
                    <a:pt x="2009" y="6383"/>
                  </a:lnTo>
                  <a:lnTo>
                    <a:pt x="2155" y="6676"/>
                  </a:lnTo>
                  <a:lnTo>
                    <a:pt x="2281" y="6801"/>
                  </a:lnTo>
                  <a:lnTo>
                    <a:pt x="2302" y="6885"/>
                  </a:lnTo>
                  <a:lnTo>
                    <a:pt x="2511" y="7031"/>
                  </a:lnTo>
                  <a:lnTo>
                    <a:pt x="2595" y="6989"/>
                  </a:lnTo>
                  <a:lnTo>
                    <a:pt x="2720" y="6968"/>
                  </a:lnTo>
                  <a:lnTo>
                    <a:pt x="2720" y="6885"/>
                  </a:lnTo>
                  <a:lnTo>
                    <a:pt x="2678" y="6843"/>
                  </a:lnTo>
                  <a:lnTo>
                    <a:pt x="2720" y="6759"/>
                  </a:lnTo>
                  <a:lnTo>
                    <a:pt x="2888" y="6696"/>
                  </a:lnTo>
                  <a:lnTo>
                    <a:pt x="2930" y="6801"/>
                  </a:lnTo>
                  <a:lnTo>
                    <a:pt x="3055" y="6822"/>
                  </a:lnTo>
                  <a:lnTo>
                    <a:pt x="3013" y="6927"/>
                  </a:lnTo>
                  <a:lnTo>
                    <a:pt x="3097" y="7115"/>
                  </a:lnTo>
                  <a:lnTo>
                    <a:pt x="3264" y="7136"/>
                  </a:lnTo>
                  <a:lnTo>
                    <a:pt x="3411" y="7220"/>
                  </a:lnTo>
                  <a:lnTo>
                    <a:pt x="3515" y="7199"/>
                  </a:lnTo>
                  <a:lnTo>
                    <a:pt x="3557" y="7220"/>
                  </a:lnTo>
                  <a:lnTo>
                    <a:pt x="3662" y="7240"/>
                  </a:lnTo>
                  <a:lnTo>
                    <a:pt x="3725" y="7199"/>
                  </a:lnTo>
                  <a:lnTo>
                    <a:pt x="3787" y="7199"/>
                  </a:lnTo>
                  <a:lnTo>
                    <a:pt x="3850" y="7282"/>
                  </a:lnTo>
                  <a:lnTo>
                    <a:pt x="3976" y="7282"/>
                  </a:lnTo>
                  <a:lnTo>
                    <a:pt x="3997" y="7178"/>
                  </a:lnTo>
                  <a:lnTo>
                    <a:pt x="4038" y="7115"/>
                  </a:lnTo>
                  <a:lnTo>
                    <a:pt x="4101" y="7094"/>
                  </a:lnTo>
                  <a:lnTo>
                    <a:pt x="4164" y="6968"/>
                  </a:lnTo>
                  <a:lnTo>
                    <a:pt x="4310" y="6885"/>
                  </a:lnTo>
                  <a:lnTo>
                    <a:pt x="4499" y="6906"/>
                  </a:lnTo>
                  <a:lnTo>
                    <a:pt x="4562" y="6906"/>
                  </a:lnTo>
                  <a:lnTo>
                    <a:pt x="4624" y="4813"/>
                  </a:lnTo>
                  <a:lnTo>
                    <a:pt x="4729" y="2993"/>
                  </a:lnTo>
                  <a:lnTo>
                    <a:pt x="5252" y="2993"/>
                  </a:lnTo>
                  <a:lnTo>
                    <a:pt x="5357" y="922"/>
                  </a:lnTo>
                  <a:lnTo>
                    <a:pt x="5775" y="922"/>
                  </a:lnTo>
                  <a:lnTo>
                    <a:pt x="6340" y="796"/>
                  </a:lnTo>
                  <a:lnTo>
                    <a:pt x="6507" y="733"/>
                  </a:lnTo>
                  <a:lnTo>
                    <a:pt x="6612" y="733"/>
                  </a:lnTo>
                  <a:lnTo>
                    <a:pt x="6654" y="754"/>
                  </a:lnTo>
                  <a:lnTo>
                    <a:pt x="6675" y="838"/>
                  </a:lnTo>
                  <a:lnTo>
                    <a:pt x="6717" y="859"/>
                  </a:lnTo>
                  <a:lnTo>
                    <a:pt x="6696" y="922"/>
                  </a:lnTo>
                  <a:lnTo>
                    <a:pt x="6675" y="1005"/>
                  </a:lnTo>
                  <a:lnTo>
                    <a:pt x="6717" y="1005"/>
                  </a:lnTo>
                  <a:lnTo>
                    <a:pt x="6905" y="859"/>
                  </a:lnTo>
                  <a:lnTo>
                    <a:pt x="7031" y="733"/>
                  </a:lnTo>
                  <a:lnTo>
                    <a:pt x="7135" y="608"/>
                  </a:lnTo>
                  <a:lnTo>
                    <a:pt x="7282" y="608"/>
                  </a:lnTo>
                  <a:lnTo>
                    <a:pt x="7303" y="629"/>
                  </a:lnTo>
                  <a:lnTo>
                    <a:pt x="7386" y="650"/>
                  </a:lnTo>
                  <a:lnTo>
                    <a:pt x="7449" y="608"/>
                  </a:lnTo>
                  <a:lnTo>
                    <a:pt x="7637" y="524"/>
                  </a:lnTo>
                  <a:lnTo>
                    <a:pt x="7742" y="503"/>
                  </a:lnTo>
                  <a:lnTo>
                    <a:pt x="7658" y="398"/>
                  </a:lnTo>
                  <a:lnTo>
                    <a:pt x="7637" y="398"/>
                  </a:lnTo>
                  <a:lnTo>
                    <a:pt x="7616" y="378"/>
                  </a:lnTo>
                  <a:lnTo>
                    <a:pt x="7533" y="378"/>
                  </a:lnTo>
                  <a:lnTo>
                    <a:pt x="7512" y="336"/>
                  </a:lnTo>
                  <a:lnTo>
                    <a:pt x="7491" y="336"/>
                  </a:lnTo>
                  <a:lnTo>
                    <a:pt x="7449" y="315"/>
                  </a:lnTo>
                  <a:lnTo>
                    <a:pt x="7323" y="378"/>
                  </a:lnTo>
                  <a:lnTo>
                    <a:pt x="7240" y="336"/>
                  </a:lnTo>
                  <a:lnTo>
                    <a:pt x="6696" y="482"/>
                  </a:lnTo>
                  <a:lnTo>
                    <a:pt x="5817" y="691"/>
                  </a:lnTo>
                  <a:lnTo>
                    <a:pt x="5671" y="691"/>
                  </a:lnTo>
                  <a:lnTo>
                    <a:pt x="5650" y="650"/>
                  </a:lnTo>
                  <a:lnTo>
                    <a:pt x="5608" y="650"/>
                  </a:lnTo>
                  <a:lnTo>
                    <a:pt x="5566" y="608"/>
                  </a:lnTo>
                  <a:lnTo>
                    <a:pt x="5524" y="629"/>
                  </a:lnTo>
                  <a:lnTo>
                    <a:pt x="5461" y="608"/>
                  </a:lnTo>
                  <a:lnTo>
                    <a:pt x="5419" y="587"/>
                  </a:lnTo>
                  <a:lnTo>
                    <a:pt x="5336" y="608"/>
                  </a:lnTo>
                  <a:lnTo>
                    <a:pt x="5336" y="650"/>
                  </a:lnTo>
                  <a:lnTo>
                    <a:pt x="5189" y="650"/>
                  </a:lnTo>
                  <a:lnTo>
                    <a:pt x="5085" y="629"/>
                  </a:lnTo>
                  <a:lnTo>
                    <a:pt x="4938" y="503"/>
                  </a:lnTo>
                  <a:lnTo>
                    <a:pt x="4896" y="503"/>
                  </a:lnTo>
                  <a:lnTo>
                    <a:pt x="4875" y="482"/>
                  </a:lnTo>
                  <a:lnTo>
                    <a:pt x="4834" y="545"/>
                  </a:lnTo>
                  <a:lnTo>
                    <a:pt x="4771" y="545"/>
                  </a:lnTo>
                  <a:lnTo>
                    <a:pt x="4624" y="524"/>
                  </a:lnTo>
                  <a:lnTo>
                    <a:pt x="4520" y="545"/>
                  </a:lnTo>
                  <a:lnTo>
                    <a:pt x="4457" y="608"/>
                  </a:lnTo>
                  <a:lnTo>
                    <a:pt x="4373" y="587"/>
                  </a:lnTo>
                  <a:lnTo>
                    <a:pt x="4352" y="524"/>
                  </a:lnTo>
                  <a:lnTo>
                    <a:pt x="4290" y="503"/>
                  </a:lnTo>
                  <a:lnTo>
                    <a:pt x="4185" y="524"/>
                  </a:lnTo>
                  <a:lnTo>
                    <a:pt x="4080" y="503"/>
                  </a:lnTo>
                  <a:lnTo>
                    <a:pt x="3955" y="440"/>
                  </a:lnTo>
                  <a:lnTo>
                    <a:pt x="3892" y="398"/>
                  </a:lnTo>
                  <a:lnTo>
                    <a:pt x="3850" y="294"/>
                  </a:lnTo>
                  <a:lnTo>
                    <a:pt x="3829" y="273"/>
                  </a:lnTo>
                  <a:lnTo>
                    <a:pt x="1653" y="273"/>
                  </a:lnTo>
                  <a:lnTo>
                    <a:pt x="1632" y="231"/>
                  </a:lnTo>
                  <a:lnTo>
                    <a:pt x="1569" y="231"/>
                  </a:lnTo>
                  <a:lnTo>
                    <a:pt x="1486" y="294"/>
                  </a:lnTo>
                  <a:lnTo>
                    <a:pt x="1465" y="294"/>
                  </a:lnTo>
                  <a:lnTo>
                    <a:pt x="1360" y="336"/>
                  </a:lnTo>
                  <a:lnTo>
                    <a:pt x="1235" y="294"/>
                  </a:lnTo>
                  <a:lnTo>
                    <a:pt x="1130" y="189"/>
                  </a:lnTo>
                  <a:lnTo>
                    <a:pt x="1067" y="168"/>
                  </a:lnTo>
                  <a:lnTo>
                    <a:pt x="1109" y="106"/>
                  </a:lnTo>
                  <a:lnTo>
                    <a:pt x="1025" y="85"/>
                  </a:lnTo>
                  <a:lnTo>
                    <a:pt x="1025" y="64"/>
                  </a:lnTo>
                  <a:lnTo>
                    <a:pt x="942" y="1"/>
                  </a:lnTo>
                  <a:lnTo>
                    <a:pt x="900" y="22"/>
                  </a:lnTo>
                  <a:lnTo>
                    <a:pt x="858" y="64"/>
                  </a:lnTo>
                  <a:lnTo>
                    <a:pt x="837" y="64"/>
                  </a:lnTo>
                  <a:lnTo>
                    <a:pt x="73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5" name="Google Shape;7899;p67">
              <a:extLst>
                <a:ext uri="{FF2B5EF4-FFF2-40B4-BE49-F238E27FC236}">
                  <a16:creationId xmlns:a16="http://schemas.microsoft.com/office/drawing/2014/main" id="{775E52C9-7232-4E4A-E79F-AC922A15B6DD}"/>
                </a:ext>
              </a:extLst>
            </p:cNvPr>
            <p:cNvSpPr/>
            <p:nvPr/>
          </p:nvSpPr>
          <p:spPr>
            <a:xfrm>
              <a:off x="4123050" y="3397575"/>
              <a:ext cx="150675" cy="242750"/>
            </a:xfrm>
            <a:custGeom>
              <a:avLst/>
              <a:gdLst/>
              <a:ahLst/>
              <a:cxnLst/>
              <a:rect l="l" t="t" r="r" b="b"/>
              <a:pathLst>
                <a:path w="6027" h="9710" extrusionOk="0">
                  <a:moveTo>
                    <a:pt x="6006" y="1"/>
                  </a:moveTo>
                  <a:lnTo>
                    <a:pt x="5964" y="22"/>
                  </a:lnTo>
                  <a:lnTo>
                    <a:pt x="5922" y="84"/>
                  </a:lnTo>
                  <a:lnTo>
                    <a:pt x="5818" y="63"/>
                  </a:lnTo>
                  <a:lnTo>
                    <a:pt x="5734" y="126"/>
                  </a:lnTo>
                  <a:lnTo>
                    <a:pt x="5650" y="210"/>
                  </a:lnTo>
                  <a:lnTo>
                    <a:pt x="5525" y="231"/>
                  </a:lnTo>
                  <a:lnTo>
                    <a:pt x="5441" y="314"/>
                  </a:lnTo>
                  <a:lnTo>
                    <a:pt x="5315" y="314"/>
                  </a:lnTo>
                  <a:lnTo>
                    <a:pt x="5294" y="377"/>
                  </a:lnTo>
                  <a:lnTo>
                    <a:pt x="5190" y="398"/>
                  </a:lnTo>
                  <a:lnTo>
                    <a:pt x="5106" y="377"/>
                  </a:lnTo>
                  <a:lnTo>
                    <a:pt x="4897" y="440"/>
                  </a:lnTo>
                  <a:lnTo>
                    <a:pt x="4855" y="482"/>
                  </a:lnTo>
                  <a:lnTo>
                    <a:pt x="4750" y="503"/>
                  </a:lnTo>
                  <a:lnTo>
                    <a:pt x="4667" y="440"/>
                  </a:lnTo>
                  <a:lnTo>
                    <a:pt x="4583" y="440"/>
                  </a:lnTo>
                  <a:lnTo>
                    <a:pt x="4478" y="419"/>
                  </a:lnTo>
                  <a:lnTo>
                    <a:pt x="4437" y="482"/>
                  </a:lnTo>
                  <a:lnTo>
                    <a:pt x="4458" y="524"/>
                  </a:lnTo>
                  <a:lnTo>
                    <a:pt x="4437" y="607"/>
                  </a:lnTo>
                  <a:lnTo>
                    <a:pt x="4269" y="628"/>
                  </a:lnTo>
                  <a:lnTo>
                    <a:pt x="4144" y="691"/>
                  </a:lnTo>
                  <a:lnTo>
                    <a:pt x="4060" y="628"/>
                  </a:lnTo>
                  <a:lnTo>
                    <a:pt x="3976" y="628"/>
                  </a:lnTo>
                  <a:lnTo>
                    <a:pt x="3976" y="587"/>
                  </a:lnTo>
                  <a:lnTo>
                    <a:pt x="3934" y="545"/>
                  </a:lnTo>
                  <a:lnTo>
                    <a:pt x="3872" y="607"/>
                  </a:lnTo>
                  <a:lnTo>
                    <a:pt x="3809" y="607"/>
                  </a:lnTo>
                  <a:lnTo>
                    <a:pt x="3704" y="712"/>
                  </a:lnTo>
                  <a:lnTo>
                    <a:pt x="3516" y="733"/>
                  </a:lnTo>
                  <a:lnTo>
                    <a:pt x="3537" y="712"/>
                  </a:lnTo>
                  <a:lnTo>
                    <a:pt x="3495" y="628"/>
                  </a:lnTo>
                  <a:lnTo>
                    <a:pt x="3411" y="628"/>
                  </a:lnTo>
                  <a:lnTo>
                    <a:pt x="3328" y="587"/>
                  </a:lnTo>
                  <a:lnTo>
                    <a:pt x="3244" y="545"/>
                  </a:lnTo>
                  <a:lnTo>
                    <a:pt x="3244" y="503"/>
                  </a:lnTo>
                  <a:lnTo>
                    <a:pt x="3181" y="524"/>
                  </a:lnTo>
                  <a:lnTo>
                    <a:pt x="3139" y="545"/>
                  </a:lnTo>
                  <a:lnTo>
                    <a:pt x="3035" y="587"/>
                  </a:lnTo>
                  <a:lnTo>
                    <a:pt x="2491" y="607"/>
                  </a:lnTo>
                  <a:lnTo>
                    <a:pt x="2365" y="1110"/>
                  </a:lnTo>
                  <a:lnTo>
                    <a:pt x="2449" y="1654"/>
                  </a:lnTo>
                  <a:lnTo>
                    <a:pt x="2616" y="1737"/>
                  </a:lnTo>
                  <a:lnTo>
                    <a:pt x="2721" y="1800"/>
                  </a:lnTo>
                  <a:lnTo>
                    <a:pt x="2763" y="1863"/>
                  </a:lnTo>
                  <a:lnTo>
                    <a:pt x="2805" y="1884"/>
                  </a:lnTo>
                  <a:lnTo>
                    <a:pt x="3014" y="2072"/>
                  </a:lnTo>
                  <a:lnTo>
                    <a:pt x="3035" y="2177"/>
                  </a:lnTo>
                  <a:lnTo>
                    <a:pt x="3181" y="2365"/>
                  </a:lnTo>
                  <a:lnTo>
                    <a:pt x="3223" y="2491"/>
                  </a:lnTo>
                  <a:lnTo>
                    <a:pt x="3286" y="2574"/>
                  </a:lnTo>
                  <a:lnTo>
                    <a:pt x="3286" y="2637"/>
                  </a:lnTo>
                  <a:lnTo>
                    <a:pt x="3202" y="2637"/>
                  </a:lnTo>
                  <a:lnTo>
                    <a:pt x="3181" y="2721"/>
                  </a:lnTo>
                  <a:lnTo>
                    <a:pt x="3118" y="2721"/>
                  </a:lnTo>
                  <a:lnTo>
                    <a:pt x="3097" y="2783"/>
                  </a:lnTo>
                  <a:lnTo>
                    <a:pt x="3118" y="2804"/>
                  </a:lnTo>
                  <a:lnTo>
                    <a:pt x="3097" y="2846"/>
                  </a:lnTo>
                  <a:lnTo>
                    <a:pt x="3181" y="2930"/>
                  </a:lnTo>
                  <a:lnTo>
                    <a:pt x="3139" y="3139"/>
                  </a:lnTo>
                  <a:lnTo>
                    <a:pt x="3118" y="3244"/>
                  </a:lnTo>
                  <a:lnTo>
                    <a:pt x="3035" y="3307"/>
                  </a:lnTo>
                  <a:lnTo>
                    <a:pt x="2930" y="3327"/>
                  </a:lnTo>
                  <a:lnTo>
                    <a:pt x="2867" y="3474"/>
                  </a:lnTo>
                  <a:lnTo>
                    <a:pt x="2867" y="3579"/>
                  </a:lnTo>
                  <a:lnTo>
                    <a:pt x="2805" y="3683"/>
                  </a:lnTo>
                  <a:lnTo>
                    <a:pt x="2825" y="3830"/>
                  </a:lnTo>
                  <a:lnTo>
                    <a:pt x="2805" y="3955"/>
                  </a:lnTo>
                  <a:lnTo>
                    <a:pt x="2700" y="3976"/>
                  </a:lnTo>
                  <a:lnTo>
                    <a:pt x="2679" y="3872"/>
                  </a:lnTo>
                  <a:lnTo>
                    <a:pt x="2700" y="3830"/>
                  </a:lnTo>
                  <a:lnTo>
                    <a:pt x="2616" y="3725"/>
                  </a:lnTo>
                  <a:lnTo>
                    <a:pt x="2574" y="3662"/>
                  </a:lnTo>
                  <a:lnTo>
                    <a:pt x="2491" y="3620"/>
                  </a:lnTo>
                  <a:lnTo>
                    <a:pt x="2386" y="3537"/>
                  </a:lnTo>
                  <a:lnTo>
                    <a:pt x="2281" y="3411"/>
                  </a:lnTo>
                  <a:lnTo>
                    <a:pt x="2281" y="3327"/>
                  </a:lnTo>
                  <a:lnTo>
                    <a:pt x="2240" y="3202"/>
                  </a:lnTo>
                  <a:lnTo>
                    <a:pt x="2240" y="3097"/>
                  </a:lnTo>
                  <a:lnTo>
                    <a:pt x="2281" y="2993"/>
                  </a:lnTo>
                  <a:lnTo>
                    <a:pt x="2344" y="2846"/>
                  </a:lnTo>
                  <a:lnTo>
                    <a:pt x="2449" y="2721"/>
                  </a:lnTo>
                  <a:lnTo>
                    <a:pt x="2470" y="2595"/>
                  </a:lnTo>
                  <a:lnTo>
                    <a:pt x="2470" y="2428"/>
                  </a:lnTo>
                  <a:lnTo>
                    <a:pt x="2407" y="2323"/>
                  </a:lnTo>
                  <a:lnTo>
                    <a:pt x="2261" y="2302"/>
                  </a:lnTo>
                  <a:lnTo>
                    <a:pt x="2135" y="2302"/>
                  </a:lnTo>
                  <a:lnTo>
                    <a:pt x="2072" y="2365"/>
                  </a:lnTo>
                  <a:lnTo>
                    <a:pt x="2030" y="2365"/>
                  </a:lnTo>
                  <a:lnTo>
                    <a:pt x="1968" y="2386"/>
                  </a:lnTo>
                  <a:lnTo>
                    <a:pt x="1863" y="2323"/>
                  </a:lnTo>
                  <a:lnTo>
                    <a:pt x="1863" y="2260"/>
                  </a:lnTo>
                  <a:lnTo>
                    <a:pt x="1821" y="2198"/>
                  </a:lnTo>
                  <a:lnTo>
                    <a:pt x="1779" y="2156"/>
                  </a:lnTo>
                  <a:lnTo>
                    <a:pt x="1758" y="2093"/>
                  </a:lnTo>
                  <a:lnTo>
                    <a:pt x="1612" y="2114"/>
                  </a:lnTo>
                  <a:lnTo>
                    <a:pt x="1424" y="2177"/>
                  </a:lnTo>
                  <a:lnTo>
                    <a:pt x="1089" y="2302"/>
                  </a:lnTo>
                  <a:lnTo>
                    <a:pt x="984" y="2323"/>
                  </a:lnTo>
                  <a:lnTo>
                    <a:pt x="398" y="2595"/>
                  </a:lnTo>
                  <a:lnTo>
                    <a:pt x="273" y="2595"/>
                  </a:lnTo>
                  <a:lnTo>
                    <a:pt x="43" y="2700"/>
                  </a:lnTo>
                  <a:lnTo>
                    <a:pt x="1" y="2783"/>
                  </a:lnTo>
                  <a:lnTo>
                    <a:pt x="43" y="2951"/>
                  </a:lnTo>
                  <a:lnTo>
                    <a:pt x="43" y="3035"/>
                  </a:lnTo>
                  <a:lnTo>
                    <a:pt x="64" y="3223"/>
                  </a:lnTo>
                  <a:lnTo>
                    <a:pt x="273" y="3244"/>
                  </a:lnTo>
                  <a:lnTo>
                    <a:pt x="356" y="3244"/>
                  </a:lnTo>
                  <a:lnTo>
                    <a:pt x="377" y="3327"/>
                  </a:lnTo>
                  <a:lnTo>
                    <a:pt x="419" y="3307"/>
                  </a:lnTo>
                  <a:lnTo>
                    <a:pt x="482" y="3244"/>
                  </a:lnTo>
                  <a:lnTo>
                    <a:pt x="628" y="3265"/>
                  </a:lnTo>
                  <a:lnTo>
                    <a:pt x="796" y="3369"/>
                  </a:lnTo>
                  <a:lnTo>
                    <a:pt x="901" y="3516"/>
                  </a:lnTo>
                  <a:lnTo>
                    <a:pt x="1005" y="3537"/>
                  </a:lnTo>
                  <a:lnTo>
                    <a:pt x="1193" y="3537"/>
                  </a:lnTo>
                  <a:lnTo>
                    <a:pt x="1298" y="3620"/>
                  </a:lnTo>
                  <a:lnTo>
                    <a:pt x="1340" y="3683"/>
                  </a:lnTo>
                  <a:lnTo>
                    <a:pt x="1465" y="3725"/>
                  </a:lnTo>
                  <a:lnTo>
                    <a:pt x="1465" y="3788"/>
                  </a:lnTo>
                  <a:lnTo>
                    <a:pt x="1424" y="3892"/>
                  </a:lnTo>
                  <a:lnTo>
                    <a:pt x="1445" y="3976"/>
                  </a:lnTo>
                  <a:lnTo>
                    <a:pt x="1424" y="4060"/>
                  </a:lnTo>
                  <a:lnTo>
                    <a:pt x="1445" y="4144"/>
                  </a:lnTo>
                  <a:lnTo>
                    <a:pt x="1445" y="4206"/>
                  </a:lnTo>
                  <a:lnTo>
                    <a:pt x="1403" y="4290"/>
                  </a:lnTo>
                  <a:lnTo>
                    <a:pt x="1361" y="4457"/>
                  </a:lnTo>
                  <a:lnTo>
                    <a:pt x="1319" y="4562"/>
                  </a:lnTo>
                  <a:lnTo>
                    <a:pt x="1361" y="4604"/>
                  </a:lnTo>
                  <a:lnTo>
                    <a:pt x="1445" y="4604"/>
                  </a:lnTo>
                  <a:lnTo>
                    <a:pt x="1424" y="4688"/>
                  </a:lnTo>
                  <a:lnTo>
                    <a:pt x="1319" y="4729"/>
                  </a:lnTo>
                  <a:lnTo>
                    <a:pt x="1319" y="4834"/>
                  </a:lnTo>
                  <a:lnTo>
                    <a:pt x="1319" y="4980"/>
                  </a:lnTo>
                  <a:lnTo>
                    <a:pt x="1235" y="5001"/>
                  </a:lnTo>
                  <a:lnTo>
                    <a:pt x="1235" y="5043"/>
                  </a:lnTo>
                  <a:lnTo>
                    <a:pt x="1340" y="5127"/>
                  </a:lnTo>
                  <a:lnTo>
                    <a:pt x="1361" y="5232"/>
                  </a:lnTo>
                  <a:lnTo>
                    <a:pt x="1319" y="5294"/>
                  </a:lnTo>
                  <a:lnTo>
                    <a:pt x="1319" y="5399"/>
                  </a:lnTo>
                  <a:lnTo>
                    <a:pt x="1361" y="5441"/>
                  </a:lnTo>
                  <a:lnTo>
                    <a:pt x="1403" y="5524"/>
                  </a:lnTo>
                  <a:lnTo>
                    <a:pt x="1319" y="5629"/>
                  </a:lnTo>
                  <a:lnTo>
                    <a:pt x="1214" y="5734"/>
                  </a:lnTo>
                  <a:lnTo>
                    <a:pt x="1193" y="5776"/>
                  </a:lnTo>
                  <a:lnTo>
                    <a:pt x="1110" y="5776"/>
                  </a:lnTo>
                  <a:lnTo>
                    <a:pt x="1089" y="5859"/>
                  </a:lnTo>
                  <a:lnTo>
                    <a:pt x="1110" y="5964"/>
                  </a:lnTo>
                  <a:lnTo>
                    <a:pt x="1089" y="6048"/>
                  </a:lnTo>
                  <a:lnTo>
                    <a:pt x="1047" y="6194"/>
                  </a:lnTo>
                  <a:lnTo>
                    <a:pt x="1026" y="6278"/>
                  </a:lnTo>
                  <a:lnTo>
                    <a:pt x="1026" y="6466"/>
                  </a:lnTo>
                  <a:lnTo>
                    <a:pt x="398" y="7115"/>
                  </a:lnTo>
                  <a:lnTo>
                    <a:pt x="461" y="7282"/>
                  </a:lnTo>
                  <a:lnTo>
                    <a:pt x="482" y="7429"/>
                  </a:lnTo>
                  <a:lnTo>
                    <a:pt x="566" y="7554"/>
                  </a:lnTo>
                  <a:lnTo>
                    <a:pt x="566" y="7847"/>
                  </a:lnTo>
                  <a:lnTo>
                    <a:pt x="524" y="7868"/>
                  </a:lnTo>
                  <a:lnTo>
                    <a:pt x="524" y="7973"/>
                  </a:lnTo>
                  <a:lnTo>
                    <a:pt x="587" y="8077"/>
                  </a:lnTo>
                  <a:lnTo>
                    <a:pt x="608" y="8224"/>
                  </a:lnTo>
                  <a:lnTo>
                    <a:pt x="608" y="8684"/>
                  </a:lnTo>
                  <a:lnTo>
                    <a:pt x="566" y="8851"/>
                  </a:lnTo>
                  <a:lnTo>
                    <a:pt x="566" y="9019"/>
                  </a:lnTo>
                  <a:lnTo>
                    <a:pt x="566" y="9207"/>
                  </a:lnTo>
                  <a:lnTo>
                    <a:pt x="566" y="9228"/>
                  </a:lnTo>
                  <a:lnTo>
                    <a:pt x="628" y="9270"/>
                  </a:lnTo>
                  <a:lnTo>
                    <a:pt x="691" y="9333"/>
                  </a:lnTo>
                  <a:lnTo>
                    <a:pt x="733" y="9395"/>
                  </a:lnTo>
                  <a:lnTo>
                    <a:pt x="712" y="9437"/>
                  </a:lnTo>
                  <a:lnTo>
                    <a:pt x="712" y="9521"/>
                  </a:lnTo>
                  <a:lnTo>
                    <a:pt x="691" y="9626"/>
                  </a:lnTo>
                  <a:lnTo>
                    <a:pt x="691" y="9646"/>
                  </a:lnTo>
                  <a:lnTo>
                    <a:pt x="733" y="9646"/>
                  </a:lnTo>
                  <a:lnTo>
                    <a:pt x="942" y="9709"/>
                  </a:lnTo>
                  <a:lnTo>
                    <a:pt x="1047" y="9709"/>
                  </a:lnTo>
                  <a:lnTo>
                    <a:pt x="1089" y="9605"/>
                  </a:lnTo>
                  <a:lnTo>
                    <a:pt x="1131" y="9500"/>
                  </a:lnTo>
                  <a:lnTo>
                    <a:pt x="1152" y="9333"/>
                  </a:lnTo>
                  <a:lnTo>
                    <a:pt x="1131" y="9291"/>
                  </a:lnTo>
                  <a:lnTo>
                    <a:pt x="1110" y="9291"/>
                  </a:lnTo>
                  <a:lnTo>
                    <a:pt x="1089" y="9395"/>
                  </a:lnTo>
                  <a:lnTo>
                    <a:pt x="1005" y="9374"/>
                  </a:lnTo>
                  <a:lnTo>
                    <a:pt x="942" y="9437"/>
                  </a:lnTo>
                  <a:lnTo>
                    <a:pt x="942" y="9333"/>
                  </a:lnTo>
                  <a:lnTo>
                    <a:pt x="901" y="9228"/>
                  </a:lnTo>
                  <a:lnTo>
                    <a:pt x="880" y="9207"/>
                  </a:lnTo>
                  <a:lnTo>
                    <a:pt x="921" y="9165"/>
                  </a:lnTo>
                  <a:lnTo>
                    <a:pt x="984" y="9165"/>
                  </a:lnTo>
                  <a:lnTo>
                    <a:pt x="1026" y="9019"/>
                  </a:lnTo>
                  <a:lnTo>
                    <a:pt x="1110" y="8977"/>
                  </a:lnTo>
                  <a:lnTo>
                    <a:pt x="1131" y="8893"/>
                  </a:lnTo>
                  <a:lnTo>
                    <a:pt x="1298" y="8872"/>
                  </a:lnTo>
                  <a:lnTo>
                    <a:pt x="1465" y="8663"/>
                  </a:lnTo>
                  <a:lnTo>
                    <a:pt x="1989" y="8579"/>
                  </a:lnTo>
                  <a:lnTo>
                    <a:pt x="2365" y="8391"/>
                  </a:lnTo>
                  <a:lnTo>
                    <a:pt x="2574" y="8182"/>
                  </a:lnTo>
                  <a:lnTo>
                    <a:pt x="2616" y="8035"/>
                  </a:lnTo>
                  <a:lnTo>
                    <a:pt x="2679" y="7931"/>
                  </a:lnTo>
                  <a:lnTo>
                    <a:pt x="2679" y="7847"/>
                  </a:lnTo>
                  <a:lnTo>
                    <a:pt x="2574" y="7910"/>
                  </a:lnTo>
                  <a:lnTo>
                    <a:pt x="2553" y="7805"/>
                  </a:lnTo>
                  <a:lnTo>
                    <a:pt x="2595" y="7805"/>
                  </a:lnTo>
                  <a:lnTo>
                    <a:pt x="2595" y="7701"/>
                  </a:lnTo>
                  <a:lnTo>
                    <a:pt x="2658" y="7617"/>
                  </a:lnTo>
                  <a:lnTo>
                    <a:pt x="2658" y="7533"/>
                  </a:lnTo>
                  <a:lnTo>
                    <a:pt x="2721" y="7345"/>
                  </a:lnTo>
                  <a:lnTo>
                    <a:pt x="2700" y="7324"/>
                  </a:lnTo>
                  <a:lnTo>
                    <a:pt x="2700" y="7177"/>
                  </a:lnTo>
                  <a:lnTo>
                    <a:pt x="2763" y="7115"/>
                  </a:lnTo>
                  <a:lnTo>
                    <a:pt x="2763" y="6968"/>
                  </a:lnTo>
                  <a:lnTo>
                    <a:pt x="2721" y="6968"/>
                  </a:lnTo>
                  <a:lnTo>
                    <a:pt x="2721" y="6822"/>
                  </a:lnTo>
                  <a:lnTo>
                    <a:pt x="2658" y="6968"/>
                  </a:lnTo>
                  <a:lnTo>
                    <a:pt x="2658" y="7073"/>
                  </a:lnTo>
                  <a:lnTo>
                    <a:pt x="2595" y="7094"/>
                  </a:lnTo>
                  <a:lnTo>
                    <a:pt x="2574" y="6968"/>
                  </a:lnTo>
                  <a:lnTo>
                    <a:pt x="2595" y="6592"/>
                  </a:lnTo>
                  <a:lnTo>
                    <a:pt x="2553" y="6466"/>
                  </a:lnTo>
                  <a:lnTo>
                    <a:pt x="2553" y="6340"/>
                  </a:lnTo>
                  <a:lnTo>
                    <a:pt x="2470" y="6236"/>
                  </a:lnTo>
                  <a:lnTo>
                    <a:pt x="2407" y="6194"/>
                  </a:lnTo>
                  <a:lnTo>
                    <a:pt x="2491" y="6152"/>
                  </a:lnTo>
                  <a:lnTo>
                    <a:pt x="2491" y="6068"/>
                  </a:lnTo>
                  <a:lnTo>
                    <a:pt x="2302" y="5838"/>
                  </a:lnTo>
                  <a:lnTo>
                    <a:pt x="2386" y="5755"/>
                  </a:lnTo>
                  <a:lnTo>
                    <a:pt x="2365" y="5650"/>
                  </a:lnTo>
                  <a:lnTo>
                    <a:pt x="2407" y="5608"/>
                  </a:lnTo>
                  <a:lnTo>
                    <a:pt x="2407" y="5524"/>
                  </a:lnTo>
                  <a:lnTo>
                    <a:pt x="2365" y="5441"/>
                  </a:lnTo>
                  <a:lnTo>
                    <a:pt x="2365" y="5399"/>
                  </a:lnTo>
                  <a:lnTo>
                    <a:pt x="2407" y="5399"/>
                  </a:lnTo>
                  <a:lnTo>
                    <a:pt x="2512" y="5462"/>
                  </a:lnTo>
                  <a:lnTo>
                    <a:pt x="2574" y="5399"/>
                  </a:lnTo>
                  <a:lnTo>
                    <a:pt x="2721" y="5399"/>
                  </a:lnTo>
                  <a:lnTo>
                    <a:pt x="2825" y="5315"/>
                  </a:lnTo>
                  <a:lnTo>
                    <a:pt x="2805" y="5190"/>
                  </a:lnTo>
                  <a:lnTo>
                    <a:pt x="3118" y="4980"/>
                  </a:lnTo>
                  <a:lnTo>
                    <a:pt x="3244" y="4980"/>
                  </a:lnTo>
                  <a:lnTo>
                    <a:pt x="3244" y="4897"/>
                  </a:lnTo>
                  <a:lnTo>
                    <a:pt x="3307" y="4876"/>
                  </a:lnTo>
                  <a:lnTo>
                    <a:pt x="3349" y="4813"/>
                  </a:lnTo>
                  <a:lnTo>
                    <a:pt x="3349" y="4771"/>
                  </a:lnTo>
                  <a:lnTo>
                    <a:pt x="3600" y="4625"/>
                  </a:lnTo>
                  <a:lnTo>
                    <a:pt x="3621" y="4562"/>
                  </a:lnTo>
                  <a:lnTo>
                    <a:pt x="3662" y="4520"/>
                  </a:lnTo>
                  <a:lnTo>
                    <a:pt x="3704" y="4374"/>
                  </a:lnTo>
                  <a:lnTo>
                    <a:pt x="3746" y="4478"/>
                  </a:lnTo>
                  <a:lnTo>
                    <a:pt x="3830" y="4416"/>
                  </a:lnTo>
                  <a:lnTo>
                    <a:pt x="3955" y="4269"/>
                  </a:lnTo>
                  <a:lnTo>
                    <a:pt x="3955" y="4185"/>
                  </a:lnTo>
                  <a:lnTo>
                    <a:pt x="4018" y="4248"/>
                  </a:lnTo>
                  <a:lnTo>
                    <a:pt x="4248" y="4081"/>
                  </a:lnTo>
                  <a:lnTo>
                    <a:pt x="4437" y="3997"/>
                  </a:lnTo>
                  <a:lnTo>
                    <a:pt x="4437" y="3976"/>
                  </a:lnTo>
                  <a:lnTo>
                    <a:pt x="4562" y="3976"/>
                  </a:lnTo>
                  <a:lnTo>
                    <a:pt x="4918" y="3788"/>
                  </a:lnTo>
                  <a:lnTo>
                    <a:pt x="4960" y="3725"/>
                  </a:lnTo>
                  <a:lnTo>
                    <a:pt x="5022" y="3683"/>
                  </a:lnTo>
                  <a:lnTo>
                    <a:pt x="5399" y="3474"/>
                  </a:lnTo>
                  <a:lnTo>
                    <a:pt x="5399" y="3369"/>
                  </a:lnTo>
                  <a:lnTo>
                    <a:pt x="5504" y="3369"/>
                  </a:lnTo>
                  <a:lnTo>
                    <a:pt x="5608" y="3223"/>
                  </a:lnTo>
                  <a:lnTo>
                    <a:pt x="5608" y="3139"/>
                  </a:lnTo>
                  <a:lnTo>
                    <a:pt x="5734" y="2993"/>
                  </a:lnTo>
                  <a:lnTo>
                    <a:pt x="5818" y="2951"/>
                  </a:lnTo>
                  <a:lnTo>
                    <a:pt x="5818" y="2846"/>
                  </a:lnTo>
                  <a:lnTo>
                    <a:pt x="5859" y="2783"/>
                  </a:lnTo>
                  <a:lnTo>
                    <a:pt x="5797" y="2783"/>
                  </a:lnTo>
                  <a:lnTo>
                    <a:pt x="5755" y="2804"/>
                  </a:lnTo>
                  <a:lnTo>
                    <a:pt x="5734" y="2742"/>
                  </a:lnTo>
                  <a:lnTo>
                    <a:pt x="5838" y="2679"/>
                  </a:lnTo>
                  <a:lnTo>
                    <a:pt x="5901" y="2679"/>
                  </a:lnTo>
                  <a:lnTo>
                    <a:pt x="5922" y="2616"/>
                  </a:lnTo>
                  <a:lnTo>
                    <a:pt x="5901" y="2574"/>
                  </a:lnTo>
                  <a:lnTo>
                    <a:pt x="5943" y="2532"/>
                  </a:lnTo>
                  <a:lnTo>
                    <a:pt x="6006" y="2470"/>
                  </a:lnTo>
                  <a:lnTo>
                    <a:pt x="5964" y="2219"/>
                  </a:lnTo>
                  <a:lnTo>
                    <a:pt x="5943" y="2198"/>
                  </a:lnTo>
                  <a:lnTo>
                    <a:pt x="5838" y="2198"/>
                  </a:lnTo>
                  <a:lnTo>
                    <a:pt x="5797" y="2177"/>
                  </a:lnTo>
                  <a:lnTo>
                    <a:pt x="5818" y="2114"/>
                  </a:lnTo>
                  <a:lnTo>
                    <a:pt x="5901" y="2114"/>
                  </a:lnTo>
                  <a:lnTo>
                    <a:pt x="5901" y="1863"/>
                  </a:lnTo>
                  <a:lnTo>
                    <a:pt x="5859" y="1800"/>
                  </a:lnTo>
                  <a:lnTo>
                    <a:pt x="5901" y="1800"/>
                  </a:lnTo>
                  <a:lnTo>
                    <a:pt x="5922" y="1528"/>
                  </a:lnTo>
                  <a:lnTo>
                    <a:pt x="5901" y="1361"/>
                  </a:lnTo>
                  <a:lnTo>
                    <a:pt x="5964" y="1319"/>
                  </a:lnTo>
                  <a:lnTo>
                    <a:pt x="5943" y="1151"/>
                  </a:lnTo>
                  <a:lnTo>
                    <a:pt x="5922" y="1131"/>
                  </a:lnTo>
                  <a:lnTo>
                    <a:pt x="5922" y="963"/>
                  </a:lnTo>
                  <a:lnTo>
                    <a:pt x="5964" y="942"/>
                  </a:lnTo>
                  <a:lnTo>
                    <a:pt x="5901" y="817"/>
                  </a:lnTo>
                  <a:lnTo>
                    <a:pt x="5859" y="628"/>
                  </a:lnTo>
                  <a:lnTo>
                    <a:pt x="5922" y="587"/>
                  </a:lnTo>
                  <a:lnTo>
                    <a:pt x="5901" y="545"/>
                  </a:lnTo>
                  <a:lnTo>
                    <a:pt x="5901" y="503"/>
                  </a:lnTo>
                  <a:lnTo>
                    <a:pt x="5901" y="440"/>
                  </a:lnTo>
                  <a:lnTo>
                    <a:pt x="6027" y="273"/>
                  </a:lnTo>
                  <a:lnTo>
                    <a:pt x="5964" y="231"/>
                  </a:lnTo>
                  <a:lnTo>
                    <a:pt x="6027" y="168"/>
                  </a:lnTo>
                  <a:lnTo>
                    <a:pt x="6027" y="22"/>
                  </a:lnTo>
                  <a:lnTo>
                    <a:pt x="600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6" name="Google Shape;7900;p67">
              <a:extLst>
                <a:ext uri="{FF2B5EF4-FFF2-40B4-BE49-F238E27FC236}">
                  <a16:creationId xmlns:a16="http://schemas.microsoft.com/office/drawing/2014/main" id="{98A54D78-82FF-8E48-BED1-679C83E3B4FB}"/>
                </a:ext>
              </a:extLst>
            </p:cNvPr>
            <p:cNvSpPr/>
            <p:nvPr/>
          </p:nvSpPr>
          <p:spPr>
            <a:xfrm>
              <a:off x="4120450" y="3622500"/>
              <a:ext cx="20950" cy="23575"/>
            </a:xfrm>
            <a:custGeom>
              <a:avLst/>
              <a:gdLst/>
              <a:ahLst/>
              <a:cxnLst/>
              <a:rect l="l" t="t" r="r" b="b"/>
              <a:pathLst>
                <a:path w="838" h="943" extrusionOk="0">
                  <a:moveTo>
                    <a:pt x="314" y="1"/>
                  </a:moveTo>
                  <a:lnTo>
                    <a:pt x="209" y="43"/>
                  </a:lnTo>
                  <a:lnTo>
                    <a:pt x="188" y="189"/>
                  </a:lnTo>
                  <a:lnTo>
                    <a:pt x="63" y="440"/>
                  </a:lnTo>
                  <a:lnTo>
                    <a:pt x="0" y="566"/>
                  </a:lnTo>
                  <a:lnTo>
                    <a:pt x="42" y="649"/>
                  </a:lnTo>
                  <a:lnTo>
                    <a:pt x="105" y="712"/>
                  </a:lnTo>
                  <a:lnTo>
                    <a:pt x="168" y="817"/>
                  </a:lnTo>
                  <a:lnTo>
                    <a:pt x="377" y="921"/>
                  </a:lnTo>
                  <a:lnTo>
                    <a:pt x="586" y="942"/>
                  </a:lnTo>
                  <a:lnTo>
                    <a:pt x="670" y="921"/>
                  </a:lnTo>
                  <a:lnTo>
                    <a:pt x="712" y="817"/>
                  </a:lnTo>
                  <a:lnTo>
                    <a:pt x="691" y="712"/>
                  </a:lnTo>
                  <a:lnTo>
                    <a:pt x="774" y="691"/>
                  </a:lnTo>
                  <a:lnTo>
                    <a:pt x="795" y="649"/>
                  </a:lnTo>
                  <a:lnTo>
                    <a:pt x="795" y="629"/>
                  </a:lnTo>
                  <a:lnTo>
                    <a:pt x="816" y="524"/>
                  </a:lnTo>
                  <a:lnTo>
                    <a:pt x="816" y="440"/>
                  </a:lnTo>
                  <a:lnTo>
                    <a:pt x="837" y="398"/>
                  </a:lnTo>
                  <a:lnTo>
                    <a:pt x="795" y="336"/>
                  </a:lnTo>
                  <a:lnTo>
                    <a:pt x="732" y="273"/>
                  </a:lnTo>
                  <a:lnTo>
                    <a:pt x="670" y="231"/>
                  </a:lnTo>
                  <a:lnTo>
                    <a:pt x="670" y="210"/>
                  </a:lnTo>
                  <a:lnTo>
                    <a:pt x="565" y="189"/>
                  </a:lnTo>
                  <a:lnTo>
                    <a:pt x="481" y="105"/>
                  </a:lnTo>
                  <a:lnTo>
                    <a:pt x="31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7" name="Google Shape;7901;p67">
              <a:extLst>
                <a:ext uri="{FF2B5EF4-FFF2-40B4-BE49-F238E27FC236}">
                  <a16:creationId xmlns:a16="http://schemas.microsoft.com/office/drawing/2014/main" id="{148B7BF2-CC94-7394-0442-3C9C733EC879}"/>
                </a:ext>
              </a:extLst>
            </p:cNvPr>
            <p:cNvSpPr/>
            <p:nvPr/>
          </p:nvSpPr>
          <p:spPr>
            <a:xfrm>
              <a:off x="4064475" y="3669050"/>
              <a:ext cx="33500" cy="31425"/>
            </a:xfrm>
            <a:custGeom>
              <a:avLst/>
              <a:gdLst/>
              <a:ahLst/>
              <a:cxnLst/>
              <a:rect l="l" t="t" r="r" b="b"/>
              <a:pathLst>
                <a:path w="1340" h="1257" extrusionOk="0">
                  <a:moveTo>
                    <a:pt x="775" y="1"/>
                  </a:moveTo>
                  <a:lnTo>
                    <a:pt x="754" y="43"/>
                  </a:lnTo>
                  <a:lnTo>
                    <a:pt x="670" y="106"/>
                  </a:lnTo>
                  <a:lnTo>
                    <a:pt x="628" y="147"/>
                  </a:lnTo>
                  <a:lnTo>
                    <a:pt x="419" y="189"/>
                  </a:lnTo>
                  <a:lnTo>
                    <a:pt x="293" y="315"/>
                  </a:lnTo>
                  <a:lnTo>
                    <a:pt x="231" y="440"/>
                  </a:lnTo>
                  <a:lnTo>
                    <a:pt x="84" y="566"/>
                  </a:lnTo>
                  <a:lnTo>
                    <a:pt x="0" y="629"/>
                  </a:lnTo>
                  <a:lnTo>
                    <a:pt x="42" y="733"/>
                  </a:lnTo>
                  <a:lnTo>
                    <a:pt x="126" y="796"/>
                  </a:lnTo>
                  <a:lnTo>
                    <a:pt x="126" y="859"/>
                  </a:lnTo>
                  <a:lnTo>
                    <a:pt x="210" y="943"/>
                  </a:lnTo>
                  <a:lnTo>
                    <a:pt x="210" y="1047"/>
                  </a:lnTo>
                  <a:lnTo>
                    <a:pt x="293" y="1131"/>
                  </a:lnTo>
                  <a:lnTo>
                    <a:pt x="356" y="1194"/>
                  </a:lnTo>
                  <a:lnTo>
                    <a:pt x="503" y="1256"/>
                  </a:lnTo>
                  <a:lnTo>
                    <a:pt x="607" y="1256"/>
                  </a:lnTo>
                  <a:lnTo>
                    <a:pt x="628" y="1194"/>
                  </a:lnTo>
                  <a:lnTo>
                    <a:pt x="670" y="1152"/>
                  </a:lnTo>
                  <a:lnTo>
                    <a:pt x="712" y="1026"/>
                  </a:lnTo>
                  <a:lnTo>
                    <a:pt x="816" y="984"/>
                  </a:lnTo>
                  <a:lnTo>
                    <a:pt x="879" y="943"/>
                  </a:lnTo>
                  <a:lnTo>
                    <a:pt x="984" y="922"/>
                  </a:lnTo>
                  <a:lnTo>
                    <a:pt x="1067" y="943"/>
                  </a:lnTo>
                  <a:lnTo>
                    <a:pt x="1172" y="859"/>
                  </a:lnTo>
                  <a:lnTo>
                    <a:pt x="1193" y="775"/>
                  </a:lnTo>
                  <a:lnTo>
                    <a:pt x="1151" y="733"/>
                  </a:lnTo>
                  <a:lnTo>
                    <a:pt x="1130" y="650"/>
                  </a:lnTo>
                  <a:lnTo>
                    <a:pt x="1235" y="608"/>
                  </a:lnTo>
                  <a:lnTo>
                    <a:pt x="1339" y="524"/>
                  </a:lnTo>
                  <a:lnTo>
                    <a:pt x="1339" y="399"/>
                  </a:lnTo>
                  <a:lnTo>
                    <a:pt x="1256" y="147"/>
                  </a:lnTo>
                  <a:lnTo>
                    <a:pt x="1130" y="43"/>
                  </a:lnTo>
                  <a:lnTo>
                    <a:pt x="1026" y="85"/>
                  </a:lnTo>
                  <a:lnTo>
                    <a:pt x="942" y="22"/>
                  </a:lnTo>
                  <a:lnTo>
                    <a:pt x="921" y="43"/>
                  </a:lnTo>
                  <a:lnTo>
                    <a:pt x="858" y="22"/>
                  </a:lnTo>
                  <a:lnTo>
                    <a:pt x="77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8" name="Google Shape;7902;p67">
              <a:extLst>
                <a:ext uri="{FF2B5EF4-FFF2-40B4-BE49-F238E27FC236}">
                  <a16:creationId xmlns:a16="http://schemas.microsoft.com/office/drawing/2014/main" id="{A042F3B5-5DFE-9114-933C-D331701D580B}"/>
                </a:ext>
              </a:extLst>
            </p:cNvPr>
            <p:cNvSpPr/>
            <p:nvPr/>
          </p:nvSpPr>
          <p:spPr>
            <a:xfrm>
              <a:off x="4697400" y="2660025"/>
              <a:ext cx="105175" cy="86850"/>
            </a:xfrm>
            <a:custGeom>
              <a:avLst/>
              <a:gdLst/>
              <a:ahLst/>
              <a:cxnLst/>
              <a:rect l="l" t="t" r="r" b="b"/>
              <a:pathLst>
                <a:path w="4207" h="3474" extrusionOk="0">
                  <a:moveTo>
                    <a:pt x="1507" y="0"/>
                  </a:moveTo>
                  <a:lnTo>
                    <a:pt x="1466" y="63"/>
                  </a:lnTo>
                  <a:lnTo>
                    <a:pt x="1403" y="105"/>
                  </a:lnTo>
                  <a:lnTo>
                    <a:pt x="1298" y="105"/>
                  </a:lnTo>
                  <a:lnTo>
                    <a:pt x="1256" y="126"/>
                  </a:lnTo>
                  <a:lnTo>
                    <a:pt x="1152" y="63"/>
                  </a:lnTo>
                  <a:lnTo>
                    <a:pt x="1068" y="63"/>
                  </a:lnTo>
                  <a:lnTo>
                    <a:pt x="1026" y="105"/>
                  </a:lnTo>
                  <a:lnTo>
                    <a:pt x="880" y="293"/>
                  </a:lnTo>
                  <a:lnTo>
                    <a:pt x="629" y="398"/>
                  </a:lnTo>
                  <a:lnTo>
                    <a:pt x="231" y="503"/>
                  </a:lnTo>
                  <a:lnTo>
                    <a:pt x="252" y="586"/>
                  </a:lnTo>
                  <a:lnTo>
                    <a:pt x="1" y="754"/>
                  </a:lnTo>
                  <a:lnTo>
                    <a:pt x="22" y="1005"/>
                  </a:lnTo>
                  <a:lnTo>
                    <a:pt x="106" y="1067"/>
                  </a:lnTo>
                  <a:lnTo>
                    <a:pt x="189" y="1047"/>
                  </a:lnTo>
                  <a:lnTo>
                    <a:pt x="294" y="1005"/>
                  </a:lnTo>
                  <a:lnTo>
                    <a:pt x="419" y="1151"/>
                  </a:lnTo>
                  <a:lnTo>
                    <a:pt x="566" y="1277"/>
                  </a:lnTo>
                  <a:lnTo>
                    <a:pt x="733" y="1360"/>
                  </a:lnTo>
                  <a:lnTo>
                    <a:pt x="754" y="1486"/>
                  </a:lnTo>
                  <a:lnTo>
                    <a:pt x="901" y="1549"/>
                  </a:lnTo>
                  <a:lnTo>
                    <a:pt x="901" y="1674"/>
                  </a:lnTo>
                  <a:lnTo>
                    <a:pt x="754" y="1779"/>
                  </a:lnTo>
                  <a:lnTo>
                    <a:pt x="754" y="1904"/>
                  </a:lnTo>
                  <a:lnTo>
                    <a:pt x="650" y="1946"/>
                  </a:lnTo>
                  <a:lnTo>
                    <a:pt x="650" y="2114"/>
                  </a:lnTo>
                  <a:lnTo>
                    <a:pt x="754" y="2302"/>
                  </a:lnTo>
                  <a:lnTo>
                    <a:pt x="859" y="2679"/>
                  </a:lnTo>
                  <a:lnTo>
                    <a:pt x="880" y="2846"/>
                  </a:lnTo>
                  <a:lnTo>
                    <a:pt x="1089" y="3034"/>
                  </a:lnTo>
                  <a:lnTo>
                    <a:pt x="1298" y="3097"/>
                  </a:lnTo>
                  <a:lnTo>
                    <a:pt x="1507" y="3160"/>
                  </a:lnTo>
                  <a:lnTo>
                    <a:pt x="1570" y="3327"/>
                  </a:lnTo>
                  <a:lnTo>
                    <a:pt x="1759" y="3348"/>
                  </a:lnTo>
                  <a:lnTo>
                    <a:pt x="1884" y="3306"/>
                  </a:lnTo>
                  <a:lnTo>
                    <a:pt x="2031" y="3348"/>
                  </a:lnTo>
                  <a:lnTo>
                    <a:pt x="2031" y="3474"/>
                  </a:lnTo>
                  <a:lnTo>
                    <a:pt x="2093" y="3432"/>
                  </a:lnTo>
                  <a:lnTo>
                    <a:pt x="2240" y="3139"/>
                  </a:lnTo>
                  <a:lnTo>
                    <a:pt x="2428" y="2992"/>
                  </a:lnTo>
                  <a:lnTo>
                    <a:pt x="2554" y="2992"/>
                  </a:lnTo>
                  <a:lnTo>
                    <a:pt x="2637" y="2846"/>
                  </a:lnTo>
                  <a:lnTo>
                    <a:pt x="2763" y="2846"/>
                  </a:lnTo>
                  <a:lnTo>
                    <a:pt x="3077" y="3055"/>
                  </a:lnTo>
                  <a:lnTo>
                    <a:pt x="3244" y="2951"/>
                  </a:lnTo>
                  <a:lnTo>
                    <a:pt x="3391" y="3034"/>
                  </a:lnTo>
                  <a:lnTo>
                    <a:pt x="3453" y="3202"/>
                  </a:lnTo>
                  <a:lnTo>
                    <a:pt x="3600" y="3202"/>
                  </a:lnTo>
                  <a:lnTo>
                    <a:pt x="3851" y="3327"/>
                  </a:lnTo>
                  <a:lnTo>
                    <a:pt x="3997" y="3139"/>
                  </a:lnTo>
                  <a:lnTo>
                    <a:pt x="4102" y="3202"/>
                  </a:lnTo>
                  <a:lnTo>
                    <a:pt x="4123" y="3264"/>
                  </a:lnTo>
                  <a:lnTo>
                    <a:pt x="4207" y="3139"/>
                  </a:lnTo>
                  <a:lnTo>
                    <a:pt x="4165" y="2930"/>
                  </a:lnTo>
                  <a:lnTo>
                    <a:pt x="4102" y="2679"/>
                  </a:lnTo>
                  <a:lnTo>
                    <a:pt x="3955" y="2637"/>
                  </a:lnTo>
                  <a:lnTo>
                    <a:pt x="3851" y="2386"/>
                  </a:lnTo>
                  <a:lnTo>
                    <a:pt x="3851" y="2114"/>
                  </a:lnTo>
                  <a:lnTo>
                    <a:pt x="3767" y="1967"/>
                  </a:lnTo>
                  <a:lnTo>
                    <a:pt x="3579" y="1863"/>
                  </a:lnTo>
                  <a:lnTo>
                    <a:pt x="3432" y="1695"/>
                  </a:lnTo>
                  <a:lnTo>
                    <a:pt x="3328" y="1423"/>
                  </a:lnTo>
                  <a:lnTo>
                    <a:pt x="3139" y="1319"/>
                  </a:lnTo>
                  <a:lnTo>
                    <a:pt x="2909" y="1235"/>
                  </a:lnTo>
                  <a:lnTo>
                    <a:pt x="2867" y="1109"/>
                  </a:lnTo>
                  <a:lnTo>
                    <a:pt x="2763" y="1067"/>
                  </a:lnTo>
                  <a:lnTo>
                    <a:pt x="2554" y="1067"/>
                  </a:lnTo>
                  <a:lnTo>
                    <a:pt x="2323" y="1047"/>
                  </a:lnTo>
                  <a:lnTo>
                    <a:pt x="2240" y="963"/>
                  </a:lnTo>
                  <a:lnTo>
                    <a:pt x="2177" y="900"/>
                  </a:lnTo>
                  <a:lnTo>
                    <a:pt x="2135" y="733"/>
                  </a:lnTo>
                  <a:lnTo>
                    <a:pt x="2010" y="649"/>
                  </a:lnTo>
                  <a:lnTo>
                    <a:pt x="1759" y="272"/>
                  </a:lnTo>
                  <a:lnTo>
                    <a:pt x="1675" y="84"/>
                  </a:lnTo>
                  <a:lnTo>
                    <a:pt x="159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9" name="Google Shape;7903;p67">
              <a:extLst>
                <a:ext uri="{FF2B5EF4-FFF2-40B4-BE49-F238E27FC236}">
                  <a16:creationId xmlns:a16="http://schemas.microsoft.com/office/drawing/2014/main" id="{7D9A6B90-F6EB-CE83-E121-F6ECD68A0DDC}"/>
                </a:ext>
              </a:extLst>
            </p:cNvPr>
            <p:cNvSpPr/>
            <p:nvPr/>
          </p:nvSpPr>
          <p:spPr>
            <a:xfrm>
              <a:off x="4697400" y="2660025"/>
              <a:ext cx="105175" cy="86850"/>
            </a:xfrm>
            <a:custGeom>
              <a:avLst/>
              <a:gdLst/>
              <a:ahLst/>
              <a:cxnLst/>
              <a:rect l="l" t="t" r="r" b="b"/>
              <a:pathLst>
                <a:path w="4207" h="3474" extrusionOk="0">
                  <a:moveTo>
                    <a:pt x="1507" y="0"/>
                  </a:moveTo>
                  <a:lnTo>
                    <a:pt x="1466" y="63"/>
                  </a:lnTo>
                  <a:lnTo>
                    <a:pt x="1403" y="105"/>
                  </a:lnTo>
                  <a:lnTo>
                    <a:pt x="1298" y="105"/>
                  </a:lnTo>
                  <a:lnTo>
                    <a:pt x="1256" y="126"/>
                  </a:lnTo>
                  <a:lnTo>
                    <a:pt x="1152" y="63"/>
                  </a:lnTo>
                  <a:lnTo>
                    <a:pt x="1068" y="63"/>
                  </a:lnTo>
                  <a:lnTo>
                    <a:pt x="1026" y="105"/>
                  </a:lnTo>
                  <a:lnTo>
                    <a:pt x="880" y="293"/>
                  </a:lnTo>
                  <a:lnTo>
                    <a:pt x="629" y="398"/>
                  </a:lnTo>
                  <a:lnTo>
                    <a:pt x="231" y="503"/>
                  </a:lnTo>
                  <a:lnTo>
                    <a:pt x="252" y="586"/>
                  </a:lnTo>
                  <a:lnTo>
                    <a:pt x="1" y="754"/>
                  </a:lnTo>
                  <a:lnTo>
                    <a:pt x="22" y="1005"/>
                  </a:lnTo>
                  <a:lnTo>
                    <a:pt x="106" y="1067"/>
                  </a:lnTo>
                  <a:lnTo>
                    <a:pt x="189" y="1047"/>
                  </a:lnTo>
                  <a:lnTo>
                    <a:pt x="294" y="1005"/>
                  </a:lnTo>
                  <a:lnTo>
                    <a:pt x="419" y="1151"/>
                  </a:lnTo>
                  <a:lnTo>
                    <a:pt x="566" y="1277"/>
                  </a:lnTo>
                  <a:lnTo>
                    <a:pt x="733" y="1360"/>
                  </a:lnTo>
                  <a:lnTo>
                    <a:pt x="754" y="1486"/>
                  </a:lnTo>
                  <a:lnTo>
                    <a:pt x="901" y="1549"/>
                  </a:lnTo>
                  <a:lnTo>
                    <a:pt x="901" y="1674"/>
                  </a:lnTo>
                  <a:lnTo>
                    <a:pt x="754" y="1779"/>
                  </a:lnTo>
                  <a:lnTo>
                    <a:pt x="754" y="1904"/>
                  </a:lnTo>
                  <a:lnTo>
                    <a:pt x="650" y="1946"/>
                  </a:lnTo>
                  <a:lnTo>
                    <a:pt x="650" y="2114"/>
                  </a:lnTo>
                  <a:lnTo>
                    <a:pt x="754" y="2302"/>
                  </a:lnTo>
                  <a:lnTo>
                    <a:pt x="859" y="2679"/>
                  </a:lnTo>
                  <a:lnTo>
                    <a:pt x="880" y="2846"/>
                  </a:lnTo>
                  <a:lnTo>
                    <a:pt x="1089" y="3034"/>
                  </a:lnTo>
                  <a:lnTo>
                    <a:pt x="1298" y="3097"/>
                  </a:lnTo>
                  <a:lnTo>
                    <a:pt x="1507" y="3160"/>
                  </a:lnTo>
                  <a:lnTo>
                    <a:pt x="1570" y="3327"/>
                  </a:lnTo>
                  <a:lnTo>
                    <a:pt x="1759" y="3348"/>
                  </a:lnTo>
                  <a:lnTo>
                    <a:pt x="1884" y="3306"/>
                  </a:lnTo>
                  <a:lnTo>
                    <a:pt x="2031" y="3348"/>
                  </a:lnTo>
                  <a:lnTo>
                    <a:pt x="2031" y="3474"/>
                  </a:lnTo>
                  <a:lnTo>
                    <a:pt x="2093" y="3432"/>
                  </a:lnTo>
                  <a:lnTo>
                    <a:pt x="2240" y="3139"/>
                  </a:lnTo>
                  <a:lnTo>
                    <a:pt x="2428" y="2992"/>
                  </a:lnTo>
                  <a:lnTo>
                    <a:pt x="2554" y="2992"/>
                  </a:lnTo>
                  <a:lnTo>
                    <a:pt x="2637" y="2846"/>
                  </a:lnTo>
                  <a:lnTo>
                    <a:pt x="2763" y="2846"/>
                  </a:lnTo>
                  <a:lnTo>
                    <a:pt x="3077" y="3055"/>
                  </a:lnTo>
                  <a:lnTo>
                    <a:pt x="3244" y="2951"/>
                  </a:lnTo>
                  <a:lnTo>
                    <a:pt x="3391" y="3034"/>
                  </a:lnTo>
                  <a:lnTo>
                    <a:pt x="3453" y="3202"/>
                  </a:lnTo>
                  <a:lnTo>
                    <a:pt x="3600" y="3202"/>
                  </a:lnTo>
                  <a:lnTo>
                    <a:pt x="3851" y="3327"/>
                  </a:lnTo>
                  <a:lnTo>
                    <a:pt x="3997" y="3139"/>
                  </a:lnTo>
                  <a:lnTo>
                    <a:pt x="4102" y="3202"/>
                  </a:lnTo>
                  <a:lnTo>
                    <a:pt x="4123" y="3264"/>
                  </a:lnTo>
                  <a:lnTo>
                    <a:pt x="4207" y="3139"/>
                  </a:lnTo>
                  <a:lnTo>
                    <a:pt x="4165" y="2930"/>
                  </a:lnTo>
                  <a:lnTo>
                    <a:pt x="4102" y="2679"/>
                  </a:lnTo>
                  <a:lnTo>
                    <a:pt x="3955" y="2637"/>
                  </a:lnTo>
                  <a:lnTo>
                    <a:pt x="3851" y="2386"/>
                  </a:lnTo>
                  <a:lnTo>
                    <a:pt x="3851" y="2114"/>
                  </a:lnTo>
                  <a:lnTo>
                    <a:pt x="3767" y="1967"/>
                  </a:lnTo>
                  <a:lnTo>
                    <a:pt x="3579" y="1863"/>
                  </a:lnTo>
                  <a:lnTo>
                    <a:pt x="3432" y="1695"/>
                  </a:lnTo>
                  <a:lnTo>
                    <a:pt x="3328" y="1423"/>
                  </a:lnTo>
                  <a:lnTo>
                    <a:pt x="3139" y="1319"/>
                  </a:lnTo>
                  <a:lnTo>
                    <a:pt x="2909" y="1235"/>
                  </a:lnTo>
                  <a:lnTo>
                    <a:pt x="2867" y="1109"/>
                  </a:lnTo>
                  <a:lnTo>
                    <a:pt x="2763" y="1067"/>
                  </a:lnTo>
                  <a:lnTo>
                    <a:pt x="2554" y="1067"/>
                  </a:lnTo>
                  <a:lnTo>
                    <a:pt x="2323" y="1047"/>
                  </a:lnTo>
                  <a:lnTo>
                    <a:pt x="2240" y="963"/>
                  </a:lnTo>
                  <a:lnTo>
                    <a:pt x="2177" y="900"/>
                  </a:lnTo>
                  <a:lnTo>
                    <a:pt x="2135" y="733"/>
                  </a:lnTo>
                  <a:lnTo>
                    <a:pt x="2010" y="649"/>
                  </a:lnTo>
                  <a:lnTo>
                    <a:pt x="1759" y="272"/>
                  </a:lnTo>
                  <a:lnTo>
                    <a:pt x="1675" y="84"/>
                  </a:lnTo>
                  <a:lnTo>
                    <a:pt x="159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50" name="Google Shape;7904;p67">
              <a:extLst>
                <a:ext uri="{FF2B5EF4-FFF2-40B4-BE49-F238E27FC236}">
                  <a16:creationId xmlns:a16="http://schemas.microsoft.com/office/drawing/2014/main" id="{75DCE25E-71BC-89AA-F4EE-309B0124D28A}"/>
                </a:ext>
              </a:extLst>
            </p:cNvPr>
            <p:cNvSpPr/>
            <p:nvPr/>
          </p:nvSpPr>
          <p:spPr>
            <a:xfrm>
              <a:off x="4252775" y="2586800"/>
              <a:ext cx="70650" cy="19900"/>
            </a:xfrm>
            <a:custGeom>
              <a:avLst/>
              <a:gdLst/>
              <a:ahLst/>
              <a:cxnLst/>
              <a:rect l="l" t="t" r="r" b="b"/>
              <a:pathLst>
                <a:path w="2826" h="796" extrusionOk="0">
                  <a:moveTo>
                    <a:pt x="2240" y="0"/>
                  </a:moveTo>
                  <a:cubicBezTo>
                    <a:pt x="2240" y="0"/>
                    <a:pt x="1717" y="230"/>
                    <a:pt x="1612" y="230"/>
                  </a:cubicBezTo>
                  <a:cubicBezTo>
                    <a:pt x="1507" y="230"/>
                    <a:pt x="1382" y="105"/>
                    <a:pt x="1382" y="105"/>
                  </a:cubicBezTo>
                  <a:lnTo>
                    <a:pt x="733" y="126"/>
                  </a:lnTo>
                  <a:lnTo>
                    <a:pt x="754" y="293"/>
                  </a:lnTo>
                  <a:cubicBezTo>
                    <a:pt x="775" y="419"/>
                    <a:pt x="231" y="419"/>
                    <a:pt x="22" y="419"/>
                  </a:cubicBezTo>
                  <a:lnTo>
                    <a:pt x="22" y="439"/>
                  </a:lnTo>
                  <a:lnTo>
                    <a:pt x="1" y="481"/>
                  </a:lnTo>
                  <a:lnTo>
                    <a:pt x="85" y="481"/>
                  </a:lnTo>
                  <a:lnTo>
                    <a:pt x="105" y="586"/>
                  </a:lnTo>
                  <a:lnTo>
                    <a:pt x="189" y="586"/>
                  </a:lnTo>
                  <a:lnTo>
                    <a:pt x="231" y="502"/>
                  </a:lnTo>
                  <a:lnTo>
                    <a:pt x="398" y="544"/>
                  </a:lnTo>
                  <a:lnTo>
                    <a:pt x="461" y="544"/>
                  </a:lnTo>
                  <a:lnTo>
                    <a:pt x="545" y="460"/>
                  </a:lnTo>
                  <a:lnTo>
                    <a:pt x="649" y="502"/>
                  </a:lnTo>
                  <a:lnTo>
                    <a:pt x="880" y="711"/>
                  </a:lnTo>
                  <a:lnTo>
                    <a:pt x="984" y="732"/>
                  </a:lnTo>
                  <a:lnTo>
                    <a:pt x="1173" y="691"/>
                  </a:lnTo>
                  <a:lnTo>
                    <a:pt x="1424" y="628"/>
                  </a:lnTo>
                  <a:lnTo>
                    <a:pt x="1507" y="649"/>
                  </a:lnTo>
                  <a:lnTo>
                    <a:pt x="1821" y="649"/>
                  </a:lnTo>
                  <a:lnTo>
                    <a:pt x="1863" y="691"/>
                  </a:lnTo>
                  <a:lnTo>
                    <a:pt x="1863" y="586"/>
                  </a:lnTo>
                  <a:lnTo>
                    <a:pt x="2072" y="502"/>
                  </a:lnTo>
                  <a:lnTo>
                    <a:pt x="2386" y="691"/>
                  </a:lnTo>
                  <a:lnTo>
                    <a:pt x="2595" y="691"/>
                  </a:lnTo>
                  <a:lnTo>
                    <a:pt x="2805" y="795"/>
                  </a:lnTo>
                  <a:lnTo>
                    <a:pt x="2826" y="586"/>
                  </a:lnTo>
                  <a:lnTo>
                    <a:pt x="2742" y="481"/>
                  </a:lnTo>
                  <a:lnTo>
                    <a:pt x="2595" y="377"/>
                  </a:lnTo>
                  <a:lnTo>
                    <a:pt x="2637" y="188"/>
                  </a:lnTo>
                  <a:cubicBezTo>
                    <a:pt x="2628" y="188"/>
                    <a:pt x="2594" y="197"/>
                    <a:pt x="2555" y="197"/>
                  </a:cubicBezTo>
                  <a:cubicBezTo>
                    <a:pt x="2507" y="197"/>
                    <a:pt x="2451" y="184"/>
                    <a:pt x="2428" y="126"/>
                  </a:cubicBezTo>
                  <a:cubicBezTo>
                    <a:pt x="2386" y="21"/>
                    <a:pt x="2240" y="0"/>
                    <a:pt x="22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51" name="Google Shape;7905;p67">
              <a:extLst>
                <a:ext uri="{FF2B5EF4-FFF2-40B4-BE49-F238E27FC236}">
                  <a16:creationId xmlns:a16="http://schemas.microsoft.com/office/drawing/2014/main" id="{D2F8F3A7-1791-F104-FC01-D67ED00D9B39}"/>
                </a:ext>
              </a:extLst>
            </p:cNvPr>
            <p:cNvSpPr/>
            <p:nvPr/>
          </p:nvSpPr>
          <p:spPr>
            <a:xfrm>
              <a:off x="4298825" y="2603000"/>
              <a:ext cx="2625" cy="2650"/>
            </a:xfrm>
            <a:custGeom>
              <a:avLst/>
              <a:gdLst/>
              <a:ahLst/>
              <a:cxnLst/>
              <a:rect l="l" t="t" r="r" b="b"/>
              <a:pathLst>
                <a:path w="105" h="106" fill="none" extrusionOk="0">
                  <a:moveTo>
                    <a:pt x="105" y="105"/>
                  </a:moveTo>
                  <a:lnTo>
                    <a:pt x="0" y="1"/>
                  </a:lnTo>
                </a:path>
              </a:pathLst>
            </a:custGeom>
            <a:grpFill/>
            <a:ln w="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52" name="Google Shape;7906;p67">
              <a:extLst>
                <a:ext uri="{FF2B5EF4-FFF2-40B4-BE49-F238E27FC236}">
                  <a16:creationId xmlns:a16="http://schemas.microsoft.com/office/drawing/2014/main" id="{39B76352-3A03-4501-6409-B4AD47049A93}"/>
                </a:ext>
              </a:extLst>
            </p:cNvPr>
            <p:cNvSpPr/>
            <p:nvPr/>
          </p:nvSpPr>
          <p:spPr>
            <a:xfrm>
              <a:off x="4949025" y="2811200"/>
              <a:ext cx="44475" cy="26175"/>
            </a:xfrm>
            <a:custGeom>
              <a:avLst/>
              <a:gdLst/>
              <a:ahLst/>
              <a:cxnLst/>
              <a:rect l="l" t="t" r="r" b="b"/>
              <a:pathLst>
                <a:path w="1779" h="1047" extrusionOk="0">
                  <a:moveTo>
                    <a:pt x="753" y="0"/>
                  </a:moveTo>
                  <a:lnTo>
                    <a:pt x="586" y="21"/>
                  </a:lnTo>
                  <a:lnTo>
                    <a:pt x="314" y="189"/>
                  </a:lnTo>
                  <a:lnTo>
                    <a:pt x="188" y="440"/>
                  </a:lnTo>
                  <a:lnTo>
                    <a:pt x="63" y="502"/>
                  </a:lnTo>
                  <a:lnTo>
                    <a:pt x="63" y="628"/>
                  </a:lnTo>
                  <a:lnTo>
                    <a:pt x="0" y="733"/>
                  </a:lnTo>
                  <a:lnTo>
                    <a:pt x="105" y="921"/>
                  </a:lnTo>
                  <a:lnTo>
                    <a:pt x="314" y="942"/>
                  </a:lnTo>
                  <a:lnTo>
                    <a:pt x="398" y="879"/>
                  </a:lnTo>
                  <a:lnTo>
                    <a:pt x="691" y="1046"/>
                  </a:lnTo>
                  <a:lnTo>
                    <a:pt x="837" y="1046"/>
                  </a:lnTo>
                  <a:lnTo>
                    <a:pt x="942" y="921"/>
                  </a:lnTo>
                  <a:lnTo>
                    <a:pt x="1067" y="879"/>
                  </a:lnTo>
                  <a:lnTo>
                    <a:pt x="1172" y="942"/>
                  </a:lnTo>
                  <a:lnTo>
                    <a:pt x="1381" y="879"/>
                  </a:lnTo>
                  <a:lnTo>
                    <a:pt x="1549" y="921"/>
                  </a:lnTo>
                  <a:lnTo>
                    <a:pt x="1779" y="837"/>
                  </a:lnTo>
                  <a:lnTo>
                    <a:pt x="1779" y="733"/>
                  </a:lnTo>
                  <a:lnTo>
                    <a:pt x="1779" y="565"/>
                  </a:lnTo>
                  <a:lnTo>
                    <a:pt x="1590" y="502"/>
                  </a:lnTo>
                  <a:lnTo>
                    <a:pt x="1590" y="398"/>
                  </a:lnTo>
                  <a:lnTo>
                    <a:pt x="1632" y="230"/>
                  </a:lnTo>
                  <a:lnTo>
                    <a:pt x="1590" y="230"/>
                  </a:lnTo>
                  <a:lnTo>
                    <a:pt x="1528" y="126"/>
                  </a:lnTo>
                  <a:lnTo>
                    <a:pt x="1360" y="105"/>
                  </a:lnTo>
                  <a:lnTo>
                    <a:pt x="1214" y="189"/>
                  </a:lnTo>
                  <a:lnTo>
                    <a:pt x="1109" y="126"/>
                  </a:lnTo>
                  <a:lnTo>
                    <a:pt x="837" y="105"/>
                  </a:lnTo>
                  <a:lnTo>
                    <a:pt x="75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53" name="Google Shape;7907;p67">
              <a:extLst>
                <a:ext uri="{FF2B5EF4-FFF2-40B4-BE49-F238E27FC236}">
                  <a16:creationId xmlns:a16="http://schemas.microsoft.com/office/drawing/2014/main" id="{4B195193-195F-33DD-47F2-B26C0E1BF665}"/>
                </a:ext>
              </a:extLst>
            </p:cNvPr>
            <p:cNvSpPr/>
            <p:nvPr/>
          </p:nvSpPr>
          <p:spPr>
            <a:xfrm>
              <a:off x="3967175" y="2589925"/>
              <a:ext cx="35075" cy="29850"/>
            </a:xfrm>
            <a:custGeom>
              <a:avLst/>
              <a:gdLst/>
              <a:ahLst/>
              <a:cxnLst/>
              <a:rect l="l" t="t" r="r" b="b"/>
              <a:pathLst>
                <a:path w="1403" h="1194" extrusionOk="0">
                  <a:moveTo>
                    <a:pt x="900" y="1"/>
                  </a:moveTo>
                  <a:lnTo>
                    <a:pt x="754" y="42"/>
                  </a:lnTo>
                  <a:lnTo>
                    <a:pt x="628" y="42"/>
                  </a:lnTo>
                  <a:lnTo>
                    <a:pt x="419" y="84"/>
                  </a:lnTo>
                  <a:lnTo>
                    <a:pt x="314" y="168"/>
                  </a:lnTo>
                  <a:lnTo>
                    <a:pt x="210" y="189"/>
                  </a:lnTo>
                  <a:lnTo>
                    <a:pt x="42" y="273"/>
                  </a:lnTo>
                  <a:lnTo>
                    <a:pt x="63" y="356"/>
                  </a:lnTo>
                  <a:lnTo>
                    <a:pt x="21" y="398"/>
                  </a:lnTo>
                  <a:lnTo>
                    <a:pt x="21" y="377"/>
                  </a:lnTo>
                  <a:lnTo>
                    <a:pt x="1" y="586"/>
                  </a:lnTo>
                  <a:lnTo>
                    <a:pt x="21" y="796"/>
                  </a:lnTo>
                  <a:lnTo>
                    <a:pt x="126" y="942"/>
                  </a:lnTo>
                  <a:lnTo>
                    <a:pt x="168" y="1089"/>
                  </a:lnTo>
                  <a:lnTo>
                    <a:pt x="314" y="1193"/>
                  </a:lnTo>
                  <a:lnTo>
                    <a:pt x="314" y="1151"/>
                  </a:lnTo>
                  <a:lnTo>
                    <a:pt x="524" y="1026"/>
                  </a:lnTo>
                  <a:lnTo>
                    <a:pt x="691" y="984"/>
                  </a:lnTo>
                  <a:lnTo>
                    <a:pt x="691" y="921"/>
                  </a:lnTo>
                  <a:lnTo>
                    <a:pt x="837" y="838"/>
                  </a:lnTo>
                  <a:lnTo>
                    <a:pt x="1110" y="879"/>
                  </a:lnTo>
                  <a:lnTo>
                    <a:pt x="1256" y="796"/>
                  </a:lnTo>
                  <a:lnTo>
                    <a:pt x="1361" y="775"/>
                  </a:lnTo>
                  <a:lnTo>
                    <a:pt x="1402" y="712"/>
                  </a:lnTo>
                  <a:lnTo>
                    <a:pt x="1402" y="607"/>
                  </a:lnTo>
                  <a:lnTo>
                    <a:pt x="1382" y="461"/>
                  </a:lnTo>
                  <a:lnTo>
                    <a:pt x="1214" y="189"/>
                  </a:lnTo>
                  <a:lnTo>
                    <a:pt x="98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54" name="Google Shape;7908;p67">
              <a:extLst>
                <a:ext uri="{FF2B5EF4-FFF2-40B4-BE49-F238E27FC236}">
                  <a16:creationId xmlns:a16="http://schemas.microsoft.com/office/drawing/2014/main" id="{C98D7EEB-D008-5960-908D-8E0916AE6A64}"/>
                </a:ext>
              </a:extLst>
            </p:cNvPr>
            <p:cNvSpPr/>
            <p:nvPr/>
          </p:nvSpPr>
          <p:spPr>
            <a:xfrm>
              <a:off x="3938400" y="2522975"/>
              <a:ext cx="58625" cy="76925"/>
            </a:xfrm>
            <a:custGeom>
              <a:avLst/>
              <a:gdLst/>
              <a:ahLst/>
              <a:cxnLst/>
              <a:rect l="l" t="t" r="r" b="b"/>
              <a:pathLst>
                <a:path w="2345" h="3077" extrusionOk="0">
                  <a:moveTo>
                    <a:pt x="461" y="0"/>
                  </a:moveTo>
                  <a:lnTo>
                    <a:pt x="336" y="105"/>
                  </a:lnTo>
                  <a:lnTo>
                    <a:pt x="315" y="147"/>
                  </a:lnTo>
                  <a:lnTo>
                    <a:pt x="210" y="147"/>
                  </a:lnTo>
                  <a:lnTo>
                    <a:pt x="64" y="210"/>
                  </a:lnTo>
                  <a:lnTo>
                    <a:pt x="1" y="272"/>
                  </a:lnTo>
                  <a:lnTo>
                    <a:pt x="22" y="314"/>
                  </a:lnTo>
                  <a:lnTo>
                    <a:pt x="64" y="461"/>
                  </a:lnTo>
                  <a:lnTo>
                    <a:pt x="105" y="628"/>
                  </a:lnTo>
                  <a:lnTo>
                    <a:pt x="168" y="670"/>
                  </a:lnTo>
                  <a:lnTo>
                    <a:pt x="273" y="691"/>
                  </a:lnTo>
                  <a:lnTo>
                    <a:pt x="273" y="754"/>
                  </a:lnTo>
                  <a:lnTo>
                    <a:pt x="231" y="754"/>
                  </a:lnTo>
                  <a:lnTo>
                    <a:pt x="105" y="775"/>
                  </a:lnTo>
                  <a:lnTo>
                    <a:pt x="126" y="879"/>
                  </a:lnTo>
                  <a:lnTo>
                    <a:pt x="147" y="900"/>
                  </a:lnTo>
                  <a:lnTo>
                    <a:pt x="210" y="879"/>
                  </a:lnTo>
                  <a:lnTo>
                    <a:pt x="273" y="879"/>
                  </a:lnTo>
                  <a:lnTo>
                    <a:pt x="252" y="1047"/>
                  </a:lnTo>
                  <a:lnTo>
                    <a:pt x="147" y="1193"/>
                  </a:lnTo>
                  <a:lnTo>
                    <a:pt x="147" y="1277"/>
                  </a:lnTo>
                  <a:lnTo>
                    <a:pt x="315" y="1402"/>
                  </a:lnTo>
                  <a:lnTo>
                    <a:pt x="419" y="1423"/>
                  </a:lnTo>
                  <a:lnTo>
                    <a:pt x="461" y="1486"/>
                  </a:lnTo>
                  <a:lnTo>
                    <a:pt x="440" y="1570"/>
                  </a:lnTo>
                  <a:lnTo>
                    <a:pt x="336" y="1507"/>
                  </a:lnTo>
                  <a:lnTo>
                    <a:pt x="273" y="1528"/>
                  </a:lnTo>
                  <a:lnTo>
                    <a:pt x="273" y="1674"/>
                  </a:lnTo>
                  <a:lnTo>
                    <a:pt x="419" y="1821"/>
                  </a:lnTo>
                  <a:lnTo>
                    <a:pt x="356" y="1842"/>
                  </a:lnTo>
                  <a:lnTo>
                    <a:pt x="482" y="1988"/>
                  </a:lnTo>
                  <a:lnTo>
                    <a:pt x="482" y="2051"/>
                  </a:lnTo>
                  <a:lnTo>
                    <a:pt x="545" y="2135"/>
                  </a:lnTo>
                  <a:lnTo>
                    <a:pt x="670" y="2135"/>
                  </a:lnTo>
                  <a:lnTo>
                    <a:pt x="754" y="2218"/>
                  </a:lnTo>
                  <a:lnTo>
                    <a:pt x="900" y="2239"/>
                  </a:lnTo>
                  <a:lnTo>
                    <a:pt x="900" y="2365"/>
                  </a:lnTo>
                  <a:lnTo>
                    <a:pt x="838" y="2448"/>
                  </a:lnTo>
                  <a:lnTo>
                    <a:pt x="796" y="2511"/>
                  </a:lnTo>
                  <a:lnTo>
                    <a:pt x="859" y="2532"/>
                  </a:lnTo>
                  <a:lnTo>
                    <a:pt x="942" y="2658"/>
                  </a:lnTo>
                  <a:lnTo>
                    <a:pt x="984" y="2658"/>
                  </a:lnTo>
                  <a:lnTo>
                    <a:pt x="1089" y="2741"/>
                  </a:lnTo>
                  <a:lnTo>
                    <a:pt x="1152" y="2846"/>
                  </a:lnTo>
                  <a:lnTo>
                    <a:pt x="1152" y="2992"/>
                  </a:lnTo>
                  <a:lnTo>
                    <a:pt x="1172" y="3076"/>
                  </a:lnTo>
                  <a:lnTo>
                    <a:pt x="1214" y="3034"/>
                  </a:lnTo>
                  <a:lnTo>
                    <a:pt x="1193" y="2951"/>
                  </a:lnTo>
                  <a:lnTo>
                    <a:pt x="1361" y="2867"/>
                  </a:lnTo>
                  <a:lnTo>
                    <a:pt x="1465" y="2846"/>
                  </a:lnTo>
                  <a:lnTo>
                    <a:pt x="1570" y="2762"/>
                  </a:lnTo>
                  <a:lnTo>
                    <a:pt x="1779" y="2720"/>
                  </a:lnTo>
                  <a:lnTo>
                    <a:pt x="1905" y="2720"/>
                  </a:lnTo>
                  <a:lnTo>
                    <a:pt x="2051" y="2679"/>
                  </a:lnTo>
                  <a:lnTo>
                    <a:pt x="2135" y="2679"/>
                  </a:lnTo>
                  <a:lnTo>
                    <a:pt x="2198" y="2574"/>
                  </a:lnTo>
                  <a:lnTo>
                    <a:pt x="2114" y="2469"/>
                  </a:lnTo>
                  <a:lnTo>
                    <a:pt x="2093" y="2365"/>
                  </a:lnTo>
                  <a:lnTo>
                    <a:pt x="2302" y="2197"/>
                  </a:lnTo>
                  <a:lnTo>
                    <a:pt x="2344" y="2051"/>
                  </a:lnTo>
                  <a:lnTo>
                    <a:pt x="2261" y="1925"/>
                  </a:lnTo>
                  <a:lnTo>
                    <a:pt x="2093" y="1737"/>
                  </a:lnTo>
                  <a:lnTo>
                    <a:pt x="2030" y="1507"/>
                  </a:lnTo>
                  <a:lnTo>
                    <a:pt x="2114" y="1423"/>
                  </a:lnTo>
                  <a:lnTo>
                    <a:pt x="2093" y="1319"/>
                  </a:lnTo>
                  <a:lnTo>
                    <a:pt x="2051" y="1193"/>
                  </a:lnTo>
                  <a:lnTo>
                    <a:pt x="2030" y="1109"/>
                  </a:lnTo>
                  <a:lnTo>
                    <a:pt x="2135" y="984"/>
                  </a:lnTo>
                  <a:lnTo>
                    <a:pt x="1926" y="963"/>
                  </a:lnTo>
                  <a:lnTo>
                    <a:pt x="1842" y="1088"/>
                  </a:lnTo>
                  <a:lnTo>
                    <a:pt x="1737" y="1005"/>
                  </a:lnTo>
                  <a:lnTo>
                    <a:pt x="1633" y="1047"/>
                  </a:lnTo>
                  <a:lnTo>
                    <a:pt x="1591" y="963"/>
                  </a:lnTo>
                  <a:lnTo>
                    <a:pt x="1382" y="879"/>
                  </a:lnTo>
                  <a:lnTo>
                    <a:pt x="1361" y="837"/>
                  </a:lnTo>
                  <a:lnTo>
                    <a:pt x="1424" y="691"/>
                  </a:lnTo>
                  <a:lnTo>
                    <a:pt x="1277" y="565"/>
                  </a:lnTo>
                  <a:lnTo>
                    <a:pt x="1110" y="482"/>
                  </a:lnTo>
                  <a:lnTo>
                    <a:pt x="1089" y="377"/>
                  </a:lnTo>
                  <a:lnTo>
                    <a:pt x="900" y="168"/>
                  </a:lnTo>
                  <a:lnTo>
                    <a:pt x="880" y="105"/>
                  </a:lnTo>
                  <a:lnTo>
                    <a:pt x="754" y="63"/>
                  </a:lnTo>
                  <a:lnTo>
                    <a:pt x="670" y="42"/>
                  </a:lnTo>
                  <a:lnTo>
                    <a:pt x="566" y="21"/>
                  </a:lnTo>
                  <a:lnTo>
                    <a:pt x="46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</p:grpSp>
      <p:grpSp>
        <p:nvGrpSpPr>
          <p:cNvPr id="834" name="Google Shape;7910;p67">
            <a:extLst>
              <a:ext uri="{FF2B5EF4-FFF2-40B4-BE49-F238E27FC236}">
                <a16:creationId xmlns:a16="http://schemas.microsoft.com/office/drawing/2014/main" id="{BFD63860-D090-FB02-F49D-A35B410D527C}"/>
              </a:ext>
            </a:extLst>
          </p:cNvPr>
          <p:cNvGrpSpPr/>
          <p:nvPr/>
        </p:nvGrpSpPr>
        <p:grpSpPr>
          <a:xfrm>
            <a:off x="1200907" y="2267405"/>
            <a:ext cx="4666442" cy="2751786"/>
            <a:chOff x="2514225" y="4239175"/>
            <a:chExt cx="2084800" cy="1229400"/>
          </a:xfrm>
          <a:solidFill>
            <a:srgbClr val="FD5B0E"/>
          </a:solidFill>
        </p:grpSpPr>
        <p:sp>
          <p:nvSpPr>
            <p:cNvPr id="835" name="Google Shape;7911;p67">
              <a:extLst>
                <a:ext uri="{FF2B5EF4-FFF2-40B4-BE49-F238E27FC236}">
                  <a16:creationId xmlns:a16="http://schemas.microsoft.com/office/drawing/2014/main" id="{78DD50B0-ECD9-ACC9-4870-3EE1A69137F6}"/>
                </a:ext>
              </a:extLst>
            </p:cNvPr>
            <p:cNvSpPr/>
            <p:nvPr/>
          </p:nvSpPr>
          <p:spPr>
            <a:xfrm>
              <a:off x="4176649" y="5109975"/>
              <a:ext cx="242800" cy="213275"/>
            </a:xfrm>
            <a:custGeom>
              <a:avLst/>
              <a:gdLst/>
              <a:ahLst/>
              <a:cxnLst/>
              <a:rect l="l" t="t" r="r" b="b"/>
              <a:pathLst>
                <a:path w="9712" h="8531" extrusionOk="0">
                  <a:moveTo>
                    <a:pt x="7051" y="0"/>
                  </a:moveTo>
                  <a:cubicBezTo>
                    <a:pt x="7036" y="0"/>
                    <a:pt x="7009" y="41"/>
                    <a:pt x="7001" y="75"/>
                  </a:cubicBezTo>
                  <a:cubicBezTo>
                    <a:pt x="7013" y="149"/>
                    <a:pt x="7001" y="235"/>
                    <a:pt x="6964" y="309"/>
                  </a:cubicBezTo>
                  <a:cubicBezTo>
                    <a:pt x="6902" y="396"/>
                    <a:pt x="6828" y="469"/>
                    <a:pt x="6853" y="482"/>
                  </a:cubicBezTo>
                  <a:cubicBezTo>
                    <a:pt x="6877" y="506"/>
                    <a:pt x="6951" y="506"/>
                    <a:pt x="6914" y="556"/>
                  </a:cubicBezTo>
                  <a:cubicBezTo>
                    <a:pt x="6877" y="617"/>
                    <a:pt x="6853" y="679"/>
                    <a:pt x="6865" y="753"/>
                  </a:cubicBezTo>
                  <a:cubicBezTo>
                    <a:pt x="6865" y="827"/>
                    <a:pt x="6803" y="876"/>
                    <a:pt x="6828" y="901"/>
                  </a:cubicBezTo>
                  <a:cubicBezTo>
                    <a:pt x="6840" y="962"/>
                    <a:pt x="6853" y="1012"/>
                    <a:pt x="6853" y="1073"/>
                  </a:cubicBezTo>
                  <a:cubicBezTo>
                    <a:pt x="6853" y="1110"/>
                    <a:pt x="6853" y="1246"/>
                    <a:pt x="6828" y="1431"/>
                  </a:cubicBezTo>
                  <a:cubicBezTo>
                    <a:pt x="6803" y="1615"/>
                    <a:pt x="6730" y="1886"/>
                    <a:pt x="6631" y="1973"/>
                  </a:cubicBezTo>
                  <a:cubicBezTo>
                    <a:pt x="6594" y="1999"/>
                    <a:pt x="6552" y="2012"/>
                    <a:pt x="6511" y="2012"/>
                  </a:cubicBezTo>
                  <a:cubicBezTo>
                    <a:pt x="6458" y="2012"/>
                    <a:pt x="6407" y="1990"/>
                    <a:pt x="6372" y="1948"/>
                  </a:cubicBezTo>
                  <a:cubicBezTo>
                    <a:pt x="6286" y="1874"/>
                    <a:pt x="6261" y="1776"/>
                    <a:pt x="6212" y="1739"/>
                  </a:cubicBezTo>
                  <a:cubicBezTo>
                    <a:pt x="6101" y="1714"/>
                    <a:pt x="5990" y="1665"/>
                    <a:pt x="5904" y="1591"/>
                  </a:cubicBezTo>
                  <a:cubicBezTo>
                    <a:pt x="5830" y="1504"/>
                    <a:pt x="5793" y="1455"/>
                    <a:pt x="5744" y="1455"/>
                  </a:cubicBezTo>
                  <a:cubicBezTo>
                    <a:pt x="5695" y="1455"/>
                    <a:pt x="5621" y="1369"/>
                    <a:pt x="5584" y="1320"/>
                  </a:cubicBezTo>
                  <a:cubicBezTo>
                    <a:pt x="5534" y="1283"/>
                    <a:pt x="5485" y="1246"/>
                    <a:pt x="5424" y="1209"/>
                  </a:cubicBezTo>
                  <a:cubicBezTo>
                    <a:pt x="5399" y="1184"/>
                    <a:pt x="5337" y="1172"/>
                    <a:pt x="5374" y="1122"/>
                  </a:cubicBezTo>
                  <a:cubicBezTo>
                    <a:pt x="5411" y="1049"/>
                    <a:pt x="5460" y="975"/>
                    <a:pt x="5510" y="901"/>
                  </a:cubicBezTo>
                  <a:cubicBezTo>
                    <a:pt x="5547" y="864"/>
                    <a:pt x="5596" y="851"/>
                    <a:pt x="5547" y="827"/>
                  </a:cubicBezTo>
                  <a:cubicBezTo>
                    <a:pt x="5497" y="802"/>
                    <a:pt x="5522" y="704"/>
                    <a:pt x="5596" y="704"/>
                  </a:cubicBezTo>
                  <a:cubicBezTo>
                    <a:pt x="5658" y="704"/>
                    <a:pt x="5596" y="654"/>
                    <a:pt x="5645" y="580"/>
                  </a:cubicBezTo>
                  <a:cubicBezTo>
                    <a:pt x="5695" y="519"/>
                    <a:pt x="5769" y="457"/>
                    <a:pt x="5732" y="432"/>
                  </a:cubicBezTo>
                  <a:cubicBezTo>
                    <a:pt x="5712" y="413"/>
                    <a:pt x="5685" y="356"/>
                    <a:pt x="5657" y="356"/>
                  </a:cubicBezTo>
                  <a:cubicBezTo>
                    <a:pt x="5649" y="356"/>
                    <a:pt x="5641" y="360"/>
                    <a:pt x="5633" y="371"/>
                  </a:cubicBezTo>
                  <a:cubicBezTo>
                    <a:pt x="5601" y="403"/>
                    <a:pt x="5597" y="474"/>
                    <a:pt x="5571" y="474"/>
                  </a:cubicBezTo>
                  <a:cubicBezTo>
                    <a:pt x="5567" y="474"/>
                    <a:pt x="5564" y="472"/>
                    <a:pt x="5559" y="469"/>
                  </a:cubicBezTo>
                  <a:cubicBezTo>
                    <a:pt x="5534" y="432"/>
                    <a:pt x="5485" y="432"/>
                    <a:pt x="5497" y="383"/>
                  </a:cubicBezTo>
                  <a:cubicBezTo>
                    <a:pt x="5505" y="359"/>
                    <a:pt x="5503" y="335"/>
                    <a:pt x="5486" y="335"/>
                  </a:cubicBezTo>
                  <a:cubicBezTo>
                    <a:pt x="5478" y="335"/>
                    <a:pt x="5465" y="342"/>
                    <a:pt x="5448" y="359"/>
                  </a:cubicBezTo>
                  <a:cubicBezTo>
                    <a:pt x="5412" y="404"/>
                    <a:pt x="5361" y="430"/>
                    <a:pt x="5313" y="430"/>
                  </a:cubicBezTo>
                  <a:cubicBezTo>
                    <a:pt x="5296" y="430"/>
                    <a:pt x="5279" y="427"/>
                    <a:pt x="5263" y="420"/>
                  </a:cubicBezTo>
                  <a:cubicBezTo>
                    <a:pt x="5177" y="408"/>
                    <a:pt x="4931" y="272"/>
                    <a:pt x="4832" y="272"/>
                  </a:cubicBezTo>
                  <a:cubicBezTo>
                    <a:pt x="4734" y="260"/>
                    <a:pt x="4734" y="223"/>
                    <a:pt x="4697" y="186"/>
                  </a:cubicBezTo>
                  <a:cubicBezTo>
                    <a:pt x="4658" y="157"/>
                    <a:pt x="4582" y="113"/>
                    <a:pt x="4550" y="113"/>
                  </a:cubicBezTo>
                  <a:cubicBezTo>
                    <a:pt x="4542" y="113"/>
                    <a:pt x="4536" y="116"/>
                    <a:pt x="4536" y="124"/>
                  </a:cubicBezTo>
                  <a:cubicBezTo>
                    <a:pt x="4536" y="161"/>
                    <a:pt x="4549" y="198"/>
                    <a:pt x="4610" y="211"/>
                  </a:cubicBezTo>
                  <a:cubicBezTo>
                    <a:pt x="4623" y="213"/>
                    <a:pt x="4633" y="214"/>
                    <a:pt x="4643" y="214"/>
                  </a:cubicBezTo>
                  <a:cubicBezTo>
                    <a:pt x="4649" y="214"/>
                    <a:pt x="4655" y="213"/>
                    <a:pt x="4660" y="213"/>
                  </a:cubicBezTo>
                  <a:cubicBezTo>
                    <a:pt x="4686" y="213"/>
                    <a:pt x="4697" y="219"/>
                    <a:pt x="4697" y="285"/>
                  </a:cubicBezTo>
                  <a:cubicBezTo>
                    <a:pt x="4697" y="383"/>
                    <a:pt x="4746" y="408"/>
                    <a:pt x="4684" y="432"/>
                  </a:cubicBezTo>
                  <a:cubicBezTo>
                    <a:pt x="4641" y="445"/>
                    <a:pt x="4601" y="451"/>
                    <a:pt x="4561" y="451"/>
                  </a:cubicBezTo>
                  <a:cubicBezTo>
                    <a:pt x="4521" y="451"/>
                    <a:pt x="4481" y="445"/>
                    <a:pt x="4438" y="432"/>
                  </a:cubicBezTo>
                  <a:cubicBezTo>
                    <a:pt x="4424" y="423"/>
                    <a:pt x="4413" y="419"/>
                    <a:pt x="4403" y="419"/>
                  </a:cubicBezTo>
                  <a:cubicBezTo>
                    <a:pt x="4388" y="419"/>
                    <a:pt x="4374" y="430"/>
                    <a:pt x="4352" y="445"/>
                  </a:cubicBezTo>
                  <a:cubicBezTo>
                    <a:pt x="4315" y="482"/>
                    <a:pt x="4265" y="469"/>
                    <a:pt x="4241" y="494"/>
                  </a:cubicBezTo>
                  <a:cubicBezTo>
                    <a:pt x="4216" y="506"/>
                    <a:pt x="4191" y="580"/>
                    <a:pt x="4167" y="630"/>
                  </a:cubicBezTo>
                  <a:cubicBezTo>
                    <a:pt x="4130" y="679"/>
                    <a:pt x="4117" y="753"/>
                    <a:pt x="4093" y="765"/>
                  </a:cubicBezTo>
                  <a:cubicBezTo>
                    <a:pt x="4068" y="814"/>
                    <a:pt x="4031" y="864"/>
                    <a:pt x="4007" y="925"/>
                  </a:cubicBezTo>
                  <a:cubicBezTo>
                    <a:pt x="3982" y="987"/>
                    <a:pt x="3945" y="987"/>
                    <a:pt x="3957" y="1024"/>
                  </a:cubicBezTo>
                  <a:cubicBezTo>
                    <a:pt x="3970" y="1073"/>
                    <a:pt x="4031" y="1147"/>
                    <a:pt x="4019" y="1184"/>
                  </a:cubicBezTo>
                  <a:cubicBezTo>
                    <a:pt x="4011" y="1214"/>
                    <a:pt x="4004" y="1230"/>
                    <a:pt x="3986" y="1230"/>
                  </a:cubicBezTo>
                  <a:cubicBezTo>
                    <a:pt x="3974" y="1230"/>
                    <a:pt x="3957" y="1223"/>
                    <a:pt x="3933" y="1209"/>
                  </a:cubicBezTo>
                  <a:cubicBezTo>
                    <a:pt x="3892" y="1176"/>
                    <a:pt x="3845" y="1159"/>
                    <a:pt x="3800" y="1159"/>
                  </a:cubicBezTo>
                  <a:cubicBezTo>
                    <a:pt x="3778" y="1159"/>
                    <a:pt x="3756" y="1164"/>
                    <a:pt x="3735" y="1172"/>
                  </a:cubicBezTo>
                  <a:cubicBezTo>
                    <a:pt x="3704" y="1204"/>
                    <a:pt x="3645" y="1344"/>
                    <a:pt x="3629" y="1344"/>
                  </a:cubicBezTo>
                  <a:cubicBezTo>
                    <a:pt x="3626" y="1344"/>
                    <a:pt x="3625" y="1341"/>
                    <a:pt x="3625" y="1332"/>
                  </a:cubicBezTo>
                  <a:cubicBezTo>
                    <a:pt x="3612" y="1209"/>
                    <a:pt x="3575" y="1098"/>
                    <a:pt x="3526" y="999"/>
                  </a:cubicBezTo>
                  <a:cubicBezTo>
                    <a:pt x="3464" y="925"/>
                    <a:pt x="3427" y="962"/>
                    <a:pt x="3403" y="913"/>
                  </a:cubicBezTo>
                  <a:cubicBezTo>
                    <a:pt x="3375" y="885"/>
                    <a:pt x="3375" y="835"/>
                    <a:pt x="3366" y="835"/>
                  </a:cubicBezTo>
                  <a:cubicBezTo>
                    <a:pt x="3363" y="835"/>
                    <a:pt x="3359" y="840"/>
                    <a:pt x="3354" y="851"/>
                  </a:cubicBezTo>
                  <a:cubicBezTo>
                    <a:pt x="3317" y="901"/>
                    <a:pt x="3341" y="962"/>
                    <a:pt x="3292" y="962"/>
                  </a:cubicBezTo>
                  <a:cubicBezTo>
                    <a:pt x="3259" y="962"/>
                    <a:pt x="3226" y="929"/>
                    <a:pt x="3201" y="929"/>
                  </a:cubicBezTo>
                  <a:cubicBezTo>
                    <a:pt x="3188" y="929"/>
                    <a:pt x="3177" y="938"/>
                    <a:pt x="3169" y="962"/>
                  </a:cubicBezTo>
                  <a:cubicBezTo>
                    <a:pt x="3146" y="1020"/>
                    <a:pt x="3155" y="1099"/>
                    <a:pt x="3116" y="1099"/>
                  </a:cubicBezTo>
                  <a:cubicBezTo>
                    <a:pt x="3113" y="1099"/>
                    <a:pt x="3110" y="1099"/>
                    <a:pt x="3107" y="1098"/>
                  </a:cubicBezTo>
                  <a:cubicBezTo>
                    <a:pt x="3070" y="1073"/>
                    <a:pt x="3070" y="1061"/>
                    <a:pt x="3058" y="1036"/>
                  </a:cubicBezTo>
                  <a:cubicBezTo>
                    <a:pt x="3056" y="1033"/>
                    <a:pt x="3054" y="1031"/>
                    <a:pt x="3052" y="1031"/>
                  </a:cubicBezTo>
                  <a:cubicBezTo>
                    <a:pt x="3038" y="1031"/>
                    <a:pt x="3017" y="1086"/>
                    <a:pt x="2996" y="1086"/>
                  </a:cubicBezTo>
                  <a:cubicBezTo>
                    <a:pt x="2994" y="1087"/>
                    <a:pt x="2992" y="1088"/>
                    <a:pt x="2990" y="1088"/>
                  </a:cubicBezTo>
                  <a:cubicBezTo>
                    <a:pt x="2981" y="1088"/>
                    <a:pt x="2968" y="1077"/>
                    <a:pt x="2954" y="1077"/>
                  </a:cubicBezTo>
                  <a:cubicBezTo>
                    <a:pt x="2947" y="1077"/>
                    <a:pt x="2941" y="1079"/>
                    <a:pt x="2935" y="1086"/>
                  </a:cubicBezTo>
                  <a:cubicBezTo>
                    <a:pt x="2910" y="1122"/>
                    <a:pt x="2898" y="1196"/>
                    <a:pt x="2935" y="1196"/>
                  </a:cubicBezTo>
                  <a:cubicBezTo>
                    <a:pt x="2959" y="1196"/>
                    <a:pt x="2984" y="1233"/>
                    <a:pt x="2935" y="1233"/>
                  </a:cubicBezTo>
                  <a:cubicBezTo>
                    <a:pt x="2885" y="1233"/>
                    <a:pt x="2848" y="1270"/>
                    <a:pt x="2873" y="1283"/>
                  </a:cubicBezTo>
                  <a:cubicBezTo>
                    <a:pt x="2898" y="1295"/>
                    <a:pt x="2935" y="1332"/>
                    <a:pt x="2873" y="1332"/>
                  </a:cubicBezTo>
                  <a:cubicBezTo>
                    <a:pt x="2866" y="1331"/>
                    <a:pt x="2860" y="1330"/>
                    <a:pt x="2855" y="1330"/>
                  </a:cubicBezTo>
                  <a:cubicBezTo>
                    <a:pt x="2809" y="1330"/>
                    <a:pt x="2799" y="1373"/>
                    <a:pt x="2799" y="1406"/>
                  </a:cubicBezTo>
                  <a:cubicBezTo>
                    <a:pt x="2799" y="1455"/>
                    <a:pt x="2787" y="1554"/>
                    <a:pt x="2836" y="1566"/>
                  </a:cubicBezTo>
                  <a:cubicBezTo>
                    <a:pt x="2873" y="1578"/>
                    <a:pt x="2898" y="1615"/>
                    <a:pt x="2824" y="1615"/>
                  </a:cubicBezTo>
                  <a:cubicBezTo>
                    <a:pt x="2737" y="1615"/>
                    <a:pt x="2664" y="1603"/>
                    <a:pt x="2590" y="1566"/>
                  </a:cubicBezTo>
                  <a:cubicBezTo>
                    <a:pt x="2586" y="1563"/>
                    <a:pt x="2581" y="1562"/>
                    <a:pt x="2577" y="1562"/>
                  </a:cubicBezTo>
                  <a:cubicBezTo>
                    <a:pt x="2543" y="1562"/>
                    <a:pt x="2507" y="1644"/>
                    <a:pt x="2540" y="1677"/>
                  </a:cubicBezTo>
                  <a:cubicBezTo>
                    <a:pt x="2565" y="1714"/>
                    <a:pt x="2627" y="1739"/>
                    <a:pt x="2627" y="1788"/>
                  </a:cubicBezTo>
                  <a:cubicBezTo>
                    <a:pt x="2627" y="1824"/>
                    <a:pt x="2613" y="1847"/>
                    <a:pt x="2601" y="1847"/>
                  </a:cubicBezTo>
                  <a:cubicBezTo>
                    <a:pt x="2597" y="1847"/>
                    <a:pt x="2593" y="1844"/>
                    <a:pt x="2590" y="1837"/>
                  </a:cubicBezTo>
                  <a:cubicBezTo>
                    <a:pt x="2583" y="1828"/>
                    <a:pt x="2578" y="1824"/>
                    <a:pt x="2573" y="1824"/>
                  </a:cubicBezTo>
                  <a:cubicBezTo>
                    <a:pt x="2560" y="1824"/>
                    <a:pt x="2553" y="1859"/>
                    <a:pt x="2553" y="1886"/>
                  </a:cubicBezTo>
                  <a:cubicBezTo>
                    <a:pt x="2553" y="1897"/>
                    <a:pt x="2548" y="1901"/>
                    <a:pt x="2540" y="1901"/>
                  </a:cubicBezTo>
                  <a:cubicBezTo>
                    <a:pt x="2522" y="1901"/>
                    <a:pt x="2488" y="1872"/>
                    <a:pt x="2479" y="1837"/>
                  </a:cubicBezTo>
                  <a:cubicBezTo>
                    <a:pt x="2454" y="1788"/>
                    <a:pt x="2429" y="1665"/>
                    <a:pt x="2405" y="1665"/>
                  </a:cubicBezTo>
                  <a:cubicBezTo>
                    <a:pt x="2368" y="1665"/>
                    <a:pt x="2282" y="1751"/>
                    <a:pt x="2245" y="1837"/>
                  </a:cubicBezTo>
                  <a:cubicBezTo>
                    <a:pt x="2220" y="1923"/>
                    <a:pt x="2195" y="1997"/>
                    <a:pt x="2208" y="2047"/>
                  </a:cubicBezTo>
                  <a:cubicBezTo>
                    <a:pt x="2220" y="2084"/>
                    <a:pt x="2245" y="2121"/>
                    <a:pt x="2220" y="2145"/>
                  </a:cubicBezTo>
                  <a:cubicBezTo>
                    <a:pt x="2195" y="2157"/>
                    <a:pt x="2097" y="2305"/>
                    <a:pt x="2035" y="2392"/>
                  </a:cubicBezTo>
                  <a:cubicBezTo>
                    <a:pt x="1949" y="2490"/>
                    <a:pt x="1850" y="2564"/>
                    <a:pt x="1727" y="2601"/>
                  </a:cubicBezTo>
                  <a:cubicBezTo>
                    <a:pt x="1629" y="2626"/>
                    <a:pt x="1505" y="2626"/>
                    <a:pt x="1456" y="2650"/>
                  </a:cubicBezTo>
                  <a:cubicBezTo>
                    <a:pt x="1407" y="2663"/>
                    <a:pt x="1431" y="2687"/>
                    <a:pt x="1357" y="2724"/>
                  </a:cubicBezTo>
                  <a:cubicBezTo>
                    <a:pt x="1296" y="2761"/>
                    <a:pt x="1173" y="2786"/>
                    <a:pt x="1123" y="2811"/>
                  </a:cubicBezTo>
                  <a:cubicBezTo>
                    <a:pt x="1086" y="2835"/>
                    <a:pt x="1086" y="2835"/>
                    <a:pt x="1025" y="2835"/>
                  </a:cubicBezTo>
                  <a:cubicBezTo>
                    <a:pt x="914" y="2860"/>
                    <a:pt x="803" y="2909"/>
                    <a:pt x="717" y="2983"/>
                  </a:cubicBezTo>
                  <a:cubicBezTo>
                    <a:pt x="643" y="3057"/>
                    <a:pt x="581" y="3119"/>
                    <a:pt x="532" y="3119"/>
                  </a:cubicBezTo>
                  <a:cubicBezTo>
                    <a:pt x="458" y="3131"/>
                    <a:pt x="384" y="3192"/>
                    <a:pt x="359" y="3266"/>
                  </a:cubicBezTo>
                  <a:cubicBezTo>
                    <a:pt x="350" y="3312"/>
                    <a:pt x="348" y="3379"/>
                    <a:pt x="337" y="3379"/>
                  </a:cubicBezTo>
                  <a:cubicBezTo>
                    <a:pt x="333" y="3379"/>
                    <a:pt x="329" y="3371"/>
                    <a:pt x="322" y="3353"/>
                  </a:cubicBezTo>
                  <a:cubicBezTo>
                    <a:pt x="302" y="3290"/>
                    <a:pt x="325" y="3166"/>
                    <a:pt x="303" y="3166"/>
                  </a:cubicBezTo>
                  <a:cubicBezTo>
                    <a:pt x="299" y="3166"/>
                    <a:pt x="293" y="3171"/>
                    <a:pt x="285" y="3180"/>
                  </a:cubicBezTo>
                  <a:cubicBezTo>
                    <a:pt x="236" y="3254"/>
                    <a:pt x="199" y="3353"/>
                    <a:pt x="199" y="3451"/>
                  </a:cubicBezTo>
                  <a:cubicBezTo>
                    <a:pt x="199" y="3501"/>
                    <a:pt x="236" y="3488"/>
                    <a:pt x="199" y="3562"/>
                  </a:cubicBezTo>
                  <a:cubicBezTo>
                    <a:pt x="162" y="3661"/>
                    <a:pt x="138" y="3759"/>
                    <a:pt x="138" y="3870"/>
                  </a:cubicBezTo>
                  <a:cubicBezTo>
                    <a:pt x="162" y="3993"/>
                    <a:pt x="212" y="4117"/>
                    <a:pt x="261" y="4240"/>
                  </a:cubicBezTo>
                  <a:cubicBezTo>
                    <a:pt x="283" y="4340"/>
                    <a:pt x="315" y="4530"/>
                    <a:pt x="285" y="4530"/>
                  </a:cubicBezTo>
                  <a:cubicBezTo>
                    <a:pt x="282" y="4530"/>
                    <a:pt x="278" y="4528"/>
                    <a:pt x="273" y="4523"/>
                  </a:cubicBezTo>
                  <a:cubicBezTo>
                    <a:pt x="239" y="4466"/>
                    <a:pt x="150" y="4311"/>
                    <a:pt x="139" y="4311"/>
                  </a:cubicBezTo>
                  <a:cubicBezTo>
                    <a:pt x="138" y="4311"/>
                    <a:pt x="138" y="4312"/>
                    <a:pt x="138" y="4314"/>
                  </a:cubicBezTo>
                  <a:cubicBezTo>
                    <a:pt x="138" y="4351"/>
                    <a:pt x="224" y="4499"/>
                    <a:pt x="224" y="4523"/>
                  </a:cubicBezTo>
                  <a:cubicBezTo>
                    <a:pt x="224" y="4532"/>
                    <a:pt x="203" y="4577"/>
                    <a:pt x="177" y="4577"/>
                  </a:cubicBezTo>
                  <a:cubicBezTo>
                    <a:pt x="168" y="4577"/>
                    <a:pt x="159" y="4572"/>
                    <a:pt x="150" y="4560"/>
                  </a:cubicBezTo>
                  <a:cubicBezTo>
                    <a:pt x="116" y="4516"/>
                    <a:pt x="12" y="4319"/>
                    <a:pt x="2" y="4319"/>
                  </a:cubicBezTo>
                  <a:lnTo>
                    <a:pt x="2" y="4319"/>
                  </a:lnTo>
                  <a:cubicBezTo>
                    <a:pt x="1" y="4319"/>
                    <a:pt x="1" y="4321"/>
                    <a:pt x="2" y="4326"/>
                  </a:cubicBezTo>
                  <a:cubicBezTo>
                    <a:pt x="39" y="4437"/>
                    <a:pt x="101" y="4548"/>
                    <a:pt x="175" y="4634"/>
                  </a:cubicBezTo>
                  <a:cubicBezTo>
                    <a:pt x="249" y="4720"/>
                    <a:pt x="285" y="4819"/>
                    <a:pt x="298" y="4930"/>
                  </a:cubicBezTo>
                  <a:cubicBezTo>
                    <a:pt x="298" y="5016"/>
                    <a:pt x="310" y="5102"/>
                    <a:pt x="347" y="5176"/>
                  </a:cubicBezTo>
                  <a:cubicBezTo>
                    <a:pt x="384" y="5238"/>
                    <a:pt x="507" y="5361"/>
                    <a:pt x="507" y="5484"/>
                  </a:cubicBezTo>
                  <a:cubicBezTo>
                    <a:pt x="483" y="5595"/>
                    <a:pt x="495" y="5694"/>
                    <a:pt x="520" y="5805"/>
                  </a:cubicBezTo>
                  <a:cubicBezTo>
                    <a:pt x="594" y="5915"/>
                    <a:pt x="643" y="6051"/>
                    <a:pt x="667" y="6174"/>
                  </a:cubicBezTo>
                  <a:cubicBezTo>
                    <a:pt x="667" y="6285"/>
                    <a:pt x="630" y="6408"/>
                    <a:pt x="630" y="6482"/>
                  </a:cubicBezTo>
                  <a:cubicBezTo>
                    <a:pt x="630" y="6569"/>
                    <a:pt x="667" y="6655"/>
                    <a:pt x="643" y="6679"/>
                  </a:cubicBezTo>
                  <a:cubicBezTo>
                    <a:pt x="630" y="6692"/>
                    <a:pt x="581" y="6679"/>
                    <a:pt x="532" y="6741"/>
                  </a:cubicBezTo>
                  <a:cubicBezTo>
                    <a:pt x="470" y="6815"/>
                    <a:pt x="458" y="6926"/>
                    <a:pt x="495" y="6938"/>
                  </a:cubicBezTo>
                  <a:cubicBezTo>
                    <a:pt x="569" y="6975"/>
                    <a:pt x="643" y="7024"/>
                    <a:pt x="704" y="7074"/>
                  </a:cubicBezTo>
                  <a:cubicBezTo>
                    <a:pt x="791" y="7148"/>
                    <a:pt x="902" y="7197"/>
                    <a:pt x="1012" y="7197"/>
                  </a:cubicBezTo>
                  <a:cubicBezTo>
                    <a:pt x="1148" y="7172"/>
                    <a:pt x="1271" y="7123"/>
                    <a:pt x="1382" y="7049"/>
                  </a:cubicBezTo>
                  <a:cubicBezTo>
                    <a:pt x="1493" y="6987"/>
                    <a:pt x="1530" y="7024"/>
                    <a:pt x="1542" y="6987"/>
                  </a:cubicBezTo>
                  <a:cubicBezTo>
                    <a:pt x="1555" y="6950"/>
                    <a:pt x="1592" y="6864"/>
                    <a:pt x="1665" y="6864"/>
                  </a:cubicBezTo>
                  <a:cubicBezTo>
                    <a:pt x="1727" y="6864"/>
                    <a:pt x="1826" y="6815"/>
                    <a:pt x="1949" y="6815"/>
                  </a:cubicBezTo>
                  <a:cubicBezTo>
                    <a:pt x="2040" y="6815"/>
                    <a:pt x="2282" y="6873"/>
                    <a:pt x="2413" y="6873"/>
                  </a:cubicBezTo>
                  <a:cubicBezTo>
                    <a:pt x="2441" y="6873"/>
                    <a:pt x="2463" y="6871"/>
                    <a:pt x="2479" y="6864"/>
                  </a:cubicBezTo>
                  <a:cubicBezTo>
                    <a:pt x="2553" y="6827"/>
                    <a:pt x="2577" y="6753"/>
                    <a:pt x="2627" y="6667"/>
                  </a:cubicBezTo>
                  <a:cubicBezTo>
                    <a:pt x="2688" y="6581"/>
                    <a:pt x="2787" y="6544"/>
                    <a:pt x="2898" y="6482"/>
                  </a:cubicBezTo>
                  <a:cubicBezTo>
                    <a:pt x="3009" y="6408"/>
                    <a:pt x="3082" y="6359"/>
                    <a:pt x="3144" y="6359"/>
                  </a:cubicBezTo>
                  <a:cubicBezTo>
                    <a:pt x="3165" y="6361"/>
                    <a:pt x="3186" y="6362"/>
                    <a:pt x="3206" y="6362"/>
                  </a:cubicBezTo>
                  <a:cubicBezTo>
                    <a:pt x="3305" y="6362"/>
                    <a:pt x="3397" y="6338"/>
                    <a:pt x="3489" y="6297"/>
                  </a:cubicBezTo>
                  <a:cubicBezTo>
                    <a:pt x="3637" y="6211"/>
                    <a:pt x="3797" y="6150"/>
                    <a:pt x="3982" y="6137"/>
                  </a:cubicBezTo>
                  <a:cubicBezTo>
                    <a:pt x="4150" y="6137"/>
                    <a:pt x="4277" y="6086"/>
                    <a:pt x="4336" y="6086"/>
                  </a:cubicBezTo>
                  <a:cubicBezTo>
                    <a:pt x="4342" y="6086"/>
                    <a:pt x="4347" y="6087"/>
                    <a:pt x="4352" y="6088"/>
                  </a:cubicBezTo>
                  <a:cubicBezTo>
                    <a:pt x="4413" y="6113"/>
                    <a:pt x="4573" y="6248"/>
                    <a:pt x="4660" y="6260"/>
                  </a:cubicBezTo>
                  <a:cubicBezTo>
                    <a:pt x="4758" y="6273"/>
                    <a:pt x="4844" y="6285"/>
                    <a:pt x="4931" y="6322"/>
                  </a:cubicBezTo>
                  <a:cubicBezTo>
                    <a:pt x="5005" y="6359"/>
                    <a:pt x="5115" y="6334"/>
                    <a:pt x="5079" y="6421"/>
                  </a:cubicBezTo>
                  <a:cubicBezTo>
                    <a:pt x="5055" y="6502"/>
                    <a:pt x="5043" y="6594"/>
                    <a:pt x="5073" y="6594"/>
                  </a:cubicBezTo>
                  <a:cubicBezTo>
                    <a:pt x="5074" y="6594"/>
                    <a:pt x="5076" y="6594"/>
                    <a:pt x="5079" y="6593"/>
                  </a:cubicBezTo>
                  <a:cubicBezTo>
                    <a:pt x="5097" y="6581"/>
                    <a:pt x="5100" y="6572"/>
                    <a:pt x="5105" y="6572"/>
                  </a:cubicBezTo>
                  <a:cubicBezTo>
                    <a:pt x="5109" y="6572"/>
                    <a:pt x="5115" y="6581"/>
                    <a:pt x="5140" y="6605"/>
                  </a:cubicBezTo>
                  <a:cubicBezTo>
                    <a:pt x="5189" y="6655"/>
                    <a:pt x="5226" y="6667"/>
                    <a:pt x="5251" y="6729"/>
                  </a:cubicBezTo>
                  <a:cubicBezTo>
                    <a:pt x="5276" y="6790"/>
                    <a:pt x="5325" y="6790"/>
                    <a:pt x="5325" y="6840"/>
                  </a:cubicBezTo>
                  <a:cubicBezTo>
                    <a:pt x="5337" y="6889"/>
                    <a:pt x="5337" y="6938"/>
                    <a:pt x="5337" y="6987"/>
                  </a:cubicBezTo>
                  <a:cubicBezTo>
                    <a:pt x="5374" y="7061"/>
                    <a:pt x="5411" y="7135"/>
                    <a:pt x="5473" y="7185"/>
                  </a:cubicBezTo>
                  <a:cubicBezTo>
                    <a:pt x="5477" y="7188"/>
                    <a:pt x="5480" y="7189"/>
                    <a:pt x="5481" y="7189"/>
                  </a:cubicBezTo>
                  <a:cubicBezTo>
                    <a:pt x="5491" y="7189"/>
                    <a:pt x="5431" y="7116"/>
                    <a:pt x="5485" y="7061"/>
                  </a:cubicBezTo>
                  <a:cubicBezTo>
                    <a:pt x="5571" y="6963"/>
                    <a:pt x="5658" y="6877"/>
                    <a:pt x="5756" y="6790"/>
                  </a:cubicBezTo>
                  <a:cubicBezTo>
                    <a:pt x="5793" y="6766"/>
                    <a:pt x="5781" y="6716"/>
                    <a:pt x="5842" y="6655"/>
                  </a:cubicBezTo>
                  <a:cubicBezTo>
                    <a:pt x="5892" y="6605"/>
                    <a:pt x="5929" y="6544"/>
                    <a:pt x="5953" y="6470"/>
                  </a:cubicBezTo>
                  <a:cubicBezTo>
                    <a:pt x="5953" y="6464"/>
                    <a:pt x="5953" y="6461"/>
                    <a:pt x="5953" y="6461"/>
                  </a:cubicBezTo>
                  <a:cubicBezTo>
                    <a:pt x="5954" y="6461"/>
                    <a:pt x="5956" y="6491"/>
                    <a:pt x="5966" y="6556"/>
                  </a:cubicBezTo>
                  <a:cubicBezTo>
                    <a:pt x="5978" y="6630"/>
                    <a:pt x="5953" y="6630"/>
                    <a:pt x="5966" y="6704"/>
                  </a:cubicBezTo>
                  <a:cubicBezTo>
                    <a:pt x="5966" y="6790"/>
                    <a:pt x="6003" y="6741"/>
                    <a:pt x="5941" y="6815"/>
                  </a:cubicBezTo>
                  <a:cubicBezTo>
                    <a:pt x="5904" y="6889"/>
                    <a:pt x="5879" y="6963"/>
                    <a:pt x="5867" y="7049"/>
                  </a:cubicBezTo>
                  <a:cubicBezTo>
                    <a:pt x="5879" y="7098"/>
                    <a:pt x="5842" y="7160"/>
                    <a:pt x="5781" y="7185"/>
                  </a:cubicBezTo>
                  <a:cubicBezTo>
                    <a:pt x="5732" y="7209"/>
                    <a:pt x="5744" y="7246"/>
                    <a:pt x="5781" y="7246"/>
                  </a:cubicBezTo>
                  <a:cubicBezTo>
                    <a:pt x="5796" y="7246"/>
                    <a:pt x="5815" y="7249"/>
                    <a:pt x="5834" y="7249"/>
                  </a:cubicBezTo>
                  <a:cubicBezTo>
                    <a:pt x="5877" y="7249"/>
                    <a:pt x="5924" y="7237"/>
                    <a:pt x="5941" y="7160"/>
                  </a:cubicBezTo>
                  <a:cubicBezTo>
                    <a:pt x="5963" y="7051"/>
                    <a:pt x="5956" y="6932"/>
                    <a:pt x="5971" y="6932"/>
                  </a:cubicBezTo>
                  <a:cubicBezTo>
                    <a:pt x="5973" y="6932"/>
                    <a:pt x="5975" y="6934"/>
                    <a:pt x="5978" y="6938"/>
                  </a:cubicBezTo>
                  <a:cubicBezTo>
                    <a:pt x="6003" y="6975"/>
                    <a:pt x="6138" y="7111"/>
                    <a:pt x="6113" y="7197"/>
                  </a:cubicBezTo>
                  <a:cubicBezTo>
                    <a:pt x="6089" y="7283"/>
                    <a:pt x="5978" y="7382"/>
                    <a:pt x="6064" y="7394"/>
                  </a:cubicBezTo>
                  <a:cubicBezTo>
                    <a:pt x="6113" y="7394"/>
                    <a:pt x="6135" y="7372"/>
                    <a:pt x="6170" y="7372"/>
                  </a:cubicBezTo>
                  <a:cubicBezTo>
                    <a:pt x="6187" y="7372"/>
                    <a:pt x="6208" y="7378"/>
                    <a:pt x="6237" y="7394"/>
                  </a:cubicBezTo>
                  <a:cubicBezTo>
                    <a:pt x="6311" y="7443"/>
                    <a:pt x="6434" y="7640"/>
                    <a:pt x="6397" y="7727"/>
                  </a:cubicBezTo>
                  <a:cubicBezTo>
                    <a:pt x="6348" y="7801"/>
                    <a:pt x="6360" y="7899"/>
                    <a:pt x="6422" y="7961"/>
                  </a:cubicBezTo>
                  <a:cubicBezTo>
                    <a:pt x="6458" y="8022"/>
                    <a:pt x="6520" y="8084"/>
                    <a:pt x="6582" y="8121"/>
                  </a:cubicBezTo>
                  <a:cubicBezTo>
                    <a:pt x="6705" y="8195"/>
                    <a:pt x="6779" y="8183"/>
                    <a:pt x="6828" y="8232"/>
                  </a:cubicBezTo>
                  <a:cubicBezTo>
                    <a:pt x="6846" y="8246"/>
                    <a:pt x="6855" y="8250"/>
                    <a:pt x="6863" y="8250"/>
                  </a:cubicBezTo>
                  <a:cubicBezTo>
                    <a:pt x="6873" y="8250"/>
                    <a:pt x="6879" y="8243"/>
                    <a:pt x="6897" y="8243"/>
                  </a:cubicBezTo>
                  <a:cubicBezTo>
                    <a:pt x="6912" y="8243"/>
                    <a:pt x="6935" y="8248"/>
                    <a:pt x="6976" y="8269"/>
                  </a:cubicBezTo>
                  <a:cubicBezTo>
                    <a:pt x="7087" y="8313"/>
                    <a:pt x="7207" y="8447"/>
                    <a:pt x="7284" y="8447"/>
                  </a:cubicBezTo>
                  <a:cubicBezTo>
                    <a:pt x="7293" y="8447"/>
                    <a:pt x="7301" y="8445"/>
                    <a:pt x="7309" y="8441"/>
                  </a:cubicBezTo>
                  <a:cubicBezTo>
                    <a:pt x="7407" y="8392"/>
                    <a:pt x="7481" y="8318"/>
                    <a:pt x="7530" y="8232"/>
                  </a:cubicBezTo>
                  <a:cubicBezTo>
                    <a:pt x="7569" y="8165"/>
                    <a:pt x="7615" y="8105"/>
                    <a:pt x="7639" y="8105"/>
                  </a:cubicBezTo>
                  <a:cubicBezTo>
                    <a:pt x="7646" y="8105"/>
                    <a:pt x="7651" y="8110"/>
                    <a:pt x="7654" y="8121"/>
                  </a:cubicBezTo>
                  <a:cubicBezTo>
                    <a:pt x="7678" y="8183"/>
                    <a:pt x="7617" y="8220"/>
                    <a:pt x="7629" y="8257"/>
                  </a:cubicBezTo>
                  <a:cubicBezTo>
                    <a:pt x="7629" y="8283"/>
                    <a:pt x="7654" y="8309"/>
                    <a:pt x="7668" y="8309"/>
                  </a:cubicBezTo>
                  <a:cubicBezTo>
                    <a:pt x="7674" y="8309"/>
                    <a:pt x="7678" y="8304"/>
                    <a:pt x="7678" y="8294"/>
                  </a:cubicBezTo>
                  <a:cubicBezTo>
                    <a:pt x="7688" y="8265"/>
                    <a:pt x="7697" y="8200"/>
                    <a:pt x="7712" y="8200"/>
                  </a:cubicBezTo>
                  <a:cubicBezTo>
                    <a:pt x="7717" y="8200"/>
                    <a:pt x="7722" y="8206"/>
                    <a:pt x="7728" y="8220"/>
                  </a:cubicBezTo>
                  <a:cubicBezTo>
                    <a:pt x="7752" y="8281"/>
                    <a:pt x="7875" y="8343"/>
                    <a:pt x="7937" y="8441"/>
                  </a:cubicBezTo>
                  <a:cubicBezTo>
                    <a:pt x="7968" y="8496"/>
                    <a:pt x="7984" y="8530"/>
                    <a:pt x="7992" y="8530"/>
                  </a:cubicBezTo>
                  <a:cubicBezTo>
                    <a:pt x="7997" y="8530"/>
                    <a:pt x="7999" y="8518"/>
                    <a:pt x="7999" y="8491"/>
                  </a:cubicBezTo>
                  <a:cubicBezTo>
                    <a:pt x="8011" y="8417"/>
                    <a:pt x="8097" y="8417"/>
                    <a:pt x="8171" y="8318"/>
                  </a:cubicBezTo>
                  <a:cubicBezTo>
                    <a:pt x="8245" y="8232"/>
                    <a:pt x="8270" y="8121"/>
                    <a:pt x="8418" y="8109"/>
                  </a:cubicBezTo>
                  <a:cubicBezTo>
                    <a:pt x="8578" y="8109"/>
                    <a:pt x="8812" y="8072"/>
                    <a:pt x="8837" y="7998"/>
                  </a:cubicBezTo>
                  <a:cubicBezTo>
                    <a:pt x="8849" y="7912"/>
                    <a:pt x="8849" y="7776"/>
                    <a:pt x="8861" y="7702"/>
                  </a:cubicBezTo>
                  <a:cubicBezTo>
                    <a:pt x="8873" y="7616"/>
                    <a:pt x="8984" y="7295"/>
                    <a:pt x="9034" y="7172"/>
                  </a:cubicBezTo>
                  <a:cubicBezTo>
                    <a:pt x="9071" y="6987"/>
                    <a:pt x="9145" y="6803"/>
                    <a:pt x="9243" y="6655"/>
                  </a:cubicBezTo>
                  <a:cubicBezTo>
                    <a:pt x="9379" y="6495"/>
                    <a:pt x="9440" y="6421"/>
                    <a:pt x="9440" y="6347"/>
                  </a:cubicBezTo>
                  <a:cubicBezTo>
                    <a:pt x="9453" y="6260"/>
                    <a:pt x="9490" y="6174"/>
                    <a:pt x="9539" y="6100"/>
                  </a:cubicBezTo>
                  <a:cubicBezTo>
                    <a:pt x="9576" y="6039"/>
                    <a:pt x="9551" y="5866"/>
                    <a:pt x="9576" y="5755"/>
                  </a:cubicBezTo>
                  <a:cubicBezTo>
                    <a:pt x="9600" y="5657"/>
                    <a:pt x="9674" y="5558"/>
                    <a:pt x="9662" y="5497"/>
                  </a:cubicBezTo>
                  <a:cubicBezTo>
                    <a:pt x="9637" y="5435"/>
                    <a:pt x="9625" y="5398"/>
                    <a:pt x="9662" y="5373"/>
                  </a:cubicBezTo>
                  <a:cubicBezTo>
                    <a:pt x="9699" y="5287"/>
                    <a:pt x="9711" y="5189"/>
                    <a:pt x="9699" y="5090"/>
                  </a:cubicBezTo>
                  <a:cubicBezTo>
                    <a:pt x="9650" y="5004"/>
                    <a:pt x="9625" y="4905"/>
                    <a:pt x="9613" y="4807"/>
                  </a:cubicBezTo>
                  <a:cubicBezTo>
                    <a:pt x="9600" y="4720"/>
                    <a:pt x="9588" y="4646"/>
                    <a:pt x="9563" y="4572"/>
                  </a:cubicBezTo>
                  <a:cubicBezTo>
                    <a:pt x="9539" y="4474"/>
                    <a:pt x="9613" y="4388"/>
                    <a:pt x="9600" y="4363"/>
                  </a:cubicBezTo>
                  <a:cubicBezTo>
                    <a:pt x="9588" y="4338"/>
                    <a:pt x="9613" y="4301"/>
                    <a:pt x="9613" y="4264"/>
                  </a:cubicBezTo>
                  <a:cubicBezTo>
                    <a:pt x="9637" y="4215"/>
                    <a:pt x="9637" y="4154"/>
                    <a:pt x="9637" y="4104"/>
                  </a:cubicBezTo>
                  <a:lnTo>
                    <a:pt x="9637" y="4104"/>
                  </a:lnTo>
                  <a:cubicBezTo>
                    <a:pt x="9628" y="4122"/>
                    <a:pt x="9593" y="4227"/>
                    <a:pt x="9540" y="4227"/>
                  </a:cubicBezTo>
                  <a:cubicBezTo>
                    <a:pt x="9521" y="4227"/>
                    <a:pt x="9500" y="4214"/>
                    <a:pt x="9477" y="4178"/>
                  </a:cubicBezTo>
                  <a:cubicBezTo>
                    <a:pt x="9379" y="4030"/>
                    <a:pt x="9342" y="3870"/>
                    <a:pt x="9292" y="3845"/>
                  </a:cubicBezTo>
                  <a:cubicBezTo>
                    <a:pt x="9206" y="3809"/>
                    <a:pt x="9120" y="3735"/>
                    <a:pt x="9071" y="3661"/>
                  </a:cubicBezTo>
                  <a:cubicBezTo>
                    <a:pt x="9021" y="3562"/>
                    <a:pt x="9071" y="3414"/>
                    <a:pt x="9009" y="3390"/>
                  </a:cubicBezTo>
                  <a:cubicBezTo>
                    <a:pt x="8966" y="3368"/>
                    <a:pt x="8885" y="3299"/>
                    <a:pt x="8865" y="3299"/>
                  </a:cubicBezTo>
                  <a:cubicBezTo>
                    <a:pt x="8863" y="3299"/>
                    <a:pt x="8861" y="3300"/>
                    <a:pt x="8861" y="3303"/>
                  </a:cubicBezTo>
                  <a:cubicBezTo>
                    <a:pt x="8861" y="3322"/>
                    <a:pt x="8848" y="3354"/>
                    <a:pt x="8825" y="3354"/>
                  </a:cubicBezTo>
                  <a:cubicBezTo>
                    <a:pt x="8818" y="3354"/>
                    <a:pt x="8809" y="3350"/>
                    <a:pt x="8800" y="3340"/>
                  </a:cubicBezTo>
                  <a:cubicBezTo>
                    <a:pt x="8763" y="3316"/>
                    <a:pt x="8787" y="3180"/>
                    <a:pt x="8726" y="3082"/>
                  </a:cubicBezTo>
                  <a:cubicBezTo>
                    <a:pt x="8652" y="2983"/>
                    <a:pt x="8565" y="2884"/>
                    <a:pt x="8565" y="2847"/>
                  </a:cubicBezTo>
                  <a:cubicBezTo>
                    <a:pt x="8565" y="2811"/>
                    <a:pt x="8578" y="2786"/>
                    <a:pt x="8602" y="2786"/>
                  </a:cubicBezTo>
                  <a:cubicBezTo>
                    <a:pt x="8627" y="2786"/>
                    <a:pt x="8541" y="2749"/>
                    <a:pt x="8467" y="2663"/>
                  </a:cubicBezTo>
                  <a:cubicBezTo>
                    <a:pt x="8381" y="2576"/>
                    <a:pt x="8368" y="2613"/>
                    <a:pt x="8319" y="2564"/>
                  </a:cubicBezTo>
                  <a:cubicBezTo>
                    <a:pt x="8257" y="2515"/>
                    <a:pt x="8257" y="2515"/>
                    <a:pt x="8196" y="2515"/>
                  </a:cubicBezTo>
                  <a:cubicBezTo>
                    <a:pt x="8147" y="2502"/>
                    <a:pt x="7986" y="2429"/>
                    <a:pt x="7974" y="2355"/>
                  </a:cubicBezTo>
                  <a:cubicBezTo>
                    <a:pt x="7962" y="2281"/>
                    <a:pt x="7986" y="2244"/>
                    <a:pt x="7949" y="2157"/>
                  </a:cubicBezTo>
                  <a:cubicBezTo>
                    <a:pt x="7900" y="2084"/>
                    <a:pt x="7949" y="2096"/>
                    <a:pt x="7925" y="1997"/>
                  </a:cubicBezTo>
                  <a:cubicBezTo>
                    <a:pt x="7912" y="1899"/>
                    <a:pt x="7925" y="1800"/>
                    <a:pt x="7863" y="1739"/>
                  </a:cubicBezTo>
                  <a:cubicBezTo>
                    <a:pt x="7789" y="1665"/>
                    <a:pt x="7777" y="1702"/>
                    <a:pt x="7765" y="1591"/>
                  </a:cubicBezTo>
                  <a:cubicBezTo>
                    <a:pt x="7765" y="1467"/>
                    <a:pt x="7752" y="1344"/>
                    <a:pt x="7715" y="1233"/>
                  </a:cubicBezTo>
                  <a:cubicBezTo>
                    <a:pt x="7678" y="1159"/>
                    <a:pt x="7580" y="1061"/>
                    <a:pt x="7543" y="1012"/>
                  </a:cubicBezTo>
                  <a:cubicBezTo>
                    <a:pt x="7536" y="995"/>
                    <a:pt x="7531" y="989"/>
                    <a:pt x="7525" y="989"/>
                  </a:cubicBezTo>
                  <a:cubicBezTo>
                    <a:pt x="7510" y="989"/>
                    <a:pt x="7496" y="1036"/>
                    <a:pt x="7469" y="1036"/>
                  </a:cubicBezTo>
                  <a:cubicBezTo>
                    <a:pt x="7383" y="975"/>
                    <a:pt x="7321" y="864"/>
                    <a:pt x="7321" y="741"/>
                  </a:cubicBezTo>
                  <a:cubicBezTo>
                    <a:pt x="7309" y="605"/>
                    <a:pt x="7272" y="482"/>
                    <a:pt x="7198" y="371"/>
                  </a:cubicBezTo>
                  <a:cubicBezTo>
                    <a:pt x="7148" y="260"/>
                    <a:pt x="7099" y="149"/>
                    <a:pt x="7062" y="26"/>
                  </a:cubicBezTo>
                  <a:cubicBezTo>
                    <a:pt x="7062" y="7"/>
                    <a:pt x="7058" y="0"/>
                    <a:pt x="705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36" name="Google Shape;7912;p67">
              <a:extLst>
                <a:ext uri="{FF2B5EF4-FFF2-40B4-BE49-F238E27FC236}">
                  <a16:creationId xmlns:a16="http://schemas.microsoft.com/office/drawing/2014/main" id="{4841569D-97BA-5794-672A-E330BA269BA3}"/>
                </a:ext>
              </a:extLst>
            </p:cNvPr>
            <p:cNvSpPr/>
            <p:nvPr/>
          </p:nvSpPr>
          <p:spPr>
            <a:xfrm>
              <a:off x="3480600" y="4568475"/>
              <a:ext cx="46475" cy="82950"/>
            </a:xfrm>
            <a:custGeom>
              <a:avLst/>
              <a:gdLst/>
              <a:ahLst/>
              <a:cxnLst/>
              <a:rect l="l" t="t" r="r" b="b"/>
              <a:pathLst>
                <a:path w="1859" h="3318" extrusionOk="0">
                  <a:moveTo>
                    <a:pt x="528" y="0"/>
                  </a:moveTo>
                  <a:cubicBezTo>
                    <a:pt x="492" y="18"/>
                    <a:pt x="455" y="30"/>
                    <a:pt x="419" y="30"/>
                  </a:cubicBezTo>
                  <a:cubicBezTo>
                    <a:pt x="406" y="30"/>
                    <a:pt x="393" y="28"/>
                    <a:pt x="380" y="25"/>
                  </a:cubicBezTo>
                  <a:cubicBezTo>
                    <a:pt x="330" y="25"/>
                    <a:pt x="287" y="3"/>
                    <a:pt x="263" y="3"/>
                  </a:cubicBezTo>
                  <a:cubicBezTo>
                    <a:pt x="251" y="3"/>
                    <a:pt x="244" y="8"/>
                    <a:pt x="244" y="25"/>
                  </a:cubicBezTo>
                  <a:cubicBezTo>
                    <a:pt x="232" y="74"/>
                    <a:pt x="269" y="136"/>
                    <a:pt x="195" y="136"/>
                  </a:cubicBezTo>
                  <a:cubicBezTo>
                    <a:pt x="133" y="136"/>
                    <a:pt x="195" y="148"/>
                    <a:pt x="195" y="173"/>
                  </a:cubicBezTo>
                  <a:cubicBezTo>
                    <a:pt x="195" y="185"/>
                    <a:pt x="195" y="271"/>
                    <a:pt x="158" y="284"/>
                  </a:cubicBezTo>
                  <a:cubicBezTo>
                    <a:pt x="96" y="284"/>
                    <a:pt x="59" y="333"/>
                    <a:pt x="72" y="382"/>
                  </a:cubicBezTo>
                  <a:cubicBezTo>
                    <a:pt x="84" y="444"/>
                    <a:pt x="121" y="444"/>
                    <a:pt x="121" y="505"/>
                  </a:cubicBezTo>
                  <a:cubicBezTo>
                    <a:pt x="121" y="567"/>
                    <a:pt x="109" y="641"/>
                    <a:pt x="84" y="703"/>
                  </a:cubicBezTo>
                  <a:cubicBezTo>
                    <a:pt x="72" y="727"/>
                    <a:pt x="84" y="789"/>
                    <a:pt x="121" y="789"/>
                  </a:cubicBezTo>
                  <a:cubicBezTo>
                    <a:pt x="128" y="791"/>
                    <a:pt x="134" y="792"/>
                    <a:pt x="140" y="792"/>
                  </a:cubicBezTo>
                  <a:cubicBezTo>
                    <a:pt x="167" y="792"/>
                    <a:pt x="187" y="772"/>
                    <a:pt x="207" y="752"/>
                  </a:cubicBezTo>
                  <a:cubicBezTo>
                    <a:pt x="212" y="749"/>
                    <a:pt x="214" y="748"/>
                    <a:pt x="215" y="748"/>
                  </a:cubicBezTo>
                  <a:cubicBezTo>
                    <a:pt x="219" y="748"/>
                    <a:pt x="195" y="766"/>
                    <a:pt x="195" y="776"/>
                  </a:cubicBezTo>
                  <a:cubicBezTo>
                    <a:pt x="183" y="776"/>
                    <a:pt x="170" y="838"/>
                    <a:pt x="195" y="850"/>
                  </a:cubicBezTo>
                  <a:cubicBezTo>
                    <a:pt x="220" y="850"/>
                    <a:pt x="220" y="875"/>
                    <a:pt x="183" y="875"/>
                  </a:cubicBezTo>
                  <a:cubicBezTo>
                    <a:pt x="146" y="887"/>
                    <a:pt x="146" y="961"/>
                    <a:pt x="121" y="986"/>
                  </a:cubicBezTo>
                  <a:cubicBezTo>
                    <a:pt x="84" y="998"/>
                    <a:pt x="35" y="998"/>
                    <a:pt x="22" y="1035"/>
                  </a:cubicBezTo>
                  <a:cubicBezTo>
                    <a:pt x="11" y="1058"/>
                    <a:pt x="0" y="1111"/>
                    <a:pt x="17" y="1111"/>
                  </a:cubicBezTo>
                  <a:cubicBezTo>
                    <a:pt x="18" y="1111"/>
                    <a:pt x="20" y="1110"/>
                    <a:pt x="22" y="1109"/>
                  </a:cubicBezTo>
                  <a:cubicBezTo>
                    <a:pt x="41" y="1090"/>
                    <a:pt x="81" y="1043"/>
                    <a:pt x="99" y="1043"/>
                  </a:cubicBezTo>
                  <a:cubicBezTo>
                    <a:pt x="105" y="1043"/>
                    <a:pt x="109" y="1048"/>
                    <a:pt x="109" y="1060"/>
                  </a:cubicBezTo>
                  <a:cubicBezTo>
                    <a:pt x="109" y="1097"/>
                    <a:pt x="146" y="1171"/>
                    <a:pt x="109" y="1183"/>
                  </a:cubicBezTo>
                  <a:cubicBezTo>
                    <a:pt x="74" y="1195"/>
                    <a:pt x="50" y="1295"/>
                    <a:pt x="68" y="1295"/>
                  </a:cubicBezTo>
                  <a:cubicBezTo>
                    <a:pt x="69" y="1295"/>
                    <a:pt x="70" y="1295"/>
                    <a:pt x="72" y="1294"/>
                  </a:cubicBezTo>
                  <a:cubicBezTo>
                    <a:pt x="106" y="1282"/>
                    <a:pt x="151" y="1207"/>
                    <a:pt x="167" y="1207"/>
                  </a:cubicBezTo>
                  <a:cubicBezTo>
                    <a:pt x="169" y="1207"/>
                    <a:pt x="169" y="1207"/>
                    <a:pt x="170" y="1208"/>
                  </a:cubicBezTo>
                  <a:cubicBezTo>
                    <a:pt x="189" y="1226"/>
                    <a:pt x="215" y="1274"/>
                    <a:pt x="226" y="1274"/>
                  </a:cubicBezTo>
                  <a:cubicBezTo>
                    <a:pt x="230" y="1274"/>
                    <a:pt x="232" y="1269"/>
                    <a:pt x="232" y="1257"/>
                  </a:cubicBezTo>
                  <a:cubicBezTo>
                    <a:pt x="244" y="1208"/>
                    <a:pt x="232" y="1220"/>
                    <a:pt x="220" y="1158"/>
                  </a:cubicBezTo>
                  <a:cubicBezTo>
                    <a:pt x="220" y="1097"/>
                    <a:pt x="183" y="1084"/>
                    <a:pt x="170" y="1048"/>
                  </a:cubicBezTo>
                  <a:cubicBezTo>
                    <a:pt x="167" y="1042"/>
                    <a:pt x="168" y="1039"/>
                    <a:pt x="171" y="1039"/>
                  </a:cubicBezTo>
                  <a:cubicBezTo>
                    <a:pt x="180" y="1039"/>
                    <a:pt x="213" y="1063"/>
                    <a:pt x="232" y="1072"/>
                  </a:cubicBezTo>
                  <a:cubicBezTo>
                    <a:pt x="257" y="1072"/>
                    <a:pt x="269" y="1072"/>
                    <a:pt x="306" y="1048"/>
                  </a:cubicBezTo>
                  <a:lnTo>
                    <a:pt x="318" y="1048"/>
                  </a:lnTo>
                  <a:cubicBezTo>
                    <a:pt x="306" y="1060"/>
                    <a:pt x="294" y="1072"/>
                    <a:pt x="294" y="1084"/>
                  </a:cubicBezTo>
                  <a:cubicBezTo>
                    <a:pt x="281" y="1121"/>
                    <a:pt x="281" y="1158"/>
                    <a:pt x="294" y="1183"/>
                  </a:cubicBezTo>
                  <a:cubicBezTo>
                    <a:pt x="318" y="1245"/>
                    <a:pt x="343" y="1306"/>
                    <a:pt x="294" y="1343"/>
                  </a:cubicBezTo>
                  <a:cubicBezTo>
                    <a:pt x="257" y="1380"/>
                    <a:pt x="244" y="1442"/>
                    <a:pt x="269" y="1491"/>
                  </a:cubicBezTo>
                  <a:cubicBezTo>
                    <a:pt x="275" y="1503"/>
                    <a:pt x="287" y="1510"/>
                    <a:pt x="303" y="1510"/>
                  </a:cubicBezTo>
                  <a:cubicBezTo>
                    <a:pt x="318" y="1510"/>
                    <a:pt x="337" y="1503"/>
                    <a:pt x="355" y="1491"/>
                  </a:cubicBezTo>
                  <a:cubicBezTo>
                    <a:pt x="372" y="1487"/>
                    <a:pt x="381" y="1486"/>
                    <a:pt x="389" y="1486"/>
                  </a:cubicBezTo>
                  <a:cubicBezTo>
                    <a:pt x="404" y="1486"/>
                    <a:pt x="413" y="1491"/>
                    <a:pt x="454" y="1491"/>
                  </a:cubicBezTo>
                  <a:cubicBezTo>
                    <a:pt x="511" y="1491"/>
                    <a:pt x="515" y="1428"/>
                    <a:pt x="593" y="1428"/>
                  </a:cubicBezTo>
                  <a:cubicBezTo>
                    <a:pt x="599" y="1428"/>
                    <a:pt x="606" y="1429"/>
                    <a:pt x="614" y="1429"/>
                  </a:cubicBezTo>
                  <a:cubicBezTo>
                    <a:pt x="700" y="1429"/>
                    <a:pt x="737" y="1429"/>
                    <a:pt x="688" y="1466"/>
                  </a:cubicBezTo>
                  <a:cubicBezTo>
                    <a:pt x="639" y="1503"/>
                    <a:pt x="614" y="1577"/>
                    <a:pt x="639" y="1639"/>
                  </a:cubicBezTo>
                  <a:cubicBezTo>
                    <a:pt x="650" y="1694"/>
                    <a:pt x="670" y="1778"/>
                    <a:pt x="683" y="1778"/>
                  </a:cubicBezTo>
                  <a:cubicBezTo>
                    <a:pt x="685" y="1778"/>
                    <a:pt x="686" y="1777"/>
                    <a:pt x="688" y="1774"/>
                  </a:cubicBezTo>
                  <a:cubicBezTo>
                    <a:pt x="696" y="1766"/>
                    <a:pt x="708" y="1764"/>
                    <a:pt x="721" y="1764"/>
                  </a:cubicBezTo>
                  <a:cubicBezTo>
                    <a:pt x="747" y="1764"/>
                    <a:pt x="774" y="1774"/>
                    <a:pt x="774" y="1774"/>
                  </a:cubicBezTo>
                  <a:cubicBezTo>
                    <a:pt x="749" y="1836"/>
                    <a:pt x="737" y="1898"/>
                    <a:pt x="737" y="1972"/>
                  </a:cubicBezTo>
                  <a:cubicBezTo>
                    <a:pt x="737" y="2033"/>
                    <a:pt x="799" y="2058"/>
                    <a:pt x="749" y="2070"/>
                  </a:cubicBezTo>
                  <a:cubicBezTo>
                    <a:pt x="675" y="2095"/>
                    <a:pt x="614" y="2119"/>
                    <a:pt x="540" y="2119"/>
                  </a:cubicBezTo>
                  <a:cubicBezTo>
                    <a:pt x="499" y="2119"/>
                    <a:pt x="469" y="2103"/>
                    <a:pt x="450" y="2103"/>
                  </a:cubicBezTo>
                  <a:cubicBezTo>
                    <a:pt x="440" y="2103"/>
                    <a:pt x="433" y="2107"/>
                    <a:pt x="429" y="2119"/>
                  </a:cubicBezTo>
                  <a:cubicBezTo>
                    <a:pt x="417" y="2169"/>
                    <a:pt x="367" y="2181"/>
                    <a:pt x="380" y="2206"/>
                  </a:cubicBezTo>
                  <a:cubicBezTo>
                    <a:pt x="392" y="2243"/>
                    <a:pt x="454" y="2218"/>
                    <a:pt x="491" y="2255"/>
                  </a:cubicBezTo>
                  <a:cubicBezTo>
                    <a:pt x="528" y="2304"/>
                    <a:pt x="441" y="2304"/>
                    <a:pt x="417" y="2329"/>
                  </a:cubicBezTo>
                  <a:cubicBezTo>
                    <a:pt x="380" y="2354"/>
                    <a:pt x="417" y="2329"/>
                    <a:pt x="441" y="2366"/>
                  </a:cubicBezTo>
                  <a:cubicBezTo>
                    <a:pt x="466" y="2403"/>
                    <a:pt x="429" y="2452"/>
                    <a:pt x="380" y="2501"/>
                  </a:cubicBezTo>
                  <a:cubicBezTo>
                    <a:pt x="330" y="2551"/>
                    <a:pt x="281" y="2588"/>
                    <a:pt x="220" y="2625"/>
                  </a:cubicBezTo>
                  <a:cubicBezTo>
                    <a:pt x="185" y="2659"/>
                    <a:pt x="237" y="2737"/>
                    <a:pt x="284" y="2737"/>
                  </a:cubicBezTo>
                  <a:cubicBezTo>
                    <a:pt x="287" y="2737"/>
                    <a:pt x="290" y="2736"/>
                    <a:pt x="294" y="2736"/>
                  </a:cubicBezTo>
                  <a:cubicBezTo>
                    <a:pt x="343" y="2723"/>
                    <a:pt x="380" y="2662"/>
                    <a:pt x="404" y="2649"/>
                  </a:cubicBezTo>
                  <a:cubicBezTo>
                    <a:pt x="409" y="2648"/>
                    <a:pt x="413" y="2647"/>
                    <a:pt x="415" y="2647"/>
                  </a:cubicBezTo>
                  <a:cubicBezTo>
                    <a:pt x="430" y="2647"/>
                    <a:pt x="397" y="2677"/>
                    <a:pt x="429" y="2699"/>
                  </a:cubicBezTo>
                  <a:cubicBezTo>
                    <a:pt x="466" y="2723"/>
                    <a:pt x="454" y="2711"/>
                    <a:pt x="552" y="2748"/>
                  </a:cubicBezTo>
                  <a:cubicBezTo>
                    <a:pt x="615" y="2766"/>
                    <a:pt x="639" y="2777"/>
                    <a:pt x="666" y="2777"/>
                  </a:cubicBezTo>
                  <a:cubicBezTo>
                    <a:pt x="676" y="2777"/>
                    <a:pt x="687" y="2776"/>
                    <a:pt x="700" y="2773"/>
                  </a:cubicBezTo>
                  <a:cubicBezTo>
                    <a:pt x="739" y="2753"/>
                    <a:pt x="816" y="2664"/>
                    <a:pt x="835" y="2664"/>
                  </a:cubicBezTo>
                  <a:cubicBezTo>
                    <a:pt x="840" y="2664"/>
                    <a:pt x="841" y="2671"/>
                    <a:pt x="836" y="2686"/>
                  </a:cubicBezTo>
                  <a:cubicBezTo>
                    <a:pt x="823" y="2736"/>
                    <a:pt x="799" y="2773"/>
                    <a:pt x="774" y="2822"/>
                  </a:cubicBezTo>
                  <a:cubicBezTo>
                    <a:pt x="737" y="2859"/>
                    <a:pt x="725" y="2883"/>
                    <a:pt x="663" y="2883"/>
                  </a:cubicBezTo>
                  <a:cubicBezTo>
                    <a:pt x="621" y="2883"/>
                    <a:pt x="615" y="2856"/>
                    <a:pt x="583" y="2856"/>
                  </a:cubicBezTo>
                  <a:cubicBezTo>
                    <a:pt x="578" y="2856"/>
                    <a:pt x="572" y="2857"/>
                    <a:pt x="565" y="2859"/>
                  </a:cubicBezTo>
                  <a:cubicBezTo>
                    <a:pt x="522" y="2876"/>
                    <a:pt x="485" y="2899"/>
                    <a:pt x="450" y="2899"/>
                  </a:cubicBezTo>
                  <a:cubicBezTo>
                    <a:pt x="434" y="2899"/>
                    <a:pt x="419" y="2895"/>
                    <a:pt x="404" y="2883"/>
                  </a:cubicBezTo>
                  <a:cubicBezTo>
                    <a:pt x="366" y="2864"/>
                    <a:pt x="380" y="2823"/>
                    <a:pt x="376" y="2823"/>
                  </a:cubicBezTo>
                  <a:lnTo>
                    <a:pt x="376" y="2823"/>
                  </a:lnTo>
                  <a:cubicBezTo>
                    <a:pt x="375" y="2823"/>
                    <a:pt x="373" y="2826"/>
                    <a:pt x="367" y="2834"/>
                  </a:cubicBezTo>
                  <a:cubicBezTo>
                    <a:pt x="343" y="2871"/>
                    <a:pt x="392" y="2970"/>
                    <a:pt x="330" y="3031"/>
                  </a:cubicBezTo>
                  <a:cubicBezTo>
                    <a:pt x="269" y="3093"/>
                    <a:pt x="220" y="3204"/>
                    <a:pt x="170" y="3216"/>
                  </a:cubicBezTo>
                  <a:cubicBezTo>
                    <a:pt x="121" y="3241"/>
                    <a:pt x="72" y="3278"/>
                    <a:pt x="121" y="3278"/>
                  </a:cubicBezTo>
                  <a:cubicBezTo>
                    <a:pt x="170" y="3278"/>
                    <a:pt x="232" y="3290"/>
                    <a:pt x="207" y="3290"/>
                  </a:cubicBezTo>
                  <a:cubicBezTo>
                    <a:pt x="183" y="3290"/>
                    <a:pt x="185" y="3317"/>
                    <a:pt x="201" y="3317"/>
                  </a:cubicBezTo>
                  <a:cubicBezTo>
                    <a:pt x="209" y="3317"/>
                    <a:pt x="220" y="3311"/>
                    <a:pt x="232" y="3290"/>
                  </a:cubicBezTo>
                  <a:cubicBezTo>
                    <a:pt x="269" y="3228"/>
                    <a:pt x="330" y="3191"/>
                    <a:pt x="392" y="3179"/>
                  </a:cubicBezTo>
                  <a:cubicBezTo>
                    <a:pt x="411" y="3167"/>
                    <a:pt x="429" y="3161"/>
                    <a:pt x="446" y="3161"/>
                  </a:cubicBezTo>
                  <a:cubicBezTo>
                    <a:pt x="463" y="3161"/>
                    <a:pt x="478" y="3167"/>
                    <a:pt x="491" y="3179"/>
                  </a:cubicBezTo>
                  <a:cubicBezTo>
                    <a:pt x="500" y="3182"/>
                    <a:pt x="510" y="3184"/>
                    <a:pt x="520" y="3184"/>
                  </a:cubicBezTo>
                  <a:cubicBezTo>
                    <a:pt x="551" y="3184"/>
                    <a:pt x="583" y="3170"/>
                    <a:pt x="602" y="3142"/>
                  </a:cubicBezTo>
                  <a:cubicBezTo>
                    <a:pt x="626" y="3093"/>
                    <a:pt x="626" y="3019"/>
                    <a:pt x="725" y="3019"/>
                  </a:cubicBezTo>
                  <a:cubicBezTo>
                    <a:pt x="806" y="3019"/>
                    <a:pt x="854" y="3077"/>
                    <a:pt x="889" y="3077"/>
                  </a:cubicBezTo>
                  <a:cubicBezTo>
                    <a:pt x="896" y="3077"/>
                    <a:pt x="903" y="3075"/>
                    <a:pt x="910" y="3068"/>
                  </a:cubicBezTo>
                  <a:cubicBezTo>
                    <a:pt x="940" y="3048"/>
                    <a:pt x="970" y="3028"/>
                    <a:pt x="1014" y="3028"/>
                  </a:cubicBezTo>
                  <a:cubicBezTo>
                    <a:pt x="1023" y="3028"/>
                    <a:pt x="1034" y="3029"/>
                    <a:pt x="1045" y="3031"/>
                  </a:cubicBezTo>
                  <a:cubicBezTo>
                    <a:pt x="1083" y="3041"/>
                    <a:pt x="1084" y="3064"/>
                    <a:pt x="1110" y="3064"/>
                  </a:cubicBezTo>
                  <a:cubicBezTo>
                    <a:pt x="1118" y="3064"/>
                    <a:pt x="1129" y="3062"/>
                    <a:pt x="1144" y="3056"/>
                  </a:cubicBezTo>
                  <a:cubicBezTo>
                    <a:pt x="1242" y="3031"/>
                    <a:pt x="1353" y="3007"/>
                    <a:pt x="1452" y="2994"/>
                  </a:cubicBezTo>
                  <a:cubicBezTo>
                    <a:pt x="1464" y="2996"/>
                    <a:pt x="1477" y="2997"/>
                    <a:pt x="1489" y="2997"/>
                  </a:cubicBezTo>
                  <a:cubicBezTo>
                    <a:pt x="1572" y="2997"/>
                    <a:pt x="1646" y="2962"/>
                    <a:pt x="1710" y="2908"/>
                  </a:cubicBezTo>
                  <a:cubicBezTo>
                    <a:pt x="1760" y="2846"/>
                    <a:pt x="1797" y="2834"/>
                    <a:pt x="1735" y="2809"/>
                  </a:cubicBezTo>
                  <a:cubicBezTo>
                    <a:pt x="1674" y="2797"/>
                    <a:pt x="1513" y="2809"/>
                    <a:pt x="1563" y="2773"/>
                  </a:cubicBezTo>
                  <a:cubicBezTo>
                    <a:pt x="1600" y="2736"/>
                    <a:pt x="1674" y="2649"/>
                    <a:pt x="1723" y="2588"/>
                  </a:cubicBezTo>
                  <a:cubicBezTo>
                    <a:pt x="1784" y="2526"/>
                    <a:pt x="1858" y="2415"/>
                    <a:pt x="1834" y="2354"/>
                  </a:cubicBezTo>
                  <a:cubicBezTo>
                    <a:pt x="1822" y="2286"/>
                    <a:pt x="1749" y="2229"/>
                    <a:pt x="1699" y="2229"/>
                  </a:cubicBezTo>
                  <a:cubicBezTo>
                    <a:pt x="1695" y="2229"/>
                    <a:pt x="1690" y="2229"/>
                    <a:pt x="1686" y="2230"/>
                  </a:cubicBezTo>
                  <a:cubicBezTo>
                    <a:pt x="1631" y="2230"/>
                    <a:pt x="1576" y="2269"/>
                    <a:pt x="1522" y="2269"/>
                  </a:cubicBezTo>
                  <a:cubicBezTo>
                    <a:pt x="1515" y="2269"/>
                    <a:pt x="1508" y="2269"/>
                    <a:pt x="1501" y="2267"/>
                  </a:cubicBezTo>
                  <a:cubicBezTo>
                    <a:pt x="1439" y="2255"/>
                    <a:pt x="1452" y="2230"/>
                    <a:pt x="1476" y="2193"/>
                  </a:cubicBezTo>
                  <a:cubicBezTo>
                    <a:pt x="1501" y="2132"/>
                    <a:pt x="1489" y="2058"/>
                    <a:pt x="1439" y="2009"/>
                  </a:cubicBezTo>
                  <a:cubicBezTo>
                    <a:pt x="1378" y="1959"/>
                    <a:pt x="1329" y="1959"/>
                    <a:pt x="1292" y="1935"/>
                  </a:cubicBezTo>
                  <a:cubicBezTo>
                    <a:pt x="1269" y="1912"/>
                    <a:pt x="1296" y="1908"/>
                    <a:pt x="1329" y="1908"/>
                  </a:cubicBezTo>
                  <a:cubicBezTo>
                    <a:pt x="1351" y="1908"/>
                    <a:pt x="1375" y="1910"/>
                    <a:pt x="1390" y="1910"/>
                  </a:cubicBezTo>
                  <a:cubicBezTo>
                    <a:pt x="1427" y="1898"/>
                    <a:pt x="1439" y="1811"/>
                    <a:pt x="1365" y="1750"/>
                  </a:cubicBezTo>
                  <a:cubicBezTo>
                    <a:pt x="1292" y="1688"/>
                    <a:pt x="1205" y="1664"/>
                    <a:pt x="1144" y="1590"/>
                  </a:cubicBezTo>
                  <a:cubicBezTo>
                    <a:pt x="1094" y="1442"/>
                    <a:pt x="1033" y="1306"/>
                    <a:pt x="959" y="1183"/>
                  </a:cubicBezTo>
                  <a:cubicBezTo>
                    <a:pt x="890" y="1103"/>
                    <a:pt x="854" y="1034"/>
                    <a:pt x="809" y="1034"/>
                  </a:cubicBezTo>
                  <a:cubicBezTo>
                    <a:pt x="806" y="1034"/>
                    <a:pt x="802" y="1034"/>
                    <a:pt x="799" y="1035"/>
                  </a:cubicBezTo>
                  <a:cubicBezTo>
                    <a:pt x="765" y="1052"/>
                    <a:pt x="737" y="1081"/>
                    <a:pt x="690" y="1081"/>
                  </a:cubicBezTo>
                  <a:cubicBezTo>
                    <a:pt x="669" y="1081"/>
                    <a:pt x="644" y="1075"/>
                    <a:pt x="614" y="1060"/>
                  </a:cubicBezTo>
                  <a:cubicBezTo>
                    <a:pt x="515" y="1011"/>
                    <a:pt x="565" y="1011"/>
                    <a:pt x="626" y="1011"/>
                  </a:cubicBezTo>
                  <a:cubicBezTo>
                    <a:pt x="675" y="1011"/>
                    <a:pt x="836" y="912"/>
                    <a:pt x="774" y="912"/>
                  </a:cubicBezTo>
                  <a:cubicBezTo>
                    <a:pt x="754" y="912"/>
                    <a:pt x="725" y="913"/>
                    <a:pt x="700" y="913"/>
                  </a:cubicBezTo>
                  <a:cubicBezTo>
                    <a:pt x="649" y="913"/>
                    <a:pt x="614" y="908"/>
                    <a:pt x="688" y="875"/>
                  </a:cubicBezTo>
                  <a:cubicBezTo>
                    <a:pt x="786" y="813"/>
                    <a:pt x="811" y="912"/>
                    <a:pt x="885" y="727"/>
                  </a:cubicBezTo>
                  <a:cubicBezTo>
                    <a:pt x="947" y="542"/>
                    <a:pt x="1033" y="493"/>
                    <a:pt x="996" y="431"/>
                  </a:cubicBezTo>
                  <a:cubicBezTo>
                    <a:pt x="971" y="382"/>
                    <a:pt x="922" y="358"/>
                    <a:pt x="873" y="358"/>
                  </a:cubicBezTo>
                  <a:cubicBezTo>
                    <a:pt x="774" y="358"/>
                    <a:pt x="675" y="358"/>
                    <a:pt x="589" y="370"/>
                  </a:cubicBezTo>
                  <a:cubicBezTo>
                    <a:pt x="552" y="370"/>
                    <a:pt x="478" y="431"/>
                    <a:pt x="441" y="431"/>
                  </a:cubicBezTo>
                  <a:cubicBezTo>
                    <a:pt x="417" y="431"/>
                    <a:pt x="392" y="431"/>
                    <a:pt x="441" y="394"/>
                  </a:cubicBezTo>
                  <a:cubicBezTo>
                    <a:pt x="503" y="370"/>
                    <a:pt x="565" y="382"/>
                    <a:pt x="503" y="333"/>
                  </a:cubicBezTo>
                  <a:cubicBezTo>
                    <a:pt x="466" y="314"/>
                    <a:pt x="432" y="314"/>
                    <a:pt x="415" y="314"/>
                  </a:cubicBezTo>
                  <a:cubicBezTo>
                    <a:pt x="398" y="314"/>
                    <a:pt x="398" y="314"/>
                    <a:pt x="429" y="296"/>
                  </a:cubicBezTo>
                  <a:cubicBezTo>
                    <a:pt x="491" y="259"/>
                    <a:pt x="577" y="185"/>
                    <a:pt x="626" y="148"/>
                  </a:cubicBezTo>
                  <a:cubicBezTo>
                    <a:pt x="675" y="111"/>
                    <a:pt x="786" y="25"/>
                    <a:pt x="675" y="13"/>
                  </a:cubicBezTo>
                  <a:cubicBezTo>
                    <a:pt x="626" y="0"/>
                    <a:pt x="577" y="0"/>
                    <a:pt x="52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37" name="Google Shape;7913;p67">
              <a:extLst>
                <a:ext uri="{FF2B5EF4-FFF2-40B4-BE49-F238E27FC236}">
                  <a16:creationId xmlns:a16="http://schemas.microsoft.com/office/drawing/2014/main" id="{DE3201C6-5C61-94DA-FFED-C262F5235DEB}"/>
                </a:ext>
              </a:extLst>
            </p:cNvPr>
            <p:cNvSpPr/>
            <p:nvPr/>
          </p:nvSpPr>
          <p:spPr>
            <a:xfrm>
              <a:off x="3371275" y="4481975"/>
              <a:ext cx="64300" cy="35375"/>
            </a:xfrm>
            <a:custGeom>
              <a:avLst/>
              <a:gdLst/>
              <a:ahLst/>
              <a:cxnLst/>
              <a:rect l="l" t="t" r="r" b="b"/>
              <a:pathLst>
                <a:path w="2572" h="1415" extrusionOk="0">
                  <a:moveTo>
                    <a:pt x="1888" y="1"/>
                  </a:moveTo>
                  <a:cubicBezTo>
                    <a:pt x="1866" y="1"/>
                    <a:pt x="1857" y="10"/>
                    <a:pt x="1870" y="35"/>
                  </a:cubicBezTo>
                  <a:cubicBezTo>
                    <a:pt x="1882" y="96"/>
                    <a:pt x="1894" y="146"/>
                    <a:pt x="1882" y="170"/>
                  </a:cubicBezTo>
                  <a:cubicBezTo>
                    <a:pt x="1864" y="188"/>
                    <a:pt x="1847" y="205"/>
                    <a:pt x="1830" y="205"/>
                  </a:cubicBezTo>
                  <a:cubicBezTo>
                    <a:pt x="1822" y="205"/>
                    <a:pt x="1815" y="202"/>
                    <a:pt x="1808" y="195"/>
                  </a:cubicBezTo>
                  <a:cubicBezTo>
                    <a:pt x="1794" y="182"/>
                    <a:pt x="1781" y="172"/>
                    <a:pt x="1767" y="172"/>
                  </a:cubicBezTo>
                  <a:cubicBezTo>
                    <a:pt x="1756" y="172"/>
                    <a:pt x="1745" y="178"/>
                    <a:pt x="1734" y="195"/>
                  </a:cubicBezTo>
                  <a:cubicBezTo>
                    <a:pt x="1714" y="215"/>
                    <a:pt x="1678" y="251"/>
                    <a:pt x="1652" y="251"/>
                  </a:cubicBezTo>
                  <a:cubicBezTo>
                    <a:pt x="1646" y="251"/>
                    <a:pt x="1640" y="249"/>
                    <a:pt x="1635" y="244"/>
                  </a:cubicBezTo>
                  <a:cubicBezTo>
                    <a:pt x="1613" y="222"/>
                    <a:pt x="1562" y="181"/>
                    <a:pt x="1525" y="181"/>
                  </a:cubicBezTo>
                  <a:cubicBezTo>
                    <a:pt x="1521" y="181"/>
                    <a:pt x="1516" y="181"/>
                    <a:pt x="1512" y="183"/>
                  </a:cubicBezTo>
                  <a:cubicBezTo>
                    <a:pt x="1475" y="207"/>
                    <a:pt x="1537" y="368"/>
                    <a:pt x="1549" y="405"/>
                  </a:cubicBezTo>
                  <a:cubicBezTo>
                    <a:pt x="1527" y="360"/>
                    <a:pt x="1373" y="164"/>
                    <a:pt x="1289" y="164"/>
                  </a:cubicBezTo>
                  <a:cubicBezTo>
                    <a:pt x="1281" y="164"/>
                    <a:pt x="1273" y="166"/>
                    <a:pt x="1266" y="170"/>
                  </a:cubicBezTo>
                  <a:cubicBezTo>
                    <a:pt x="1204" y="220"/>
                    <a:pt x="1253" y="232"/>
                    <a:pt x="1229" y="257"/>
                  </a:cubicBezTo>
                  <a:cubicBezTo>
                    <a:pt x="1204" y="294"/>
                    <a:pt x="1241" y="380"/>
                    <a:pt x="1192" y="380"/>
                  </a:cubicBezTo>
                  <a:cubicBezTo>
                    <a:pt x="1143" y="380"/>
                    <a:pt x="1118" y="306"/>
                    <a:pt x="1093" y="269"/>
                  </a:cubicBezTo>
                  <a:cubicBezTo>
                    <a:pt x="1056" y="232"/>
                    <a:pt x="1032" y="207"/>
                    <a:pt x="1007" y="207"/>
                  </a:cubicBezTo>
                  <a:cubicBezTo>
                    <a:pt x="982" y="207"/>
                    <a:pt x="1007" y="269"/>
                    <a:pt x="1019" y="306"/>
                  </a:cubicBezTo>
                  <a:cubicBezTo>
                    <a:pt x="1032" y="331"/>
                    <a:pt x="1069" y="417"/>
                    <a:pt x="1019" y="429"/>
                  </a:cubicBezTo>
                  <a:cubicBezTo>
                    <a:pt x="1007" y="441"/>
                    <a:pt x="992" y="448"/>
                    <a:pt x="976" y="448"/>
                  </a:cubicBezTo>
                  <a:cubicBezTo>
                    <a:pt x="961" y="448"/>
                    <a:pt x="945" y="441"/>
                    <a:pt x="933" y="429"/>
                  </a:cubicBezTo>
                  <a:cubicBezTo>
                    <a:pt x="928" y="426"/>
                    <a:pt x="923" y="424"/>
                    <a:pt x="918" y="424"/>
                  </a:cubicBezTo>
                  <a:cubicBezTo>
                    <a:pt x="883" y="424"/>
                    <a:pt x="842" y="488"/>
                    <a:pt x="810" y="552"/>
                  </a:cubicBezTo>
                  <a:cubicBezTo>
                    <a:pt x="802" y="576"/>
                    <a:pt x="799" y="586"/>
                    <a:pt x="797" y="586"/>
                  </a:cubicBezTo>
                  <a:cubicBezTo>
                    <a:pt x="792" y="586"/>
                    <a:pt x="790" y="541"/>
                    <a:pt x="748" y="491"/>
                  </a:cubicBezTo>
                  <a:cubicBezTo>
                    <a:pt x="687" y="417"/>
                    <a:pt x="625" y="380"/>
                    <a:pt x="662" y="380"/>
                  </a:cubicBezTo>
                  <a:cubicBezTo>
                    <a:pt x="711" y="380"/>
                    <a:pt x="798" y="380"/>
                    <a:pt x="748" y="318"/>
                  </a:cubicBezTo>
                  <a:cubicBezTo>
                    <a:pt x="711" y="257"/>
                    <a:pt x="527" y="35"/>
                    <a:pt x="453" y="35"/>
                  </a:cubicBezTo>
                  <a:cubicBezTo>
                    <a:pt x="417" y="28"/>
                    <a:pt x="386" y="13"/>
                    <a:pt x="370" y="13"/>
                  </a:cubicBezTo>
                  <a:cubicBezTo>
                    <a:pt x="359" y="13"/>
                    <a:pt x="356" y="21"/>
                    <a:pt x="366" y="47"/>
                  </a:cubicBezTo>
                  <a:cubicBezTo>
                    <a:pt x="391" y="121"/>
                    <a:pt x="403" y="96"/>
                    <a:pt x="428" y="121"/>
                  </a:cubicBezTo>
                  <a:cubicBezTo>
                    <a:pt x="465" y="146"/>
                    <a:pt x="453" y="158"/>
                    <a:pt x="416" y="158"/>
                  </a:cubicBezTo>
                  <a:cubicBezTo>
                    <a:pt x="379" y="158"/>
                    <a:pt x="403" y="183"/>
                    <a:pt x="428" y="183"/>
                  </a:cubicBezTo>
                  <a:cubicBezTo>
                    <a:pt x="465" y="183"/>
                    <a:pt x="490" y="207"/>
                    <a:pt x="477" y="257"/>
                  </a:cubicBezTo>
                  <a:cubicBezTo>
                    <a:pt x="468" y="295"/>
                    <a:pt x="480" y="363"/>
                    <a:pt x="469" y="363"/>
                  </a:cubicBezTo>
                  <a:cubicBezTo>
                    <a:pt x="466" y="363"/>
                    <a:pt x="461" y="357"/>
                    <a:pt x="453" y="343"/>
                  </a:cubicBezTo>
                  <a:cubicBezTo>
                    <a:pt x="428" y="306"/>
                    <a:pt x="391" y="269"/>
                    <a:pt x="354" y="244"/>
                  </a:cubicBezTo>
                  <a:cubicBezTo>
                    <a:pt x="317" y="220"/>
                    <a:pt x="305" y="170"/>
                    <a:pt x="268" y="170"/>
                  </a:cubicBezTo>
                  <a:cubicBezTo>
                    <a:pt x="231" y="170"/>
                    <a:pt x="169" y="170"/>
                    <a:pt x="194" y="207"/>
                  </a:cubicBezTo>
                  <a:cubicBezTo>
                    <a:pt x="219" y="244"/>
                    <a:pt x="255" y="244"/>
                    <a:pt x="219" y="257"/>
                  </a:cubicBezTo>
                  <a:cubicBezTo>
                    <a:pt x="182" y="257"/>
                    <a:pt x="108" y="257"/>
                    <a:pt x="157" y="281"/>
                  </a:cubicBezTo>
                  <a:cubicBezTo>
                    <a:pt x="206" y="318"/>
                    <a:pt x="292" y="331"/>
                    <a:pt x="243" y="331"/>
                  </a:cubicBezTo>
                  <a:cubicBezTo>
                    <a:pt x="201" y="331"/>
                    <a:pt x="249" y="385"/>
                    <a:pt x="233" y="385"/>
                  </a:cubicBezTo>
                  <a:cubicBezTo>
                    <a:pt x="230" y="385"/>
                    <a:pt x="226" y="383"/>
                    <a:pt x="219" y="380"/>
                  </a:cubicBezTo>
                  <a:cubicBezTo>
                    <a:pt x="169" y="355"/>
                    <a:pt x="157" y="355"/>
                    <a:pt x="120" y="355"/>
                  </a:cubicBezTo>
                  <a:cubicBezTo>
                    <a:pt x="71" y="355"/>
                    <a:pt x="108" y="441"/>
                    <a:pt x="46" y="441"/>
                  </a:cubicBezTo>
                  <a:cubicBezTo>
                    <a:pt x="39" y="440"/>
                    <a:pt x="34" y="440"/>
                    <a:pt x="30" y="440"/>
                  </a:cubicBezTo>
                  <a:cubicBezTo>
                    <a:pt x="0" y="440"/>
                    <a:pt x="65" y="480"/>
                    <a:pt x="120" y="491"/>
                  </a:cubicBezTo>
                  <a:cubicBezTo>
                    <a:pt x="145" y="497"/>
                    <a:pt x="172" y="500"/>
                    <a:pt x="202" y="500"/>
                  </a:cubicBezTo>
                  <a:cubicBezTo>
                    <a:pt x="231" y="500"/>
                    <a:pt x="262" y="497"/>
                    <a:pt x="292" y="491"/>
                  </a:cubicBezTo>
                  <a:lnTo>
                    <a:pt x="453" y="491"/>
                  </a:lnTo>
                  <a:cubicBezTo>
                    <a:pt x="477" y="491"/>
                    <a:pt x="539" y="491"/>
                    <a:pt x="563" y="515"/>
                  </a:cubicBezTo>
                  <a:cubicBezTo>
                    <a:pt x="576" y="540"/>
                    <a:pt x="674" y="528"/>
                    <a:pt x="588" y="552"/>
                  </a:cubicBezTo>
                  <a:cubicBezTo>
                    <a:pt x="502" y="577"/>
                    <a:pt x="502" y="626"/>
                    <a:pt x="539" y="663"/>
                  </a:cubicBezTo>
                  <a:cubicBezTo>
                    <a:pt x="588" y="700"/>
                    <a:pt x="588" y="688"/>
                    <a:pt x="502" y="700"/>
                  </a:cubicBezTo>
                  <a:cubicBezTo>
                    <a:pt x="440" y="725"/>
                    <a:pt x="366" y="737"/>
                    <a:pt x="292" y="737"/>
                  </a:cubicBezTo>
                  <a:cubicBezTo>
                    <a:pt x="182" y="737"/>
                    <a:pt x="58" y="799"/>
                    <a:pt x="182" y="799"/>
                  </a:cubicBezTo>
                  <a:cubicBezTo>
                    <a:pt x="292" y="811"/>
                    <a:pt x="527" y="836"/>
                    <a:pt x="514" y="885"/>
                  </a:cubicBezTo>
                  <a:cubicBezTo>
                    <a:pt x="514" y="926"/>
                    <a:pt x="523" y="950"/>
                    <a:pt x="547" y="950"/>
                  </a:cubicBezTo>
                  <a:cubicBezTo>
                    <a:pt x="552" y="950"/>
                    <a:pt x="557" y="949"/>
                    <a:pt x="563" y="947"/>
                  </a:cubicBezTo>
                  <a:cubicBezTo>
                    <a:pt x="594" y="936"/>
                    <a:pt x="694" y="892"/>
                    <a:pt x="697" y="892"/>
                  </a:cubicBezTo>
                  <a:lnTo>
                    <a:pt x="697" y="892"/>
                  </a:lnTo>
                  <a:cubicBezTo>
                    <a:pt x="698" y="892"/>
                    <a:pt x="695" y="893"/>
                    <a:pt x="687" y="897"/>
                  </a:cubicBezTo>
                  <a:cubicBezTo>
                    <a:pt x="650" y="934"/>
                    <a:pt x="563" y="984"/>
                    <a:pt x="625" y="984"/>
                  </a:cubicBezTo>
                  <a:cubicBezTo>
                    <a:pt x="655" y="984"/>
                    <a:pt x="702" y="970"/>
                    <a:pt x="722" y="970"/>
                  </a:cubicBezTo>
                  <a:cubicBezTo>
                    <a:pt x="735" y="970"/>
                    <a:pt x="736" y="976"/>
                    <a:pt x="711" y="996"/>
                  </a:cubicBezTo>
                  <a:cubicBezTo>
                    <a:pt x="674" y="1045"/>
                    <a:pt x="625" y="1082"/>
                    <a:pt x="563" y="1119"/>
                  </a:cubicBezTo>
                  <a:cubicBezTo>
                    <a:pt x="514" y="1144"/>
                    <a:pt x="453" y="1168"/>
                    <a:pt x="453" y="1205"/>
                  </a:cubicBezTo>
                  <a:cubicBezTo>
                    <a:pt x="453" y="1242"/>
                    <a:pt x="440" y="1255"/>
                    <a:pt x="551" y="1255"/>
                  </a:cubicBezTo>
                  <a:cubicBezTo>
                    <a:pt x="636" y="1255"/>
                    <a:pt x="707" y="1218"/>
                    <a:pt x="763" y="1218"/>
                  </a:cubicBezTo>
                  <a:cubicBezTo>
                    <a:pt x="780" y="1218"/>
                    <a:pt x="796" y="1222"/>
                    <a:pt x="810" y="1230"/>
                  </a:cubicBezTo>
                  <a:cubicBezTo>
                    <a:pt x="884" y="1255"/>
                    <a:pt x="1007" y="1255"/>
                    <a:pt x="982" y="1267"/>
                  </a:cubicBezTo>
                  <a:cubicBezTo>
                    <a:pt x="958" y="1279"/>
                    <a:pt x="945" y="1316"/>
                    <a:pt x="995" y="1329"/>
                  </a:cubicBezTo>
                  <a:cubicBezTo>
                    <a:pt x="1118" y="1390"/>
                    <a:pt x="1253" y="1415"/>
                    <a:pt x="1389" y="1415"/>
                  </a:cubicBezTo>
                  <a:cubicBezTo>
                    <a:pt x="1451" y="1415"/>
                    <a:pt x="1512" y="1378"/>
                    <a:pt x="1549" y="1329"/>
                  </a:cubicBezTo>
                  <a:cubicBezTo>
                    <a:pt x="1562" y="1304"/>
                    <a:pt x="1771" y="1329"/>
                    <a:pt x="1870" y="1242"/>
                  </a:cubicBezTo>
                  <a:cubicBezTo>
                    <a:pt x="1980" y="1156"/>
                    <a:pt x="2030" y="1033"/>
                    <a:pt x="2128" y="1021"/>
                  </a:cubicBezTo>
                  <a:cubicBezTo>
                    <a:pt x="2215" y="1008"/>
                    <a:pt x="2288" y="971"/>
                    <a:pt x="2338" y="897"/>
                  </a:cubicBezTo>
                  <a:cubicBezTo>
                    <a:pt x="2362" y="848"/>
                    <a:pt x="2412" y="823"/>
                    <a:pt x="2461" y="811"/>
                  </a:cubicBezTo>
                  <a:cubicBezTo>
                    <a:pt x="2498" y="799"/>
                    <a:pt x="2510" y="762"/>
                    <a:pt x="2473" y="725"/>
                  </a:cubicBezTo>
                  <a:cubicBezTo>
                    <a:pt x="2436" y="676"/>
                    <a:pt x="2486" y="676"/>
                    <a:pt x="2523" y="676"/>
                  </a:cubicBezTo>
                  <a:cubicBezTo>
                    <a:pt x="2560" y="676"/>
                    <a:pt x="2572" y="639"/>
                    <a:pt x="2523" y="614"/>
                  </a:cubicBezTo>
                  <a:cubicBezTo>
                    <a:pt x="2486" y="589"/>
                    <a:pt x="2473" y="565"/>
                    <a:pt x="2486" y="552"/>
                  </a:cubicBezTo>
                  <a:cubicBezTo>
                    <a:pt x="2498" y="528"/>
                    <a:pt x="2560" y="491"/>
                    <a:pt x="2523" y="478"/>
                  </a:cubicBezTo>
                  <a:cubicBezTo>
                    <a:pt x="2469" y="452"/>
                    <a:pt x="2422" y="432"/>
                    <a:pt x="2396" y="432"/>
                  </a:cubicBezTo>
                  <a:cubicBezTo>
                    <a:pt x="2385" y="432"/>
                    <a:pt x="2378" y="435"/>
                    <a:pt x="2375" y="441"/>
                  </a:cubicBezTo>
                  <a:cubicBezTo>
                    <a:pt x="2372" y="445"/>
                    <a:pt x="2369" y="446"/>
                    <a:pt x="2366" y="446"/>
                  </a:cubicBezTo>
                  <a:cubicBezTo>
                    <a:pt x="2357" y="446"/>
                    <a:pt x="2350" y="432"/>
                    <a:pt x="2350" y="405"/>
                  </a:cubicBezTo>
                  <a:cubicBezTo>
                    <a:pt x="2362" y="380"/>
                    <a:pt x="2387" y="380"/>
                    <a:pt x="2325" y="380"/>
                  </a:cubicBezTo>
                  <a:cubicBezTo>
                    <a:pt x="2264" y="380"/>
                    <a:pt x="2264" y="355"/>
                    <a:pt x="2288" y="318"/>
                  </a:cubicBezTo>
                  <a:cubicBezTo>
                    <a:pt x="2325" y="281"/>
                    <a:pt x="2338" y="257"/>
                    <a:pt x="2288" y="232"/>
                  </a:cubicBezTo>
                  <a:cubicBezTo>
                    <a:pt x="2252" y="195"/>
                    <a:pt x="2153" y="220"/>
                    <a:pt x="2215" y="170"/>
                  </a:cubicBezTo>
                  <a:cubicBezTo>
                    <a:pt x="2257" y="139"/>
                    <a:pt x="2300" y="79"/>
                    <a:pt x="2287" y="79"/>
                  </a:cubicBezTo>
                  <a:cubicBezTo>
                    <a:pt x="2285" y="79"/>
                    <a:pt x="2281" y="81"/>
                    <a:pt x="2276" y="84"/>
                  </a:cubicBezTo>
                  <a:cubicBezTo>
                    <a:pt x="2256" y="104"/>
                    <a:pt x="2156" y="156"/>
                    <a:pt x="2105" y="156"/>
                  </a:cubicBezTo>
                  <a:cubicBezTo>
                    <a:pt x="2093" y="156"/>
                    <a:pt x="2084" y="153"/>
                    <a:pt x="2079" y="146"/>
                  </a:cubicBezTo>
                  <a:cubicBezTo>
                    <a:pt x="2054" y="109"/>
                    <a:pt x="2054" y="47"/>
                    <a:pt x="1980" y="23"/>
                  </a:cubicBezTo>
                  <a:cubicBezTo>
                    <a:pt x="1943" y="10"/>
                    <a:pt x="1910" y="1"/>
                    <a:pt x="188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38" name="Google Shape;7914;p67">
              <a:extLst>
                <a:ext uri="{FF2B5EF4-FFF2-40B4-BE49-F238E27FC236}">
                  <a16:creationId xmlns:a16="http://schemas.microsoft.com/office/drawing/2014/main" id="{0E7326FF-E407-E624-F009-33AB5008F1EE}"/>
                </a:ext>
              </a:extLst>
            </p:cNvPr>
            <p:cNvSpPr/>
            <p:nvPr/>
          </p:nvSpPr>
          <p:spPr>
            <a:xfrm>
              <a:off x="3579900" y="4298275"/>
              <a:ext cx="63600" cy="52600"/>
            </a:xfrm>
            <a:custGeom>
              <a:avLst/>
              <a:gdLst/>
              <a:ahLst/>
              <a:cxnLst/>
              <a:rect l="l" t="t" r="r" b="b"/>
              <a:pathLst>
                <a:path w="2544" h="2104" extrusionOk="0">
                  <a:moveTo>
                    <a:pt x="1292" y="0"/>
                  </a:moveTo>
                  <a:cubicBezTo>
                    <a:pt x="1289" y="0"/>
                    <a:pt x="1287" y="4"/>
                    <a:pt x="1287" y="15"/>
                  </a:cubicBezTo>
                  <a:cubicBezTo>
                    <a:pt x="1287" y="76"/>
                    <a:pt x="1336" y="126"/>
                    <a:pt x="1287" y="126"/>
                  </a:cubicBezTo>
                  <a:cubicBezTo>
                    <a:pt x="1271" y="126"/>
                    <a:pt x="1260" y="124"/>
                    <a:pt x="1252" y="124"/>
                  </a:cubicBezTo>
                  <a:cubicBezTo>
                    <a:pt x="1238" y="124"/>
                    <a:pt x="1238" y="130"/>
                    <a:pt x="1238" y="163"/>
                  </a:cubicBezTo>
                  <a:lnTo>
                    <a:pt x="1238" y="323"/>
                  </a:lnTo>
                  <a:cubicBezTo>
                    <a:pt x="1238" y="382"/>
                    <a:pt x="1351" y="645"/>
                    <a:pt x="1328" y="645"/>
                  </a:cubicBezTo>
                  <a:cubicBezTo>
                    <a:pt x="1327" y="645"/>
                    <a:pt x="1326" y="644"/>
                    <a:pt x="1324" y="643"/>
                  </a:cubicBezTo>
                  <a:cubicBezTo>
                    <a:pt x="1287" y="631"/>
                    <a:pt x="1262" y="643"/>
                    <a:pt x="1225" y="606"/>
                  </a:cubicBezTo>
                  <a:cubicBezTo>
                    <a:pt x="1176" y="520"/>
                    <a:pt x="1115" y="434"/>
                    <a:pt x="1078" y="335"/>
                  </a:cubicBezTo>
                  <a:cubicBezTo>
                    <a:pt x="1045" y="281"/>
                    <a:pt x="984" y="207"/>
                    <a:pt x="944" y="207"/>
                  </a:cubicBezTo>
                  <a:cubicBezTo>
                    <a:pt x="939" y="207"/>
                    <a:pt x="934" y="209"/>
                    <a:pt x="930" y="212"/>
                  </a:cubicBezTo>
                  <a:cubicBezTo>
                    <a:pt x="905" y="236"/>
                    <a:pt x="880" y="310"/>
                    <a:pt x="831" y="323"/>
                  </a:cubicBezTo>
                  <a:cubicBezTo>
                    <a:pt x="782" y="335"/>
                    <a:pt x="831" y="384"/>
                    <a:pt x="856" y="421"/>
                  </a:cubicBezTo>
                  <a:cubicBezTo>
                    <a:pt x="872" y="446"/>
                    <a:pt x="867" y="486"/>
                    <a:pt x="833" y="486"/>
                  </a:cubicBezTo>
                  <a:cubicBezTo>
                    <a:pt x="816" y="486"/>
                    <a:pt x="791" y="475"/>
                    <a:pt x="757" y="446"/>
                  </a:cubicBezTo>
                  <a:cubicBezTo>
                    <a:pt x="659" y="360"/>
                    <a:pt x="683" y="323"/>
                    <a:pt x="585" y="286"/>
                  </a:cubicBezTo>
                  <a:cubicBezTo>
                    <a:pt x="542" y="273"/>
                    <a:pt x="523" y="273"/>
                    <a:pt x="528" y="273"/>
                  </a:cubicBezTo>
                  <a:cubicBezTo>
                    <a:pt x="532" y="273"/>
                    <a:pt x="560" y="273"/>
                    <a:pt x="609" y="261"/>
                  </a:cubicBezTo>
                  <a:cubicBezTo>
                    <a:pt x="708" y="236"/>
                    <a:pt x="843" y="150"/>
                    <a:pt x="757" y="150"/>
                  </a:cubicBezTo>
                  <a:cubicBezTo>
                    <a:pt x="683" y="150"/>
                    <a:pt x="671" y="187"/>
                    <a:pt x="572" y="187"/>
                  </a:cubicBezTo>
                  <a:cubicBezTo>
                    <a:pt x="507" y="187"/>
                    <a:pt x="452" y="165"/>
                    <a:pt x="423" y="165"/>
                  </a:cubicBezTo>
                  <a:cubicBezTo>
                    <a:pt x="408" y="165"/>
                    <a:pt x="400" y="171"/>
                    <a:pt x="400" y="187"/>
                  </a:cubicBezTo>
                  <a:cubicBezTo>
                    <a:pt x="400" y="232"/>
                    <a:pt x="432" y="290"/>
                    <a:pt x="422" y="290"/>
                  </a:cubicBezTo>
                  <a:cubicBezTo>
                    <a:pt x="418" y="290"/>
                    <a:pt x="408" y="281"/>
                    <a:pt x="388" y="261"/>
                  </a:cubicBezTo>
                  <a:cubicBezTo>
                    <a:pt x="329" y="213"/>
                    <a:pt x="302" y="179"/>
                    <a:pt x="263" y="179"/>
                  </a:cubicBezTo>
                  <a:cubicBezTo>
                    <a:pt x="252" y="179"/>
                    <a:pt x="241" y="182"/>
                    <a:pt x="227" y="187"/>
                  </a:cubicBezTo>
                  <a:cubicBezTo>
                    <a:pt x="186" y="208"/>
                    <a:pt x="170" y="282"/>
                    <a:pt x="144" y="282"/>
                  </a:cubicBezTo>
                  <a:cubicBezTo>
                    <a:pt x="140" y="282"/>
                    <a:pt x="135" y="279"/>
                    <a:pt x="129" y="273"/>
                  </a:cubicBezTo>
                  <a:cubicBezTo>
                    <a:pt x="103" y="248"/>
                    <a:pt x="77" y="216"/>
                    <a:pt x="68" y="216"/>
                  </a:cubicBezTo>
                  <a:cubicBezTo>
                    <a:pt x="64" y="216"/>
                    <a:pt x="64" y="222"/>
                    <a:pt x="67" y="236"/>
                  </a:cubicBezTo>
                  <a:cubicBezTo>
                    <a:pt x="80" y="286"/>
                    <a:pt x="116" y="323"/>
                    <a:pt x="67" y="347"/>
                  </a:cubicBezTo>
                  <a:cubicBezTo>
                    <a:pt x="59" y="351"/>
                    <a:pt x="51" y="352"/>
                    <a:pt x="43" y="352"/>
                  </a:cubicBezTo>
                  <a:cubicBezTo>
                    <a:pt x="20" y="352"/>
                    <a:pt x="3" y="338"/>
                    <a:pt x="2" y="338"/>
                  </a:cubicBezTo>
                  <a:lnTo>
                    <a:pt x="2" y="338"/>
                  </a:lnTo>
                  <a:cubicBezTo>
                    <a:pt x="0" y="338"/>
                    <a:pt x="12" y="350"/>
                    <a:pt x="43" y="397"/>
                  </a:cubicBezTo>
                  <a:cubicBezTo>
                    <a:pt x="117" y="493"/>
                    <a:pt x="127" y="589"/>
                    <a:pt x="161" y="589"/>
                  </a:cubicBezTo>
                  <a:cubicBezTo>
                    <a:pt x="166" y="589"/>
                    <a:pt x="172" y="586"/>
                    <a:pt x="178" y="581"/>
                  </a:cubicBezTo>
                  <a:cubicBezTo>
                    <a:pt x="209" y="551"/>
                    <a:pt x="248" y="486"/>
                    <a:pt x="296" y="486"/>
                  </a:cubicBezTo>
                  <a:cubicBezTo>
                    <a:pt x="305" y="486"/>
                    <a:pt x="315" y="489"/>
                    <a:pt x="326" y="495"/>
                  </a:cubicBezTo>
                  <a:cubicBezTo>
                    <a:pt x="388" y="532"/>
                    <a:pt x="351" y="532"/>
                    <a:pt x="326" y="569"/>
                  </a:cubicBezTo>
                  <a:cubicBezTo>
                    <a:pt x="301" y="606"/>
                    <a:pt x="338" y="655"/>
                    <a:pt x="375" y="692"/>
                  </a:cubicBezTo>
                  <a:cubicBezTo>
                    <a:pt x="405" y="715"/>
                    <a:pt x="412" y="719"/>
                    <a:pt x="387" y="719"/>
                  </a:cubicBezTo>
                  <a:cubicBezTo>
                    <a:pt x="370" y="719"/>
                    <a:pt x="338" y="717"/>
                    <a:pt x="289" y="717"/>
                  </a:cubicBezTo>
                  <a:cubicBezTo>
                    <a:pt x="222" y="709"/>
                    <a:pt x="141" y="697"/>
                    <a:pt x="107" y="697"/>
                  </a:cubicBezTo>
                  <a:cubicBezTo>
                    <a:pt x="85" y="697"/>
                    <a:pt x="83" y="702"/>
                    <a:pt x="116" y="717"/>
                  </a:cubicBezTo>
                  <a:cubicBezTo>
                    <a:pt x="203" y="742"/>
                    <a:pt x="178" y="791"/>
                    <a:pt x="227" y="840"/>
                  </a:cubicBezTo>
                  <a:cubicBezTo>
                    <a:pt x="264" y="889"/>
                    <a:pt x="289" y="889"/>
                    <a:pt x="363" y="902"/>
                  </a:cubicBezTo>
                  <a:cubicBezTo>
                    <a:pt x="437" y="902"/>
                    <a:pt x="572" y="988"/>
                    <a:pt x="498" y="988"/>
                  </a:cubicBezTo>
                  <a:cubicBezTo>
                    <a:pt x="425" y="1000"/>
                    <a:pt x="326" y="1025"/>
                    <a:pt x="412" y="1087"/>
                  </a:cubicBezTo>
                  <a:cubicBezTo>
                    <a:pt x="476" y="1129"/>
                    <a:pt x="559" y="1163"/>
                    <a:pt x="636" y="1163"/>
                  </a:cubicBezTo>
                  <a:cubicBezTo>
                    <a:pt x="648" y="1163"/>
                    <a:pt x="660" y="1162"/>
                    <a:pt x="671" y="1161"/>
                  </a:cubicBezTo>
                  <a:cubicBezTo>
                    <a:pt x="745" y="1136"/>
                    <a:pt x="905" y="1062"/>
                    <a:pt x="880" y="1000"/>
                  </a:cubicBezTo>
                  <a:cubicBezTo>
                    <a:pt x="856" y="926"/>
                    <a:pt x="831" y="877"/>
                    <a:pt x="868" y="853"/>
                  </a:cubicBezTo>
                  <a:cubicBezTo>
                    <a:pt x="871" y="851"/>
                    <a:pt x="874" y="851"/>
                    <a:pt x="878" y="851"/>
                  </a:cubicBezTo>
                  <a:cubicBezTo>
                    <a:pt x="902" y="851"/>
                    <a:pt x="943" y="872"/>
                    <a:pt x="971" y="872"/>
                  </a:cubicBezTo>
                  <a:cubicBezTo>
                    <a:pt x="979" y="872"/>
                    <a:pt x="986" y="870"/>
                    <a:pt x="991" y="865"/>
                  </a:cubicBezTo>
                  <a:cubicBezTo>
                    <a:pt x="1016" y="840"/>
                    <a:pt x="1028" y="779"/>
                    <a:pt x="1053" y="766"/>
                  </a:cubicBezTo>
                  <a:cubicBezTo>
                    <a:pt x="1055" y="765"/>
                    <a:pt x="1057" y="765"/>
                    <a:pt x="1060" y="765"/>
                  </a:cubicBezTo>
                  <a:cubicBezTo>
                    <a:pt x="1084" y="765"/>
                    <a:pt x="1112" y="819"/>
                    <a:pt x="1090" y="853"/>
                  </a:cubicBezTo>
                  <a:cubicBezTo>
                    <a:pt x="1065" y="889"/>
                    <a:pt x="991" y="976"/>
                    <a:pt x="1053" y="976"/>
                  </a:cubicBezTo>
                  <a:cubicBezTo>
                    <a:pt x="1061" y="977"/>
                    <a:pt x="1070" y="978"/>
                    <a:pt x="1079" y="978"/>
                  </a:cubicBezTo>
                  <a:cubicBezTo>
                    <a:pt x="1157" y="978"/>
                    <a:pt x="1277" y="935"/>
                    <a:pt x="1299" y="902"/>
                  </a:cubicBezTo>
                  <a:cubicBezTo>
                    <a:pt x="1315" y="871"/>
                    <a:pt x="1349" y="850"/>
                    <a:pt x="1372" y="850"/>
                  </a:cubicBezTo>
                  <a:cubicBezTo>
                    <a:pt x="1387" y="850"/>
                    <a:pt x="1398" y="858"/>
                    <a:pt x="1398" y="877"/>
                  </a:cubicBezTo>
                  <a:cubicBezTo>
                    <a:pt x="1386" y="939"/>
                    <a:pt x="1299" y="1037"/>
                    <a:pt x="1373" y="1037"/>
                  </a:cubicBezTo>
                  <a:cubicBezTo>
                    <a:pt x="1435" y="1037"/>
                    <a:pt x="1570" y="1037"/>
                    <a:pt x="1472" y="1050"/>
                  </a:cubicBezTo>
                  <a:cubicBezTo>
                    <a:pt x="1386" y="1050"/>
                    <a:pt x="1287" y="1050"/>
                    <a:pt x="1201" y="1074"/>
                  </a:cubicBezTo>
                  <a:cubicBezTo>
                    <a:pt x="1127" y="1136"/>
                    <a:pt x="1053" y="1185"/>
                    <a:pt x="979" y="1210"/>
                  </a:cubicBezTo>
                  <a:cubicBezTo>
                    <a:pt x="964" y="1212"/>
                    <a:pt x="945" y="1213"/>
                    <a:pt x="923" y="1213"/>
                  </a:cubicBezTo>
                  <a:cubicBezTo>
                    <a:pt x="909" y="1213"/>
                    <a:pt x="894" y="1213"/>
                    <a:pt x="878" y="1213"/>
                  </a:cubicBezTo>
                  <a:cubicBezTo>
                    <a:pt x="800" y="1213"/>
                    <a:pt x="712" y="1218"/>
                    <a:pt x="696" y="1284"/>
                  </a:cubicBezTo>
                  <a:cubicBezTo>
                    <a:pt x="673" y="1363"/>
                    <a:pt x="630" y="1421"/>
                    <a:pt x="689" y="1421"/>
                  </a:cubicBezTo>
                  <a:cubicBezTo>
                    <a:pt x="694" y="1421"/>
                    <a:pt x="701" y="1420"/>
                    <a:pt x="708" y="1419"/>
                  </a:cubicBezTo>
                  <a:cubicBezTo>
                    <a:pt x="794" y="1407"/>
                    <a:pt x="930" y="1382"/>
                    <a:pt x="1078" y="1358"/>
                  </a:cubicBezTo>
                  <a:cubicBezTo>
                    <a:pt x="1188" y="1345"/>
                    <a:pt x="1299" y="1345"/>
                    <a:pt x="1398" y="1345"/>
                  </a:cubicBezTo>
                  <a:cubicBezTo>
                    <a:pt x="1435" y="1345"/>
                    <a:pt x="1423" y="1370"/>
                    <a:pt x="1361" y="1382"/>
                  </a:cubicBezTo>
                  <a:cubicBezTo>
                    <a:pt x="1275" y="1407"/>
                    <a:pt x="1201" y="1432"/>
                    <a:pt x="1115" y="1432"/>
                  </a:cubicBezTo>
                  <a:cubicBezTo>
                    <a:pt x="1028" y="1444"/>
                    <a:pt x="942" y="1456"/>
                    <a:pt x="991" y="1493"/>
                  </a:cubicBezTo>
                  <a:cubicBezTo>
                    <a:pt x="1028" y="1530"/>
                    <a:pt x="1201" y="1530"/>
                    <a:pt x="1238" y="1555"/>
                  </a:cubicBezTo>
                  <a:cubicBezTo>
                    <a:pt x="1274" y="1573"/>
                    <a:pt x="1257" y="1584"/>
                    <a:pt x="1192" y="1584"/>
                  </a:cubicBezTo>
                  <a:cubicBezTo>
                    <a:pt x="1169" y="1584"/>
                    <a:pt x="1139" y="1583"/>
                    <a:pt x="1102" y="1579"/>
                  </a:cubicBezTo>
                  <a:cubicBezTo>
                    <a:pt x="982" y="1569"/>
                    <a:pt x="871" y="1528"/>
                    <a:pt x="822" y="1528"/>
                  </a:cubicBezTo>
                  <a:cubicBezTo>
                    <a:pt x="816" y="1528"/>
                    <a:pt x="811" y="1529"/>
                    <a:pt x="806" y="1530"/>
                  </a:cubicBezTo>
                  <a:cubicBezTo>
                    <a:pt x="757" y="1530"/>
                    <a:pt x="720" y="1579"/>
                    <a:pt x="782" y="1629"/>
                  </a:cubicBezTo>
                  <a:cubicBezTo>
                    <a:pt x="856" y="1690"/>
                    <a:pt x="868" y="1826"/>
                    <a:pt x="979" y="1826"/>
                  </a:cubicBezTo>
                  <a:cubicBezTo>
                    <a:pt x="998" y="1828"/>
                    <a:pt x="1017" y="1829"/>
                    <a:pt x="1036" y="1829"/>
                  </a:cubicBezTo>
                  <a:cubicBezTo>
                    <a:pt x="1110" y="1829"/>
                    <a:pt x="1185" y="1817"/>
                    <a:pt x="1228" y="1817"/>
                  </a:cubicBezTo>
                  <a:cubicBezTo>
                    <a:pt x="1247" y="1817"/>
                    <a:pt x="1259" y="1819"/>
                    <a:pt x="1262" y="1826"/>
                  </a:cubicBezTo>
                  <a:cubicBezTo>
                    <a:pt x="1275" y="1863"/>
                    <a:pt x="1188" y="1888"/>
                    <a:pt x="1164" y="1900"/>
                  </a:cubicBezTo>
                  <a:cubicBezTo>
                    <a:pt x="1127" y="1900"/>
                    <a:pt x="1188" y="1937"/>
                    <a:pt x="1238" y="1974"/>
                  </a:cubicBezTo>
                  <a:cubicBezTo>
                    <a:pt x="1278" y="1994"/>
                    <a:pt x="1326" y="2104"/>
                    <a:pt x="1369" y="2104"/>
                  </a:cubicBezTo>
                  <a:cubicBezTo>
                    <a:pt x="1379" y="2104"/>
                    <a:pt x="1389" y="2098"/>
                    <a:pt x="1398" y="2085"/>
                  </a:cubicBezTo>
                  <a:cubicBezTo>
                    <a:pt x="1460" y="1998"/>
                    <a:pt x="1423" y="1961"/>
                    <a:pt x="1484" y="1875"/>
                  </a:cubicBezTo>
                  <a:cubicBezTo>
                    <a:pt x="1546" y="1777"/>
                    <a:pt x="1595" y="1604"/>
                    <a:pt x="1657" y="1567"/>
                  </a:cubicBezTo>
                  <a:cubicBezTo>
                    <a:pt x="1731" y="1506"/>
                    <a:pt x="1780" y="1419"/>
                    <a:pt x="1792" y="1321"/>
                  </a:cubicBezTo>
                  <a:cubicBezTo>
                    <a:pt x="1792" y="1210"/>
                    <a:pt x="1854" y="1259"/>
                    <a:pt x="1878" y="1234"/>
                  </a:cubicBezTo>
                  <a:cubicBezTo>
                    <a:pt x="1915" y="1210"/>
                    <a:pt x="1854" y="1124"/>
                    <a:pt x="1915" y="1050"/>
                  </a:cubicBezTo>
                  <a:cubicBezTo>
                    <a:pt x="1965" y="988"/>
                    <a:pt x="2039" y="939"/>
                    <a:pt x="2113" y="902"/>
                  </a:cubicBezTo>
                  <a:cubicBezTo>
                    <a:pt x="2186" y="877"/>
                    <a:pt x="2273" y="853"/>
                    <a:pt x="2371" y="853"/>
                  </a:cubicBezTo>
                  <a:cubicBezTo>
                    <a:pt x="2458" y="853"/>
                    <a:pt x="2544" y="816"/>
                    <a:pt x="2482" y="766"/>
                  </a:cubicBezTo>
                  <a:cubicBezTo>
                    <a:pt x="2433" y="717"/>
                    <a:pt x="2310" y="742"/>
                    <a:pt x="2285" y="692"/>
                  </a:cubicBezTo>
                  <a:cubicBezTo>
                    <a:pt x="2273" y="643"/>
                    <a:pt x="2334" y="606"/>
                    <a:pt x="2310" y="606"/>
                  </a:cubicBezTo>
                  <a:cubicBezTo>
                    <a:pt x="2291" y="606"/>
                    <a:pt x="2257" y="643"/>
                    <a:pt x="2215" y="643"/>
                  </a:cubicBezTo>
                  <a:cubicBezTo>
                    <a:pt x="2202" y="643"/>
                    <a:pt x="2188" y="639"/>
                    <a:pt x="2174" y="631"/>
                  </a:cubicBezTo>
                  <a:cubicBezTo>
                    <a:pt x="2100" y="594"/>
                    <a:pt x="2026" y="557"/>
                    <a:pt x="1940" y="557"/>
                  </a:cubicBezTo>
                  <a:cubicBezTo>
                    <a:pt x="1854" y="557"/>
                    <a:pt x="1891" y="471"/>
                    <a:pt x="1854" y="384"/>
                  </a:cubicBezTo>
                  <a:cubicBezTo>
                    <a:pt x="1822" y="320"/>
                    <a:pt x="1808" y="283"/>
                    <a:pt x="1772" y="283"/>
                  </a:cubicBezTo>
                  <a:cubicBezTo>
                    <a:pt x="1767" y="283"/>
                    <a:pt x="1761" y="284"/>
                    <a:pt x="1755" y="286"/>
                  </a:cubicBezTo>
                  <a:cubicBezTo>
                    <a:pt x="1725" y="296"/>
                    <a:pt x="1686" y="399"/>
                    <a:pt x="1659" y="399"/>
                  </a:cubicBezTo>
                  <a:cubicBezTo>
                    <a:pt x="1654" y="399"/>
                    <a:pt x="1649" y="395"/>
                    <a:pt x="1644" y="384"/>
                  </a:cubicBezTo>
                  <a:cubicBezTo>
                    <a:pt x="1632" y="347"/>
                    <a:pt x="1632" y="298"/>
                    <a:pt x="1644" y="261"/>
                  </a:cubicBezTo>
                  <a:cubicBezTo>
                    <a:pt x="1657" y="199"/>
                    <a:pt x="1620" y="138"/>
                    <a:pt x="1570" y="113"/>
                  </a:cubicBezTo>
                  <a:cubicBezTo>
                    <a:pt x="1521" y="80"/>
                    <a:pt x="1494" y="58"/>
                    <a:pt x="1474" y="58"/>
                  </a:cubicBezTo>
                  <a:cubicBezTo>
                    <a:pt x="1464" y="58"/>
                    <a:pt x="1455" y="64"/>
                    <a:pt x="1447" y="76"/>
                  </a:cubicBezTo>
                  <a:cubicBezTo>
                    <a:pt x="1422" y="102"/>
                    <a:pt x="1437" y="145"/>
                    <a:pt x="1429" y="145"/>
                  </a:cubicBezTo>
                  <a:cubicBezTo>
                    <a:pt x="1425" y="145"/>
                    <a:pt x="1417" y="136"/>
                    <a:pt x="1398" y="113"/>
                  </a:cubicBezTo>
                  <a:cubicBezTo>
                    <a:pt x="1339" y="64"/>
                    <a:pt x="1304" y="0"/>
                    <a:pt x="129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39" name="Google Shape;7915;p67">
              <a:extLst>
                <a:ext uri="{FF2B5EF4-FFF2-40B4-BE49-F238E27FC236}">
                  <a16:creationId xmlns:a16="http://schemas.microsoft.com/office/drawing/2014/main" id="{71EDE635-6B32-AADD-EE04-6A074C3EBD5C}"/>
                </a:ext>
              </a:extLst>
            </p:cNvPr>
            <p:cNvSpPr/>
            <p:nvPr/>
          </p:nvSpPr>
          <p:spPr>
            <a:xfrm>
              <a:off x="3633325" y="4321125"/>
              <a:ext cx="13275" cy="5900"/>
            </a:xfrm>
            <a:custGeom>
              <a:avLst/>
              <a:gdLst/>
              <a:ahLst/>
              <a:cxnLst/>
              <a:rect l="l" t="t" r="r" b="b"/>
              <a:pathLst>
                <a:path w="531" h="236" extrusionOk="0">
                  <a:moveTo>
                    <a:pt x="308" y="0"/>
                  </a:moveTo>
                  <a:cubicBezTo>
                    <a:pt x="247" y="0"/>
                    <a:pt x="0" y="86"/>
                    <a:pt x="37" y="99"/>
                  </a:cubicBezTo>
                  <a:cubicBezTo>
                    <a:pt x="86" y="99"/>
                    <a:pt x="173" y="222"/>
                    <a:pt x="197" y="222"/>
                  </a:cubicBezTo>
                  <a:cubicBezTo>
                    <a:pt x="220" y="222"/>
                    <a:pt x="317" y="235"/>
                    <a:pt x="397" y="235"/>
                  </a:cubicBezTo>
                  <a:cubicBezTo>
                    <a:pt x="450" y="235"/>
                    <a:pt x="496" y="229"/>
                    <a:pt x="505" y="210"/>
                  </a:cubicBezTo>
                  <a:cubicBezTo>
                    <a:pt x="530" y="160"/>
                    <a:pt x="493" y="12"/>
                    <a:pt x="468" y="12"/>
                  </a:cubicBezTo>
                  <a:cubicBezTo>
                    <a:pt x="419" y="0"/>
                    <a:pt x="358" y="0"/>
                    <a:pt x="30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0" name="Google Shape;7916;p67">
              <a:extLst>
                <a:ext uri="{FF2B5EF4-FFF2-40B4-BE49-F238E27FC236}">
                  <a16:creationId xmlns:a16="http://schemas.microsoft.com/office/drawing/2014/main" id="{064CC87A-BE5B-9607-5EDC-58CAF1907577}"/>
                </a:ext>
              </a:extLst>
            </p:cNvPr>
            <p:cNvSpPr/>
            <p:nvPr/>
          </p:nvSpPr>
          <p:spPr>
            <a:xfrm>
              <a:off x="3637950" y="4327275"/>
              <a:ext cx="24050" cy="13375"/>
            </a:xfrm>
            <a:custGeom>
              <a:avLst/>
              <a:gdLst/>
              <a:ahLst/>
              <a:cxnLst/>
              <a:rect l="l" t="t" r="r" b="b"/>
              <a:pathLst>
                <a:path w="962" h="535" extrusionOk="0">
                  <a:moveTo>
                    <a:pt x="604" y="1"/>
                  </a:moveTo>
                  <a:lnTo>
                    <a:pt x="123" y="13"/>
                  </a:lnTo>
                  <a:cubicBezTo>
                    <a:pt x="74" y="13"/>
                    <a:pt x="25" y="13"/>
                    <a:pt x="86" y="62"/>
                  </a:cubicBezTo>
                  <a:cubicBezTo>
                    <a:pt x="136" y="124"/>
                    <a:pt x="185" y="148"/>
                    <a:pt x="160" y="185"/>
                  </a:cubicBezTo>
                  <a:cubicBezTo>
                    <a:pt x="136" y="210"/>
                    <a:pt x="0" y="407"/>
                    <a:pt x="62" y="407"/>
                  </a:cubicBezTo>
                  <a:cubicBezTo>
                    <a:pt x="91" y="411"/>
                    <a:pt x="118" y="412"/>
                    <a:pt x="146" y="412"/>
                  </a:cubicBezTo>
                  <a:cubicBezTo>
                    <a:pt x="212" y="412"/>
                    <a:pt x="275" y="404"/>
                    <a:pt x="345" y="395"/>
                  </a:cubicBezTo>
                  <a:cubicBezTo>
                    <a:pt x="388" y="383"/>
                    <a:pt x="416" y="373"/>
                    <a:pt x="433" y="373"/>
                  </a:cubicBezTo>
                  <a:cubicBezTo>
                    <a:pt x="450" y="373"/>
                    <a:pt x="456" y="383"/>
                    <a:pt x="456" y="407"/>
                  </a:cubicBezTo>
                  <a:cubicBezTo>
                    <a:pt x="445" y="461"/>
                    <a:pt x="367" y="535"/>
                    <a:pt x="416" y="535"/>
                  </a:cubicBezTo>
                  <a:cubicBezTo>
                    <a:pt x="423" y="535"/>
                    <a:pt x="432" y="533"/>
                    <a:pt x="444" y="530"/>
                  </a:cubicBezTo>
                  <a:cubicBezTo>
                    <a:pt x="542" y="493"/>
                    <a:pt x="678" y="493"/>
                    <a:pt x="739" y="407"/>
                  </a:cubicBezTo>
                  <a:cubicBezTo>
                    <a:pt x="789" y="321"/>
                    <a:pt x="752" y="309"/>
                    <a:pt x="826" y="272"/>
                  </a:cubicBezTo>
                  <a:cubicBezTo>
                    <a:pt x="912" y="235"/>
                    <a:pt x="961" y="235"/>
                    <a:pt x="912" y="222"/>
                  </a:cubicBezTo>
                  <a:cubicBezTo>
                    <a:pt x="863" y="210"/>
                    <a:pt x="579" y="185"/>
                    <a:pt x="579" y="99"/>
                  </a:cubicBezTo>
                  <a:cubicBezTo>
                    <a:pt x="579" y="13"/>
                    <a:pt x="653" y="1"/>
                    <a:pt x="60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1" name="Google Shape;7917;p67">
              <a:extLst>
                <a:ext uri="{FF2B5EF4-FFF2-40B4-BE49-F238E27FC236}">
                  <a16:creationId xmlns:a16="http://schemas.microsoft.com/office/drawing/2014/main" id="{A19FACA7-E8DA-16FA-2FC7-00C832F644E4}"/>
                </a:ext>
              </a:extLst>
            </p:cNvPr>
            <p:cNvSpPr/>
            <p:nvPr/>
          </p:nvSpPr>
          <p:spPr>
            <a:xfrm>
              <a:off x="3618525" y="4291175"/>
              <a:ext cx="58250" cy="19875"/>
            </a:xfrm>
            <a:custGeom>
              <a:avLst/>
              <a:gdLst/>
              <a:ahLst/>
              <a:cxnLst/>
              <a:rect l="l" t="t" r="r" b="b"/>
              <a:pathLst>
                <a:path w="2330" h="795" extrusionOk="0">
                  <a:moveTo>
                    <a:pt x="512" y="0"/>
                  </a:moveTo>
                  <a:cubicBezTo>
                    <a:pt x="479" y="0"/>
                    <a:pt x="474" y="28"/>
                    <a:pt x="506" y="28"/>
                  </a:cubicBezTo>
                  <a:cubicBezTo>
                    <a:pt x="543" y="28"/>
                    <a:pt x="592" y="77"/>
                    <a:pt x="580" y="89"/>
                  </a:cubicBezTo>
                  <a:cubicBezTo>
                    <a:pt x="559" y="100"/>
                    <a:pt x="582" y="144"/>
                    <a:pt x="554" y="144"/>
                  </a:cubicBezTo>
                  <a:cubicBezTo>
                    <a:pt x="548" y="144"/>
                    <a:pt x="541" y="143"/>
                    <a:pt x="531" y="138"/>
                  </a:cubicBezTo>
                  <a:cubicBezTo>
                    <a:pt x="477" y="106"/>
                    <a:pt x="424" y="74"/>
                    <a:pt x="403" y="74"/>
                  </a:cubicBezTo>
                  <a:cubicBezTo>
                    <a:pt x="399" y="74"/>
                    <a:pt x="397" y="75"/>
                    <a:pt x="395" y="77"/>
                  </a:cubicBezTo>
                  <a:cubicBezTo>
                    <a:pt x="383" y="89"/>
                    <a:pt x="370" y="77"/>
                    <a:pt x="407" y="138"/>
                  </a:cubicBezTo>
                  <a:cubicBezTo>
                    <a:pt x="438" y="189"/>
                    <a:pt x="451" y="231"/>
                    <a:pt x="428" y="231"/>
                  </a:cubicBezTo>
                  <a:cubicBezTo>
                    <a:pt x="423" y="231"/>
                    <a:pt x="416" y="229"/>
                    <a:pt x="407" y="225"/>
                  </a:cubicBezTo>
                  <a:cubicBezTo>
                    <a:pt x="370" y="200"/>
                    <a:pt x="333" y="175"/>
                    <a:pt x="284" y="163"/>
                  </a:cubicBezTo>
                  <a:cubicBezTo>
                    <a:pt x="260" y="163"/>
                    <a:pt x="223" y="138"/>
                    <a:pt x="272" y="126"/>
                  </a:cubicBezTo>
                  <a:cubicBezTo>
                    <a:pt x="309" y="126"/>
                    <a:pt x="309" y="102"/>
                    <a:pt x="247" y="102"/>
                  </a:cubicBezTo>
                  <a:cubicBezTo>
                    <a:pt x="198" y="102"/>
                    <a:pt x="112" y="102"/>
                    <a:pt x="173" y="114"/>
                  </a:cubicBezTo>
                  <a:cubicBezTo>
                    <a:pt x="223" y="126"/>
                    <a:pt x="260" y="151"/>
                    <a:pt x="210" y="163"/>
                  </a:cubicBezTo>
                  <a:cubicBezTo>
                    <a:pt x="173" y="175"/>
                    <a:pt x="1" y="163"/>
                    <a:pt x="62" y="200"/>
                  </a:cubicBezTo>
                  <a:cubicBezTo>
                    <a:pt x="112" y="225"/>
                    <a:pt x="272" y="249"/>
                    <a:pt x="247" y="262"/>
                  </a:cubicBezTo>
                  <a:cubicBezTo>
                    <a:pt x="235" y="274"/>
                    <a:pt x="247" y="348"/>
                    <a:pt x="235" y="360"/>
                  </a:cubicBezTo>
                  <a:cubicBezTo>
                    <a:pt x="210" y="373"/>
                    <a:pt x="173" y="373"/>
                    <a:pt x="235" y="410"/>
                  </a:cubicBezTo>
                  <a:cubicBezTo>
                    <a:pt x="333" y="447"/>
                    <a:pt x="420" y="471"/>
                    <a:pt x="518" y="471"/>
                  </a:cubicBezTo>
                  <a:cubicBezTo>
                    <a:pt x="629" y="471"/>
                    <a:pt x="728" y="459"/>
                    <a:pt x="826" y="434"/>
                  </a:cubicBezTo>
                  <a:cubicBezTo>
                    <a:pt x="876" y="428"/>
                    <a:pt x="922" y="425"/>
                    <a:pt x="968" y="425"/>
                  </a:cubicBezTo>
                  <a:cubicBezTo>
                    <a:pt x="1014" y="425"/>
                    <a:pt x="1060" y="428"/>
                    <a:pt x="1110" y="434"/>
                  </a:cubicBezTo>
                  <a:cubicBezTo>
                    <a:pt x="1060" y="447"/>
                    <a:pt x="888" y="496"/>
                    <a:pt x="851" y="508"/>
                  </a:cubicBezTo>
                  <a:cubicBezTo>
                    <a:pt x="802" y="520"/>
                    <a:pt x="839" y="582"/>
                    <a:pt x="863" y="582"/>
                  </a:cubicBezTo>
                  <a:cubicBezTo>
                    <a:pt x="893" y="582"/>
                    <a:pt x="899" y="598"/>
                    <a:pt x="818" y="598"/>
                  </a:cubicBezTo>
                  <a:cubicBezTo>
                    <a:pt x="798" y="598"/>
                    <a:pt x="772" y="597"/>
                    <a:pt x="740" y="594"/>
                  </a:cubicBezTo>
                  <a:cubicBezTo>
                    <a:pt x="675" y="590"/>
                    <a:pt x="620" y="585"/>
                    <a:pt x="587" y="585"/>
                  </a:cubicBezTo>
                  <a:cubicBezTo>
                    <a:pt x="534" y="585"/>
                    <a:pt x="539" y="598"/>
                    <a:pt x="654" y="644"/>
                  </a:cubicBezTo>
                  <a:cubicBezTo>
                    <a:pt x="781" y="695"/>
                    <a:pt x="827" y="722"/>
                    <a:pt x="891" y="722"/>
                  </a:cubicBezTo>
                  <a:cubicBezTo>
                    <a:pt x="920" y="722"/>
                    <a:pt x="953" y="717"/>
                    <a:pt x="999" y="705"/>
                  </a:cubicBezTo>
                  <a:cubicBezTo>
                    <a:pt x="1034" y="700"/>
                    <a:pt x="1061" y="697"/>
                    <a:pt x="1082" y="697"/>
                  </a:cubicBezTo>
                  <a:cubicBezTo>
                    <a:pt x="1160" y="697"/>
                    <a:pt x="1171" y="728"/>
                    <a:pt x="1258" y="767"/>
                  </a:cubicBezTo>
                  <a:cubicBezTo>
                    <a:pt x="1313" y="785"/>
                    <a:pt x="1372" y="795"/>
                    <a:pt x="1429" y="795"/>
                  </a:cubicBezTo>
                  <a:cubicBezTo>
                    <a:pt x="1486" y="795"/>
                    <a:pt x="1541" y="785"/>
                    <a:pt x="1590" y="767"/>
                  </a:cubicBezTo>
                  <a:cubicBezTo>
                    <a:pt x="1676" y="730"/>
                    <a:pt x="1763" y="705"/>
                    <a:pt x="1849" y="693"/>
                  </a:cubicBezTo>
                  <a:cubicBezTo>
                    <a:pt x="1935" y="681"/>
                    <a:pt x="1985" y="533"/>
                    <a:pt x="2034" y="508"/>
                  </a:cubicBezTo>
                  <a:cubicBezTo>
                    <a:pt x="2095" y="471"/>
                    <a:pt x="2330" y="373"/>
                    <a:pt x="2305" y="323"/>
                  </a:cubicBezTo>
                  <a:cubicBezTo>
                    <a:pt x="2280" y="262"/>
                    <a:pt x="2231" y="212"/>
                    <a:pt x="2157" y="212"/>
                  </a:cubicBezTo>
                  <a:cubicBezTo>
                    <a:pt x="2034" y="212"/>
                    <a:pt x="1911" y="188"/>
                    <a:pt x="1787" y="151"/>
                  </a:cubicBezTo>
                  <a:cubicBezTo>
                    <a:pt x="1717" y="115"/>
                    <a:pt x="1659" y="87"/>
                    <a:pt x="1618" y="87"/>
                  </a:cubicBezTo>
                  <a:cubicBezTo>
                    <a:pt x="1602" y="87"/>
                    <a:pt x="1588" y="91"/>
                    <a:pt x="1578" y="102"/>
                  </a:cubicBezTo>
                  <a:cubicBezTo>
                    <a:pt x="1541" y="126"/>
                    <a:pt x="1504" y="175"/>
                    <a:pt x="1455" y="188"/>
                  </a:cubicBezTo>
                  <a:cubicBezTo>
                    <a:pt x="1425" y="195"/>
                    <a:pt x="1395" y="207"/>
                    <a:pt x="1376" y="207"/>
                  </a:cubicBezTo>
                  <a:cubicBezTo>
                    <a:pt x="1364" y="207"/>
                    <a:pt x="1356" y="202"/>
                    <a:pt x="1356" y="188"/>
                  </a:cubicBezTo>
                  <a:cubicBezTo>
                    <a:pt x="1356" y="163"/>
                    <a:pt x="1418" y="102"/>
                    <a:pt x="1393" y="65"/>
                  </a:cubicBezTo>
                  <a:cubicBezTo>
                    <a:pt x="1375" y="38"/>
                    <a:pt x="1351" y="18"/>
                    <a:pt x="1325" y="18"/>
                  </a:cubicBezTo>
                  <a:cubicBezTo>
                    <a:pt x="1315" y="18"/>
                    <a:pt x="1305" y="21"/>
                    <a:pt x="1295" y="28"/>
                  </a:cubicBezTo>
                  <a:cubicBezTo>
                    <a:pt x="1258" y="52"/>
                    <a:pt x="1122" y="28"/>
                    <a:pt x="1159" y="77"/>
                  </a:cubicBezTo>
                  <a:cubicBezTo>
                    <a:pt x="1196" y="114"/>
                    <a:pt x="1233" y="126"/>
                    <a:pt x="1196" y="175"/>
                  </a:cubicBezTo>
                  <a:cubicBezTo>
                    <a:pt x="1174" y="218"/>
                    <a:pt x="1200" y="318"/>
                    <a:pt x="1174" y="318"/>
                  </a:cubicBezTo>
                  <a:cubicBezTo>
                    <a:pt x="1170" y="318"/>
                    <a:pt x="1165" y="316"/>
                    <a:pt x="1159" y="311"/>
                  </a:cubicBezTo>
                  <a:cubicBezTo>
                    <a:pt x="1110" y="286"/>
                    <a:pt x="1073" y="249"/>
                    <a:pt x="1048" y="200"/>
                  </a:cubicBezTo>
                  <a:cubicBezTo>
                    <a:pt x="1048" y="188"/>
                    <a:pt x="1011" y="151"/>
                    <a:pt x="986" y="151"/>
                  </a:cubicBezTo>
                  <a:cubicBezTo>
                    <a:pt x="959" y="151"/>
                    <a:pt x="896" y="172"/>
                    <a:pt x="851" y="172"/>
                  </a:cubicBezTo>
                  <a:cubicBezTo>
                    <a:pt x="836" y="172"/>
                    <a:pt x="823" y="169"/>
                    <a:pt x="814" y="163"/>
                  </a:cubicBezTo>
                  <a:cubicBezTo>
                    <a:pt x="728" y="102"/>
                    <a:pt x="641" y="40"/>
                    <a:pt x="531" y="3"/>
                  </a:cubicBezTo>
                  <a:cubicBezTo>
                    <a:pt x="524" y="1"/>
                    <a:pt x="517" y="0"/>
                    <a:pt x="51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2" name="Google Shape;7918;p67">
              <a:extLst>
                <a:ext uri="{FF2B5EF4-FFF2-40B4-BE49-F238E27FC236}">
                  <a16:creationId xmlns:a16="http://schemas.microsoft.com/office/drawing/2014/main" id="{0ED8AE5B-B258-9963-9BF2-1A854470D67C}"/>
                </a:ext>
              </a:extLst>
            </p:cNvPr>
            <p:cNvSpPr/>
            <p:nvPr/>
          </p:nvSpPr>
          <p:spPr>
            <a:xfrm>
              <a:off x="3579300" y="4317650"/>
              <a:ext cx="9900" cy="9125"/>
            </a:xfrm>
            <a:custGeom>
              <a:avLst/>
              <a:gdLst/>
              <a:ahLst/>
              <a:cxnLst/>
              <a:rect l="l" t="t" r="r" b="b"/>
              <a:pathLst>
                <a:path w="396" h="365" extrusionOk="0">
                  <a:moveTo>
                    <a:pt x="39" y="0"/>
                  </a:moveTo>
                  <a:cubicBezTo>
                    <a:pt x="13" y="0"/>
                    <a:pt x="0" y="23"/>
                    <a:pt x="17" y="41"/>
                  </a:cubicBezTo>
                  <a:cubicBezTo>
                    <a:pt x="42" y="65"/>
                    <a:pt x="104" y="151"/>
                    <a:pt x="140" y="201"/>
                  </a:cubicBezTo>
                  <a:cubicBezTo>
                    <a:pt x="190" y="262"/>
                    <a:pt x="239" y="299"/>
                    <a:pt x="301" y="336"/>
                  </a:cubicBezTo>
                  <a:cubicBezTo>
                    <a:pt x="322" y="350"/>
                    <a:pt x="360" y="365"/>
                    <a:pt x="378" y="365"/>
                  </a:cubicBezTo>
                  <a:cubicBezTo>
                    <a:pt x="392" y="365"/>
                    <a:pt x="395" y="357"/>
                    <a:pt x="375" y="336"/>
                  </a:cubicBezTo>
                  <a:cubicBezTo>
                    <a:pt x="301" y="275"/>
                    <a:pt x="239" y="213"/>
                    <a:pt x="177" y="139"/>
                  </a:cubicBezTo>
                  <a:cubicBezTo>
                    <a:pt x="165" y="90"/>
                    <a:pt x="128" y="41"/>
                    <a:pt x="79" y="16"/>
                  </a:cubicBezTo>
                  <a:cubicBezTo>
                    <a:pt x="64" y="5"/>
                    <a:pt x="50" y="0"/>
                    <a:pt x="3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3" name="Google Shape;7919;p67">
              <a:extLst>
                <a:ext uri="{FF2B5EF4-FFF2-40B4-BE49-F238E27FC236}">
                  <a16:creationId xmlns:a16="http://schemas.microsoft.com/office/drawing/2014/main" id="{D535B342-7684-8B1D-5D97-828D11FC0F82}"/>
                </a:ext>
              </a:extLst>
            </p:cNvPr>
            <p:cNvSpPr/>
            <p:nvPr/>
          </p:nvSpPr>
          <p:spPr>
            <a:xfrm>
              <a:off x="3832625" y="4430150"/>
              <a:ext cx="950" cy="25"/>
            </a:xfrm>
            <a:custGeom>
              <a:avLst/>
              <a:gdLst/>
              <a:ahLst/>
              <a:cxnLst/>
              <a:rect l="l" t="t" r="r" b="b"/>
              <a:pathLst>
                <a:path w="38" h="1" extrusionOk="0">
                  <a:moveTo>
                    <a:pt x="37" y="1"/>
                  </a:moveTo>
                  <a:lnTo>
                    <a:pt x="37" y="1"/>
                  </a:lnTo>
                  <a:cubicBezTo>
                    <a:pt x="0" y="1"/>
                    <a:pt x="12" y="1"/>
                    <a:pt x="3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4" name="Google Shape;7920;p67">
              <a:extLst>
                <a:ext uri="{FF2B5EF4-FFF2-40B4-BE49-F238E27FC236}">
                  <a16:creationId xmlns:a16="http://schemas.microsoft.com/office/drawing/2014/main" id="{6DE801BA-67F3-7075-8957-69D27B89E7E9}"/>
                </a:ext>
              </a:extLst>
            </p:cNvPr>
            <p:cNvSpPr/>
            <p:nvPr/>
          </p:nvSpPr>
          <p:spPr>
            <a:xfrm>
              <a:off x="3821225" y="4347250"/>
              <a:ext cx="106600" cy="86250"/>
            </a:xfrm>
            <a:custGeom>
              <a:avLst/>
              <a:gdLst/>
              <a:ahLst/>
              <a:cxnLst/>
              <a:rect l="l" t="t" r="r" b="b"/>
              <a:pathLst>
                <a:path w="4264" h="3450" extrusionOk="0">
                  <a:moveTo>
                    <a:pt x="3842" y="1"/>
                  </a:moveTo>
                  <a:cubicBezTo>
                    <a:pt x="3818" y="1"/>
                    <a:pt x="3795" y="4"/>
                    <a:pt x="3771" y="15"/>
                  </a:cubicBezTo>
                  <a:cubicBezTo>
                    <a:pt x="3684" y="52"/>
                    <a:pt x="3598" y="101"/>
                    <a:pt x="3512" y="150"/>
                  </a:cubicBezTo>
                  <a:cubicBezTo>
                    <a:pt x="3463" y="187"/>
                    <a:pt x="3500" y="200"/>
                    <a:pt x="3512" y="200"/>
                  </a:cubicBezTo>
                  <a:cubicBezTo>
                    <a:pt x="3536" y="200"/>
                    <a:pt x="3536" y="200"/>
                    <a:pt x="3463" y="224"/>
                  </a:cubicBezTo>
                  <a:cubicBezTo>
                    <a:pt x="3401" y="237"/>
                    <a:pt x="3241" y="286"/>
                    <a:pt x="3142" y="310"/>
                  </a:cubicBezTo>
                  <a:cubicBezTo>
                    <a:pt x="2982" y="372"/>
                    <a:pt x="2822" y="409"/>
                    <a:pt x="2662" y="434"/>
                  </a:cubicBezTo>
                  <a:cubicBezTo>
                    <a:pt x="2551" y="409"/>
                    <a:pt x="2378" y="384"/>
                    <a:pt x="2354" y="384"/>
                  </a:cubicBezTo>
                  <a:cubicBezTo>
                    <a:pt x="2317" y="384"/>
                    <a:pt x="2169" y="471"/>
                    <a:pt x="2230" y="471"/>
                  </a:cubicBezTo>
                  <a:cubicBezTo>
                    <a:pt x="2304" y="483"/>
                    <a:pt x="2329" y="495"/>
                    <a:pt x="2230" y="495"/>
                  </a:cubicBezTo>
                  <a:cubicBezTo>
                    <a:pt x="2132" y="495"/>
                    <a:pt x="2169" y="582"/>
                    <a:pt x="2058" y="582"/>
                  </a:cubicBezTo>
                  <a:cubicBezTo>
                    <a:pt x="1976" y="582"/>
                    <a:pt x="1943" y="593"/>
                    <a:pt x="1919" y="593"/>
                  </a:cubicBezTo>
                  <a:cubicBezTo>
                    <a:pt x="1907" y="593"/>
                    <a:pt x="1898" y="590"/>
                    <a:pt x="1885" y="582"/>
                  </a:cubicBezTo>
                  <a:cubicBezTo>
                    <a:pt x="1868" y="570"/>
                    <a:pt x="1862" y="561"/>
                    <a:pt x="1852" y="561"/>
                  </a:cubicBezTo>
                  <a:cubicBezTo>
                    <a:pt x="1841" y="561"/>
                    <a:pt x="1827" y="573"/>
                    <a:pt x="1787" y="606"/>
                  </a:cubicBezTo>
                  <a:cubicBezTo>
                    <a:pt x="1725" y="668"/>
                    <a:pt x="1738" y="754"/>
                    <a:pt x="1639" y="754"/>
                  </a:cubicBezTo>
                  <a:cubicBezTo>
                    <a:pt x="1595" y="754"/>
                    <a:pt x="1566" y="749"/>
                    <a:pt x="1544" y="749"/>
                  </a:cubicBezTo>
                  <a:cubicBezTo>
                    <a:pt x="1516" y="749"/>
                    <a:pt x="1499" y="757"/>
                    <a:pt x="1479" y="791"/>
                  </a:cubicBezTo>
                  <a:cubicBezTo>
                    <a:pt x="1454" y="853"/>
                    <a:pt x="1454" y="902"/>
                    <a:pt x="1393" y="902"/>
                  </a:cubicBezTo>
                  <a:cubicBezTo>
                    <a:pt x="1375" y="902"/>
                    <a:pt x="1360" y="901"/>
                    <a:pt x="1348" y="901"/>
                  </a:cubicBezTo>
                  <a:cubicBezTo>
                    <a:pt x="1317" y="901"/>
                    <a:pt x="1299" y="907"/>
                    <a:pt x="1282" y="951"/>
                  </a:cubicBezTo>
                  <a:cubicBezTo>
                    <a:pt x="1257" y="1025"/>
                    <a:pt x="1282" y="1050"/>
                    <a:pt x="1220" y="1050"/>
                  </a:cubicBezTo>
                  <a:cubicBezTo>
                    <a:pt x="1171" y="1050"/>
                    <a:pt x="1137" y="1002"/>
                    <a:pt x="1113" y="1002"/>
                  </a:cubicBezTo>
                  <a:cubicBezTo>
                    <a:pt x="1107" y="1002"/>
                    <a:pt x="1102" y="1005"/>
                    <a:pt x="1097" y="1013"/>
                  </a:cubicBezTo>
                  <a:cubicBezTo>
                    <a:pt x="1072" y="1050"/>
                    <a:pt x="1097" y="1099"/>
                    <a:pt x="1134" y="1099"/>
                  </a:cubicBezTo>
                  <a:cubicBezTo>
                    <a:pt x="1171" y="1099"/>
                    <a:pt x="1306" y="1099"/>
                    <a:pt x="1232" y="1124"/>
                  </a:cubicBezTo>
                  <a:cubicBezTo>
                    <a:pt x="1158" y="1148"/>
                    <a:pt x="1023" y="1222"/>
                    <a:pt x="1097" y="1222"/>
                  </a:cubicBezTo>
                  <a:cubicBezTo>
                    <a:pt x="1171" y="1222"/>
                    <a:pt x="1368" y="1272"/>
                    <a:pt x="1306" y="1272"/>
                  </a:cubicBezTo>
                  <a:cubicBezTo>
                    <a:pt x="1208" y="1272"/>
                    <a:pt x="1109" y="1284"/>
                    <a:pt x="1011" y="1309"/>
                  </a:cubicBezTo>
                  <a:cubicBezTo>
                    <a:pt x="986" y="1321"/>
                    <a:pt x="1011" y="1345"/>
                    <a:pt x="1048" y="1358"/>
                  </a:cubicBezTo>
                  <a:cubicBezTo>
                    <a:pt x="1085" y="1370"/>
                    <a:pt x="1109" y="1382"/>
                    <a:pt x="1048" y="1382"/>
                  </a:cubicBezTo>
                  <a:cubicBezTo>
                    <a:pt x="986" y="1382"/>
                    <a:pt x="900" y="1444"/>
                    <a:pt x="949" y="1469"/>
                  </a:cubicBezTo>
                  <a:cubicBezTo>
                    <a:pt x="1011" y="1506"/>
                    <a:pt x="1023" y="1518"/>
                    <a:pt x="949" y="1518"/>
                  </a:cubicBezTo>
                  <a:cubicBezTo>
                    <a:pt x="887" y="1518"/>
                    <a:pt x="838" y="1543"/>
                    <a:pt x="924" y="1567"/>
                  </a:cubicBezTo>
                  <a:cubicBezTo>
                    <a:pt x="998" y="1580"/>
                    <a:pt x="1035" y="1580"/>
                    <a:pt x="924" y="1580"/>
                  </a:cubicBezTo>
                  <a:cubicBezTo>
                    <a:pt x="813" y="1592"/>
                    <a:pt x="813" y="1617"/>
                    <a:pt x="776" y="1666"/>
                  </a:cubicBezTo>
                  <a:cubicBezTo>
                    <a:pt x="740" y="1715"/>
                    <a:pt x="715" y="1690"/>
                    <a:pt x="666" y="1715"/>
                  </a:cubicBezTo>
                  <a:cubicBezTo>
                    <a:pt x="604" y="1752"/>
                    <a:pt x="579" y="1801"/>
                    <a:pt x="616" y="1814"/>
                  </a:cubicBezTo>
                  <a:cubicBezTo>
                    <a:pt x="647" y="1820"/>
                    <a:pt x="678" y="1823"/>
                    <a:pt x="709" y="1823"/>
                  </a:cubicBezTo>
                  <a:cubicBezTo>
                    <a:pt x="740" y="1823"/>
                    <a:pt x="770" y="1820"/>
                    <a:pt x="801" y="1814"/>
                  </a:cubicBezTo>
                  <a:cubicBezTo>
                    <a:pt x="887" y="1814"/>
                    <a:pt x="961" y="1851"/>
                    <a:pt x="875" y="1851"/>
                  </a:cubicBezTo>
                  <a:cubicBezTo>
                    <a:pt x="789" y="1851"/>
                    <a:pt x="752" y="1851"/>
                    <a:pt x="715" y="1912"/>
                  </a:cubicBezTo>
                  <a:cubicBezTo>
                    <a:pt x="678" y="1974"/>
                    <a:pt x="727" y="1986"/>
                    <a:pt x="690" y="2023"/>
                  </a:cubicBezTo>
                  <a:cubicBezTo>
                    <a:pt x="673" y="2036"/>
                    <a:pt x="665" y="2040"/>
                    <a:pt x="658" y="2040"/>
                  </a:cubicBezTo>
                  <a:cubicBezTo>
                    <a:pt x="649" y="2040"/>
                    <a:pt x="643" y="2033"/>
                    <a:pt x="620" y="2033"/>
                  </a:cubicBezTo>
                  <a:cubicBezTo>
                    <a:pt x="612" y="2033"/>
                    <a:pt x="603" y="2034"/>
                    <a:pt x="592" y="2035"/>
                  </a:cubicBezTo>
                  <a:cubicBezTo>
                    <a:pt x="505" y="2048"/>
                    <a:pt x="407" y="2085"/>
                    <a:pt x="419" y="2134"/>
                  </a:cubicBezTo>
                  <a:cubicBezTo>
                    <a:pt x="431" y="2183"/>
                    <a:pt x="468" y="2220"/>
                    <a:pt x="419" y="2220"/>
                  </a:cubicBezTo>
                  <a:cubicBezTo>
                    <a:pt x="358" y="2220"/>
                    <a:pt x="296" y="2245"/>
                    <a:pt x="247" y="2282"/>
                  </a:cubicBezTo>
                  <a:cubicBezTo>
                    <a:pt x="234" y="2307"/>
                    <a:pt x="210" y="2319"/>
                    <a:pt x="271" y="2344"/>
                  </a:cubicBezTo>
                  <a:cubicBezTo>
                    <a:pt x="283" y="2348"/>
                    <a:pt x="294" y="2350"/>
                    <a:pt x="304" y="2350"/>
                  </a:cubicBezTo>
                  <a:cubicBezTo>
                    <a:pt x="326" y="2350"/>
                    <a:pt x="344" y="2343"/>
                    <a:pt x="355" y="2343"/>
                  </a:cubicBezTo>
                  <a:cubicBezTo>
                    <a:pt x="365" y="2343"/>
                    <a:pt x="368" y="2350"/>
                    <a:pt x="358" y="2380"/>
                  </a:cubicBezTo>
                  <a:cubicBezTo>
                    <a:pt x="333" y="2454"/>
                    <a:pt x="296" y="2454"/>
                    <a:pt x="296" y="2504"/>
                  </a:cubicBezTo>
                  <a:cubicBezTo>
                    <a:pt x="308" y="2541"/>
                    <a:pt x="284" y="2578"/>
                    <a:pt x="259" y="2590"/>
                  </a:cubicBezTo>
                  <a:cubicBezTo>
                    <a:pt x="222" y="2627"/>
                    <a:pt x="259" y="2639"/>
                    <a:pt x="160" y="2639"/>
                  </a:cubicBezTo>
                  <a:cubicBezTo>
                    <a:pt x="154" y="2638"/>
                    <a:pt x="148" y="2637"/>
                    <a:pt x="141" y="2637"/>
                  </a:cubicBezTo>
                  <a:cubicBezTo>
                    <a:pt x="84" y="2637"/>
                    <a:pt x="24" y="2684"/>
                    <a:pt x="13" y="2750"/>
                  </a:cubicBezTo>
                  <a:cubicBezTo>
                    <a:pt x="0" y="2812"/>
                    <a:pt x="13" y="2984"/>
                    <a:pt x="99" y="2984"/>
                  </a:cubicBezTo>
                  <a:cubicBezTo>
                    <a:pt x="149" y="2976"/>
                    <a:pt x="183" y="2956"/>
                    <a:pt x="218" y="2956"/>
                  </a:cubicBezTo>
                  <a:cubicBezTo>
                    <a:pt x="235" y="2956"/>
                    <a:pt x="252" y="2960"/>
                    <a:pt x="271" y="2972"/>
                  </a:cubicBezTo>
                  <a:cubicBezTo>
                    <a:pt x="333" y="2997"/>
                    <a:pt x="284" y="3009"/>
                    <a:pt x="358" y="3009"/>
                  </a:cubicBezTo>
                  <a:cubicBezTo>
                    <a:pt x="444" y="3009"/>
                    <a:pt x="444" y="2972"/>
                    <a:pt x="444" y="2972"/>
                  </a:cubicBezTo>
                  <a:lnTo>
                    <a:pt x="468" y="3009"/>
                  </a:lnTo>
                  <a:cubicBezTo>
                    <a:pt x="486" y="3027"/>
                    <a:pt x="511" y="3038"/>
                    <a:pt x="538" y="3038"/>
                  </a:cubicBezTo>
                  <a:cubicBezTo>
                    <a:pt x="547" y="3038"/>
                    <a:pt x="557" y="3037"/>
                    <a:pt x="567" y="3034"/>
                  </a:cubicBezTo>
                  <a:cubicBezTo>
                    <a:pt x="592" y="3034"/>
                    <a:pt x="555" y="3058"/>
                    <a:pt x="542" y="3070"/>
                  </a:cubicBezTo>
                  <a:cubicBezTo>
                    <a:pt x="518" y="3083"/>
                    <a:pt x="493" y="3107"/>
                    <a:pt x="579" y="3107"/>
                  </a:cubicBezTo>
                  <a:cubicBezTo>
                    <a:pt x="653" y="3107"/>
                    <a:pt x="579" y="3157"/>
                    <a:pt x="542" y="3157"/>
                  </a:cubicBezTo>
                  <a:cubicBezTo>
                    <a:pt x="518" y="3169"/>
                    <a:pt x="518" y="3218"/>
                    <a:pt x="518" y="3255"/>
                  </a:cubicBezTo>
                  <a:cubicBezTo>
                    <a:pt x="518" y="3292"/>
                    <a:pt x="518" y="3317"/>
                    <a:pt x="493" y="3317"/>
                  </a:cubicBezTo>
                  <a:lnTo>
                    <a:pt x="579" y="3342"/>
                  </a:lnTo>
                  <a:cubicBezTo>
                    <a:pt x="666" y="3366"/>
                    <a:pt x="764" y="3391"/>
                    <a:pt x="850" y="3428"/>
                  </a:cubicBezTo>
                  <a:cubicBezTo>
                    <a:pt x="875" y="3440"/>
                    <a:pt x="883" y="3444"/>
                    <a:pt x="887" y="3444"/>
                  </a:cubicBezTo>
                  <a:cubicBezTo>
                    <a:pt x="894" y="3444"/>
                    <a:pt x="883" y="3428"/>
                    <a:pt x="949" y="3428"/>
                  </a:cubicBezTo>
                  <a:cubicBezTo>
                    <a:pt x="1048" y="3415"/>
                    <a:pt x="1183" y="3403"/>
                    <a:pt x="1232" y="3403"/>
                  </a:cubicBezTo>
                  <a:cubicBezTo>
                    <a:pt x="1282" y="3403"/>
                    <a:pt x="1282" y="3403"/>
                    <a:pt x="1343" y="3428"/>
                  </a:cubicBezTo>
                  <a:cubicBezTo>
                    <a:pt x="1372" y="3442"/>
                    <a:pt x="1398" y="3449"/>
                    <a:pt x="1416" y="3449"/>
                  </a:cubicBezTo>
                  <a:cubicBezTo>
                    <a:pt x="1445" y="3449"/>
                    <a:pt x="1457" y="3433"/>
                    <a:pt x="1442" y="3403"/>
                  </a:cubicBezTo>
                  <a:cubicBezTo>
                    <a:pt x="1430" y="3366"/>
                    <a:pt x="1393" y="3354"/>
                    <a:pt x="1319" y="3292"/>
                  </a:cubicBezTo>
                  <a:cubicBezTo>
                    <a:pt x="1183" y="3169"/>
                    <a:pt x="1072" y="3009"/>
                    <a:pt x="998" y="2824"/>
                  </a:cubicBezTo>
                  <a:cubicBezTo>
                    <a:pt x="998" y="2738"/>
                    <a:pt x="986" y="2713"/>
                    <a:pt x="986" y="2676"/>
                  </a:cubicBezTo>
                  <a:cubicBezTo>
                    <a:pt x="974" y="2615"/>
                    <a:pt x="961" y="2565"/>
                    <a:pt x="924" y="2528"/>
                  </a:cubicBezTo>
                  <a:cubicBezTo>
                    <a:pt x="887" y="2479"/>
                    <a:pt x="900" y="2479"/>
                    <a:pt x="924" y="2454"/>
                  </a:cubicBezTo>
                  <a:cubicBezTo>
                    <a:pt x="961" y="2430"/>
                    <a:pt x="1048" y="2380"/>
                    <a:pt x="1011" y="2368"/>
                  </a:cubicBezTo>
                  <a:cubicBezTo>
                    <a:pt x="974" y="2344"/>
                    <a:pt x="974" y="2307"/>
                    <a:pt x="1060" y="2294"/>
                  </a:cubicBezTo>
                  <a:cubicBezTo>
                    <a:pt x="1134" y="2282"/>
                    <a:pt x="1208" y="2294"/>
                    <a:pt x="1146" y="2245"/>
                  </a:cubicBezTo>
                  <a:cubicBezTo>
                    <a:pt x="1085" y="2196"/>
                    <a:pt x="1023" y="2208"/>
                    <a:pt x="1085" y="2171"/>
                  </a:cubicBezTo>
                  <a:cubicBezTo>
                    <a:pt x="1158" y="2134"/>
                    <a:pt x="1356" y="2146"/>
                    <a:pt x="1245" y="2097"/>
                  </a:cubicBezTo>
                  <a:cubicBezTo>
                    <a:pt x="1183" y="2060"/>
                    <a:pt x="1121" y="2035"/>
                    <a:pt x="1048" y="2023"/>
                  </a:cubicBezTo>
                  <a:cubicBezTo>
                    <a:pt x="1011" y="2014"/>
                    <a:pt x="1015" y="1985"/>
                    <a:pt x="1054" y="1985"/>
                  </a:cubicBezTo>
                  <a:cubicBezTo>
                    <a:pt x="1068" y="1985"/>
                    <a:pt x="1086" y="1989"/>
                    <a:pt x="1109" y="1999"/>
                  </a:cubicBezTo>
                  <a:cubicBezTo>
                    <a:pt x="1157" y="2019"/>
                    <a:pt x="1185" y="2028"/>
                    <a:pt x="1214" y="2028"/>
                  </a:cubicBezTo>
                  <a:cubicBezTo>
                    <a:pt x="1237" y="2028"/>
                    <a:pt x="1261" y="2022"/>
                    <a:pt x="1294" y="2011"/>
                  </a:cubicBezTo>
                  <a:cubicBezTo>
                    <a:pt x="1305" y="2006"/>
                    <a:pt x="1317" y="2005"/>
                    <a:pt x="1329" y="2005"/>
                  </a:cubicBezTo>
                  <a:cubicBezTo>
                    <a:pt x="1359" y="2005"/>
                    <a:pt x="1388" y="2015"/>
                    <a:pt x="1401" y="2015"/>
                  </a:cubicBezTo>
                  <a:cubicBezTo>
                    <a:pt x="1410" y="2015"/>
                    <a:pt x="1410" y="2008"/>
                    <a:pt x="1393" y="1986"/>
                  </a:cubicBezTo>
                  <a:cubicBezTo>
                    <a:pt x="1359" y="1919"/>
                    <a:pt x="1294" y="1861"/>
                    <a:pt x="1330" y="1861"/>
                  </a:cubicBezTo>
                  <a:cubicBezTo>
                    <a:pt x="1334" y="1861"/>
                    <a:pt x="1338" y="1862"/>
                    <a:pt x="1343" y="1863"/>
                  </a:cubicBezTo>
                  <a:cubicBezTo>
                    <a:pt x="1403" y="1873"/>
                    <a:pt x="1454" y="1907"/>
                    <a:pt x="1472" y="1907"/>
                  </a:cubicBezTo>
                  <a:cubicBezTo>
                    <a:pt x="1476" y="1907"/>
                    <a:pt x="1479" y="1905"/>
                    <a:pt x="1479" y="1900"/>
                  </a:cubicBezTo>
                  <a:cubicBezTo>
                    <a:pt x="1479" y="1863"/>
                    <a:pt x="1553" y="1838"/>
                    <a:pt x="1442" y="1801"/>
                  </a:cubicBezTo>
                  <a:cubicBezTo>
                    <a:pt x="1343" y="1764"/>
                    <a:pt x="1245" y="1727"/>
                    <a:pt x="1331" y="1727"/>
                  </a:cubicBezTo>
                  <a:cubicBezTo>
                    <a:pt x="1407" y="1737"/>
                    <a:pt x="1491" y="1776"/>
                    <a:pt x="1531" y="1776"/>
                  </a:cubicBezTo>
                  <a:cubicBezTo>
                    <a:pt x="1542" y="1776"/>
                    <a:pt x="1550" y="1773"/>
                    <a:pt x="1553" y="1764"/>
                  </a:cubicBezTo>
                  <a:cubicBezTo>
                    <a:pt x="1577" y="1727"/>
                    <a:pt x="1602" y="1727"/>
                    <a:pt x="1540" y="1666"/>
                  </a:cubicBezTo>
                  <a:cubicBezTo>
                    <a:pt x="1484" y="1619"/>
                    <a:pt x="1464" y="1579"/>
                    <a:pt x="1484" y="1579"/>
                  </a:cubicBezTo>
                  <a:cubicBezTo>
                    <a:pt x="1491" y="1579"/>
                    <a:pt x="1501" y="1583"/>
                    <a:pt x="1516" y="1592"/>
                  </a:cubicBezTo>
                  <a:cubicBezTo>
                    <a:pt x="1536" y="1604"/>
                    <a:pt x="1558" y="1609"/>
                    <a:pt x="1581" y="1609"/>
                  </a:cubicBezTo>
                  <a:cubicBezTo>
                    <a:pt x="1629" y="1609"/>
                    <a:pt x="1679" y="1584"/>
                    <a:pt x="1713" y="1543"/>
                  </a:cubicBezTo>
                  <a:cubicBezTo>
                    <a:pt x="1725" y="1481"/>
                    <a:pt x="1848" y="1506"/>
                    <a:pt x="1787" y="1456"/>
                  </a:cubicBezTo>
                  <a:cubicBezTo>
                    <a:pt x="1725" y="1407"/>
                    <a:pt x="1639" y="1419"/>
                    <a:pt x="1725" y="1407"/>
                  </a:cubicBezTo>
                  <a:cubicBezTo>
                    <a:pt x="1824" y="1407"/>
                    <a:pt x="1910" y="1358"/>
                    <a:pt x="1898" y="1309"/>
                  </a:cubicBezTo>
                  <a:cubicBezTo>
                    <a:pt x="1898" y="1270"/>
                    <a:pt x="1903" y="1251"/>
                    <a:pt x="1915" y="1251"/>
                  </a:cubicBezTo>
                  <a:cubicBezTo>
                    <a:pt x="1923" y="1251"/>
                    <a:pt x="1933" y="1258"/>
                    <a:pt x="1947" y="1272"/>
                  </a:cubicBezTo>
                  <a:cubicBezTo>
                    <a:pt x="1974" y="1290"/>
                    <a:pt x="2007" y="1327"/>
                    <a:pt x="2024" y="1327"/>
                  </a:cubicBezTo>
                  <a:cubicBezTo>
                    <a:pt x="2030" y="1327"/>
                    <a:pt x="2033" y="1322"/>
                    <a:pt x="2033" y="1309"/>
                  </a:cubicBezTo>
                  <a:cubicBezTo>
                    <a:pt x="2021" y="1247"/>
                    <a:pt x="1947" y="1222"/>
                    <a:pt x="2021" y="1222"/>
                  </a:cubicBezTo>
                  <a:cubicBezTo>
                    <a:pt x="2095" y="1222"/>
                    <a:pt x="2181" y="1222"/>
                    <a:pt x="2193" y="1185"/>
                  </a:cubicBezTo>
                  <a:cubicBezTo>
                    <a:pt x="2218" y="1148"/>
                    <a:pt x="2206" y="1111"/>
                    <a:pt x="2169" y="1111"/>
                  </a:cubicBezTo>
                  <a:cubicBezTo>
                    <a:pt x="2120" y="1099"/>
                    <a:pt x="2120" y="1111"/>
                    <a:pt x="2193" y="1062"/>
                  </a:cubicBezTo>
                  <a:cubicBezTo>
                    <a:pt x="2292" y="1000"/>
                    <a:pt x="2391" y="939"/>
                    <a:pt x="2501" y="890"/>
                  </a:cubicBezTo>
                  <a:cubicBezTo>
                    <a:pt x="2625" y="840"/>
                    <a:pt x="2994" y="742"/>
                    <a:pt x="3105" y="692"/>
                  </a:cubicBezTo>
                  <a:cubicBezTo>
                    <a:pt x="3216" y="631"/>
                    <a:pt x="3771" y="495"/>
                    <a:pt x="3931" y="409"/>
                  </a:cubicBezTo>
                  <a:cubicBezTo>
                    <a:pt x="4079" y="323"/>
                    <a:pt x="4263" y="175"/>
                    <a:pt x="4239" y="126"/>
                  </a:cubicBezTo>
                  <a:cubicBezTo>
                    <a:pt x="4206" y="50"/>
                    <a:pt x="4136" y="12"/>
                    <a:pt x="4062" y="12"/>
                  </a:cubicBezTo>
                  <a:cubicBezTo>
                    <a:pt x="4051" y="12"/>
                    <a:pt x="4040" y="13"/>
                    <a:pt x="4029" y="15"/>
                  </a:cubicBezTo>
                  <a:cubicBezTo>
                    <a:pt x="4018" y="16"/>
                    <a:pt x="4007" y="17"/>
                    <a:pt x="3996" y="17"/>
                  </a:cubicBezTo>
                  <a:cubicBezTo>
                    <a:pt x="3940" y="17"/>
                    <a:pt x="3891" y="1"/>
                    <a:pt x="384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5" name="Google Shape;7921;p67">
              <a:extLst>
                <a:ext uri="{FF2B5EF4-FFF2-40B4-BE49-F238E27FC236}">
                  <a16:creationId xmlns:a16="http://schemas.microsoft.com/office/drawing/2014/main" id="{C6B5E346-061F-2B22-8A84-F79AFFF0416C}"/>
                </a:ext>
              </a:extLst>
            </p:cNvPr>
            <p:cNvSpPr/>
            <p:nvPr/>
          </p:nvSpPr>
          <p:spPr>
            <a:xfrm>
              <a:off x="4097525" y="4309975"/>
              <a:ext cx="36675" cy="21750"/>
            </a:xfrm>
            <a:custGeom>
              <a:avLst/>
              <a:gdLst/>
              <a:ahLst/>
              <a:cxnLst/>
              <a:rect l="l" t="t" r="r" b="b"/>
              <a:pathLst>
                <a:path w="1467" h="870" extrusionOk="0">
                  <a:moveTo>
                    <a:pt x="757" y="0"/>
                  </a:moveTo>
                  <a:cubicBezTo>
                    <a:pt x="751" y="0"/>
                    <a:pt x="745" y="1"/>
                    <a:pt x="740" y="3"/>
                  </a:cubicBezTo>
                  <a:cubicBezTo>
                    <a:pt x="703" y="3"/>
                    <a:pt x="691" y="27"/>
                    <a:pt x="703" y="64"/>
                  </a:cubicBezTo>
                  <a:cubicBezTo>
                    <a:pt x="712" y="82"/>
                    <a:pt x="727" y="120"/>
                    <a:pt x="711" y="120"/>
                  </a:cubicBezTo>
                  <a:cubicBezTo>
                    <a:pt x="705" y="120"/>
                    <a:pt x="695" y="114"/>
                    <a:pt x="678" y="101"/>
                  </a:cubicBezTo>
                  <a:cubicBezTo>
                    <a:pt x="642" y="65"/>
                    <a:pt x="619" y="42"/>
                    <a:pt x="590" y="42"/>
                  </a:cubicBezTo>
                  <a:cubicBezTo>
                    <a:pt x="580" y="42"/>
                    <a:pt x="568" y="45"/>
                    <a:pt x="555" y="52"/>
                  </a:cubicBezTo>
                  <a:cubicBezTo>
                    <a:pt x="530" y="64"/>
                    <a:pt x="493" y="89"/>
                    <a:pt x="469" y="113"/>
                  </a:cubicBezTo>
                  <a:cubicBezTo>
                    <a:pt x="444" y="150"/>
                    <a:pt x="370" y="187"/>
                    <a:pt x="432" y="212"/>
                  </a:cubicBezTo>
                  <a:cubicBezTo>
                    <a:pt x="493" y="237"/>
                    <a:pt x="617" y="249"/>
                    <a:pt x="530" y="249"/>
                  </a:cubicBezTo>
                  <a:cubicBezTo>
                    <a:pt x="522" y="247"/>
                    <a:pt x="512" y="246"/>
                    <a:pt x="503" y="246"/>
                  </a:cubicBezTo>
                  <a:cubicBezTo>
                    <a:pt x="460" y="246"/>
                    <a:pt x="411" y="268"/>
                    <a:pt x="370" y="298"/>
                  </a:cubicBezTo>
                  <a:cubicBezTo>
                    <a:pt x="346" y="323"/>
                    <a:pt x="309" y="335"/>
                    <a:pt x="358" y="385"/>
                  </a:cubicBezTo>
                  <a:cubicBezTo>
                    <a:pt x="393" y="411"/>
                    <a:pt x="461" y="431"/>
                    <a:pt x="459" y="431"/>
                  </a:cubicBezTo>
                  <a:cubicBezTo>
                    <a:pt x="458" y="431"/>
                    <a:pt x="447" y="428"/>
                    <a:pt x="419" y="421"/>
                  </a:cubicBezTo>
                  <a:cubicBezTo>
                    <a:pt x="402" y="418"/>
                    <a:pt x="387" y="416"/>
                    <a:pt x="373" y="416"/>
                  </a:cubicBezTo>
                  <a:cubicBezTo>
                    <a:pt x="294" y="416"/>
                    <a:pt x="255" y="470"/>
                    <a:pt x="235" y="532"/>
                  </a:cubicBezTo>
                  <a:cubicBezTo>
                    <a:pt x="185" y="606"/>
                    <a:pt x="136" y="680"/>
                    <a:pt x="74" y="754"/>
                  </a:cubicBezTo>
                  <a:cubicBezTo>
                    <a:pt x="50" y="779"/>
                    <a:pt x="1" y="853"/>
                    <a:pt x="37" y="865"/>
                  </a:cubicBezTo>
                  <a:cubicBezTo>
                    <a:pt x="54" y="865"/>
                    <a:pt x="102" y="870"/>
                    <a:pt x="156" y="870"/>
                  </a:cubicBezTo>
                  <a:cubicBezTo>
                    <a:pt x="223" y="870"/>
                    <a:pt x="299" y="862"/>
                    <a:pt x="333" y="828"/>
                  </a:cubicBezTo>
                  <a:cubicBezTo>
                    <a:pt x="395" y="779"/>
                    <a:pt x="469" y="754"/>
                    <a:pt x="555" y="754"/>
                  </a:cubicBezTo>
                  <a:cubicBezTo>
                    <a:pt x="598" y="757"/>
                    <a:pt x="642" y="759"/>
                    <a:pt x="686" y="759"/>
                  </a:cubicBezTo>
                  <a:cubicBezTo>
                    <a:pt x="807" y="759"/>
                    <a:pt x="931" y="748"/>
                    <a:pt x="1048" y="730"/>
                  </a:cubicBezTo>
                  <a:cubicBezTo>
                    <a:pt x="1245" y="668"/>
                    <a:pt x="1405" y="680"/>
                    <a:pt x="1430" y="606"/>
                  </a:cubicBezTo>
                  <a:cubicBezTo>
                    <a:pt x="1454" y="520"/>
                    <a:pt x="1467" y="446"/>
                    <a:pt x="1417" y="385"/>
                  </a:cubicBezTo>
                  <a:cubicBezTo>
                    <a:pt x="1356" y="335"/>
                    <a:pt x="1344" y="385"/>
                    <a:pt x="1257" y="298"/>
                  </a:cubicBezTo>
                  <a:cubicBezTo>
                    <a:pt x="1178" y="219"/>
                    <a:pt x="1120" y="161"/>
                    <a:pt x="1064" y="161"/>
                  </a:cubicBezTo>
                  <a:cubicBezTo>
                    <a:pt x="1058" y="161"/>
                    <a:pt x="1053" y="162"/>
                    <a:pt x="1048" y="163"/>
                  </a:cubicBezTo>
                  <a:cubicBezTo>
                    <a:pt x="988" y="175"/>
                    <a:pt x="803" y="324"/>
                    <a:pt x="768" y="324"/>
                  </a:cubicBezTo>
                  <a:cubicBezTo>
                    <a:pt x="766" y="324"/>
                    <a:pt x="765" y="323"/>
                    <a:pt x="764" y="323"/>
                  </a:cubicBezTo>
                  <a:cubicBezTo>
                    <a:pt x="740" y="323"/>
                    <a:pt x="875" y="126"/>
                    <a:pt x="875" y="76"/>
                  </a:cubicBezTo>
                  <a:cubicBezTo>
                    <a:pt x="875" y="34"/>
                    <a:pt x="801" y="0"/>
                    <a:pt x="7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6" name="Google Shape;7922;p67">
              <a:extLst>
                <a:ext uri="{FF2B5EF4-FFF2-40B4-BE49-F238E27FC236}">
                  <a16:creationId xmlns:a16="http://schemas.microsoft.com/office/drawing/2014/main" id="{B581674A-FC22-2EA0-F15D-D308ED599B62}"/>
                </a:ext>
              </a:extLst>
            </p:cNvPr>
            <p:cNvSpPr/>
            <p:nvPr/>
          </p:nvSpPr>
          <p:spPr>
            <a:xfrm>
              <a:off x="4065175" y="4298200"/>
              <a:ext cx="37300" cy="21250"/>
            </a:xfrm>
            <a:custGeom>
              <a:avLst/>
              <a:gdLst/>
              <a:ahLst/>
              <a:cxnLst/>
              <a:rect l="l" t="t" r="r" b="b"/>
              <a:pathLst>
                <a:path w="1492" h="850" extrusionOk="0">
                  <a:moveTo>
                    <a:pt x="823" y="1"/>
                  </a:moveTo>
                  <a:cubicBezTo>
                    <a:pt x="808" y="1"/>
                    <a:pt x="792" y="2"/>
                    <a:pt x="777" y="5"/>
                  </a:cubicBezTo>
                  <a:cubicBezTo>
                    <a:pt x="728" y="18"/>
                    <a:pt x="531" y="30"/>
                    <a:pt x="518" y="67"/>
                  </a:cubicBezTo>
                  <a:cubicBezTo>
                    <a:pt x="518" y="85"/>
                    <a:pt x="494" y="89"/>
                    <a:pt x="469" y="89"/>
                  </a:cubicBezTo>
                  <a:cubicBezTo>
                    <a:pt x="457" y="89"/>
                    <a:pt x="444" y="88"/>
                    <a:pt x="435" y="88"/>
                  </a:cubicBezTo>
                  <a:cubicBezTo>
                    <a:pt x="426" y="88"/>
                    <a:pt x="420" y="89"/>
                    <a:pt x="420" y="92"/>
                  </a:cubicBezTo>
                  <a:cubicBezTo>
                    <a:pt x="420" y="104"/>
                    <a:pt x="235" y="202"/>
                    <a:pt x="321" y="202"/>
                  </a:cubicBezTo>
                  <a:cubicBezTo>
                    <a:pt x="420" y="202"/>
                    <a:pt x="407" y="227"/>
                    <a:pt x="346" y="227"/>
                  </a:cubicBezTo>
                  <a:cubicBezTo>
                    <a:pt x="284" y="239"/>
                    <a:pt x="235" y="264"/>
                    <a:pt x="186" y="313"/>
                  </a:cubicBezTo>
                  <a:cubicBezTo>
                    <a:pt x="161" y="350"/>
                    <a:pt x="112" y="375"/>
                    <a:pt x="75" y="387"/>
                  </a:cubicBezTo>
                  <a:cubicBezTo>
                    <a:pt x="38" y="400"/>
                    <a:pt x="1" y="412"/>
                    <a:pt x="87" y="424"/>
                  </a:cubicBezTo>
                  <a:cubicBezTo>
                    <a:pt x="173" y="437"/>
                    <a:pt x="272" y="449"/>
                    <a:pt x="284" y="511"/>
                  </a:cubicBezTo>
                  <a:cubicBezTo>
                    <a:pt x="296" y="584"/>
                    <a:pt x="346" y="646"/>
                    <a:pt x="420" y="683"/>
                  </a:cubicBezTo>
                  <a:cubicBezTo>
                    <a:pt x="448" y="695"/>
                    <a:pt x="466" y="698"/>
                    <a:pt x="481" y="698"/>
                  </a:cubicBezTo>
                  <a:cubicBezTo>
                    <a:pt x="493" y="698"/>
                    <a:pt x="504" y="696"/>
                    <a:pt x="516" y="696"/>
                  </a:cubicBezTo>
                  <a:cubicBezTo>
                    <a:pt x="536" y="696"/>
                    <a:pt x="560" y="700"/>
                    <a:pt x="605" y="720"/>
                  </a:cubicBezTo>
                  <a:cubicBezTo>
                    <a:pt x="715" y="782"/>
                    <a:pt x="839" y="819"/>
                    <a:pt x="974" y="843"/>
                  </a:cubicBezTo>
                  <a:cubicBezTo>
                    <a:pt x="1019" y="843"/>
                    <a:pt x="1106" y="849"/>
                    <a:pt x="1193" y="849"/>
                  </a:cubicBezTo>
                  <a:cubicBezTo>
                    <a:pt x="1324" y="849"/>
                    <a:pt x="1452" y="836"/>
                    <a:pt x="1430" y="769"/>
                  </a:cubicBezTo>
                  <a:cubicBezTo>
                    <a:pt x="1396" y="678"/>
                    <a:pt x="1255" y="533"/>
                    <a:pt x="1275" y="533"/>
                  </a:cubicBezTo>
                  <a:cubicBezTo>
                    <a:pt x="1276" y="533"/>
                    <a:pt x="1279" y="533"/>
                    <a:pt x="1282" y="535"/>
                  </a:cubicBezTo>
                  <a:cubicBezTo>
                    <a:pt x="1303" y="542"/>
                    <a:pt x="1333" y="557"/>
                    <a:pt x="1356" y="557"/>
                  </a:cubicBezTo>
                  <a:cubicBezTo>
                    <a:pt x="1374" y="557"/>
                    <a:pt x="1388" y="549"/>
                    <a:pt x="1393" y="523"/>
                  </a:cubicBezTo>
                  <a:cubicBezTo>
                    <a:pt x="1381" y="461"/>
                    <a:pt x="1381" y="400"/>
                    <a:pt x="1393" y="338"/>
                  </a:cubicBezTo>
                  <a:cubicBezTo>
                    <a:pt x="1405" y="289"/>
                    <a:pt x="1492" y="252"/>
                    <a:pt x="1430" y="202"/>
                  </a:cubicBezTo>
                  <a:cubicBezTo>
                    <a:pt x="1381" y="153"/>
                    <a:pt x="1295" y="79"/>
                    <a:pt x="1221" y="79"/>
                  </a:cubicBezTo>
                  <a:cubicBezTo>
                    <a:pt x="1134" y="79"/>
                    <a:pt x="1134" y="104"/>
                    <a:pt x="1110" y="141"/>
                  </a:cubicBezTo>
                  <a:cubicBezTo>
                    <a:pt x="1073" y="178"/>
                    <a:pt x="986" y="153"/>
                    <a:pt x="950" y="178"/>
                  </a:cubicBezTo>
                  <a:cubicBezTo>
                    <a:pt x="923" y="187"/>
                    <a:pt x="870" y="221"/>
                    <a:pt x="857" y="221"/>
                  </a:cubicBezTo>
                  <a:cubicBezTo>
                    <a:pt x="852" y="221"/>
                    <a:pt x="853" y="216"/>
                    <a:pt x="863" y="202"/>
                  </a:cubicBezTo>
                  <a:cubicBezTo>
                    <a:pt x="900" y="153"/>
                    <a:pt x="999" y="79"/>
                    <a:pt x="950" y="42"/>
                  </a:cubicBezTo>
                  <a:cubicBezTo>
                    <a:pt x="913" y="15"/>
                    <a:pt x="869" y="1"/>
                    <a:pt x="82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7" name="Google Shape;7923;p67">
              <a:extLst>
                <a:ext uri="{FF2B5EF4-FFF2-40B4-BE49-F238E27FC236}">
                  <a16:creationId xmlns:a16="http://schemas.microsoft.com/office/drawing/2014/main" id="{C39571BB-4BB1-9729-3375-7DA3FADA49F7}"/>
                </a:ext>
              </a:extLst>
            </p:cNvPr>
            <p:cNvSpPr/>
            <p:nvPr/>
          </p:nvSpPr>
          <p:spPr>
            <a:xfrm>
              <a:off x="4055325" y="4299550"/>
              <a:ext cx="14800" cy="6200"/>
            </a:xfrm>
            <a:custGeom>
              <a:avLst/>
              <a:gdLst/>
              <a:ahLst/>
              <a:cxnLst/>
              <a:rect l="l" t="t" r="r" b="b"/>
              <a:pathLst>
                <a:path w="592" h="248" extrusionOk="0">
                  <a:moveTo>
                    <a:pt x="61" y="1"/>
                  </a:moveTo>
                  <a:cubicBezTo>
                    <a:pt x="33" y="1"/>
                    <a:pt x="16" y="8"/>
                    <a:pt x="25" y="25"/>
                  </a:cubicBezTo>
                  <a:cubicBezTo>
                    <a:pt x="62" y="75"/>
                    <a:pt x="0" y="148"/>
                    <a:pt x="62" y="161"/>
                  </a:cubicBezTo>
                  <a:cubicBezTo>
                    <a:pt x="124" y="173"/>
                    <a:pt x="185" y="198"/>
                    <a:pt x="247" y="235"/>
                  </a:cubicBezTo>
                  <a:cubicBezTo>
                    <a:pt x="269" y="243"/>
                    <a:pt x="292" y="248"/>
                    <a:pt x="316" y="248"/>
                  </a:cubicBezTo>
                  <a:cubicBezTo>
                    <a:pt x="361" y="248"/>
                    <a:pt x="409" y="234"/>
                    <a:pt x="456" y="210"/>
                  </a:cubicBezTo>
                  <a:cubicBezTo>
                    <a:pt x="506" y="173"/>
                    <a:pt x="592" y="136"/>
                    <a:pt x="567" y="124"/>
                  </a:cubicBezTo>
                  <a:cubicBezTo>
                    <a:pt x="530" y="87"/>
                    <a:pt x="493" y="75"/>
                    <a:pt x="456" y="50"/>
                  </a:cubicBezTo>
                  <a:cubicBezTo>
                    <a:pt x="382" y="50"/>
                    <a:pt x="309" y="50"/>
                    <a:pt x="247" y="38"/>
                  </a:cubicBezTo>
                  <a:cubicBezTo>
                    <a:pt x="200" y="22"/>
                    <a:pt x="112" y="1"/>
                    <a:pt x="6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8" name="Google Shape;7924;p67">
              <a:extLst>
                <a:ext uri="{FF2B5EF4-FFF2-40B4-BE49-F238E27FC236}">
                  <a16:creationId xmlns:a16="http://schemas.microsoft.com/office/drawing/2014/main" id="{86E0C4EB-75F4-6707-FFBB-54833C531A41}"/>
                </a:ext>
              </a:extLst>
            </p:cNvPr>
            <p:cNvSpPr/>
            <p:nvPr/>
          </p:nvSpPr>
          <p:spPr>
            <a:xfrm>
              <a:off x="4058100" y="4279675"/>
              <a:ext cx="31125" cy="20875"/>
            </a:xfrm>
            <a:custGeom>
              <a:avLst/>
              <a:gdLst/>
              <a:ahLst/>
              <a:cxnLst/>
              <a:rect l="l" t="t" r="r" b="b"/>
              <a:pathLst>
                <a:path w="1245" h="835" extrusionOk="0">
                  <a:moveTo>
                    <a:pt x="898" y="0"/>
                  </a:moveTo>
                  <a:cubicBezTo>
                    <a:pt x="876" y="0"/>
                    <a:pt x="843" y="18"/>
                    <a:pt x="801" y="32"/>
                  </a:cubicBezTo>
                  <a:cubicBezTo>
                    <a:pt x="715" y="81"/>
                    <a:pt x="616" y="118"/>
                    <a:pt x="530" y="155"/>
                  </a:cubicBezTo>
                  <a:cubicBezTo>
                    <a:pt x="444" y="167"/>
                    <a:pt x="358" y="217"/>
                    <a:pt x="296" y="266"/>
                  </a:cubicBezTo>
                  <a:cubicBezTo>
                    <a:pt x="261" y="310"/>
                    <a:pt x="263" y="316"/>
                    <a:pt x="286" y="316"/>
                  </a:cubicBezTo>
                  <a:cubicBezTo>
                    <a:pt x="295" y="316"/>
                    <a:pt x="307" y="315"/>
                    <a:pt x="321" y="315"/>
                  </a:cubicBezTo>
                  <a:cubicBezTo>
                    <a:pt x="370" y="315"/>
                    <a:pt x="345" y="340"/>
                    <a:pt x="308" y="389"/>
                  </a:cubicBezTo>
                  <a:cubicBezTo>
                    <a:pt x="271" y="438"/>
                    <a:pt x="259" y="488"/>
                    <a:pt x="185" y="512"/>
                  </a:cubicBezTo>
                  <a:cubicBezTo>
                    <a:pt x="124" y="537"/>
                    <a:pt x="111" y="549"/>
                    <a:pt x="173" y="562"/>
                  </a:cubicBezTo>
                  <a:cubicBezTo>
                    <a:pt x="222" y="574"/>
                    <a:pt x="185" y="586"/>
                    <a:pt x="111" y="586"/>
                  </a:cubicBezTo>
                  <a:cubicBezTo>
                    <a:pt x="50" y="586"/>
                    <a:pt x="0" y="660"/>
                    <a:pt x="111" y="660"/>
                  </a:cubicBezTo>
                  <a:cubicBezTo>
                    <a:pt x="210" y="660"/>
                    <a:pt x="284" y="672"/>
                    <a:pt x="234" y="672"/>
                  </a:cubicBezTo>
                  <a:cubicBezTo>
                    <a:pt x="198" y="672"/>
                    <a:pt x="161" y="672"/>
                    <a:pt x="185" y="709"/>
                  </a:cubicBezTo>
                  <a:cubicBezTo>
                    <a:pt x="198" y="746"/>
                    <a:pt x="321" y="783"/>
                    <a:pt x="370" y="808"/>
                  </a:cubicBezTo>
                  <a:cubicBezTo>
                    <a:pt x="404" y="825"/>
                    <a:pt x="444" y="834"/>
                    <a:pt x="485" y="834"/>
                  </a:cubicBezTo>
                  <a:cubicBezTo>
                    <a:pt x="533" y="834"/>
                    <a:pt x="583" y="822"/>
                    <a:pt x="629" y="796"/>
                  </a:cubicBezTo>
                  <a:cubicBezTo>
                    <a:pt x="690" y="771"/>
                    <a:pt x="814" y="734"/>
                    <a:pt x="851" y="734"/>
                  </a:cubicBezTo>
                  <a:cubicBezTo>
                    <a:pt x="900" y="722"/>
                    <a:pt x="1011" y="660"/>
                    <a:pt x="1085" y="648"/>
                  </a:cubicBezTo>
                  <a:cubicBezTo>
                    <a:pt x="1146" y="635"/>
                    <a:pt x="1122" y="562"/>
                    <a:pt x="1048" y="488"/>
                  </a:cubicBezTo>
                  <a:cubicBezTo>
                    <a:pt x="986" y="426"/>
                    <a:pt x="1060" y="401"/>
                    <a:pt x="1109" y="401"/>
                  </a:cubicBezTo>
                  <a:cubicBezTo>
                    <a:pt x="1159" y="401"/>
                    <a:pt x="1245" y="401"/>
                    <a:pt x="1245" y="377"/>
                  </a:cubicBezTo>
                  <a:cubicBezTo>
                    <a:pt x="1245" y="340"/>
                    <a:pt x="1072" y="266"/>
                    <a:pt x="974" y="192"/>
                  </a:cubicBezTo>
                  <a:cubicBezTo>
                    <a:pt x="888" y="118"/>
                    <a:pt x="937" y="106"/>
                    <a:pt x="924" y="44"/>
                  </a:cubicBezTo>
                  <a:cubicBezTo>
                    <a:pt x="924" y="11"/>
                    <a:pt x="915" y="0"/>
                    <a:pt x="89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9" name="Google Shape;7925;p67">
              <a:extLst>
                <a:ext uri="{FF2B5EF4-FFF2-40B4-BE49-F238E27FC236}">
                  <a16:creationId xmlns:a16="http://schemas.microsoft.com/office/drawing/2014/main" id="{D0D6CB6B-6ADA-8F87-B27B-F65F731C9BE6}"/>
                </a:ext>
              </a:extLst>
            </p:cNvPr>
            <p:cNvSpPr/>
            <p:nvPr/>
          </p:nvSpPr>
          <p:spPr>
            <a:xfrm>
              <a:off x="4376000" y="4367675"/>
              <a:ext cx="29575" cy="11400"/>
            </a:xfrm>
            <a:custGeom>
              <a:avLst/>
              <a:gdLst/>
              <a:ahLst/>
              <a:cxnLst/>
              <a:rect l="l" t="t" r="r" b="b"/>
              <a:pathLst>
                <a:path w="1183" h="456" extrusionOk="0">
                  <a:moveTo>
                    <a:pt x="178" y="0"/>
                  </a:moveTo>
                  <a:cubicBezTo>
                    <a:pt x="170" y="0"/>
                    <a:pt x="157" y="10"/>
                    <a:pt x="136" y="36"/>
                  </a:cubicBezTo>
                  <a:cubicBezTo>
                    <a:pt x="86" y="97"/>
                    <a:pt x="0" y="196"/>
                    <a:pt x="74" y="208"/>
                  </a:cubicBezTo>
                  <a:cubicBezTo>
                    <a:pt x="148" y="208"/>
                    <a:pt x="136" y="208"/>
                    <a:pt x="197" y="257"/>
                  </a:cubicBezTo>
                  <a:cubicBezTo>
                    <a:pt x="246" y="319"/>
                    <a:pt x="246" y="319"/>
                    <a:pt x="333" y="331"/>
                  </a:cubicBezTo>
                  <a:cubicBezTo>
                    <a:pt x="419" y="381"/>
                    <a:pt x="518" y="418"/>
                    <a:pt x="616" y="442"/>
                  </a:cubicBezTo>
                  <a:cubicBezTo>
                    <a:pt x="663" y="452"/>
                    <a:pt x="712" y="456"/>
                    <a:pt x="761" y="456"/>
                  </a:cubicBezTo>
                  <a:cubicBezTo>
                    <a:pt x="841" y="456"/>
                    <a:pt x="922" y="445"/>
                    <a:pt x="998" y="430"/>
                  </a:cubicBezTo>
                  <a:cubicBezTo>
                    <a:pt x="1097" y="405"/>
                    <a:pt x="1183" y="307"/>
                    <a:pt x="1171" y="270"/>
                  </a:cubicBezTo>
                  <a:cubicBezTo>
                    <a:pt x="1165" y="261"/>
                    <a:pt x="1161" y="258"/>
                    <a:pt x="1157" y="258"/>
                  </a:cubicBezTo>
                  <a:cubicBezTo>
                    <a:pt x="1144" y="258"/>
                    <a:pt x="1138" y="297"/>
                    <a:pt x="1109" y="307"/>
                  </a:cubicBezTo>
                  <a:cubicBezTo>
                    <a:pt x="1072" y="307"/>
                    <a:pt x="1047" y="257"/>
                    <a:pt x="1023" y="245"/>
                  </a:cubicBezTo>
                  <a:cubicBezTo>
                    <a:pt x="949" y="208"/>
                    <a:pt x="875" y="183"/>
                    <a:pt x="801" y="171"/>
                  </a:cubicBezTo>
                  <a:cubicBezTo>
                    <a:pt x="782" y="171"/>
                    <a:pt x="757" y="192"/>
                    <a:pt x="725" y="192"/>
                  </a:cubicBezTo>
                  <a:cubicBezTo>
                    <a:pt x="714" y="192"/>
                    <a:pt x="702" y="190"/>
                    <a:pt x="690" y="183"/>
                  </a:cubicBezTo>
                  <a:cubicBezTo>
                    <a:pt x="641" y="147"/>
                    <a:pt x="653" y="110"/>
                    <a:pt x="604" y="110"/>
                  </a:cubicBezTo>
                  <a:cubicBezTo>
                    <a:pt x="551" y="101"/>
                    <a:pt x="499" y="92"/>
                    <a:pt x="451" y="92"/>
                  </a:cubicBezTo>
                  <a:cubicBezTo>
                    <a:pt x="431" y="92"/>
                    <a:pt x="412" y="94"/>
                    <a:pt x="394" y="97"/>
                  </a:cubicBezTo>
                  <a:cubicBezTo>
                    <a:pt x="345" y="110"/>
                    <a:pt x="296" y="122"/>
                    <a:pt x="246" y="122"/>
                  </a:cubicBezTo>
                  <a:cubicBezTo>
                    <a:pt x="197" y="122"/>
                    <a:pt x="234" y="60"/>
                    <a:pt x="209" y="48"/>
                  </a:cubicBezTo>
                  <a:cubicBezTo>
                    <a:pt x="194" y="32"/>
                    <a:pt x="193" y="0"/>
                    <a:pt x="17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0" name="Google Shape;7926;p67">
              <a:extLst>
                <a:ext uri="{FF2B5EF4-FFF2-40B4-BE49-F238E27FC236}">
                  <a16:creationId xmlns:a16="http://schemas.microsoft.com/office/drawing/2014/main" id="{6F44F807-374A-CD1B-9F75-D7503B62968B}"/>
                </a:ext>
              </a:extLst>
            </p:cNvPr>
            <p:cNvSpPr/>
            <p:nvPr/>
          </p:nvSpPr>
          <p:spPr>
            <a:xfrm>
              <a:off x="4339650" y="4390975"/>
              <a:ext cx="24350" cy="9650"/>
            </a:xfrm>
            <a:custGeom>
              <a:avLst/>
              <a:gdLst/>
              <a:ahLst/>
              <a:cxnLst/>
              <a:rect l="l" t="t" r="r" b="b"/>
              <a:pathLst>
                <a:path w="974" h="386" extrusionOk="0">
                  <a:moveTo>
                    <a:pt x="483" y="1"/>
                  </a:moveTo>
                  <a:cubicBezTo>
                    <a:pt x="474" y="1"/>
                    <a:pt x="465" y="1"/>
                    <a:pt x="456" y="3"/>
                  </a:cubicBezTo>
                  <a:cubicBezTo>
                    <a:pt x="370" y="15"/>
                    <a:pt x="296" y="52"/>
                    <a:pt x="234" y="102"/>
                  </a:cubicBezTo>
                  <a:cubicBezTo>
                    <a:pt x="210" y="126"/>
                    <a:pt x="185" y="200"/>
                    <a:pt x="99" y="200"/>
                  </a:cubicBezTo>
                  <a:cubicBezTo>
                    <a:pt x="0" y="213"/>
                    <a:pt x="0" y="286"/>
                    <a:pt x="86" y="286"/>
                  </a:cubicBezTo>
                  <a:cubicBezTo>
                    <a:pt x="127" y="286"/>
                    <a:pt x="179" y="270"/>
                    <a:pt x="239" y="270"/>
                  </a:cubicBezTo>
                  <a:cubicBezTo>
                    <a:pt x="268" y="270"/>
                    <a:pt x="300" y="274"/>
                    <a:pt x="333" y="286"/>
                  </a:cubicBezTo>
                  <a:cubicBezTo>
                    <a:pt x="481" y="348"/>
                    <a:pt x="641" y="373"/>
                    <a:pt x="789" y="385"/>
                  </a:cubicBezTo>
                  <a:cubicBezTo>
                    <a:pt x="900" y="360"/>
                    <a:pt x="973" y="311"/>
                    <a:pt x="875" y="225"/>
                  </a:cubicBezTo>
                  <a:cubicBezTo>
                    <a:pt x="772" y="145"/>
                    <a:pt x="605" y="1"/>
                    <a:pt x="48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1" name="Google Shape;7927;p67">
              <a:extLst>
                <a:ext uri="{FF2B5EF4-FFF2-40B4-BE49-F238E27FC236}">
                  <a16:creationId xmlns:a16="http://schemas.microsoft.com/office/drawing/2014/main" id="{544995C4-C830-2CA3-07F6-F28A00EB5178}"/>
                </a:ext>
              </a:extLst>
            </p:cNvPr>
            <p:cNvSpPr/>
            <p:nvPr/>
          </p:nvSpPr>
          <p:spPr>
            <a:xfrm>
              <a:off x="4340900" y="4385450"/>
              <a:ext cx="7700" cy="5025"/>
            </a:xfrm>
            <a:custGeom>
              <a:avLst/>
              <a:gdLst/>
              <a:ahLst/>
              <a:cxnLst/>
              <a:rect l="l" t="t" r="r" b="b"/>
              <a:pathLst>
                <a:path w="308" h="201" extrusionOk="0">
                  <a:moveTo>
                    <a:pt x="104" y="0"/>
                  </a:moveTo>
                  <a:cubicBezTo>
                    <a:pt x="56" y="0"/>
                    <a:pt x="35" y="42"/>
                    <a:pt x="24" y="64"/>
                  </a:cubicBezTo>
                  <a:cubicBezTo>
                    <a:pt x="1" y="87"/>
                    <a:pt x="11" y="200"/>
                    <a:pt x="86" y="200"/>
                  </a:cubicBezTo>
                  <a:cubicBezTo>
                    <a:pt x="90" y="200"/>
                    <a:pt x="94" y="200"/>
                    <a:pt x="98" y="199"/>
                  </a:cubicBezTo>
                  <a:cubicBezTo>
                    <a:pt x="172" y="187"/>
                    <a:pt x="233" y="150"/>
                    <a:pt x="270" y="101"/>
                  </a:cubicBezTo>
                  <a:cubicBezTo>
                    <a:pt x="307" y="64"/>
                    <a:pt x="184" y="15"/>
                    <a:pt x="123" y="2"/>
                  </a:cubicBezTo>
                  <a:cubicBezTo>
                    <a:pt x="116" y="1"/>
                    <a:pt x="110" y="0"/>
                    <a:pt x="10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2" name="Google Shape;7928;p67">
              <a:extLst>
                <a:ext uri="{FF2B5EF4-FFF2-40B4-BE49-F238E27FC236}">
                  <a16:creationId xmlns:a16="http://schemas.microsoft.com/office/drawing/2014/main" id="{92024B55-DDF4-A156-4612-4FAFBEBA1D2B}"/>
                </a:ext>
              </a:extLst>
            </p:cNvPr>
            <p:cNvSpPr/>
            <p:nvPr/>
          </p:nvSpPr>
          <p:spPr>
            <a:xfrm>
              <a:off x="4313800" y="4365375"/>
              <a:ext cx="3675" cy="5850"/>
            </a:xfrm>
            <a:custGeom>
              <a:avLst/>
              <a:gdLst/>
              <a:ahLst/>
              <a:cxnLst/>
              <a:rect l="l" t="t" r="r" b="b"/>
              <a:pathLst>
                <a:path w="147" h="234" extrusionOk="0">
                  <a:moveTo>
                    <a:pt x="64" y="0"/>
                  </a:moveTo>
                  <a:cubicBezTo>
                    <a:pt x="38" y="0"/>
                    <a:pt x="0" y="81"/>
                    <a:pt x="11" y="103"/>
                  </a:cubicBezTo>
                  <a:cubicBezTo>
                    <a:pt x="36" y="140"/>
                    <a:pt x="48" y="177"/>
                    <a:pt x="24" y="214"/>
                  </a:cubicBezTo>
                  <a:cubicBezTo>
                    <a:pt x="21" y="228"/>
                    <a:pt x="23" y="234"/>
                    <a:pt x="29" y="234"/>
                  </a:cubicBezTo>
                  <a:cubicBezTo>
                    <a:pt x="47" y="234"/>
                    <a:pt x="103" y="166"/>
                    <a:pt x="122" y="128"/>
                  </a:cubicBezTo>
                  <a:cubicBezTo>
                    <a:pt x="147" y="78"/>
                    <a:pt x="122" y="29"/>
                    <a:pt x="73" y="4"/>
                  </a:cubicBezTo>
                  <a:cubicBezTo>
                    <a:pt x="70" y="2"/>
                    <a:pt x="67" y="0"/>
                    <a:pt x="6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3" name="Google Shape;7929;p67">
              <a:extLst>
                <a:ext uri="{FF2B5EF4-FFF2-40B4-BE49-F238E27FC236}">
                  <a16:creationId xmlns:a16="http://schemas.microsoft.com/office/drawing/2014/main" id="{DD124F61-6C35-BF0F-55DB-FC14DA519E1A}"/>
                </a:ext>
              </a:extLst>
            </p:cNvPr>
            <p:cNvSpPr/>
            <p:nvPr/>
          </p:nvSpPr>
          <p:spPr>
            <a:xfrm>
              <a:off x="4313225" y="4386350"/>
              <a:ext cx="4850" cy="4525"/>
            </a:xfrm>
            <a:custGeom>
              <a:avLst/>
              <a:gdLst/>
              <a:ahLst/>
              <a:cxnLst/>
              <a:rect l="l" t="t" r="r" b="b"/>
              <a:pathLst>
                <a:path w="194" h="181" extrusionOk="0">
                  <a:moveTo>
                    <a:pt x="41" y="1"/>
                  </a:moveTo>
                  <a:cubicBezTo>
                    <a:pt x="38" y="1"/>
                    <a:pt x="36" y="2"/>
                    <a:pt x="34" y="3"/>
                  </a:cubicBezTo>
                  <a:cubicBezTo>
                    <a:pt x="1" y="26"/>
                    <a:pt x="140" y="181"/>
                    <a:pt x="175" y="181"/>
                  </a:cubicBezTo>
                  <a:cubicBezTo>
                    <a:pt x="179" y="181"/>
                    <a:pt x="181" y="179"/>
                    <a:pt x="182" y="176"/>
                  </a:cubicBezTo>
                  <a:cubicBezTo>
                    <a:pt x="194" y="141"/>
                    <a:pt x="78" y="1"/>
                    <a:pt x="4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4" name="Google Shape;7930;p67">
              <a:extLst>
                <a:ext uri="{FF2B5EF4-FFF2-40B4-BE49-F238E27FC236}">
                  <a16:creationId xmlns:a16="http://schemas.microsoft.com/office/drawing/2014/main" id="{21C4A6C4-F9E2-A2D8-A969-8A7445244A14}"/>
                </a:ext>
              </a:extLst>
            </p:cNvPr>
            <p:cNvSpPr/>
            <p:nvPr/>
          </p:nvSpPr>
          <p:spPr>
            <a:xfrm>
              <a:off x="4391175" y="4350500"/>
              <a:ext cx="5650" cy="1850"/>
            </a:xfrm>
            <a:custGeom>
              <a:avLst/>
              <a:gdLst/>
              <a:ahLst/>
              <a:cxnLst/>
              <a:rect l="l" t="t" r="r" b="b"/>
              <a:pathLst>
                <a:path w="226" h="74" extrusionOk="0">
                  <a:moveTo>
                    <a:pt x="166" y="1"/>
                  </a:moveTo>
                  <a:cubicBezTo>
                    <a:pt x="101" y="1"/>
                    <a:pt x="1" y="40"/>
                    <a:pt x="9" y="57"/>
                  </a:cubicBezTo>
                  <a:cubicBezTo>
                    <a:pt x="9" y="67"/>
                    <a:pt x="47" y="73"/>
                    <a:pt x="91" y="73"/>
                  </a:cubicBezTo>
                  <a:cubicBezTo>
                    <a:pt x="153" y="73"/>
                    <a:pt x="226" y="61"/>
                    <a:pt x="219" y="33"/>
                  </a:cubicBezTo>
                  <a:cubicBezTo>
                    <a:pt x="219" y="9"/>
                    <a:pt x="196" y="1"/>
                    <a:pt x="1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5" name="Google Shape;7931;p67">
              <a:extLst>
                <a:ext uri="{FF2B5EF4-FFF2-40B4-BE49-F238E27FC236}">
                  <a16:creationId xmlns:a16="http://schemas.microsoft.com/office/drawing/2014/main" id="{2BF245D4-F1C7-2D7C-E368-741A308B9249}"/>
                </a:ext>
              </a:extLst>
            </p:cNvPr>
            <p:cNvSpPr/>
            <p:nvPr/>
          </p:nvSpPr>
          <p:spPr>
            <a:xfrm>
              <a:off x="4322400" y="4358825"/>
              <a:ext cx="49925" cy="21475"/>
            </a:xfrm>
            <a:custGeom>
              <a:avLst/>
              <a:gdLst/>
              <a:ahLst/>
              <a:cxnLst/>
              <a:rect l="l" t="t" r="r" b="b"/>
              <a:pathLst>
                <a:path w="1997" h="859" extrusionOk="0">
                  <a:moveTo>
                    <a:pt x="1084" y="1"/>
                  </a:moveTo>
                  <a:cubicBezTo>
                    <a:pt x="1076" y="1"/>
                    <a:pt x="1092" y="34"/>
                    <a:pt x="1084" y="57"/>
                  </a:cubicBezTo>
                  <a:cubicBezTo>
                    <a:pt x="1072" y="94"/>
                    <a:pt x="998" y="82"/>
                    <a:pt x="961" y="143"/>
                  </a:cubicBezTo>
                  <a:cubicBezTo>
                    <a:pt x="937" y="205"/>
                    <a:pt x="961" y="291"/>
                    <a:pt x="937" y="316"/>
                  </a:cubicBezTo>
                  <a:cubicBezTo>
                    <a:pt x="933" y="318"/>
                    <a:pt x="929" y="319"/>
                    <a:pt x="924" y="319"/>
                  </a:cubicBezTo>
                  <a:cubicBezTo>
                    <a:pt x="885" y="319"/>
                    <a:pt x="820" y="228"/>
                    <a:pt x="764" y="217"/>
                  </a:cubicBezTo>
                  <a:cubicBezTo>
                    <a:pt x="690" y="205"/>
                    <a:pt x="702" y="143"/>
                    <a:pt x="592" y="94"/>
                  </a:cubicBezTo>
                  <a:cubicBezTo>
                    <a:pt x="490" y="60"/>
                    <a:pt x="482" y="6"/>
                    <a:pt x="443" y="6"/>
                  </a:cubicBezTo>
                  <a:cubicBezTo>
                    <a:pt x="440" y="6"/>
                    <a:pt x="436" y="7"/>
                    <a:pt x="431" y="8"/>
                  </a:cubicBezTo>
                  <a:cubicBezTo>
                    <a:pt x="394" y="20"/>
                    <a:pt x="296" y="69"/>
                    <a:pt x="222" y="94"/>
                  </a:cubicBezTo>
                  <a:cubicBezTo>
                    <a:pt x="136" y="119"/>
                    <a:pt x="148" y="131"/>
                    <a:pt x="148" y="192"/>
                  </a:cubicBezTo>
                  <a:cubicBezTo>
                    <a:pt x="148" y="242"/>
                    <a:pt x="123" y="229"/>
                    <a:pt x="62" y="254"/>
                  </a:cubicBezTo>
                  <a:cubicBezTo>
                    <a:pt x="12" y="279"/>
                    <a:pt x="25" y="279"/>
                    <a:pt x="62" y="328"/>
                  </a:cubicBezTo>
                  <a:cubicBezTo>
                    <a:pt x="99" y="377"/>
                    <a:pt x="62" y="464"/>
                    <a:pt x="25" y="513"/>
                  </a:cubicBezTo>
                  <a:cubicBezTo>
                    <a:pt x="0" y="562"/>
                    <a:pt x="148" y="648"/>
                    <a:pt x="185" y="685"/>
                  </a:cubicBezTo>
                  <a:cubicBezTo>
                    <a:pt x="296" y="759"/>
                    <a:pt x="431" y="821"/>
                    <a:pt x="567" y="858"/>
                  </a:cubicBezTo>
                  <a:cubicBezTo>
                    <a:pt x="571" y="858"/>
                    <a:pt x="575" y="859"/>
                    <a:pt x="578" y="859"/>
                  </a:cubicBezTo>
                  <a:cubicBezTo>
                    <a:pt x="651" y="859"/>
                    <a:pt x="630" y="746"/>
                    <a:pt x="653" y="722"/>
                  </a:cubicBezTo>
                  <a:cubicBezTo>
                    <a:pt x="661" y="717"/>
                    <a:pt x="668" y="714"/>
                    <a:pt x="673" y="714"/>
                  </a:cubicBezTo>
                  <a:cubicBezTo>
                    <a:pt x="691" y="714"/>
                    <a:pt x="693" y="745"/>
                    <a:pt x="702" y="784"/>
                  </a:cubicBezTo>
                  <a:cubicBezTo>
                    <a:pt x="708" y="795"/>
                    <a:pt x="719" y="799"/>
                    <a:pt x="733" y="799"/>
                  </a:cubicBezTo>
                  <a:cubicBezTo>
                    <a:pt x="783" y="799"/>
                    <a:pt x="879" y="744"/>
                    <a:pt x="937" y="735"/>
                  </a:cubicBezTo>
                  <a:cubicBezTo>
                    <a:pt x="1010" y="710"/>
                    <a:pt x="1097" y="685"/>
                    <a:pt x="1183" y="685"/>
                  </a:cubicBezTo>
                  <a:cubicBezTo>
                    <a:pt x="1257" y="685"/>
                    <a:pt x="1245" y="747"/>
                    <a:pt x="1282" y="759"/>
                  </a:cubicBezTo>
                  <a:cubicBezTo>
                    <a:pt x="1298" y="768"/>
                    <a:pt x="1314" y="771"/>
                    <a:pt x="1330" y="771"/>
                  </a:cubicBezTo>
                  <a:cubicBezTo>
                    <a:pt x="1386" y="771"/>
                    <a:pt x="1442" y="732"/>
                    <a:pt x="1528" y="722"/>
                  </a:cubicBezTo>
                  <a:cubicBezTo>
                    <a:pt x="1627" y="722"/>
                    <a:pt x="1565" y="710"/>
                    <a:pt x="1565" y="661"/>
                  </a:cubicBezTo>
                  <a:cubicBezTo>
                    <a:pt x="1565" y="645"/>
                    <a:pt x="1585" y="640"/>
                    <a:pt x="1616" y="640"/>
                  </a:cubicBezTo>
                  <a:cubicBezTo>
                    <a:pt x="1658" y="640"/>
                    <a:pt x="1718" y="648"/>
                    <a:pt x="1774" y="648"/>
                  </a:cubicBezTo>
                  <a:cubicBezTo>
                    <a:pt x="1885" y="648"/>
                    <a:pt x="1824" y="599"/>
                    <a:pt x="1861" y="550"/>
                  </a:cubicBezTo>
                  <a:cubicBezTo>
                    <a:pt x="1898" y="513"/>
                    <a:pt x="1898" y="501"/>
                    <a:pt x="1861" y="501"/>
                  </a:cubicBezTo>
                  <a:cubicBezTo>
                    <a:pt x="1836" y="488"/>
                    <a:pt x="1861" y="451"/>
                    <a:pt x="1910" y="439"/>
                  </a:cubicBezTo>
                  <a:cubicBezTo>
                    <a:pt x="1959" y="427"/>
                    <a:pt x="1947" y="377"/>
                    <a:pt x="1972" y="365"/>
                  </a:cubicBezTo>
                  <a:cubicBezTo>
                    <a:pt x="1996" y="353"/>
                    <a:pt x="1713" y="242"/>
                    <a:pt x="1614" y="205"/>
                  </a:cubicBezTo>
                  <a:cubicBezTo>
                    <a:pt x="1597" y="200"/>
                    <a:pt x="1583" y="199"/>
                    <a:pt x="1572" y="199"/>
                  </a:cubicBezTo>
                  <a:cubicBezTo>
                    <a:pt x="1536" y="199"/>
                    <a:pt x="1527" y="217"/>
                    <a:pt x="1501" y="217"/>
                  </a:cubicBezTo>
                  <a:cubicBezTo>
                    <a:pt x="1489" y="217"/>
                    <a:pt x="1475" y="214"/>
                    <a:pt x="1454" y="205"/>
                  </a:cubicBezTo>
                  <a:cubicBezTo>
                    <a:pt x="1343" y="168"/>
                    <a:pt x="1232" y="106"/>
                    <a:pt x="1134" y="45"/>
                  </a:cubicBezTo>
                  <a:cubicBezTo>
                    <a:pt x="1102" y="12"/>
                    <a:pt x="1088" y="1"/>
                    <a:pt x="108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6" name="Google Shape;7932;p67">
              <a:extLst>
                <a:ext uri="{FF2B5EF4-FFF2-40B4-BE49-F238E27FC236}">
                  <a16:creationId xmlns:a16="http://schemas.microsoft.com/office/drawing/2014/main" id="{DC40F967-99C8-D216-9318-C9701176CB35}"/>
                </a:ext>
              </a:extLst>
            </p:cNvPr>
            <p:cNvSpPr/>
            <p:nvPr/>
          </p:nvSpPr>
          <p:spPr>
            <a:xfrm>
              <a:off x="4506900" y="4442125"/>
              <a:ext cx="10075" cy="5200"/>
            </a:xfrm>
            <a:custGeom>
              <a:avLst/>
              <a:gdLst/>
              <a:ahLst/>
              <a:cxnLst/>
              <a:rect l="l" t="t" r="r" b="b"/>
              <a:pathLst>
                <a:path w="403" h="208" extrusionOk="0">
                  <a:moveTo>
                    <a:pt x="100" y="1"/>
                  </a:moveTo>
                  <a:cubicBezTo>
                    <a:pt x="40" y="1"/>
                    <a:pt x="47" y="45"/>
                    <a:pt x="25" y="89"/>
                  </a:cubicBezTo>
                  <a:cubicBezTo>
                    <a:pt x="1" y="138"/>
                    <a:pt x="75" y="138"/>
                    <a:pt x="136" y="187"/>
                  </a:cubicBezTo>
                  <a:cubicBezTo>
                    <a:pt x="157" y="203"/>
                    <a:pt x="181" y="208"/>
                    <a:pt x="206" y="208"/>
                  </a:cubicBezTo>
                  <a:cubicBezTo>
                    <a:pt x="240" y="208"/>
                    <a:pt x="279" y="200"/>
                    <a:pt x="321" y="200"/>
                  </a:cubicBezTo>
                  <a:cubicBezTo>
                    <a:pt x="327" y="200"/>
                    <a:pt x="332" y="201"/>
                    <a:pt x="336" y="201"/>
                  </a:cubicBezTo>
                  <a:cubicBezTo>
                    <a:pt x="403" y="201"/>
                    <a:pt x="370" y="123"/>
                    <a:pt x="370" y="89"/>
                  </a:cubicBezTo>
                  <a:cubicBezTo>
                    <a:pt x="383" y="39"/>
                    <a:pt x="222" y="15"/>
                    <a:pt x="124" y="2"/>
                  </a:cubicBezTo>
                  <a:cubicBezTo>
                    <a:pt x="115" y="1"/>
                    <a:pt x="107" y="1"/>
                    <a:pt x="10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7" name="Google Shape;7933;p67">
              <a:extLst>
                <a:ext uri="{FF2B5EF4-FFF2-40B4-BE49-F238E27FC236}">
                  <a16:creationId xmlns:a16="http://schemas.microsoft.com/office/drawing/2014/main" id="{A9714BB1-6357-4D22-DF3F-FE47611CA617}"/>
                </a:ext>
              </a:extLst>
            </p:cNvPr>
            <p:cNvSpPr/>
            <p:nvPr/>
          </p:nvSpPr>
          <p:spPr>
            <a:xfrm>
              <a:off x="4571600" y="4422125"/>
              <a:ext cx="24275" cy="9350"/>
            </a:xfrm>
            <a:custGeom>
              <a:avLst/>
              <a:gdLst/>
              <a:ahLst/>
              <a:cxnLst/>
              <a:rect l="l" t="t" r="r" b="b"/>
              <a:pathLst>
                <a:path w="971" h="374" extrusionOk="0">
                  <a:moveTo>
                    <a:pt x="515" y="0"/>
                  </a:moveTo>
                  <a:cubicBezTo>
                    <a:pt x="343" y="0"/>
                    <a:pt x="177" y="73"/>
                    <a:pt x="74" y="199"/>
                  </a:cubicBezTo>
                  <a:cubicBezTo>
                    <a:pt x="0" y="322"/>
                    <a:pt x="37" y="359"/>
                    <a:pt x="148" y="371"/>
                  </a:cubicBezTo>
                  <a:cubicBezTo>
                    <a:pt x="160" y="373"/>
                    <a:pt x="172" y="373"/>
                    <a:pt x="182" y="373"/>
                  </a:cubicBezTo>
                  <a:cubicBezTo>
                    <a:pt x="266" y="373"/>
                    <a:pt x="297" y="334"/>
                    <a:pt x="407" y="334"/>
                  </a:cubicBezTo>
                  <a:cubicBezTo>
                    <a:pt x="438" y="336"/>
                    <a:pt x="468" y="336"/>
                    <a:pt x="496" y="336"/>
                  </a:cubicBezTo>
                  <a:cubicBezTo>
                    <a:pt x="971" y="336"/>
                    <a:pt x="949" y="149"/>
                    <a:pt x="949" y="149"/>
                  </a:cubicBezTo>
                  <a:cubicBezTo>
                    <a:pt x="813" y="88"/>
                    <a:pt x="690" y="39"/>
                    <a:pt x="555" y="2"/>
                  </a:cubicBezTo>
                  <a:cubicBezTo>
                    <a:pt x="541" y="1"/>
                    <a:pt x="528" y="0"/>
                    <a:pt x="51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8" name="Google Shape;7934;p67">
              <a:extLst>
                <a:ext uri="{FF2B5EF4-FFF2-40B4-BE49-F238E27FC236}">
                  <a16:creationId xmlns:a16="http://schemas.microsoft.com/office/drawing/2014/main" id="{355CDEEF-CDCA-A6B3-63F6-C7F98FF03FB6}"/>
                </a:ext>
              </a:extLst>
            </p:cNvPr>
            <p:cNvSpPr/>
            <p:nvPr/>
          </p:nvSpPr>
          <p:spPr>
            <a:xfrm>
              <a:off x="4482575" y="4565050"/>
              <a:ext cx="6725" cy="4675"/>
            </a:xfrm>
            <a:custGeom>
              <a:avLst/>
              <a:gdLst/>
              <a:ahLst/>
              <a:cxnLst/>
              <a:rect l="l" t="t" r="r" b="b"/>
              <a:pathLst>
                <a:path w="269" h="187" extrusionOk="0">
                  <a:moveTo>
                    <a:pt x="167" y="1"/>
                  </a:moveTo>
                  <a:cubicBezTo>
                    <a:pt x="165" y="1"/>
                    <a:pt x="163" y="1"/>
                    <a:pt x="160" y="2"/>
                  </a:cubicBezTo>
                  <a:cubicBezTo>
                    <a:pt x="123" y="14"/>
                    <a:pt x="13" y="2"/>
                    <a:pt x="13" y="76"/>
                  </a:cubicBezTo>
                  <a:cubicBezTo>
                    <a:pt x="0" y="113"/>
                    <a:pt x="0" y="150"/>
                    <a:pt x="13" y="186"/>
                  </a:cubicBezTo>
                  <a:cubicBezTo>
                    <a:pt x="74" y="137"/>
                    <a:pt x="148" y="113"/>
                    <a:pt x="222" y="100"/>
                  </a:cubicBezTo>
                  <a:cubicBezTo>
                    <a:pt x="268" y="89"/>
                    <a:pt x="206" y="1"/>
                    <a:pt x="1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9" name="Google Shape;7935;p67">
              <a:extLst>
                <a:ext uri="{FF2B5EF4-FFF2-40B4-BE49-F238E27FC236}">
                  <a16:creationId xmlns:a16="http://schemas.microsoft.com/office/drawing/2014/main" id="{4D6767CB-45F6-E1CC-2FFA-6F6654FE5EAE}"/>
                </a:ext>
              </a:extLst>
            </p:cNvPr>
            <p:cNvSpPr/>
            <p:nvPr/>
          </p:nvSpPr>
          <p:spPr>
            <a:xfrm>
              <a:off x="4481475" y="4569700"/>
              <a:ext cx="1125" cy="725"/>
            </a:xfrm>
            <a:custGeom>
              <a:avLst/>
              <a:gdLst/>
              <a:ahLst/>
              <a:cxnLst/>
              <a:rect l="l" t="t" r="r" b="b"/>
              <a:pathLst>
                <a:path w="45" h="29" extrusionOk="0">
                  <a:moveTo>
                    <a:pt x="44" y="0"/>
                  </a:moveTo>
                  <a:cubicBezTo>
                    <a:pt x="14" y="10"/>
                    <a:pt x="1" y="28"/>
                    <a:pt x="3" y="28"/>
                  </a:cubicBezTo>
                  <a:cubicBezTo>
                    <a:pt x="3" y="28"/>
                    <a:pt x="5" y="27"/>
                    <a:pt x="7" y="25"/>
                  </a:cubicBezTo>
                  <a:cubicBezTo>
                    <a:pt x="32" y="25"/>
                    <a:pt x="44" y="13"/>
                    <a:pt x="4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0" name="Google Shape;7936;p67">
              <a:extLst>
                <a:ext uri="{FF2B5EF4-FFF2-40B4-BE49-F238E27FC236}">
                  <a16:creationId xmlns:a16="http://schemas.microsoft.com/office/drawing/2014/main" id="{6E882371-7CBD-44BE-D25D-A6C6F9C13B1F}"/>
                </a:ext>
              </a:extLst>
            </p:cNvPr>
            <p:cNvSpPr/>
            <p:nvPr/>
          </p:nvSpPr>
          <p:spPr>
            <a:xfrm>
              <a:off x="4323625" y="4604825"/>
              <a:ext cx="4950" cy="4025"/>
            </a:xfrm>
            <a:custGeom>
              <a:avLst/>
              <a:gdLst/>
              <a:ahLst/>
              <a:cxnLst/>
              <a:rect l="l" t="t" r="r" b="b"/>
              <a:pathLst>
                <a:path w="198" h="161" extrusionOk="0">
                  <a:moveTo>
                    <a:pt x="148" y="0"/>
                  </a:moveTo>
                  <a:cubicBezTo>
                    <a:pt x="111" y="0"/>
                    <a:pt x="74" y="0"/>
                    <a:pt x="37" y="62"/>
                  </a:cubicBezTo>
                  <a:cubicBezTo>
                    <a:pt x="0" y="123"/>
                    <a:pt x="62" y="160"/>
                    <a:pt x="124" y="160"/>
                  </a:cubicBezTo>
                  <a:cubicBezTo>
                    <a:pt x="161" y="160"/>
                    <a:pt x="198" y="0"/>
                    <a:pt x="14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1" name="Google Shape;7937;p67">
              <a:extLst>
                <a:ext uri="{FF2B5EF4-FFF2-40B4-BE49-F238E27FC236}">
                  <a16:creationId xmlns:a16="http://schemas.microsoft.com/office/drawing/2014/main" id="{E0632827-988A-ACCF-0D24-37EC6CE52259}"/>
                </a:ext>
              </a:extLst>
            </p:cNvPr>
            <p:cNvSpPr/>
            <p:nvPr/>
          </p:nvSpPr>
          <p:spPr>
            <a:xfrm>
              <a:off x="4431425" y="4647300"/>
              <a:ext cx="5875" cy="5800"/>
            </a:xfrm>
            <a:custGeom>
              <a:avLst/>
              <a:gdLst/>
              <a:ahLst/>
              <a:cxnLst/>
              <a:rect l="l" t="t" r="r" b="b"/>
              <a:pathLst>
                <a:path w="235" h="232" extrusionOk="0">
                  <a:moveTo>
                    <a:pt x="215" y="0"/>
                  </a:moveTo>
                  <a:cubicBezTo>
                    <a:pt x="213" y="0"/>
                    <a:pt x="212" y="1"/>
                    <a:pt x="210" y="1"/>
                  </a:cubicBezTo>
                  <a:cubicBezTo>
                    <a:pt x="173" y="26"/>
                    <a:pt x="124" y="75"/>
                    <a:pt x="99" y="88"/>
                  </a:cubicBezTo>
                  <a:cubicBezTo>
                    <a:pt x="89" y="88"/>
                    <a:pt x="1" y="232"/>
                    <a:pt x="14" y="232"/>
                  </a:cubicBezTo>
                  <a:cubicBezTo>
                    <a:pt x="16" y="232"/>
                    <a:pt x="20" y="229"/>
                    <a:pt x="26" y="223"/>
                  </a:cubicBezTo>
                  <a:cubicBezTo>
                    <a:pt x="87" y="186"/>
                    <a:pt x="124" y="149"/>
                    <a:pt x="186" y="112"/>
                  </a:cubicBezTo>
                  <a:cubicBezTo>
                    <a:pt x="232" y="78"/>
                    <a:pt x="235" y="0"/>
                    <a:pt x="21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2" name="Google Shape;7938;p67">
              <a:extLst>
                <a:ext uri="{FF2B5EF4-FFF2-40B4-BE49-F238E27FC236}">
                  <a16:creationId xmlns:a16="http://schemas.microsoft.com/office/drawing/2014/main" id="{92FC8BB9-5E57-2161-954C-53164BA7294F}"/>
                </a:ext>
              </a:extLst>
            </p:cNvPr>
            <p:cNvSpPr/>
            <p:nvPr/>
          </p:nvSpPr>
          <p:spPr>
            <a:xfrm>
              <a:off x="4426775" y="4657375"/>
              <a:ext cx="2125" cy="1725"/>
            </a:xfrm>
            <a:custGeom>
              <a:avLst/>
              <a:gdLst/>
              <a:ahLst/>
              <a:cxnLst/>
              <a:rect l="l" t="t" r="r" b="b"/>
              <a:pathLst>
                <a:path w="85" h="69" extrusionOk="0">
                  <a:moveTo>
                    <a:pt x="72" y="0"/>
                  </a:moveTo>
                  <a:cubicBezTo>
                    <a:pt x="70" y="0"/>
                    <a:pt x="67" y="2"/>
                    <a:pt x="64" y="5"/>
                  </a:cubicBezTo>
                  <a:cubicBezTo>
                    <a:pt x="42" y="27"/>
                    <a:pt x="0" y="69"/>
                    <a:pt x="26" y="69"/>
                  </a:cubicBezTo>
                  <a:cubicBezTo>
                    <a:pt x="30" y="69"/>
                    <a:pt x="34" y="68"/>
                    <a:pt x="39" y="67"/>
                  </a:cubicBezTo>
                  <a:cubicBezTo>
                    <a:pt x="71" y="56"/>
                    <a:pt x="84" y="0"/>
                    <a:pt x="7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3" name="Google Shape;7939;p67">
              <a:extLst>
                <a:ext uri="{FF2B5EF4-FFF2-40B4-BE49-F238E27FC236}">
                  <a16:creationId xmlns:a16="http://schemas.microsoft.com/office/drawing/2014/main" id="{73BEAA9D-9C32-2B4B-5578-35F94232AC6A}"/>
                </a:ext>
              </a:extLst>
            </p:cNvPr>
            <p:cNvSpPr/>
            <p:nvPr/>
          </p:nvSpPr>
          <p:spPr>
            <a:xfrm>
              <a:off x="4410500" y="4679350"/>
              <a:ext cx="3325" cy="1600"/>
            </a:xfrm>
            <a:custGeom>
              <a:avLst/>
              <a:gdLst/>
              <a:ahLst/>
              <a:cxnLst/>
              <a:rect l="l" t="t" r="r" b="b"/>
              <a:pathLst>
                <a:path w="133" h="64" extrusionOk="0">
                  <a:moveTo>
                    <a:pt x="99" y="1"/>
                  </a:moveTo>
                  <a:cubicBezTo>
                    <a:pt x="62" y="1"/>
                    <a:pt x="0" y="63"/>
                    <a:pt x="25" y="63"/>
                  </a:cubicBezTo>
                  <a:cubicBezTo>
                    <a:pt x="28" y="63"/>
                    <a:pt x="31" y="64"/>
                    <a:pt x="34" y="64"/>
                  </a:cubicBezTo>
                  <a:cubicBezTo>
                    <a:pt x="72" y="64"/>
                    <a:pt x="133" y="1"/>
                    <a:pt x="9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4" name="Google Shape;7940;p67">
              <a:extLst>
                <a:ext uri="{FF2B5EF4-FFF2-40B4-BE49-F238E27FC236}">
                  <a16:creationId xmlns:a16="http://schemas.microsoft.com/office/drawing/2014/main" id="{F5F5CB4B-404A-BB46-7C04-9E303F56F373}"/>
                </a:ext>
              </a:extLst>
            </p:cNvPr>
            <p:cNvSpPr/>
            <p:nvPr/>
          </p:nvSpPr>
          <p:spPr>
            <a:xfrm>
              <a:off x="4396050" y="4687050"/>
              <a:ext cx="7575" cy="4475"/>
            </a:xfrm>
            <a:custGeom>
              <a:avLst/>
              <a:gdLst/>
              <a:ahLst/>
              <a:cxnLst/>
              <a:rect l="l" t="t" r="r" b="b"/>
              <a:pathLst>
                <a:path w="303" h="179" extrusionOk="0">
                  <a:moveTo>
                    <a:pt x="251" y="0"/>
                  </a:moveTo>
                  <a:cubicBezTo>
                    <a:pt x="192" y="0"/>
                    <a:pt x="0" y="138"/>
                    <a:pt x="36" y="173"/>
                  </a:cubicBezTo>
                  <a:cubicBezTo>
                    <a:pt x="39" y="177"/>
                    <a:pt x="44" y="178"/>
                    <a:pt x="49" y="178"/>
                  </a:cubicBezTo>
                  <a:cubicBezTo>
                    <a:pt x="111" y="178"/>
                    <a:pt x="303" y="12"/>
                    <a:pt x="258" y="1"/>
                  </a:cubicBezTo>
                  <a:cubicBezTo>
                    <a:pt x="256" y="0"/>
                    <a:pt x="253" y="0"/>
                    <a:pt x="25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5" name="Google Shape;7941;p67">
              <a:extLst>
                <a:ext uri="{FF2B5EF4-FFF2-40B4-BE49-F238E27FC236}">
                  <a16:creationId xmlns:a16="http://schemas.microsoft.com/office/drawing/2014/main" id="{57878699-7243-EC3B-996B-2F9D3DEAA996}"/>
                </a:ext>
              </a:extLst>
            </p:cNvPr>
            <p:cNvSpPr/>
            <p:nvPr/>
          </p:nvSpPr>
          <p:spPr>
            <a:xfrm>
              <a:off x="4387475" y="4693175"/>
              <a:ext cx="5875" cy="3650"/>
            </a:xfrm>
            <a:custGeom>
              <a:avLst/>
              <a:gdLst/>
              <a:ahLst/>
              <a:cxnLst/>
              <a:rect l="l" t="t" r="r" b="b"/>
              <a:pathLst>
                <a:path w="235" h="146" extrusionOk="0">
                  <a:moveTo>
                    <a:pt x="214" y="1"/>
                  </a:moveTo>
                  <a:cubicBezTo>
                    <a:pt x="212" y="1"/>
                    <a:pt x="210" y="1"/>
                    <a:pt x="206" y="2"/>
                  </a:cubicBezTo>
                  <a:cubicBezTo>
                    <a:pt x="194" y="2"/>
                    <a:pt x="157" y="39"/>
                    <a:pt x="145" y="39"/>
                  </a:cubicBezTo>
                  <a:cubicBezTo>
                    <a:pt x="108" y="39"/>
                    <a:pt x="83" y="52"/>
                    <a:pt x="46" y="52"/>
                  </a:cubicBezTo>
                  <a:cubicBezTo>
                    <a:pt x="46" y="62"/>
                    <a:pt x="1" y="145"/>
                    <a:pt x="19" y="145"/>
                  </a:cubicBezTo>
                  <a:cubicBezTo>
                    <a:pt x="22" y="145"/>
                    <a:pt x="27" y="143"/>
                    <a:pt x="34" y="138"/>
                  </a:cubicBezTo>
                  <a:cubicBezTo>
                    <a:pt x="83" y="89"/>
                    <a:pt x="120" y="101"/>
                    <a:pt x="157" y="76"/>
                  </a:cubicBezTo>
                  <a:cubicBezTo>
                    <a:pt x="191" y="54"/>
                    <a:pt x="235" y="1"/>
                    <a:pt x="21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6" name="Google Shape;7942;p67">
              <a:extLst>
                <a:ext uri="{FF2B5EF4-FFF2-40B4-BE49-F238E27FC236}">
                  <a16:creationId xmlns:a16="http://schemas.microsoft.com/office/drawing/2014/main" id="{51A83294-4DC3-0E00-5A51-9D01E69189A1}"/>
                </a:ext>
              </a:extLst>
            </p:cNvPr>
            <p:cNvSpPr/>
            <p:nvPr/>
          </p:nvSpPr>
          <p:spPr>
            <a:xfrm>
              <a:off x="4380175" y="4696600"/>
              <a:ext cx="6125" cy="5850"/>
            </a:xfrm>
            <a:custGeom>
              <a:avLst/>
              <a:gdLst/>
              <a:ahLst/>
              <a:cxnLst/>
              <a:rect l="l" t="t" r="r" b="b"/>
              <a:pathLst>
                <a:path w="245" h="234" extrusionOk="0">
                  <a:moveTo>
                    <a:pt x="218" y="0"/>
                  </a:moveTo>
                  <a:cubicBezTo>
                    <a:pt x="217" y="0"/>
                    <a:pt x="216" y="1"/>
                    <a:pt x="215" y="1"/>
                  </a:cubicBezTo>
                  <a:cubicBezTo>
                    <a:pt x="178" y="1"/>
                    <a:pt x="42" y="210"/>
                    <a:pt x="18" y="210"/>
                  </a:cubicBezTo>
                  <a:cubicBezTo>
                    <a:pt x="1" y="219"/>
                    <a:pt x="13" y="233"/>
                    <a:pt x="35" y="233"/>
                  </a:cubicBezTo>
                  <a:cubicBezTo>
                    <a:pt x="44" y="233"/>
                    <a:pt x="56" y="230"/>
                    <a:pt x="67" y="223"/>
                  </a:cubicBezTo>
                  <a:cubicBezTo>
                    <a:pt x="115" y="199"/>
                    <a:pt x="244" y="0"/>
                    <a:pt x="21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7" name="Google Shape;7943;p67">
              <a:extLst>
                <a:ext uri="{FF2B5EF4-FFF2-40B4-BE49-F238E27FC236}">
                  <a16:creationId xmlns:a16="http://schemas.microsoft.com/office/drawing/2014/main" id="{5B615FB4-090B-10E0-E259-42D7AB7147A1}"/>
                </a:ext>
              </a:extLst>
            </p:cNvPr>
            <p:cNvSpPr/>
            <p:nvPr/>
          </p:nvSpPr>
          <p:spPr>
            <a:xfrm>
              <a:off x="4379400" y="4707025"/>
              <a:ext cx="1525" cy="1050"/>
            </a:xfrm>
            <a:custGeom>
              <a:avLst/>
              <a:gdLst/>
              <a:ahLst/>
              <a:cxnLst/>
              <a:rect l="l" t="t" r="r" b="b"/>
              <a:pathLst>
                <a:path w="61" h="42" extrusionOk="0">
                  <a:moveTo>
                    <a:pt x="44" y="1"/>
                  </a:moveTo>
                  <a:cubicBezTo>
                    <a:pt x="42" y="1"/>
                    <a:pt x="39" y="1"/>
                    <a:pt x="37" y="3"/>
                  </a:cubicBezTo>
                  <a:cubicBezTo>
                    <a:pt x="4" y="3"/>
                    <a:pt x="0" y="42"/>
                    <a:pt x="26" y="42"/>
                  </a:cubicBezTo>
                  <a:cubicBezTo>
                    <a:pt x="29" y="42"/>
                    <a:pt x="32" y="41"/>
                    <a:pt x="37" y="40"/>
                  </a:cubicBezTo>
                  <a:cubicBezTo>
                    <a:pt x="58" y="40"/>
                    <a:pt x="61" y="1"/>
                    <a:pt x="4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8" name="Google Shape;7944;p67">
              <a:extLst>
                <a:ext uri="{FF2B5EF4-FFF2-40B4-BE49-F238E27FC236}">
                  <a16:creationId xmlns:a16="http://schemas.microsoft.com/office/drawing/2014/main" id="{64421154-D49C-A2DF-601E-6E606650DB8F}"/>
                </a:ext>
              </a:extLst>
            </p:cNvPr>
            <p:cNvSpPr/>
            <p:nvPr/>
          </p:nvSpPr>
          <p:spPr>
            <a:xfrm>
              <a:off x="4372775" y="4702050"/>
              <a:ext cx="5000" cy="5250"/>
            </a:xfrm>
            <a:custGeom>
              <a:avLst/>
              <a:gdLst/>
              <a:ahLst/>
              <a:cxnLst/>
              <a:rect l="l" t="t" r="r" b="b"/>
              <a:pathLst>
                <a:path w="200" h="210" extrusionOk="0">
                  <a:moveTo>
                    <a:pt x="196" y="0"/>
                  </a:moveTo>
                  <a:cubicBezTo>
                    <a:pt x="195" y="0"/>
                    <a:pt x="194" y="2"/>
                    <a:pt x="191" y="5"/>
                  </a:cubicBezTo>
                  <a:cubicBezTo>
                    <a:pt x="141" y="42"/>
                    <a:pt x="117" y="42"/>
                    <a:pt x="80" y="79"/>
                  </a:cubicBezTo>
                  <a:cubicBezTo>
                    <a:pt x="59" y="121"/>
                    <a:pt x="1" y="209"/>
                    <a:pt x="9" y="209"/>
                  </a:cubicBezTo>
                  <a:cubicBezTo>
                    <a:pt x="10" y="209"/>
                    <a:pt x="13" y="207"/>
                    <a:pt x="18" y="202"/>
                  </a:cubicBezTo>
                  <a:cubicBezTo>
                    <a:pt x="52" y="168"/>
                    <a:pt x="199" y="0"/>
                    <a:pt x="19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9" name="Google Shape;7945;p67">
              <a:extLst>
                <a:ext uri="{FF2B5EF4-FFF2-40B4-BE49-F238E27FC236}">
                  <a16:creationId xmlns:a16="http://schemas.microsoft.com/office/drawing/2014/main" id="{76BB4C2C-8DC6-1E99-CD3A-005ADA3B1599}"/>
                </a:ext>
              </a:extLst>
            </p:cNvPr>
            <p:cNvSpPr/>
            <p:nvPr/>
          </p:nvSpPr>
          <p:spPr>
            <a:xfrm>
              <a:off x="4328850" y="4753275"/>
              <a:ext cx="2200" cy="3425"/>
            </a:xfrm>
            <a:custGeom>
              <a:avLst/>
              <a:gdLst/>
              <a:ahLst/>
              <a:cxnLst/>
              <a:rect l="l" t="t" r="r" b="b"/>
              <a:pathLst>
                <a:path w="88" h="137" extrusionOk="0">
                  <a:moveTo>
                    <a:pt x="76" y="0"/>
                  </a:moveTo>
                  <a:cubicBezTo>
                    <a:pt x="76" y="0"/>
                    <a:pt x="75" y="1"/>
                    <a:pt x="75" y="1"/>
                  </a:cubicBezTo>
                  <a:cubicBezTo>
                    <a:pt x="50" y="1"/>
                    <a:pt x="1" y="137"/>
                    <a:pt x="50" y="137"/>
                  </a:cubicBezTo>
                  <a:cubicBezTo>
                    <a:pt x="86" y="137"/>
                    <a:pt x="87" y="0"/>
                    <a:pt x="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0" name="Google Shape;7946;p67">
              <a:extLst>
                <a:ext uri="{FF2B5EF4-FFF2-40B4-BE49-F238E27FC236}">
                  <a16:creationId xmlns:a16="http://schemas.microsoft.com/office/drawing/2014/main" id="{6DC3A1C4-E0CC-AA12-CBB8-424120635606}"/>
                </a:ext>
              </a:extLst>
            </p:cNvPr>
            <p:cNvSpPr/>
            <p:nvPr/>
          </p:nvSpPr>
          <p:spPr>
            <a:xfrm>
              <a:off x="4338100" y="4693500"/>
              <a:ext cx="37000" cy="33700"/>
            </a:xfrm>
            <a:custGeom>
              <a:avLst/>
              <a:gdLst/>
              <a:ahLst/>
              <a:cxnLst/>
              <a:rect l="l" t="t" r="r" b="b"/>
              <a:pathLst>
                <a:path w="1480" h="1348" extrusionOk="0">
                  <a:moveTo>
                    <a:pt x="507" y="1"/>
                  </a:moveTo>
                  <a:cubicBezTo>
                    <a:pt x="442" y="1"/>
                    <a:pt x="421" y="103"/>
                    <a:pt x="456" y="162"/>
                  </a:cubicBezTo>
                  <a:cubicBezTo>
                    <a:pt x="481" y="236"/>
                    <a:pt x="481" y="310"/>
                    <a:pt x="481" y="396"/>
                  </a:cubicBezTo>
                  <a:cubicBezTo>
                    <a:pt x="456" y="470"/>
                    <a:pt x="432" y="532"/>
                    <a:pt x="395" y="605"/>
                  </a:cubicBezTo>
                  <a:cubicBezTo>
                    <a:pt x="370" y="655"/>
                    <a:pt x="407" y="778"/>
                    <a:pt x="358" y="778"/>
                  </a:cubicBezTo>
                  <a:cubicBezTo>
                    <a:pt x="321" y="778"/>
                    <a:pt x="272" y="766"/>
                    <a:pt x="235" y="753"/>
                  </a:cubicBezTo>
                  <a:cubicBezTo>
                    <a:pt x="223" y="748"/>
                    <a:pt x="214" y="745"/>
                    <a:pt x="205" y="745"/>
                  </a:cubicBezTo>
                  <a:cubicBezTo>
                    <a:pt x="176" y="745"/>
                    <a:pt x="163" y="774"/>
                    <a:pt x="173" y="803"/>
                  </a:cubicBezTo>
                  <a:cubicBezTo>
                    <a:pt x="173" y="827"/>
                    <a:pt x="247" y="877"/>
                    <a:pt x="198" y="877"/>
                  </a:cubicBezTo>
                  <a:cubicBezTo>
                    <a:pt x="148" y="877"/>
                    <a:pt x="13" y="963"/>
                    <a:pt x="13" y="1024"/>
                  </a:cubicBezTo>
                  <a:cubicBezTo>
                    <a:pt x="0" y="1086"/>
                    <a:pt x="87" y="1148"/>
                    <a:pt x="87" y="1172"/>
                  </a:cubicBezTo>
                  <a:cubicBezTo>
                    <a:pt x="87" y="1209"/>
                    <a:pt x="62" y="1234"/>
                    <a:pt x="50" y="1283"/>
                  </a:cubicBezTo>
                  <a:cubicBezTo>
                    <a:pt x="41" y="1318"/>
                    <a:pt x="95" y="1347"/>
                    <a:pt x="136" y="1347"/>
                  </a:cubicBezTo>
                  <a:cubicBezTo>
                    <a:pt x="152" y="1347"/>
                    <a:pt x="166" y="1343"/>
                    <a:pt x="173" y="1332"/>
                  </a:cubicBezTo>
                  <a:cubicBezTo>
                    <a:pt x="198" y="1308"/>
                    <a:pt x="198" y="1258"/>
                    <a:pt x="222" y="1258"/>
                  </a:cubicBezTo>
                  <a:cubicBezTo>
                    <a:pt x="224" y="1257"/>
                    <a:pt x="227" y="1256"/>
                    <a:pt x="232" y="1256"/>
                  </a:cubicBezTo>
                  <a:cubicBezTo>
                    <a:pt x="248" y="1256"/>
                    <a:pt x="278" y="1267"/>
                    <a:pt x="296" y="1267"/>
                  </a:cubicBezTo>
                  <a:cubicBezTo>
                    <a:pt x="303" y="1267"/>
                    <a:pt x="309" y="1265"/>
                    <a:pt x="309" y="1258"/>
                  </a:cubicBezTo>
                  <a:cubicBezTo>
                    <a:pt x="309" y="1234"/>
                    <a:pt x="185" y="1111"/>
                    <a:pt x="173" y="1061"/>
                  </a:cubicBezTo>
                  <a:cubicBezTo>
                    <a:pt x="155" y="1025"/>
                    <a:pt x="190" y="1002"/>
                    <a:pt x="219" y="1002"/>
                  </a:cubicBezTo>
                  <a:cubicBezTo>
                    <a:pt x="230" y="1002"/>
                    <a:pt x="240" y="1005"/>
                    <a:pt x="247" y="1012"/>
                  </a:cubicBezTo>
                  <a:cubicBezTo>
                    <a:pt x="275" y="1031"/>
                    <a:pt x="267" y="1057"/>
                    <a:pt x="284" y="1057"/>
                  </a:cubicBezTo>
                  <a:cubicBezTo>
                    <a:pt x="290" y="1057"/>
                    <a:pt x="297" y="1055"/>
                    <a:pt x="309" y="1049"/>
                  </a:cubicBezTo>
                  <a:cubicBezTo>
                    <a:pt x="352" y="1027"/>
                    <a:pt x="433" y="958"/>
                    <a:pt x="485" y="958"/>
                  </a:cubicBezTo>
                  <a:cubicBezTo>
                    <a:pt x="493" y="958"/>
                    <a:pt x="500" y="960"/>
                    <a:pt x="506" y="963"/>
                  </a:cubicBezTo>
                  <a:cubicBezTo>
                    <a:pt x="552" y="986"/>
                    <a:pt x="786" y="1174"/>
                    <a:pt x="832" y="1174"/>
                  </a:cubicBezTo>
                  <a:cubicBezTo>
                    <a:pt x="835" y="1174"/>
                    <a:pt x="837" y="1174"/>
                    <a:pt x="838" y="1172"/>
                  </a:cubicBezTo>
                  <a:cubicBezTo>
                    <a:pt x="875" y="1148"/>
                    <a:pt x="925" y="852"/>
                    <a:pt x="1023" y="852"/>
                  </a:cubicBezTo>
                  <a:cubicBezTo>
                    <a:pt x="1048" y="855"/>
                    <a:pt x="1074" y="857"/>
                    <a:pt x="1099" y="857"/>
                  </a:cubicBezTo>
                  <a:cubicBezTo>
                    <a:pt x="1160" y="857"/>
                    <a:pt x="1221" y="848"/>
                    <a:pt x="1282" y="840"/>
                  </a:cubicBezTo>
                  <a:cubicBezTo>
                    <a:pt x="1307" y="827"/>
                    <a:pt x="1479" y="766"/>
                    <a:pt x="1417" y="766"/>
                  </a:cubicBezTo>
                  <a:cubicBezTo>
                    <a:pt x="1368" y="766"/>
                    <a:pt x="1307" y="741"/>
                    <a:pt x="1319" y="716"/>
                  </a:cubicBezTo>
                  <a:cubicBezTo>
                    <a:pt x="1331" y="679"/>
                    <a:pt x="1405" y="605"/>
                    <a:pt x="1368" y="605"/>
                  </a:cubicBezTo>
                  <a:cubicBezTo>
                    <a:pt x="1331" y="605"/>
                    <a:pt x="1294" y="605"/>
                    <a:pt x="1294" y="593"/>
                  </a:cubicBezTo>
                  <a:cubicBezTo>
                    <a:pt x="1294" y="568"/>
                    <a:pt x="1294" y="544"/>
                    <a:pt x="1307" y="532"/>
                  </a:cubicBezTo>
                  <a:cubicBezTo>
                    <a:pt x="1347" y="410"/>
                    <a:pt x="1350" y="374"/>
                    <a:pt x="1344" y="374"/>
                  </a:cubicBezTo>
                  <a:cubicBezTo>
                    <a:pt x="1341" y="374"/>
                    <a:pt x="1335" y="383"/>
                    <a:pt x="1331" y="396"/>
                  </a:cubicBezTo>
                  <a:cubicBezTo>
                    <a:pt x="1319" y="433"/>
                    <a:pt x="1282" y="519"/>
                    <a:pt x="1208" y="519"/>
                  </a:cubicBezTo>
                  <a:cubicBezTo>
                    <a:pt x="1134" y="519"/>
                    <a:pt x="1122" y="482"/>
                    <a:pt x="1072" y="458"/>
                  </a:cubicBezTo>
                  <a:cubicBezTo>
                    <a:pt x="1011" y="445"/>
                    <a:pt x="925" y="458"/>
                    <a:pt x="875" y="396"/>
                  </a:cubicBezTo>
                  <a:cubicBezTo>
                    <a:pt x="826" y="322"/>
                    <a:pt x="592" y="26"/>
                    <a:pt x="518" y="2"/>
                  </a:cubicBezTo>
                  <a:cubicBezTo>
                    <a:pt x="514" y="1"/>
                    <a:pt x="510" y="1"/>
                    <a:pt x="50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1" name="Google Shape;7947;p67">
              <a:extLst>
                <a:ext uri="{FF2B5EF4-FFF2-40B4-BE49-F238E27FC236}">
                  <a16:creationId xmlns:a16="http://schemas.microsoft.com/office/drawing/2014/main" id="{620B327E-E3E8-D5C8-599B-0B94D0646932}"/>
                </a:ext>
              </a:extLst>
            </p:cNvPr>
            <p:cNvSpPr/>
            <p:nvPr/>
          </p:nvSpPr>
          <p:spPr>
            <a:xfrm>
              <a:off x="4284800" y="4727150"/>
              <a:ext cx="67175" cy="64150"/>
            </a:xfrm>
            <a:custGeom>
              <a:avLst/>
              <a:gdLst/>
              <a:ahLst/>
              <a:cxnLst/>
              <a:rect l="l" t="t" r="r" b="b"/>
              <a:pathLst>
                <a:path w="2687" h="2566" extrusionOk="0">
                  <a:moveTo>
                    <a:pt x="2430" y="1"/>
                  </a:moveTo>
                  <a:cubicBezTo>
                    <a:pt x="2425" y="1"/>
                    <a:pt x="2421" y="4"/>
                    <a:pt x="2416" y="11"/>
                  </a:cubicBezTo>
                  <a:cubicBezTo>
                    <a:pt x="2391" y="36"/>
                    <a:pt x="2404" y="85"/>
                    <a:pt x="2416" y="85"/>
                  </a:cubicBezTo>
                  <a:cubicBezTo>
                    <a:pt x="2441" y="85"/>
                    <a:pt x="2490" y="97"/>
                    <a:pt x="2490" y="134"/>
                  </a:cubicBezTo>
                  <a:cubicBezTo>
                    <a:pt x="2477" y="171"/>
                    <a:pt x="2502" y="184"/>
                    <a:pt x="2441" y="184"/>
                  </a:cubicBezTo>
                  <a:cubicBezTo>
                    <a:pt x="2379" y="184"/>
                    <a:pt x="2367" y="171"/>
                    <a:pt x="2354" y="147"/>
                  </a:cubicBezTo>
                  <a:cubicBezTo>
                    <a:pt x="2344" y="127"/>
                    <a:pt x="2334" y="75"/>
                    <a:pt x="2318" y="75"/>
                  </a:cubicBezTo>
                  <a:cubicBezTo>
                    <a:pt x="2314" y="75"/>
                    <a:pt x="2310" y="78"/>
                    <a:pt x="2305" y="85"/>
                  </a:cubicBezTo>
                  <a:cubicBezTo>
                    <a:pt x="2280" y="122"/>
                    <a:pt x="2256" y="159"/>
                    <a:pt x="2243" y="196"/>
                  </a:cubicBezTo>
                  <a:cubicBezTo>
                    <a:pt x="2231" y="221"/>
                    <a:pt x="2169" y="282"/>
                    <a:pt x="2157" y="319"/>
                  </a:cubicBezTo>
                  <a:cubicBezTo>
                    <a:pt x="2157" y="341"/>
                    <a:pt x="2157" y="383"/>
                    <a:pt x="2175" y="383"/>
                  </a:cubicBezTo>
                  <a:cubicBezTo>
                    <a:pt x="2177" y="383"/>
                    <a:pt x="2179" y="382"/>
                    <a:pt x="2182" y="381"/>
                  </a:cubicBezTo>
                  <a:cubicBezTo>
                    <a:pt x="2188" y="375"/>
                    <a:pt x="2194" y="365"/>
                    <a:pt x="2199" y="365"/>
                  </a:cubicBezTo>
                  <a:cubicBezTo>
                    <a:pt x="2203" y="365"/>
                    <a:pt x="2206" y="375"/>
                    <a:pt x="2206" y="405"/>
                  </a:cubicBezTo>
                  <a:cubicBezTo>
                    <a:pt x="2194" y="455"/>
                    <a:pt x="2182" y="479"/>
                    <a:pt x="2182" y="516"/>
                  </a:cubicBezTo>
                  <a:cubicBezTo>
                    <a:pt x="2182" y="566"/>
                    <a:pt x="2243" y="553"/>
                    <a:pt x="2206" y="627"/>
                  </a:cubicBezTo>
                  <a:cubicBezTo>
                    <a:pt x="2169" y="713"/>
                    <a:pt x="2108" y="898"/>
                    <a:pt x="2071" y="984"/>
                  </a:cubicBezTo>
                  <a:cubicBezTo>
                    <a:pt x="2034" y="1058"/>
                    <a:pt x="1997" y="1132"/>
                    <a:pt x="1935" y="1206"/>
                  </a:cubicBezTo>
                  <a:cubicBezTo>
                    <a:pt x="1886" y="1268"/>
                    <a:pt x="1738" y="1453"/>
                    <a:pt x="1701" y="1453"/>
                  </a:cubicBezTo>
                  <a:cubicBezTo>
                    <a:pt x="1670" y="1453"/>
                    <a:pt x="1620" y="1480"/>
                    <a:pt x="1575" y="1480"/>
                  </a:cubicBezTo>
                  <a:cubicBezTo>
                    <a:pt x="1568" y="1480"/>
                    <a:pt x="1560" y="1479"/>
                    <a:pt x="1553" y="1477"/>
                  </a:cubicBezTo>
                  <a:cubicBezTo>
                    <a:pt x="1529" y="1477"/>
                    <a:pt x="1492" y="1465"/>
                    <a:pt x="1479" y="1428"/>
                  </a:cubicBezTo>
                  <a:cubicBezTo>
                    <a:pt x="1467" y="1403"/>
                    <a:pt x="1479" y="1379"/>
                    <a:pt x="1504" y="1366"/>
                  </a:cubicBezTo>
                  <a:cubicBezTo>
                    <a:pt x="1529" y="1354"/>
                    <a:pt x="1578" y="1292"/>
                    <a:pt x="1529" y="1292"/>
                  </a:cubicBezTo>
                  <a:cubicBezTo>
                    <a:pt x="1492" y="1292"/>
                    <a:pt x="1455" y="1354"/>
                    <a:pt x="1418" y="1366"/>
                  </a:cubicBezTo>
                  <a:cubicBezTo>
                    <a:pt x="1381" y="1379"/>
                    <a:pt x="1393" y="1366"/>
                    <a:pt x="1393" y="1403"/>
                  </a:cubicBezTo>
                  <a:cubicBezTo>
                    <a:pt x="1393" y="1465"/>
                    <a:pt x="1393" y="1514"/>
                    <a:pt x="1369" y="1576"/>
                  </a:cubicBezTo>
                  <a:cubicBezTo>
                    <a:pt x="1332" y="1650"/>
                    <a:pt x="1282" y="1724"/>
                    <a:pt x="1221" y="1798"/>
                  </a:cubicBezTo>
                  <a:cubicBezTo>
                    <a:pt x="1171" y="1822"/>
                    <a:pt x="1233" y="1785"/>
                    <a:pt x="1221" y="1847"/>
                  </a:cubicBezTo>
                  <a:cubicBezTo>
                    <a:pt x="1208" y="1896"/>
                    <a:pt x="1208" y="1896"/>
                    <a:pt x="1171" y="1909"/>
                  </a:cubicBezTo>
                  <a:cubicBezTo>
                    <a:pt x="1139" y="1920"/>
                    <a:pt x="1106" y="1960"/>
                    <a:pt x="1090" y="1960"/>
                  </a:cubicBezTo>
                  <a:cubicBezTo>
                    <a:pt x="1088" y="1960"/>
                    <a:pt x="1087" y="1959"/>
                    <a:pt x="1085" y="1958"/>
                  </a:cubicBezTo>
                  <a:cubicBezTo>
                    <a:pt x="1061" y="1958"/>
                    <a:pt x="1098" y="1909"/>
                    <a:pt x="1061" y="1909"/>
                  </a:cubicBezTo>
                  <a:cubicBezTo>
                    <a:pt x="1030" y="1896"/>
                    <a:pt x="996" y="1890"/>
                    <a:pt x="960" y="1890"/>
                  </a:cubicBezTo>
                  <a:cubicBezTo>
                    <a:pt x="925" y="1890"/>
                    <a:pt x="888" y="1896"/>
                    <a:pt x="851" y="1909"/>
                  </a:cubicBezTo>
                  <a:cubicBezTo>
                    <a:pt x="811" y="1928"/>
                    <a:pt x="747" y="1965"/>
                    <a:pt x="685" y="1965"/>
                  </a:cubicBezTo>
                  <a:cubicBezTo>
                    <a:pt x="670" y="1965"/>
                    <a:pt x="656" y="1963"/>
                    <a:pt x="642" y="1958"/>
                  </a:cubicBezTo>
                  <a:cubicBezTo>
                    <a:pt x="578" y="1940"/>
                    <a:pt x="568" y="1928"/>
                    <a:pt x="548" y="1928"/>
                  </a:cubicBezTo>
                  <a:cubicBezTo>
                    <a:pt x="540" y="1928"/>
                    <a:pt x="532" y="1930"/>
                    <a:pt x="518" y="1933"/>
                  </a:cubicBezTo>
                  <a:cubicBezTo>
                    <a:pt x="408" y="2007"/>
                    <a:pt x="297" y="2093"/>
                    <a:pt x="210" y="2192"/>
                  </a:cubicBezTo>
                  <a:cubicBezTo>
                    <a:pt x="161" y="2229"/>
                    <a:pt x="112" y="2266"/>
                    <a:pt x="50" y="2303"/>
                  </a:cubicBezTo>
                  <a:cubicBezTo>
                    <a:pt x="26" y="2315"/>
                    <a:pt x="1" y="2340"/>
                    <a:pt x="13" y="2377"/>
                  </a:cubicBezTo>
                  <a:cubicBezTo>
                    <a:pt x="24" y="2398"/>
                    <a:pt x="25" y="2428"/>
                    <a:pt x="49" y="2428"/>
                  </a:cubicBezTo>
                  <a:cubicBezTo>
                    <a:pt x="53" y="2428"/>
                    <a:pt x="57" y="2428"/>
                    <a:pt x="63" y="2426"/>
                  </a:cubicBezTo>
                  <a:cubicBezTo>
                    <a:pt x="93" y="2406"/>
                    <a:pt x="98" y="2386"/>
                    <a:pt x="119" y="2386"/>
                  </a:cubicBezTo>
                  <a:cubicBezTo>
                    <a:pt x="124" y="2386"/>
                    <a:pt x="130" y="2387"/>
                    <a:pt x="136" y="2389"/>
                  </a:cubicBezTo>
                  <a:cubicBezTo>
                    <a:pt x="169" y="2400"/>
                    <a:pt x="212" y="2440"/>
                    <a:pt x="247" y="2440"/>
                  </a:cubicBezTo>
                  <a:cubicBezTo>
                    <a:pt x="251" y="2440"/>
                    <a:pt x="256" y="2440"/>
                    <a:pt x="260" y="2438"/>
                  </a:cubicBezTo>
                  <a:cubicBezTo>
                    <a:pt x="284" y="2426"/>
                    <a:pt x="297" y="2389"/>
                    <a:pt x="358" y="2364"/>
                  </a:cubicBezTo>
                  <a:cubicBezTo>
                    <a:pt x="408" y="2352"/>
                    <a:pt x="481" y="2364"/>
                    <a:pt x="531" y="2327"/>
                  </a:cubicBezTo>
                  <a:cubicBezTo>
                    <a:pt x="592" y="2291"/>
                    <a:pt x="666" y="2266"/>
                    <a:pt x="740" y="2254"/>
                  </a:cubicBezTo>
                  <a:cubicBezTo>
                    <a:pt x="783" y="2232"/>
                    <a:pt x="789" y="2175"/>
                    <a:pt x="836" y="2175"/>
                  </a:cubicBezTo>
                  <a:cubicBezTo>
                    <a:pt x="844" y="2175"/>
                    <a:pt x="853" y="2176"/>
                    <a:pt x="863" y="2180"/>
                  </a:cubicBezTo>
                  <a:cubicBezTo>
                    <a:pt x="937" y="2204"/>
                    <a:pt x="1036" y="2204"/>
                    <a:pt x="1073" y="2217"/>
                  </a:cubicBezTo>
                  <a:cubicBezTo>
                    <a:pt x="1098" y="2229"/>
                    <a:pt x="1073" y="2266"/>
                    <a:pt x="1048" y="2303"/>
                  </a:cubicBezTo>
                  <a:cubicBezTo>
                    <a:pt x="1024" y="2340"/>
                    <a:pt x="1011" y="2389"/>
                    <a:pt x="1036" y="2426"/>
                  </a:cubicBezTo>
                  <a:cubicBezTo>
                    <a:pt x="1058" y="2491"/>
                    <a:pt x="1089" y="2566"/>
                    <a:pt x="1138" y="2566"/>
                  </a:cubicBezTo>
                  <a:cubicBezTo>
                    <a:pt x="1145" y="2566"/>
                    <a:pt x="1152" y="2565"/>
                    <a:pt x="1159" y="2562"/>
                  </a:cubicBezTo>
                  <a:cubicBezTo>
                    <a:pt x="1208" y="2537"/>
                    <a:pt x="1295" y="2352"/>
                    <a:pt x="1344" y="2340"/>
                  </a:cubicBezTo>
                  <a:cubicBezTo>
                    <a:pt x="1362" y="2332"/>
                    <a:pt x="1379" y="2331"/>
                    <a:pt x="1394" y="2331"/>
                  </a:cubicBezTo>
                  <a:cubicBezTo>
                    <a:pt x="1410" y="2331"/>
                    <a:pt x="1423" y="2333"/>
                    <a:pt x="1432" y="2333"/>
                  </a:cubicBezTo>
                  <a:cubicBezTo>
                    <a:pt x="1443" y="2333"/>
                    <a:pt x="1447" y="2329"/>
                    <a:pt x="1443" y="2315"/>
                  </a:cubicBezTo>
                  <a:cubicBezTo>
                    <a:pt x="1418" y="2278"/>
                    <a:pt x="1369" y="2278"/>
                    <a:pt x="1381" y="2217"/>
                  </a:cubicBezTo>
                  <a:cubicBezTo>
                    <a:pt x="1390" y="2161"/>
                    <a:pt x="1392" y="2113"/>
                    <a:pt x="1414" y="2113"/>
                  </a:cubicBezTo>
                  <a:cubicBezTo>
                    <a:pt x="1421" y="2113"/>
                    <a:pt x="1430" y="2118"/>
                    <a:pt x="1443" y="2130"/>
                  </a:cubicBezTo>
                  <a:cubicBezTo>
                    <a:pt x="1467" y="2155"/>
                    <a:pt x="1492" y="2192"/>
                    <a:pt x="1504" y="2241"/>
                  </a:cubicBezTo>
                  <a:cubicBezTo>
                    <a:pt x="1510" y="2247"/>
                    <a:pt x="1517" y="2250"/>
                    <a:pt x="1525" y="2250"/>
                  </a:cubicBezTo>
                  <a:cubicBezTo>
                    <a:pt x="1548" y="2250"/>
                    <a:pt x="1578" y="2229"/>
                    <a:pt x="1615" y="2229"/>
                  </a:cubicBezTo>
                  <a:cubicBezTo>
                    <a:pt x="1677" y="2229"/>
                    <a:pt x="1738" y="2204"/>
                    <a:pt x="1787" y="2167"/>
                  </a:cubicBezTo>
                  <a:cubicBezTo>
                    <a:pt x="1798" y="2146"/>
                    <a:pt x="1826" y="2073"/>
                    <a:pt x="1849" y="2073"/>
                  </a:cubicBezTo>
                  <a:cubicBezTo>
                    <a:pt x="1853" y="2073"/>
                    <a:pt x="1858" y="2075"/>
                    <a:pt x="1861" y="2081"/>
                  </a:cubicBezTo>
                  <a:cubicBezTo>
                    <a:pt x="1884" y="2126"/>
                    <a:pt x="1906" y="2232"/>
                    <a:pt x="1929" y="2232"/>
                  </a:cubicBezTo>
                  <a:cubicBezTo>
                    <a:pt x="1931" y="2232"/>
                    <a:pt x="1933" y="2231"/>
                    <a:pt x="1935" y="2229"/>
                  </a:cubicBezTo>
                  <a:cubicBezTo>
                    <a:pt x="1972" y="2155"/>
                    <a:pt x="1997" y="2093"/>
                    <a:pt x="2009" y="2019"/>
                  </a:cubicBezTo>
                  <a:cubicBezTo>
                    <a:pt x="2014" y="2005"/>
                    <a:pt x="2028" y="2002"/>
                    <a:pt x="2045" y="2002"/>
                  </a:cubicBezTo>
                  <a:cubicBezTo>
                    <a:pt x="2059" y="2002"/>
                    <a:pt x="2074" y="2004"/>
                    <a:pt x="2088" y="2004"/>
                  </a:cubicBezTo>
                  <a:cubicBezTo>
                    <a:pt x="2101" y="2004"/>
                    <a:pt x="2113" y="2002"/>
                    <a:pt x="2120" y="1995"/>
                  </a:cubicBezTo>
                  <a:cubicBezTo>
                    <a:pt x="2130" y="1965"/>
                    <a:pt x="2140" y="1911"/>
                    <a:pt x="2150" y="1911"/>
                  </a:cubicBezTo>
                  <a:cubicBezTo>
                    <a:pt x="2152" y="1911"/>
                    <a:pt x="2155" y="1914"/>
                    <a:pt x="2157" y="1921"/>
                  </a:cubicBezTo>
                  <a:cubicBezTo>
                    <a:pt x="2157" y="1970"/>
                    <a:pt x="2132" y="2106"/>
                    <a:pt x="2169" y="2106"/>
                  </a:cubicBezTo>
                  <a:cubicBezTo>
                    <a:pt x="2194" y="2093"/>
                    <a:pt x="2305" y="2044"/>
                    <a:pt x="2317" y="1995"/>
                  </a:cubicBezTo>
                  <a:cubicBezTo>
                    <a:pt x="2330" y="1933"/>
                    <a:pt x="2330" y="1933"/>
                    <a:pt x="2367" y="1909"/>
                  </a:cubicBezTo>
                  <a:cubicBezTo>
                    <a:pt x="2404" y="1884"/>
                    <a:pt x="2428" y="1884"/>
                    <a:pt x="2404" y="1835"/>
                  </a:cubicBezTo>
                  <a:cubicBezTo>
                    <a:pt x="2367" y="1785"/>
                    <a:pt x="2305" y="1773"/>
                    <a:pt x="2354" y="1637"/>
                  </a:cubicBezTo>
                  <a:cubicBezTo>
                    <a:pt x="2391" y="1551"/>
                    <a:pt x="2428" y="1465"/>
                    <a:pt x="2441" y="1366"/>
                  </a:cubicBezTo>
                  <a:cubicBezTo>
                    <a:pt x="2441" y="1305"/>
                    <a:pt x="2416" y="1194"/>
                    <a:pt x="2416" y="1132"/>
                  </a:cubicBezTo>
                  <a:cubicBezTo>
                    <a:pt x="2416" y="1077"/>
                    <a:pt x="2465" y="993"/>
                    <a:pt x="2493" y="993"/>
                  </a:cubicBezTo>
                  <a:cubicBezTo>
                    <a:pt x="2496" y="993"/>
                    <a:pt x="2499" y="994"/>
                    <a:pt x="2502" y="997"/>
                  </a:cubicBezTo>
                  <a:cubicBezTo>
                    <a:pt x="2522" y="1017"/>
                    <a:pt x="2535" y="1029"/>
                    <a:pt x="2544" y="1029"/>
                  </a:cubicBezTo>
                  <a:cubicBezTo>
                    <a:pt x="2552" y="1029"/>
                    <a:pt x="2558" y="1020"/>
                    <a:pt x="2564" y="997"/>
                  </a:cubicBezTo>
                  <a:cubicBezTo>
                    <a:pt x="2601" y="923"/>
                    <a:pt x="2638" y="837"/>
                    <a:pt x="2662" y="763"/>
                  </a:cubicBezTo>
                  <a:cubicBezTo>
                    <a:pt x="2687" y="639"/>
                    <a:pt x="2675" y="516"/>
                    <a:pt x="2625" y="393"/>
                  </a:cubicBezTo>
                  <a:cubicBezTo>
                    <a:pt x="2588" y="331"/>
                    <a:pt x="2551" y="245"/>
                    <a:pt x="2539" y="171"/>
                  </a:cubicBezTo>
                  <a:cubicBezTo>
                    <a:pt x="2539" y="110"/>
                    <a:pt x="2502" y="36"/>
                    <a:pt x="2477" y="36"/>
                  </a:cubicBezTo>
                  <a:cubicBezTo>
                    <a:pt x="2476" y="37"/>
                    <a:pt x="2474" y="37"/>
                    <a:pt x="2472" y="37"/>
                  </a:cubicBezTo>
                  <a:cubicBezTo>
                    <a:pt x="2455" y="37"/>
                    <a:pt x="2444" y="1"/>
                    <a:pt x="243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2" name="Google Shape;7948;p67">
              <a:extLst>
                <a:ext uri="{FF2B5EF4-FFF2-40B4-BE49-F238E27FC236}">
                  <a16:creationId xmlns:a16="http://schemas.microsoft.com/office/drawing/2014/main" id="{860B3519-FB64-A955-525D-FEE6A4E9DF25}"/>
                </a:ext>
              </a:extLst>
            </p:cNvPr>
            <p:cNvSpPr/>
            <p:nvPr/>
          </p:nvSpPr>
          <p:spPr>
            <a:xfrm>
              <a:off x="4307925" y="4783125"/>
              <a:ext cx="1850" cy="2350"/>
            </a:xfrm>
            <a:custGeom>
              <a:avLst/>
              <a:gdLst/>
              <a:ahLst/>
              <a:cxnLst/>
              <a:rect l="l" t="t" r="r" b="b"/>
              <a:pathLst>
                <a:path w="74" h="94" extrusionOk="0">
                  <a:moveTo>
                    <a:pt x="70" y="1"/>
                  </a:moveTo>
                  <a:cubicBezTo>
                    <a:pt x="51" y="1"/>
                    <a:pt x="0" y="54"/>
                    <a:pt x="0" y="76"/>
                  </a:cubicBezTo>
                  <a:cubicBezTo>
                    <a:pt x="9" y="85"/>
                    <a:pt x="30" y="94"/>
                    <a:pt x="46" y="94"/>
                  </a:cubicBezTo>
                  <a:cubicBezTo>
                    <a:pt x="52" y="94"/>
                    <a:pt x="58" y="92"/>
                    <a:pt x="62" y="88"/>
                  </a:cubicBezTo>
                  <a:cubicBezTo>
                    <a:pt x="74" y="52"/>
                    <a:pt x="74" y="27"/>
                    <a:pt x="74" y="2"/>
                  </a:cubicBezTo>
                  <a:cubicBezTo>
                    <a:pt x="73" y="1"/>
                    <a:pt x="71" y="1"/>
                    <a:pt x="7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3" name="Google Shape;7949;p67">
              <a:extLst>
                <a:ext uri="{FF2B5EF4-FFF2-40B4-BE49-F238E27FC236}">
                  <a16:creationId xmlns:a16="http://schemas.microsoft.com/office/drawing/2014/main" id="{6E316526-9EC3-7084-049D-83EF53E08211}"/>
                </a:ext>
              </a:extLst>
            </p:cNvPr>
            <p:cNvSpPr/>
            <p:nvPr/>
          </p:nvSpPr>
          <p:spPr>
            <a:xfrm>
              <a:off x="4292825" y="4784450"/>
              <a:ext cx="15100" cy="12025"/>
            </a:xfrm>
            <a:custGeom>
              <a:avLst/>
              <a:gdLst/>
              <a:ahLst/>
              <a:cxnLst/>
              <a:rect l="l" t="t" r="r" b="b"/>
              <a:pathLst>
                <a:path w="604" h="481" extrusionOk="0">
                  <a:moveTo>
                    <a:pt x="435" y="1"/>
                  </a:moveTo>
                  <a:cubicBezTo>
                    <a:pt x="406" y="1"/>
                    <a:pt x="375" y="21"/>
                    <a:pt x="358" y="48"/>
                  </a:cubicBezTo>
                  <a:cubicBezTo>
                    <a:pt x="323" y="71"/>
                    <a:pt x="279" y="135"/>
                    <a:pt x="262" y="135"/>
                  </a:cubicBezTo>
                  <a:cubicBezTo>
                    <a:pt x="261" y="135"/>
                    <a:pt x="260" y="135"/>
                    <a:pt x="259" y="134"/>
                  </a:cubicBezTo>
                  <a:cubicBezTo>
                    <a:pt x="238" y="123"/>
                    <a:pt x="235" y="95"/>
                    <a:pt x="227" y="95"/>
                  </a:cubicBezTo>
                  <a:cubicBezTo>
                    <a:pt x="225" y="95"/>
                    <a:pt x="224" y="95"/>
                    <a:pt x="222" y="97"/>
                  </a:cubicBezTo>
                  <a:cubicBezTo>
                    <a:pt x="197" y="109"/>
                    <a:pt x="123" y="257"/>
                    <a:pt x="87" y="257"/>
                  </a:cubicBezTo>
                  <a:cubicBezTo>
                    <a:pt x="50" y="257"/>
                    <a:pt x="0" y="257"/>
                    <a:pt x="37" y="282"/>
                  </a:cubicBezTo>
                  <a:cubicBezTo>
                    <a:pt x="74" y="294"/>
                    <a:pt x="87" y="380"/>
                    <a:pt x="111" y="405"/>
                  </a:cubicBezTo>
                  <a:cubicBezTo>
                    <a:pt x="122" y="438"/>
                    <a:pt x="143" y="481"/>
                    <a:pt x="165" y="481"/>
                  </a:cubicBezTo>
                  <a:cubicBezTo>
                    <a:pt x="167" y="481"/>
                    <a:pt x="170" y="480"/>
                    <a:pt x="173" y="479"/>
                  </a:cubicBezTo>
                  <a:cubicBezTo>
                    <a:pt x="185" y="454"/>
                    <a:pt x="247" y="319"/>
                    <a:pt x="296" y="294"/>
                  </a:cubicBezTo>
                  <a:cubicBezTo>
                    <a:pt x="322" y="284"/>
                    <a:pt x="350" y="280"/>
                    <a:pt x="375" y="280"/>
                  </a:cubicBezTo>
                  <a:cubicBezTo>
                    <a:pt x="409" y="280"/>
                    <a:pt x="437" y="287"/>
                    <a:pt x="444" y="294"/>
                  </a:cubicBezTo>
                  <a:cubicBezTo>
                    <a:pt x="444" y="298"/>
                    <a:pt x="449" y="299"/>
                    <a:pt x="457" y="299"/>
                  </a:cubicBezTo>
                  <a:cubicBezTo>
                    <a:pt x="476" y="299"/>
                    <a:pt x="509" y="291"/>
                    <a:pt x="518" y="282"/>
                  </a:cubicBezTo>
                  <a:cubicBezTo>
                    <a:pt x="530" y="257"/>
                    <a:pt x="579" y="196"/>
                    <a:pt x="592" y="171"/>
                  </a:cubicBezTo>
                  <a:cubicBezTo>
                    <a:pt x="604" y="146"/>
                    <a:pt x="567" y="72"/>
                    <a:pt x="542" y="60"/>
                  </a:cubicBezTo>
                  <a:cubicBezTo>
                    <a:pt x="518" y="48"/>
                    <a:pt x="493" y="35"/>
                    <a:pt x="468" y="11"/>
                  </a:cubicBezTo>
                  <a:cubicBezTo>
                    <a:pt x="458" y="4"/>
                    <a:pt x="447" y="1"/>
                    <a:pt x="43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4" name="Google Shape;7950;p67">
              <a:extLst>
                <a:ext uri="{FF2B5EF4-FFF2-40B4-BE49-F238E27FC236}">
                  <a16:creationId xmlns:a16="http://schemas.microsoft.com/office/drawing/2014/main" id="{7F89881B-CF51-8613-D845-F8142A0EE84F}"/>
                </a:ext>
              </a:extLst>
            </p:cNvPr>
            <p:cNvSpPr/>
            <p:nvPr/>
          </p:nvSpPr>
          <p:spPr>
            <a:xfrm>
              <a:off x="4277425" y="4788400"/>
              <a:ext cx="13575" cy="22150"/>
            </a:xfrm>
            <a:custGeom>
              <a:avLst/>
              <a:gdLst/>
              <a:ahLst/>
              <a:cxnLst/>
              <a:rect l="l" t="t" r="r" b="b"/>
              <a:pathLst>
                <a:path w="543" h="886" extrusionOk="0">
                  <a:moveTo>
                    <a:pt x="284" y="1"/>
                  </a:moveTo>
                  <a:cubicBezTo>
                    <a:pt x="247" y="13"/>
                    <a:pt x="210" y="38"/>
                    <a:pt x="197" y="62"/>
                  </a:cubicBezTo>
                  <a:cubicBezTo>
                    <a:pt x="173" y="87"/>
                    <a:pt x="99" y="112"/>
                    <a:pt x="86" y="124"/>
                  </a:cubicBezTo>
                  <a:cubicBezTo>
                    <a:pt x="86" y="136"/>
                    <a:pt x="74" y="149"/>
                    <a:pt x="62" y="161"/>
                  </a:cubicBezTo>
                  <a:cubicBezTo>
                    <a:pt x="49" y="161"/>
                    <a:pt x="0" y="198"/>
                    <a:pt x="13" y="222"/>
                  </a:cubicBezTo>
                  <a:cubicBezTo>
                    <a:pt x="25" y="235"/>
                    <a:pt x="25" y="235"/>
                    <a:pt x="37" y="284"/>
                  </a:cubicBezTo>
                  <a:cubicBezTo>
                    <a:pt x="37" y="326"/>
                    <a:pt x="28" y="376"/>
                    <a:pt x="33" y="376"/>
                  </a:cubicBezTo>
                  <a:cubicBezTo>
                    <a:pt x="34" y="376"/>
                    <a:pt x="35" y="374"/>
                    <a:pt x="37" y="370"/>
                  </a:cubicBezTo>
                  <a:cubicBezTo>
                    <a:pt x="57" y="350"/>
                    <a:pt x="69" y="314"/>
                    <a:pt x="79" y="314"/>
                  </a:cubicBezTo>
                  <a:cubicBezTo>
                    <a:pt x="82" y="314"/>
                    <a:pt x="84" y="316"/>
                    <a:pt x="86" y="321"/>
                  </a:cubicBezTo>
                  <a:cubicBezTo>
                    <a:pt x="95" y="330"/>
                    <a:pt x="109" y="344"/>
                    <a:pt x="117" y="344"/>
                  </a:cubicBezTo>
                  <a:cubicBezTo>
                    <a:pt x="121" y="344"/>
                    <a:pt x="123" y="341"/>
                    <a:pt x="123" y="333"/>
                  </a:cubicBezTo>
                  <a:cubicBezTo>
                    <a:pt x="136" y="309"/>
                    <a:pt x="111" y="259"/>
                    <a:pt x="123" y="247"/>
                  </a:cubicBezTo>
                  <a:cubicBezTo>
                    <a:pt x="130" y="245"/>
                    <a:pt x="136" y="244"/>
                    <a:pt x="143" y="244"/>
                  </a:cubicBezTo>
                  <a:cubicBezTo>
                    <a:pt x="172" y="244"/>
                    <a:pt x="197" y="266"/>
                    <a:pt x="197" y="296"/>
                  </a:cubicBezTo>
                  <a:cubicBezTo>
                    <a:pt x="197" y="346"/>
                    <a:pt x="222" y="370"/>
                    <a:pt x="197" y="407"/>
                  </a:cubicBezTo>
                  <a:cubicBezTo>
                    <a:pt x="185" y="469"/>
                    <a:pt x="160" y="531"/>
                    <a:pt x="136" y="580"/>
                  </a:cubicBezTo>
                  <a:cubicBezTo>
                    <a:pt x="123" y="617"/>
                    <a:pt x="173" y="617"/>
                    <a:pt x="173" y="666"/>
                  </a:cubicBezTo>
                  <a:cubicBezTo>
                    <a:pt x="173" y="703"/>
                    <a:pt x="136" y="814"/>
                    <a:pt x="160" y="814"/>
                  </a:cubicBezTo>
                  <a:cubicBezTo>
                    <a:pt x="185" y="814"/>
                    <a:pt x="197" y="814"/>
                    <a:pt x="210" y="777"/>
                  </a:cubicBezTo>
                  <a:cubicBezTo>
                    <a:pt x="210" y="740"/>
                    <a:pt x="234" y="666"/>
                    <a:pt x="247" y="666"/>
                  </a:cubicBezTo>
                  <a:cubicBezTo>
                    <a:pt x="259" y="666"/>
                    <a:pt x="259" y="691"/>
                    <a:pt x="247" y="703"/>
                  </a:cubicBezTo>
                  <a:cubicBezTo>
                    <a:pt x="234" y="728"/>
                    <a:pt x="234" y="703"/>
                    <a:pt x="247" y="752"/>
                  </a:cubicBezTo>
                  <a:cubicBezTo>
                    <a:pt x="259" y="789"/>
                    <a:pt x="271" y="826"/>
                    <a:pt x="271" y="863"/>
                  </a:cubicBezTo>
                  <a:cubicBezTo>
                    <a:pt x="271" y="879"/>
                    <a:pt x="278" y="886"/>
                    <a:pt x="285" y="886"/>
                  </a:cubicBezTo>
                  <a:cubicBezTo>
                    <a:pt x="296" y="886"/>
                    <a:pt x="308" y="872"/>
                    <a:pt x="308" y="851"/>
                  </a:cubicBezTo>
                  <a:cubicBezTo>
                    <a:pt x="321" y="814"/>
                    <a:pt x="333" y="765"/>
                    <a:pt x="358" y="752"/>
                  </a:cubicBezTo>
                  <a:cubicBezTo>
                    <a:pt x="394" y="715"/>
                    <a:pt x="431" y="654"/>
                    <a:pt x="444" y="604"/>
                  </a:cubicBezTo>
                  <a:cubicBezTo>
                    <a:pt x="468" y="518"/>
                    <a:pt x="493" y="432"/>
                    <a:pt x="530" y="358"/>
                  </a:cubicBezTo>
                  <a:cubicBezTo>
                    <a:pt x="542" y="296"/>
                    <a:pt x="530" y="222"/>
                    <a:pt x="493" y="173"/>
                  </a:cubicBezTo>
                  <a:cubicBezTo>
                    <a:pt x="468" y="161"/>
                    <a:pt x="493" y="136"/>
                    <a:pt x="468" y="99"/>
                  </a:cubicBezTo>
                  <a:cubicBezTo>
                    <a:pt x="462" y="87"/>
                    <a:pt x="444" y="87"/>
                    <a:pt x="424" y="87"/>
                  </a:cubicBezTo>
                  <a:cubicBezTo>
                    <a:pt x="404" y="87"/>
                    <a:pt x="382" y="87"/>
                    <a:pt x="370" y="75"/>
                  </a:cubicBezTo>
                  <a:cubicBezTo>
                    <a:pt x="358" y="50"/>
                    <a:pt x="345" y="25"/>
                    <a:pt x="33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5" name="Google Shape;7951;p67">
              <a:extLst>
                <a:ext uri="{FF2B5EF4-FFF2-40B4-BE49-F238E27FC236}">
                  <a16:creationId xmlns:a16="http://schemas.microsoft.com/office/drawing/2014/main" id="{0AB25AAF-84DB-784D-C0CE-F9E177B25DBE}"/>
                </a:ext>
              </a:extLst>
            </p:cNvPr>
            <p:cNvSpPr/>
            <p:nvPr/>
          </p:nvSpPr>
          <p:spPr>
            <a:xfrm>
              <a:off x="4265425" y="4842925"/>
              <a:ext cx="4325" cy="4175"/>
            </a:xfrm>
            <a:custGeom>
              <a:avLst/>
              <a:gdLst/>
              <a:ahLst/>
              <a:cxnLst/>
              <a:rect l="l" t="t" r="r" b="b"/>
              <a:pathLst>
                <a:path w="173" h="167" extrusionOk="0">
                  <a:moveTo>
                    <a:pt x="172" y="1"/>
                  </a:moveTo>
                  <a:cubicBezTo>
                    <a:pt x="111" y="1"/>
                    <a:pt x="86" y="1"/>
                    <a:pt x="61" y="25"/>
                  </a:cubicBezTo>
                  <a:cubicBezTo>
                    <a:pt x="50" y="47"/>
                    <a:pt x="0" y="167"/>
                    <a:pt x="7" y="167"/>
                  </a:cubicBezTo>
                  <a:cubicBezTo>
                    <a:pt x="8" y="167"/>
                    <a:pt x="9" y="165"/>
                    <a:pt x="12" y="161"/>
                  </a:cubicBezTo>
                  <a:cubicBezTo>
                    <a:pt x="49" y="124"/>
                    <a:pt x="86" y="111"/>
                    <a:pt x="111" y="75"/>
                  </a:cubicBezTo>
                  <a:cubicBezTo>
                    <a:pt x="135" y="50"/>
                    <a:pt x="172" y="1"/>
                    <a:pt x="17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6" name="Google Shape;7952;p67">
              <a:extLst>
                <a:ext uri="{FF2B5EF4-FFF2-40B4-BE49-F238E27FC236}">
                  <a16:creationId xmlns:a16="http://schemas.microsoft.com/office/drawing/2014/main" id="{0AEA36C6-AC11-4D09-AA2E-F55345F376AD}"/>
                </a:ext>
              </a:extLst>
            </p:cNvPr>
            <p:cNvSpPr/>
            <p:nvPr/>
          </p:nvSpPr>
          <p:spPr>
            <a:xfrm>
              <a:off x="4275250" y="4830000"/>
              <a:ext cx="2500" cy="1375"/>
            </a:xfrm>
            <a:custGeom>
              <a:avLst/>
              <a:gdLst/>
              <a:ahLst/>
              <a:cxnLst/>
              <a:rect l="l" t="t" r="r" b="b"/>
              <a:pathLst>
                <a:path w="100" h="55" extrusionOk="0">
                  <a:moveTo>
                    <a:pt x="100" y="0"/>
                  </a:moveTo>
                  <a:cubicBezTo>
                    <a:pt x="75" y="0"/>
                    <a:pt x="1" y="37"/>
                    <a:pt x="13" y="49"/>
                  </a:cubicBezTo>
                  <a:cubicBezTo>
                    <a:pt x="13" y="53"/>
                    <a:pt x="15" y="54"/>
                    <a:pt x="18" y="54"/>
                  </a:cubicBezTo>
                  <a:cubicBezTo>
                    <a:pt x="36" y="54"/>
                    <a:pt x="100" y="0"/>
                    <a:pt x="10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7" name="Google Shape;7953;p67">
              <a:extLst>
                <a:ext uri="{FF2B5EF4-FFF2-40B4-BE49-F238E27FC236}">
                  <a16:creationId xmlns:a16="http://schemas.microsoft.com/office/drawing/2014/main" id="{16C014E5-D0FE-3D50-597A-63D92C21F47D}"/>
                </a:ext>
              </a:extLst>
            </p:cNvPr>
            <p:cNvSpPr/>
            <p:nvPr/>
          </p:nvSpPr>
          <p:spPr>
            <a:xfrm>
              <a:off x="4243525" y="4858950"/>
              <a:ext cx="2200" cy="1875"/>
            </a:xfrm>
            <a:custGeom>
              <a:avLst/>
              <a:gdLst/>
              <a:ahLst/>
              <a:cxnLst/>
              <a:rect l="l" t="t" r="r" b="b"/>
              <a:pathLst>
                <a:path w="88" h="75" extrusionOk="0">
                  <a:moveTo>
                    <a:pt x="62" y="0"/>
                  </a:moveTo>
                  <a:cubicBezTo>
                    <a:pt x="25" y="0"/>
                    <a:pt x="1" y="74"/>
                    <a:pt x="38" y="74"/>
                  </a:cubicBezTo>
                  <a:cubicBezTo>
                    <a:pt x="75" y="74"/>
                    <a:pt x="87" y="0"/>
                    <a:pt x="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8" name="Google Shape;7954;p67">
              <a:extLst>
                <a:ext uri="{FF2B5EF4-FFF2-40B4-BE49-F238E27FC236}">
                  <a16:creationId xmlns:a16="http://schemas.microsoft.com/office/drawing/2014/main" id="{CFF56D94-435C-603C-1E16-8DDDFC631726}"/>
                </a:ext>
              </a:extLst>
            </p:cNvPr>
            <p:cNvSpPr/>
            <p:nvPr/>
          </p:nvSpPr>
          <p:spPr>
            <a:xfrm>
              <a:off x="4219200" y="4854550"/>
              <a:ext cx="11425" cy="23025"/>
            </a:xfrm>
            <a:custGeom>
              <a:avLst/>
              <a:gdLst/>
              <a:ahLst/>
              <a:cxnLst/>
              <a:rect l="l" t="t" r="r" b="b"/>
              <a:pathLst>
                <a:path w="457" h="921" extrusionOk="0">
                  <a:moveTo>
                    <a:pt x="391" y="0"/>
                  </a:moveTo>
                  <a:cubicBezTo>
                    <a:pt x="335" y="0"/>
                    <a:pt x="230" y="97"/>
                    <a:pt x="185" y="164"/>
                  </a:cubicBezTo>
                  <a:cubicBezTo>
                    <a:pt x="136" y="250"/>
                    <a:pt x="0" y="509"/>
                    <a:pt x="50" y="644"/>
                  </a:cubicBezTo>
                  <a:cubicBezTo>
                    <a:pt x="94" y="767"/>
                    <a:pt x="180" y="921"/>
                    <a:pt x="195" y="921"/>
                  </a:cubicBezTo>
                  <a:cubicBezTo>
                    <a:pt x="197" y="921"/>
                    <a:pt x="198" y="919"/>
                    <a:pt x="198" y="916"/>
                  </a:cubicBezTo>
                  <a:cubicBezTo>
                    <a:pt x="210" y="891"/>
                    <a:pt x="321" y="608"/>
                    <a:pt x="358" y="546"/>
                  </a:cubicBezTo>
                  <a:cubicBezTo>
                    <a:pt x="382" y="472"/>
                    <a:pt x="419" y="275"/>
                    <a:pt x="432" y="226"/>
                  </a:cubicBezTo>
                  <a:cubicBezTo>
                    <a:pt x="456" y="176"/>
                    <a:pt x="456" y="28"/>
                    <a:pt x="407" y="4"/>
                  </a:cubicBezTo>
                  <a:cubicBezTo>
                    <a:pt x="402" y="1"/>
                    <a:pt x="397" y="0"/>
                    <a:pt x="39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9" name="Google Shape;7955;p67">
              <a:extLst>
                <a:ext uri="{FF2B5EF4-FFF2-40B4-BE49-F238E27FC236}">
                  <a16:creationId xmlns:a16="http://schemas.microsoft.com/office/drawing/2014/main" id="{8893584A-7561-92BC-FD1D-6E791E54113E}"/>
                </a:ext>
              </a:extLst>
            </p:cNvPr>
            <p:cNvSpPr/>
            <p:nvPr/>
          </p:nvSpPr>
          <p:spPr>
            <a:xfrm>
              <a:off x="4151425" y="4892200"/>
              <a:ext cx="15750" cy="12950"/>
            </a:xfrm>
            <a:custGeom>
              <a:avLst/>
              <a:gdLst/>
              <a:ahLst/>
              <a:cxnLst/>
              <a:rect l="l" t="t" r="r" b="b"/>
              <a:pathLst>
                <a:path w="630" h="518" extrusionOk="0">
                  <a:moveTo>
                    <a:pt x="359" y="1"/>
                  </a:moveTo>
                  <a:cubicBezTo>
                    <a:pt x="316" y="1"/>
                    <a:pt x="272" y="13"/>
                    <a:pt x="235" y="50"/>
                  </a:cubicBezTo>
                  <a:cubicBezTo>
                    <a:pt x="124" y="149"/>
                    <a:pt x="1" y="247"/>
                    <a:pt x="13" y="334"/>
                  </a:cubicBezTo>
                  <a:cubicBezTo>
                    <a:pt x="34" y="417"/>
                    <a:pt x="98" y="517"/>
                    <a:pt x="207" y="517"/>
                  </a:cubicBezTo>
                  <a:cubicBezTo>
                    <a:pt x="227" y="517"/>
                    <a:pt x="249" y="514"/>
                    <a:pt x="272" y="506"/>
                  </a:cubicBezTo>
                  <a:cubicBezTo>
                    <a:pt x="407" y="445"/>
                    <a:pt x="444" y="395"/>
                    <a:pt x="481" y="297"/>
                  </a:cubicBezTo>
                  <a:cubicBezTo>
                    <a:pt x="506" y="198"/>
                    <a:pt x="629" y="50"/>
                    <a:pt x="568" y="50"/>
                  </a:cubicBezTo>
                  <a:cubicBezTo>
                    <a:pt x="535" y="50"/>
                    <a:pt x="447" y="1"/>
                    <a:pt x="35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0" name="Google Shape;7956;p67">
              <a:extLst>
                <a:ext uri="{FF2B5EF4-FFF2-40B4-BE49-F238E27FC236}">
                  <a16:creationId xmlns:a16="http://schemas.microsoft.com/office/drawing/2014/main" id="{B6B7C497-7A93-51FE-7438-16463D7551AD}"/>
                </a:ext>
              </a:extLst>
            </p:cNvPr>
            <p:cNvSpPr/>
            <p:nvPr/>
          </p:nvSpPr>
          <p:spPr>
            <a:xfrm>
              <a:off x="4218575" y="4903425"/>
              <a:ext cx="21600" cy="37650"/>
            </a:xfrm>
            <a:custGeom>
              <a:avLst/>
              <a:gdLst/>
              <a:ahLst/>
              <a:cxnLst/>
              <a:rect l="l" t="t" r="r" b="b"/>
              <a:pathLst>
                <a:path w="864" h="1506" extrusionOk="0">
                  <a:moveTo>
                    <a:pt x="318" y="0"/>
                  </a:moveTo>
                  <a:cubicBezTo>
                    <a:pt x="255" y="0"/>
                    <a:pt x="203" y="36"/>
                    <a:pt x="173" y="94"/>
                  </a:cubicBezTo>
                  <a:cubicBezTo>
                    <a:pt x="149" y="156"/>
                    <a:pt x="173" y="341"/>
                    <a:pt x="149" y="439"/>
                  </a:cubicBezTo>
                  <a:cubicBezTo>
                    <a:pt x="136" y="501"/>
                    <a:pt x="124" y="575"/>
                    <a:pt x="124" y="636"/>
                  </a:cubicBezTo>
                  <a:cubicBezTo>
                    <a:pt x="136" y="686"/>
                    <a:pt x="124" y="698"/>
                    <a:pt x="75" y="698"/>
                  </a:cubicBezTo>
                  <a:cubicBezTo>
                    <a:pt x="34" y="698"/>
                    <a:pt x="14" y="660"/>
                    <a:pt x="6" y="660"/>
                  </a:cubicBezTo>
                  <a:cubicBezTo>
                    <a:pt x="2" y="660"/>
                    <a:pt x="1" y="669"/>
                    <a:pt x="1" y="698"/>
                  </a:cubicBezTo>
                  <a:cubicBezTo>
                    <a:pt x="13" y="821"/>
                    <a:pt x="50" y="932"/>
                    <a:pt x="87" y="1043"/>
                  </a:cubicBezTo>
                  <a:cubicBezTo>
                    <a:pt x="97" y="1102"/>
                    <a:pt x="91" y="1168"/>
                    <a:pt x="107" y="1168"/>
                  </a:cubicBezTo>
                  <a:cubicBezTo>
                    <a:pt x="111" y="1168"/>
                    <a:pt x="116" y="1164"/>
                    <a:pt x="124" y="1154"/>
                  </a:cubicBezTo>
                  <a:cubicBezTo>
                    <a:pt x="156" y="1122"/>
                    <a:pt x="179" y="1063"/>
                    <a:pt x="208" y="1063"/>
                  </a:cubicBezTo>
                  <a:cubicBezTo>
                    <a:pt x="213" y="1063"/>
                    <a:pt x="217" y="1064"/>
                    <a:pt x="223" y="1068"/>
                  </a:cubicBezTo>
                  <a:cubicBezTo>
                    <a:pt x="257" y="1091"/>
                    <a:pt x="347" y="1179"/>
                    <a:pt x="306" y="1179"/>
                  </a:cubicBezTo>
                  <a:cubicBezTo>
                    <a:pt x="303" y="1179"/>
                    <a:pt x="300" y="1179"/>
                    <a:pt x="297" y="1178"/>
                  </a:cubicBezTo>
                  <a:cubicBezTo>
                    <a:pt x="223" y="1178"/>
                    <a:pt x="186" y="1191"/>
                    <a:pt x="186" y="1240"/>
                  </a:cubicBezTo>
                  <a:cubicBezTo>
                    <a:pt x="186" y="1302"/>
                    <a:pt x="260" y="1413"/>
                    <a:pt x="321" y="1413"/>
                  </a:cubicBezTo>
                  <a:cubicBezTo>
                    <a:pt x="395" y="1413"/>
                    <a:pt x="432" y="1314"/>
                    <a:pt x="457" y="1314"/>
                  </a:cubicBezTo>
                  <a:cubicBezTo>
                    <a:pt x="494" y="1314"/>
                    <a:pt x="543" y="1363"/>
                    <a:pt x="617" y="1425"/>
                  </a:cubicBezTo>
                  <a:cubicBezTo>
                    <a:pt x="660" y="1459"/>
                    <a:pt x="703" y="1505"/>
                    <a:pt x="712" y="1505"/>
                  </a:cubicBezTo>
                  <a:cubicBezTo>
                    <a:pt x="716" y="1505"/>
                    <a:pt x="714" y="1497"/>
                    <a:pt x="703" y="1474"/>
                  </a:cubicBezTo>
                  <a:cubicBezTo>
                    <a:pt x="662" y="1412"/>
                    <a:pt x="612" y="1342"/>
                    <a:pt x="626" y="1342"/>
                  </a:cubicBezTo>
                  <a:cubicBezTo>
                    <a:pt x="628" y="1342"/>
                    <a:pt x="633" y="1345"/>
                    <a:pt x="642" y="1351"/>
                  </a:cubicBezTo>
                  <a:cubicBezTo>
                    <a:pt x="693" y="1382"/>
                    <a:pt x="710" y="1446"/>
                    <a:pt x="735" y="1446"/>
                  </a:cubicBezTo>
                  <a:cubicBezTo>
                    <a:pt x="741" y="1446"/>
                    <a:pt x="746" y="1443"/>
                    <a:pt x="752" y="1437"/>
                  </a:cubicBezTo>
                  <a:cubicBezTo>
                    <a:pt x="777" y="1413"/>
                    <a:pt x="863" y="1425"/>
                    <a:pt x="789" y="1314"/>
                  </a:cubicBezTo>
                  <a:cubicBezTo>
                    <a:pt x="748" y="1246"/>
                    <a:pt x="715" y="1230"/>
                    <a:pt x="685" y="1230"/>
                  </a:cubicBezTo>
                  <a:cubicBezTo>
                    <a:pt x="661" y="1230"/>
                    <a:pt x="639" y="1240"/>
                    <a:pt x="617" y="1240"/>
                  </a:cubicBezTo>
                  <a:cubicBezTo>
                    <a:pt x="591" y="1240"/>
                    <a:pt x="555" y="1257"/>
                    <a:pt x="521" y="1257"/>
                  </a:cubicBezTo>
                  <a:cubicBezTo>
                    <a:pt x="490" y="1257"/>
                    <a:pt x="462" y="1243"/>
                    <a:pt x="444" y="1191"/>
                  </a:cubicBezTo>
                  <a:cubicBezTo>
                    <a:pt x="407" y="1104"/>
                    <a:pt x="395" y="1018"/>
                    <a:pt x="407" y="932"/>
                  </a:cubicBezTo>
                  <a:cubicBezTo>
                    <a:pt x="407" y="846"/>
                    <a:pt x="395" y="833"/>
                    <a:pt x="432" y="772"/>
                  </a:cubicBezTo>
                  <a:cubicBezTo>
                    <a:pt x="469" y="710"/>
                    <a:pt x="518" y="735"/>
                    <a:pt x="555" y="673"/>
                  </a:cubicBezTo>
                  <a:cubicBezTo>
                    <a:pt x="580" y="599"/>
                    <a:pt x="666" y="476"/>
                    <a:pt x="629" y="414"/>
                  </a:cubicBezTo>
                  <a:cubicBezTo>
                    <a:pt x="592" y="353"/>
                    <a:pt x="568" y="279"/>
                    <a:pt x="568" y="217"/>
                  </a:cubicBezTo>
                  <a:cubicBezTo>
                    <a:pt x="568" y="156"/>
                    <a:pt x="605" y="69"/>
                    <a:pt x="568" y="57"/>
                  </a:cubicBezTo>
                  <a:cubicBezTo>
                    <a:pt x="563" y="55"/>
                    <a:pt x="559" y="54"/>
                    <a:pt x="555" y="54"/>
                  </a:cubicBezTo>
                  <a:cubicBezTo>
                    <a:pt x="520" y="54"/>
                    <a:pt x="491" y="130"/>
                    <a:pt x="469" y="130"/>
                  </a:cubicBezTo>
                  <a:cubicBezTo>
                    <a:pt x="465" y="130"/>
                    <a:pt x="461" y="126"/>
                    <a:pt x="457" y="119"/>
                  </a:cubicBezTo>
                  <a:cubicBezTo>
                    <a:pt x="432" y="69"/>
                    <a:pt x="432" y="20"/>
                    <a:pt x="370" y="8"/>
                  </a:cubicBezTo>
                  <a:cubicBezTo>
                    <a:pt x="352" y="3"/>
                    <a:pt x="335" y="0"/>
                    <a:pt x="31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1" name="Google Shape;7957;p67">
              <a:extLst>
                <a:ext uri="{FF2B5EF4-FFF2-40B4-BE49-F238E27FC236}">
                  <a16:creationId xmlns:a16="http://schemas.microsoft.com/office/drawing/2014/main" id="{DE98FAA7-798C-7D64-28C1-0D1F7503A7E9}"/>
                </a:ext>
              </a:extLst>
            </p:cNvPr>
            <p:cNvSpPr/>
            <p:nvPr/>
          </p:nvSpPr>
          <p:spPr>
            <a:xfrm>
              <a:off x="4237675" y="4936625"/>
              <a:ext cx="7125" cy="9350"/>
            </a:xfrm>
            <a:custGeom>
              <a:avLst/>
              <a:gdLst/>
              <a:ahLst/>
              <a:cxnLst/>
              <a:rect l="l" t="t" r="r" b="b"/>
              <a:pathLst>
                <a:path w="285" h="374" extrusionOk="0">
                  <a:moveTo>
                    <a:pt x="108" y="1"/>
                  </a:moveTo>
                  <a:cubicBezTo>
                    <a:pt x="99" y="1"/>
                    <a:pt x="91" y="6"/>
                    <a:pt x="87" y="23"/>
                  </a:cubicBezTo>
                  <a:cubicBezTo>
                    <a:pt x="62" y="60"/>
                    <a:pt x="38" y="97"/>
                    <a:pt x="1" y="121"/>
                  </a:cubicBezTo>
                  <a:cubicBezTo>
                    <a:pt x="1" y="121"/>
                    <a:pt x="50" y="134"/>
                    <a:pt x="50" y="171"/>
                  </a:cubicBezTo>
                  <a:cubicBezTo>
                    <a:pt x="50" y="195"/>
                    <a:pt x="75" y="232"/>
                    <a:pt x="75" y="257"/>
                  </a:cubicBezTo>
                  <a:cubicBezTo>
                    <a:pt x="75" y="282"/>
                    <a:pt x="124" y="269"/>
                    <a:pt x="149" y="282"/>
                  </a:cubicBezTo>
                  <a:cubicBezTo>
                    <a:pt x="161" y="282"/>
                    <a:pt x="198" y="343"/>
                    <a:pt x="235" y="368"/>
                  </a:cubicBezTo>
                  <a:cubicBezTo>
                    <a:pt x="243" y="372"/>
                    <a:pt x="251" y="373"/>
                    <a:pt x="259" y="373"/>
                  </a:cubicBezTo>
                  <a:cubicBezTo>
                    <a:pt x="273" y="373"/>
                    <a:pt x="284" y="368"/>
                    <a:pt x="284" y="368"/>
                  </a:cubicBezTo>
                  <a:cubicBezTo>
                    <a:pt x="272" y="319"/>
                    <a:pt x="259" y="269"/>
                    <a:pt x="247" y="220"/>
                  </a:cubicBezTo>
                  <a:cubicBezTo>
                    <a:pt x="223" y="195"/>
                    <a:pt x="210" y="220"/>
                    <a:pt x="173" y="183"/>
                  </a:cubicBezTo>
                  <a:cubicBezTo>
                    <a:pt x="136" y="134"/>
                    <a:pt x="149" y="121"/>
                    <a:pt x="161" y="72"/>
                  </a:cubicBezTo>
                  <a:cubicBezTo>
                    <a:pt x="173" y="23"/>
                    <a:pt x="198" y="11"/>
                    <a:pt x="173" y="11"/>
                  </a:cubicBezTo>
                  <a:cubicBezTo>
                    <a:pt x="169" y="12"/>
                    <a:pt x="164" y="13"/>
                    <a:pt x="160" y="13"/>
                  </a:cubicBezTo>
                  <a:cubicBezTo>
                    <a:pt x="141" y="13"/>
                    <a:pt x="122" y="1"/>
                    <a:pt x="10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2" name="Google Shape;7958;p67">
              <a:extLst>
                <a:ext uri="{FF2B5EF4-FFF2-40B4-BE49-F238E27FC236}">
                  <a16:creationId xmlns:a16="http://schemas.microsoft.com/office/drawing/2014/main" id="{D033628D-410E-2943-D180-97418CF6AFFE}"/>
                </a:ext>
              </a:extLst>
            </p:cNvPr>
            <p:cNvSpPr/>
            <p:nvPr/>
          </p:nvSpPr>
          <p:spPr>
            <a:xfrm>
              <a:off x="4245075" y="4945400"/>
              <a:ext cx="10200" cy="17675"/>
            </a:xfrm>
            <a:custGeom>
              <a:avLst/>
              <a:gdLst/>
              <a:ahLst/>
              <a:cxnLst/>
              <a:rect l="l" t="t" r="r" b="b"/>
              <a:pathLst>
                <a:path w="408" h="707" extrusionOk="0">
                  <a:moveTo>
                    <a:pt x="70" y="0"/>
                  </a:moveTo>
                  <a:cubicBezTo>
                    <a:pt x="65" y="0"/>
                    <a:pt x="62" y="5"/>
                    <a:pt x="62" y="17"/>
                  </a:cubicBezTo>
                  <a:cubicBezTo>
                    <a:pt x="50" y="66"/>
                    <a:pt x="13" y="54"/>
                    <a:pt x="13" y="91"/>
                  </a:cubicBezTo>
                  <a:cubicBezTo>
                    <a:pt x="0" y="128"/>
                    <a:pt x="62" y="165"/>
                    <a:pt x="74" y="177"/>
                  </a:cubicBezTo>
                  <a:cubicBezTo>
                    <a:pt x="99" y="177"/>
                    <a:pt x="148" y="276"/>
                    <a:pt x="111" y="276"/>
                  </a:cubicBezTo>
                  <a:cubicBezTo>
                    <a:pt x="87" y="276"/>
                    <a:pt x="62" y="300"/>
                    <a:pt x="37" y="325"/>
                  </a:cubicBezTo>
                  <a:cubicBezTo>
                    <a:pt x="37" y="350"/>
                    <a:pt x="13" y="424"/>
                    <a:pt x="37" y="473"/>
                  </a:cubicBezTo>
                  <a:cubicBezTo>
                    <a:pt x="52" y="493"/>
                    <a:pt x="65" y="494"/>
                    <a:pt x="76" y="494"/>
                  </a:cubicBezTo>
                  <a:cubicBezTo>
                    <a:pt x="79" y="494"/>
                    <a:pt x="81" y="494"/>
                    <a:pt x="84" y="494"/>
                  </a:cubicBezTo>
                  <a:cubicBezTo>
                    <a:pt x="96" y="494"/>
                    <a:pt x="105" y="497"/>
                    <a:pt x="111" y="534"/>
                  </a:cubicBezTo>
                  <a:cubicBezTo>
                    <a:pt x="111" y="608"/>
                    <a:pt x="111" y="670"/>
                    <a:pt x="124" y="695"/>
                  </a:cubicBezTo>
                  <a:cubicBezTo>
                    <a:pt x="124" y="701"/>
                    <a:pt x="142" y="707"/>
                    <a:pt x="161" y="707"/>
                  </a:cubicBezTo>
                  <a:cubicBezTo>
                    <a:pt x="179" y="707"/>
                    <a:pt x="198" y="701"/>
                    <a:pt x="198" y="682"/>
                  </a:cubicBezTo>
                  <a:cubicBezTo>
                    <a:pt x="198" y="633"/>
                    <a:pt x="185" y="584"/>
                    <a:pt x="161" y="547"/>
                  </a:cubicBezTo>
                  <a:cubicBezTo>
                    <a:pt x="161" y="500"/>
                    <a:pt x="150" y="410"/>
                    <a:pt x="169" y="410"/>
                  </a:cubicBezTo>
                  <a:cubicBezTo>
                    <a:pt x="170" y="410"/>
                    <a:pt x="172" y="410"/>
                    <a:pt x="173" y="411"/>
                  </a:cubicBezTo>
                  <a:cubicBezTo>
                    <a:pt x="198" y="424"/>
                    <a:pt x="247" y="460"/>
                    <a:pt x="284" y="460"/>
                  </a:cubicBezTo>
                  <a:cubicBezTo>
                    <a:pt x="333" y="460"/>
                    <a:pt x="358" y="448"/>
                    <a:pt x="321" y="399"/>
                  </a:cubicBezTo>
                  <a:cubicBezTo>
                    <a:pt x="284" y="362"/>
                    <a:pt x="247" y="337"/>
                    <a:pt x="284" y="313"/>
                  </a:cubicBezTo>
                  <a:cubicBezTo>
                    <a:pt x="308" y="288"/>
                    <a:pt x="407" y="325"/>
                    <a:pt x="345" y="263"/>
                  </a:cubicBezTo>
                  <a:cubicBezTo>
                    <a:pt x="272" y="189"/>
                    <a:pt x="235" y="140"/>
                    <a:pt x="235" y="103"/>
                  </a:cubicBezTo>
                  <a:cubicBezTo>
                    <a:pt x="235" y="79"/>
                    <a:pt x="272" y="29"/>
                    <a:pt x="247" y="17"/>
                  </a:cubicBezTo>
                  <a:lnTo>
                    <a:pt x="124" y="17"/>
                  </a:lnTo>
                  <a:cubicBezTo>
                    <a:pt x="99" y="17"/>
                    <a:pt x="80" y="0"/>
                    <a:pt x="7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3" name="Google Shape;7959;p67">
              <a:extLst>
                <a:ext uri="{FF2B5EF4-FFF2-40B4-BE49-F238E27FC236}">
                  <a16:creationId xmlns:a16="http://schemas.microsoft.com/office/drawing/2014/main" id="{C12EE539-8C95-075A-BB6D-F532742D350E}"/>
                </a:ext>
              </a:extLst>
            </p:cNvPr>
            <p:cNvSpPr/>
            <p:nvPr/>
          </p:nvSpPr>
          <p:spPr>
            <a:xfrm>
              <a:off x="4221525" y="4939250"/>
              <a:ext cx="7250" cy="8425"/>
            </a:xfrm>
            <a:custGeom>
              <a:avLst/>
              <a:gdLst/>
              <a:ahLst/>
              <a:cxnLst/>
              <a:rect l="l" t="t" r="r" b="b"/>
              <a:pathLst>
                <a:path w="290" h="337" extrusionOk="0">
                  <a:moveTo>
                    <a:pt x="82" y="1"/>
                  </a:moveTo>
                  <a:cubicBezTo>
                    <a:pt x="35" y="1"/>
                    <a:pt x="1" y="19"/>
                    <a:pt x="31" y="29"/>
                  </a:cubicBezTo>
                  <a:cubicBezTo>
                    <a:pt x="80" y="90"/>
                    <a:pt x="117" y="152"/>
                    <a:pt x="142" y="226"/>
                  </a:cubicBezTo>
                  <a:cubicBezTo>
                    <a:pt x="142" y="263"/>
                    <a:pt x="191" y="337"/>
                    <a:pt x="228" y="337"/>
                  </a:cubicBezTo>
                  <a:cubicBezTo>
                    <a:pt x="252" y="337"/>
                    <a:pt x="277" y="251"/>
                    <a:pt x="265" y="214"/>
                  </a:cubicBezTo>
                  <a:cubicBezTo>
                    <a:pt x="265" y="177"/>
                    <a:pt x="289" y="127"/>
                    <a:pt x="240" y="90"/>
                  </a:cubicBezTo>
                  <a:cubicBezTo>
                    <a:pt x="191" y="41"/>
                    <a:pt x="166" y="16"/>
                    <a:pt x="117" y="4"/>
                  </a:cubicBezTo>
                  <a:cubicBezTo>
                    <a:pt x="105" y="2"/>
                    <a:pt x="93" y="1"/>
                    <a:pt x="8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4" name="Google Shape;7960;p67">
              <a:extLst>
                <a:ext uri="{FF2B5EF4-FFF2-40B4-BE49-F238E27FC236}">
                  <a16:creationId xmlns:a16="http://schemas.microsoft.com/office/drawing/2014/main" id="{1375A601-24E2-560E-3B27-CE0815732281}"/>
                </a:ext>
              </a:extLst>
            </p:cNvPr>
            <p:cNvSpPr/>
            <p:nvPr/>
          </p:nvSpPr>
          <p:spPr>
            <a:xfrm>
              <a:off x="4229950" y="4949500"/>
              <a:ext cx="8375" cy="11650"/>
            </a:xfrm>
            <a:custGeom>
              <a:avLst/>
              <a:gdLst/>
              <a:ahLst/>
              <a:cxnLst/>
              <a:rect l="l" t="t" r="r" b="b"/>
              <a:pathLst>
                <a:path w="335" h="466" extrusionOk="0">
                  <a:moveTo>
                    <a:pt x="62" y="1"/>
                  </a:moveTo>
                  <a:cubicBezTo>
                    <a:pt x="22" y="1"/>
                    <a:pt x="1" y="49"/>
                    <a:pt x="26" y="75"/>
                  </a:cubicBezTo>
                  <a:cubicBezTo>
                    <a:pt x="51" y="124"/>
                    <a:pt x="113" y="124"/>
                    <a:pt x="100" y="186"/>
                  </a:cubicBezTo>
                  <a:cubicBezTo>
                    <a:pt x="76" y="260"/>
                    <a:pt x="39" y="346"/>
                    <a:pt x="39" y="370"/>
                  </a:cubicBezTo>
                  <a:cubicBezTo>
                    <a:pt x="39" y="401"/>
                    <a:pt x="13" y="466"/>
                    <a:pt x="33" y="466"/>
                  </a:cubicBezTo>
                  <a:cubicBezTo>
                    <a:pt x="37" y="466"/>
                    <a:pt x="43" y="463"/>
                    <a:pt x="51" y="457"/>
                  </a:cubicBezTo>
                  <a:cubicBezTo>
                    <a:pt x="100" y="420"/>
                    <a:pt x="162" y="383"/>
                    <a:pt x="199" y="346"/>
                  </a:cubicBezTo>
                  <a:cubicBezTo>
                    <a:pt x="248" y="321"/>
                    <a:pt x="260" y="272"/>
                    <a:pt x="285" y="272"/>
                  </a:cubicBezTo>
                  <a:cubicBezTo>
                    <a:pt x="322" y="260"/>
                    <a:pt x="334" y="210"/>
                    <a:pt x="297" y="186"/>
                  </a:cubicBezTo>
                  <a:cubicBezTo>
                    <a:pt x="236" y="136"/>
                    <a:pt x="187" y="87"/>
                    <a:pt x="125" y="38"/>
                  </a:cubicBezTo>
                  <a:cubicBezTo>
                    <a:pt x="102" y="11"/>
                    <a:pt x="80" y="1"/>
                    <a:pt x="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5" name="Google Shape;7961;p67">
              <a:extLst>
                <a:ext uri="{FF2B5EF4-FFF2-40B4-BE49-F238E27FC236}">
                  <a16:creationId xmlns:a16="http://schemas.microsoft.com/office/drawing/2014/main" id="{1CA7E400-FC9B-18EA-377A-4ECD4EC25C86}"/>
                </a:ext>
              </a:extLst>
            </p:cNvPr>
            <p:cNvSpPr/>
            <p:nvPr/>
          </p:nvSpPr>
          <p:spPr>
            <a:xfrm>
              <a:off x="4233050" y="4957200"/>
              <a:ext cx="6800" cy="13300"/>
            </a:xfrm>
            <a:custGeom>
              <a:avLst/>
              <a:gdLst/>
              <a:ahLst/>
              <a:cxnLst/>
              <a:rect l="l" t="t" r="r" b="b"/>
              <a:pathLst>
                <a:path w="272" h="532" extrusionOk="0">
                  <a:moveTo>
                    <a:pt x="235" y="1"/>
                  </a:moveTo>
                  <a:cubicBezTo>
                    <a:pt x="186" y="1"/>
                    <a:pt x="186" y="13"/>
                    <a:pt x="173" y="62"/>
                  </a:cubicBezTo>
                  <a:cubicBezTo>
                    <a:pt x="149" y="99"/>
                    <a:pt x="149" y="173"/>
                    <a:pt x="124" y="223"/>
                  </a:cubicBezTo>
                  <a:cubicBezTo>
                    <a:pt x="99" y="284"/>
                    <a:pt x="1" y="284"/>
                    <a:pt x="26" y="346"/>
                  </a:cubicBezTo>
                  <a:cubicBezTo>
                    <a:pt x="50" y="407"/>
                    <a:pt x="161" y="494"/>
                    <a:pt x="173" y="518"/>
                  </a:cubicBezTo>
                  <a:cubicBezTo>
                    <a:pt x="182" y="527"/>
                    <a:pt x="191" y="531"/>
                    <a:pt x="199" y="531"/>
                  </a:cubicBezTo>
                  <a:cubicBezTo>
                    <a:pt x="212" y="531"/>
                    <a:pt x="223" y="518"/>
                    <a:pt x="223" y="494"/>
                  </a:cubicBezTo>
                  <a:cubicBezTo>
                    <a:pt x="223" y="444"/>
                    <a:pt x="186" y="407"/>
                    <a:pt x="198" y="358"/>
                  </a:cubicBezTo>
                  <a:cubicBezTo>
                    <a:pt x="210" y="309"/>
                    <a:pt x="247" y="210"/>
                    <a:pt x="260" y="173"/>
                  </a:cubicBezTo>
                  <a:cubicBezTo>
                    <a:pt x="272" y="136"/>
                    <a:pt x="272" y="1"/>
                    <a:pt x="23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6" name="Google Shape;7962;p67">
              <a:extLst>
                <a:ext uri="{FF2B5EF4-FFF2-40B4-BE49-F238E27FC236}">
                  <a16:creationId xmlns:a16="http://schemas.microsoft.com/office/drawing/2014/main" id="{554D3DA8-6332-6F6E-5F19-FFDD1D42B0B8}"/>
                </a:ext>
              </a:extLst>
            </p:cNvPr>
            <p:cNvSpPr/>
            <p:nvPr/>
          </p:nvSpPr>
          <p:spPr>
            <a:xfrm>
              <a:off x="4238925" y="4956250"/>
              <a:ext cx="4950" cy="10525"/>
            </a:xfrm>
            <a:custGeom>
              <a:avLst/>
              <a:gdLst/>
              <a:ahLst/>
              <a:cxnLst/>
              <a:rect l="l" t="t" r="r" b="b"/>
              <a:pathLst>
                <a:path w="198" h="421" extrusionOk="0">
                  <a:moveTo>
                    <a:pt x="162" y="1"/>
                  </a:moveTo>
                  <a:cubicBezTo>
                    <a:pt x="161" y="1"/>
                    <a:pt x="161" y="1"/>
                    <a:pt x="160" y="2"/>
                  </a:cubicBezTo>
                  <a:cubicBezTo>
                    <a:pt x="99" y="137"/>
                    <a:pt x="37" y="273"/>
                    <a:pt x="0" y="421"/>
                  </a:cubicBezTo>
                  <a:cubicBezTo>
                    <a:pt x="25" y="396"/>
                    <a:pt x="197" y="236"/>
                    <a:pt x="185" y="162"/>
                  </a:cubicBezTo>
                  <a:cubicBezTo>
                    <a:pt x="185" y="104"/>
                    <a:pt x="174" y="1"/>
                    <a:pt x="1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7" name="Google Shape;7963;p67">
              <a:extLst>
                <a:ext uri="{FF2B5EF4-FFF2-40B4-BE49-F238E27FC236}">
                  <a16:creationId xmlns:a16="http://schemas.microsoft.com/office/drawing/2014/main" id="{FF5EBCDC-5750-EB49-B851-4F9770A35D85}"/>
                </a:ext>
              </a:extLst>
            </p:cNvPr>
            <p:cNvSpPr/>
            <p:nvPr/>
          </p:nvSpPr>
          <p:spPr>
            <a:xfrm>
              <a:off x="4242300" y="4963525"/>
              <a:ext cx="4950" cy="3250"/>
            </a:xfrm>
            <a:custGeom>
              <a:avLst/>
              <a:gdLst/>
              <a:ahLst/>
              <a:cxnLst/>
              <a:rect l="l" t="t" r="r" b="b"/>
              <a:pathLst>
                <a:path w="198" h="130" extrusionOk="0">
                  <a:moveTo>
                    <a:pt x="70" y="1"/>
                  </a:moveTo>
                  <a:cubicBezTo>
                    <a:pt x="63" y="1"/>
                    <a:pt x="56" y="3"/>
                    <a:pt x="50" y="7"/>
                  </a:cubicBezTo>
                  <a:cubicBezTo>
                    <a:pt x="13" y="44"/>
                    <a:pt x="1" y="130"/>
                    <a:pt x="25" y="130"/>
                  </a:cubicBezTo>
                  <a:cubicBezTo>
                    <a:pt x="74" y="130"/>
                    <a:pt x="198" y="130"/>
                    <a:pt x="185" y="93"/>
                  </a:cubicBezTo>
                  <a:cubicBezTo>
                    <a:pt x="175" y="51"/>
                    <a:pt x="112" y="1"/>
                    <a:pt x="7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8" name="Google Shape;7964;p67">
              <a:extLst>
                <a:ext uri="{FF2B5EF4-FFF2-40B4-BE49-F238E27FC236}">
                  <a16:creationId xmlns:a16="http://schemas.microsoft.com/office/drawing/2014/main" id="{8B7C66EC-EC65-57AB-5349-8A1532A75F34}"/>
                </a:ext>
              </a:extLst>
            </p:cNvPr>
            <p:cNvSpPr/>
            <p:nvPr/>
          </p:nvSpPr>
          <p:spPr>
            <a:xfrm>
              <a:off x="4242600" y="4966750"/>
              <a:ext cx="16350" cy="27400"/>
            </a:xfrm>
            <a:custGeom>
              <a:avLst/>
              <a:gdLst/>
              <a:ahLst/>
              <a:cxnLst/>
              <a:rect l="l" t="t" r="r" b="b"/>
              <a:pathLst>
                <a:path w="654" h="1096" extrusionOk="0">
                  <a:moveTo>
                    <a:pt x="420" y="1"/>
                  </a:moveTo>
                  <a:cubicBezTo>
                    <a:pt x="395" y="1"/>
                    <a:pt x="383" y="38"/>
                    <a:pt x="383" y="75"/>
                  </a:cubicBezTo>
                  <a:cubicBezTo>
                    <a:pt x="395" y="112"/>
                    <a:pt x="420" y="161"/>
                    <a:pt x="371" y="173"/>
                  </a:cubicBezTo>
                  <a:cubicBezTo>
                    <a:pt x="309" y="186"/>
                    <a:pt x="247" y="198"/>
                    <a:pt x="223" y="260"/>
                  </a:cubicBezTo>
                  <a:cubicBezTo>
                    <a:pt x="198" y="309"/>
                    <a:pt x="136" y="309"/>
                    <a:pt x="112" y="333"/>
                  </a:cubicBezTo>
                  <a:cubicBezTo>
                    <a:pt x="75" y="370"/>
                    <a:pt x="75" y="420"/>
                    <a:pt x="38" y="432"/>
                  </a:cubicBezTo>
                  <a:cubicBezTo>
                    <a:pt x="1" y="444"/>
                    <a:pt x="1" y="469"/>
                    <a:pt x="13" y="506"/>
                  </a:cubicBezTo>
                  <a:cubicBezTo>
                    <a:pt x="13" y="555"/>
                    <a:pt x="112" y="629"/>
                    <a:pt x="87" y="678"/>
                  </a:cubicBezTo>
                  <a:cubicBezTo>
                    <a:pt x="38" y="728"/>
                    <a:pt x="26" y="814"/>
                    <a:pt x="50" y="888"/>
                  </a:cubicBezTo>
                  <a:cubicBezTo>
                    <a:pt x="75" y="962"/>
                    <a:pt x="149" y="1023"/>
                    <a:pt x="235" y="1036"/>
                  </a:cubicBezTo>
                  <a:cubicBezTo>
                    <a:pt x="297" y="1036"/>
                    <a:pt x="309" y="1060"/>
                    <a:pt x="346" y="1060"/>
                  </a:cubicBezTo>
                  <a:cubicBezTo>
                    <a:pt x="369" y="1060"/>
                    <a:pt x="413" y="1095"/>
                    <a:pt x="435" y="1095"/>
                  </a:cubicBezTo>
                  <a:cubicBezTo>
                    <a:pt x="448" y="1095"/>
                    <a:pt x="453" y="1084"/>
                    <a:pt x="444" y="1048"/>
                  </a:cubicBezTo>
                  <a:cubicBezTo>
                    <a:pt x="420" y="950"/>
                    <a:pt x="346" y="876"/>
                    <a:pt x="358" y="814"/>
                  </a:cubicBezTo>
                  <a:cubicBezTo>
                    <a:pt x="368" y="774"/>
                    <a:pt x="402" y="670"/>
                    <a:pt x="428" y="670"/>
                  </a:cubicBezTo>
                  <a:cubicBezTo>
                    <a:pt x="434" y="670"/>
                    <a:pt x="440" y="676"/>
                    <a:pt x="444" y="691"/>
                  </a:cubicBezTo>
                  <a:cubicBezTo>
                    <a:pt x="466" y="755"/>
                    <a:pt x="506" y="924"/>
                    <a:pt x="533" y="924"/>
                  </a:cubicBezTo>
                  <a:cubicBezTo>
                    <a:pt x="536" y="924"/>
                    <a:pt x="540" y="920"/>
                    <a:pt x="543" y="913"/>
                  </a:cubicBezTo>
                  <a:cubicBezTo>
                    <a:pt x="543" y="851"/>
                    <a:pt x="568" y="802"/>
                    <a:pt x="580" y="752"/>
                  </a:cubicBezTo>
                  <a:cubicBezTo>
                    <a:pt x="605" y="703"/>
                    <a:pt x="654" y="617"/>
                    <a:pt x="617" y="555"/>
                  </a:cubicBezTo>
                  <a:cubicBezTo>
                    <a:pt x="592" y="457"/>
                    <a:pt x="580" y="358"/>
                    <a:pt x="568" y="260"/>
                  </a:cubicBezTo>
                  <a:cubicBezTo>
                    <a:pt x="543" y="186"/>
                    <a:pt x="518" y="124"/>
                    <a:pt x="481" y="62"/>
                  </a:cubicBezTo>
                  <a:cubicBezTo>
                    <a:pt x="469" y="25"/>
                    <a:pt x="457" y="13"/>
                    <a:pt x="42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9" name="Google Shape;7965;p67">
              <a:extLst>
                <a:ext uri="{FF2B5EF4-FFF2-40B4-BE49-F238E27FC236}">
                  <a16:creationId xmlns:a16="http://schemas.microsoft.com/office/drawing/2014/main" id="{9EE1DCD8-EAA4-4D29-F41F-429A8449CDC1}"/>
                </a:ext>
              </a:extLst>
            </p:cNvPr>
            <p:cNvSpPr/>
            <p:nvPr/>
          </p:nvSpPr>
          <p:spPr>
            <a:xfrm>
              <a:off x="4230350" y="4973525"/>
              <a:ext cx="14750" cy="12125"/>
            </a:xfrm>
            <a:custGeom>
              <a:avLst/>
              <a:gdLst/>
              <a:ahLst/>
              <a:cxnLst/>
              <a:rect l="l" t="t" r="r" b="b"/>
              <a:pathLst>
                <a:path w="590" h="485" extrusionOk="0">
                  <a:moveTo>
                    <a:pt x="385" y="0"/>
                  </a:moveTo>
                  <a:cubicBezTo>
                    <a:pt x="333" y="0"/>
                    <a:pt x="300" y="38"/>
                    <a:pt x="281" y="75"/>
                  </a:cubicBezTo>
                  <a:cubicBezTo>
                    <a:pt x="244" y="124"/>
                    <a:pt x="195" y="149"/>
                    <a:pt x="134" y="173"/>
                  </a:cubicBezTo>
                  <a:cubicBezTo>
                    <a:pt x="109" y="173"/>
                    <a:pt x="72" y="297"/>
                    <a:pt x="47" y="346"/>
                  </a:cubicBezTo>
                  <a:cubicBezTo>
                    <a:pt x="14" y="390"/>
                    <a:pt x="1" y="485"/>
                    <a:pt x="16" y="485"/>
                  </a:cubicBezTo>
                  <a:cubicBezTo>
                    <a:pt x="18" y="485"/>
                    <a:pt x="20" y="484"/>
                    <a:pt x="23" y="481"/>
                  </a:cubicBezTo>
                  <a:cubicBezTo>
                    <a:pt x="35" y="469"/>
                    <a:pt x="109" y="321"/>
                    <a:pt x="134" y="297"/>
                  </a:cubicBezTo>
                  <a:cubicBezTo>
                    <a:pt x="149" y="281"/>
                    <a:pt x="180" y="265"/>
                    <a:pt x="200" y="265"/>
                  </a:cubicBezTo>
                  <a:cubicBezTo>
                    <a:pt x="211" y="265"/>
                    <a:pt x="220" y="271"/>
                    <a:pt x="220" y="284"/>
                  </a:cubicBezTo>
                  <a:cubicBezTo>
                    <a:pt x="220" y="312"/>
                    <a:pt x="248" y="326"/>
                    <a:pt x="267" y="326"/>
                  </a:cubicBezTo>
                  <a:cubicBezTo>
                    <a:pt x="273" y="326"/>
                    <a:pt x="278" y="324"/>
                    <a:pt x="281" y="321"/>
                  </a:cubicBezTo>
                  <a:cubicBezTo>
                    <a:pt x="292" y="316"/>
                    <a:pt x="304" y="313"/>
                    <a:pt x="315" y="313"/>
                  </a:cubicBezTo>
                  <a:cubicBezTo>
                    <a:pt x="330" y="313"/>
                    <a:pt x="343" y="319"/>
                    <a:pt x="343" y="334"/>
                  </a:cubicBezTo>
                  <a:cubicBezTo>
                    <a:pt x="350" y="340"/>
                    <a:pt x="364" y="351"/>
                    <a:pt x="377" y="351"/>
                  </a:cubicBezTo>
                  <a:cubicBezTo>
                    <a:pt x="388" y="351"/>
                    <a:pt x="399" y="344"/>
                    <a:pt x="405" y="321"/>
                  </a:cubicBezTo>
                  <a:cubicBezTo>
                    <a:pt x="417" y="260"/>
                    <a:pt x="392" y="247"/>
                    <a:pt x="417" y="198"/>
                  </a:cubicBezTo>
                  <a:cubicBezTo>
                    <a:pt x="454" y="161"/>
                    <a:pt x="589" y="87"/>
                    <a:pt x="442" y="13"/>
                  </a:cubicBezTo>
                  <a:cubicBezTo>
                    <a:pt x="421" y="4"/>
                    <a:pt x="402" y="0"/>
                    <a:pt x="38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0" name="Google Shape;7966;p67">
              <a:extLst>
                <a:ext uri="{FF2B5EF4-FFF2-40B4-BE49-F238E27FC236}">
                  <a16:creationId xmlns:a16="http://schemas.microsoft.com/office/drawing/2014/main" id="{3B3AFA46-76D1-A1D3-D02C-9498E89B9239}"/>
                </a:ext>
              </a:extLst>
            </p:cNvPr>
            <p:cNvSpPr/>
            <p:nvPr/>
          </p:nvSpPr>
          <p:spPr>
            <a:xfrm>
              <a:off x="4202275" y="4957775"/>
              <a:ext cx="14100" cy="17375"/>
            </a:xfrm>
            <a:custGeom>
              <a:avLst/>
              <a:gdLst/>
              <a:ahLst/>
              <a:cxnLst/>
              <a:rect l="l" t="t" r="r" b="b"/>
              <a:pathLst>
                <a:path w="564" h="695" extrusionOk="0">
                  <a:moveTo>
                    <a:pt x="546" y="0"/>
                  </a:moveTo>
                  <a:cubicBezTo>
                    <a:pt x="545" y="0"/>
                    <a:pt x="543" y="1"/>
                    <a:pt x="542" y="2"/>
                  </a:cubicBezTo>
                  <a:cubicBezTo>
                    <a:pt x="456" y="89"/>
                    <a:pt x="382" y="187"/>
                    <a:pt x="320" y="286"/>
                  </a:cubicBezTo>
                  <a:cubicBezTo>
                    <a:pt x="283" y="335"/>
                    <a:pt x="209" y="446"/>
                    <a:pt x="160" y="471"/>
                  </a:cubicBezTo>
                  <a:cubicBezTo>
                    <a:pt x="113" y="494"/>
                    <a:pt x="0" y="694"/>
                    <a:pt x="20" y="694"/>
                  </a:cubicBezTo>
                  <a:cubicBezTo>
                    <a:pt x="21" y="694"/>
                    <a:pt x="22" y="694"/>
                    <a:pt x="24" y="692"/>
                  </a:cubicBezTo>
                  <a:cubicBezTo>
                    <a:pt x="61" y="668"/>
                    <a:pt x="123" y="631"/>
                    <a:pt x="172" y="594"/>
                  </a:cubicBezTo>
                  <a:cubicBezTo>
                    <a:pt x="259" y="532"/>
                    <a:pt x="320" y="458"/>
                    <a:pt x="369" y="372"/>
                  </a:cubicBezTo>
                  <a:cubicBezTo>
                    <a:pt x="419" y="286"/>
                    <a:pt x="419" y="237"/>
                    <a:pt x="480" y="200"/>
                  </a:cubicBezTo>
                  <a:cubicBezTo>
                    <a:pt x="538" y="165"/>
                    <a:pt x="563" y="0"/>
                    <a:pt x="54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1" name="Google Shape;7967;p67">
              <a:extLst>
                <a:ext uri="{FF2B5EF4-FFF2-40B4-BE49-F238E27FC236}">
                  <a16:creationId xmlns:a16="http://schemas.microsoft.com/office/drawing/2014/main" id="{99A57242-5D1B-1428-6307-D948C0A654A7}"/>
                </a:ext>
              </a:extLst>
            </p:cNvPr>
            <p:cNvSpPr/>
            <p:nvPr/>
          </p:nvSpPr>
          <p:spPr>
            <a:xfrm>
              <a:off x="4243625" y="4936550"/>
              <a:ext cx="3025" cy="2225"/>
            </a:xfrm>
            <a:custGeom>
              <a:avLst/>
              <a:gdLst/>
              <a:ahLst/>
              <a:cxnLst/>
              <a:rect l="l" t="t" r="r" b="b"/>
              <a:pathLst>
                <a:path w="121" h="89" extrusionOk="0">
                  <a:moveTo>
                    <a:pt x="61" y="0"/>
                  </a:moveTo>
                  <a:cubicBezTo>
                    <a:pt x="11" y="0"/>
                    <a:pt x="1" y="88"/>
                    <a:pt x="39" y="88"/>
                  </a:cubicBezTo>
                  <a:cubicBezTo>
                    <a:pt x="41" y="88"/>
                    <a:pt x="44" y="88"/>
                    <a:pt x="46" y="88"/>
                  </a:cubicBezTo>
                  <a:cubicBezTo>
                    <a:pt x="71" y="88"/>
                    <a:pt x="120" y="1"/>
                    <a:pt x="71" y="1"/>
                  </a:cubicBezTo>
                  <a:cubicBezTo>
                    <a:pt x="68" y="1"/>
                    <a:pt x="64" y="0"/>
                    <a:pt x="6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2" name="Google Shape;7968;p67">
              <a:extLst>
                <a:ext uri="{FF2B5EF4-FFF2-40B4-BE49-F238E27FC236}">
                  <a16:creationId xmlns:a16="http://schemas.microsoft.com/office/drawing/2014/main" id="{5870F3EC-4877-6DFC-60C8-7CE5421A0F42}"/>
                </a:ext>
              </a:extLst>
            </p:cNvPr>
            <p:cNvSpPr/>
            <p:nvPr/>
          </p:nvSpPr>
          <p:spPr>
            <a:xfrm>
              <a:off x="4072275" y="4994675"/>
              <a:ext cx="65325" cy="79450"/>
            </a:xfrm>
            <a:custGeom>
              <a:avLst/>
              <a:gdLst/>
              <a:ahLst/>
              <a:cxnLst/>
              <a:rect l="l" t="t" r="r" b="b"/>
              <a:pathLst>
                <a:path w="2613" h="3178" extrusionOk="0">
                  <a:moveTo>
                    <a:pt x="34" y="0"/>
                  </a:moveTo>
                  <a:cubicBezTo>
                    <a:pt x="6" y="0"/>
                    <a:pt x="1" y="29"/>
                    <a:pt x="37" y="116"/>
                  </a:cubicBezTo>
                  <a:cubicBezTo>
                    <a:pt x="148" y="362"/>
                    <a:pt x="222" y="461"/>
                    <a:pt x="284" y="498"/>
                  </a:cubicBezTo>
                  <a:cubicBezTo>
                    <a:pt x="357" y="535"/>
                    <a:pt x="370" y="535"/>
                    <a:pt x="456" y="658"/>
                  </a:cubicBezTo>
                  <a:cubicBezTo>
                    <a:pt x="542" y="769"/>
                    <a:pt x="567" y="892"/>
                    <a:pt x="641" y="941"/>
                  </a:cubicBezTo>
                  <a:cubicBezTo>
                    <a:pt x="715" y="991"/>
                    <a:pt x="789" y="1028"/>
                    <a:pt x="813" y="1102"/>
                  </a:cubicBezTo>
                  <a:cubicBezTo>
                    <a:pt x="838" y="1225"/>
                    <a:pt x="875" y="1348"/>
                    <a:pt x="924" y="1459"/>
                  </a:cubicBezTo>
                  <a:cubicBezTo>
                    <a:pt x="974" y="1521"/>
                    <a:pt x="1011" y="1533"/>
                    <a:pt x="1060" y="1607"/>
                  </a:cubicBezTo>
                  <a:cubicBezTo>
                    <a:pt x="1134" y="1705"/>
                    <a:pt x="1195" y="1816"/>
                    <a:pt x="1245" y="1927"/>
                  </a:cubicBezTo>
                  <a:cubicBezTo>
                    <a:pt x="1257" y="2038"/>
                    <a:pt x="1294" y="2137"/>
                    <a:pt x="1343" y="2235"/>
                  </a:cubicBezTo>
                  <a:cubicBezTo>
                    <a:pt x="1417" y="2346"/>
                    <a:pt x="1614" y="2519"/>
                    <a:pt x="1651" y="2580"/>
                  </a:cubicBezTo>
                  <a:cubicBezTo>
                    <a:pt x="1688" y="2654"/>
                    <a:pt x="1737" y="2716"/>
                    <a:pt x="1799" y="2777"/>
                  </a:cubicBezTo>
                  <a:cubicBezTo>
                    <a:pt x="1910" y="2876"/>
                    <a:pt x="2033" y="2974"/>
                    <a:pt x="2132" y="3085"/>
                  </a:cubicBezTo>
                  <a:cubicBezTo>
                    <a:pt x="2158" y="3138"/>
                    <a:pt x="2184" y="3153"/>
                    <a:pt x="2215" y="3153"/>
                  </a:cubicBezTo>
                  <a:cubicBezTo>
                    <a:pt x="2227" y="3153"/>
                    <a:pt x="2241" y="3151"/>
                    <a:pt x="2255" y="3147"/>
                  </a:cubicBezTo>
                  <a:cubicBezTo>
                    <a:pt x="2280" y="3147"/>
                    <a:pt x="2310" y="3142"/>
                    <a:pt x="2331" y="3142"/>
                  </a:cubicBezTo>
                  <a:cubicBezTo>
                    <a:pt x="2341" y="3142"/>
                    <a:pt x="2349" y="3143"/>
                    <a:pt x="2354" y="3147"/>
                  </a:cubicBezTo>
                  <a:cubicBezTo>
                    <a:pt x="2356" y="3150"/>
                    <a:pt x="2361" y="3151"/>
                    <a:pt x="2367" y="3151"/>
                  </a:cubicBezTo>
                  <a:cubicBezTo>
                    <a:pt x="2384" y="3151"/>
                    <a:pt x="2413" y="3143"/>
                    <a:pt x="2438" y="3143"/>
                  </a:cubicBezTo>
                  <a:cubicBezTo>
                    <a:pt x="2448" y="3143"/>
                    <a:pt x="2457" y="3144"/>
                    <a:pt x="2464" y="3147"/>
                  </a:cubicBezTo>
                  <a:cubicBezTo>
                    <a:pt x="2488" y="3155"/>
                    <a:pt x="2501" y="3177"/>
                    <a:pt x="2511" y="3177"/>
                  </a:cubicBezTo>
                  <a:cubicBezTo>
                    <a:pt x="2517" y="3177"/>
                    <a:pt x="2521" y="3170"/>
                    <a:pt x="2526" y="3147"/>
                  </a:cubicBezTo>
                  <a:cubicBezTo>
                    <a:pt x="2526" y="3098"/>
                    <a:pt x="2489" y="2593"/>
                    <a:pt x="2538" y="2531"/>
                  </a:cubicBezTo>
                  <a:cubicBezTo>
                    <a:pt x="2575" y="2482"/>
                    <a:pt x="2612" y="2469"/>
                    <a:pt x="2575" y="2408"/>
                  </a:cubicBezTo>
                  <a:cubicBezTo>
                    <a:pt x="2553" y="2362"/>
                    <a:pt x="2372" y="2232"/>
                    <a:pt x="2325" y="2232"/>
                  </a:cubicBezTo>
                  <a:cubicBezTo>
                    <a:pt x="2321" y="2232"/>
                    <a:pt x="2318" y="2233"/>
                    <a:pt x="2317" y="2235"/>
                  </a:cubicBezTo>
                  <a:cubicBezTo>
                    <a:pt x="2307" y="2254"/>
                    <a:pt x="2283" y="2332"/>
                    <a:pt x="2267" y="2332"/>
                  </a:cubicBezTo>
                  <a:cubicBezTo>
                    <a:pt x="2262" y="2332"/>
                    <a:pt x="2258" y="2326"/>
                    <a:pt x="2255" y="2309"/>
                  </a:cubicBezTo>
                  <a:cubicBezTo>
                    <a:pt x="2243" y="2248"/>
                    <a:pt x="2267" y="2223"/>
                    <a:pt x="2267" y="2186"/>
                  </a:cubicBezTo>
                  <a:cubicBezTo>
                    <a:pt x="2267" y="2161"/>
                    <a:pt x="2206" y="2100"/>
                    <a:pt x="2193" y="2050"/>
                  </a:cubicBezTo>
                  <a:cubicBezTo>
                    <a:pt x="2169" y="2001"/>
                    <a:pt x="2206" y="1952"/>
                    <a:pt x="2144" y="1903"/>
                  </a:cubicBezTo>
                  <a:cubicBezTo>
                    <a:pt x="2082" y="1853"/>
                    <a:pt x="1947" y="1792"/>
                    <a:pt x="1935" y="1730"/>
                  </a:cubicBezTo>
                  <a:cubicBezTo>
                    <a:pt x="1922" y="1668"/>
                    <a:pt x="1984" y="1681"/>
                    <a:pt x="1947" y="1619"/>
                  </a:cubicBezTo>
                  <a:cubicBezTo>
                    <a:pt x="1922" y="1570"/>
                    <a:pt x="1947" y="1558"/>
                    <a:pt x="1984" y="1558"/>
                  </a:cubicBezTo>
                  <a:cubicBezTo>
                    <a:pt x="2009" y="1558"/>
                    <a:pt x="2046" y="1558"/>
                    <a:pt x="2009" y="1508"/>
                  </a:cubicBezTo>
                  <a:cubicBezTo>
                    <a:pt x="1976" y="1475"/>
                    <a:pt x="1937" y="1448"/>
                    <a:pt x="1897" y="1448"/>
                  </a:cubicBezTo>
                  <a:cubicBezTo>
                    <a:pt x="1877" y="1448"/>
                    <a:pt x="1857" y="1455"/>
                    <a:pt x="1836" y="1471"/>
                  </a:cubicBezTo>
                  <a:cubicBezTo>
                    <a:pt x="1803" y="1498"/>
                    <a:pt x="1770" y="1510"/>
                    <a:pt x="1754" y="1510"/>
                  </a:cubicBezTo>
                  <a:cubicBezTo>
                    <a:pt x="1740" y="1510"/>
                    <a:pt x="1739" y="1501"/>
                    <a:pt x="1762" y="1484"/>
                  </a:cubicBezTo>
                  <a:cubicBezTo>
                    <a:pt x="1824" y="1459"/>
                    <a:pt x="1898" y="1385"/>
                    <a:pt x="1824" y="1373"/>
                  </a:cubicBezTo>
                  <a:cubicBezTo>
                    <a:pt x="1750" y="1348"/>
                    <a:pt x="1688" y="1348"/>
                    <a:pt x="1676" y="1286"/>
                  </a:cubicBezTo>
                  <a:cubicBezTo>
                    <a:pt x="1664" y="1237"/>
                    <a:pt x="1762" y="1237"/>
                    <a:pt x="1701" y="1225"/>
                  </a:cubicBezTo>
                  <a:cubicBezTo>
                    <a:pt x="1651" y="1200"/>
                    <a:pt x="1614" y="1213"/>
                    <a:pt x="1627" y="1188"/>
                  </a:cubicBezTo>
                  <a:cubicBezTo>
                    <a:pt x="1651" y="1176"/>
                    <a:pt x="1627" y="1139"/>
                    <a:pt x="1590" y="1126"/>
                  </a:cubicBezTo>
                  <a:cubicBezTo>
                    <a:pt x="1583" y="1124"/>
                    <a:pt x="1577" y="1123"/>
                    <a:pt x="1572" y="1123"/>
                  </a:cubicBezTo>
                  <a:cubicBezTo>
                    <a:pt x="1564" y="1123"/>
                    <a:pt x="1557" y="1125"/>
                    <a:pt x="1550" y="1125"/>
                  </a:cubicBezTo>
                  <a:cubicBezTo>
                    <a:pt x="1535" y="1125"/>
                    <a:pt x="1519" y="1118"/>
                    <a:pt x="1491" y="1077"/>
                  </a:cubicBezTo>
                  <a:cubicBezTo>
                    <a:pt x="1437" y="1023"/>
                    <a:pt x="1365" y="922"/>
                    <a:pt x="1347" y="922"/>
                  </a:cubicBezTo>
                  <a:cubicBezTo>
                    <a:pt x="1345" y="922"/>
                    <a:pt x="1343" y="924"/>
                    <a:pt x="1343" y="929"/>
                  </a:cubicBezTo>
                  <a:cubicBezTo>
                    <a:pt x="1333" y="961"/>
                    <a:pt x="1393" y="1063"/>
                    <a:pt x="1374" y="1063"/>
                  </a:cubicBezTo>
                  <a:cubicBezTo>
                    <a:pt x="1371" y="1063"/>
                    <a:pt x="1365" y="1060"/>
                    <a:pt x="1356" y="1052"/>
                  </a:cubicBezTo>
                  <a:cubicBezTo>
                    <a:pt x="1269" y="978"/>
                    <a:pt x="1195" y="892"/>
                    <a:pt x="1146" y="806"/>
                  </a:cubicBezTo>
                  <a:cubicBezTo>
                    <a:pt x="1121" y="732"/>
                    <a:pt x="1072" y="670"/>
                    <a:pt x="1023" y="621"/>
                  </a:cubicBezTo>
                  <a:cubicBezTo>
                    <a:pt x="949" y="559"/>
                    <a:pt x="887" y="559"/>
                    <a:pt x="826" y="486"/>
                  </a:cubicBezTo>
                  <a:cubicBezTo>
                    <a:pt x="752" y="424"/>
                    <a:pt x="629" y="165"/>
                    <a:pt x="542" y="153"/>
                  </a:cubicBezTo>
                  <a:cubicBezTo>
                    <a:pt x="521" y="156"/>
                    <a:pt x="498" y="157"/>
                    <a:pt x="475" y="157"/>
                  </a:cubicBezTo>
                  <a:cubicBezTo>
                    <a:pt x="407" y="157"/>
                    <a:pt x="333" y="144"/>
                    <a:pt x="259" y="116"/>
                  </a:cubicBezTo>
                  <a:cubicBezTo>
                    <a:pt x="189" y="85"/>
                    <a:pt x="80" y="0"/>
                    <a:pt x="3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3" name="Google Shape;7969;p67">
              <a:extLst>
                <a:ext uri="{FF2B5EF4-FFF2-40B4-BE49-F238E27FC236}">
                  <a16:creationId xmlns:a16="http://schemas.microsoft.com/office/drawing/2014/main" id="{95D11C12-05F8-A7EE-3379-9780D4170F0D}"/>
                </a:ext>
              </a:extLst>
            </p:cNvPr>
            <p:cNvSpPr/>
            <p:nvPr/>
          </p:nvSpPr>
          <p:spPr>
            <a:xfrm>
              <a:off x="4083450" y="5024025"/>
              <a:ext cx="4825" cy="5450"/>
            </a:xfrm>
            <a:custGeom>
              <a:avLst/>
              <a:gdLst/>
              <a:ahLst/>
              <a:cxnLst/>
              <a:rect l="l" t="t" r="r" b="b"/>
              <a:pathLst>
                <a:path w="193" h="218" extrusionOk="0">
                  <a:moveTo>
                    <a:pt x="39" y="1"/>
                  </a:moveTo>
                  <a:cubicBezTo>
                    <a:pt x="37" y="1"/>
                    <a:pt x="35" y="1"/>
                    <a:pt x="34" y="2"/>
                  </a:cubicBezTo>
                  <a:cubicBezTo>
                    <a:pt x="0" y="13"/>
                    <a:pt x="89" y="218"/>
                    <a:pt x="142" y="218"/>
                  </a:cubicBezTo>
                  <a:cubicBezTo>
                    <a:pt x="147" y="218"/>
                    <a:pt x="152" y="215"/>
                    <a:pt x="157" y="211"/>
                  </a:cubicBezTo>
                  <a:cubicBezTo>
                    <a:pt x="193" y="163"/>
                    <a:pt x="90" y="1"/>
                    <a:pt x="3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4" name="Google Shape;7970;p67">
              <a:extLst>
                <a:ext uri="{FF2B5EF4-FFF2-40B4-BE49-F238E27FC236}">
                  <a16:creationId xmlns:a16="http://schemas.microsoft.com/office/drawing/2014/main" id="{B49109EC-8502-397A-DC58-CF6808C5D942}"/>
                </a:ext>
              </a:extLst>
            </p:cNvPr>
            <p:cNvSpPr/>
            <p:nvPr/>
          </p:nvSpPr>
          <p:spPr>
            <a:xfrm>
              <a:off x="4091750" y="5040975"/>
              <a:ext cx="5150" cy="5450"/>
            </a:xfrm>
            <a:custGeom>
              <a:avLst/>
              <a:gdLst/>
              <a:ahLst/>
              <a:cxnLst/>
              <a:rect l="l" t="t" r="r" b="b"/>
              <a:pathLst>
                <a:path w="206" h="218" extrusionOk="0">
                  <a:moveTo>
                    <a:pt x="39" y="1"/>
                  </a:moveTo>
                  <a:cubicBezTo>
                    <a:pt x="37" y="1"/>
                    <a:pt x="36" y="1"/>
                    <a:pt x="34" y="1"/>
                  </a:cubicBezTo>
                  <a:cubicBezTo>
                    <a:pt x="1" y="12"/>
                    <a:pt x="89" y="217"/>
                    <a:pt x="143" y="217"/>
                  </a:cubicBezTo>
                  <a:cubicBezTo>
                    <a:pt x="148" y="217"/>
                    <a:pt x="153" y="215"/>
                    <a:pt x="158" y="211"/>
                  </a:cubicBezTo>
                  <a:cubicBezTo>
                    <a:pt x="205" y="163"/>
                    <a:pt x="80" y="1"/>
                    <a:pt x="3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5" name="Google Shape;7971;p67">
              <a:extLst>
                <a:ext uri="{FF2B5EF4-FFF2-40B4-BE49-F238E27FC236}">
                  <a16:creationId xmlns:a16="http://schemas.microsoft.com/office/drawing/2014/main" id="{E67E9C38-820D-1DF2-89DB-860372F1EE3A}"/>
                </a:ext>
              </a:extLst>
            </p:cNvPr>
            <p:cNvSpPr/>
            <p:nvPr/>
          </p:nvSpPr>
          <p:spPr>
            <a:xfrm>
              <a:off x="4130800" y="5045000"/>
              <a:ext cx="9250" cy="9800"/>
            </a:xfrm>
            <a:custGeom>
              <a:avLst/>
              <a:gdLst/>
              <a:ahLst/>
              <a:cxnLst/>
              <a:rect l="l" t="t" r="r" b="b"/>
              <a:pathLst>
                <a:path w="370" h="392" extrusionOk="0">
                  <a:moveTo>
                    <a:pt x="110" y="1"/>
                  </a:moveTo>
                  <a:cubicBezTo>
                    <a:pt x="100" y="1"/>
                    <a:pt x="92" y="4"/>
                    <a:pt x="86" y="13"/>
                  </a:cubicBezTo>
                  <a:cubicBezTo>
                    <a:pt x="74" y="50"/>
                    <a:pt x="0" y="99"/>
                    <a:pt x="62" y="136"/>
                  </a:cubicBezTo>
                  <a:cubicBezTo>
                    <a:pt x="123" y="173"/>
                    <a:pt x="148" y="136"/>
                    <a:pt x="160" y="185"/>
                  </a:cubicBezTo>
                  <a:cubicBezTo>
                    <a:pt x="185" y="247"/>
                    <a:pt x="148" y="259"/>
                    <a:pt x="185" y="296"/>
                  </a:cubicBezTo>
                  <a:cubicBezTo>
                    <a:pt x="205" y="327"/>
                    <a:pt x="319" y="391"/>
                    <a:pt x="357" y="391"/>
                  </a:cubicBezTo>
                  <a:cubicBezTo>
                    <a:pt x="365" y="391"/>
                    <a:pt x="370" y="389"/>
                    <a:pt x="370" y="382"/>
                  </a:cubicBezTo>
                  <a:cubicBezTo>
                    <a:pt x="370" y="333"/>
                    <a:pt x="358" y="284"/>
                    <a:pt x="321" y="247"/>
                  </a:cubicBezTo>
                  <a:cubicBezTo>
                    <a:pt x="271" y="185"/>
                    <a:pt x="271" y="185"/>
                    <a:pt x="271" y="136"/>
                  </a:cubicBezTo>
                  <a:cubicBezTo>
                    <a:pt x="271" y="87"/>
                    <a:pt x="259" y="37"/>
                    <a:pt x="222" y="37"/>
                  </a:cubicBezTo>
                  <a:cubicBezTo>
                    <a:pt x="194" y="37"/>
                    <a:pt x="143" y="1"/>
                    <a:pt x="11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6" name="Google Shape;7972;p67">
              <a:extLst>
                <a:ext uri="{FF2B5EF4-FFF2-40B4-BE49-F238E27FC236}">
                  <a16:creationId xmlns:a16="http://schemas.microsoft.com/office/drawing/2014/main" id="{E884E927-9AE6-AF7C-B3FE-CFECFCF81B10}"/>
                </a:ext>
              </a:extLst>
            </p:cNvPr>
            <p:cNvSpPr/>
            <p:nvPr/>
          </p:nvSpPr>
          <p:spPr>
            <a:xfrm>
              <a:off x="4145600" y="5052000"/>
              <a:ext cx="4625" cy="4475"/>
            </a:xfrm>
            <a:custGeom>
              <a:avLst/>
              <a:gdLst/>
              <a:ahLst/>
              <a:cxnLst/>
              <a:rect l="l" t="t" r="r" b="b"/>
              <a:pathLst>
                <a:path w="185" h="179" extrusionOk="0">
                  <a:moveTo>
                    <a:pt x="84" y="1"/>
                  </a:moveTo>
                  <a:cubicBezTo>
                    <a:pt x="58" y="1"/>
                    <a:pt x="22" y="26"/>
                    <a:pt x="12" y="78"/>
                  </a:cubicBezTo>
                  <a:cubicBezTo>
                    <a:pt x="1" y="133"/>
                    <a:pt x="10" y="178"/>
                    <a:pt x="56" y="178"/>
                  </a:cubicBezTo>
                  <a:cubicBezTo>
                    <a:pt x="61" y="178"/>
                    <a:pt x="67" y="178"/>
                    <a:pt x="74" y="176"/>
                  </a:cubicBezTo>
                  <a:cubicBezTo>
                    <a:pt x="135" y="152"/>
                    <a:pt x="123" y="152"/>
                    <a:pt x="160" y="115"/>
                  </a:cubicBezTo>
                  <a:cubicBezTo>
                    <a:pt x="184" y="65"/>
                    <a:pt x="123" y="16"/>
                    <a:pt x="98" y="4"/>
                  </a:cubicBezTo>
                  <a:cubicBezTo>
                    <a:pt x="94" y="2"/>
                    <a:pt x="89" y="1"/>
                    <a:pt x="8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7" name="Google Shape;7973;p67">
              <a:extLst>
                <a:ext uri="{FF2B5EF4-FFF2-40B4-BE49-F238E27FC236}">
                  <a16:creationId xmlns:a16="http://schemas.microsoft.com/office/drawing/2014/main" id="{C535CD9A-C531-7C1E-22CE-EDA453F570CF}"/>
                </a:ext>
              </a:extLst>
            </p:cNvPr>
            <p:cNvSpPr/>
            <p:nvPr/>
          </p:nvSpPr>
          <p:spPr>
            <a:xfrm>
              <a:off x="4132950" y="5075775"/>
              <a:ext cx="55150" cy="18975"/>
            </a:xfrm>
            <a:custGeom>
              <a:avLst/>
              <a:gdLst/>
              <a:ahLst/>
              <a:cxnLst/>
              <a:rect l="l" t="t" r="r" b="b"/>
              <a:pathLst>
                <a:path w="2206" h="759" extrusionOk="0">
                  <a:moveTo>
                    <a:pt x="449" y="0"/>
                  </a:moveTo>
                  <a:cubicBezTo>
                    <a:pt x="447" y="0"/>
                    <a:pt x="445" y="1"/>
                    <a:pt x="444" y="2"/>
                  </a:cubicBezTo>
                  <a:cubicBezTo>
                    <a:pt x="419" y="14"/>
                    <a:pt x="382" y="39"/>
                    <a:pt x="345" y="39"/>
                  </a:cubicBezTo>
                  <a:cubicBezTo>
                    <a:pt x="308" y="39"/>
                    <a:pt x="185" y="2"/>
                    <a:pt x="161" y="2"/>
                  </a:cubicBezTo>
                  <a:cubicBezTo>
                    <a:pt x="136" y="2"/>
                    <a:pt x="87" y="63"/>
                    <a:pt x="74" y="88"/>
                  </a:cubicBezTo>
                  <a:cubicBezTo>
                    <a:pt x="62" y="112"/>
                    <a:pt x="0" y="174"/>
                    <a:pt x="0" y="211"/>
                  </a:cubicBezTo>
                  <a:cubicBezTo>
                    <a:pt x="13" y="236"/>
                    <a:pt x="124" y="223"/>
                    <a:pt x="173" y="236"/>
                  </a:cubicBezTo>
                  <a:cubicBezTo>
                    <a:pt x="210" y="260"/>
                    <a:pt x="247" y="285"/>
                    <a:pt x="247" y="334"/>
                  </a:cubicBezTo>
                  <a:cubicBezTo>
                    <a:pt x="272" y="371"/>
                    <a:pt x="333" y="371"/>
                    <a:pt x="419" y="396"/>
                  </a:cubicBezTo>
                  <a:cubicBezTo>
                    <a:pt x="493" y="420"/>
                    <a:pt x="567" y="494"/>
                    <a:pt x="617" y="494"/>
                  </a:cubicBezTo>
                  <a:cubicBezTo>
                    <a:pt x="652" y="494"/>
                    <a:pt x="662" y="468"/>
                    <a:pt x="717" y="468"/>
                  </a:cubicBezTo>
                  <a:cubicBezTo>
                    <a:pt x="738" y="468"/>
                    <a:pt x="764" y="472"/>
                    <a:pt x="801" y="482"/>
                  </a:cubicBezTo>
                  <a:cubicBezTo>
                    <a:pt x="937" y="507"/>
                    <a:pt x="1072" y="556"/>
                    <a:pt x="1233" y="605"/>
                  </a:cubicBezTo>
                  <a:cubicBezTo>
                    <a:pt x="1380" y="630"/>
                    <a:pt x="1528" y="642"/>
                    <a:pt x="1676" y="642"/>
                  </a:cubicBezTo>
                  <a:cubicBezTo>
                    <a:pt x="1702" y="652"/>
                    <a:pt x="1719" y="655"/>
                    <a:pt x="1732" y="655"/>
                  </a:cubicBezTo>
                  <a:cubicBezTo>
                    <a:pt x="1755" y="655"/>
                    <a:pt x="1766" y="647"/>
                    <a:pt x="1788" y="647"/>
                  </a:cubicBezTo>
                  <a:cubicBezTo>
                    <a:pt x="1804" y="647"/>
                    <a:pt x="1826" y="651"/>
                    <a:pt x="1861" y="667"/>
                  </a:cubicBezTo>
                  <a:cubicBezTo>
                    <a:pt x="1946" y="699"/>
                    <a:pt x="2077" y="758"/>
                    <a:pt x="2127" y="758"/>
                  </a:cubicBezTo>
                  <a:cubicBezTo>
                    <a:pt x="2135" y="758"/>
                    <a:pt x="2141" y="757"/>
                    <a:pt x="2144" y="753"/>
                  </a:cubicBezTo>
                  <a:cubicBezTo>
                    <a:pt x="2169" y="741"/>
                    <a:pt x="2206" y="704"/>
                    <a:pt x="2157" y="655"/>
                  </a:cubicBezTo>
                  <a:cubicBezTo>
                    <a:pt x="2107" y="605"/>
                    <a:pt x="2132" y="568"/>
                    <a:pt x="2120" y="531"/>
                  </a:cubicBezTo>
                  <a:cubicBezTo>
                    <a:pt x="2109" y="498"/>
                    <a:pt x="2088" y="456"/>
                    <a:pt x="2048" y="456"/>
                  </a:cubicBezTo>
                  <a:cubicBezTo>
                    <a:pt x="2044" y="456"/>
                    <a:pt x="2039" y="456"/>
                    <a:pt x="2033" y="457"/>
                  </a:cubicBezTo>
                  <a:cubicBezTo>
                    <a:pt x="2003" y="457"/>
                    <a:pt x="1946" y="500"/>
                    <a:pt x="1893" y="500"/>
                  </a:cubicBezTo>
                  <a:cubicBezTo>
                    <a:pt x="1882" y="500"/>
                    <a:pt x="1871" y="499"/>
                    <a:pt x="1861" y="494"/>
                  </a:cubicBezTo>
                  <a:cubicBezTo>
                    <a:pt x="1799" y="482"/>
                    <a:pt x="1738" y="457"/>
                    <a:pt x="1725" y="408"/>
                  </a:cubicBezTo>
                  <a:cubicBezTo>
                    <a:pt x="1725" y="334"/>
                    <a:pt x="1676" y="273"/>
                    <a:pt x="1615" y="248"/>
                  </a:cubicBezTo>
                  <a:cubicBezTo>
                    <a:pt x="1553" y="223"/>
                    <a:pt x="1393" y="174"/>
                    <a:pt x="1343" y="149"/>
                  </a:cubicBezTo>
                  <a:cubicBezTo>
                    <a:pt x="1315" y="138"/>
                    <a:pt x="1294" y="129"/>
                    <a:pt x="1277" y="129"/>
                  </a:cubicBezTo>
                  <a:cubicBezTo>
                    <a:pt x="1256" y="129"/>
                    <a:pt x="1240" y="141"/>
                    <a:pt x="1220" y="174"/>
                  </a:cubicBezTo>
                  <a:cubicBezTo>
                    <a:pt x="1195" y="226"/>
                    <a:pt x="1145" y="247"/>
                    <a:pt x="1075" y="247"/>
                  </a:cubicBezTo>
                  <a:cubicBezTo>
                    <a:pt x="1045" y="247"/>
                    <a:pt x="1011" y="243"/>
                    <a:pt x="974" y="236"/>
                  </a:cubicBezTo>
                  <a:cubicBezTo>
                    <a:pt x="875" y="223"/>
                    <a:pt x="789" y="186"/>
                    <a:pt x="727" y="125"/>
                  </a:cubicBezTo>
                  <a:cubicBezTo>
                    <a:pt x="690" y="97"/>
                    <a:pt x="653" y="83"/>
                    <a:pt x="617" y="83"/>
                  </a:cubicBezTo>
                  <a:cubicBezTo>
                    <a:pt x="604" y="83"/>
                    <a:pt x="592" y="85"/>
                    <a:pt x="580" y="88"/>
                  </a:cubicBezTo>
                  <a:cubicBezTo>
                    <a:pt x="522" y="88"/>
                    <a:pt x="475" y="0"/>
                    <a:pt x="44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8" name="Google Shape;7974;p67">
              <a:extLst>
                <a:ext uri="{FF2B5EF4-FFF2-40B4-BE49-F238E27FC236}">
                  <a16:creationId xmlns:a16="http://schemas.microsoft.com/office/drawing/2014/main" id="{8EBBA370-E61B-FA38-568E-F9F8003BF568}"/>
                </a:ext>
              </a:extLst>
            </p:cNvPr>
            <p:cNvSpPr/>
            <p:nvPr/>
          </p:nvSpPr>
          <p:spPr>
            <a:xfrm>
              <a:off x="4176375" y="5082375"/>
              <a:ext cx="7125" cy="2450"/>
            </a:xfrm>
            <a:custGeom>
              <a:avLst/>
              <a:gdLst/>
              <a:ahLst/>
              <a:cxnLst/>
              <a:rect l="l" t="t" r="r" b="b"/>
              <a:pathLst>
                <a:path w="285" h="98" extrusionOk="0">
                  <a:moveTo>
                    <a:pt x="173" y="1"/>
                  </a:moveTo>
                  <a:cubicBezTo>
                    <a:pt x="120" y="1"/>
                    <a:pt x="69" y="7"/>
                    <a:pt x="25" y="21"/>
                  </a:cubicBezTo>
                  <a:cubicBezTo>
                    <a:pt x="1" y="33"/>
                    <a:pt x="13" y="83"/>
                    <a:pt x="62" y="95"/>
                  </a:cubicBezTo>
                  <a:cubicBezTo>
                    <a:pt x="68" y="97"/>
                    <a:pt x="73" y="97"/>
                    <a:pt x="79" y="97"/>
                  </a:cubicBezTo>
                  <a:cubicBezTo>
                    <a:pt x="113" y="97"/>
                    <a:pt x="154" y="70"/>
                    <a:pt x="186" y="70"/>
                  </a:cubicBezTo>
                  <a:cubicBezTo>
                    <a:pt x="210" y="70"/>
                    <a:pt x="284" y="33"/>
                    <a:pt x="284" y="9"/>
                  </a:cubicBezTo>
                  <a:cubicBezTo>
                    <a:pt x="248" y="4"/>
                    <a:pt x="211" y="1"/>
                    <a:pt x="1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9" name="Google Shape;7975;p67">
              <a:extLst>
                <a:ext uri="{FF2B5EF4-FFF2-40B4-BE49-F238E27FC236}">
                  <a16:creationId xmlns:a16="http://schemas.microsoft.com/office/drawing/2014/main" id="{9FD68AC4-8D49-4550-5FF7-6AE85CF2885F}"/>
                </a:ext>
              </a:extLst>
            </p:cNvPr>
            <p:cNvSpPr/>
            <p:nvPr/>
          </p:nvSpPr>
          <p:spPr>
            <a:xfrm>
              <a:off x="4186850" y="5090275"/>
              <a:ext cx="7125" cy="5675"/>
            </a:xfrm>
            <a:custGeom>
              <a:avLst/>
              <a:gdLst/>
              <a:ahLst/>
              <a:cxnLst/>
              <a:rect l="l" t="t" r="r" b="b"/>
              <a:pathLst>
                <a:path w="285" h="227" extrusionOk="0">
                  <a:moveTo>
                    <a:pt x="149" y="1"/>
                  </a:moveTo>
                  <a:cubicBezTo>
                    <a:pt x="62" y="1"/>
                    <a:pt x="1" y="13"/>
                    <a:pt x="13" y="50"/>
                  </a:cubicBezTo>
                  <a:cubicBezTo>
                    <a:pt x="38" y="75"/>
                    <a:pt x="13" y="62"/>
                    <a:pt x="75" y="124"/>
                  </a:cubicBezTo>
                  <a:cubicBezTo>
                    <a:pt x="122" y="171"/>
                    <a:pt x="111" y="226"/>
                    <a:pt x="132" y="226"/>
                  </a:cubicBezTo>
                  <a:cubicBezTo>
                    <a:pt x="138" y="226"/>
                    <a:pt x="147" y="221"/>
                    <a:pt x="161" y="210"/>
                  </a:cubicBezTo>
                  <a:cubicBezTo>
                    <a:pt x="222" y="149"/>
                    <a:pt x="284" y="124"/>
                    <a:pt x="247" y="87"/>
                  </a:cubicBezTo>
                  <a:cubicBezTo>
                    <a:pt x="222" y="50"/>
                    <a:pt x="161" y="1"/>
                    <a:pt x="14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0" name="Google Shape;7976;p67">
              <a:extLst>
                <a:ext uri="{FF2B5EF4-FFF2-40B4-BE49-F238E27FC236}">
                  <a16:creationId xmlns:a16="http://schemas.microsoft.com/office/drawing/2014/main" id="{DB5CA4E8-21AA-4D2F-BAF9-BE55E02CA7AB}"/>
                </a:ext>
              </a:extLst>
            </p:cNvPr>
            <p:cNvSpPr/>
            <p:nvPr/>
          </p:nvSpPr>
          <p:spPr>
            <a:xfrm>
              <a:off x="4193950" y="5092400"/>
              <a:ext cx="6175" cy="3475"/>
            </a:xfrm>
            <a:custGeom>
              <a:avLst/>
              <a:gdLst/>
              <a:ahLst/>
              <a:cxnLst/>
              <a:rect l="l" t="t" r="r" b="b"/>
              <a:pathLst>
                <a:path w="247" h="139" extrusionOk="0">
                  <a:moveTo>
                    <a:pt x="124" y="1"/>
                  </a:moveTo>
                  <a:cubicBezTo>
                    <a:pt x="114" y="1"/>
                    <a:pt x="105" y="5"/>
                    <a:pt x="99" y="14"/>
                  </a:cubicBezTo>
                  <a:cubicBezTo>
                    <a:pt x="62" y="39"/>
                    <a:pt x="0" y="113"/>
                    <a:pt x="25" y="113"/>
                  </a:cubicBezTo>
                  <a:cubicBezTo>
                    <a:pt x="52" y="113"/>
                    <a:pt x="72" y="139"/>
                    <a:pt x="95" y="139"/>
                  </a:cubicBezTo>
                  <a:cubicBezTo>
                    <a:pt x="104" y="139"/>
                    <a:pt x="113" y="135"/>
                    <a:pt x="123" y="125"/>
                  </a:cubicBezTo>
                  <a:cubicBezTo>
                    <a:pt x="160" y="88"/>
                    <a:pt x="247" y="76"/>
                    <a:pt x="210" y="51"/>
                  </a:cubicBezTo>
                  <a:cubicBezTo>
                    <a:pt x="191" y="33"/>
                    <a:pt x="152" y="1"/>
                    <a:pt x="12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1" name="Google Shape;7977;p67">
              <a:extLst>
                <a:ext uri="{FF2B5EF4-FFF2-40B4-BE49-F238E27FC236}">
                  <a16:creationId xmlns:a16="http://schemas.microsoft.com/office/drawing/2014/main" id="{3EFFE658-C5E9-C0D5-5AA6-529AD2A5C190}"/>
                </a:ext>
              </a:extLst>
            </p:cNvPr>
            <p:cNvSpPr/>
            <p:nvPr/>
          </p:nvSpPr>
          <p:spPr>
            <a:xfrm>
              <a:off x="4199800" y="5092175"/>
              <a:ext cx="7725" cy="5525"/>
            </a:xfrm>
            <a:custGeom>
              <a:avLst/>
              <a:gdLst/>
              <a:ahLst/>
              <a:cxnLst/>
              <a:rect l="l" t="t" r="r" b="b"/>
              <a:pathLst>
                <a:path w="309" h="221" extrusionOk="0">
                  <a:moveTo>
                    <a:pt x="164" y="1"/>
                  </a:moveTo>
                  <a:cubicBezTo>
                    <a:pt x="156" y="1"/>
                    <a:pt x="147" y="4"/>
                    <a:pt x="136" y="11"/>
                  </a:cubicBezTo>
                  <a:cubicBezTo>
                    <a:pt x="99" y="23"/>
                    <a:pt x="74" y="48"/>
                    <a:pt x="49" y="60"/>
                  </a:cubicBezTo>
                  <a:cubicBezTo>
                    <a:pt x="25" y="73"/>
                    <a:pt x="0" y="97"/>
                    <a:pt x="0" y="134"/>
                  </a:cubicBezTo>
                  <a:cubicBezTo>
                    <a:pt x="0" y="171"/>
                    <a:pt x="0" y="220"/>
                    <a:pt x="49" y="220"/>
                  </a:cubicBezTo>
                  <a:cubicBezTo>
                    <a:pt x="111" y="220"/>
                    <a:pt x="210" y="220"/>
                    <a:pt x="222" y="183"/>
                  </a:cubicBezTo>
                  <a:cubicBezTo>
                    <a:pt x="247" y="134"/>
                    <a:pt x="308" y="183"/>
                    <a:pt x="247" y="122"/>
                  </a:cubicBezTo>
                  <a:cubicBezTo>
                    <a:pt x="185" y="60"/>
                    <a:pt x="185" y="60"/>
                    <a:pt x="185" y="36"/>
                  </a:cubicBezTo>
                  <a:cubicBezTo>
                    <a:pt x="194" y="18"/>
                    <a:pt x="184" y="1"/>
                    <a:pt x="16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2" name="Google Shape;7978;p67">
              <a:extLst>
                <a:ext uri="{FF2B5EF4-FFF2-40B4-BE49-F238E27FC236}">
                  <a16:creationId xmlns:a16="http://schemas.microsoft.com/office/drawing/2014/main" id="{20B27ACF-9173-9CCD-FF0D-4DFCCC3AD19A}"/>
                </a:ext>
              </a:extLst>
            </p:cNvPr>
            <p:cNvSpPr/>
            <p:nvPr/>
          </p:nvSpPr>
          <p:spPr>
            <a:xfrm>
              <a:off x="4204500" y="5091150"/>
              <a:ext cx="11325" cy="5600"/>
            </a:xfrm>
            <a:custGeom>
              <a:avLst/>
              <a:gdLst/>
              <a:ahLst/>
              <a:cxnLst/>
              <a:rect l="l" t="t" r="r" b="b"/>
              <a:pathLst>
                <a:path w="453" h="224" extrusionOk="0">
                  <a:moveTo>
                    <a:pt x="40" y="0"/>
                  </a:moveTo>
                  <a:cubicBezTo>
                    <a:pt x="7" y="0"/>
                    <a:pt x="0" y="29"/>
                    <a:pt x="22" y="40"/>
                  </a:cubicBezTo>
                  <a:cubicBezTo>
                    <a:pt x="46" y="40"/>
                    <a:pt x="120" y="52"/>
                    <a:pt x="120" y="101"/>
                  </a:cubicBezTo>
                  <a:cubicBezTo>
                    <a:pt x="120" y="163"/>
                    <a:pt x="71" y="200"/>
                    <a:pt x="182" y="200"/>
                  </a:cubicBezTo>
                  <a:cubicBezTo>
                    <a:pt x="243" y="200"/>
                    <a:pt x="295" y="224"/>
                    <a:pt x="326" y="224"/>
                  </a:cubicBezTo>
                  <a:cubicBezTo>
                    <a:pt x="344" y="224"/>
                    <a:pt x="354" y="215"/>
                    <a:pt x="354" y="187"/>
                  </a:cubicBezTo>
                  <a:cubicBezTo>
                    <a:pt x="354" y="114"/>
                    <a:pt x="453" y="101"/>
                    <a:pt x="330" y="64"/>
                  </a:cubicBezTo>
                  <a:cubicBezTo>
                    <a:pt x="243" y="27"/>
                    <a:pt x="145" y="3"/>
                    <a:pt x="59" y="3"/>
                  </a:cubicBezTo>
                  <a:cubicBezTo>
                    <a:pt x="52" y="1"/>
                    <a:pt x="46" y="0"/>
                    <a:pt x="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3" name="Google Shape;7979;p67">
              <a:extLst>
                <a:ext uri="{FF2B5EF4-FFF2-40B4-BE49-F238E27FC236}">
                  <a16:creationId xmlns:a16="http://schemas.microsoft.com/office/drawing/2014/main" id="{CB56861D-0542-E362-E8D1-FE6A47B80E3A}"/>
                </a:ext>
              </a:extLst>
            </p:cNvPr>
            <p:cNvSpPr/>
            <p:nvPr/>
          </p:nvSpPr>
          <p:spPr>
            <a:xfrm>
              <a:off x="4217350" y="5092075"/>
              <a:ext cx="14700" cy="3875"/>
            </a:xfrm>
            <a:custGeom>
              <a:avLst/>
              <a:gdLst/>
              <a:ahLst/>
              <a:cxnLst/>
              <a:rect l="l" t="t" r="r" b="b"/>
              <a:pathLst>
                <a:path w="588" h="155" extrusionOk="0">
                  <a:moveTo>
                    <a:pt x="116" y="1"/>
                  </a:moveTo>
                  <a:cubicBezTo>
                    <a:pt x="88" y="1"/>
                    <a:pt x="36" y="54"/>
                    <a:pt x="25" y="77"/>
                  </a:cubicBezTo>
                  <a:cubicBezTo>
                    <a:pt x="1" y="113"/>
                    <a:pt x="13" y="113"/>
                    <a:pt x="74" y="113"/>
                  </a:cubicBezTo>
                  <a:cubicBezTo>
                    <a:pt x="148" y="113"/>
                    <a:pt x="222" y="126"/>
                    <a:pt x="296" y="138"/>
                  </a:cubicBezTo>
                  <a:cubicBezTo>
                    <a:pt x="354" y="138"/>
                    <a:pt x="433" y="155"/>
                    <a:pt x="494" y="155"/>
                  </a:cubicBezTo>
                  <a:cubicBezTo>
                    <a:pt x="525" y="155"/>
                    <a:pt x="551" y="150"/>
                    <a:pt x="567" y="138"/>
                  </a:cubicBezTo>
                  <a:cubicBezTo>
                    <a:pt x="588" y="97"/>
                    <a:pt x="583" y="73"/>
                    <a:pt x="559" y="73"/>
                  </a:cubicBezTo>
                  <a:cubicBezTo>
                    <a:pt x="555" y="73"/>
                    <a:pt x="549" y="74"/>
                    <a:pt x="543" y="77"/>
                  </a:cubicBezTo>
                  <a:cubicBezTo>
                    <a:pt x="511" y="77"/>
                    <a:pt x="525" y="104"/>
                    <a:pt x="475" y="104"/>
                  </a:cubicBezTo>
                  <a:cubicBezTo>
                    <a:pt x="466" y="104"/>
                    <a:pt x="456" y="103"/>
                    <a:pt x="444" y="101"/>
                  </a:cubicBezTo>
                  <a:cubicBezTo>
                    <a:pt x="382" y="89"/>
                    <a:pt x="321" y="77"/>
                    <a:pt x="259" y="52"/>
                  </a:cubicBezTo>
                  <a:cubicBezTo>
                    <a:pt x="210" y="40"/>
                    <a:pt x="173" y="15"/>
                    <a:pt x="124" y="3"/>
                  </a:cubicBezTo>
                  <a:cubicBezTo>
                    <a:pt x="122" y="1"/>
                    <a:pt x="119" y="1"/>
                    <a:pt x="11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4" name="Google Shape;7980;p67">
              <a:extLst>
                <a:ext uri="{FF2B5EF4-FFF2-40B4-BE49-F238E27FC236}">
                  <a16:creationId xmlns:a16="http://schemas.microsoft.com/office/drawing/2014/main" id="{FE318134-5164-57D4-9249-CCC2402675BF}"/>
                </a:ext>
              </a:extLst>
            </p:cNvPr>
            <p:cNvSpPr/>
            <p:nvPr/>
          </p:nvSpPr>
          <p:spPr>
            <a:xfrm>
              <a:off x="4211800" y="5100450"/>
              <a:ext cx="13575" cy="5600"/>
            </a:xfrm>
            <a:custGeom>
              <a:avLst/>
              <a:gdLst/>
              <a:ahLst/>
              <a:cxnLst/>
              <a:rect l="l" t="t" r="r" b="b"/>
              <a:pathLst>
                <a:path w="543" h="224" extrusionOk="0">
                  <a:moveTo>
                    <a:pt x="50" y="0"/>
                  </a:moveTo>
                  <a:cubicBezTo>
                    <a:pt x="1" y="0"/>
                    <a:pt x="99" y="25"/>
                    <a:pt x="186" y="87"/>
                  </a:cubicBezTo>
                  <a:cubicBezTo>
                    <a:pt x="266" y="144"/>
                    <a:pt x="379" y="223"/>
                    <a:pt x="414" y="223"/>
                  </a:cubicBezTo>
                  <a:cubicBezTo>
                    <a:pt x="416" y="223"/>
                    <a:pt x="418" y="223"/>
                    <a:pt x="420" y="222"/>
                  </a:cubicBezTo>
                  <a:cubicBezTo>
                    <a:pt x="543" y="160"/>
                    <a:pt x="407" y="62"/>
                    <a:pt x="309" y="37"/>
                  </a:cubicBezTo>
                  <a:cubicBezTo>
                    <a:pt x="223" y="13"/>
                    <a:pt x="136" y="0"/>
                    <a:pt x="5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5" name="Google Shape;7981;p67">
              <a:extLst>
                <a:ext uri="{FF2B5EF4-FFF2-40B4-BE49-F238E27FC236}">
                  <a16:creationId xmlns:a16="http://schemas.microsoft.com/office/drawing/2014/main" id="{F0653CF1-C409-AB41-836D-CC7B32C61266}"/>
                </a:ext>
              </a:extLst>
            </p:cNvPr>
            <p:cNvSpPr/>
            <p:nvPr/>
          </p:nvSpPr>
          <p:spPr>
            <a:xfrm>
              <a:off x="4255600" y="5056000"/>
              <a:ext cx="5825" cy="4450"/>
            </a:xfrm>
            <a:custGeom>
              <a:avLst/>
              <a:gdLst/>
              <a:ahLst/>
              <a:cxnLst/>
              <a:rect l="l" t="t" r="r" b="b"/>
              <a:pathLst>
                <a:path w="233" h="178" extrusionOk="0">
                  <a:moveTo>
                    <a:pt x="146" y="1"/>
                  </a:moveTo>
                  <a:cubicBezTo>
                    <a:pt x="101" y="1"/>
                    <a:pt x="46" y="16"/>
                    <a:pt x="23" y="53"/>
                  </a:cubicBezTo>
                  <a:cubicBezTo>
                    <a:pt x="0" y="110"/>
                    <a:pt x="51" y="178"/>
                    <a:pt x="118" y="178"/>
                  </a:cubicBezTo>
                  <a:cubicBezTo>
                    <a:pt x="123" y="178"/>
                    <a:pt x="128" y="177"/>
                    <a:pt x="134" y="176"/>
                  </a:cubicBezTo>
                  <a:cubicBezTo>
                    <a:pt x="220" y="176"/>
                    <a:pt x="232" y="41"/>
                    <a:pt x="208" y="16"/>
                  </a:cubicBezTo>
                  <a:cubicBezTo>
                    <a:pt x="198" y="7"/>
                    <a:pt x="174" y="1"/>
                    <a:pt x="14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6" name="Google Shape;7982;p67">
              <a:extLst>
                <a:ext uri="{FF2B5EF4-FFF2-40B4-BE49-F238E27FC236}">
                  <a16:creationId xmlns:a16="http://schemas.microsoft.com/office/drawing/2014/main" id="{C9FFF5F5-71E4-42B9-4A72-F97D84190028}"/>
                </a:ext>
              </a:extLst>
            </p:cNvPr>
            <p:cNvSpPr/>
            <p:nvPr/>
          </p:nvSpPr>
          <p:spPr>
            <a:xfrm>
              <a:off x="4266775" y="5054100"/>
              <a:ext cx="17700" cy="6950"/>
            </a:xfrm>
            <a:custGeom>
              <a:avLst/>
              <a:gdLst/>
              <a:ahLst/>
              <a:cxnLst/>
              <a:rect l="l" t="t" r="r" b="b"/>
              <a:pathLst>
                <a:path w="708" h="278" extrusionOk="0">
                  <a:moveTo>
                    <a:pt x="368" y="0"/>
                  </a:moveTo>
                  <a:cubicBezTo>
                    <a:pt x="315" y="0"/>
                    <a:pt x="280" y="24"/>
                    <a:pt x="233" y="24"/>
                  </a:cubicBezTo>
                  <a:cubicBezTo>
                    <a:pt x="220" y="24"/>
                    <a:pt x="207" y="23"/>
                    <a:pt x="192" y="18"/>
                  </a:cubicBezTo>
                  <a:cubicBezTo>
                    <a:pt x="169" y="12"/>
                    <a:pt x="150" y="9"/>
                    <a:pt x="135" y="9"/>
                  </a:cubicBezTo>
                  <a:cubicBezTo>
                    <a:pt x="92" y="9"/>
                    <a:pt x="71" y="32"/>
                    <a:pt x="44" y="68"/>
                  </a:cubicBezTo>
                  <a:cubicBezTo>
                    <a:pt x="0" y="123"/>
                    <a:pt x="45" y="168"/>
                    <a:pt x="90" y="168"/>
                  </a:cubicBezTo>
                  <a:cubicBezTo>
                    <a:pt x="95" y="168"/>
                    <a:pt x="101" y="168"/>
                    <a:pt x="106" y="166"/>
                  </a:cubicBezTo>
                  <a:cubicBezTo>
                    <a:pt x="180" y="154"/>
                    <a:pt x="266" y="142"/>
                    <a:pt x="340" y="142"/>
                  </a:cubicBezTo>
                  <a:cubicBezTo>
                    <a:pt x="451" y="142"/>
                    <a:pt x="562" y="191"/>
                    <a:pt x="648" y="265"/>
                  </a:cubicBezTo>
                  <a:cubicBezTo>
                    <a:pt x="662" y="273"/>
                    <a:pt x="673" y="277"/>
                    <a:pt x="681" y="277"/>
                  </a:cubicBezTo>
                  <a:cubicBezTo>
                    <a:pt x="708" y="277"/>
                    <a:pt x="701" y="235"/>
                    <a:pt x="673" y="179"/>
                  </a:cubicBezTo>
                  <a:cubicBezTo>
                    <a:pt x="611" y="92"/>
                    <a:pt x="512" y="31"/>
                    <a:pt x="414" y="6"/>
                  </a:cubicBezTo>
                  <a:cubicBezTo>
                    <a:pt x="397" y="2"/>
                    <a:pt x="382" y="0"/>
                    <a:pt x="36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7" name="Google Shape;7983;p67">
              <a:extLst>
                <a:ext uri="{FF2B5EF4-FFF2-40B4-BE49-F238E27FC236}">
                  <a16:creationId xmlns:a16="http://schemas.microsoft.com/office/drawing/2014/main" id="{7369670C-77C4-0E9B-1571-BD4C1D4E7060}"/>
                </a:ext>
              </a:extLst>
            </p:cNvPr>
            <p:cNvSpPr/>
            <p:nvPr/>
          </p:nvSpPr>
          <p:spPr>
            <a:xfrm>
              <a:off x="4212125" y="5023400"/>
              <a:ext cx="38425" cy="49100"/>
            </a:xfrm>
            <a:custGeom>
              <a:avLst/>
              <a:gdLst/>
              <a:ahLst/>
              <a:cxnLst/>
              <a:rect l="l" t="t" r="r" b="b"/>
              <a:pathLst>
                <a:path w="1537" h="1964" extrusionOk="0">
                  <a:moveTo>
                    <a:pt x="1511" y="0"/>
                  </a:moveTo>
                  <a:cubicBezTo>
                    <a:pt x="1483" y="0"/>
                    <a:pt x="1425" y="26"/>
                    <a:pt x="1368" y="76"/>
                  </a:cubicBezTo>
                  <a:cubicBezTo>
                    <a:pt x="1294" y="150"/>
                    <a:pt x="1195" y="187"/>
                    <a:pt x="1097" y="199"/>
                  </a:cubicBezTo>
                  <a:cubicBezTo>
                    <a:pt x="1023" y="199"/>
                    <a:pt x="863" y="187"/>
                    <a:pt x="764" y="187"/>
                  </a:cubicBezTo>
                  <a:cubicBezTo>
                    <a:pt x="653" y="174"/>
                    <a:pt x="616" y="100"/>
                    <a:pt x="530" y="88"/>
                  </a:cubicBezTo>
                  <a:cubicBezTo>
                    <a:pt x="525" y="87"/>
                    <a:pt x="521" y="87"/>
                    <a:pt x="516" y="87"/>
                  </a:cubicBezTo>
                  <a:cubicBezTo>
                    <a:pt x="457" y="87"/>
                    <a:pt x="467" y="165"/>
                    <a:pt x="456" y="199"/>
                  </a:cubicBezTo>
                  <a:cubicBezTo>
                    <a:pt x="446" y="213"/>
                    <a:pt x="426" y="217"/>
                    <a:pt x="403" y="217"/>
                  </a:cubicBezTo>
                  <a:cubicBezTo>
                    <a:pt x="384" y="217"/>
                    <a:pt x="363" y="214"/>
                    <a:pt x="346" y="214"/>
                  </a:cubicBezTo>
                  <a:cubicBezTo>
                    <a:pt x="329" y="214"/>
                    <a:pt x="315" y="216"/>
                    <a:pt x="308" y="224"/>
                  </a:cubicBezTo>
                  <a:cubicBezTo>
                    <a:pt x="271" y="273"/>
                    <a:pt x="234" y="335"/>
                    <a:pt x="210" y="409"/>
                  </a:cubicBezTo>
                  <a:cubicBezTo>
                    <a:pt x="185" y="482"/>
                    <a:pt x="222" y="519"/>
                    <a:pt x="210" y="606"/>
                  </a:cubicBezTo>
                  <a:cubicBezTo>
                    <a:pt x="197" y="692"/>
                    <a:pt x="123" y="717"/>
                    <a:pt x="99" y="840"/>
                  </a:cubicBezTo>
                  <a:cubicBezTo>
                    <a:pt x="86" y="926"/>
                    <a:pt x="62" y="1025"/>
                    <a:pt x="37" y="1111"/>
                  </a:cubicBezTo>
                  <a:cubicBezTo>
                    <a:pt x="12" y="1160"/>
                    <a:pt x="0" y="1222"/>
                    <a:pt x="0" y="1283"/>
                  </a:cubicBezTo>
                  <a:cubicBezTo>
                    <a:pt x="0" y="1345"/>
                    <a:pt x="37" y="1394"/>
                    <a:pt x="99" y="1407"/>
                  </a:cubicBezTo>
                  <a:cubicBezTo>
                    <a:pt x="148" y="1431"/>
                    <a:pt x="148" y="1480"/>
                    <a:pt x="185" y="1579"/>
                  </a:cubicBezTo>
                  <a:cubicBezTo>
                    <a:pt x="234" y="1678"/>
                    <a:pt x="148" y="1801"/>
                    <a:pt x="123" y="1887"/>
                  </a:cubicBezTo>
                  <a:cubicBezTo>
                    <a:pt x="107" y="1953"/>
                    <a:pt x="145" y="1964"/>
                    <a:pt x="194" y="1964"/>
                  </a:cubicBezTo>
                  <a:cubicBezTo>
                    <a:pt x="219" y="1964"/>
                    <a:pt x="246" y="1961"/>
                    <a:pt x="271" y="1961"/>
                  </a:cubicBezTo>
                  <a:cubicBezTo>
                    <a:pt x="357" y="1961"/>
                    <a:pt x="320" y="1924"/>
                    <a:pt x="320" y="1887"/>
                  </a:cubicBezTo>
                  <a:cubicBezTo>
                    <a:pt x="333" y="1825"/>
                    <a:pt x="345" y="1776"/>
                    <a:pt x="382" y="1739"/>
                  </a:cubicBezTo>
                  <a:cubicBezTo>
                    <a:pt x="407" y="1678"/>
                    <a:pt x="345" y="1604"/>
                    <a:pt x="345" y="1579"/>
                  </a:cubicBezTo>
                  <a:cubicBezTo>
                    <a:pt x="345" y="1567"/>
                    <a:pt x="382" y="1468"/>
                    <a:pt x="382" y="1431"/>
                  </a:cubicBezTo>
                  <a:cubicBezTo>
                    <a:pt x="357" y="1370"/>
                    <a:pt x="357" y="1308"/>
                    <a:pt x="370" y="1246"/>
                  </a:cubicBezTo>
                  <a:cubicBezTo>
                    <a:pt x="376" y="1200"/>
                    <a:pt x="404" y="1189"/>
                    <a:pt x="442" y="1189"/>
                  </a:cubicBezTo>
                  <a:cubicBezTo>
                    <a:pt x="475" y="1189"/>
                    <a:pt x="515" y="1197"/>
                    <a:pt x="555" y="1197"/>
                  </a:cubicBezTo>
                  <a:cubicBezTo>
                    <a:pt x="628" y="1197"/>
                    <a:pt x="542" y="1357"/>
                    <a:pt x="518" y="1431"/>
                  </a:cubicBezTo>
                  <a:cubicBezTo>
                    <a:pt x="493" y="1505"/>
                    <a:pt x="591" y="1567"/>
                    <a:pt x="641" y="1616"/>
                  </a:cubicBezTo>
                  <a:cubicBezTo>
                    <a:pt x="690" y="1653"/>
                    <a:pt x="604" y="1702"/>
                    <a:pt x="641" y="1752"/>
                  </a:cubicBezTo>
                  <a:cubicBezTo>
                    <a:pt x="658" y="1769"/>
                    <a:pt x="683" y="1778"/>
                    <a:pt x="709" y="1778"/>
                  </a:cubicBezTo>
                  <a:cubicBezTo>
                    <a:pt x="738" y="1778"/>
                    <a:pt x="769" y="1766"/>
                    <a:pt x="789" y="1739"/>
                  </a:cubicBezTo>
                  <a:cubicBezTo>
                    <a:pt x="813" y="1715"/>
                    <a:pt x="826" y="1708"/>
                    <a:pt x="835" y="1708"/>
                  </a:cubicBezTo>
                  <a:cubicBezTo>
                    <a:pt x="844" y="1708"/>
                    <a:pt x="850" y="1715"/>
                    <a:pt x="863" y="1715"/>
                  </a:cubicBezTo>
                  <a:cubicBezTo>
                    <a:pt x="900" y="1715"/>
                    <a:pt x="924" y="1628"/>
                    <a:pt x="998" y="1616"/>
                  </a:cubicBezTo>
                  <a:cubicBezTo>
                    <a:pt x="1072" y="1604"/>
                    <a:pt x="1010" y="1591"/>
                    <a:pt x="949" y="1579"/>
                  </a:cubicBezTo>
                  <a:cubicBezTo>
                    <a:pt x="900" y="1567"/>
                    <a:pt x="900" y="1505"/>
                    <a:pt x="863" y="1505"/>
                  </a:cubicBezTo>
                  <a:cubicBezTo>
                    <a:pt x="838" y="1505"/>
                    <a:pt x="838" y="1394"/>
                    <a:pt x="850" y="1333"/>
                  </a:cubicBezTo>
                  <a:cubicBezTo>
                    <a:pt x="850" y="1283"/>
                    <a:pt x="789" y="1197"/>
                    <a:pt x="715" y="1135"/>
                  </a:cubicBezTo>
                  <a:cubicBezTo>
                    <a:pt x="665" y="1086"/>
                    <a:pt x="628" y="1025"/>
                    <a:pt x="604" y="951"/>
                  </a:cubicBezTo>
                  <a:cubicBezTo>
                    <a:pt x="604" y="937"/>
                    <a:pt x="607" y="932"/>
                    <a:pt x="611" y="932"/>
                  </a:cubicBezTo>
                  <a:cubicBezTo>
                    <a:pt x="623" y="932"/>
                    <a:pt x="648" y="966"/>
                    <a:pt x="665" y="975"/>
                  </a:cubicBezTo>
                  <a:cubicBezTo>
                    <a:pt x="690" y="975"/>
                    <a:pt x="813" y="852"/>
                    <a:pt x="863" y="815"/>
                  </a:cubicBezTo>
                  <a:cubicBezTo>
                    <a:pt x="900" y="778"/>
                    <a:pt x="936" y="741"/>
                    <a:pt x="973" y="692"/>
                  </a:cubicBezTo>
                  <a:cubicBezTo>
                    <a:pt x="979" y="671"/>
                    <a:pt x="968" y="663"/>
                    <a:pt x="951" y="663"/>
                  </a:cubicBezTo>
                  <a:cubicBezTo>
                    <a:pt x="928" y="663"/>
                    <a:pt x="891" y="678"/>
                    <a:pt x="863" y="692"/>
                  </a:cubicBezTo>
                  <a:cubicBezTo>
                    <a:pt x="789" y="692"/>
                    <a:pt x="715" y="704"/>
                    <a:pt x="653" y="704"/>
                  </a:cubicBezTo>
                  <a:cubicBezTo>
                    <a:pt x="591" y="704"/>
                    <a:pt x="604" y="815"/>
                    <a:pt x="542" y="840"/>
                  </a:cubicBezTo>
                  <a:cubicBezTo>
                    <a:pt x="539" y="840"/>
                    <a:pt x="535" y="841"/>
                    <a:pt x="532" y="841"/>
                  </a:cubicBezTo>
                  <a:cubicBezTo>
                    <a:pt x="467" y="841"/>
                    <a:pt x="452" y="727"/>
                    <a:pt x="382" y="692"/>
                  </a:cubicBezTo>
                  <a:cubicBezTo>
                    <a:pt x="320" y="667"/>
                    <a:pt x="283" y="606"/>
                    <a:pt x="283" y="532"/>
                  </a:cubicBezTo>
                  <a:cubicBezTo>
                    <a:pt x="283" y="458"/>
                    <a:pt x="296" y="396"/>
                    <a:pt x="333" y="347"/>
                  </a:cubicBezTo>
                  <a:cubicBezTo>
                    <a:pt x="343" y="331"/>
                    <a:pt x="367" y="327"/>
                    <a:pt x="396" y="327"/>
                  </a:cubicBezTo>
                  <a:cubicBezTo>
                    <a:pt x="435" y="327"/>
                    <a:pt x="482" y="335"/>
                    <a:pt x="518" y="335"/>
                  </a:cubicBezTo>
                  <a:cubicBezTo>
                    <a:pt x="579" y="335"/>
                    <a:pt x="826" y="310"/>
                    <a:pt x="912" y="310"/>
                  </a:cubicBezTo>
                  <a:cubicBezTo>
                    <a:pt x="998" y="310"/>
                    <a:pt x="1084" y="359"/>
                    <a:pt x="1195" y="359"/>
                  </a:cubicBezTo>
                  <a:cubicBezTo>
                    <a:pt x="1318" y="359"/>
                    <a:pt x="1318" y="310"/>
                    <a:pt x="1368" y="273"/>
                  </a:cubicBezTo>
                  <a:cubicBezTo>
                    <a:pt x="1417" y="236"/>
                    <a:pt x="1466" y="88"/>
                    <a:pt x="1516" y="39"/>
                  </a:cubicBezTo>
                  <a:cubicBezTo>
                    <a:pt x="1536" y="13"/>
                    <a:pt x="1531" y="0"/>
                    <a:pt x="151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8" name="Google Shape;7984;p67">
              <a:extLst>
                <a:ext uri="{FF2B5EF4-FFF2-40B4-BE49-F238E27FC236}">
                  <a16:creationId xmlns:a16="http://schemas.microsoft.com/office/drawing/2014/main" id="{0022227B-50EE-453E-09E5-8B26E7E83CAF}"/>
                </a:ext>
              </a:extLst>
            </p:cNvPr>
            <p:cNvSpPr/>
            <p:nvPr/>
          </p:nvSpPr>
          <p:spPr>
            <a:xfrm>
              <a:off x="4263550" y="5019150"/>
              <a:ext cx="8625" cy="20825"/>
            </a:xfrm>
            <a:custGeom>
              <a:avLst/>
              <a:gdLst/>
              <a:ahLst/>
              <a:cxnLst/>
              <a:rect l="l" t="t" r="r" b="b"/>
              <a:pathLst>
                <a:path w="345" h="833" extrusionOk="0">
                  <a:moveTo>
                    <a:pt x="106" y="1"/>
                  </a:moveTo>
                  <a:cubicBezTo>
                    <a:pt x="101" y="1"/>
                    <a:pt x="92" y="14"/>
                    <a:pt x="75" y="49"/>
                  </a:cubicBezTo>
                  <a:cubicBezTo>
                    <a:pt x="25" y="123"/>
                    <a:pt x="1" y="209"/>
                    <a:pt x="1" y="295"/>
                  </a:cubicBezTo>
                  <a:cubicBezTo>
                    <a:pt x="13" y="344"/>
                    <a:pt x="25" y="381"/>
                    <a:pt x="25" y="431"/>
                  </a:cubicBezTo>
                  <a:cubicBezTo>
                    <a:pt x="25" y="542"/>
                    <a:pt x="62" y="652"/>
                    <a:pt x="112" y="751"/>
                  </a:cubicBezTo>
                  <a:cubicBezTo>
                    <a:pt x="147" y="795"/>
                    <a:pt x="213" y="833"/>
                    <a:pt x="226" y="833"/>
                  </a:cubicBezTo>
                  <a:cubicBezTo>
                    <a:pt x="231" y="833"/>
                    <a:pt x="228" y="827"/>
                    <a:pt x="210" y="813"/>
                  </a:cubicBezTo>
                  <a:cubicBezTo>
                    <a:pt x="149" y="739"/>
                    <a:pt x="124" y="652"/>
                    <a:pt x="136" y="566"/>
                  </a:cubicBezTo>
                  <a:cubicBezTo>
                    <a:pt x="149" y="480"/>
                    <a:pt x="136" y="480"/>
                    <a:pt x="210" y="480"/>
                  </a:cubicBezTo>
                  <a:cubicBezTo>
                    <a:pt x="265" y="480"/>
                    <a:pt x="326" y="527"/>
                    <a:pt x="339" y="527"/>
                  </a:cubicBezTo>
                  <a:cubicBezTo>
                    <a:pt x="344" y="527"/>
                    <a:pt x="343" y="521"/>
                    <a:pt x="333" y="505"/>
                  </a:cubicBezTo>
                  <a:cubicBezTo>
                    <a:pt x="296" y="431"/>
                    <a:pt x="198" y="418"/>
                    <a:pt x="247" y="369"/>
                  </a:cubicBezTo>
                  <a:cubicBezTo>
                    <a:pt x="284" y="332"/>
                    <a:pt x="284" y="320"/>
                    <a:pt x="284" y="258"/>
                  </a:cubicBezTo>
                  <a:cubicBezTo>
                    <a:pt x="284" y="228"/>
                    <a:pt x="256" y="207"/>
                    <a:pt x="228" y="207"/>
                  </a:cubicBezTo>
                  <a:cubicBezTo>
                    <a:pt x="212" y="207"/>
                    <a:pt x="195" y="215"/>
                    <a:pt x="186" y="234"/>
                  </a:cubicBezTo>
                  <a:cubicBezTo>
                    <a:pt x="156" y="263"/>
                    <a:pt x="94" y="333"/>
                    <a:pt x="77" y="333"/>
                  </a:cubicBezTo>
                  <a:cubicBezTo>
                    <a:pt x="74" y="333"/>
                    <a:pt x="72" y="329"/>
                    <a:pt x="75" y="320"/>
                  </a:cubicBezTo>
                  <a:cubicBezTo>
                    <a:pt x="99" y="283"/>
                    <a:pt x="173" y="184"/>
                    <a:pt x="149" y="147"/>
                  </a:cubicBezTo>
                  <a:cubicBezTo>
                    <a:pt x="112" y="73"/>
                    <a:pt x="112" y="73"/>
                    <a:pt x="112" y="36"/>
                  </a:cubicBezTo>
                  <a:cubicBezTo>
                    <a:pt x="112" y="17"/>
                    <a:pt x="112" y="1"/>
                    <a:pt x="10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9" name="Google Shape;7985;p67">
              <a:extLst>
                <a:ext uri="{FF2B5EF4-FFF2-40B4-BE49-F238E27FC236}">
                  <a16:creationId xmlns:a16="http://schemas.microsoft.com/office/drawing/2014/main" id="{DD14E902-1352-799C-7E1C-40B9D9B994EF}"/>
                </a:ext>
              </a:extLst>
            </p:cNvPr>
            <p:cNvSpPr/>
            <p:nvPr/>
          </p:nvSpPr>
          <p:spPr>
            <a:xfrm>
              <a:off x="4268175" y="5016400"/>
              <a:ext cx="3725" cy="3375"/>
            </a:xfrm>
            <a:custGeom>
              <a:avLst/>
              <a:gdLst/>
              <a:ahLst/>
              <a:cxnLst/>
              <a:rect l="l" t="t" r="r" b="b"/>
              <a:pathLst>
                <a:path w="149" h="135" extrusionOk="0">
                  <a:moveTo>
                    <a:pt x="89" y="1"/>
                  </a:moveTo>
                  <a:cubicBezTo>
                    <a:pt x="84" y="1"/>
                    <a:pt x="78" y="8"/>
                    <a:pt x="62" y="23"/>
                  </a:cubicBezTo>
                  <a:cubicBezTo>
                    <a:pt x="25" y="48"/>
                    <a:pt x="1" y="134"/>
                    <a:pt x="50" y="134"/>
                  </a:cubicBezTo>
                  <a:cubicBezTo>
                    <a:pt x="87" y="134"/>
                    <a:pt x="148" y="85"/>
                    <a:pt x="111" y="35"/>
                  </a:cubicBezTo>
                  <a:cubicBezTo>
                    <a:pt x="97" y="14"/>
                    <a:pt x="95" y="1"/>
                    <a:pt x="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0" name="Google Shape;7986;p67">
              <a:extLst>
                <a:ext uri="{FF2B5EF4-FFF2-40B4-BE49-F238E27FC236}">
                  <a16:creationId xmlns:a16="http://schemas.microsoft.com/office/drawing/2014/main" id="{896C174E-C67F-72E8-F6C1-E2E6A94AD82C}"/>
                </a:ext>
              </a:extLst>
            </p:cNvPr>
            <p:cNvSpPr/>
            <p:nvPr/>
          </p:nvSpPr>
          <p:spPr>
            <a:xfrm>
              <a:off x="4281425" y="5035025"/>
              <a:ext cx="5775" cy="1925"/>
            </a:xfrm>
            <a:custGeom>
              <a:avLst/>
              <a:gdLst/>
              <a:ahLst/>
              <a:cxnLst/>
              <a:rect l="l" t="t" r="r" b="b"/>
              <a:pathLst>
                <a:path w="231" h="77" extrusionOk="0">
                  <a:moveTo>
                    <a:pt x="57" y="0"/>
                  </a:moveTo>
                  <a:cubicBezTo>
                    <a:pt x="24" y="0"/>
                    <a:pt x="0" y="6"/>
                    <a:pt x="0" y="17"/>
                  </a:cubicBezTo>
                  <a:cubicBezTo>
                    <a:pt x="0" y="54"/>
                    <a:pt x="113" y="76"/>
                    <a:pt x="178" y="76"/>
                  </a:cubicBezTo>
                  <a:cubicBezTo>
                    <a:pt x="201" y="76"/>
                    <a:pt x="219" y="73"/>
                    <a:pt x="222" y="67"/>
                  </a:cubicBezTo>
                  <a:cubicBezTo>
                    <a:pt x="231" y="25"/>
                    <a:pt x="125" y="0"/>
                    <a:pt x="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1" name="Google Shape;7987;p67">
              <a:extLst>
                <a:ext uri="{FF2B5EF4-FFF2-40B4-BE49-F238E27FC236}">
                  <a16:creationId xmlns:a16="http://schemas.microsoft.com/office/drawing/2014/main" id="{A9F990E1-ED21-19C4-6348-FC8FAB6E06E8}"/>
                </a:ext>
              </a:extLst>
            </p:cNvPr>
            <p:cNvSpPr/>
            <p:nvPr/>
          </p:nvSpPr>
          <p:spPr>
            <a:xfrm>
              <a:off x="4282650" y="5037000"/>
              <a:ext cx="21900" cy="13250"/>
            </a:xfrm>
            <a:custGeom>
              <a:avLst/>
              <a:gdLst/>
              <a:ahLst/>
              <a:cxnLst/>
              <a:rect l="l" t="t" r="r" b="b"/>
              <a:pathLst>
                <a:path w="876" h="530" extrusionOk="0">
                  <a:moveTo>
                    <a:pt x="457" y="0"/>
                  </a:moveTo>
                  <a:cubicBezTo>
                    <a:pt x="407" y="12"/>
                    <a:pt x="358" y="25"/>
                    <a:pt x="321" y="49"/>
                  </a:cubicBezTo>
                  <a:cubicBezTo>
                    <a:pt x="222" y="86"/>
                    <a:pt x="136" y="136"/>
                    <a:pt x="136" y="173"/>
                  </a:cubicBezTo>
                  <a:cubicBezTo>
                    <a:pt x="136" y="190"/>
                    <a:pt x="130" y="213"/>
                    <a:pt x="114" y="213"/>
                  </a:cubicBezTo>
                  <a:cubicBezTo>
                    <a:pt x="107" y="213"/>
                    <a:pt x="98" y="208"/>
                    <a:pt x="87" y="197"/>
                  </a:cubicBezTo>
                  <a:cubicBezTo>
                    <a:pt x="69" y="170"/>
                    <a:pt x="37" y="130"/>
                    <a:pt x="22" y="130"/>
                  </a:cubicBezTo>
                  <a:cubicBezTo>
                    <a:pt x="16" y="130"/>
                    <a:pt x="13" y="135"/>
                    <a:pt x="13" y="148"/>
                  </a:cubicBezTo>
                  <a:cubicBezTo>
                    <a:pt x="1" y="185"/>
                    <a:pt x="62" y="246"/>
                    <a:pt x="87" y="283"/>
                  </a:cubicBezTo>
                  <a:cubicBezTo>
                    <a:pt x="99" y="333"/>
                    <a:pt x="112" y="345"/>
                    <a:pt x="185" y="345"/>
                  </a:cubicBezTo>
                  <a:cubicBezTo>
                    <a:pt x="210" y="345"/>
                    <a:pt x="233" y="344"/>
                    <a:pt x="254" y="344"/>
                  </a:cubicBezTo>
                  <a:cubicBezTo>
                    <a:pt x="295" y="344"/>
                    <a:pt x="325" y="349"/>
                    <a:pt x="333" y="382"/>
                  </a:cubicBezTo>
                  <a:cubicBezTo>
                    <a:pt x="358" y="444"/>
                    <a:pt x="383" y="530"/>
                    <a:pt x="457" y="530"/>
                  </a:cubicBezTo>
                  <a:cubicBezTo>
                    <a:pt x="543" y="530"/>
                    <a:pt x="715" y="530"/>
                    <a:pt x="765" y="518"/>
                  </a:cubicBezTo>
                  <a:cubicBezTo>
                    <a:pt x="826" y="505"/>
                    <a:pt x="826" y="456"/>
                    <a:pt x="826" y="394"/>
                  </a:cubicBezTo>
                  <a:cubicBezTo>
                    <a:pt x="826" y="333"/>
                    <a:pt x="875" y="333"/>
                    <a:pt x="863" y="271"/>
                  </a:cubicBezTo>
                  <a:cubicBezTo>
                    <a:pt x="839" y="222"/>
                    <a:pt x="863" y="160"/>
                    <a:pt x="802" y="111"/>
                  </a:cubicBezTo>
                  <a:cubicBezTo>
                    <a:pt x="784" y="93"/>
                    <a:pt x="762" y="90"/>
                    <a:pt x="738" y="90"/>
                  </a:cubicBezTo>
                  <a:cubicBezTo>
                    <a:pt x="723" y="90"/>
                    <a:pt x="706" y="91"/>
                    <a:pt x="691" y="91"/>
                  </a:cubicBezTo>
                  <a:cubicBezTo>
                    <a:pt x="663" y="91"/>
                    <a:pt x="637" y="87"/>
                    <a:pt x="617" y="62"/>
                  </a:cubicBezTo>
                  <a:cubicBezTo>
                    <a:pt x="567" y="25"/>
                    <a:pt x="518" y="0"/>
                    <a:pt x="4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2" name="Google Shape;7988;p67">
              <a:extLst>
                <a:ext uri="{FF2B5EF4-FFF2-40B4-BE49-F238E27FC236}">
                  <a16:creationId xmlns:a16="http://schemas.microsoft.com/office/drawing/2014/main" id="{978B247E-7C88-791D-51C0-E2E2ACB39DC6}"/>
                </a:ext>
              </a:extLst>
            </p:cNvPr>
            <p:cNvSpPr/>
            <p:nvPr/>
          </p:nvSpPr>
          <p:spPr>
            <a:xfrm>
              <a:off x="4389225" y="5064700"/>
              <a:ext cx="23125" cy="14200"/>
            </a:xfrm>
            <a:custGeom>
              <a:avLst/>
              <a:gdLst/>
              <a:ahLst/>
              <a:cxnLst/>
              <a:rect l="l" t="t" r="r" b="b"/>
              <a:pathLst>
                <a:path w="925" h="568" extrusionOk="0">
                  <a:moveTo>
                    <a:pt x="863" y="1"/>
                  </a:moveTo>
                  <a:cubicBezTo>
                    <a:pt x="814" y="1"/>
                    <a:pt x="789" y="1"/>
                    <a:pt x="777" y="63"/>
                  </a:cubicBezTo>
                  <a:cubicBezTo>
                    <a:pt x="777" y="112"/>
                    <a:pt x="789" y="173"/>
                    <a:pt x="715" y="186"/>
                  </a:cubicBezTo>
                  <a:cubicBezTo>
                    <a:pt x="642" y="198"/>
                    <a:pt x="666" y="235"/>
                    <a:pt x="605" y="297"/>
                  </a:cubicBezTo>
                  <a:cubicBezTo>
                    <a:pt x="574" y="315"/>
                    <a:pt x="537" y="324"/>
                    <a:pt x="501" y="324"/>
                  </a:cubicBezTo>
                  <a:cubicBezTo>
                    <a:pt x="466" y="324"/>
                    <a:pt x="432" y="315"/>
                    <a:pt x="407" y="297"/>
                  </a:cubicBezTo>
                  <a:cubicBezTo>
                    <a:pt x="394" y="283"/>
                    <a:pt x="385" y="278"/>
                    <a:pt x="378" y="278"/>
                  </a:cubicBezTo>
                  <a:cubicBezTo>
                    <a:pt x="360" y="278"/>
                    <a:pt x="357" y="316"/>
                    <a:pt x="321" y="334"/>
                  </a:cubicBezTo>
                  <a:cubicBezTo>
                    <a:pt x="299" y="350"/>
                    <a:pt x="262" y="357"/>
                    <a:pt x="222" y="357"/>
                  </a:cubicBezTo>
                  <a:cubicBezTo>
                    <a:pt x="173" y="357"/>
                    <a:pt x="121" y="347"/>
                    <a:pt x="87" y="334"/>
                  </a:cubicBezTo>
                  <a:cubicBezTo>
                    <a:pt x="71" y="330"/>
                    <a:pt x="57" y="329"/>
                    <a:pt x="45" y="329"/>
                  </a:cubicBezTo>
                  <a:cubicBezTo>
                    <a:pt x="14" y="329"/>
                    <a:pt x="1" y="340"/>
                    <a:pt x="1" y="358"/>
                  </a:cubicBezTo>
                  <a:cubicBezTo>
                    <a:pt x="1" y="494"/>
                    <a:pt x="297" y="568"/>
                    <a:pt x="420" y="568"/>
                  </a:cubicBezTo>
                  <a:cubicBezTo>
                    <a:pt x="518" y="568"/>
                    <a:pt x="617" y="506"/>
                    <a:pt x="679" y="420"/>
                  </a:cubicBezTo>
                  <a:cubicBezTo>
                    <a:pt x="703" y="358"/>
                    <a:pt x="765" y="321"/>
                    <a:pt x="826" y="321"/>
                  </a:cubicBezTo>
                  <a:cubicBezTo>
                    <a:pt x="900" y="309"/>
                    <a:pt x="863" y="260"/>
                    <a:pt x="863" y="235"/>
                  </a:cubicBezTo>
                  <a:cubicBezTo>
                    <a:pt x="863" y="210"/>
                    <a:pt x="925" y="149"/>
                    <a:pt x="925" y="100"/>
                  </a:cubicBezTo>
                  <a:cubicBezTo>
                    <a:pt x="925" y="63"/>
                    <a:pt x="913" y="1"/>
                    <a:pt x="86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3" name="Google Shape;7989;p67">
              <a:extLst>
                <a:ext uri="{FF2B5EF4-FFF2-40B4-BE49-F238E27FC236}">
                  <a16:creationId xmlns:a16="http://schemas.microsoft.com/office/drawing/2014/main" id="{F563D70E-0269-B149-FEA5-535C21C4382A}"/>
                </a:ext>
              </a:extLst>
            </p:cNvPr>
            <p:cNvSpPr/>
            <p:nvPr/>
          </p:nvSpPr>
          <p:spPr>
            <a:xfrm>
              <a:off x="4425275" y="5071150"/>
              <a:ext cx="8650" cy="11750"/>
            </a:xfrm>
            <a:custGeom>
              <a:avLst/>
              <a:gdLst/>
              <a:ahLst/>
              <a:cxnLst/>
              <a:rect l="l" t="t" r="r" b="b"/>
              <a:pathLst>
                <a:path w="346" h="470" extrusionOk="0">
                  <a:moveTo>
                    <a:pt x="31" y="0"/>
                  </a:moveTo>
                  <a:cubicBezTo>
                    <a:pt x="29" y="0"/>
                    <a:pt x="27" y="1"/>
                    <a:pt x="25" y="2"/>
                  </a:cubicBezTo>
                  <a:cubicBezTo>
                    <a:pt x="0" y="14"/>
                    <a:pt x="50" y="150"/>
                    <a:pt x="87" y="236"/>
                  </a:cubicBezTo>
                  <a:cubicBezTo>
                    <a:pt x="111" y="310"/>
                    <a:pt x="210" y="458"/>
                    <a:pt x="259" y="470"/>
                  </a:cubicBezTo>
                  <a:cubicBezTo>
                    <a:pt x="308" y="470"/>
                    <a:pt x="345" y="470"/>
                    <a:pt x="345" y="408"/>
                  </a:cubicBezTo>
                  <a:cubicBezTo>
                    <a:pt x="345" y="334"/>
                    <a:pt x="308" y="273"/>
                    <a:pt x="247" y="236"/>
                  </a:cubicBezTo>
                  <a:cubicBezTo>
                    <a:pt x="198" y="187"/>
                    <a:pt x="148" y="150"/>
                    <a:pt x="99" y="100"/>
                  </a:cubicBezTo>
                  <a:cubicBezTo>
                    <a:pt x="54" y="55"/>
                    <a:pt x="50" y="0"/>
                    <a:pt x="3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4" name="Google Shape;7990;p67">
              <a:extLst>
                <a:ext uri="{FF2B5EF4-FFF2-40B4-BE49-F238E27FC236}">
                  <a16:creationId xmlns:a16="http://schemas.microsoft.com/office/drawing/2014/main" id="{B404B205-C081-9D50-FA4A-21CB7AD10709}"/>
                </a:ext>
              </a:extLst>
            </p:cNvPr>
            <p:cNvSpPr/>
            <p:nvPr/>
          </p:nvSpPr>
          <p:spPr>
            <a:xfrm>
              <a:off x="4456375" y="5100400"/>
              <a:ext cx="6500" cy="5025"/>
            </a:xfrm>
            <a:custGeom>
              <a:avLst/>
              <a:gdLst/>
              <a:ahLst/>
              <a:cxnLst/>
              <a:rect l="l" t="t" r="r" b="b"/>
              <a:pathLst>
                <a:path w="260" h="201" extrusionOk="0">
                  <a:moveTo>
                    <a:pt x="3" y="0"/>
                  </a:moveTo>
                  <a:cubicBezTo>
                    <a:pt x="2" y="0"/>
                    <a:pt x="1" y="1"/>
                    <a:pt x="1" y="2"/>
                  </a:cubicBezTo>
                  <a:cubicBezTo>
                    <a:pt x="1" y="27"/>
                    <a:pt x="1" y="125"/>
                    <a:pt x="75" y="125"/>
                  </a:cubicBezTo>
                  <a:cubicBezTo>
                    <a:pt x="137" y="134"/>
                    <a:pt x="205" y="200"/>
                    <a:pt x="239" y="200"/>
                  </a:cubicBezTo>
                  <a:cubicBezTo>
                    <a:pt x="252" y="200"/>
                    <a:pt x="260" y="190"/>
                    <a:pt x="260" y="162"/>
                  </a:cubicBezTo>
                  <a:cubicBezTo>
                    <a:pt x="235" y="101"/>
                    <a:pt x="186" y="39"/>
                    <a:pt x="124" y="39"/>
                  </a:cubicBezTo>
                  <a:cubicBezTo>
                    <a:pt x="69" y="39"/>
                    <a:pt x="15" y="0"/>
                    <a:pt x="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5" name="Google Shape;7991;p67">
              <a:extLst>
                <a:ext uri="{FF2B5EF4-FFF2-40B4-BE49-F238E27FC236}">
                  <a16:creationId xmlns:a16="http://schemas.microsoft.com/office/drawing/2014/main" id="{25D591D9-EB14-E729-2468-F6ADBFB1A1D6}"/>
                </a:ext>
              </a:extLst>
            </p:cNvPr>
            <p:cNvSpPr/>
            <p:nvPr/>
          </p:nvSpPr>
          <p:spPr>
            <a:xfrm>
              <a:off x="4447800" y="5088300"/>
              <a:ext cx="11000" cy="6325"/>
            </a:xfrm>
            <a:custGeom>
              <a:avLst/>
              <a:gdLst/>
              <a:ahLst/>
              <a:cxnLst/>
              <a:rect l="l" t="t" r="r" b="b"/>
              <a:pathLst>
                <a:path w="440" h="253" extrusionOk="0">
                  <a:moveTo>
                    <a:pt x="42" y="1"/>
                  </a:moveTo>
                  <a:cubicBezTo>
                    <a:pt x="0" y="1"/>
                    <a:pt x="76" y="58"/>
                    <a:pt x="97" y="80"/>
                  </a:cubicBezTo>
                  <a:cubicBezTo>
                    <a:pt x="196" y="141"/>
                    <a:pt x="307" y="191"/>
                    <a:pt x="406" y="252"/>
                  </a:cubicBezTo>
                  <a:cubicBezTo>
                    <a:pt x="407" y="252"/>
                    <a:pt x="408" y="253"/>
                    <a:pt x="408" y="253"/>
                  </a:cubicBezTo>
                  <a:cubicBezTo>
                    <a:pt x="440" y="253"/>
                    <a:pt x="145" y="18"/>
                    <a:pt x="73" y="6"/>
                  </a:cubicBezTo>
                  <a:cubicBezTo>
                    <a:pt x="59" y="2"/>
                    <a:pt x="49" y="1"/>
                    <a:pt x="4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6" name="Google Shape;7992;p67">
              <a:extLst>
                <a:ext uri="{FF2B5EF4-FFF2-40B4-BE49-F238E27FC236}">
                  <a16:creationId xmlns:a16="http://schemas.microsoft.com/office/drawing/2014/main" id="{D9B1714F-E53E-0278-7D16-38F97BB1FB45}"/>
                </a:ext>
              </a:extLst>
            </p:cNvPr>
            <p:cNvSpPr/>
            <p:nvPr/>
          </p:nvSpPr>
          <p:spPr>
            <a:xfrm>
              <a:off x="4437850" y="5081100"/>
              <a:ext cx="4725" cy="5325"/>
            </a:xfrm>
            <a:custGeom>
              <a:avLst/>
              <a:gdLst/>
              <a:ahLst/>
              <a:cxnLst/>
              <a:rect l="l" t="t" r="r" b="b"/>
              <a:pathLst>
                <a:path w="189" h="213" extrusionOk="0">
                  <a:moveTo>
                    <a:pt x="8" y="1"/>
                  </a:moveTo>
                  <a:cubicBezTo>
                    <a:pt x="3" y="1"/>
                    <a:pt x="1" y="4"/>
                    <a:pt x="3" y="10"/>
                  </a:cubicBezTo>
                  <a:cubicBezTo>
                    <a:pt x="3" y="66"/>
                    <a:pt x="164" y="213"/>
                    <a:pt x="186" y="213"/>
                  </a:cubicBezTo>
                  <a:cubicBezTo>
                    <a:pt x="188" y="213"/>
                    <a:pt x="189" y="211"/>
                    <a:pt x="187" y="207"/>
                  </a:cubicBezTo>
                  <a:cubicBezTo>
                    <a:pt x="177" y="122"/>
                    <a:pt x="38" y="1"/>
                    <a:pt x="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7" name="Google Shape;7993;p67">
              <a:extLst>
                <a:ext uri="{FF2B5EF4-FFF2-40B4-BE49-F238E27FC236}">
                  <a16:creationId xmlns:a16="http://schemas.microsoft.com/office/drawing/2014/main" id="{C917C0E6-FB3D-E5C2-163A-67F66960642C}"/>
                </a:ext>
              </a:extLst>
            </p:cNvPr>
            <p:cNvSpPr/>
            <p:nvPr/>
          </p:nvSpPr>
          <p:spPr>
            <a:xfrm>
              <a:off x="4481650" y="5179000"/>
              <a:ext cx="19125" cy="15125"/>
            </a:xfrm>
            <a:custGeom>
              <a:avLst/>
              <a:gdLst/>
              <a:ahLst/>
              <a:cxnLst/>
              <a:rect l="l" t="t" r="r" b="b"/>
              <a:pathLst>
                <a:path w="765" h="605" extrusionOk="0">
                  <a:moveTo>
                    <a:pt x="87" y="0"/>
                  </a:moveTo>
                  <a:cubicBezTo>
                    <a:pt x="0" y="0"/>
                    <a:pt x="358" y="468"/>
                    <a:pt x="715" y="604"/>
                  </a:cubicBezTo>
                  <a:cubicBezTo>
                    <a:pt x="716" y="604"/>
                    <a:pt x="717" y="605"/>
                    <a:pt x="718" y="605"/>
                  </a:cubicBezTo>
                  <a:cubicBezTo>
                    <a:pt x="765" y="605"/>
                    <a:pt x="159" y="0"/>
                    <a:pt x="8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8" name="Google Shape;7994;p67">
              <a:extLst>
                <a:ext uri="{FF2B5EF4-FFF2-40B4-BE49-F238E27FC236}">
                  <a16:creationId xmlns:a16="http://schemas.microsoft.com/office/drawing/2014/main" id="{D07B79F6-0528-9D95-0286-061B5F060609}"/>
                </a:ext>
              </a:extLst>
            </p:cNvPr>
            <p:cNvSpPr/>
            <p:nvPr/>
          </p:nvSpPr>
          <p:spPr>
            <a:xfrm>
              <a:off x="4533575" y="5285350"/>
              <a:ext cx="13100" cy="18725"/>
            </a:xfrm>
            <a:custGeom>
              <a:avLst/>
              <a:gdLst/>
              <a:ahLst/>
              <a:cxnLst/>
              <a:rect l="l" t="t" r="r" b="b"/>
              <a:pathLst>
                <a:path w="524" h="749" extrusionOk="0">
                  <a:moveTo>
                    <a:pt x="7" y="0"/>
                  </a:moveTo>
                  <a:cubicBezTo>
                    <a:pt x="2" y="0"/>
                    <a:pt x="1" y="7"/>
                    <a:pt x="6" y="22"/>
                  </a:cubicBezTo>
                  <a:cubicBezTo>
                    <a:pt x="43" y="96"/>
                    <a:pt x="153" y="170"/>
                    <a:pt x="153" y="244"/>
                  </a:cubicBezTo>
                  <a:cubicBezTo>
                    <a:pt x="153" y="317"/>
                    <a:pt x="153" y="305"/>
                    <a:pt x="215" y="404"/>
                  </a:cubicBezTo>
                  <a:cubicBezTo>
                    <a:pt x="277" y="490"/>
                    <a:pt x="314" y="539"/>
                    <a:pt x="363" y="564"/>
                  </a:cubicBezTo>
                  <a:cubicBezTo>
                    <a:pt x="424" y="576"/>
                    <a:pt x="388" y="564"/>
                    <a:pt x="388" y="638"/>
                  </a:cubicBezTo>
                  <a:cubicBezTo>
                    <a:pt x="375" y="724"/>
                    <a:pt x="498" y="749"/>
                    <a:pt x="498" y="749"/>
                  </a:cubicBezTo>
                  <a:cubicBezTo>
                    <a:pt x="486" y="638"/>
                    <a:pt x="523" y="625"/>
                    <a:pt x="461" y="564"/>
                  </a:cubicBezTo>
                  <a:cubicBezTo>
                    <a:pt x="400" y="490"/>
                    <a:pt x="388" y="502"/>
                    <a:pt x="388" y="453"/>
                  </a:cubicBezTo>
                  <a:cubicBezTo>
                    <a:pt x="400" y="404"/>
                    <a:pt x="449" y="379"/>
                    <a:pt x="388" y="317"/>
                  </a:cubicBezTo>
                  <a:cubicBezTo>
                    <a:pt x="326" y="244"/>
                    <a:pt x="277" y="244"/>
                    <a:pt x="190" y="157"/>
                  </a:cubicBezTo>
                  <a:cubicBezTo>
                    <a:pt x="122" y="98"/>
                    <a:pt x="29" y="0"/>
                    <a:pt x="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9" name="Google Shape;7995;p67">
              <a:extLst>
                <a:ext uri="{FF2B5EF4-FFF2-40B4-BE49-F238E27FC236}">
                  <a16:creationId xmlns:a16="http://schemas.microsoft.com/office/drawing/2014/main" id="{AFA28C17-9FCD-4B0E-61F0-70F2F0D175D5}"/>
                </a:ext>
              </a:extLst>
            </p:cNvPr>
            <p:cNvSpPr/>
            <p:nvPr/>
          </p:nvSpPr>
          <p:spPr>
            <a:xfrm>
              <a:off x="4539550" y="5303200"/>
              <a:ext cx="28675" cy="39475"/>
            </a:xfrm>
            <a:custGeom>
              <a:avLst/>
              <a:gdLst/>
              <a:ahLst/>
              <a:cxnLst/>
              <a:rect l="l" t="t" r="r" b="b"/>
              <a:pathLst>
                <a:path w="1147" h="1579" extrusionOk="0">
                  <a:moveTo>
                    <a:pt x="407" y="0"/>
                  </a:moveTo>
                  <a:cubicBezTo>
                    <a:pt x="400" y="0"/>
                    <a:pt x="406" y="19"/>
                    <a:pt x="420" y="59"/>
                  </a:cubicBezTo>
                  <a:cubicBezTo>
                    <a:pt x="429" y="116"/>
                    <a:pt x="424" y="158"/>
                    <a:pt x="405" y="158"/>
                  </a:cubicBezTo>
                  <a:cubicBezTo>
                    <a:pt x="399" y="158"/>
                    <a:pt x="391" y="154"/>
                    <a:pt x="383" y="146"/>
                  </a:cubicBezTo>
                  <a:cubicBezTo>
                    <a:pt x="351" y="103"/>
                    <a:pt x="328" y="69"/>
                    <a:pt x="290" y="69"/>
                  </a:cubicBezTo>
                  <a:cubicBezTo>
                    <a:pt x="284" y="69"/>
                    <a:pt x="278" y="70"/>
                    <a:pt x="272" y="72"/>
                  </a:cubicBezTo>
                  <a:cubicBezTo>
                    <a:pt x="235" y="84"/>
                    <a:pt x="247" y="380"/>
                    <a:pt x="247" y="466"/>
                  </a:cubicBezTo>
                  <a:cubicBezTo>
                    <a:pt x="235" y="540"/>
                    <a:pt x="222" y="614"/>
                    <a:pt x="185" y="688"/>
                  </a:cubicBezTo>
                  <a:cubicBezTo>
                    <a:pt x="173" y="737"/>
                    <a:pt x="99" y="737"/>
                    <a:pt x="62" y="774"/>
                  </a:cubicBezTo>
                  <a:cubicBezTo>
                    <a:pt x="25" y="823"/>
                    <a:pt x="1" y="934"/>
                    <a:pt x="50" y="934"/>
                  </a:cubicBezTo>
                  <a:cubicBezTo>
                    <a:pt x="87" y="934"/>
                    <a:pt x="346" y="1057"/>
                    <a:pt x="346" y="1131"/>
                  </a:cubicBezTo>
                  <a:cubicBezTo>
                    <a:pt x="346" y="1230"/>
                    <a:pt x="321" y="1316"/>
                    <a:pt x="284" y="1402"/>
                  </a:cubicBezTo>
                  <a:cubicBezTo>
                    <a:pt x="247" y="1464"/>
                    <a:pt x="247" y="1563"/>
                    <a:pt x="284" y="1563"/>
                  </a:cubicBezTo>
                  <a:cubicBezTo>
                    <a:pt x="300" y="1563"/>
                    <a:pt x="350" y="1579"/>
                    <a:pt x="395" y="1579"/>
                  </a:cubicBezTo>
                  <a:cubicBezTo>
                    <a:pt x="418" y="1579"/>
                    <a:pt x="440" y="1575"/>
                    <a:pt x="457" y="1563"/>
                  </a:cubicBezTo>
                  <a:cubicBezTo>
                    <a:pt x="494" y="1513"/>
                    <a:pt x="654" y="1242"/>
                    <a:pt x="703" y="1181"/>
                  </a:cubicBezTo>
                  <a:cubicBezTo>
                    <a:pt x="752" y="1131"/>
                    <a:pt x="789" y="1057"/>
                    <a:pt x="777" y="996"/>
                  </a:cubicBezTo>
                  <a:cubicBezTo>
                    <a:pt x="777" y="922"/>
                    <a:pt x="752" y="922"/>
                    <a:pt x="777" y="860"/>
                  </a:cubicBezTo>
                  <a:cubicBezTo>
                    <a:pt x="809" y="807"/>
                    <a:pt x="832" y="772"/>
                    <a:pt x="878" y="772"/>
                  </a:cubicBezTo>
                  <a:cubicBezTo>
                    <a:pt x="885" y="772"/>
                    <a:pt x="892" y="772"/>
                    <a:pt x="900" y="774"/>
                  </a:cubicBezTo>
                  <a:cubicBezTo>
                    <a:pt x="927" y="781"/>
                    <a:pt x="950" y="791"/>
                    <a:pt x="968" y="791"/>
                  </a:cubicBezTo>
                  <a:cubicBezTo>
                    <a:pt x="982" y="791"/>
                    <a:pt x="993" y="784"/>
                    <a:pt x="999" y="762"/>
                  </a:cubicBezTo>
                  <a:cubicBezTo>
                    <a:pt x="1023" y="725"/>
                    <a:pt x="1060" y="663"/>
                    <a:pt x="1097" y="577"/>
                  </a:cubicBezTo>
                  <a:cubicBezTo>
                    <a:pt x="1134" y="491"/>
                    <a:pt x="1097" y="429"/>
                    <a:pt x="1110" y="367"/>
                  </a:cubicBezTo>
                  <a:cubicBezTo>
                    <a:pt x="1134" y="318"/>
                    <a:pt x="1147" y="306"/>
                    <a:pt x="1097" y="306"/>
                  </a:cubicBezTo>
                  <a:cubicBezTo>
                    <a:pt x="1023" y="306"/>
                    <a:pt x="962" y="330"/>
                    <a:pt x="912" y="380"/>
                  </a:cubicBezTo>
                  <a:cubicBezTo>
                    <a:pt x="882" y="410"/>
                    <a:pt x="870" y="431"/>
                    <a:pt x="846" y="431"/>
                  </a:cubicBezTo>
                  <a:cubicBezTo>
                    <a:pt x="830" y="431"/>
                    <a:pt x="810" y="423"/>
                    <a:pt x="777" y="404"/>
                  </a:cubicBezTo>
                  <a:cubicBezTo>
                    <a:pt x="691" y="367"/>
                    <a:pt x="530" y="318"/>
                    <a:pt x="530" y="256"/>
                  </a:cubicBezTo>
                  <a:cubicBezTo>
                    <a:pt x="530" y="170"/>
                    <a:pt x="506" y="96"/>
                    <a:pt x="457" y="35"/>
                  </a:cubicBezTo>
                  <a:cubicBezTo>
                    <a:pt x="429" y="13"/>
                    <a:pt x="414" y="0"/>
                    <a:pt x="40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0" name="Google Shape;7996;p67">
              <a:extLst>
                <a:ext uri="{FF2B5EF4-FFF2-40B4-BE49-F238E27FC236}">
                  <a16:creationId xmlns:a16="http://schemas.microsoft.com/office/drawing/2014/main" id="{CE6BEB1B-DBED-AC95-6086-9E995B6E4B6F}"/>
                </a:ext>
              </a:extLst>
            </p:cNvPr>
            <p:cNvSpPr/>
            <p:nvPr/>
          </p:nvSpPr>
          <p:spPr>
            <a:xfrm>
              <a:off x="4496425" y="5334750"/>
              <a:ext cx="46050" cy="51025"/>
            </a:xfrm>
            <a:custGeom>
              <a:avLst/>
              <a:gdLst/>
              <a:ahLst/>
              <a:cxnLst/>
              <a:rect l="l" t="t" r="r" b="b"/>
              <a:pathLst>
                <a:path w="1842" h="2041" extrusionOk="0">
                  <a:moveTo>
                    <a:pt x="1489" y="1"/>
                  </a:moveTo>
                  <a:cubicBezTo>
                    <a:pt x="1479" y="1"/>
                    <a:pt x="1465" y="6"/>
                    <a:pt x="1442" y="17"/>
                  </a:cubicBezTo>
                  <a:cubicBezTo>
                    <a:pt x="1356" y="66"/>
                    <a:pt x="1294" y="128"/>
                    <a:pt x="1294" y="202"/>
                  </a:cubicBezTo>
                  <a:cubicBezTo>
                    <a:pt x="1294" y="264"/>
                    <a:pt x="1344" y="288"/>
                    <a:pt x="1270" y="338"/>
                  </a:cubicBezTo>
                  <a:cubicBezTo>
                    <a:pt x="1208" y="399"/>
                    <a:pt x="1171" y="572"/>
                    <a:pt x="1122" y="633"/>
                  </a:cubicBezTo>
                  <a:cubicBezTo>
                    <a:pt x="1048" y="732"/>
                    <a:pt x="949" y="818"/>
                    <a:pt x="851" y="904"/>
                  </a:cubicBezTo>
                  <a:cubicBezTo>
                    <a:pt x="752" y="941"/>
                    <a:pt x="666" y="1003"/>
                    <a:pt x="604" y="1077"/>
                  </a:cubicBezTo>
                  <a:cubicBezTo>
                    <a:pt x="555" y="1138"/>
                    <a:pt x="518" y="1151"/>
                    <a:pt x="432" y="1188"/>
                  </a:cubicBezTo>
                  <a:cubicBezTo>
                    <a:pt x="346" y="1225"/>
                    <a:pt x="309" y="1409"/>
                    <a:pt x="259" y="1446"/>
                  </a:cubicBezTo>
                  <a:cubicBezTo>
                    <a:pt x="198" y="1483"/>
                    <a:pt x="149" y="1471"/>
                    <a:pt x="112" y="1508"/>
                  </a:cubicBezTo>
                  <a:cubicBezTo>
                    <a:pt x="87" y="1570"/>
                    <a:pt x="75" y="1644"/>
                    <a:pt x="87" y="1718"/>
                  </a:cubicBezTo>
                  <a:cubicBezTo>
                    <a:pt x="87" y="1754"/>
                    <a:pt x="99" y="1791"/>
                    <a:pt x="50" y="1791"/>
                  </a:cubicBezTo>
                  <a:cubicBezTo>
                    <a:pt x="1" y="1791"/>
                    <a:pt x="50" y="1915"/>
                    <a:pt x="50" y="1915"/>
                  </a:cubicBezTo>
                  <a:cubicBezTo>
                    <a:pt x="112" y="1915"/>
                    <a:pt x="173" y="1915"/>
                    <a:pt x="235" y="1927"/>
                  </a:cubicBezTo>
                  <a:cubicBezTo>
                    <a:pt x="346" y="1952"/>
                    <a:pt x="383" y="2013"/>
                    <a:pt x="457" y="2038"/>
                  </a:cubicBezTo>
                  <a:cubicBezTo>
                    <a:pt x="472" y="2039"/>
                    <a:pt x="488" y="2040"/>
                    <a:pt x="504" y="2040"/>
                  </a:cubicBezTo>
                  <a:cubicBezTo>
                    <a:pt x="616" y="2040"/>
                    <a:pt x="740" y="2002"/>
                    <a:pt x="826" y="1927"/>
                  </a:cubicBezTo>
                  <a:cubicBezTo>
                    <a:pt x="949" y="1841"/>
                    <a:pt x="1036" y="1705"/>
                    <a:pt x="1060" y="1557"/>
                  </a:cubicBezTo>
                  <a:cubicBezTo>
                    <a:pt x="1097" y="1336"/>
                    <a:pt x="1110" y="1249"/>
                    <a:pt x="1233" y="1212"/>
                  </a:cubicBezTo>
                  <a:cubicBezTo>
                    <a:pt x="1348" y="1189"/>
                    <a:pt x="1334" y="1113"/>
                    <a:pt x="1402" y="1113"/>
                  </a:cubicBezTo>
                  <a:cubicBezTo>
                    <a:pt x="1407" y="1113"/>
                    <a:pt x="1412" y="1113"/>
                    <a:pt x="1418" y="1114"/>
                  </a:cubicBezTo>
                  <a:cubicBezTo>
                    <a:pt x="1516" y="1114"/>
                    <a:pt x="1627" y="1114"/>
                    <a:pt x="1578" y="1040"/>
                  </a:cubicBezTo>
                  <a:cubicBezTo>
                    <a:pt x="1516" y="966"/>
                    <a:pt x="1479" y="1028"/>
                    <a:pt x="1504" y="929"/>
                  </a:cubicBezTo>
                  <a:cubicBezTo>
                    <a:pt x="1541" y="818"/>
                    <a:pt x="1664" y="732"/>
                    <a:pt x="1713" y="621"/>
                  </a:cubicBezTo>
                  <a:cubicBezTo>
                    <a:pt x="1750" y="498"/>
                    <a:pt x="1824" y="411"/>
                    <a:pt x="1824" y="338"/>
                  </a:cubicBezTo>
                  <a:cubicBezTo>
                    <a:pt x="1824" y="264"/>
                    <a:pt x="1800" y="264"/>
                    <a:pt x="1824" y="214"/>
                  </a:cubicBezTo>
                  <a:cubicBezTo>
                    <a:pt x="1841" y="172"/>
                    <a:pt x="1841" y="159"/>
                    <a:pt x="1822" y="159"/>
                  </a:cubicBezTo>
                  <a:cubicBezTo>
                    <a:pt x="1814" y="159"/>
                    <a:pt x="1803" y="161"/>
                    <a:pt x="1787" y="165"/>
                  </a:cubicBezTo>
                  <a:cubicBezTo>
                    <a:pt x="1782" y="166"/>
                    <a:pt x="1777" y="167"/>
                    <a:pt x="1774" y="167"/>
                  </a:cubicBezTo>
                  <a:cubicBezTo>
                    <a:pt x="1741" y="167"/>
                    <a:pt x="1753" y="124"/>
                    <a:pt x="1775" y="91"/>
                  </a:cubicBezTo>
                  <a:cubicBezTo>
                    <a:pt x="1777" y="85"/>
                    <a:pt x="1777" y="83"/>
                    <a:pt x="1775" y="83"/>
                  </a:cubicBezTo>
                  <a:cubicBezTo>
                    <a:pt x="1765" y="83"/>
                    <a:pt x="1708" y="158"/>
                    <a:pt x="1676" y="190"/>
                  </a:cubicBezTo>
                  <a:cubicBezTo>
                    <a:pt x="1661" y="206"/>
                    <a:pt x="1642" y="210"/>
                    <a:pt x="1627" y="210"/>
                  </a:cubicBezTo>
                  <a:cubicBezTo>
                    <a:pt x="1606" y="210"/>
                    <a:pt x="1590" y="202"/>
                    <a:pt x="1590" y="202"/>
                  </a:cubicBezTo>
                  <a:cubicBezTo>
                    <a:pt x="1553" y="153"/>
                    <a:pt x="1590" y="140"/>
                    <a:pt x="1541" y="91"/>
                  </a:cubicBezTo>
                  <a:cubicBezTo>
                    <a:pt x="1494" y="53"/>
                    <a:pt x="1519" y="1"/>
                    <a:pt x="14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1" name="Google Shape;7997;p67">
              <a:extLst>
                <a:ext uri="{FF2B5EF4-FFF2-40B4-BE49-F238E27FC236}">
                  <a16:creationId xmlns:a16="http://schemas.microsoft.com/office/drawing/2014/main" id="{D26B101A-3806-E15E-C9C0-76770F04086F}"/>
                </a:ext>
              </a:extLst>
            </p:cNvPr>
            <p:cNvSpPr/>
            <p:nvPr/>
          </p:nvSpPr>
          <p:spPr>
            <a:xfrm>
              <a:off x="4503825" y="5386300"/>
              <a:ext cx="2475" cy="3100"/>
            </a:xfrm>
            <a:custGeom>
              <a:avLst/>
              <a:gdLst/>
              <a:ahLst/>
              <a:cxnLst/>
              <a:rect l="l" t="t" r="r" b="b"/>
              <a:pathLst>
                <a:path w="99" h="124" extrusionOk="0">
                  <a:moveTo>
                    <a:pt x="13" y="1"/>
                  </a:moveTo>
                  <a:lnTo>
                    <a:pt x="0" y="124"/>
                  </a:lnTo>
                  <a:lnTo>
                    <a:pt x="99" y="124"/>
                  </a:lnTo>
                  <a:cubicBezTo>
                    <a:pt x="62" y="87"/>
                    <a:pt x="25" y="50"/>
                    <a:pt x="1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2" name="Google Shape;7998;p67">
              <a:extLst>
                <a:ext uri="{FF2B5EF4-FFF2-40B4-BE49-F238E27FC236}">
                  <a16:creationId xmlns:a16="http://schemas.microsoft.com/office/drawing/2014/main" id="{7E9EDFE2-8F4A-815E-9C30-CE0DADC66234}"/>
                </a:ext>
              </a:extLst>
            </p:cNvPr>
            <p:cNvSpPr/>
            <p:nvPr/>
          </p:nvSpPr>
          <p:spPr>
            <a:xfrm>
              <a:off x="4365525" y="5336500"/>
              <a:ext cx="23125" cy="23050"/>
            </a:xfrm>
            <a:custGeom>
              <a:avLst/>
              <a:gdLst/>
              <a:ahLst/>
              <a:cxnLst/>
              <a:rect l="l" t="t" r="r" b="b"/>
              <a:pathLst>
                <a:path w="925" h="922" extrusionOk="0">
                  <a:moveTo>
                    <a:pt x="69" y="0"/>
                  </a:moveTo>
                  <a:cubicBezTo>
                    <a:pt x="48" y="0"/>
                    <a:pt x="32" y="6"/>
                    <a:pt x="25" y="21"/>
                  </a:cubicBezTo>
                  <a:cubicBezTo>
                    <a:pt x="0" y="107"/>
                    <a:pt x="185" y="452"/>
                    <a:pt x="197" y="502"/>
                  </a:cubicBezTo>
                  <a:cubicBezTo>
                    <a:pt x="210" y="551"/>
                    <a:pt x="185" y="526"/>
                    <a:pt x="173" y="551"/>
                  </a:cubicBezTo>
                  <a:cubicBezTo>
                    <a:pt x="173" y="625"/>
                    <a:pt x="197" y="711"/>
                    <a:pt x="247" y="773"/>
                  </a:cubicBezTo>
                  <a:cubicBezTo>
                    <a:pt x="293" y="819"/>
                    <a:pt x="429" y="922"/>
                    <a:pt x="495" y="922"/>
                  </a:cubicBezTo>
                  <a:cubicBezTo>
                    <a:pt x="499" y="922"/>
                    <a:pt x="502" y="921"/>
                    <a:pt x="505" y="921"/>
                  </a:cubicBezTo>
                  <a:cubicBezTo>
                    <a:pt x="567" y="921"/>
                    <a:pt x="555" y="834"/>
                    <a:pt x="579" y="797"/>
                  </a:cubicBezTo>
                  <a:cubicBezTo>
                    <a:pt x="582" y="792"/>
                    <a:pt x="586" y="790"/>
                    <a:pt x="589" y="790"/>
                  </a:cubicBezTo>
                  <a:cubicBezTo>
                    <a:pt x="612" y="790"/>
                    <a:pt x="638" y="872"/>
                    <a:pt x="641" y="872"/>
                  </a:cubicBezTo>
                  <a:cubicBezTo>
                    <a:pt x="641" y="872"/>
                    <a:pt x="641" y="872"/>
                    <a:pt x="641" y="871"/>
                  </a:cubicBezTo>
                  <a:cubicBezTo>
                    <a:pt x="653" y="822"/>
                    <a:pt x="653" y="773"/>
                    <a:pt x="653" y="736"/>
                  </a:cubicBezTo>
                  <a:cubicBezTo>
                    <a:pt x="653" y="712"/>
                    <a:pt x="664" y="703"/>
                    <a:pt x="679" y="703"/>
                  </a:cubicBezTo>
                  <a:cubicBezTo>
                    <a:pt x="703" y="703"/>
                    <a:pt x="737" y="725"/>
                    <a:pt x="752" y="748"/>
                  </a:cubicBezTo>
                  <a:cubicBezTo>
                    <a:pt x="769" y="760"/>
                    <a:pt x="781" y="774"/>
                    <a:pt x="789" y="774"/>
                  </a:cubicBezTo>
                  <a:cubicBezTo>
                    <a:pt x="798" y="774"/>
                    <a:pt x="801" y="757"/>
                    <a:pt x="801" y="699"/>
                  </a:cubicBezTo>
                  <a:cubicBezTo>
                    <a:pt x="789" y="613"/>
                    <a:pt x="801" y="514"/>
                    <a:pt x="838" y="428"/>
                  </a:cubicBezTo>
                  <a:cubicBezTo>
                    <a:pt x="863" y="391"/>
                    <a:pt x="863" y="428"/>
                    <a:pt x="863" y="341"/>
                  </a:cubicBezTo>
                  <a:cubicBezTo>
                    <a:pt x="863" y="255"/>
                    <a:pt x="924" y="58"/>
                    <a:pt x="863" y="21"/>
                  </a:cubicBezTo>
                  <a:cubicBezTo>
                    <a:pt x="846" y="10"/>
                    <a:pt x="824" y="4"/>
                    <a:pt x="802" y="4"/>
                  </a:cubicBezTo>
                  <a:cubicBezTo>
                    <a:pt x="775" y="4"/>
                    <a:pt x="747" y="13"/>
                    <a:pt x="727" y="33"/>
                  </a:cubicBezTo>
                  <a:cubicBezTo>
                    <a:pt x="628" y="83"/>
                    <a:pt x="518" y="107"/>
                    <a:pt x="394" y="107"/>
                  </a:cubicBezTo>
                  <a:cubicBezTo>
                    <a:pt x="325" y="97"/>
                    <a:pt x="153" y="0"/>
                    <a:pt x="6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3" name="Google Shape;7999;p67">
              <a:extLst>
                <a:ext uri="{FF2B5EF4-FFF2-40B4-BE49-F238E27FC236}">
                  <a16:creationId xmlns:a16="http://schemas.microsoft.com/office/drawing/2014/main" id="{02FDF9C5-21D3-5050-4856-A93293830001}"/>
                </a:ext>
              </a:extLst>
            </p:cNvPr>
            <p:cNvSpPr/>
            <p:nvPr/>
          </p:nvSpPr>
          <p:spPr>
            <a:xfrm>
              <a:off x="4384375" y="5328275"/>
              <a:ext cx="3850" cy="5850"/>
            </a:xfrm>
            <a:custGeom>
              <a:avLst/>
              <a:gdLst/>
              <a:ahLst/>
              <a:cxnLst/>
              <a:rect l="l" t="t" r="r" b="b"/>
              <a:pathLst>
                <a:path w="154" h="234" extrusionOk="0">
                  <a:moveTo>
                    <a:pt x="47" y="0"/>
                  </a:moveTo>
                  <a:cubicBezTo>
                    <a:pt x="42" y="0"/>
                    <a:pt x="38" y="2"/>
                    <a:pt x="35" y="5"/>
                  </a:cubicBezTo>
                  <a:cubicBezTo>
                    <a:pt x="1" y="16"/>
                    <a:pt x="90" y="233"/>
                    <a:pt x="116" y="233"/>
                  </a:cubicBezTo>
                  <a:cubicBezTo>
                    <a:pt x="118" y="233"/>
                    <a:pt x="120" y="231"/>
                    <a:pt x="121" y="227"/>
                  </a:cubicBezTo>
                  <a:cubicBezTo>
                    <a:pt x="153" y="76"/>
                    <a:pt x="82" y="0"/>
                    <a:pt x="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4" name="Google Shape;8000;p67">
              <a:extLst>
                <a:ext uri="{FF2B5EF4-FFF2-40B4-BE49-F238E27FC236}">
                  <a16:creationId xmlns:a16="http://schemas.microsoft.com/office/drawing/2014/main" id="{A87A7FA3-E32C-35EF-491B-D7D46C6F4419}"/>
                </a:ext>
              </a:extLst>
            </p:cNvPr>
            <p:cNvSpPr/>
            <p:nvPr/>
          </p:nvSpPr>
          <p:spPr>
            <a:xfrm>
              <a:off x="4359650" y="5328050"/>
              <a:ext cx="2775" cy="3125"/>
            </a:xfrm>
            <a:custGeom>
              <a:avLst/>
              <a:gdLst/>
              <a:ahLst/>
              <a:cxnLst/>
              <a:rect l="l" t="t" r="r" b="b"/>
              <a:pathLst>
                <a:path w="111" h="125" extrusionOk="0">
                  <a:moveTo>
                    <a:pt x="58" y="1"/>
                  </a:moveTo>
                  <a:cubicBezTo>
                    <a:pt x="55" y="1"/>
                    <a:pt x="53" y="1"/>
                    <a:pt x="50" y="2"/>
                  </a:cubicBezTo>
                  <a:cubicBezTo>
                    <a:pt x="1" y="14"/>
                    <a:pt x="26" y="125"/>
                    <a:pt x="63" y="125"/>
                  </a:cubicBezTo>
                  <a:cubicBezTo>
                    <a:pt x="98" y="125"/>
                    <a:pt x="111" y="1"/>
                    <a:pt x="5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5" name="Google Shape;8001;p67">
              <a:extLst>
                <a:ext uri="{FF2B5EF4-FFF2-40B4-BE49-F238E27FC236}">
                  <a16:creationId xmlns:a16="http://schemas.microsoft.com/office/drawing/2014/main" id="{49A1748C-D767-8BC1-BA2D-A413E2FFD4BD}"/>
                </a:ext>
              </a:extLst>
            </p:cNvPr>
            <p:cNvSpPr/>
            <p:nvPr/>
          </p:nvSpPr>
          <p:spPr>
            <a:xfrm>
              <a:off x="3987250" y="4966150"/>
              <a:ext cx="12350" cy="25575"/>
            </a:xfrm>
            <a:custGeom>
              <a:avLst/>
              <a:gdLst/>
              <a:ahLst/>
              <a:cxnLst/>
              <a:rect l="l" t="t" r="r" b="b"/>
              <a:pathLst>
                <a:path w="494" h="1023" extrusionOk="0">
                  <a:moveTo>
                    <a:pt x="99" y="0"/>
                  </a:moveTo>
                  <a:cubicBezTo>
                    <a:pt x="62" y="0"/>
                    <a:pt x="87" y="0"/>
                    <a:pt x="87" y="49"/>
                  </a:cubicBezTo>
                  <a:cubicBezTo>
                    <a:pt x="87" y="136"/>
                    <a:pt x="74" y="222"/>
                    <a:pt x="50" y="320"/>
                  </a:cubicBezTo>
                  <a:cubicBezTo>
                    <a:pt x="25" y="394"/>
                    <a:pt x="13" y="481"/>
                    <a:pt x="13" y="579"/>
                  </a:cubicBezTo>
                  <a:cubicBezTo>
                    <a:pt x="0" y="690"/>
                    <a:pt x="25" y="813"/>
                    <a:pt x="87" y="924"/>
                  </a:cubicBezTo>
                  <a:cubicBezTo>
                    <a:pt x="128" y="990"/>
                    <a:pt x="169" y="1023"/>
                    <a:pt x="217" y="1023"/>
                  </a:cubicBezTo>
                  <a:cubicBezTo>
                    <a:pt x="241" y="1023"/>
                    <a:pt x="267" y="1015"/>
                    <a:pt x="296" y="998"/>
                  </a:cubicBezTo>
                  <a:cubicBezTo>
                    <a:pt x="382" y="961"/>
                    <a:pt x="444" y="887"/>
                    <a:pt x="469" y="801"/>
                  </a:cubicBezTo>
                  <a:cubicBezTo>
                    <a:pt x="493" y="702"/>
                    <a:pt x="469" y="604"/>
                    <a:pt x="432" y="530"/>
                  </a:cubicBezTo>
                  <a:cubicBezTo>
                    <a:pt x="395" y="407"/>
                    <a:pt x="308" y="222"/>
                    <a:pt x="272" y="160"/>
                  </a:cubicBezTo>
                  <a:cubicBezTo>
                    <a:pt x="235" y="86"/>
                    <a:pt x="148" y="0"/>
                    <a:pt x="9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6" name="Google Shape;8002;p67">
              <a:extLst>
                <a:ext uri="{FF2B5EF4-FFF2-40B4-BE49-F238E27FC236}">
                  <a16:creationId xmlns:a16="http://schemas.microsoft.com/office/drawing/2014/main" id="{B6FFCA1F-4851-7559-4A82-685B903FC298}"/>
                </a:ext>
              </a:extLst>
            </p:cNvPr>
            <p:cNvSpPr/>
            <p:nvPr/>
          </p:nvSpPr>
          <p:spPr>
            <a:xfrm>
              <a:off x="3767300" y="5117100"/>
              <a:ext cx="43150" cy="97475"/>
            </a:xfrm>
            <a:custGeom>
              <a:avLst/>
              <a:gdLst/>
              <a:ahLst/>
              <a:cxnLst/>
              <a:rect l="l" t="t" r="r" b="b"/>
              <a:pathLst>
                <a:path w="1726" h="3899" extrusionOk="0">
                  <a:moveTo>
                    <a:pt x="1415" y="1"/>
                  </a:moveTo>
                  <a:cubicBezTo>
                    <a:pt x="1411" y="1"/>
                    <a:pt x="1408" y="4"/>
                    <a:pt x="1406" y="12"/>
                  </a:cubicBezTo>
                  <a:cubicBezTo>
                    <a:pt x="1393" y="49"/>
                    <a:pt x="1369" y="111"/>
                    <a:pt x="1356" y="160"/>
                  </a:cubicBezTo>
                  <a:cubicBezTo>
                    <a:pt x="1344" y="234"/>
                    <a:pt x="1319" y="308"/>
                    <a:pt x="1295" y="394"/>
                  </a:cubicBezTo>
                  <a:cubicBezTo>
                    <a:pt x="1273" y="394"/>
                    <a:pt x="1261" y="460"/>
                    <a:pt x="1225" y="460"/>
                  </a:cubicBezTo>
                  <a:cubicBezTo>
                    <a:pt x="1220" y="460"/>
                    <a:pt x="1215" y="459"/>
                    <a:pt x="1208" y="456"/>
                  </a:cubicBezTo>
                  <a:cubicBezTo>
                    <a:pt x="1185" y="448"/>
                    <a:pt x="1158" y="431"/>
                    <a:pt x="1137" y="431"/>
                  </a:cubicBezTo>
                  <a:cubicBezTo>
                    <a:pt x="1124" y="431"/>
                    <a:pt x="1115" y="437"/>
                    <a:pt x="1110" y="456"/>
                  </a:cubicBezTo>
                  <a:cubicBezTo>
                    <a:pt x="1110" y="492"/>
                    <a:pt x="1147" y="480"/>
                    <a:pt x="1135" y="542"/>
                  </a:cubicBezTo>
                  <a:cubicBezTo>
                    <a:pt x="1122" y="591"/>
                    <a:pt x="1110" y="591"/>
                    <a:pt x="1085" y="628"/>
                  </a:cubicBezTo>
                  <a:cubicBezTo>
                    <a:pt x="1061" y="665"/>
                    <a:pt x="1061" y="690"/>
                    <a:pt x="1085" y="714"/>
                  </a:cubicBezTo>
                  <a:cubicBezTo>
                    <a:pt x="1098" y="727"/>
                    <a:pt x="1159" y="751"/>
                    <a:pt x="1098" y="751"/>
                  </a:cubicBezTo>
                  <a:cubicBezTo>
                    <a:pt x="1089" y="750"/>
                    <a:pt x="1082" y="749"/>
                    <a:pt x="1074" y="749"/>
                  </a:cubicBezTo>
                  <a:cubicBezTo>
                    <a:pt x="1023" y="749"/>
                    <a:pt x="983" y="782"/>
                    <a:pt x="962" y="825"/>
                  </a:cubicBezTo>
                  <a:cubicBezTo>
                    <a:pt x="937" y="862"/>
                    <a:pt x="925" y="862"/>
                    <a:pt x="851" y="924"/>
                  </a:cubicBezTo>
                  <a:cubicBezTo>
                    <a:pt x="790" y="973"/>
                    <a:pt x="691" y="973"/>
                    <a:pt x="716" y="1022"/>
                  </a:cubicBezTo>
                  <a:cubicBezTo>
                    <a:pt x="735" y="1051"/>
                    <a:pt x="746" y="1080"/>
                    <a:pt x="734" y="1080"/>
                  </a:cubicBezTo>
                  <a:cubicBezTo>
                    <a:pt x="730" y="1080"/>
                    <a:pt x="724" y="1077"/>
                    <a:pt x="716" y="1072"/>
                  </a:cubicBezTo>
                  <a:cubicBezTo>
                    <a:pt x="691" y="1063"/>
                    <a:pt x="682" y="1038"/>
                    <a:pt x="657" y="1038"/>
                  </a:cubicBezTo>
                  <a:cubicBezTo>
                    <a:pt x="645" y="1038"/>
                    <a:pt x="628" y="1043"/>
                    <a:pt x="605" y="1059"/>
                  </a:cubicBezTo>
                  <a:cubicBezTo>
                    <a:pt x="531" y="1096"/>
                    <a:pt x="457" y="1133"/>
                    <a:pt x="371" y="1158"/>
                  </a:cubicBezTo>
                  <a:cubicBezTo>
                    <a:pt x="342" y="1158"/>
                    <a:pt x="318" y="1150"/>
                    <a:pt x="303" y="1150"/>
                  </a:cubicBezTo>
                  <a:cubicBezTo>
                    <a:pt x="291" y="1150"/>
                    <a:pt x="284" y="1154"/>
                    <a:pt x="284" y="1170"/>
                  </a:cubicBezTo>
                  <a:cubicBezTo>
                    <a:pt x="272" y="1219"/>
                    <a:pt x="210" y="1466"/>
                    <a:pt x="173" y="1577"/>
                  </a:cubicBezTo>
                  <a:cubicBezTo>
                    <a:pt x="186" y="1749"/>
                    <a:pt x="210" y="1922"/>
                    <a:pt x="260" y="2082"/>
                  </a:cubicBezTo>
                  <a:cubicBezTo>
                    <a:pt x="272" y="2193"/>
                    <a:pt x="272" y="2316"/>
                    <a:pt x="235" y="2415"/>
                  </a:cubicBezTo>
                  <a:cubicBezTo>
                    <a:pt x="161" y="2526"/>
                    <a:pt x="87" y="2636"/>
                    <a:pt x="38" y="2760"/>
                  </a:cubicBezTo>
                  <a:cubicBezTo>
                    <a:pt x="13" y="2871"/>
                    <a:pt x="1" y="2981"/>
                    <a:pt x="26" y="3092"/>
                  </a:cubicBezTo>
                  <a:cubicBezTo>
                    <a:pt x="63" y="3142"/>
                    <a:pt x="161" y="3228"/>
                    <a:pt x="124" y="3314"/>
                  </a:cubicBezTo>
                  <a:cubicBezTo>
                    <a:pt x="87" y="3388"/>
                    <a:pt x="75" y="3388"/>
                    <a:pt x="87" y="3450"/>
                  </a:cubicBezTo>
                  <a:cubicBezTo>
                    <a:pt x="100" y="3573"/>
                    <a:pt x="161" y="3684"/>
                    <a:pt x="235" y="3782"/>
                  </a:cubicBezTo>
                  <a:cubicBezTo>
                    <a:pt x="310" y="3836"/>
                    <a:pt x="366" y="3898"/>
                    <a:pt x="459" y="3898"/>
                  </a:cubicBezTo>
                  <a:cubicBezTo>
                    <a:pt x="474" y="3898"/>
                    <a:pt x="490" y="3897"/>
                    <a:pt x="506" y="3893"/>
                  </a:cubicBezTo>
                  <a:cubicBezTo>
                    <a:pt x="605" y="3869"/>
                    <a:pt x="703" y="3844"/>
                    <a:pt x="790" y="3807"/>
                  </a:cubicBezTo>
                  <a:cubicBezTo>
                    <a:pt x="851" y="3782"/>
                    <a:pt x="1011" y="3536"/>
                    <a:pt x="1073" y="3228"/>
                  </a:cubicBezTo>
                  <a:cubicBezTo>
                    <a:pt x="1135" y="2895"/>
                    <a:pt x="1208" y="2562"/>
                    <a:pt x="1319" y="2230"/>
                  </a:cubicBezTo>
                  <a:cubicBezTo>
                    <a:pt x="1406" y="1983"/>
                    <a:pt x="1480" y="1725"/>
                    <a:pt x="1517" y="1466"/>
                  </a:cubicBezTo>
                  <a:cubicBezTo>
                    <a:pt x="1517" y="1306"/>
                    <a:pt x="1566" y="1306"/>
                    <a:pt x="1566" y="1256"/>
                  </a:cubicBezTo>
                  <a:cubicBezTo>
                    <a:pt x="1566" y="1207"/>
                    <a:pt x="1529" y="1084"/>
                    <a:pt x="1529" y="1022"/>
                  </a:cubicBezTo>
                  <a:cubicBezTo>
                    <a:pt x="1529" y="987"/>
                    <a:pt x="1554" y="958"/>
                    <a:pt x="1578" y="958"/>
                  </a:cubicBezTo>
                  <a:cubicBezTo>
                    <a:pt x="1587" y="958"/>
                    <a:pt x="1596" y="963"/>
                    <a:pt x="1603" y="973"/>
                  </a:cubicBezTo>
                  <a:cubicBezTo>
                    <a:pt x="1623" y="1014"/>
                    <a:pt x="1652" y="1081"/>
                    <a:pt x="1676" y="1081"/>
                  </a:cubicBezTo>
                  <a:cubicBezTo>
                    <a:pt x="1680" y="1081"/>
                    <a:pt x="1685" y="1078"/>
                    <a:pt x="1689" y="1072"/>
                  </a:cubicBezTo>
                  <a:cubicBezTo>
                    <a:pt x="1714" y="998"/>
                    <a:pt x="1726" y="911"/>
                    <a:pt x="1714" y="837"/>
                  </a:cubicBezTo>
                  <a:cubicBezTo>
                    <a:pt x="1677" y="751"/>
                    <a:pt x="1677" y="529"/>
                    <a:pt x="1627" y="406"/>
                  </a:cubicBezTo>
                  <a:cubicBezTo>
                    <a:pt x="1590" y="295"/>
                    <a:pt x="1541" y="184"/>
                    <a:pt x="1492" y="86"/>
                  </a:cubicBezTo>
                  <a:cubicBezTo>
                    <a:pt x="1453" y="47"/>
                    <a:pt x="1430" y="1"/>
                    <a:pt x="141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7" name="Google Shape;8003;p67">
              <a:extLst>
                <a:ext uri="{FF2B5EF4-FFF2-40B4-BE49-F238E27FC236}">
                  <a16:creationId xmlns:a16="http://schemas.microsoft.com/office/drawing/2014/main" id="{05B75CE8-A870-C508-3DF3-AACBD1646765}"/>
                </a:ext>
              </a:extLst>
            </p:cNvPr>
            <p:cNvSpPr/>
            <p:nvPr/>
          </p:nvSpPr>
          <p:spPr>
            <a:xfrm>
              <a:off x="3862800" y="4434725"/>
              <a:ext cx="13200" cy="9650"/>
            </a:xfrm>
            <a:custGeom>
              <a:avLst/>
              <a:gdLst/>
              <a:ahLst/>
              <a:cxnLst/>
              <a:rect l="l" t="t" r="r" b="b"/>
              <a:pathLst>
                <a:path w="528" h="386" extrusionOk="0">
                  <a:moveTo>
                    <a:pt x="132" y="0"/>
                  </a:moveTo>
                  <a:cubicBezTo>
                    <a:pt x="120" y="0"/>
                    <a:pt x="109" y="5"/>
                    <a:pt x="99" y="15"/>
                  </a:cubicBezTo>
                  <a:cubicBezTo>
                    <a:pt x="75" y="64"/>
                    <a:pt x="1" y="138"/>
                    <a:pt x="99" y="225"/>
                  </a:cubicBezTo>
                  <a:cubicBezTo>
                    <a:pt x="198" y="298"/>
                    <a:pt x="259" y="286"/>
                    <a:pt x="284" y="335"/>
                  </a:cubicBezTo>
                  <a:cubicBezTo>
                    <a:pt x="321" y="360"/>
                    <a:pt x="370" y="385"/>
                    <a:pt x="432" y="385"/>
                  </a:cubicBezTo>
                  <a:cubicBezTo>
                    <a:pt x="435" y="385"/>
                    <a:pt x="438" y="386"/>
                    <a:pt x="442" y="386"/>
                  </a:cubicBezTo>
                  <a:cubicBezTo>
                    <a:pt x="487" y="386"/>
                    <a:pt x="527" y="308"/>
                    <a:pt x="481" y="261"/>
                  </a:cubicBezTo>
                  <a:cubicBezTo>
                    <a:pt x="383" y="212"/>
                    <a:pt x="296" y="151"/>
                    <a:pt x="235" y="77"/>
                  </a:cubicBezTo>
                  <a:cubicBezTo>
                    <a:pt x="199" y="32"/>
                    <a:pt x="163" y="0"/>
                    <a:pt x="13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8" name="Google Shape;8004;p67">
              <a:extLst>
                <a:ext uri="{FF2B5EF4-FFF2-40B4-BE49-F238E27FC236}">
                  <a16:creationId xmlns:a16="http://schemas.microsoft.com/office/drawing/2014/main" id="{4B2B98AC-2B68-3506-3DA3-6CAC34F9E6A8}"/>
                </a:ext>
              </a:extLst>
            </p:cNvPr>
            <p:cNvSpPr/>
            <p:nvPr/>
          </p:nvSpPr>
          <p:spPr>
            <a:xfrm>
              <a:off x="3801200" y="4447075"/>
              <a:ext cx="13275" cy="9500"/>
            </a:xfrm>
            <a:custGeom>
              <a:avLst/>
              <a:gdLst/>
              <a:ahLst/>
              <a:cxnLst/>
              <a:rect l="l" t="t" r="r" b="b"/>
              <a:pathLst>
                <a:path w="531" h="380" extrusionOk="0">
                  <a:moveTo>
                    <a:pt x="153" y="1"/>
                  </a:moveTo>
                  <a:cubicBezTo>
                    <a:pt x="36" y="1"/>
                    <a:pt x="24" y="103"/>
                    <a:pt x="13" y="162"/>
                  </a:cubicBezTo>
                  <a:cubicBezTo>
                    <a:pt x="0" y="236"/>
                    <a:pt x="62" y="322"/>
                    <a:pt x="173" y="371"/>
                  </a:cubicBezTo>
                  <a:cubicBezTo>
                    <a:pt x="184" y="377"/>
                    <a:pt x="197" y="379"/>
                    <a:pt x="211" y="379"/>
                  </a:cubicBezTo>
                  <a:cubicBezTo>
                    <a:pt x="315" y="379"/>
                    <a:pt x="471" y="229"/>
                    <a:pt x="493" y="174"/>
                  </a:cubicBezTo>
                  <a:cubicBezTo>
                    <a:pt x="530" y="112"/>
                    <a:pt x="321" y="14"/>
                    <a:pt x="173" y="2"/>
                  </a:cubicBezTo>
                  <a:cubicBezTo>
                    <a:pt x="166" y="1"/>
                    <a:pt x="159" y="1"/>
                    <a:pt x="15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9" name="Google Shape;8005;p67">
              <a:extLst>
                <a:ext uri="{FF2B5EF4-FFF2-40B4-BE49-F238E27FC236}">
                  <a16:creationId xmlns:a16="http://schemas.microsoft.com/office/drawing/2014/main" id="{948EE660-4017-BC5F-70C1-EA8F27249382}"/>
                </a:ext>
              </a:extLst>
            </p:cNvPr>
            <p:cNvSpPr/>
            <p:nvPr/>
          </p:nvSpPr>
          <p:spPr>
            <a:xfrm>
              <a:off x="3931500" y="4395725"/>
              <a:ext cx="10500" cy="5875"/>
            </a:xfrm>
            <a:custGeom>
              <a:avLst/>
              <a:gdLst/>
              <a:ahLst/>
              <a:cxnLst/>
              <a:rect l="l" t="t" r="r" b="b"/>
              <a:pathLst>
                <a:path w="420" h="235" extrusionOk="0">
                  <a:moveTo>
                    <a:pt x="179" y="1"/>
                  </a:moveTo>
                  <a:cubicBezTo>
                    <a:pt x="139" y="1"/>
                    <a:pt x="99" y="4"/>
                    <a:pt x="62" y="10"/>
                  </a:cubicBezTo>
                  <a:cubicBezTo>
                    <a:pt x="0" y="35"/>
                    <a:pt x="50" y="170"/>
                    <a:pt x="74" y="220"/>
                  </a:cubicBezTo>
                  <a:cubicBezTo>
                    <a:pt x="82" y="230"/>
                    <a:pt x="100" y="235"/>
                    <a:pt x="123" y="235"/>
                  </a:cubicBezTo>
                  <a:cubicBezTo>
                    <a:pt x="209" y="235"/>
                    <a:pt x="371" y="177"/>
                    <a:pt x="419" y="158"/>
                  </a:cubicBezTo>
                  <a:cubicBezTo>
                    <a:pt x="419" y="158"/>
                    <a:pt x="321" y="35"/>
                    <a:pt x="296" y="10"/>
                  </a:cubicBezTo>
                  <a:cubicBezTo>
                    <a:pt x="259" y="4"/>
                    <a:pt x="219" y="1"/>
                    <a:pt x="17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0" name="Google Shape;8006;p67">
              <a:extLst>
                <a:ext uri="{FF2B5EF4-FFF2-40B4-BE49-F238E27FC236}">
                  <a16:creationId xmlns:a16="http://schemas.microsoft.com/office/drawing/2014/main" id="{0B70691B-FDEE-0721-A662-90ECD22C7FF4}"/>
                </a:ext>
              </a:extLst>
            </p:cNvPr>
            <p:cNvSpPr/>
            <p:nvPr/>
          </p:nvSpPr>
          <p:spPr>
            <a:xfrm>
              <a:off x="4169200" y="4381825"/>
              <a:ext cx="12450" cy="6250"/>
            </a:xfrm>
            <a:custGeom>
              <a:avLst/>
              <a:gdLst/>
              <a:ahLst/>
              <a:cxnLst/>
              <a:rect l="l" t="t" r="r" b="b"/>
              <a:pathLst>
                <a:path w="498" h="250" extrusionOk="0">
                  <a:moveTo>
                    <a:pt x="255" y="1"/>
                  </a:moveTo>
                  <a:cubicBezTo>
                    <a:pt x="243" y="1"/>
                    <a:pt x="230" y="4"/>
                    <a:pt x="214" y="12"/>
                  </a:cubicBezTo>
                  <a:cubicBezTo>
                    <a:pt x="152" y="24"/>
                    <a:pt x="140" y="86"/>
                    <a:pt x="66" y="135"/>
                  </a:cubicBezTo>
                  <a:cubicBezTo>
                    <a:pt x="0" y="168"/>
                    <a:pt x="169" y="250"/>
                    <a:pt x="276" y="250"/>
                  </a:cubicBezTo>
                  <a:cubicBezTo>
                    <a:pt x="289" y="250"/>
                    <a:pt x="302" y="249"/>
                    <a:pt x="312" y="246"/>
                  </a:cubicBezTo>
                  <a:cubicBezTo>
                    <a:pt x="386" y="209"/>
                    <a:pt x="436" y="147"/>
                    <a:pt x="473" y="86"/>
                  </a:cubicBezTo>
                  <a:cubicBezTo>
                    <a:pt x="497" y="20"/>
                    <a:pt x="478" y="9"/>
                    <a:pt x="437" y="9"/>
                  </a:cubicBezTo>
                  <a:cubicBezTo>
                    <a:pt x="416" y="9"/>
                    <a:pt x="390" y="12"/>
                    <a:pt x="362" y="12"/>
                  </a:cubicBezTo>
                  <a:cubicBezTo>
                    <a:pt x="304" y="12"/>
                    <a:pt x="280" y="1"/>
                    <a:pt x="25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1" name="Google Shape;8007;p67">
              <a:extLst>
                <a:ext uri="{FF2B5EF4-FFF2-40B4-BE49-F238E27FC236}">
                  <a16:creationId xmlns:a16="http://schemas.microsoft.com/office/drawing/2014/main" id="{86D25C69-377E-D689-F68A-BC190C04DD9E}"/>
                </a:ext>
              </a:extLst>
            </p:cNvPr>
            <p:cNvSpPr/>
            <p:nvPr/>
          </p:nvSpPr>
          <p:spPr>
            <a:xfrm>
              <a:off x="3889150" y="4281450"/>
              <a:ext cx="16800" cy="7275"/>
            </a:xfrm>
            <a:custGeom>
              <a:avLst/>
              <a:gdLst/>
              <a:ahLst/>
              <a:cxnLst/>
              <a:rect l="l" t="t" r="r" b="b"/>
              <a:pathLst>
                <a:path w="672" h="291" extrusionOk="0">
                  <a:moveTo>
                    <a:pt x="446" y="0"/>
                  </a:moveTo>
                  <a:cubicBezTo>
                    <a:pt x="431" y="0"/>
                    <a:pt x="413" y="6"/>
                    <a:pt x="388" y="22"/>
                  </a:cubicBezTo>
                  <a:cubicBezTo>
                    <a:pt x="339" y="72"/>
                    <a:pt x="277" y="96"/>
                    <a:pt x="203" y="109"/>
                  </a:cubicBezTo>
                  <a:cubicBezTo>
                    <a:pt x="166" y="121"/>
                    <a:pt x="93" y="232"/>
                    <a:pt x="43" y="232"/>
                  </a:cubicBezTo>
                  <a:cubicBezTo>
                    <a:pt x="1" y="232"/>
                    <a:pt x="22" y="286"/>
                    <a:pt x="99" y="286"/>
                  </a:cubicBezTo>
                  <a:cubicBezTo>
                    <a:pt x="112" y="286"/>
                    <a:pt x="126" y="285"/>
                    <a:pt x="142" y="281"/>
                  </a:cubicBezTo>
                  <a:cubicBezTo>
                    <a:pt x="175" y="288"/>
                    <a:pt x="209" y="291"/>
                    <a:pt x="243" y="291"/>
                  </a:cubicBezTo>
                  <a:cubicBezTo>
                    <a:pt x="336" y="291"/>
                    <a:pt x="430" y="268"/>
                    <a:pt x="511" y="232"/>
                  </a:cubicBezTo>
                  <a:cubicBezTo>
                    <a:pt x="610" y="158"/>
                    <a:pt x="672" y="219"/>
                    <a:pt x="672" y="109"/>
                  </a:cubicBezTo>
                  <a:cubicBezTo>
                    <a:pt x="672" y="30"/>
                    <a:pt x="632" y="22"/>
                    <a:pt x="579" y="22"/>
                  </a:cubicBezTo>
                  <a:cubicBezTo>
                    <a:pt x="565" y="22"/>
                    <a:pt x="551" y="22"/>
                    <a:pt x="536" y="22"/>
                  </a:cubicBezTo>
                  <a:cubicBezTo>
                    <a:pt x="495" y="22"/>
                    <a:pt x="476" y="0"/>
                    <a:pt x="44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2" name="Google Shape;8008;p67">
              <a:extLst>
                <a:ext uri="{FF2B5EF4-FFF2-40B4-BE49-F238E27FC236}">
                  <a16:creationId xmlns:a16="http://schemas.microsoft.com/office/drawing/2014/main" id="{E632BDE1-1EE8-9B1B-1EF7-68339ADF0156}"/>
                </a:ext>
              </a:extLst>
            </p:cNvPr>
            <p:cNvSpPr/>
            <p:nvPr/>
          </p:nvSpPr>
          <p:spPr>
            <a:xfrm>
              <a:off x="3867725" y="4286200"/>
              <a:ext cx="19400" cy="7850"/>
            </a:xfrm>
            <a:custGeom>
              <a:avLst/>
              <a:gdLst/>
              <a:ahLst/>
              <a:cxnLst/>
              <a:rect l="l" t="t" r="r" b="b"/>
              <a:pathLst>
                <a:path w="776" h="314" extrusionOk="0">
                  <a:moveTo>
                    <a:pt x="659" y="1"/>
                  </a:moveTo>
                  <a:cubicBezTo>
                    <a:pt x="620" y="1"/>
                    <a:pt x="573" y="15"/>
                    <a:pt x="531" y="29"/>
                  </a:cubicBezTo>
                  <a:cubicBezTo>
                    <a:pt x="494" y="42"/>
                    <a:pt x="404" y="42"/>
                    <a:pt x="320" y="42"/>
                  </a:cubicBezTo>
                  <a:cubicBezTo>
                    <a:pt x="235" y="42"/>
                    <a:pt x="155" y="42"/>
                    <a:pt x="136" y="54"/>
                  </a:cubicBezTo>
                  <a:cubicBezTo>
                    <a:pt x="99" y="66"/>
                    <a:pt x="1" y="214"/>
                    <a:pt x="124" y="264"/>
                  </a:cubicBezTo>
                  <a:cubicBezTo>
                    <a:pt x="235" y="301"/>
                    <a:pt x="370" y="301"/>
                    <a:pt x="432" y="313"/>
                  </a:cubicBezTo>
                  <a:cubicBezTo>
                    <a:pt x="434" y="313"/>
                    <a:pt x="436" y="313"/>
                    <a:pt x="438" y="313"/>
                  </a:cubicBezTo>
                  <a:cubicBezTo>
                    <a:pt x="509" y="313"/>
                    <a:pt x="776" y="113"/>
                    <a:pt x="728" y="29"/>
                  </a:cubicBezTo>
                  <a:cubicBezTo>
                    <a:pt x="712" y="9"/>
                    <a:pt x="688" y="1"/>
                    <a:pt x="65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3" name="Google Shape;8009;p67">
              <a:extLst>
                <a:ext uri="{FF2B5EF4-FFF2-40B4-BE49-F238E27FC236}">
                  <a16:creationId xmlns:a16="http://schemas.microsoft.com/office/drawing/2014/main" id="{6F14E06D-57CD-C03C-8547-2B0F12CD4F5F}"/>
                </a:ext>
              </a:extLst>
            </p:cNvPr>
            <p:cNvSpPr/>
            <p:nvPr/>
          </p:nvSpPr>
          <p:spPr>
            <a:xfrm>
              <a:off x="3856025" y="4292475"/>
              <a:ext cx="11425" cy="5875"/>
            </a:xfrm>
            <a:custGeom>
              <a:avLst/>
              <a:gdLst/>
              <a:ahLst/>
              <a:cxnLst/>
              <a:rect l="l" t="t" r="r" b="b"/>
              <a:pathLst>
                <a:path w="457" h="235" extrusionOk="0">
                  <a:moveTo>
                    <a:pt x="99" y="0"/>
                  </a:moveTo>
                  <a:cubicBezTo>
                    <a:pt x="38" y="13"/>
                    <a:pt x="1" y="25"/>
                    <a:pt x="38" y="74"/>
                  </a:cubicBezTo>
                  <a:cubicBezTo>
                    <a:pt x="62" y="136"/>
                    <a:pt x="50" y="185"/>
                    <a:pt x="74" y="234"/>
                  </a:cubicBezTo>
                  <a:cubicBezTo>
                    <a:pt x="74" y="234"/>
                    <a:pt x="235" y="173"/>
                    <a:pt x="272" y="99"/>
                  </a:cubicBezTo>
                  <a:cubicBezTo>
                    <a:pt x="282" y="67"/>
                    <a:pt x="304" y="58"/>
                    <a:pt x="331" y="58"/>
                  </a:cubicBezTo>
                  <a:cubicBezTo>
                    <a:pt x="368" y="58"/>
                    <a:pt x="414" y="74"/>
                    <a:pt x="456" y="74"/>
                  </a:cubicBezTo>
                  <a:cubicBezTo>
                    <a:pt x="346" y="37"/>
                    <a:pt x="222" y="13"/>
                    <a:pt x="9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4" name="Google Shape;8010;p67">
              <a:extLst>
                <a:ext uri="{FF2B5EF4-FFF2-40B4-BE49-F238E27FC236}">
                  <a16:creationId xmlns:a16="http://schemas.microsoft.com/office/drawing/2014/main" id="{B1BA808A-5B11-3B91-ECF1-1CACA0E4E247}"/>
                </a:ext>
              </a:extLst>
            </p:cNvPr>
            <p:cNvSpPr/>
            <p:nvPr/>
          </p:nvSpPr>
          <p:spPr>
            <a:xfrm>
              <a:off x="3847550" y="4294350"/>
              <a:ext cx="8200" cy="5475"/>
            </a:xfrm>
            <a:custGeom>
              <a:avLst/>
              <a:gdLst/>
              <a:ahLst/>
              <a:cxnLst/>
              <a:rect l="l" t="t" r="r" b="b"/>
              <a:pathLst>
                <a:path w="328" h="219" extrusionOk="0">
                  <a:moveTo>
                    <a:pt x="275" y="0"/>
                  </a:moveTo>
                  <a:cubicBezTo>
                    <a:pt x="238" y="0"/>
                    <a:pt x="184" y="11"/>
                    <a:pt x="130" y="11"/>
                  </a:cubicBezTo>
                  <a:cubicBezTo>
                    <a:pt x="44" y="11"/>
                    <a:pt x="81" y="48"/>
                    <a:pt x="32" y="135"/>
                  </a:cubicBezTo>
                  <a:cubicBezTo>
                    <a:pt x="1" y="188"/>
                    <a:pt x="66" y="218"/>
                    <a:pt x="140" y="218"/>
                  </a:cubicBezTo>
                  <a:cubicBezTo>
                    <a:pt x="185" y="218"/>
                    <a:pt x="233" y="207"/>
                    <a:pt x="266" y="184"/>
                  </a:cubicBezTo>
                  <a:cubicBezTo>
                    <a:pt x="303" y="147"/>
                    <a:pt x="315" y="85"/>
                    <a:pt x="327" y="36"/>
                  </a:cubicBezTo>
                  <a:cubicBezTo>
                    <a:pt x="327" y="8"/>
                    <a:pt x="307" y="0"/>
                    <a:pt x="2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5" name="Google Shape;8011;p67">
              <a:extLst>
                <a:ext uri="{FF2B5EF4-FFF2-40B4-BE49-F238E27FC236}">
                  <a16:creationId xmlns:a16="http://schemas.microsoft.com/office/drawing/2014/main" id="{0140A2C3-09CC-D005-0D50-37974C8EFF12}"/>
                </a:ext>
              </a:extLst>
            </p:cNvPr>
            <p:cNvSpPr/>
            <p:nvPr/>
          </p:nvSpPr>
          <p:spPr>
            <a:xfrm>
              <a:off x="3827650" y="4292850"/>
              <a:ext cx="7150" cy="4150"/>
            </a:xfrm>
            <a:custGeom>
              <a:avLst/>
              <a:gdLst/>
              <a:ahLst/>
              <a:cxnLst/>
              <a:rect l="l" t="t" r="r" b="b"/>
              <a:pathLst>
                <a:path w="286" h="166" extrusionOk="0">
                  <a:moveTo>
                    <a:pt x="108" y="0"/>
                  </a:moveTo>
                  <a:cubicBezTo>
                    <a:pt x="71" y="0"/>
                    <a:pt x="57" y="60"/>
                    <a:pt x="27" y="121"/>
                  </a:cubicBezTo>
                  <a:cubicBezTo>
                    <a:pt x="0" y="154"/>
                    <a:pt x="31" y="166"/>
                    <a:pt x="76" y="166"/>
                  </a:cubicBezTo>
                  <a:cubicBezTo>
                    <a:pt x="115" y="166"/>
                    <a:pt x="165" y="157"/>
                    <a:pt x="199" y="145"/>
                  </a:cubicBezTo>
                  <a:cubicBezTo>
                    <a:pt x="285" y="133"/>
                    <a:pt x="199" y="47"/>
                    <a:pt x="138" y="10"/>
                  </a:cubicBezTo>
                  <a:cubicBezTo>
                    <a:pt x="126" y="3"/>
                    <a:pt x="117" y="0"/>
                    <a:pt x="10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6" name="Google Shape;8012;p67">
              <a:extLst>
                <a:ext uri="{FF2B5EF4-FFF2-40B4-BE49-F238E27FC236}">
                  <a16:creationId xmlns:a16="http://schemas.microsoft.com/office/drawing/2014/main" id="{79E2CFD1-AC26-2A02-83FD-FF354E8747EF}"/>
                </a:ext>
              </a:extLst>
            </p:cNvPr>
            <p:cNvSpPr/>
            <p:nvPr/>
          </p:nvSpPr>
          <p:spPr>
            <a:xfrm>
              <a:off x="3794725" y="4285250"/>
              <a:ext cx="28050" cy="12225"/>
            </a:xfrm>
            <a:custGeom>
              <a:avLst/>
              <a:gdLst/>
              <a:ahLst/>
              <a:cxnLst/>
              <a:rect l="l" t="t" r="r" b="b"/>
              <a:pathLst>
                <a:path w="1122" h="489" extrusionOk="0">
                  <a:moveTo>
                    <a:pt x="681" y="0"/>
                  </a:moveTo>
                  <a:cubicBezTo>
                    <a:pt x="627" y="0"/>
                    <a:pt x="588" y="43"/>
                    <a:pt x="506" y="43"/>
                  </a:cubicBezTo>
                  <a:cubicBezTo>
                    <a:pt x="407" y="43"/>
                    <a:pt x="567" y="104"/>
                    <a:pt x="641" y="154"/>
                  </a:cubicBezTo>
                  <a:cubicBezTo>
                    <a:pt x="703" y="203"/>
                    <a:pt x="604" y="178"/>
                    <a:pt x="543" y="228"/>
                  </a:cubicBezTo>
                  <a:cubicBezTo>
                    <a:pt x="456" y="265"/>
                    <a:pt x="370" y="277"/>
                    <a:pt x="284" y="277"/>
                  </a:cubicBezTo>
                  <a:cubicBezTo>
                    <a:pt x="271" y="274"/>
                    <a:pt x="257" y="272"/>
                    <a:pt x="242" y="272"/>
                  </a:cubicBezTo>
                  <a:cubicBezTo>
                    <a:pt x="203" y="272"/>
                    <a:pt x="160" y="284"/>
                    <a:pt x="124" y="302"/>
                  </a:cubicBezTo>
                  <a:cubicBezTo>
                    <a:pt x="87" y="314"/>
                    <a:pt x="210" y="314"/>
                    <a:pt x="259" y="314"/>
                  </a:cubicBezTo>
                  <a:cubicBezTo>
                    <a:pt x="321" y="314"/>
                    <a:pt x="259" y="363"/>
                    <a:pt x="198" y="363"/>
                  </a:cubicBezTo>
                  <a:cubicBezTo>
                    <a:pt x="148" y="363"/>
                    <a:pt x="99" y="351"/>
                    <a:pt x="50" y="339"/>
                  </a:cubicBezTo>
                  <a:cubicBezTo>
                    <a:pt x="1" y="339"/>
                    <a:pt x="1" y="388"/>
                    <a:pt x="1" y="437"/>
                  </a:cubicBezTo>
                  <a:cubicBezTo>
                    <a:pt x="1" y="474"/>
                    <a:pt x="5" y="484"/>
                    <a:pt x="16" y="484"/>
                  </a:cubicBezTo>
                  <a:cubicBezTo>
                    <a:pt x="24" y="484"/>
                    <a:pt x="35" y="479"/>
                    <a:pt x="50" y="474"/>
                  </a:cubicBezTo>
                  <a:cubicBezTo>
                    <a:pt x="87" y="474"/>
                    <a:pt x="99" y="425"/>
                    <a:pt x="185" y="425"/>
                  </a:cubicBezTo>
                  <a:cubicBezTo>
                    <a:pt x="272" y="425"/>
                    <a:pt x="222" y="474"/>
                    <a:pt x="247" y="486"/>
                  </a:cubicBezTo>
                  <a:cubicBezTo>
                    <a:pt x="251" y="488"/>
                    <a:pt x="256" y="489"/>
                    <a:pt x="262" y="489"/>
                  </a:cubicBezTo>
                  <a:cubicBezTo>
                    <a:pt x="299" y="489"/>
                    <a:pt x="377" y="462"/>
                    <a:pt x="420" y="462"/>
                  </a:cubicBezTo>
                  <a:cubicBezTo>
                    <a:pt x="469" y="462"/>
                    <a:pt x="493" y="425"/>
                    <a:pt x="432" y="388"/>
                  </a:cubicBezTo>
                  <a:cubicBezTo>
                    <a:pt x="404" y="371"/>
                    <a:pt x="409" y="364"/>
                    <a:pt x="429" y="364"/>
                  </a:cubicBezTo>
                  <a:cubicBezTo>
                    <a:pt x="454" y="364"/>
                    <a:pt x="502" y="374"/>
                    <a:pt x="543" y="388"/>
                  </a:cubicBezTo>
                  <a:cubicBezTo>
                    <a:pt x="552" y="389"/>
                    <a:pt x="561" y="390"/>
                    <a:pt x="568" y="390"/>
                  </a:cubicBezTo>
                  <a:cubicBezTo>
                    <a:pt x="618" y="390"/>
                    <a:pt x="623" y="357"/>
                    <a:pt x="666" y="314"/>
                  </a:cubicBezTo>
                  <a:cubicBezTo>
                    <a:pt x="699" y="281"/>
                    <a:pt x="737" y="276"/>
                    <a:pt x="810" y="276"/>
                  </a:cubicBezTo>
                  <a:cubicBezTo>
                    <a:pt x="847" y="276"/>
                    <a:pt x="892" y="277"/>
                    <a:pt x="949" y="277"/>
                  </a:cubicBezTo>
                  <a:cubicBezTo>
                    <a:pt x="986" y="277"/>
                    <a:pt x="1036" y="154"/>
                    <a:pt x="1085" y="154"/>
                  </a:cubicBezTo>
                  <a:cubicBezTo>
                    <a:pt x="1122" y="154"/>
                    <a:pt x="1036" y="92"/>
                    <a:pt x="949" y="80"/>
                  </a:cubicBezTo>
                  <a:cubicBezTo>
                    <a:pt x="875" y="67"/>
                    <a:pt x="851" y="67"/>
                    <a:pt x="826" y="67"/>
                  </a:cubicBezTo>
                  <a:cubicBezTo>
                    <a:pt x="814" y="67"/>
                    <a:pt x="789" y="43"/>
                    <a:pt x="715" y="6"/>
                  </a:cubicBezTo>
                  <a:cubicBezTo>
                    <a:pt x="703" y="2"/>
                    <a:pt x="692" y="0"/>
                    <a:pt x="68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7" name="Google Shape;8013;p67">
              <a:extLst>
                <a:ext uri="{FF2B5EF4-FFF2-40B4-BE49-F238E27FC236}">
                  <a16:creationId xmlns:a16="http://schemas.microsoft.com/office/drawing/2014/main" id="{1AFAB7F5-E415-9C8F-542E-1DA3883DB026}"/>
                </a:ext>
              </a:extLst>
            </p:cNvPr>
            <p:cNvSpPr/>
            <p:nvPr/>
          </p:nvSpPr>
          <p:spPr>
            <a:xfrm>
              <a:off x="3780875" y="4285675"/>
              <a:ext cx="23650" cy="7475"/>
            </a:xfrm>
            <a:custGeom>
              <a:avLst/>
              <a:gdLst/>
              <a:ahLst/>
              <a:cxnLst/>
              <a:rect l="l" t="t" r="r" b="b"/>
              <a:pathLst>
                <a:path w="946" h="299" extrusionOk="0">
                  <a:moveTo>
                    <a:pt x="645" y="0"/>
                  </a:moveTo>
                  <a:cubicBezTo>
                    <a:pt x="602" y="0"/>
                    <a:pt x="587" y="88"/>
                    <a:pt x="505" y="100"/>
                  </a:cubicBezTo>
                  <a:cubicBezTo>
                    <a:pt x="431" y="112"/>
                    <a:pt x="345" y="137"/>
                    <a:pt x="271" y="137"/>
                  </a:cubicBezTo>
                  <a:cubicBezTo>
                    <a:pt x="197" y="137"/>
                    <a:pt x="136" y="137"/>
                    <a:pt x="74" y="161"/>
                  </a:cubicBezTo>
                  <a:cubicBezTo>
                    <a:pt x="0" y="198"/>
                    <a:pt x="173" y="211"/>
                    <a:pt x="234" y="211"/>
                  </a:cubicBezTo>
                  <a:cubicBezTo>
                    <a:pt x="296" y="211"/>
                    <a:pt x="308" y="223"/>
                    <a:pt x="345" y="285"/>
                  </a:cubicBezTo>
                  <a:cubicBezTo>
                    <a:pt x="352" y="294"/>
                    <a:pt x="358" y="298"/>
                    <a:pt x="362" y="298"/>
                  </a:cubicBezTo>
                  <a:cubicBezTo>
                    <a:pt x="380" y="298"/>
                    <a:pt x="382" y="230"/>
                    <a:pt x="431" y="211"/>
                  </a:cubicBezTo>
                  <a:cubicBezTo>
                    <a:pt x="493" y="186"/>
                    <a:pt x="555" y="174"/>
                    <a:pt x="616" y="161"/>
                  </a:cubicBezTo>
                  <a:lnTo>
                    <a:pt x="752" y="124"/>
                  </a:lnTo>
                  <a:cubicBezTo>
                    <a:pt x="801" y="124"/>
                    <a:pt x="826" y="149"/>
                    <a:pt x="875" y="174"/>
                  </a:cubicBezTo>
                  <a:cubicBezTo>
                    <a:pt x="889" y="181"/>
                    <a:pt x="901" y="184"/>
                    <a:pt x="910" y="184"/>
                  </a:cubicBezTo>
                  <a:cubicBezTo>
                    <a:pt x="935" y="184"/>
                    <a:pt x="945" y="163"/>
                    <a:pt x="937" y="137"/>
                  </a:cubicBezTo>
                  <a:cubicBezTo>
                    <a:pt x="937" y="100"/>
                    <a:pt x="937" y="87"/>
                    <a:pt x="838" y="50"/>
                  </a:cubicBezTo>
                  <a:cubicBezTo>
                    <a:pt x="727" y="26"/>
                    <a:pt x="715" y="13"/>
                    <a:pt x="653" y="1"/>
                  </a:cubicBezTo>
                  <a:cubicBezTo>
                    <a:pt x="650" y="0"/>
                    <a:pt x="648" y="0"/>
                    <a:pt x="64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8" name="Google Shape;8014;p67">
              <a:extLst>
                <a:ext uri="{FF2B5EF4-FFF2-40B4-BE49-F238E27FC236}">
                  <a16:creationId xmlns:a16="http://schemas.microsoft.com/office/drawing/2014/main" id="{1C8A6155-C454-2F3D-CECD-84F275A5C6AA}"/>
                </a:ext>
              </a:extLst>
            </p:cNvPr>
            <p:cNvSpPr/>
            <p:nvPr/>
          </p:nvSpPr>
          <p:spPr>
            <a:xfrm>
              <a:off x="3844625" y="4287550"/>
              <a:ext cx="9300" cy="2200"/>
            </a:xfrm>
            <a:custGeom>
              <a:avLst/>
              <a:gdLst/>
              <a:ahLst/>
              <a:cxnLst/>
              <a:rect l="l" t="t" r="r" b="b"/>
              <a:pathLst>
                <a:path w="372" h="88" extrusionOk="0">
                  <a:moveTo>
                    <a:pt x="185" y="0"/>
                  </a:moveTo>
                  <a:cubicBezTo>
                    <a:pt x="1" y="0"/>
                    <a:pt x="136" y="74"/>
                    <a:pt x="272" y="86"/>
                  </a:cubicBezTo>
                  <a:cubicBezTo>
                    <a:pt x="277" y="87"/>
                    <a:pt x="282" y="87"/>
                    <a:pt x="286" y="87"/>
                  </a:cubicBezTo>
                  <a:cubicBezTo>
                    <a:pt x="360" y="87"/>
                    <a:pt x="371" y="0"/>
                    <a:pt x="18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9" name="Google Shape;8015;p67">
              <a:extLst>
                <a:ext uri="{FF2B5EF4-FFF2-40B4-BE49-F238E27FC236}">
                  <a16:creationId xmlns:a16="http://schemas.microsoft.com/office/drawing/2014/main" id="{83849B38-972B-A911-F1FC-7B8EE0305E64}"/>
                </a:ext>
              </a:extLst>
            </p:cNvPr>
            <p:cNvSpPr/>
            <p:nvPr/>
          </p:nvSpPr>
          <p:spPr>
            <a:xfrm>
              <a:off x="3834125" y="4285375"/>
              <a:ext cx="15450" cy="3125"/>
            </a:xfrm>
            <a:custGeom>
              <a:avLst/>
              <a:gdLst/>
              <a:ahLst/>
              <a:cxnLst/>
              <a:rect l="l" t="t" r="r" b="b"/>
              <a:pathLst>
                <a:path w="618" h="125" extrusionOk="0">
                  <a:moveTo>
                    <a:pt x="236" y="1"/>
                  </a:moveTo>
                  <a:cubicBezTo>
                    <a:pt x="0" y="1"/>
                    <a:pt x="227" y="125"/>
                    <a:pt x="333" y="125"/>
                  </a:cubicBezTo>
                  <a:cubicBezTo>
                    <a:pt x="338" y="125"/>
                    <a:pt x="342" y="125"/>
                    <a:pt x="347" y="124"/>
                  </a:cubicBezTo>
                  <a:cubicBezTo>
                    <a:pt x="618" y="99"/>
                    <a:pt x="482" y="13"/>
                    <a:pt x="23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0" name="Google Shape;8016;p67">
              <a:extLst>
                <a:ext uri="{FF2B5EF4-FFF2-40B4-BE49-F238E27FC236}">
                  <a16:creationId xmlns:a16="http://schemas.microsoft.com/office/drawing/2014/main" id="{DA91D432-DC7D-1372-9ACA-1F8723C7C08B}"/>
                </a:ext>
              </a:extLst>
            </p:cNvPr>
            <p:cNvSpPr/>
            <p:nvPr/>
          </p:nvSpPr>
          <p:spPr>
            <a:xfrm>
              <a:off x="3838150" y="4282400"/>
              <a:ext cx="22525" cy="5475"/>
            </a:xfrm>
            <a:custGeom>
              <a:avLst/>
              <a:gdLst/>
              <a:ahLst/>
              <a:cxnLst/>
              <a:rect l="l" t="t" r="r" b="b"/>
              <a:pathLst>
                <a:path w="901" h="219" extrusionOk="0">
                  <a:moveTo>
                    <a:pt x="518" y="0"/>
                  </a:moveTo>
                  <a:cubicBezTo>
                    <a:pt x="471" y="0"/>
                    <a:pt x="432" y="21"/>
                    <a:pt x="358" y="21"/>
                  </a:cubicBezTo>
                  <a:cubicBezTo>
                    <a:pt x="329" y="17"/>
                    <a:pt x="301" y="16"/>
                    <a:pt x="272" y="16"/>
                  </a:cubicBezTo>
                  <a:cubicBezTo>
                    <a:pt x="214" y="16"/>
                    <a:pt x="157" y="21"/>
                    <a:pt x="99" y="21"/>
                  </a:cubicBezTo>
                  <a:cubicBezTo>
                    <a:pt x="1" y="34"/>
                    <a:pt x="149" y="58"/>
                    <a:pt x="223" y="71"/>
                  </a:cubicBezTo>
                  <a:cubicBezTo>
                    <a:pt x="309" y="108"/>
                    <a:pt x="383" y="132"/>
                    <a:pt x="469" y="144"/>
                  </a:cubicBezTo>
                  <a:cubicBezTo>
                    <a:pt x="543" y="157"/>
                    <a:pt x="642" y="218"/>
                    <a:pt x="703" y="218"/>
                  </a:cubicBezTo>
                  <a:cubicBezTo>
                    <a:pt x="765" y="218"/>
                    <a:pt x="740" y="169"/>
                    <a:pt x="789" y="169"/>
                  </a:cubicBezTo>
                  <a:cubicBezTo>
                    <a:pt x="851" y="169"/>
                    <a:pt x="789" y="95"/>
                    <a:pt x="740" y="83"/>
                  </a:cubicBezTo>
                  <a:cubicBezTo>
                    <a:pt x="679" y="58"/>
                    <a:pt x="900" y="71"/>
                    <a:pt x="876" y="58"/>
                  </a:cubicBezTo>
                  <a:cubicBezTo>
                    <a:pt x="839" y="46"/>
                    <a:pt x="629" y="21"/>
                    <a:pt x="568" y="9"/>
                  </a:cubicBezTo>
                  <a:cubicBezTo>
                    <a:pt x="549" y="3"/>
                    <a:pt x="533" y="0"/>
                    <a:pt x="51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1" name="Google Shape;8017;p67">
              <a:extLst>
                <a:ext uri="{FF2B5EF4-FFF2-40B4-BE49-F238E27FC236}">
                  <a16:creationId xmlns:a16="http://schemas.microsoft.com/office/drawing/2014/main" id="{7501D6A1-5E1E-A9DC-FAD5-6A458BAB6229}"/>
                </a:ext>
              </a:extLst>
            </p:cNvPr>
            <p:cNvSpPr/>
            <p:nvPr/>
          </p:nvSpPr>
          <p:spPr>
            <a:xfrm>
              <a:off x="3861275" y="4286000"/>
              <a:ext cx="6175" cy="1875"/>
            </a:xfrm>
            <a:custGeom>
              <a:avLst/>
              <a:gdLst/>
              <a:ahLst/>
              <a:cxnLst/>
              <a:rect l="l" t="t" r="r" b="b"/>
              <a:pathLst>
                <a:path w="247" h="75" extrusionOk="0">
                  <a:moveTo>
                    <a:pt x="62" y="0"/>
                  </a:moveTo>
                  <a:cubicBezTo>
                    <a:pt x="0" y="0"/>
                    <a:pt x="49" y="62"/>
                    <a:pt x="136" y="74"/>
                  </a:cubicBezTo>
                  <a:cubicBezTo>
                    <a:pt x="246" y="74"/>
                    <a:pt x="123" y="0"/>
                    <a:pt x="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2" name="Google Shape;8018;p67">
              <a:extLst>
                <a:ext uri="{FF2B5EF4-FFF2-40B4-BE49-F238E27FC236}">
                  <a16:creationId xmlns:a16="http://schemas.microsoft.com/office/drawing/2014/main" id="{9C2696A1-0AA9-D604-614B-E28D5820865F}"/>
                </a:ext>
              </a:extLst>
            </p:cNvPr>
            <p:cNvSpPr/>
            <p:nvPr/>
          </p:nvSpPr>
          <p:spPr>
            <a:xfrm>
              <a:off x="3861700" y="4282975"/>
              <a:ext cx="2675" cy="2150"/>
            </a:xfrm>
            <a:custGeom>
              <a:avLst/>
              <a:gdLst/>
              <a:ahLst/>
              <a:cxnLst/>
              <a:rect l="l" t="t" r="r" b="b"/>
              <a:pathLst>
                <a:path w="107" h="86" extrusionOk="0">
                  <a:moveTo>
                    <a:pt x="65" y="1"/>
                  </a:moveTo>
                  <a:cubicBezTo>
                    <a:pt x="35" y="1"/>
                    <a:pt x="0" y="14"/>
                    <a:pt x="8" y="35"/>
                  </a:cubicBezTo>
                  <a:cubicBezTo>
                    <a:pt x="20" y="48"/>
                    <a:pt x="45" y="60"/>
                    <a:pt x="57" y="72"/>
                  </a:cubicBezTo>
                  <a:cubicBezTo>
                    <a:pt x="66" y="81"/>
                    <a:pt x="74" y="85"/>
                    <a:pt x="80" y="85"/>
                  </a:cubicBezTo>
                  <a:cubicBezTo>
                    <a:pt x="99" y="85"/>
                    <a:pt x="106" y="51"/>
                    <a:pt x="106" y="23"/>
                  </a:cubicBezTo>
                  <a:cubicBezTo>
                    <a:pt x="106" y="7"/>
                    <a:pt x="87" y="1"/>
                    <a:pt x="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3" name="Google Shape;8019;p67">
              <a:extLst>
                <a:ext uri="{FF2B5EF4-FFF2-40B4-BE49-F238E27FC236}">
                  <a16:creationId xmlns:a16="http://schemas.microsoft.com/office/drawing/2014/main" id="{CD828D7F-5785-1A1E-80C2-2982AC8D6B8A}"/>
                </a:ext>
              </a:extLst>
            </p:cNvPr>
            <p:cNvSpPr/>
            <p:nvPr/>
          </p:nvSpPr>
          <p:spPr>
            <a:xfrm>
              <a:off x="3847550" y="4276025"/>
              <a:ext cx="17750" cy="5375"/>
            </a:xfrm>
            <a:custGeom>
              <a:avLst/>
              <a:gdLst/>
              <a:ahLst/>
              <a:cxnLst/>
              <a:rect l="l" t="t" r="r" b="b"/>
              <a:pathLst>
                <a:path w="710" h="215" extrusionOk="0">
                  <a:moveTo>
                    <a:pt x="433" y="0"/>
                  </a:moveTo>
                  <a:cubicBezTo>
                    <a:pt x="410" y="0"/>
                    <a:pt x="387" y="2"/>
                    <a:pt x="364" y="5"/>
                  </a:cubicBezTo>
                  <a:cubicBezTo>
                    <a:pt x="278" y="5"/>
                    <a:pt x="352" y="30"/>
                    <a:pt x="401" y="30"/>
                  </a:cubicBezTo>
                  <a:cubicBezTo>
                    <a:pt x="438" y="30"/>
                    <a:pt x="438" y="67"/>
                    <a:pt x="352" y="67"/>
                  </a:cubicBezTo>
                  <a:cubicBezTo>
                    <a:pt x="278" y="67"/>
                    <a:pt x="204" y="116"/>
                    <a:pt x="118" y="116"/>
                  </a:cubicBezTo>
                  <a:cubicBezTo>
                    <a:pt x="44" y="116"/>
                    <a:pt x="19" y="128"/>
                    <a:pt x="7" y="165"/>
                  </a:cubicBezTo>
                  <a:cubicBezTo>
                    <a:pt x="1" y="172"/>
                    <a:pt x="4" y="174"/>
                    <a:pt x="13" y="174"/>
                  </a:cubicBezTo>
                  <a:cubicBezTo>
                    <a:pt x="39" y="174"/>
                    <a:pt x="118" y="153"/>
                    <a:pt x="155" y="153"/>
                  </a:cubicBezTo>
                  <a:cubicBezTo>
                    <a:pt x="204" y="153"/>
                    <a:pt x="241" y="153"/>
                    <a:pt x="290" y="128"/>
                  </a:cubicBezTo>
                  <a:cubicBezTo>
                    <a:pt x="292" y="128"/>
                    <a:pt x="295" y="127"/>
                    <a:pt x="297" y="127"/>
                  </a:cubicBezTo>
                  <a:cubicBezTo>
                    <a:pt x="330" y="127"/>
                    <a:pt x="355" y="215"/>
                    <a:pt x="401" y="215"/>
                  </a:cubicBezTo>
                  <a:lnTo>
                    <a:pt x="487" y="215"/>
                  </a:lnTo>
                  <a:cubicBezTo>
                    <a:pt x="438" y="215"/>
                    <a:pt x="364" y="128"/>
                    <a:pt x="401" y="128"/>
                  </a:cubicBezTo>
                  <a:cubicBezTo>
                    <a:pt x="438" y="128"/>
                    <a:pt x="549" y="79"/>
                    <a:pt x="611" y="67"/>
                  </a:cubicBezTo>
                  <a:cubicBezTo>
                    <a:pt x="685" y="54"/>
                    <a:pt x="709" y="54"/>
                    <a:pt x="611" y="30"/>
                  </a:cubicBezTo>
                  <a:cubicBezTo>
                    <a:pt x="557" y="12"/>
                    <a:pt x="496" y="0"/>
                    <a:pt x="43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4" name="Google Shape;8020;p67">
              <a:extLst>
                <a:ext uri="{FF2B5EF4-FFF2-40B4-BE49-F238E27FC236}">
                  <a16:creationId xmlns:a16="http://schemas.microsoft.com/office/drawing/2014/main" id="{762D0019-8CE3-AF83-1FB5-7AA9B4F36C09}"/>
                </a:ext>
              </a:extLst>
            </p:cNvPr>
            <p:cNvSpPr/>
            <p:nvPr/>
          </p:nvSpPr>
          <p:spPr>
            <a:xfrm>
              <a:off x="3884750" y="4272750"/>
              <a:ext cx="13200" cy="1675"/>
            </a:xfrm>
            <a:custGeom>
              <a:avLst/>
              <a:gdLst/>
              <a:ahLst/>
              <a:cxnLst/>
              <a:rect l="l" t="t" r="r" b="b"/>
              <a:pathLst>
                <a:path w="528" h="67" extrusionOk="0">
                  <a:moveTo>
                    <a:pt x="108" y="1"/>
                  </a:moveTo>
                  <a:cubicBezTo>
                    <a:pt x="1" y="1"/>
                    <a:pt x="279" y="67"/>
                    <a:pt x="384" y="67"/>
                  </a:cubicBezTo>
                  <a:cubicBezTo>
                    <a:pt x="399" y="67"/>
                    <a:pt x="410" y="65"/>
                    <a:pt x="416" y="62"/>
                  </a:cubicBezTo>
                  <a:cubicBezTo>
                    <a:pt x="527" y="13"/>
                    <a:pt x="244" y="1"/>
                    <a:pt x="10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5" name="Google Shape;8021;p67">
              <a:extLst>
                <a:ext uri="{FF2B5EF4-FFF2-40B4-BE49-F238E27FC236}">
                  <a16:creationId xmlns:a16="http://schemas.microsoft.com/office/drawing/2014/main" id="{7D76C2A9-4819-BBD9-AA33-5B2000FCCFE0}"/>
                </a:ext>
              </a:extLst>
            </p:cNvPr>
            <p:cNvSpPr/>
            <p:nvPr/>
          </p:nvSpPr>
          <p:spPr>
            <a:xfrm>
              <a:off x="3861875" y="4270250"/>
              <a:ext cx="7725" cy="1500"/>
            </a:xfrm>
            <a:custGeom>
              <a:avLst/>
              <a:gdLst/>
              <a:ahLst/>
              <a:cxnLst/>
              <a:rect l="l" t="t" r="r" b="b"/>
              <a:pathLst>
                <a:path w="309" h="60" extrusionOk="0">
                  <a:moveTo>
                    <a:pt x="150" y="1"/>
                  </a:moveTo>
                  <a:cubicBezTo>
                    <a:pt x="77" y="1"/>
                    <a:pt x="1" y="6"/>
                    <a:pt x="1" y="39"/>
                  </a:cubicBezTo>
                  <a:cubicBezTo>
                    <a:pt x="1" y="55"/>
                    <a:pt x="26" y="59"/>
                    <a:pt x="58" y="59"/>
                  </a:cubicBezTo>
                  <a:cubicBezTo>
                    <a:pt x="101" y="59"/>
                    <a:pt x="157" y="51"/>
                    <a:pt x="185" y="51"/>
                  </a:cubicBezTo>
                  <a:cubicBezTo>
                    <a:pt x="222" y="51"/>
                    <a:pt x="309" y="2"/>
                    <a:pt x="247" y="2"/>
                  </a:cubicBezTo>
                  <a:cubicBezTo>
                    <a:pt x="222" y="2"/>
                    <a:pt x="187" y="1"/>
                    <a:pt x="15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6" name="Google Shape;8022;p67">
              <a:extLst>
                <a:ext uri="{FF2B5EF4-FFF2-40B4-BE49-F238E27FC236}">
                  <a16:creationId xmlns:a16="http://schemas.microsoft.com/office/drawing/2014/main" id="{0457BA4D-FA73-901C-1129-DD328354877E}"/>
                </a:ext>
              </a:extLst>
            </p:cNvPr>
            <p:cNvSpPr/>
            <p:nvPr/>
          </p:nvSpPr>
          <p:spPr>
            <a:xfrm>
              <a:off x="3871725" y="4282375"/>
              <a:ext cx="11750" cy="2725"/>
            </a:xfrm>
            <a:custGeom>
              <a:avLst/>
              <a:gdLst/>
              <a:ahLst/>
              <a:cxnLst/>
              <a:rect l="l" t="t" r="r" b="b"/>
              <a:pathLst>
                <a:path w="470" h="109" extrusionOk="0">
                  <a:moveTo>
                    <a:pt x="427" y="0"/>
                  </a:moveTo>
                  <a:cubicBezTo>
                    <a:pt x="361" y="0"/>
                    <a:pt x="192" y="20"/>
                    <a:pt x="112" y="47"/>
                  </a:cubicBezTo>
                  <a:cubicBezTo>
                    <a:pt x="1" y="84"/>
                    <a:pt x="161" y="109"/>
                    <a:pt x="297" y="109"/>
                  </a:cubicBezTo>
                  <a:cubicBezTo>
                    <a:pt x="469" y="109"/>
                    <a:pt x="383" y="35"/>
                    <a:pt x="445" y="10"/>
                  </a:cubicBezTo>
                  <a:cubicBezTo>
                    <a:pt x="462" y="3"/>
                    <a:pt x="452" y="0"/>
                    <a:pt x="42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7" name="Google Shape;8023;p67">
              <a:extLst>
                <a:ext uri="{FF2B5EF4-FFF2-40B4-BE49-F238E27FC236}">
                  <a16:creationId xmlns:a16="http://schemas.microsoft.com/office/drawing/2014/main" id="{64A25F1F-343E-EE20-1759-0786B2C36CD6}"/>
                </a:ext>
              </a:extLst>
            </p:cNvPr>
            <p:cNvSpPr/>
            <p:nvPr/>
          </p:nvSpPr>
          <p:spPr>
            <a:xfrm>
              <a:off x="3865875" y="4299225"/>
              <a:ext cx="6700" cy="1925"/>
            </a:xfrm>
            <a:custGeom>
              <a:avLst/>
              <a:gdLst/>
              <a:ahLst/>
              <a:cxnLst/>
              <a:rect l="l" t="t" r="r" b="b"/>
              <a:pathLst>
                <a:path w="268" h="77" extrusionOk="0">
                  <a:moveTo>
                    <a:pt x="117" y="0"/>
                  </a:moveTo>
                  <a:cubicBezTo>
                    <a:pt x="111" y="0"/>
                    <a:pt x="105" y="1"/>
                    <a:pt x="99" y="1"/>
                  </a:cubicBezTo>
                  <a:cubicBezTo>
                    <a:pt x="1" y="14"/>
                    <a:pt x="87" y="75"/>
                    <a:pt x="149" y="75"/>
                  </a:cubicBezTo>
                  <a:cubicBezTo>
                    <a:pt x="157" y="76"/>
                    <a:pt x="164" y="76"/>
                    <a:pt x="170" y="76"/>
                  </a:cubicBezTo>
                  <a:cubicBezTo>
                    <a:pt x="268" y="76"/>
                    <a:pt x="202" y="0"/>
                    <a:pt x="11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8" name="Google Shape;8024;p67">
              <a:extLst>
                <a:ext uri="{FF2B5EF4-FFF2-40B4-BE49-F238E27FC236}">
                  <a16:creationId xmlns:a16="http://schemas.microsoft.com/office/drawing/2014/main" id="{7D8F47F4-6499-2A92-8318-DA774DBB3E15}"/>
                </a:ext>
              </a:extLst>
            </p:cNvPr>
            <p:cNvSpPr/>
            <p:nvPr/>
          </p:nvSpPr>
          <p:spPr>
            <a:xfrm>
              <a:off x="3985450" y="4285300"/>
              <a:ext cx="9175" cy="2900"/>
            </a:xfrm>
            <a:custGeom>
              <a:avLst/>
              <a:gdLst/>
              <a:ahLst/>
              <a:cxnLst/>
              <a:rect l="l" t="t" r="r" b="b"/>
              <a:pathLst>
                <a:path w="367" h="116" extrusionOk="0">
                  <a:moveTo>
                    <a:pt x="240" y="0"/>
                  </a:moveTo>
                  <a:cubicBezTo>
                    <a:pt x="188" y="0"/>
                    <a:pt x="126" y="8"/>
                    <a:pt x="85" y="28"/>
                  </a:cubicBezTo>
                  <a:cubicBezTo>
                    <a:pt x="0" y="75"/>
                    <a:pt x="44" y="115"/>
                    <a:pt x="119" y="115"/>
                  </a:cubicBezTo>
                  <a:cubicBezTo>
                    <a:pt x="143" y="115"/>
                    <a:pt x="169" y="111"/>
                    <a:pt x="196" y="102"/>
                  </a:cubicBezTo>
                  <a:cubicBezTo>
                    <a:pt x="196" y="102"/>
                    <a:pt x="270" y="65"/>
                    <a:pt x="331" y="28"/>
                  </a:cubicBezTo>
                  <a:cubicBezTo>
                    <a:pt x="367" y="14"/>
                    <a:pt x="312" y="0"/>
                    <a:pt x="2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9" name="Google Shape;8025;p67">
              <a:extLst>
                <a:ext uri="{FF2B5EF4-FFF2-40B4-BE49-F238E27FC236}">
                  <a16:creationId xmlns:a16="http://schemas.microsoft.com/office/drawing/2014/main" id="{0A9A0402-3EE8-CE83-428E-48EB18E581F2}"/>
                </a:ext>
              </a:extLst>
            </p:cNvPr>
            <p:cNvSpPr/>
            <p:nvPr/>
          </p:nvSpPr>
          <p:spPr>
            <a:xfrm>
              <a:off x="4050100" y="4281175"/>
              <a:ext cx="6800" cy="2125"/>
            </a:xfrm>
            <a:custGeom>
              <a:avLst/>
              <a:gdLst/>
              <a:ahLst/>
              <a:cxnLst/>
              <a:rect l="l" t="t" r="r" b="b"/>
              <a:pathLst>
                <a:path w="272" h="85" extrusionOk="0">
                  <a:moveTo>
                    <a:pt x="121" y="1"/>
                  </a:moveTo>
                  <a:cubicBezTo>
                    <a:pt x="59" y="1"/>
                    <a:pt x="0" y="10"/>
                    <a:pt x="0" y="33"/>
                  </a:cubicBezTo>
                  <a:cubicBezTo>
                    <a:pt x="0" y="66"/>
                    <a:pt x="74" y="84"/>
                    <a:pt x="145" y="84"/>
                  </a:cubicBezTo>
                  <a:cubicBezTo>
                    <a:pt x="209" y="84"/>
                    <a:pt x="271" y="69"/>
                    <a:pt x="271" y="33"/>
                  </a:cubicBezTo>
                  <a:cubicBezTo>
                    <a:pt x="271" y="14"/>
                    <a:pt x="193" y="1"/>
                    <a:pt x="12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0" name="Google Shape;8026;p67">
              <a:extLst>
                <a:ext uri="{FF2B5EF4-FFF2-40B4-BE49-F238E27FC236}">
                  <a16:creationId xmlns:a16="http://schemas.microsoft.com/office/drawing/2014/main" id="{9CFD24BD-567D-2B36-8EEB-D4C43DA112D3}"/>
                </a:ext>
              </a:extLst>
            </p:cNvPr>
            <p:cNvSpPr/>
            <p:nvPr/>
          </p:nvSpPr>
          <p:spPr>
            <a:xfrm>
              <a:off x="3983250" y="4402150"/>
              <a:ext cx="6500" cy="4000"/>
            </a:xfrm>
            <a:custGeom>
              <a:avLst/>
              <a:gdLst/>
              <a:ahLst/>
              <a:cxnLst/>
              <a:rect l="l" t="t" r="r" b="b"/>
              <a:pathLst>
                <a:path w="260" h="160" extrusionOk="0">
                  <a:moveTo>
                    <a:pt x="129" y="0"/>
                  </a:moveTo>
                  <a:cubicBezTo>
                    <a:pt x="100" y="0"/>
                    <a:pt x="75" y="19"/>
                    <a:pt x="50" y="61"/>
                  </a:cubicBezTo>
                  <a:cubicBezTo>
                    <a:pt x="0" y="135"/>
                    <a:pt x="136" y="160"/>
                    <a:pt x="210" y="160"/>
                  </a:cubicBezTo>
                  <a:cubicBezTo>
                    <a:pt x="259" y="160"/>
                    <a:pt x="210" y="24"/>
                    <a:pt x="173" y="12"/>
                  </a:cubicBezTo>
                  <a:cubicBezTo>
                    <a:pt x="157" y="4"/>
                    <a:pt x="143" y="0"/>
                    <a:pt x="12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1" name="Google Shape;8027;p67">
              <a:extLst>
                <a:ext uri="{FF2B5EF4-FFF2-40B4-BE49-F238E27FC236}">
                  <a16:creationId xmlns:a16="http://schemas.microsoft.com/office/drawing/2014/main" id="{B8918F4F-41D4-A383-B6BD-4219D5CC23FA}"/>
                </a:ext>
              </a:extLst>
            </p:cNvPr>
            <p:cNvSpPr/>
            <p:nvPr/>
          </p:nvSpPr>
          <p:spPr>
            <a:xfrm>
              <a:off x="4560200" y="5158325"/>
              <a:ext cx="9550" cy="5750"/>
            </a:xfrm>
            <a:custGeom>
              <a:avLst/>
              <a:gdLst/>
              <a:ahLst/>
              <a:cxnLst/>
              <a:rect l="l" t="t" r="r" b="b"/>
              <a:pathLst>
                <a:path w="382" h="230" extrusionOk="0">
                  <a:moveTo>
                    <a:pt x="253" y="1"/>
                  </a:moveTo>
                  <a:cubicBezTo>
                    <a:pt x="247" y="1"/>
                    <a:pt x="241" y="1"/>
                    <a:pt x="234" y="2"/>
                  </a:cubicBezTo>
                  <a:cubicBezTo>
                    <a:pt x="136" y="2"/>
                    <a:pt x="0" y="88"/>
                    <a:pt x="62" y="150"/>
                  </a:cubicBezTo>
                  <a:cubicBezTo>
                    <a:pt x="110" y="189"/>
                    <a:pt x="214" y="229"/>
                    <a:pt x="288" y="229"/>
                  </a:cubicBezTo>
                  <a:cubicBezTo>
                    <a:pt x="329" y="229"/>
                    <a:pt x="361" y="217"/>
                    <a:pt x="370" y="187"/>
                  </a:cubicBezTo>
                  <a:cubicBezTo>
                    <a:pt x="381" y="83"/>
                    <a:pt x="339" y="1"/>
                    <a:pt x="25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2" name="Google Shape;8028;p67">
              <a:extLst>
                <a:ext uri="{FF2B5EF4-FFF2-40B4-BE49-F238E27FC236}">
                  <a16:creationId xmlns:a16="http://schemas.microsoft.com/office/drawing/2014/main" id="{CC54476F-8EB4-F594-CD6F-92E91C2D17D8}"/>
                </a:ext>
              </a:extLst>
            </p:cNvPr>
            <p:cNvSpPr/>
            <p:nvPr/>
          </p:nvSpPr>
          <p:spPr>
            <a:xfrm>
              <a:off x="4569425" y="5149350"/>
              <a:ext cx="8975" cy="5525"/>
            </a:xfrm>
            <a:custGeom>
              <a:avLst/>
              <a:gdLst/>
              <a:ahLst/>
              <a:cxnLst/>
              <a:rect l="l" t="t" r="r" b="b"/>
              <a:pathLst>
                <a:path w="359" h="221" extrusionOk="0">
                  <a:moveTo>
                    <a:pt x="327" y="0"/>
                  </a:moveTo>
                  <a:cubicBezTo>
                    <a:pt x="306" y="0"/>
                    <a:pt x="272" y="10"/>
                    <a:pt x="247" y="28"/>
                  </a:cubicBezTo>
                  <a:cubicBezTo>
                    <a:pt x="186" y="77"/>
                    <a:pt x="1" y="139"/>
                    <a:pt x="13" y="201"/>
                  </a:cubicBezTo>
                  <a:cubicBezTo>
                    <a:pt x="16" y="215"/>
                    <a:pt x="25" y="221"/>
                    <a:pt x="38" y="221"/>
                  </a:cubicBezTo>
                  <a:cubicBezTo>
                    <a:pt x="80" y="221"/>
                    <a:pt x="160" y="164"/>
                    <a:pt x="198" y="164"/>
                  </a:cubicBezTo>
                  <a:cubicBezTo>
                    <a:pt x="247" y="164"/>
                    <a:pt x="358" y="102"/>
                    <a:pt x="346" y="90"/>
                  </a:cubicBezTo>
                  <a:cubicBezTo>
                    <a:pt x="334" y="77"/>
                    <a:pt x="297" y="65"/>
                    <a:pt x="334" y="28"/>
                  </a:cubicBezTo>
                  <a:cubicBezTo>
                    <a:pt x="358" y="10"/>
                    <a:pt x="349" y="0"/>
                    <a:pt x="32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3" name="Google Shape;8029;p67">
              <a:extLst>
                <a:ext uri="{FF2B5EF4-FFF2-40B4-BE49-F238E27FC236}">
                  <a16:creationId xmlns:a16="http://schemas.microsoft.com/office/drawing/2014/main" id="{5F522AB8-EACE-99E1-36F5-8E5D94E3CFDD}"/>
                </a:ext>
              </a:extLst>
            </p:cNvPr>
            <p:cNvSpPr/>
            <p:nvPr/>
          </p:nvSpPr>
          <p:spPr>
            <a:xfrm>
              <a:off x="3567400" y="4713200"/>
              <a:ext cx="6175" cy="13600"/>
            </a:xfrm>
            <a:custGeom>
              <a:avLst/>
              <a:gdLst/>
              <a:ahLst/>
              <a:cxnLst/>
              <a:rect l="l" t="t" r="r" b="b"/>
              <a:pathLst>
                <a:path w="247" h="544" extrusionOk="0">
                  <a:moveTo>
                    <a:pt x="207" y="0"/>
                  </a:moveTo>
                  <a:cubicBezTo>
                    <a:pt x="165" y="0"/>
                    <a:pt x="56" y="119"/>
                    <a:pt x="25" y="212"/>
                  </a:cubicBezTo>
                  <a:cubicBezTo>
                    <a:pt x="0" y="323"/>
                    <a:pt x="37" y="446"/>
                    <a:pt x="136" y="520"/>
                  </a:cubicBezTo>
                  <a:cubicBezTo>
                    <a:pt x="155" y="536"/>
                    <a:pt x="167" y="543"/>
                    <a:pt x="176" y="543"/>
                  </a:cubicBezTo>
                  <a:cubicBezTo>
                    <a:pt x="210" y="543"/>
                    <a:pt x="168" y="419"/>
                    <a:pt x="198" y="360"/>
                  </a:cubicBezTo>
                  <a:cubicBezTo>
                    <a:pt x="235" y="249"/>
                    <a:pt x="247" y="125"/>
                    <a:pt x="222" y="15"/>
                  </a:cubicBezTo>
                  <a:cubicBezTo>
                    <a:pt x="220" y="5"/>
                    <a:pt x="215" y="0"/>
                    <a:pt x="20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4" name="Google Shape;8030;p67">
              <a:extLst>
                <a:ext uri="{FF2B5EF4-FFF2-40B4-BE49-F238E27FC236}">
                  <a16:creationId xmlns:a16="http://schemas.microsoft.com/office/drawing/2014/main" id="{D2455034-AFBE-616B-2FB9-220EA7AA2275}"/>
                </a:ext>
              </a:extLst>
            </p:cNvPr>
            <p:cNvSpPr/>
            <p:nvPr/>
          </p:nvSpPr>
          <p:spPr>
            <a:xfrm>
              <a:off x="3564925" y="4728475"/>
              <a:ext cx="9900" cy="18300"/>
            </a:xfrm>
            <a:custGeom>
              <a:avLst/>
              <a:gdLst/>
              <a:ahLst/>
              <a:cxnLst/>
              <a:rect l="l" t="t" r="r" b="b"/>
              <a:pathLst>
                <a:path w="396" h="732" extrusionOk="0">
                  <a:moveTo>
                    <a:pt x="285" y="0"/>
                  </a:moveTo>
                  <a:cubicBezTo>
                    <a:pt x="279" y="0"/>
                    <a:pt x="271" y="3"/>
                    <a:pt x="260" y="7"/>
                  </a:cubicBezTo>
                  <a:cubicBezTo>
                    <a:pt x="190" y="37"/>
                    <a:pt x="137" y="123"/>
                    <a:pt x="93" y="123"/>
                  </a:cubicBezTo>
                  <a:cubicBezTo>
                    <a:pt x="82" y="123"/>
                    <a:pt x="72" y="118"/>
                    <a:pt x="62" y="106"/>
                  </a:cubicBezTo>
                  <a:cubicBezTo>
                    <a:pt x="34" y="70"/>
                    <a:pt x="18" y="43"/>
                    <a:pt x="9" y="43"/>
                  </a:cubicBezTo>
                  <a:cubicBezTo>
                    <a:pt x="3" y="43"/>
                    <a:pt x="1" y="57"/>
                    <a:pt x="1" y="94"/>
                  </a:cubicBezTo>
                  <a:cubicBezTo>
                    <a:pt x="1" y="180"/>
                    <a:pt x="50" y="192"/>
                    <a:pt x="50" y="303"/>
                  </a:cubicBezTo>
                  <a:cubicBezTo>
                    <a:pt x="50" y="414"/>
                    <a:pt x="99" y="525"/>
                    <a:pt x="99" y="599"/>
                  </a:cubicBezTo>
                  <a:cubicBezTo>
                    <a:pt x="89" y="669"/>
                    <a:pt x="96" y="732"/>
                    <a:pt x="125" y="732"/>
                  </a:cubicBezTo>
                  <a:cubicBezTo>
                    <a:pt x="132" y="732"/>
                    <a:pt x="140" y="729"/>
                    <a:pt x="149" y="722"/>
                  </a:cubicBezTo>
                  <a:cubicBezTo>
                    <a:pt x="198" y="673"/>
                    <a:pt x="358" y="673"/>
                    <a:pt x="370" y="525"/>
                  </a:cubicBezTo>
                  <a:cubicBezTo>
                    <a:pt x="370" y="377"/>
                    <a:pt x="395" y="94"/>
                    <a:pt x="346" y="94"/>
                  </a:cubicBezTo>
                  <a:cubicBezTo>
                    <a:pt x="271" y="94"/>
                    <a:pt x="326" y="0"/>
                    <a:pt x="28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5" name="Google Shape;8031;p67">
              <a:extLst>
                <a:ext uri="{FF2B5EF4-FFF2-40B4-BE49-F238E27FC236}">
                  <a16:creationId xmlns:a16="http://schemas.microsoft.com/office/drawing/2014/main" id="{359F4E8C-6A68-2B08-C698-21A8E19F5502}"/>
                </a:ext>
              </a:extLst>
            </p:cNvPr>
            <p:cNvSpPr/>
            <p:nvPr/>
          </p:nvSpPr>
          <p:spPr>
            <a:xfrm>
              <a:off x="3589200" y="4752375"/>
              <a:ext cx="19800" cy="11100"/>
            </a:xfrm>
            <a:custGeom>
              <a:avLst/>
              <a:gdLst/>
              <a:ahLst/>
              <a:cxnLst/>
              <a:rect l="l" t="t" r="r" b="b"/>
              <a:pathLst>
                <a:path w="792" h="444" extrusionOk="0">
                  <a:moveTo>
                    <a:pt x="730" y="0"/>
                  </a:moveTo>
                  <a:cubicBezTo>
                    <a:pt x="669" y="0"/>
                    <a:pt x="484" y="49"/>
                    <a:pt x="422" y="49"/>
                  </a:cubicBezTo>
                  <a:cubicBezTo>
                    <a:pt x="361" y="49"/>
                    <a:pt x="299" y="12"/>
                    <a:pt x="225" y="12"/>
                  </a:cubicBezTo>
                  <a:cubicBezTo>
                    <a:pt x="213" y="12"/>
                    <a:pt x="196" y="12"/>
                    <a:pt x="177" y="12"/>
                  </a:cubicBezTo>
                  <a:cubicBezTo>
                    <a:pt x="103" y="12"/>
                    <a:pt x="1" y="20"/>
                    <a:pt x="40" y="99"/>
                  </a:cubicBezTo>
                  <a:cubicBezTo>
                    <a:pt x="89" y="197"/>
                    <a:pt x="114" y="210"/>
                    <a:pt x="237" y="234"/>
                  </a:cubicBezTo>
                  <a:cubicBezTo>
                    <a:pt x="373" y="259"/>
                    <a:pt x="508" y="444"/>
                    <a:pt x="595" y="444"/>
                  </a:cubicBezTo>
                  <a:cubicBezTo>
                    <a:pt x="681" y="444"/>
                    <a:pt x="718" y="419"/>
                    <a:pt x="693" y="370"/>
                  </a:cubicBezTo>
                  <a:cubicBezTo>
                    <a:pt x="669" y="320"/>
                    <a:pt x="582" y="247"/>
                    <a:pt x="632" y="197"/>
                  </a:cubicBezTo>
                  <a:cubicBezTo>
                    <a:pt x="669" y="148"/>
                    <a:pt x="792" y="0"/>
                    <a:pt x="7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6" name="Google Shape;8032;p67">
              <a:extLst>
                <a:ext uri="{FF2B5EF4-FFF2-40B4-BE49-F238E27FC236}">
                  <a16:creationId xmlns:a16="http://schemas.microsoft.com/office/drawing/2014/main" id="{951BC76B-2042-68EC-E020-50832F06F794}"/>
                </a:ext>
              </a:extLst>
            </p:cNvPr>
            <p:cNvSpPr/>
            <p:nvPr/>
          </p:nvSpPr>
          <p:spPr>
            <a:xfrm>
              <a:off x="3703550" y="4771950"/>
              <a:ext cx="14550" cy="8150"/>
            </a:xfrm>
            <a:custGeom>
              <a:avLst/>
              <a:gdLst/>
              <a:ahLst/>
              <a:cxnLst/>
              <a:rect l="l" t="t" r="r" b="b"/>
              <a:pathLst>
                <a:path w="582" h="326" extrusionOk="0">
                  <a:moveTo>
                    <a:pt x="577" y="0"/>
                  </a:moveTo>
                  <a:lnTo>
                    <a:pt x="577" y="0"/>
                  </a:lnTo>
                  <a:cubicBezTo>
                    <a:pt x="577" y="0"/>
                    <a:pt x="574" y="2"/>
                    <a:pt x="567" y="6"/>
                  </a:cubicBezTo>
                  <a:cubicBezTo>
                    <a:pt x="481" y="67"/>
                    <a:pt x="382" y="104"/>
                    <a:pt x="284" y="117"/>
                  </a:cubicBezTo>
                  <a:cubicBezTo>
                    <a:pt x="210" y="129"/>
                    <a:pt x="136" y="166"/>
                    <a:pt x="62" y="203"/>
                  </a:cubicBezTo>
                  <a:cubicBezTo>
                    <a:pt x="0" y="240"/>
                    <a:pt x="136" y="326"/>
                    <a:pt x="185" y="326"/>
                  </a:cubicBezTo>
                  <a:cubicBezTo>
                    <a:pt x="247" y="326"/>
                    <a:pt x="345" y="215"/>
                    <a:pt x="432" y="215"/>
                  </a:cubicBezTo>
                  <a:cubicBezTo>
                    <a:pt x="530" y="215"/>
                    <a:pt x="469" y="178"/>
                    <a:pt x="419" y="154"/>
                  </a:cubicBezTo>
                  <a:cubicBezTo>
                    <a:pt x="386" y="131"/>
                    <a:pt x="581" y="0"/>
                    <a:pt x="57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7" name="Google Shape;8033;p67">
              <a:extLst>
                <a:ext uri="{FF2B5EF4-FFF2-40B4-BE49-F238E27FC236}">
                  <a16:creationId xmlns:a16="http://schemas.microsoft.com/office/drawing/2014/main" id="{DA4DD672-7F8F-2EA3-4FC8-44C53BB0EE21}"/>
                </a:ext>
              </a:extLst>
            </p:cNvPr>
            <p:cNvSpPr/>
            <p:nvPr/>
          </p:nvSpPr>
          <p:spPr>
            <a:xfrm>
              <a:off x="3651775" y="4772975"/>
              <a:ext cx="18175" cy="5050"/>
            </a:xfrm>
            <a:custGeom>
              <a:avLst/>
              <a:gdLst/>
              <a:ahLst/>
              <a:cxnLst/>
              <a:rect l="l" t="t" r="r" b="b"/>
              <a:pathLst>
                <a:path w="727" h="202" extrusionOk="0">
                  <a:moveTo>
                    <a:pt x="47" y="0"/>
                  </a:moveTo>
                  <a:cubicBezTo>
                    <a:pt x="0" y="0"/>
                    <a:pt x="58" y="56"/>
                    <a:pt x="137" y="113"/>
                  </a:cubicBezTo>
                  <a:cubicBezTo>
                    <a:pt x="191" y="166"/>
                    <a:pt x="263" y="201"/>
                    <a:pt x="338" y="201"/>
                  </a:cubicBezTo>
                  <a:cubicBezTo>
                    <a:pt x="349" y="201"/>
                    <a:pt x="360" y="200"/>
                    <a:pt x="371" y="199"/>
                  </a:cubicBezTo>
                  <a:cubicBezTo>
                    <a:pt x="433" y="186"/>
                    <a:pt x="482" y="186"/>
                    <a:pt x="544" y="186"/>
                  </a:cubicBezTo>
                  <a:cubicBezTo>
                    <a:pt x="618" y="186"/>
                    <a:pt x="679" y="100"/>
                    <a:pt x="716" y="76"/>
                  </a:cubicBezTo>
                  <a:cubicBezTo>
                    <a:pt x="725" y="69"/>
                    <a:pt x="727" y="67"/>
                    <a:pt x="722" y="67"/>
                  </a:cubicBezTo>
                  <a:cubicBezTo>
                    <a:pt x="709" y="67"/>
                    <a:pt x="642" y="88"/>
                    <a:pt x="568" y="88"/>
                  </a:cubicBezTo>
                  <a:cubicBezTo>
                    <a:pt x="482" y="88"/>
                    <a:pt x="383" y="26"/>
                    <a:pt x="273" y="26"/>
                  </a:cubicBezTo>
                  <a:cubicBezTo>
                    <a:pt x="211" y="26"/>
                    <a:pt x="137" y="14"/>
                    <a:pt x="63" y="2"/>
                  </a:cubicBezTo>
                  <a:cubicBezTo>
                    <a:pt x="57" y="1"/>
                    <a:pt x="51" y="0"/>
                    <a:pt x="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8" name="Google Shape;8034;p67">
              <a:extLst>
                <a:ext uri="{FF2B5EF4-FFF2-40B4-BE49-F238E27FC236}">
                  <a16:creationId xmlns:a16="http://schemas.microsoft.com/office/drawing/2014/main" id="{768C8C64-DA07-9C6D-5E9B-88AC98A382DD}"/>
                </a:ext>
              </a:extLst>
            </p:cNvPr>
            <p:cNvSpPr/>
            <p:nvPr/>
          </p:nvSpPr>
          <p:spPr>
            <a:xfrm>
              <a:off x="3643475" y="4567350"/>
              <a:ext cx="9050" cy="6625"/>
            </a:xfrm>
            <a:custGeom>
              <a:avLst/>
              <a:gdLst/>
              <a:ahLst/>
              <a:cxnLst/>
              <a:rect l="l" t="t" r="r" b="b"/>
              <a:pathLst>
                <a:path w="362" h="265" extrusionOk="0">
                  <a:moveTo>
                    <a:pt x="310" y="0"/>
                  </a:moveTo>
                  <a:cubicBezTo>
                    <a:pt x="266" y="0"/>
                    <a:pt x="190" y="13"/>
                    <a:pt x="124" y="33"/>
                  </a:cubicBezTo>
                  <a:cubicBezTo>
                    <a:pt x="1" y="70"/>
                    <a:pt x="38" y="21"/>
                    <a:pt x="62" y="218"/>
                  </a:cubicBezTo>
                  <a:cubicBezTo>
                    <a:pt x="68" y="251"/>
                    <a:pt x="79" y="265"/>
                    <a:pt x="94" y="265"/>
                  </a:cubicBezTo>
                  <a:cubicBezTo>
                    <a:pt x="150" y="265"/>
                    <a:pt x="263" y="72"/>
                    <a:pt x="321" y="33"/>
                  </a:cubicBezTo>
                  <a:cubicBezTo>
                    <a:pt x="361" y="10"/>
                    <a:pt x="348" y="0"/>
                    <a:pt x="31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9" name="Google Shape;8035;p67">
              <a:extLst>
                <a:ext uri="{FF2B5EF4-FFF2-40B4-BE49-F238E27FC236}">
                  <a16:creationId xmlns:a16="http://schemas.microsoft.com/office/drawing/2014/main" id="{AF8EC089-C726-88BD-6B9B-92B55D513ED3}"/>
                </a:ext>
              </a:extLst>
            </p:cNvPr>
            <p:cNvSpPr/>
            <p:nvPr/>
          </p:nvSpPr>
          <p:spPr>
            <a:xfrm>
              <a:off x="3642875" y="4563250"/>
              <a:ext cx="7725" cy="3000"/>
            </a:xfrm>
            <a:custGeom>
              <a:avLst/>
              <a:gdLst/>
              <a:ahLst/>
              <a:cxnLst/>
              <a:rect l="l" t="t" r="r" b="b"/>
              <a:pathLst>
                <a:path w="309" h="120" extrusionOk="0">
                  <a:moveTo>
                    <a:pt x="230" y="0"/>
                  </a:moveTo>
                  <a:cubicBezTo>
                    <a:pt x="191" y="0"/>
                    <a:pt x="134" y="21"/>
                    <a:pt x="86" y="37"/>
                  </a:cubicBezTo>
                  <a:cubicBezTo>
                    <a:pt x="0" y="49"/>
                    <a:pt x="136" y="86"/>
                    <a:pt x="197" y="111"/>
                  </a:cubicBezTo>
                  <a:cubicBezTo>
                    <a:pt x="218" y="117"/>
                    <a:pt x="235" y="120"/>
                    <a:pt x="247" y="120"/>
                  </a:cubicBezTo>
                  <a:cubicBezTo>
                    <a:pt x="309" y="120"/>
                    <a:pt x="281" y="55"/>
                    <a:pt x="271" y="24"/>
                  </a:cubicBezTo>
                  <a:cubicBezTo>
                    <a:pt x="267" y="7"/>
                    <a:pt x="251" y="0"/>
                    <a:pt x="2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0" name="Google Shape;8036;p67">
              <a:extLst>
                <a:ext uri="{FF2B5EF4-FFF2-40B4-BE49-F238E27FC236}">
                  <a16:creationId xmlns:a16="http://schemas.microsoft.com/office/drawing/2014/main" id="{31E58183-9C87-7050-37F9-3E29E62DFEB8}"/>
                </a:ext>
              </a:extLst>
            </p:cNvPr>
            <p:cNvSpPr/>
            <p:nvPr/>
          </p:nvSpPr>
          <p:spPr>
            <a:xfrm>
              <a:off x="3622475" y="4574650"/>
              <a:ext cx="4400" cy="10550"/>
            </a:xfrm>
            <a:custGeom>
              <a:avLst/>
              <a:gdLst/>
              <a:ahLst/>
              <a:cxnLst/>
              <a:rect l="l" t="t" r="r" b="b"/>
              <a:pathLst>
                <a:path w="176" h="422" extrusionOk="0">
                  <a:moveTo>
                    <a:pt x="169" y="1"/>
                  </a:moveTo>
                  <a:cubicBezTo>
                    <a:pt x="138" y="1"/>
                    <a:pt x="15" y="171"/>
                    <a:pt x="15" y="246"/>
                  </a:cubicBezTo>
                  <a:cubicBezTo>
                    <a:pt x="15" y="323"/>
                    <a:pt x="0" y="421"/>
                    <a:pt x="17" y="421"/>
                  </a:cubicBezTo>
                  <a:cubicBezTo>
                    <a:pt x="22" y="421"/>
                    <a:pt x="29" y="413"/>
                    <a:pt x="40" y="394"/>
                  </a:cubicBezTo>
                  <a:cubicBezTo>
                    <a:pt x="102" y="283"/>
                    <a:pt x="151" y="147"/>
                    <a:pt x="175" y="12"/>
                  </a:cubicBezTo>
                  <a:cubicBezTo>
                    <a:pt x="175" y="4"/>
                    <a:pt x="173" y="1"/>
                    <a:pt x="16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1" name="Google Shape;8037;p67">
              <a:extLst>
                <a:ext uri="{FF2B5EF4-FFF2-40B4-BE49-F238E27FC236}">
                  <a16:creationId xmlns:a16="http://schemas.microsoft.com/office/drawing/2014/main" id="{0C669683-9B10-D237-B8BA-FDC728E16A48}"/>
                </a:ext>
              </a:extLst>
            </p:cNvPr>
            <p:cNvSpPr/>
            <p:nvPr/>
          </p:nvSpPr>
          <p:spPr>
            <a:xfrm>
              <a:off x="3630775" y="4549300"/>
              <a:ext cx="4100" cy="3575"/>
            </a:xfrm>
            <a:custGeom>
              <a:avLst/>
              <a:gdLst/>
              <a:ahLst/>
              <a:cxnLst/>
              <a:rect l="l" t="t" r="r" b="b"/>
              <a:pathLst>
                <a:path w="164" h="143" extrusionOk="0">
                  <a:moveTo>
                    <a:pt x="140" y="1"/>
                  </a:moveTo>
                  <a:cubicBezTo>
                    <a:pt x="112" y="1"/>
                    <a:pt x="64" y="30"/>
                    <a:pt x="28" y="65"/>
                  </a:cubicBezTo>
                  <a:cubicBezTo>
                    <a:pt x="0" y="93"/>
                    <a:pt x="44" y="143"/>
                    <a:pt x="93" y="143"/>
                  </a:cubicBezTo>
                  <a:cubicBezTo>
                    <a:pt x="109" y="143"/>
                    <a:pt x="125" y="138"/>
                    <a:pt x="139" y="126"/>
                  </a:cubicBezTo>
                  <a:cubicBezTo>
                    <a:pt x="164" y="90"/>
                    <a:pt x="164" y="65"/>
                    <a:pt x="164" y="16"/>
                  </a:cubicBezTo>
                  <a:cubicBezTo>
                    <a:pt x="160" y="5"/>
                    <a:pt x="152" y="1"/>
                    <a:pt x="14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2" name="Google Shape;8038;p67">
              <a:extLst>
                <a:ext uri="{FF2B5EF4-FFF2-40B4-BE49-F238E27FC236}">
                  <a16:creationId xmlns:a16="http://schemas.microsoft.com/office/drawing/2014/main" id="{004E37C1-8848-499B-D345-6EF24F44DF3E}"/>
                </a:ext>
              </a:extLst>
            </p:cNvPr>
            <p:cNvSpPr/>
            <p:nvPr/>
          </p:nvSpPr>
          <p:spPr>
            <a:xfrm>
              <a:off x="3581950" y="4594225"/>
              <a:ext cx="7950" cy="11175"/>
            </a:xfrm>
            <a:custGeom>
              <a:avLst/>
              <a:gdLst/>
              <a:ahLst/>
              <a:cxnLst/>
              <a:rect l="l" t="t" r="r" b="b"/>
              <a:pathLst>
                <a:path w="318" h="447" extrusionOk="0">
                  <a:moveTo>
                    <a:pt x="303" y="0"/>
                  </a:moveTo>
                  <a:cubicBezTo>
                    <a:pt x="301" y="0"/>
                    <a:pt x="297" y="6"/>
                    <a:pt x="293" y="18"/>
                  </a:cubicBezTo>
                  <a:cubicBezTo>
                    <a:pt x="293" y="57"/>
                    <a:pt x="261" y="130"/>
                    <a:pt x="229" y="130"/>
                  </a:cubicBezTo>
                  <a:cubicBezTo>
                    <a:pt x="222" y="130"/>
                    <a:pt x="214" y="126"/>
                    <a:pt x="207" y="116"/>
                  </a:cubicBezTo>
                  <a:cubicBezTo>
                    <a:pt x="176" y="85"/>
                    <a:pt x="146" y="21"/>
                    <a:pt x="122" y="21"/>
                  </a:cubicBezTo>
                  <a:cubicBezTo>
                    <a:pt x="117" y="21"/>
                    <a:pt x="113" y="24"/>
                    <a:pt x="108" y="30"/>
                  </a:cubicBezTo>
                  <a:cubicBezTo>
                    <a:pt x="86" y="52"/>
                    <a:pt x="55" y="93"/>
                    <a:pt x="31" y="93"/>
                  </a:cubicBezTo>
                  <a:cubicBezTo>
                    <a:pt x="28" y="93"/>
                    <a:pt x="25" y="93"/>
                    <a:pt x="22" y="91"/>
                  </a:cubicBezTo>
                  <a:cubicBezTo>
                    <a:pt x="20" y="90"/>
                    <a:pt x="17" y="90"/>
                    <a:pt x="16" y="90"/>
                  </a:cubicBezTo>
                  <a:cubicBezTo>
                    <a:pt x="0" y="90"/>
                    <a:pt x="12" y="134"/>
                    <a:pt x="34" y="178"/>
                  </a:cubicBezTo>
                  <a:cubicBezTo>
                    <a:pt x="71" y="227"/>
                    <a:pt x="96" y="289"/>
                    <a:pt x="133" y="338"/>
                  </a:cubicBezTo>
                  <a:cubicBezTo>
                    <a:pt x="195" y="387"/>
                    <a:pt x="219" y="412"/>
                    <a:pt x="256" y="436"/>
                  </a:cubicBezTo>
                  <a:cubicBezTo>
                    <a:pt x="263" y="443"/>
                    <a:pt x="267" y="446"/>
                    <a:pt x="270" y="446"/>
                  </a:cubicBezTo>
                  <a:cubicBezTo>
                    <a:pt x="281" y="446"/>
                    <a:pt x="259" y="388"/>
                    <a:pt x="269" y="338"/>
                  </a:cubicBezTo>
                  <a:cubicBezTo>
                    <a:pt x="281" y="276"/>
                    <a:pt x="318" y="264"/>
                    <a:pt x="318" y="190"/>
                  </a:cubicBezTo>
                  <a:cubicBezTo>
                    <a:pt x="318" y="138"/>
                    <a:pt x="318" y="0"/>
                    <a:pt x="30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3" name="Google Shape;8039;p67">
              <a:extLst>
                <a:ext uri="{FF2B5EF4-FFF2-40B4-BE49-F238E27FC236}">
                  <a16:creationId xmlns:a16="http://schemas.microsoft.com/office/drawing/2014/main" id="{DD196124-DE3A-A516-F6EE-71E523C11612}"/>
                </a:ext>
              </a:extLst>
            </p:cNvPr>
            <p:cNvSpPr/>
            <p:nvPr/>
          </p:nvSpPr>
          <p:spPr>
            <a:xfrm>
              <a:off x="3574800" y="4598325"/>
              <a:ext cx="7400" cy="7000"/>
            </a:xfrm>
            <a:custGeom>
              <a:avLst/>
              <a:gdLst/>
              <a:ahLst/>
              <a:cxnLst/>
              <a:rect l="l" t="t" r="r" b="b"/>
              <a:pathLst>
                <a:path w="296" h="280" extrusionOk="0">
                  <a:moveTo>
                    <a:pt x="74" y="1"/>
                  </a:moveTo>
                  <a:cubicBezTo>
                    <a:pt x="51" y="1"/>
                    <a:pt x="34" y="41"/>
                    <a:pt x="25" y="88"/>
                  </a:cubicBezTo>
                  <a:cubicBezTo>
                    <a:pt x="0" y="137"/>
                    <a:pt x="49" y="162"/>
                    <a:pt x="99" y="199"/>
                  </a:cubicBezTo>
                  <a:cubicBezTo>
                    <a:pt x="126" y="226"/>
                    <a:pt x="126" y="261"/>
                    <a:pt x="135" y="261"/>
                  </a:cubicBezTo>
                  <a:cubicBezTo>
                    <a:pt x="138" y="261"/>
                    <a:pt x="142" y="257"/>
                    <a:pt x="148" y="248"/>
                  </a:cubicBezTo>
                  <a:cubicBezTo>
                    <a:pt x="152" y="242"/>
                    <a:pt x="156" y="240"/>
                    <a:pt x="160" y="240"/>
                  </a:cubicBezTo>
                  <a:cubicBezTo>
                    <a:pt x="177" y="240"/>
                    <a:pt x="199" y="279"/>
                    <a:pt x="222" y="279"/>
                  </a:cubicBezTo>
                  <a:cubicBezTo>
                    <a:pt x="230" y="279"/>
                    <a:pt x="238" y="274"/>
                    <a:pt x="247" y="260"/>
                  </a:cubicBezTo>
                  <a:cubicBezTo>
                    <a:pt x="296" y="211"/>
                    <a:pt x="234" y="112"/>
                    <a:pt x="222" y="63"/>
                  </a:cubicBezTo>
                  <a:cubicBezTo>
                    <a:pt x="197" y="1"/>
                    <a:pt x="148" y="38"/>
                    <a:pt x="99" y="14"/>
                  </a:cubicBezTo>
                  <a:cubicBezTo>
                    <a:pt x="90" y="5"/>
                    <a:pt x="82" y="1"/>
                    <a:pt x="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4" name="Google Shape;8040;p67">
              <a:extLst>
                <a:ext uri="{FF2B5EF4-FFF2-40B4-BE49-F238E27FC236}">
                  <a16:creationId xmlns:a16="http://schemas.microsoft.com/office/drawing/2014/main" id="{01F4F3AA-CD73-379D-5FE4-285DCADCC204}"/>
                </a:ext>
              </a:extLst>
            </p:cNvPr>
            <p:cNvSpPr/>
            <p:nvPr/>
          </p:nvSpPr>
          <p:spPr>
            <a:xfrm>
              <a:off x="3530700" y="4738200"/>
              <a:ext cx="6725" cy="4825"/>
            </a:xfrm>
            <a:custGeom>
              <a:avLst/>
              <a:gdLst/>
              <a:ahLst/>
              <a:cxnLst/>
              <a:rect l="l" t="t" r="r" b="b"/>
              <a:pathLst>
                <a:path w="269" h="193" extrusionOk="0">
                  <a:moveTo>
                    <a:pt x="190" y="0"/>
                  </a:moveTo>
                  <a:cubicBezTo>
                    <a:pt x="162" y="0"/>
                    <a:pt x="78" y="85"/>
                    <a:pt x="27" y="136"/>
                  </a:cubicBezTo>
                  <a:cubicBezTo>
                    <a:pt x="0" y="152"/>
                    <a:pt x="1" y="156"/>
                    <a:pt x="15" y="156"/>
                  </a:cubicBezTo>
                  <a:cubicBezTo>
                    <a:pt x="32" y="156"/>
                    <a:pt x="73" y="148"/>
                    <a:pt x="101" y="148"/>
                  </a:cubicBezTo>
                  <a:cubicBezTo>
                    <a:pt x="162" y="148"/>
                    <a:pt x="150" y="160"/>
                    <a:pt x="175" y="185"/>
                  </a:cubicBezTo>
                  <a:cubicBezTo>
                    <a:pt x="178" y="190"/>
                    <a:pt x="182" y="192"/>
                    <a:pt x="186" y="192"/>
                  </a:cubicBezTo>
                  <a:cubicBezTo>
                    <a:pt x="217" y="192"/>
                    <a:pt x="268" y="99"/>
                    <a:pt x="236" y="99"/>
                  </a:cubicBezTo>
                  <a:cubicBezTo>
                    <a:pt x="230" y="100"/>
                    <a:pt x="224" y="100"/>
                    <a:pt x="219" y="100"/>
                  </a:cubicBezTo>
                  <a:cubicBezTo>
                    <a:pt x="167" y="100"/>
                    <a:pt x="188" y="46"/>
                    <a:pt x="199" y="13"/>
                  </a:cubicBezTo>
                  <a:cubicBezTo>
                    <a:pt x="199" y="4"/>
                    <a:pt x="196" y="0"/>
                    <a:pt x="19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5" name="Google Shape;8041;p67">
              <a:extLst>
                <a:ext uri="{FF2B5EF4-FFF2-40B4-BE49-F238E27FC236}">
                  <a16:creationId xmlns:a16="http://schemas.microsoft.com/office/drawing/2014/main" id="{F1974E3B-3542-846E-3DE7-78EE0FBAEC03}"/>
                </a:ext>
              </a:extLst>
            </p:cNvPr>
            <p:cNvSpPr/>
            <p:nvPr/>
          </p:nvSpPr>
          <p:spPr>
            <a:xfrm>
              <a:off x="3473450" y="4569550"/>
              <a:ext cx="6500" cy="6725"/>
            </a:xfrm>
            <a:custGeom>
              <a:avLst/>
              <a:gdLst/>
              <a:ahLst/>
              <a:cxnLst/>
              <a:rect l="l" t="t" r="r" b="b"/>
              <a:pathLst>
                <a:path w="260" h="269" extrusionOk="0">
                  <a:moveTo>
                    <a:pt x="205" y="1"/>
                  </a:moveTo>
                  <a:cubicBezTo>
                    <a:pt x="151" y="1"/>
                    <a:pt x="59" y="132"/>
                    <a:pt x="37" y="154"/>
                  </a:cubicBezTo>
                  <a:cubicBezTo>
                    <a:pt x="0" y="191"/>
                    <a:pt x="37" y="204"/>
                    <a:pt x="62" y="253"/>
                  </a:cubicBezTo>
                  <a:cubicBezTo>
                    <a:pt x="70" y="265"/>
                    <a:pt x="76" y="269"/>
                    <a:pt x="83" y="269"/>
                  </a:cubicBezTo>
                  <a:cubicBezTo>
                    <a:pt x="96" y="269"/>
                    <a:pt x="107" y="249"/>
                    <a:pt x="124" y="241"/>
                  </a:cubicBezTo>
                  <a:cubicBezTo>
                    <a:pt x="148" y="228"/>
                    <a:pt x="148" y="191"/>
                    <a:pt x="173" y="167"/>
                  </a:cubicBezTo>
                  <a:cubicBezTo>
                    <a:pt x="198" y="142"/>
                    <a:pt x="259" y="56"/>
                    <a:pt x="222" y="6"/>
                  </a:cubicBezTo>
                  <a:cubicBezTo>
                    <a:pt x="217" y="3"/>
                    <a:pt x="211" y="1"/>
                    <a:pt x="20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6" name="Google Shape;8042;p67">
              <a:extLst>
                <a:ext uri="{FF2B5EF4-FFF2-40B4-BE49-F238E27FC236}">
                  <a16:creationId xmlns:a16="http://schemas.microsoft.com/office/drawing/2014/main" id="{CBF4283F-F464-B4AC-9C16-BCB55B4639CE}"/>
                </a:ext>
              </a:extLst>
            </p:cNvPr>
            <p:cNvSpPr/>
            <p:nvPr/>
          </p:nvSpPr>
          <p:spPr>
            <a:xfrm>
              <a:off x="3475300" y="4578875"/>
              <a:ext cx="4950" cy="3800"/>
            </a:xfrm>
            <a:custGeom>
              <a:avLst/>
              <a:gdLst/>
              <a:ahLst/>
              <a:cxnLst/>
              <a:rect l="l" t="t" r="r" b="b"/>
              <a:pathLst>
                <a:path w="198" h="152" extrusionOk="0">
                  <a:moveTo>
                    <a:pt x="145" y="0"/>
                  </a:moveTo>
                  <a:cubicBezTo>
                    <a:pt x="139" y="0"/>
                    <a:pt x="130" y="3"/>
                    <a:pt x="111" y="15"/>
                  </a:cubicBezTo>
                  <a:cubicBezTo>
                    <a:pt x="74" y="52"/>
                    <a:pt x="0" y="52"/>
                    <a:pt x="50" y="89"/>
                  </a:cubicBezTo>
                  <a:cubicBezTo>
                    <a:pt x="87" y="117"/>
                    <a:pt x="103" y="152"/>
                    <a:pt x="124" y="152"/>
                  </a:cubicBezTo>
                  <a:cubicBezTo>
                    <a:pt x="131" y="152"/>
                    <a:pt x="139" y="148"/>
                    <a:pt x="148" y="139"/>
                  </a:cubicBezTo>
                  <a:cubicBezTo>
                    <a:pt x="197" y="102"/>
                    <a:pt x="185" y="3"/>
                    <a:pt x="161" y="3"/>
                  </a:cubicBezTo>
                  <a:cubicBezTo>
                    <a:pt x="154" y="3"/>
                    <a:pt x="151" y="0"/>
                    <a:pt x="14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7" name="Google Shape;8043;p67">
              <a:extLst>
                <a:ext uri="{FF2B5EF4-FFF2-40B4-BE49-F238E27FC236}">
                  <a16:creationId xmlns:a16="http://schemas.microsoft.com/office/drawing/2014/main" id="{2229E04A-A3BB-F7AF-97A3-DD52AB8711C2}"/>
                </a:ext>
              </a:extLst>
            </p:cNvPr>
            <p:cNvSpPr/>
            <p:nvPr/>
          </p:nvSpPr>
          <p:spPr>
            <a:xfrm>
              <a:off x="3480225" y="4582325"/>
              <a:ext cx="2500" cy="1250"/>
            </a:xfrm>
            <a:custGeom>
              <a:avLst/>
              <a:gdLst/>
              <a:ahLst/>
              <a:cxnLst/>
              <a:rect l="l" t="t" r="r" b="b"/>
              <a:pathLst>
                <a:path w="100" h="50" extrusionOk="0">
                  <a:moveTo>
                    <a:pt x="74" y="1"/>
                  </a:moveTo>
                  <a:cubicBezTo>
                    <a:pt x="37" y="1"/>
                    <a:pt x="0" y="38"/>
                    <a:pt x="37" y="50"/>
                  </a:cubicBezTo>
                  <a:cubicBezTo>
                    <a:pt x="62" y="50"/>
                    <a:pt x="99" y="1"/>
                    <a:pt x="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8" name="Google Shape;8044;p67">
              <a:extLst>
                <a:ext uri="{FF2B5EF4-FFF2-40B4-BE49-F238E27FC236}">
                  <a16:creationId xmlns:a16="http://schemas.microsoft.com/office/drawing/2014/main" id="{3474E07B-323B-FBFB-6090-038352026632}"/>
                </a:ext>
              </a:extLst>
            </p:cNvPr>
            <p:cNvSpPr/>
            <p:nvPr/>
          </p:nvSpPr>
          <p:spPr>
            <a:xfrm>
              <a:off x="3479500" y="4586625"/>
              <a:ext cx="1900" cy="2525"/>
            </a:xfrm>
            <a:custGeom>
              <a:avLst/>
              <a:gdLst/>
              <a:ahLst/>
              <a:cxnLst/>
              <a:rect l="l" t="t" r="r" b="b"/>
              <a:pathLst>
                <a:path w="76" h="101" extrusionOk="0">
                  <a:moveTo>
                    <a:pt x="68" y="0"/>
                  </a:moveTo>
                  <a:cubicBezTo>
                    <a:pt x="68" y="0"/>
                    <a:pt x="67" y="0"/>
                    <a:pt x="66" y="1"/>
                  </a:cubicBezTo>
                  <a:cubicBezTo>
                    <a:pt x="55" y="24"/>
                    <a:pt x="0" y="101"/>
                    <a:pt x="23" y="101"/>
                  </a:cubicBezTo>
                  <a:cubicBezTo>
                    <a:pt x="25" y="101"/>
                    <a:pt x="27" y="101"/>
                    <a:pt x="29" y="100"/>
                  </a:cubicBezTo>
                  <a:cubicBezTo>
                    <a:pt x="53" y="88"/>
                    <a:pt x="76" y="0"/>
                    <a:pt x="6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9" name="Google Shape;8045;p67">
              <a:extLst>
                <a:ext uri="{FF2B5EF4-FFF2-40B4-BE49-F238E27FC236}">
                  <a16:creationId xmlns:a16="http://schemas.microsoft.com/office/drawing/2014/main" id="{34AC0B11-93DF-EF72-2BEE-655D078513CE}"/>
                </a:ext>
              </a:extLst>
            </p:cNvPr>
            <p:cNvSpPr/>
            <p:nvPr/>
          </p:nvSpPr>
          <p:spPr>
            <a:xfrm>
              <a:off x="3480225" y="4589725"/>
              <a:ext cx="2500" cy="1250"/>
            </a:xfrm>
            <a:custGeom>
              <a:avLst/>
              <a:gdLst/>
              <a:ahLst/>
              <a:cxnLst/>
              <a:rect l="l" t="t" r="r" b="b"/>
              <a:pathLst>
                <a:path w="100" h="50" extrusionOk="0">
                  <a:moveTo>
                    <a:pt x="62" y="0"/>
                  </a:moveTo>
                  <a:cubicBezTo>
                    <a:pt x="25" y="0"/>
                    <a:pt x="0" y="50"/>
                    <a:pt x="37" y="50"/>
                  </a:cubicBezTo>
                  <a:cubicBezTo>
                    <a:pt x="74" y="50"/>
                    <a:pt x="99" y="0"/>
                    <a:pt x="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0" name="Google Shape;8046;p67">
              <a:extLst>
                <a:ext uri="{FF2B5EF4-FFF2-40B4-BE49-F238E27FC236}">
                  <a16:creationId xmlns:a16="http://schemas.microsoft.com/office/drawing/2014/main" id="{D365A52C-3558-1E17-DE5C-34487297C9B1}"/>
                </a:ext>
              </a:extLst>
            </p:cNvPr>
            <p:cNvSpPr/>
            <p:nvPr/>
          </p:nvSpPr>
          <p:spPr>
            <a:xfrm>
              <a:off x="3489150" y="4610325"/>
              <a:ext cx="900" cy="2525"/>
            </a:xfrm>
            <a:custGeom>
              <a:avLst/>
              <a:gdLst/>
              <a:ahLst/>
              <a:cxnLst/>
              <a:rect l="l" t="t" r="r" b="b"/>
              <a:pathLst>
                <a:path w="36" h="101" extrusionOk="0">
                  <a:moveTo>
                    <a:pt x="27" y="1"/>
                  </a:moveTo>
                  <a:cubicBezTo>
                    <a:pt x="27" y="1"/>
                    <a:pt x="26" y="1"/>
                    <a:pt x="25" y="2"/>
                  </a:cubicBezTo>
                  <a:cubicBezTo>
                    <a:pt x="1" y="51"/>
                    <a:pt x="1" y="88"/>
                    <a:pt x="1" y="100"/>
                  </a:cubicBezTo>
                  <a:cubicBezTo>
                    <a:pt x="12" y="100"/>
                    <a:pt x="35" y="1"/>
                    <a:pt x="2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1" name="Google Shape;8047;p67">
              <a:extLst>
                <a:ext uri="{FF2B5EF4-FFF2-40B4-BE49-F238E27FC236}">
                  <a16:creationId xmlns:a16="http://schemas.microsoft.com/office/drawing/2014/main" id="{6BA7C7D4-68F8-6343-894C-6CE51565E9B4}"/>
                </a:ext>
              </a:extLst>
            </p:cNvPr>
            <p:cNvSpPr/>
            <p:nvPr/>
          </p:nvSpPr>
          <p:spPr>
            <a:xfrm>
              <a:off x="3506725" y="4548250"/>
              <a:ext cx="2775" cy="4300"/>
            </a:xfrm>
            <a:custGeom>
              <a:avLst/>
              <a:gdLst/>
              <a:ahLst/>
              <a:cxnLst/>
              <a:rect l="l" t="t" r="r" b="b"/>
              <a:pathLst>
                <a:path w="111" h="172" extrusionOk="0">
                  <a:moveTo>
                    <a:pt x="105" y="0"/>
                  </a:moveTo>
                  <a:cubicBezTo>
                    <a:pt x="94" y="0"/>
                    <a:pt x="72" y="35"/>
                    <a:pt x="37" y="70"/>
                  </a:cubicBezTo>
                  <a:cubicBezTo>
                    <a:pt x="0" y="119"/>
                    <a:pt x="37" y="144"/>
                    <a:pt x="74" y="168"/>
                  </a:cubicBezTo>
                  <a:cubicBezTo>
                    <a:pt x="77" y="171"/>
                    <a:pt x="80" y="171"/>
                    <a:pt x="82" y="171"/>
                  </a:cubicBezTo>
                  <a:cubicBezTo>
                    <a:pt x="111" y="171"/>
                    <a:pt x="111" y="55"/>
                    <a:pt x="111" y="21"/>
                  </a:cubicBezTo>
                  <a:cubicBezTo>
                    <a:pt x="111" y="6"/>
                    <a:pt x="109" y="0"/>
                    <a:pt x="10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2" name="Google Shape;8048;p67">
              <a:extLst>
                <a:ext uri="{FF2B5EF4-FFF2-40B4-BE49-F238E27FC236}">
                  <a16:creationId xmlns:a16="http://schemas.microsoft.com/office/drawing/2014/main" id="{B5526E0A-45AD-5AF4-4F32-BD623B63828C}"/>
                </a:ext>
              </a:extLst>
            </p:cNvPr>
            <p:cNvSpPr/>
            <p:nvPr/>
          </p:nvSpPr>
          <p:spPr>
            <a:xfrm>
              <a:off x="3163250" y="5426750"/>
              <a:ext cx="6800" cy="5475"/>
            </a:xfrm>
            <a:custGeom>
              <a:avLst/>
              <a:gdLst/>
              <a:ahLst/>
              <a:cxnLst/>
              <a:rect l="l" t="t" r="r" b="b"/>
              <a:pathLst>
                <a:path w="272" h="219" extrusionOk="0">
                  <a:moveTo>
                    <a:pt x="81" y="1"/>
                  </a:moveTo>
                  <a:cubicBezTo>
                    <a:pt x="74" y="1"/>
                    <a:pt x="68" y="3"/>
                    <a:pt x="62" y="9"/>
                  </a:cubicBezTo>
                  <a:cubicBezTo>
                    <a:pt x="38" y="21"/>
                    <a:pt x="25" y="34"/>
                    <a:pt x="13" y="95"/>
                  </a:cubicBezTo>
                  <a:cubicBezTo>
                    <a:pt x="1" y="157"/>
                    <a:pt x="13" y="218"/>
                    <a:pt x="87" y="218"/>
                  </a:cubicBezTo>
                  <a:cubicBezTo>
                    <a:pt x="149" y="206"/>
                    <a:pt x="272" y="71"/>
                    <a:pt x="235" y="46"/>
                  </a:cubicBezTo>
                  <a:cubicBezTo>
                    <a:pt x="232" y="43"/>
                    <a:pt x="228" y="41"/>
                    <a:pt x="225" y="41"/>
                  </a:cubicBezTo>
                  <a:cubicBezTo>
                    <a:pt x="210" y="41"/>
                    <a:pt x="194" y="74"/>
                    <a:pt x="178" y="74"/>
                  </a:cubicBezTo>
                  <a:cubicBezTo>
                    <a:pt x="172" y="74"/>
                    <a:pt x="167" y="70"/>
                    <a:pt x="161" y="58"/>
                  </a:cubicBezTo>
                  <a:cubicBezTo>
                    <a:pt x="132" y="30"/>
                    <a:pt x="104" y="1"/>
                    <a:pt x="8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3" name="Google Shape;8049;p67">
              <a:extLst>
                <a:ext uri="{FF2B5EF4-FFF2-40B4-BE49-F238E27FC236}">
                  <a16:creationId xmlns:a16="http://schemas.microsoft.com/office/drawing/2014/main" id="{9A0E27B1-4433-496D-1D39-D3C0B00BDCC4}"/>
                </a:ext>
              </a:extLst>
            </p:cNvPr>
            <p:cNvSpPr/>
            <p:nvPr/>
          </p:nvSpPr>
          <p:spPr>
            <a:xfrm>
              <a:off x="3158250" y="5430650"/>
              <a:ext cx="7200" cy="3775"/>
            </a:xfrm>
            <a:custGeom>
              <a:avLst/>
              <a:gdLst/>
              <a:ahLst/>
              <a:cxnLst/>
              <a:rect l="l" t="t" r="r" b="b"/>
              <a:pathLst>
                <a:path w="288" h="151" extrusionOk="0">
                  <a:moveTo>
                    <a:pt x="156" y="0"/>
                  </a:moveTo>
                  <a:cubicBezTo>
                    <a:pt x="140" y="0"/>
                    <a:pt x="105" y="35"/>
                    <a:pt x="78" y="62"/>
                  </a:cubicBezTo>
                  <a:cubicBezTo>
                    <a:pt x="55" y="85"/>
                    <a:pt x="0" y="150"/>
                    <a:pt x="41" y="150"/>
                  </a:cubicBezTo>
                  <a:cubicBezTo>
                    <a:pt x="44" y="150"/>
                    <a:pt x="48" y="150"/>
                    <a:pt x="53" y="149"/>
                  </a:cubicBezTo>
                  <a:cubicBezTo>
                    <a:pt x="115" y="149"/>
                    <a:pt x="287" y="124"/>
                    <a:pt x="225" y="87"/>
                  </a:cubicBezTo>
                  <a:cubicBezTo>
                    <a:pt x="176" y="50"/>
                    <a:pt x="164" y="38"/>
                    <a:pt x="164" y="13"/>
                  </a:cubicBezTo>
                  <a:cubicBezTo>
                    <a:pt x="164" y="4"/>
                    <a:pt x="161" y="0"/>
                    <a:pt x="15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4" name="Google Shape;8050;p67">
              <a:extLst>
                <a:ext uri="{FF2B5EF4-FFF2-40B4-BE49-F238E27FC236}">
                  <a16:creationId xmlns:a16="http://schemas.microsoft.com/office/drawing/2014/main" id="{BDA7EEB6-2AA3-1EE9-DDA5-C8A3F300D320}"/>
                </a:ext>
              </a:extLst>
            </p:cNvPr>
            <p:cNvSpPr/>
            <p:nvPr/>
          </p:nvSpPr>
          <p:spPr>
            <a:xfrm>
              <a:off x="3150225" y="5426475"/>
              <a:ext cx="11175" cy="8325"/>
            </a:xfrm>
            <a:custGeom>
              <a:avLst/>
              <a:gdLst/>
              <a:ahLst/>
              <a:cxnLst/>
              <a:rect l="l" t="t" r="r" b="b"/>
              <a:pathLst>
                <a:path w="447" h="333" extrusionOk="0">
                  <a:moveTo>
                    <a:pt x="263" y="1"/>
                  </a:moveTo>
                  <a:cubicBezTo>
                    <a:pt x="262" y="1"/>
                    <a:pt x="258" y="3"/>
                    <a:pt x="251" y="8"/>
                  </a:cubicBezTo>
                  <a:cubicBezTo>
                    <a:pt x="226" y="20"/>
                    <a:pt x="189" y="32"/>
                    <a:pt x="152" y="32"/>
                  </a:cubicBezTo>
                  <a:cubicBezTo>
                    <a:pt x="128" y="32"/>
                    <a:pt x="103" y="45"/>
                    <a:pt x="152" y="69"/>
                  </a:cubicBezTo>
                  <a:cubicBezTo>
                    <a:pt x="214" y="94"/>
                    <a:pt x="251" y="119"/>
                    <a:pt x="201" y="131"/>
                  </a:cubicBezTo>
                  <a:cubicBezTo>
                    <a:pt x="152" y="131"/>
                    <a:pt x="91" y="131"/>
                    <a:pt x="115" y="143"/>
                  </a:cubicBezTo>
                  <a:cubicBezTo>
                    <a:pt x="140" y="168"/>
                    <a:pt x="189" y="205"/>
                    <a:pt x="140" y="242"/>
                  </a:cubicBezTo>
                  <a:cubicBezTo>
                    <a:pt x="106" y="255"/>
                    <a:pt x="87" y="265"/>
                    <a:pt x="73" y="265"/>
                  </a:cubicBezTo>
                  <a:cubicBezTo>
                    <a:pt x="61" y="265"/>
                    <a:pt x="52" y="258"/>
                    <a:pt x="41" y="242"/>
                  </a:cubicBezTo>
                  <a:cubicBezTo>
                    <a:pt x="31" y="221"/>
                    <a:pt x="19" y="211"/>
                    <a:pt x="11" y="211"/>
                  </a:cubicBezTo>
                  <a:cubicBezTo>
                    <a:pt x="1" y="211"/>
                    <a:pt x="0" y="230"/>
                    <a:pt x="29" y="266"/>
                  </a:cubicBezTo>
                  <a:cubicBezTo>
                    <a:pt x="58" y="314"/>
                    <a:pt x="57" y="332"/>
                    <a:pt x="89" y="332"/>
                  </a:cubicBezTo>
                  <a:cubicBezTo>
                    <a:pt x="99" y="332"/>
                    <a:pt x="111" y="331"/>
                    <a:pt x="128" y="328"/>
                  </a:cubicBezTo>
                  <a:cubicBezTo>
                    <a:pt x="189" y="328"/>
                    <a:pt x="251" y="303"/>
                    <a:pt x="288" y="254"/>
                  </a:cubicBezTo>
                  <a:cubicBezTo>
                    <a:pt x="345" y="208"/>
                    <a:pt x="447" y="42"/>
                    <a:pt x="408" y="42"/>
                  </a:cubicBezTo>
                  <a:cubicBezTo>
                    <a:pt x="406" y="42"/>
                    <a:pt x="402" y="43"/>
                    <a:pt x="399" y="45"/>
                  </a:cubicBezTo>
                  <a:cubicBezTo>
                    <a:pt x="358" y="69"/>
                    <a:pt x="329" y="88"/>
                    <a:pt x="303" y="88"/>
                  </a:cubicBezTo>
                  <a:cubicBezTo>
                    <a:pt x="289" y="88"/>
                    <a:pt x="276" y="82"/>
                    <a:pt x="263" y="69"/>
                  </a:cubicBezTo>
                  <a:cubicBezTo>
                    <a:pt x="243" y="39"/>
                    <a:pt x="272" y="1"/>
                    <a:pt x="26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5" name="Google Shape;8051;p67">
              <a:extLst>
                <a:ext uri="{FF2B5EF4-FFF2-40B4-BE49-F238E27FC236}">
                  <a16:creationId xmlns:a16="http://schemas.microsoft.com/office/drawing/2014/main" id="{F84C7D94-C602-8092-65AD-02D046769DD6}"/>
                </a:ext>
              </a:extLst>
            </p:cNvPr>
            <p:cNvSpPr/>
            <p:nvPr/>
          </p:nvSpPr>
          <p:spPr>
            <a:xfrm>
              <a:off x="3075475" y="5438350"/>
              <a:ext cx="15425" cy="6125"/>
            </a:xfrm>
            <a:custGeom>
              <a:avLst/>
              <a:gdLst/>
              <a:ahLst/>
              <a:cxnLst/>
              <a:rect l="l" t="t" r="r" b="b"/>
              <a:pathLst>
                <a:path w="617" h="245" extrusionOk="0">
                  <a:moveTo>
                    <a:pt x="181" y="0"/>
                  </a:moveTo>
                  <a:cubicBezTo>
                    <a:pt x="169" y="0"/>
                    <a:pt x="157" y="4"/>
                    <a:pt x="148" y="13"/>
                  </a:cubicBezTo>
                  <a:cubicBezTo>
                    <a:pt x="123" y="50"/>
                    <a:pt x="111" y="87"/>
                    <a:pt x="86" y="87"/>
                  </a:cubicBezTo>
                  <a:cubicBezTo>
                    <a:pt x="49" y="87"/>
                    <a:pt x="0" y="112"/>
                    <a:pt x="62" y="124"/>
                  </a:cubicBezTo>
                  <a:cubicBezTo>
                    <a:pt x="123" y="149"/>
                    <a:pt x="86" y="161"/>
                    <a:pt x="111" y="198"/>
                  </a:cubicBezTo>
                  <a:cubicBezTo>
                    <a:pt x="148" y="223"/>
                    <a:pt x="123" y="235"/>
                    <a:pt x="173" y="235"/>
                  </a:cubicBezTo>
                  <a:cubicBezTo>
                    <a:pt x="197" y="241"/>
                    <a:pt x="222" y="244"/>
                    <a:pt x="245" y="244"/>
                  </a:cubicBezTo>
                  <a:cubicBezTo>
                    <a:pt x="268" y="244"/>
                    <a:pt x="290" y="241"/>
                    <a:pt x="308" y="235"/>
                  </a:cubicBezTo>
                  <a:cubicBezTo>
                    <a:pt x="370" y="223"/>
                    <a:pt x="616" y="87"/>
                    <a:pt x="505" y="87"/>
                  </a:cubicBezTo>
                  <a:cubicBezTo>
                    <a:pt x="468" y="87"/>
                    <a:pt x="505" y="38"/>
                    <a:pt x="444" y="38"/>
                  </a:cubicBezTo>
                  <a:cubicBezTo>
                    <a:pt x="370" y="38"/>
                    <a:pt x="358" y="50"/>
                    <a:pt x="321" y="50"/>
                  </a:cubicBezTo>
                  <a:cubicBezTo>
                    <a:pt x="291" y="50"/>
                    <a:pt x="270" y="63"/>
                    <a:pt x="256" y="63"/>
                  </a:cubicBezTo>
                  <a:cubicBezTo>
                    <a:pt x="246" y="63"/>
                    <a:pt x="239" y="58"/>
                    <a:pt x="234" y="38"/>
                  </a:cubicBezTo>
                  <a:cubicBezTo>
                    <a:pt x="226" y="14"/>
                    <a:pt x="203" y="0"/>
                    <a:pt x="18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6" name="Google Shape;8052;p67">
              <a:extLst>
                <a:ext uri="{FF2B5EF4-FFF2-40B4-BE49-F238E27FC236}">
                  <a16:creationId xmlns:a16="http://schemas.microsoft.com/office/drawing/2014/main" id="{BA1B08AE-C2BE-530C-A042-AACA2E06CCD4}"/>
                </a:ext>
              </a:extLst>
            </p:cNvPr>
            <p:cNvSpPr/>
            <p:nvPr/>
          </p:nvSpPr>
          <p:spPr>
            <a:xfrm>
              <a:off x="3074300" y="5446250"/>
              <a:ext cx="10750" cy="6625"/>
            </a:xfrm>
            <a:custGeom>
              <a:avLst/>
              <a:gdLst/>
              <a:ahLst/>
              <a:cxnLst/>
              <a:rect l="l" t="t" r="r" b="b"/>
              <a:pathLst>
                <a:path w="430" h="265" extrusionOk="0">
                  <a:moveTo>
                    <a:pt x="77" y="0"/>
                  </a:moveTo>
                  <a:cubicBezTo>
                    <a:pt x="33" y="0"/>
                    <a:pt x="0" y="9"/>
                    <a:pt x="35" y="18"/>
                  </a:cubicBezTo>
                  <a:cubicBezTo>
                    <a:pt x="96" y="42"/>
                    <a:pt x="133" y="104"/>
                    <a:pt x="133" y="128"/>
                  </a:cubicBezTo>
                  <a:cubicBezTo>
                    <a:pt x="122" y="162"/>
                    <a:pt x="81" y="255"/>
                    <a:pt x="100" y="255"/>
                  </a:cubicBezTo>
                  <a:cubicBezTo>
                    <a:pt x="102" y="255"/>
                    <a:pt x="105" y="254"/>
                    <a:pt x="109" y="252"/>
                  </a:cubicBezTo>
                  <a:cubicBezTo>
                    <a:pt x="141" y="241"/>
                    <a:pt x="182" y="212"/>
                    <a:pt x="192" y="212"/>
                  </a:cubicBezTo>
                  <a:cubicBezTo>
                    <a:pt x="194" y="212"/>
                    <a:pt x="195" y="213"/>
                    <a:pt x="195" y="215"/>
                  </a:cubicBezTo>
                  <a:cubicBezTo>
                    <a:pt x="195" y="233"/>
                    <a:pt x="202" y="265"/>
                    <a:pt x="221" y="265"/>
                  </a:cubicBezTo>
                  <a:cubicBezTo>
                    <a:pt x="227" y="265"/>
                    <a:pt x="235" y="261"/>
                    <a:pt x="244" y="252"/>
                  </a:cubicBezTo>
                  <a:cubicBezTo>
                    <a:pt x="257" y="239"/>
                    <a:pt x="294" y="227"/>
                    <a:pt x="331" y="227"/>
                  </a:cubicBezTo>
                  <a:cubicBezTo>
                    <a:pt x="368" y="227"/>
                    <a:pt x="429" y="153"/>
                    <a:pt x="380" y="116"/>
                  </a:cubicBezTo>
                  <a:cubicBezTo>
                    <a:pt x="318" y="54"/>
                    <a:pt x="355" y="54"/>
                    <a:pt x="281" y="54"/>
                  </a:cubicBezTo>
                  <a:cubicBezTo>
                    <a:pt x="232" y="42"/>
                    <a:pt x="183" y="30"/>
                    <a:pt x="133" y="5"/>
                  </a:cubicBezTo>
                  <a:cubicBezTo>
                    <a:pt x="115" y="2"/>
                    <a:pt x="95" y="0"/>
                    <a:pt x="7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7" name="Google Shape;8053;p67">
              <a:extLst>
                <a:ext uri="{FF2B5EF4-FFF2-40B4-BE49-F238E27FC236}">
                  <a16:creationId xmlns:a16="http://schemas.microsoft.com/office/drawing/2014/main" id="{75CF197A-89DF-5DD2-AA6B-91A140C3E195}"/>
                </a:ext>
              </a:extLst>
            </p:cNvPr>
            <p:cNvSpPr/>
            <p:nvPr/>
          </p:nvSpPr>
          <p:spPr>
            <a:xfrm>
              <a:off x="3072375" y="5434050"/>
              <a:ext cx="11125" cy="5225"/>
            </a:xfrm>
            <a:custGeom>
              <a:avLst/>
              <a:gdLst/>
              <a:ahLst/>
              <a:cxnLst/>
              <a:rect l="l" t="t" r="r" b="b"/>
              <a:pathLst>
                <a:path w="445" h="209" extrusionOk="0">
                  <a:moveTo>
                    <a:pt x="346" y="0"/>
                  </a:moveTo>
                  <a:cubicBezTo>
                    <a:pt x="309" y="0"/>
                    <a:pt x="309" y="25"/>
                    <a:pt x="272" y="37"/>
                  </a:cubicBezTo>
                  <a:cubicBezTo>
                    <a:pt x="254" y="43"/>
                    <a:pt x="238" y="47"/>
                    <a:pt x="223" y="47"/>
                  </a:cubicBezTo>
                  <a:cubicBezTo>
                    <a:pt x="207" y="47"/>
                    <a:pt x="192" y="43"/>
                    <a:pt x="173" y="37"/>
                  </a:cubicBezTo>
                  <a:cubicBezTo>
                    <a:pt x="166" y="34"/>
                    <a:pt x="159" y="32"/>
                    <a:pt x="152" y="32"/>
                  </a:cubicBezTo>
                  <a:cubicBezTo>
                    <a:pt x="134" y="32"/>
                    <a:pt x="117" y="41"/>
                    <a:pt x="100" y="50"/>
                  </a:cubicBezTo>
                  <a:cubicBezTo>
                    <a:pt x="75" y="62"/>
                    <a:pt x="1" y="50"/>
                    <a:pt x="38" y="74"/>
                  </a:cubicBezTo>
                  <a:cubicBezTo>
                    <a:pt x="75" y="111"/>
                    <a:pt x="87" y="148"/>
                    <a:pt x="63" y="161"/>
                  </a:cubicBezTo>
                  <a:cubicBezTo>
                    <a:pt x="38" y="173"/>
                    <a:pt x="26" y="197"/>
                    <a:pt x="63" y="197"/>
                  </a:cubicBezTo>
                  <a:cubicBezTo>
                    <a:pt x="95" y="197"/>
                    <a:pt x="139" y="208"/>
                    <a:pt x="176" y="208"/>
                  </a:cubicBezTo>
                  <a:cubicBezTo>
                    <a:pt x="194" y="208"/>
                    <a:pt x="210" y="206"/>
                    <a:pt x="223" y="197"/>
                  </a:cubicBezTo>
                  <a:cubicBezTo>
                    <a:pt x="247" y="173"/>
                    <a:pt x="284" y="148"/>
                    <a:pt x="321" y="124"/>
                  </a:cubicBezTo>
                  <a:cubicBezTo>
                    <a:pt x="346" y="99"/>
                    <a:pt x="445" y="13"/>
                    <a:pt x="34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8" name="Google Shape;8054;p67">
              <a:extLst>
                <a:ext uri="{FF2B5EF4-FFF2-40B4-BE49-F238E27FC236}">
                  <a16:creationId xmlns:a16="http://schemas.microsoft.com/office/drawing/2014/main" id="{505177D5-D268-5A7E-55EC-B7D3C0879B12}"/>
                </a:ext>
              </a:extLst>
            </p:cNvPr>
            <p:cNvSpPr/>
            <p:nvPr/>
          </p:nvSpPr>
          <p:spPr>
            <a:xfrm>
              <a:off x="3070550" y="5441125"/>
              <a:ext cx="7175" cy="3950"/>
            </a:xfrm>
            <a:custGeom>
              <a:avLst/>
              <a:gdLst/>
              <a:ahLst/>
              <a:cxnLst/>
              <a:rect l="l" t="t" r="r" b="b"/>
              <a:pathLst>
                <a:path w="287" h="158" extrusionOk="0">
                  <a:moveTo>
                    <a:pt x="0" y="1"/>
                  </a:moveTo>
                  <a:cubicBezTo>
                    <a:pt x="32" y="33"/>
                    <a:pt x="241" y="158"/>
                    <a:pt x="279" y="158"/>
                  </a:cubicBezTo>
                  <a:cubicBezTo>
                    <a:pt x="285" y="158"/>
                    <a:pt x="287" y="155"/>
                    <a:pt x="283" y="149"/>
                  </a:cubicBezTo>
                  <a:cubicBezTo>
                    <a:pt x="197" y="87"/>
                    <a:pt x="99" y="38"/>
                    <a:pt x="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9" name="Google Shape;8055;p67">
              <a:extLst>
                <a:ext uri="{FF2B5EF4-FFF2-40B4-BE49-F238E27FC236}">
                  <a16:creationId xmlns:a16="http://schemas.microsoft.com/office/drawing/2014/main" id="{F77111BE-721E-50E1-8144-FB4E56AD349B}"/>
                </a:ext>
              </a:extLst>
            </p:cNvPr>
            <p:cNvSpPr/>
            <p:nvPr/>
          </p:nvSpPr>
          <p:spPr>
            <a:xfrm>
              <a:off x="3066250" y="5430475"/>
              <a:ext cx="3400" cy="3250"/>
            </a:xfrm>
            <a:custGeom>
              <a:avLst/>
              <a:gdLst/>
              <a:ahLst/>
              <a:cxnLst/>
              <a:rect l="l" t="t" r="r" b="b"/>
              <a:pathLst>
                <a:path w="136" h="130" extrusionOk="0">
                  <a:moveTo>
                    <a:pt x="49" y="0"/>
                  </a:moveTo>
                  <a:cubicBezTo>
                    <a:pt x="21" y="0"/>
                    <a:pt x="0" y="33"/>
                    <a:pt x="49" y="82"/>
                  </a:cubicBezTo>
                  <a:cubicBezTo>
                    <a:pt x="81" y="114"/>
                    <a:pt x="93" y="130"/>
                    <a:pt x="101" y="130"/>
                  </a:cubicBezTo>
                  <a:cubicBezTo>
                    <a:pt x="108" y="130"/>
                    <a:pt x="111" y="117"/>
                    <a:pt x="123" y="94"/>
                  </a:cubicBezTo>
                  <a:cubicBezTo>
                    <a:pt x="135" y="45"/>
                    <a:pt x="98" y="20"/>
                    <a:pt x="73" y="8"/>
                  </a:cubicBezTo>
                  <a:cubicBezTo>
                    <a:pt x="66" y="3"/>
                    <a:pt x="57" y="0"/>
                    <a:pt x="4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0" name="Google Shape;8056;p67">
              <a:extLst>
                <a:ext uri="{FF2B5EF4-FFF2-40B4-BE49-F238E27FC236}">
                  <a16:creationId xmlns:a16="http://schemas.microsoft.com/office/drawing/2014/main" id="{29ACD46E-64F3-10C2-6D3D-A7AF517EEDA9}"/>
                </a:ext>
              </a:extLst>
            </p:cNvPr>
            <p:cNvSpPr/>
            <p:nvPr/>
          </p:nvSpPr>
          <p:spPr>
            <a:xfrm>
              <a:off x="3066600" y="5418325"/>
              <a:ext cx="8275" cy="9350"/>
            </a:xfrm>
            <a:custGeom>
              <a:avLst/>
              <a:gdLst/>
              <a:ahLst/>
              <a:cxnLst/>
              <a:rect l="l" t="t" r="r" b="b"/>
              <a:pathLst>
                <a:path w="331" h="374" extrusionOk="0">
                  <a:moveTo>
                    <a:pt x="121" y="1"/>
                  </a:moveTo>
                  <a:cubicBezTo>
                    <a:pt x="72" y="1"/>
                    <a:pt x="72" y="26"/>
                    <a:pt x="109" y="63"/>
                  </a:cubicBezTo>
                  <a:cubicBezTo>
                    <a:pt x="146" y="100"/>
                    <a:pt x="146" y="124"/>
                    <a:pt x="121" y="136"/>
                  </a:cubicBezTo>
                  <a:cubicBezTo>
                    <a:pt x="115" y="140"/>
                    <a:pt x="111" y="141"/>
                    <a:pt x="108" y="141"/>
                  </a:cubicBezTo>
                  <a:cubicBezTo>
                    <a:pt x="99" y="141"/>
                    <a:pt x="96" y="127"/>
                    <a:pt x="59" y="100"/>
                  </a:cubicBezTo>
                  <a:cubicBezTo>
                    <a:pt x="29" y="87"/>
                    <a:pt x="10" y="81"/>
                    <a:pt x="6" y="81"/>
                  </a:cubicBezTo>
                  <a:cubicBezTo>
                    <a:pt x="1" y="81"/>
                    <a:pt x="10" y="87"/>
                    <a:pt x="35" y="100"/>
                  </a:cubicBezTo>
                  <a:cubicBezTo>
                    <a:pt x="84" y="136"/>
                    <a:pt x="96" y="161"/>
                    <a:pt x="96" y="210"/>
                  </a:cubicBezTo>
                  <a:cubicBezTo>
                    <a:pt x="96" y="260"/>
                    <a:pt x="121" y="284"/>
                    <a:pt x="96" y="309"/>
                  </a:cubicBezTo>
                  <a:cubicBezTo>
                    <a:pt x="84" y="321"/>
                    <a:pt x="66" y="321"/>
                    <a:pt x="49" y="321"/>
                  </a:cubicBezTo>
                  <a:cubicBezTo>
                    <a:pt x="32" y="321"/>
                    <a:pt x="16" y="321"/>
                    <a:pt x="10" y="334"/>
                  </a:cubicBezTo>
                  <a:cubicBezTo>
                    <a:pt x="0" y="354"/>
                    <a:pt x="23" y="374"/>
                    <a:pt x="45" y="374"/>
                  </a:cubicBezTo>
                  <a:cubicBezTo>
                    <a:pt x="50" y="374"/>
                    <a:pt x="55" y="373"/>
                    <a:pt x="59" y="371"/>
                  </a:cubicBezTo>
                  <a:cubicBezTo>
                    <a:pt x="96" y="346"/>
                    <a:pt x="146" y="346"/>
                    <a:pt x="146" y="321"/>
                  </a:cubicBezTo>
                  <a:cubicBezTo>
                    <a:pt x="146" y="297"/>
                    <a:pt x="121" y="284"/>
                    <a:pt x="146" y="260"/>
                  </a:cubicBezTo>
                  <a:cubicBezTo>
                    <a:pt x="170" y="247"/>
                    <a:pt x="183" y="210"/>
                    <a:pt x="183" y="186"/>
                  </a:cubicBezTo>
                  <a:cubicBezTo>
                    <a:pt x="183" y="160"/>
                    <a:pt x="171" y="117"/>
                    <a:pt x="172" y="117"/>
                  </a:cubicBezTo>
                  <a:lnTo>
                    <a:pt x="172" y="117"/>
                  </a:lnTo>
                  <a:cubicBezTo>
                    <a:pt x="172" y="117"/>
                    <a:pt x="175" y="126"/>
                    <a:pt x="183" y="149"/>
                  </a:cubicBezTo>
                  <a:cubicBezTo>
                    <a:pt x="199" y="197"/>
                    <a:pt x="184" y="224"/>
                    <a:pt x="184" y="224"/>
                  </a:cubicBezTo>
                  <a:cubicBezTo>
                    <a:pt x="185" y="224"/>
                    <a:pt x="190" y="216"/>
                    <a:pt x="207" y="198"/>
                  </a:cubicBezTo>
                  <a:cubicBezTo>
                    <a:pt x="269" y="149"/>
                    <a:pt x="331" y="124"/>
                    <a:pt x="257" y="112"/>
                  </a:cubicBezTo>
                  <a:cubicBezTo>
                    <a:pt x="220" y="112"/>
                    <a:pt x="183" y="13"/>
                    <a:pt x="12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1" name="Google Shape;8057;p67">
              <a:extLst>
                <a:ext uri="{FF2B5EF4-FFF2-40B4-BE49-F238E27FC236}">
                  <a16:creationId xmlns:a16="http://schemas.microsoft.com/office/drawing/2014/main" id="{DB8C6437-43DB-2D32-5279-A495D17397A8}"/>
                </a:ext>
              </a:extLst>
            </p:cNvPr>
            <p:cNvSpPr/>
            <p:nvPr/>
          </p:nvSpPr>
          <p:spPr>
            <a:xfrm>
              <a:off x="3065300" y="5403200"/>
              <a:ext cx="5875" cy="10225"/>
            </a:xfrm>
            <a:custGeom>
              <a:avLst/>
              <a:gdLst/>
              <a:ahLst/>
              <a:cxnLst/>
              <a:rect l="l" t="t" r="r" b="b"/>
              <a:pathLst>
                <a:path w="235" h="409" extrusionOk="0">
                  <a:moveTo>
                    <a:pt x="126" y="0"/>
                  </a:moveTo>
                  <a:cubicBezTo>
                    <a:pt x="99" y="0"/>
                    <a:pt x="99" y="44"/>
                    <a:pt x="99" y="88"/>
                  </a:cubicBezTo>
                  <a:cubicBezTo>
                    <a:pt x="99" y="150"/>
                    <a:pt x="124" y="212"/>
                    <a:pt x="75" y="212"/>
                  </a:cubicBezTo>
                  <a:cubicBezTo>
                    <a:pt x="25" y="224"/>
                    <a:pt x="1" y="212"/>
                    <a:pt x="13" y="261"/>
                  </a:cubicBezTo>
                  <a:cubicBezTo>
                    <a:pt x="23" y="303"/>
                    <a:pt x="7" y="380"/>
                    <a:pt x="25" y="380"/>
                  </a:cubicBezTo>
                  <a:cubicBezTo>
                    <a:pt x="28" y="380"/>
                    <a:pt x="32" y="377"/>
                    <a:pt x="38" y="372"/>
                  </a:cubicBezTo>
                  <a:cubicBezTo>
                    <a:pt x="58" y="332"/>
                    <a:pt x="86" y="276"/>
                    <a:pt x="102" y="276"/>
                  </a:cubicBezTo>
                  <a:cubicBezTo>
                    <a:pt x="106" y="276"/>
                    <a:pt x="109" y="279"/>
                    <a:pt x="111" y="286"/>
                  </a:cubicBezTo>
                  <a:cubicBezTo>
                    <a:pt x="111" y="310"/>
                    <a:pt x="99" y="409"/>
                    <a:pt x="148" y="409"/>
                  </a:cubicBezTo>
                  <a:cubicBezTo>
                    <a:pt x="210" y="409"/>
                    <a:pt x="235" y="335"/>
                    <a:pt x="235" y="261"/>
                  </a:cubicBezTo>
                  <a:cubicBezTo>
                    <a:pt x="222" y="199"/>
                    <a:pt x="198" y="224"/>
                    <a:pt x="198" y="162"/>
                  </a:cubicBezTo>
                  <a:cubicBezTo>
                    <a:pt x="198" y="113"/>
                    <a:pt x="235" y="88"/>
                    <a:pt x="210" y="76"/>
                  </a:cubicBezTo>
                  <a:cubicBezTo>
                    <a:pt x="185" y="39"/>
                    <a:pt x="185" y="2"/>
                    <a:pt x="136" y="2"/>
                  </a:cubicBezTo>
                  <a:cubicBezTo>
                    <a:pt x="132" y="1"/>
                    <a:pt x="129" y="0"/>
                    <a:pt x="1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2" name="Google Shape;8058;p67">
              <a:extLst>
                <a:ext uri="{FF2B5EF4-FFF2-40B4-BE49-F238E27FC236}">
                  <a16:creationId xmlns:a16="http://schemas.microsoft.com/office/drawing/2014/main" id="{B59EB478-B4F5-5F57-B4F3-434373644F75}"/>
                </a:ext>
              </a:extLst>
            </p:cNvPr>
            <p:cNvSpPr/>
            <p:nvPr/>
          </p:nvSpPr>
          <p:spPr>
            <a:xfrm>
              <a:off x="3064550" y="5414875"/>
              <a:ext cx="3250" cy="6125"/>
            </a:xfrm>
            <a:custGeom>
              <a:avLst/>
              <a:gdLst/>
              <a:ahLst/>
              <a:cxnLst/>
              <a:rect l="l" t="t" r="r" b="b"/>
              <a:pathLst>
                <a:path w="130" h="245" extrusionOk="0">
                  <a:moveTo>
                    <a:pt x="87" y="0"/>
                  </a:moveTo>
                  <a:cubicBezTo>
                    <a:pt x="81" y="0"/>
                    <a:pt x="75" y="4"/>
                    <a:pt x="68" y="16"/>
                  </a:cubicBezTo>
                  <a:cubicBezTo>
                    <a:pt x="34" y="49"/>
                    <a:pt x="1" y="244"/>
                    <a:pt x="13" y="244"/>
                  </a:cubicBezTo>
                  <a:cubicBezTo>
                    <a:pt x="14" y="244"/>
                    <a:pt x="16" y="242"/>
                    <a:pt x="18" y="238"/>
                  </a:cubicBezTo>
                  <a:cubicBezTo>
                    <a:pt x="43" y="188"/>
                    <a:pt x="129" y="65"/>
                    <a:pt x="117" y="40"/>
                  </a:cubicBezTo>
                  <a:cubicBezTo>
                    <a:pt x="108" y="23"/>
                    <a:pt x="100" y="0"/>
                    <a:pt x="8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3" name="Google Shape;8059;p67">
              <a:extLst>
                <a:ext uri="{FF2B5EF4-FFF2-40B4-BE49-F238E27FC236}">
                  <a16:creationId xmlns:a16="http://schemas.microsoft.com/office/drawing/2014/main" id="{A817093D-5772-F249-2A30-F747718523BB}"/>
                </a:ext>
              </a:extLst>
            </p:cNvPr>
            <p:cNvSpPr/>
            <p:nvPr/>
          </p:nvSpPr>
          <p:spPr>
            <a:xfrm>
              <a:off x="3063950" y="5395175"/>
              <a:ext cx="6300" cy="8900"/>
            </a:xfrm>
            <a:custGeom>
              <a:avLst/>
              <a:gdLst/>
              <a:ahLst/>
              <a:cxnLst/>
              <a:rect l="l" t="t" r="r" b="b"/>
              <a:pathLst>
                <a:path w="252" h="356" extrusionOk="0">
                  <a:moveTo>
                    <a:pt x="180" y="0"/>
                  </a:moveTo>
                  <a:cubicBezTo>
                    <a:pt x="179" y="0"/>
                    <a:pt x="179" y="1"/>
                    <a:pt x="178" y="3"/>
                  </a:cubicBezTo>
                  <a:cubicBezTo>
                    <a:pt x="153" y="27"/>
                    <a:pt x="178" y="64"/>
                    <a:pt x="153" y="126"/>
                  </a:cubicBezTo>
                  <a:cubicBezTo>
                    <a:pt x="131" y="156"/>
                    <a:pt x="131" y="172"/>
                    <a:pt x="126" y="172"/>
                  </a:cubicBezTo>
                  <a:cubicBezTo>
                    <a:pt x="123" y="172"/>
                    <a:pt x="118" y="165"/>
                    <a:pt x="104" y="151"/>
                  </a:cubicBezTo>
                  <a:cubicBezTo>
                    <a:pt x="86" y="116"/>
                    <a:pt x="75" y="81"/>
                    <a:pt x="70" y="81"/>
                  </a:cubicBezTo>
                  <a:cubicBezTo>
                    <a:pt x="68" y="81"/>
                    <a:pt x="67" y="87"/>
                    <a:pt x="67" y="101"/>
                  </a:cubicBezTo>
                  <a:cubicBezTo>
                    <a:pt x="67" y="138"/>
                    <a:pt x="67" y="126"/>
                    <a:pt x="42" y="188"/>
                  </a:cubicBezTo>
                  <a:cubicBezTo>
                    <a:pt x="21" y="240"/>
                    <a:pt x="1" y="292"/>
                    <a:pt x="17" y="292"/>
                  </a:cubicBezTo>
                  <a:cubicBezTo>
                    <a:pt x="20" y="292"/>
                    <a:pt x="24" y="290"/>
                    <a:pt x="30" y="286"/>
                  </a:cubicBezTo>
                  <a:cubicBezTo>
                    <a:pt x="51" y="272"/>
                    <a:pt x="69" y="258"/>
                    <a:pt x="79" y="258"/>
                  </a:cubicBezTo>
                  <a:cubicBezTo>
                    <a:pt x="87" y="258"/>
                    <a:pt x="92" y="265"/>
                    <a:pt x="92" y="286"/>
                  </a:cubicBezTo>
                  <a:cubicBezTo>
                    <a:pt x="100" y="321"/>
                    <a:pt x="78" y="356"/>
                    <a:pt x="82" y="356"/>
                  </a:cubicBezTo>
                  <a:cubicBezTo>
                    <a:pt x="83" y="356"/>
                    <a:pt x="89" y="350"/>
                    <a:pt x="104" y="336"/>
                  </a:cubicBezTo>
                  <a:cubicBezTo>
                    <a:pt x="153" y="299"/>
                    <a:pt x="227" y="323"/>
                    <a:pt x="227" y="286"/>
                  </a:cubicBezTo>
                  <a:cubicBezTo>
                    <a:pt x="239" y="262"/>
                    <a:pt x="252" y="225"/>
                    <a:pt x="252" y="200"/>
                  </a:cubicBezTo>
                  <a:cubicBezTo>
                    <a:pt x="252" y="169"/>
                    <a:pt x="218" y="105"/>
                    <a:pt x="192" y="105"/>
                  </a:cubicBezTo>
                  <a:cubicBezTo>
                    <a:pt x="187" y="105"/>
                    <a:pt x="182" y="107"/>
                    <a:pt x="178" y="114"/>
                  </a:cubicBezTo>
                  <a:cubicBezTo>
                    <a:pt x="175" y="116"/>
                    <a:pt x="173" y="116"/>
                    <a:pt x="171" y="116"/>
                  </a:cubicBezTo>
                  <a:cubicBezTo>
                    <a:pt x="149" y="116"/>
                    <a:pt x="183" y="0"/>
                    <a:pt x="18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4" name="Google Shape;8060;p67">
              <a:extLst>
                <a:ext uri="{FF2B5EF4-FFF2-40B4-BE49-F238E27FC236}">
                  <a16:creationId xmlns:a16="http://schemas.microsoft.com/office/drawing/2014/main" id="{458E459D-F31A-2FA6-44F5-ABFF30B88E7B}"/>
                </a:ext>
              </a:extLst>
            </p:cNvPr>
            <p:cNvSpPr/>
            <p:nvPr/>
          </p:nvSpPr>
          <p:spPr>
            <a:xfrm>
              <a:off x="3070075" y="5366825"/>
              <a:ext cx="5725" cy="6200"/>
            </a:xfrm>
            <a:custGeom>
              <a:avLst/>
              <a:gdLst/>
              <a:ahLst/>
              <a:cxnLst/>
              <a:rect l="l" t="t" r="r" b="b"/>
              <a:pathLst>
                <a:path w="229" h="248" extrusionOk="0">
                  <a:moveTo>
                    <a:pt x="45" y="0"/>
                  </a:moveTo>
                  <a:cubicBezTo>
                    <a:pt x="19" y="0"/>
                    <a:pt x="1" y="3"/>
                    <a:pt x="19" y="16"/>
                  </a:cubicBezTo>
                  <a:cubicBezTo>
                    <a:pt x="56" y="53"/>
                    <a:pt x="93" y="53"/>
                    <a:pt x="93" y="90"/>
                  </a:cubicBezTo>
                  <a:cubicBezTo>
                    <a:pt x="93" y="126"/>
                    <a:pt x="130" y="139"/>
                    <a:pt x="130" y="163"/>
                  </a:cubicBezTo>
                  <a:cubicBezTo>
                    <a:pt x="140" y="193"/>
                    <a:pt x="126" y="247"/>
                    <a:pt x="139" y="247"/>
                  </a:cubicBezTo>
                  <a:cubicBezTo>
                    <a:pt x="143" y="247"/>
                    <a:pt x="148" y="244"/>
                    <a:pt x="155" y="237"/>
                  </a:cubicBezTo>
                  <a:cubicBezTo>
                    <a:pt x="192" y="188"/>
                    <a:pt x="229" y="151"/>
                    <a:pt x="204" y="126"/>
                  </a:cubicBezTo>
                  <a:cubicBezTo>
                    <a:pt x="167" y="102"/>
                    <a:pt x="118" y="102"/>
                    <a:pt x="118" y="77"/>
                  </a:cubicBezTo>
                  <a:cubicBezTo>
                    <a:pt x="118" y="40"/>
                    <a:pt x="155" y="16"/>
                    <a:pt x="118" y="3"/>
                  </a:cubicBezTo>
                  <a:cubicBezTo>
                    <a:pt x="105" y="3"/>
                    <a:pt x="71" y="0"/>
                    <a:pt x="4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5" name="Google Shape;8061;p67">
              <a:extLst>
                <a:ext uri="{FF2B5EF4-FFF2-40B4-BE49-F238E27FC236}">
                  <a16:creationId xmlns:a16="http://schemas.microsoft.com/office/drawing/2014/main" id="{057F93E8-D3C3-4627-54FA-6F706840735E}"/>
                </a:ext>
              </a:extLst>
            </p:cNvPr>
            <p:cNvSpPr/>
            <p:nvPr/>
          </p:nvSpPr>
          <p:spPr>
            <a:xfrm>
              <a:off x="3071175" y="5343350"/>
              <a:ext cx="6175" cy="13150"/>
            </a:xfrm>
            <a:custGeom>
              <a:avLst/>
              <a:gdLst/>
              <a:ahLst/>
              <a:cxnLst/>
              <a:rect l="l" t="t" r="r" b="b"/>
              <a:pathLst>
                <a:path w="247" h="526" extrusionOk="0">
                  <a:moveTo>
                    <a:pt x="189" y="1"/>
                  </a:moveTo>
                  <a:cubicBezTo>
                    <a:pt x="174" y="1"/>
                    <a:pt x="159" y="6"/>
                    <a:pt x="148" y="6"/>
                  </a:cubicBezTo>
                  <a:cubicBezTo>
                    <a:pt x="111" y="6"/>
                    <a:pt x="61" y="18"/>
                    <a:pt x="61" y="55"/>
                  </a:cubicBezTo>
                  <a:cubicBezTo>
                    <a:pt x="49" y="203"/>
                    <a:pt x="37" y="339"/>
                    <a:pt x="12" y="486"/>
                  </a:cubicBezTo>
                  <a:cubicBezTo>
                    <a:pt x="1" y="515"/>
                    <a:pt x="24" y="525"/>
                    <a:pt x="56" y="525"/>
                  </a:cubicBezTo>
                  <a:cubicBezTo>
                    <a:pt x="92" y="525"/>
                    <a:pt x="140" y="512"/>
                    <a:pt x="160" y="499"/>
                  </a:cubicBezTo>
                  <a:cubicBezTo>
                    <a:pt x="197" y="462"/>
                    <a:pt x="246" y="351"/>
                    <a:pt x="234" y="351"/>
                  </a:cubicBezTo>
                  <a:cubicBezTo>
                    <a:pt x="221" y="339"/>
                    <a:pt x="209" y="277"/>
                    <a:pt x="209" y="215"/>
                  </a:cubicBezTo>
                  <a:cubicBezTo>
                    <a:pt x="209" y="166"/>
                    <a:pt x="221" y="104"/>
                    <a:pt x="221" y="43"/>
                  </a:cubicBezTo>
                  <a:cubicBezTo>
                    <a:pt x="221" y="9"/>
                    <a:pt x="206" y="1"/>
                    <a:pt x="1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6" name="Google Shape;8062;p67">
              <a:extLst>
                <a:ext uri="{FF2B5EF4-FFF2-40B4-BE49-F238E27FC236}">
                  <a16:creationId xmlns:a16="http://schemas.microsoft.com/office/drawing/2014/main" id="{8E8A993F-6041-F79E-2324-F879FB0B07F1}"/>
                </a:ext>
              </a:extLst>
            </p:cNvPr>
            <p:cNvSpPr/>
            <p:nvPr/>
          </p:nvSpPr>
          <p:spPr>
            <a:xfrm>
              <a:off x="3095800" y="4947650"/>
              <a:ext cx="5575" cy="4000"/>
            </a:xfrm>
            <a:custGeom>
              <a:avLst/>
              <a:gdLst/>
              <a:ahLst/>
              <a:cxnLst/>
              <a:rect l="l" t="t" r="r" b="b"/>
              <a:pathLst>
                <a:path w="223" h="160" extrusionOk="0">
                  <a:moveTo>
                    <a:pt x="37" y="1"/>
                  </a:moveTo>
                  <a:cubicBezTo>
                    <a:pt x="0" y="1"/>
                    <a:pt x="13" y="38"/>
                    <a:pt x="25" y="112"/>
                  </a:cubicBezTo>
                  <a:cubicBezTo>
                    <a:pt x="31" y="147"/>
                    <a:pt x="39" y="160"/>
                    <a:pt x="55" y="160"/>
                  </a:cubicBezTo>
                  <a:cubicBezTo>
                    <a:pt x="72" y="160"/>
                    <a:pt x="97" y="144"/>
                    <a:pt x="136" y="124"/>
                  </a:cubicBezTo>
                  <a:cubicBezTo>
                    <a:pt x="222" y="87"/>
                    <a:pt x="74" y="1"/>
                    <a:pt x="3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7" name="Google Shape;8063;p67">
              <a:extLst>
                <a:ext uri="{FF2B5EF4-FFF2-40B4-BE49-F238E27FC236}">
                  <a16:creationId xmlns:a16="http://schemas.microsoft.com/office/drawing/2014/main" id="{4E3B354A-4037-1784-16EB-90869EDB6FE5}"/>
                </a:ext>
              </a:extLst>
            </p:cNvPr>
            <p:cNvSpPr/>
            <p:nvPr/>
          </p:nvSpPr>
          <p:spPr>
            <a:xfrm>
              <a:off x="3146625" y="4957200"/>
              <a:ext cx="6500" cy="6275"/>
            </a:xfrm>
            <a:custGeom>
              <a:avLst/>
              <a:gdLst/>
              <a:ahLst/>
              <a:cxnLst/>
              <a:rect l="l" t="t" r="r" b="b"/>
              <a:pathLst>
                <a:path w="260" h="251" extrusionOk="0">
                  <a:moveTo>
                    <a:pt x="161" y="1"/>
                  </a:moveTo>
                  <a:cubicBezTo>
                    <a:pt x="111" y="1"/>
                    <a:pt x="124" y="62"/>
                    <a:pt x="124" y="112"/>
                  </a:cubicBezTo>
                  <a:cubicBezTo>
                    <a:pt x="124" y="161"/>
                    <a:pt x="0" y="112"/>
                    <a:pt x="37" y="198"/>
                  </a:cubicBezTo>
                  <a:cubicBezTo>
                    <a:pt x="60" y="236"/>
                    <a:pt x="92" y="250"/>
                    <a:pt x="127" y="250"/>
                  </a:cubicBezTo>
                  <a:cubicBezTo>
                    <a:pt x="150" y="250"/>
                    <a:pt x="174" y="244"/>
                    <a:pt x="198" y="235"/>
                  </a:cubicBezTo>
                  <a:cubicBezTo>
                    <a:pt x="259" y="198"/>
                    <a:pt x="210" y="1"/>
                    <a:pt x="16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8" name="Google Shape;8064;p67">
              <a:extLst>
                <a:ext uri="{FF2B5EF4-FFF2-40B4-BE49-F238E27FC236}">
                  <a16:creationId xmlns:a16="http://schemas.microsoft.com/office/drawing/2014/main" id="{E86FB052-52C5-1AC5-89CA-FF120CC08A6C}"/>
                </a:ext>
              </a:extLst>
            </p:cNvPr>
            <p:cNvSpPr/>
            <p:nvPr/>
          </p:nvSpPr>
          <p:spPr>
            <a:xfrm>
              <a:off x="3212850" y="5031000"/>
              <a:ext cx="16050" cy="16925"/>
            </a:xfrm>
            <a:custGeom>
              <a:avLst/>
              <a:gdLst/>
              <a:ahLst/>
              <a:cxnLst/>
              <a:rect l="l" t="t" r="r" b="b"/>
              <a:pathLst>
                <a:path w="642" h="677" extrusionOk="0">
                  <a:moveTo>
                    <a:pt x="189" y="1"/>
                  </a:moveTo>
                  <a:cubicBezTo>
                    <a:pt x="176" y="1"/>
                    <a:pt x="163" y="2"/>
                    <a:pt x="148" y="6"/>
                  </a:cubicBezTo>
                  <a:cubicBezTo>
                    <a:pt x="111" y="18"/>
                    <a:pt x="87" y="31"/>
                    <a:pt x="62" y="68"/>
                  </a:cubicBezTo>
                  <a:cubicBezTo>
                    <a:pt x="37" y="117"/>
                    <a:pt x="1" y="178"/>
                    <a:pt x="37" y="178"/>
                  </a:cubicBezTo>
                  <a:cubicBezTo>
                    <a:pt x="46" y="176"/>
                    <a:pt x="53" y="174"/>
                    <a:pt x="58" y="174"/>
                  </a:cubicBezTo>
                  <a:cubicBezTo>
                    <a:pt x="73" y="174"/>
                    <a:pt x="69" y="190"/>
                    <a:pt x="50" y="228"/>
                  </a:cubicBezTo>
                  <a:cubicBezTo>
                    <a:pt x="25" y="265"/>
                    <a:pt x="25" y="351"/>
                    <a:pt x="37" y="388"/>
                  </a:cubicBezTo>
                  <a:cubicBezTo>
                    <a:pt x="37" y="437"/>
                    <a:pt x="37" y="499"/>
                    <a:pt x="50" y="523"/>
                  </a:cubicBezTo>
                  <a:cubicBezTo>
                    <a:pt x="60" y="553"/>
                    <a:pt x="86" y="592"/>
                    <a:pt x="109" y="592"/>
                  </a:cubicBezTo>
                  <a:cubicBezTo>
                    <a:pt x="114" y="592"/>
                    <a:pt x="119" y="590"/>
                    <a:pt x="124" y="585"/>
                  </a:cubicBezTo>
                  <a:cubicBezTo>
                    <a:pt x="132" y="568"/>
                    <a:pt x="153" y="545"/>
                    <a:pt x="177" y="545"/>
                  </a:cubicBezTo>
                  <a:cubicBezTo>
                    <a:pt x="188" y="545"/>
                    <a:pt x="199" y="549"/>
                    <a:pt x="210" y="560"/>
                  </a:cubicBezTo>
                  <a:cubicBezTo>
                    <a:pt x="247" y="585"/>
                    <a:pt x="259" y="647"/>
                    <a:pt x="284" y="647"/>
                  </a:cubicBezTo>
                  <a:cubicBezTo>
                    <a:pt x="307" y="654"/>
                    <a:pt x="326" y="677"/>
                    <a:pt x="342" y="677"/>
                  </a:cubicBezTo>
                  <a:cubicBezTo>
                    <a:pt x="352" y="677"/>
                    <a:pt x="361" y="669"/>
                    <a:pt x="370" y="647"/>
                  </a:cubicBezTo>
                  <a:cubicBezTo>
                    <a:pt x="395" y="597"/>
                    <a:pt x="370" y="573"/>
                    <a:pt x="432" y="536"/>
                  </a:cubicBezTo>
                  <a:cubicBezTo>
                    <a:pt x="493" y="486"/>
                    <a:pt x="641" y="425"/>
                    <a:pt x="567" y="228"/>
                  </a:cubicBezTo>
                  <a:cubicBezTo>
                    <a:pt x="530" y="105"/>
                    <a:pt x="444" y="141"/>
                    <a:pt x="382" y="105"/>
                  </a:cubicBezTo>
                  <a:cubicBezTo>
                    <a:pt x="333" y="80"/>
                    <a:pt x="309" y="43"/>
                    <a:pt x="272" y="18"/>
                  </a:cubicBezTo>
                  <a:cubicBezTo>
                    <a:pt x="245" y="10"/>
                    <a:pt x="219" y="1"/>
                    <a:pt x="1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9" name="Google Shape;8065;p67">
              <a:extLst>
                <a:ext uri="{FF2B5EF4-FFF2-40B4-BE49-F238E27FC236}">
                  <a16:creationId xmlns:a16="http://schemas.microsoft.com/office/drawing/2014/main" id="{794081CF-4F2E-4D48-59DC-3DF6BF4B15DE}"/>
                </a:ext>
              </a:extLst>
            </p:cNvPr>
            <p:cNvSpPr/>
            <p:nvPr/>
          </p:nvSpPr>
          <p:spPr>
            <a:xfrm>
              <a:off x="3113350" y="4902375"/>
              <a:ext cx="13575" cy="3725"/>
            </a:xfrm>
            <a:custGeom>
              <a:avLst/>
              <a:gdLst/>
              <a:ahLst/>
              <a:cxnLst/>
              <a:rect l="l" t="t" r="r" b="b"/>
              <a:pathLst>
                <a:path w="543" h="149" extrusionOk="0">
                  <a:moveTo>
                    <a:pt x="235" y="1"/>
                  </a:moveTo>
                  <a:cubicBezTo>
                    <a:pt x="99" y="1"/>
                    <a:pt x="1" y="148"/>
                    <a:pt x="136" y="148"/>
                  </a:cubicBezTo>
                  <a:cubicBezTo>
                    <a:pt x="272" y="148"/>
                    <a:pt x="543" y="148"/>
                    <a:pt x="469" y="111"/>
                  </a:cubicBezTo>
                  <a:cubicBezTo>
                    <a:pt x="346" y="50"/>
                    <a:pt x="370" y="13"/>
                    <a:pt x="23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0" name="Google Shape;8066;p67">
              <a:extLst>
                <a:ext uri="{FF2B5EF4-FFF2-40B4-BE49-F238E27FC236}">
                  <a16:creationId xmlns:a16="http://schemas.microsoft.com/office/drawing/2014/main" id="{9D1F175C-5769-E1C1-5439-50F0CD1E1C4B}"/>
                </a:ext>
              </a:extLst>
            </p:cNvPr>
            <p:cNvSpPr/>
            <p:nvPr/>
          </p:nvSpPr>
          <p:spPr>
            <a:xfrm>
              <a:off x="3046350" y="4902225"/>
              <a:ext cx="13750" cy="5250"/>
            </a:xfrm>
            <a:custGeom>
              <a:avLst/>
              <a:gdLst/>
              <a:ahLst/>
              <a:cxnLst/>
              <a:rect l="l" t="t" r="r" b="b"/>
              <a:pathLst>
                <a:path w="550" h="210" extrusionOk="0">
                  <a:moveTo>
                    <a:pt x="207" y="1"/>
                  </a:moveTo>
                  <a:cubicBezTo>
                    <a:pt x="115" y="1"/>
                    <a:pt x="0" y="18"/>
                    <a:pt x="81" y="81"/>
                  </a:cubicBezTo>
                  <a:cubicBezTo>
                    <a:pt x="175" y="154"/>
                    <a:pt x="216" y="209"/>
                    <a:pt x="279" y="209"/>
                  </a:cubicBezTo>
                  <a:cubicBezTo>
                    <a:pt x="290" y="209"/>
                    <a:pt x="302" y="207"/>
                    <a:pt x="315" y="204"/>
                  </a:cubicBezTo>
                  <a:cubicBezTo>
                    <a:pt x="370" y="188"/>
                    <a:pt x="399" y="173"/>
                    <a:pt x="423" y="173"/>
                  </a:cubicBezTo>
                  <a:cubicBezTo>
                    <a:pt x="437" y="173"/>
                    <a:pt x="449" y="178"/>
                    <a:pt x="463" y="191"/>
                  </a:cubicBezTo>
                  <a:cubicBezTo>
                    <a:pt x="475" y="200"/>
                    <a:pt x="489" y="204"/>
                    <a:pt x="502" y="204"/>
                  </a:cubicBezTo>
                  <a:cubicBezTo>
                    <a:pt x="527" y="204"/>
                    <a:pt x="549" y="187"/>
                    <a:pt x="549" y="154"/>
                  </a:cubicBezTo>
                  <a:cubicBezTo>
                    <a:pt x="524" y="81"/>
                    <a:pt x="364" y="7"/>
                    <a:pt x="290" y="7"/>
                  </a:cubicBezTo>
                  <a:cubicBezTo>
                    <a:pt x="273" y="3"/>
                    <a:pt x="242" y="1"/>
                    <a:pt x="20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1" name="Google Shape;8067;p67">
              <a:extLst>
                <a:ext uri="{FF2B5EF4-FFF2-40B4-BE49-F238E27FC236}">
                  <a16:creationId xmlns:a16="http://schemas.microsoft.com/office/drawing/2014/main" id="{08F9E523-36BE-396A-6FEB-25E2ACF89D62}"/>
                </a:ext>
              </a:extLst>
            </p:cNvPr>
            <p:cNvSpPr/>
            <p:nvPr/>
          </p:nvSpPr>
          <p:spPr>
            <a:xfrm>
              <a:off x="3010175" y="4868800"/>
              <a:ext cx="62225" cy="23750"/>
            </a:xfrm>
            <a:custGeom>
              <a:avLst/>
              <a:gdLst/>
              <a:ahLst/>
              <a:cxnLst/>
              <a:rect l="l" t="t" r="r" b="b"/>
              <a:pathLst>
                <a:path w="2489" h="950" extrusionOk="0">
                  <a:moveTo>
                    <a:pt x="641" y="1"/>
                  </a:moveTo>
                  <a:cubicBezTo>
                    <a:pt x="505" y="1"/>
                    <a:pt x="370" y="38"/>
                    <a:pt x="246" y="99"/>
                  </a:cubicBezTo>
                  <a:cubicBezTo>
                    <a:pt x="160" y="136"/>
                    <a:pt x="86" y="210"/>
                    <a:pt x="25" y="296"/>
                  </a:cubicBezTo>
                  <a:cubicBezTo>
                    <a:pt x="2" y="324"/>
                    <a:pt x="0" y="332"/>
                    <a:pt x="13" y="332"/>
                  </a:cubicBezTo>
                  <a:cubicBezTo>
                    <a:pt x="28" y="332"/>
                    <a:pt x="64" y="321"/>
                    <a:pt x="111" y="321"/>
                  </a:cubicBezTo>
                  <a:cubicBezTo>
                    <a:pt x="234" y="284"/>
                    <a:pt x="357" y="222"/>
                    <a:pt x="468" y="161"/>
                  </a:cubicBezTo>
                  <a:cubicBezTo>
                    <a:pt x="511" y="148"/>
                    <a:pt x="561" y="142"/>
                    <a:pt x="610" y="142"/>
                  </a:cubicBezTo>
                  <a:cubicBezTo>
                    <a:pt x="659" y="142"/>
                    <a:pt x="709" y="148"/>
                    <a:pt x="752" y="161"/>
                  </a:cubicBezTo>
                  <a:cubicBezTo>
                    <a:pt x="813" y="185"/>
                    <a:pt x="727" y="210"/>
                    <a:pt x="690" y="259"/>
                  </a:cubicBezTo>
                  <a:cubicBezTo>
                    <a:pt x="653" y="296"/>
                    <a:pt x="863" y="284"/>
                    <a:pt x="973" y="296"/>
                  </a:cubicBezTo>
                  <a:cubicBezTo>
                    <a:pt x="1060" y="309"/>
                    <a:pt x="1134" y="370"/>
                    <a:pt x="1195" y="432"/>
                  </a:cubicBezTo>
                  <a:cubicBezTo>
                    <a:pt x="1223" y="460"/>
                    <a:pt x="1259" y="467"/>
                    <a:pt x="1296" y="467"/>
                  </a:cubicBezTo>
                  <a:cubicBezTo>
                    <a:pt x="1341" y="467"/>
                    <a:pt x="1389" y="456"/>
                    <a:pt x="1429" y="456"/>
                  </a:cubicBezTo>
                  <a:cubicBezTo>
                    <a:pt x="1516" y="456"/>
                    <a:pt x="1466" y="493"/>
                    <a:pt x="1503" y="580"/>
                  </a:cubicBezTo>
                  <a:cubicBezTo>
                    <a:pt x="1553" y="678"/>
                    <a:pt x="1553" y="666"/>
                    <a:pt x="1651" y="703"/>
                  </a:cubicBezTo>
                  <a:cubicBezTo>
                    <a:pt x="1750" y="752"/>
                    <a:pt x="1787" y="728"/>
                    <a:pt x="1824" y="764"/>
                  </a:cubicBezTo>
                  <a:cubicBezTo>
                    <a:pt x="1873" y="801"/>
                    <a:pt x="1799" y="826"/>
                    <a:pt x="1725" y="863"/>
                  </a:cubicBezTo>
                  <a:cubicBezTo>
                    <a:pt x="1663" y="912"/>
                    <a:pt x="1676" y="949"/>
                    <a:pt x="1725" y="949"/>
                  </a:cubicBezTo>
                  <a:cubicBezTo>
                    <a:pt x="1774" y="949"/>
                    <a:pt x="2033" y="912"/>
                    <a:pt x="2082" y="912"/>
                  </a:cubicBezTo>
                  <a:cubicBezTo>
                    <a:pt x="2119" y="912"/>
                    <a:pt x="2156" y="912"/>
                    <a:pt x="2193" y="925"/>
                  </a:cubicBezTo>
                  <a:cubicBezTo>
                    <a:pt x="2204" y="932"/>
                    <a:pt x="2214" y="935"/>
                    <a:pt x="2223" y="935"/>
                  </a:cubicBezTo>
                  <a:cubicBezTo>
                    <a:pt x="2246" y="935"/>
                    <a:pt x="2266" y="917"/>
                    <a:pt x="2292" y="900"/>
                  </a:cubicBezTo>
                  <a:cubicBezTo>
                    <a:pt x="2298" y="897"/>
                    <a:pt x="2305" y="896"/>
                    <a:pt x="2313" y="896"/>
                  </a:cubicBezTo>
                  <a:cubicBezTo>
                    <a:pt x="2350" y="896"/>
                    <a:pt x="2406" y="920"/>
                    <a:pt x="2445" y="920"/>
                  </a:cubicBezTo>
                  <a:cubicBezTo>
                    <a:pt x="2471" y="920"/>
                    <a:pt x="2489" y="910"/>
                    <a:pt x="2489" y="875"/>
                  </a:cubicBezTo>
                  <a:cubicBezTo>
                    <a:pt x="2477" y="777"/>
                    <a:pt x="2403" y="715"/>
                    <a:pt x="2316" y="703"/>
                  </a:cubicBezTo>
                  <a:cubicBezTo>
                    <a:pt x="2243" y="703"/>
                    <a:pt x="2169" y="604"/>
                    <a:pt x="2144" y="580"/>
                  </a:cubicBezTo>
                  <a:cubicBezTo>
                    <a:pt x="2119" y="555"/>
                    <a:pt x="1984" y="555"/>
                    <a:pt x="1885" y="456"/>
                  </a:cubicBezTo>
                  <a:cubicBezTo>
                    <a:pt x="1838" y="415"/>
                    <a:pt x="1831" y="408"/>
                    <a:pt x="1827" y="408"/>
                  </a:cubicBezTo>
                  <a:cubicBezTo>
                    <a:pt x="1825" y="408"/>
                    <a:pt x="1824" y="409"/>
                    <a:pt x="1821" y="409"/>
                  </a:cubicBezTo>
                  <a:cubicBezTo>
                    <a:pt x="1814" y="409"/>
                    <a:pt x="1795" y="404"/>
                    <a:pt x="1737" y="370"/>
                  </a:cubicBezTo>
                  <a:cubicBezTo>
                    <a:pt x="1663" y="333"/>
                    <a:pt x="1590" y="284"/>
                    <a:pt x="1540" y="222"/>
                  </a:cubicBezTo>
                  <a:cubicBezTo>
                    <a:pt x="1525" y="197"/>
                    <a:pt x="1512" y="189"/>
                    <a:pt x="1502" y="189"/>
                  </a:cubicBezTo>
                  <a:cubicBezTo>
                    <a:pt x="1487" y="189"/>
                    <a:pt x="1479" y="208"/>
                    <a:pt x="1479" y="222"/>
                  </a:cubicBezTo>
                  <a:cubicBezTo>
                    <a:pt x="1368" y="185"/>
                    <a:pt x="1269" y="136"/>
                    <a:pt x="1171" y="62"/>
                  </a:cubicBezTo>
                  <a:cubicBezTo>
                    <a:pt x="1097" y="13"/>
                    <a:pt x="801" y="13"/>
                    <a:pt x="64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2" name="Google Shape;8068;p67">
              <a:extLst>
                <a:ext uri="{FF2B5EF4-FFF2-40B4-BE49-F238E27FC236}">
                  <a16:creationId xmlns:a16="http://schemas.microsoft.com/office/drawing/2014/main" id="{C92C7B91-D754-31F1-7904-F5E236E19D02}"/>
                </a:ext>
              </a:extLst>
            </p:cNvPr>
            <p:cNvSpPr/>
            <p:nvPr/>
          </p:nvSpPr>
          <p:spPr>
            <a:xfrm>
              <a:off x="3048050" y="4853725"/>
              <a:ext cx="4025" cy="5250"/>
            </a:xfrm>
            <a:custGeom>
              <a:avLst/>
              <a:gdLst/>
              <a:ahLst/>
              <a:cxnLst/>
              <a:rect l="l" t="t" r="r" b="b"/>
              <a:pathLst>
                <a:path w="161" h="210" extrusionOk="0">
                  <a:moveTo>
                    <a:pt x="48" y="1"/>
                  </a:moveTo>
                  <a:cubicBezTo>
                    <a:pt x="29" y="1"/>
                    <a:pt x="36" y="90"/>
                    <a:pt x="25" y="111"/>
                  </a:cubicBezTo>
                  <a:cubicBezTo>
                    <a:pt x="1" y="160"/>
                    <a:pt x="38" y="209"/>
                    <a:pt x="87" y="209"/>
                  </a:cubicBezTo>
                  <a:cubicBezTo>
                    <a:pt x="161" y="197"/>
                    <a:pt x="99" y="61"/>
                    <a:pt x="62" y="12"/>
                  </a:cubicBezTo>
                  <a:cubicBezTo>
                    <a:pt x="56" y="4"/>
                    <a:pt x="51" y="1"/>
                    <a:pt x="4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3" name="Google Shape;8069;p67">
              <a:extLst>
                <a:ext uri="{FF2B5EF4-FFF2-40B4-BE49-F238E27FC236}">
                  <a16:creationId xmlns:a16="http://schemas.microsoft.com/office/drawing/2014/main" id="{42215DFC-AC66-BBC8-1349-68A49CA117E2}"/>
                </a:ext>
              </a:extLst>
            </p:cNvPr>
            <p:cNvSpPr/>
            <p:nvPr/>
          </p:nvSpPr>
          <p:spPr>
            <a:xfrm>
              <a:off x="3076900" y="4882600"/>
              <a:ext cx="2600" cy="2050"/>
            </a:xfrm>
            <a:custGeom>
              <a:avLst/>
              <a:gdLst/>
              <a:ahLst/>
              <a:cxnLst/>
              <a:rect l="l" t="t" r="r" b="b"/>
              <a:pathLst>
                <a:path w="104" h="82" extrusionOk="0">
                  <a:moveTo>
                    <a:pt x="32" y="1"/>
                  </a:moveTo>
                  <a:cubicBezTo>
                    <a:pt x="13" y="1"/>
                    <a:pt x="0" y="9"/>
                    <a:pt x="5" y="28"/>
                  </a:cubicBezTo>
                  <a:cubicBezTo>
                    <a:pt x="5" y="52"/>
                    <a:pt x="42" y="82"/>
                    <a:pt x="71" y="82"/>
                  </a:cubicBezTo>
                  <a:cubicBezTo>
                    <a:pt x="86" y="82"/>
                    <a:pt x="99" y="73"/>
                    <a:pt x="103" y="52"/>
                  </a:cubicBezTo>
                  <a:cubicBezTo>
                    <a:pt x="103" y="22"/>
                    <a:pt x="61" y="1"/>
                    <a:pt x="3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4" name="Google Shape;8070;p67">
              <a:extLst>
                <a:ext uri="{FF2B5EF4-FFF2-40B4-BE49-F238E27FC236}">
                  <a16:creationId xmlns:a16="http://schemas.microsoft.com/office/drawing/2014/main" id="{1D240371-FF1E-04E2-ED30-A30C320494C5}"/>
                </a:ext>
              </a:extLst>
            </p:cNvPr>
            <p:cNvSpPr/>
            <p:nvPr/>
          </p:nvSpPr>
          <p:spPr>
            <a:xfrm>
              <a:off x="3149100" y="4679950"/>
              <a:ext cx="7825" cy="10125"/>
            </a:xfrm>
            <a:custGeom>
              <a:avLst/>
              <a:gdLst/>
              <a:ahLst/>
              <a:cxnLst/>
              <a:rect l="l" t="t" r="r" b="b"/>
              <a:pathLst>
                <a:path w="313" h="405" extrusionOk="0">
                  <a:moveTo>
                    <a:pt x="254" y="0"/>
                  </a:moveTo>
                  <a:cubicBezTo>
                    <a:pt x="238" y="0"/>
                    <a:pt x="222" y="2"/>
                    <a:pt x="209" y="2"/>
                  </a:cubicBezTo>
                  <a:cubicBezTo>
                    <a:pt x="173" y="14"/>
                    <a:pt x="86" y="186"/>
                    <a:pt x="49" y="236"/>
                  </a:cubicBezTo>
                  <a:cubicBezTo>
                    <a:pt x="0" y="285"/>
                    <a:pt x="37" y="322"/>
                    <a:pt x="37" y="371"/>
                  </a:cubicBezTo>
                  <a:cubicBezTo>
                    <a:pt x="37" y="392"/>
                    <a:pt x="51" y="404"/>
                    <a:pt x="68" y="404"/>
                  </a:cubicBezTo>
                  <a:cubicBezTo>
                    <a:pt x="91" y="404"/>
                    <a:pt x="122" y="383"/>
                    <a:pt x="136" y="334"/>
                  </a:cubicBezTo>
                  <a:cubicBezTo>
                    <a:pt x="123" y="310"/>
                    <a:pt x="234" y="223"/>
                    <a:pt x="271" y="174"/>
                  </a:cubicBezTo>
                  <a:cubicBezTo>
                    <a:pt x="283" y="125"/>
                    <a:pt x="271" y="75"/>
                    <a:pt x="296" y="39"/>
                  </a:cubicBezTo>
                  <a:cubicBezTo>
                    <a:pt x="312" y="6"/>
                    <a:pt x="285" y="0"/>
                    <a:pt x="25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5" name="Google Shape;8071;p67">
              <a:extLst>
                <a:ext uri="{FF2B5EF4-FFF2-40B4-BE49-F238E27FC236}">
                  <a16:creationId xmlns:a16="http://schemas.microsoft.com/office/drawing/2014/main" id="{E384A091-7F4F-A85E-56D0-370B08005D1D}"/>
                </a:ext>
              </a:extLst>
            </p:cNvPr>
            <p:cNvSpPr/>
            <p:nvPr/>
          </p:nvSpPr>
          <p:spPr>
            <a:xfrm>
              <a:off x="3154325" y="4685125"/>
              <a:ext cx="5875" cy="4725"/>
            </a:xfrm>
            <a:custGeom>
              <a:avLst/>
              <a:gdLst/>
              <a:ahLst/>
              <a:cxnLst/>
              <a:rect l="l" t="t" r="r" b="b"/>
              <a:pathLst>
                <a:path w="235" h="189" extrusionOk="0">
                  <a:moveTo>
                    <a:pt x="141" y="1"/>
                  </a:moveTo>
                  <a:cubicBezTo>
                    <a:pt x="88" y="1"/>
                    <a:pt x="33" y="27"/>
                    <a:pt x="13" y="78"/>
                  </a:cubicBezTo>
                  <a:cubicBezTo>
                    <a:pt x="13" y="103"/>
                    <a:pt x="0" y="177"/>
                    <a:pt x="87" y="189"/>
                  </a:cubicBezTo>
                  <a:cubicBezTo>
                    <a:pt x="136" y="189"/>
                    <a:pt x="136" y="127"/>
                    <a:pt x="173" y="103"/>
                  </a:cubicBezTo>
                  <a:cubicBezTo>
                    <a:pt x="198" y="78"/>
                    <a:pt x="235" y="29"/>
                    <a:pt x="173" y="4"/>
                  </a:cubicBezTo>
                  <a:cubicBezTo>
                    <a:pt x="163" y="2"/>
                    <a:pt x="152" y="1"/>
                    <a:pt x="14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6" name="Google Shape;8072;p67">
              <a:extLst>
                <a:ext uri="{FF2B5EF4-FFF2-40B4-BE49-F238E27FC236}">
                  <a16:creationId xmlns:a16="http://schemas.microsoft.com/office/drawing/2014/main" id="{77889E5C-973C-2972-C44C-C12E09AA1786}"/>
                </a:ext>
              </a:extLst>
            </p:cNvPr>
            <p:cNvSpPr/>
            <p:nvPr/>
          </p:nvSpPr>
          <p:spPr>
            <a:xfrm>
              <a:off x="3131950" y="4678425"/>
              <a:ext cx="14075" cy="8825"/>
            </a:xfrm>
            <a:custGeom>
              <a:avLst/>
              <a:gdLst/>
              <a:ahLst/>
              <a:cxnLst/>
              <a:rect l="l" t="t" r="r" b="b"/>
              <a:pathLst>
                <a:path w="563" h="353" extrusionOk="0">
                  <a:moveTo>
                    <a:pt x="33" y="1"/>
                  </a:moveTo>
                  <a:cubicBezTo>
                    <a:pt x="14" y="1"/>
                    <a:pt x="0" y="86"/>
                    <a:pt x="21" y="136"/>
                  </a:cubicBezTo>
                  <a:cubicBezTo>
                    <a:pt x="33" y="186"/>
                    <a:pt x="58" y="173"/>
                    <a:pt x="95" y="198"/>
                  </a:cubicBezTo>
                  <a:cubicBezTo>
                    <a:pt x="132" y="198"/>
                    <a:pt x="156" y="223"/>
                    <a:pt x="169" y="247"/>
                  </a:cubicBezTo>
                  <a:cubicBezTo>
                    <a:pt x="205" y="272"/>
                    <a:pt x="205" y="297"/>
                    <a:pt x="242" y="309"/>
                  </a:cubicBezTo>
                  <a:cubicBezTo>
                    <a:pt x="250" y="314"/>
                    <a:pt x="256" y="316"/>
                    <a:pt x="262" y="316"/>
                  </a:cubicBezTo>
                  <a:cubicBezTo>
                    <a:pt x="285" y="316"/>
                    <a:pt x="299" y="282"/>
                    <a:pt x="329" y="272"/>
                  </a:cubicBezTo>
                  <a:cubicBezTo>
                    <a:pt x="330" y="271"/>
                    <a:pt x="332" y="271"/>
                    <a:pt x="333" y="271"/>
                  </a:cubicBezTo>
                  <a:cubicBezTo>
                    <a:pt x="357" y="271"/>
                    <a:pt x="330" y="353"/>
                    <a:pt x="375" y="353"/>
                  </a:cubicBezTo>
                  <a:cubicBezTo>
                    <a:pt x="382" y="353"/>
                    <a:pt x="391" y="351"/>
                    <a:pt x="403" y="346"/>
                  </a:cubicBezTo>
                  <a:cubicBezTo>
                    <a:pt x="464" y="321"/>
                    <a:pt x="514" y="210"/>
                    <a:pt x="563" y="198"/>
                  </a:cubicBezTo>
                  <a:cubicBezTo>
                    <a:pt x="464" y="173"/>
                    <a:pt x="366" y="173"/>
                    <a:pt x="267" y="173"/>
                  </a:cubicBezTo>
                  <a:cubicBezTo>
                    <a:pt x="205" y="173"/>
                    <a:pt x="242" y="149"/>
                    <a:pt x="205" y="124"/>
                  </a:cubicBezTo>
                  <a:cubicBezTo>
                    <a:pt x="198" y="119"/>
                    <a:pt x="193" y="117"/>
                    <a:pt x="189" y="117"/>
                  </a:cubicBezTo>
                  <a:cubicBezTo>
                    <a:pt x="178" y="117"/>
                    <a:pt x="183" y="138"/>
                    <a:pt x="167" y="138"/>
                  </a:cubicBezTo>
                  <a:cubicBezTo>
                    <a:pt x="164" y="138"/>
                    <a:pt x="160" y="138"/>
                    <a:pt x="156" y="136"/>
                  </a:cubicBezTo>
                  <a:cubicBezTo>
                    <a:pt x="132" y="136"/>
                    <a:pt x="70" y="50"/>
                    <a:pt x="45" y="13"/>
                  </a:cubicBezTo>
                  <a:cubicBezTo>
                    <a:pt x="41" y="5"/>
                    <a:pt x="37" y="1"/>
                    <a:pt x="3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7" name="Google Shape;8073;p67">
              <a:extLst>
                <a:ext uri="{FF2B5EF4-FFF2-40B4-BE49-F238E27FC236}">
                  <a16:creationId xmlns:a16="http://schemas.microsoft.com/office/drawing/2014/main" id="{68C5245B-1F6B-92C9-043C-AD1A819022CA}"/>
                </a:ext>
              </a:extLst>
            </p:cNvPr>
            <p:cNvSpPr/>
            <p:nvPr/>
          </p:nvSpPr>
          <p:spPr>
            <a:xfrm>
              <a:off x="3131850" y="4652950"/>
              <a:ext cx="17250" cy="6950"/>
            </a:xfrm>
            <a:custGeom>
              <a:avLst/>
              <a:gdLst/>
              <a:ahLst/>
              <a:cxnLst/>
              <a:rect l="l" t="t" r="r" b="b"/>
              <a:pathLst>
                <a:path w="690" h="278" extrusionOk="0">
                  <a:moveTo>
                    <a:pt x="138" y="0"/>
                  </a:moveTo>
                  <a:cubicBezTo>
                    <a:pt x="105" y="0"/>
                    <a:pt x="71" y="3"/>
                    <a:pt x="37" y="10"/>
                  </a:cubicBezTo>
                  <a:cubicBezTo>
                    <a:pt x="0" y="34"/>
                    <a:pt x="136" y="133"/>
                    <a:pt x="234" y="170"/>
                  </a:cubicBezTo>
                  <a:cubicBezTo>
                    <a:pt x="316" y="211"/>
                    <a:pt x="500" y="277"/>
                    <a:pt x="581" y="277"/>
                  </a:cubicBezTo>
                  <a:cubicBezTo>
                    <a:pt x="598" y="277"/>
                    <a:pt x="610" y="275"/>
                    <a:pt x="616" y="268"/>
                  </a:cubicBezTo>
                  <a:cubicBezTo>
                    <a:pt x="690" y="219"/>
                    <a:pt x="567" y="194"/>
                    <a:pt x="419" y="84"/>
                  </a:cubicBezTo>
                  <a:cubicBezTo>
                    <a:pt x="336" y="28"/>
                    <a:pt x="239" y="0"/>
                    <a:pt x="13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8" name="Google Shape;8074;p67">
              <a:extLst>
                <a:ext uri="{FF2B5EF4-FFF2-40B4-BE49-F238E27FC236}">
                  <a16:creationId xmlns:a16="http://schemas.microsoft.com/office/drawing/2014/main" id="{4C45E6C6-D56F-FC27-3B2D-CEE9EDCE0AAF}"/>
                </a:ext>
              </a:extLst>
            </p:cNvPr>
            <p:cNvSpPr/>
            <p:nvPr/>
          </p:nvSpPr>
          <p:spPr>
            <a:xfrm>
              <a:off x="3161725" y="4636800"/>
              <a:ext cx="38475" cy="42175"/>
            </a:xfrm>
            <a:custGeom>
              <a:avLst/>
              <a:gdLst/>
              <a:ahLst/>
              <a:cxnLst/>
              <a:rect l="l" t="t" r="r" b="b"/>
              <a:pathLst>
                <a:path w="1539" h="1687" extrusionOk="0">
                  <a:moveTo>
                    <a:pt x="814" y="0"/>
                  </a:moveTo>
                  <a:cubicBezTo>
                    <a:pt x="761" y="0"/>
                    <a:pt x="710" y="34"/>
                    <a:pt x="678" y="76"/>
                  </a:cubicBezTo>
                  <a:cubicBezTo>
                    <a:pt x="641" y="138"/>
                    <a:pt x="530" y="335"/>
                    <a:pt x="493" y="372"/>
                  </a:cubicBezTo>
                  <a:cubicBezTo>
                    <a:pt x="456" y="409"/>
                    <a:pt x="456" y="372"/>
                    <a:pt x="456" y="446"/>
                  </a:cubicBezTo>
                  <a:cubicBezTo>
                    <a:pt x="419" y="582"/>
                    <a:pt x="370" y="705"/>
                    <a:pt x="308" y="840"/>
                  </a:cubicBezTo>
                  <a:cubicBezTo>
                    <a:pt x="271" y="890"/>
                    <a:pt x="210" y="964"/>
                    <a:pt x="173" y="1025"/>
                  </a:cubicBezTo>
                  <a:cubicBezTo>
                    <a:pt x="136" y="1075"/>
                    <a:pt x="62" y="1075"/>
                    <a:pt x="99" y="1099"/>
                  </a:cubicBezTo>
                  <a:cubicBezTo>
                    <a:pt x="117" y="1111"/>
                    <a:pt x="142" y="1111"/>
                    <a:pt x="162" y="1111"/>
                  </a:cubicBezTo>
                  <a:cubicBezTo>
                    <a:pt x="182" y="1111"/>
                    <a:pt x="197" y="1111"/>
                    <a:pt x="197" y="1124"/>
                  </a:cubicBezTo>
                  <a:cubicBezTo>
                    <a:pt x="197" y="1198"/>
                    <a:pt x="148" y="1272"/>
                    <a:pt x="86" y="1309"/>
                  </a:cubicBezTo>
                  <a:cubicBezTo>
                    <a:pt x="25" y="1333"/>
                    <a:pt x="0" y="1383"/>
                    <a:pt x="37" y="1420"/>
                  </a:cubicBezTo>
                  <a:cubicBezTo>
                    <a:pt x="61" y="1435"/>
                    <a:pt x="90" y="1456"/>
                    <a:pt x="123" y="1456"/>
                  </a:cubicBezTo>
                  <a:cubicBezTo>
                    <a:pt x="142" y="1456"/>
                    <a:pt x="163" y="1450"/>
                    <a:pt x="185" y="1432"/>
                  </a:cubicBezTo>
                  <a:cubicBezTo>
                    <a:pt x="204" y="1417"/>
                    <a:pt x="230" y="1411"/>
                    <a:pt x="260" y="1411"/>
                  </a:cubicBezTo>
                  <a:cubicBezTo>
                    <a:pt x="326" y="1411"/>
                    <a:pt x="409" y="1439"/>
                    <a:pt x="468" y="1456"/>
                  </a:cubicBezTo>
                  <a:cubicBezTo>
                    <a:pt x="524" y="1463"/>
                    <a:pt x="582" y="1466"/>
                    <a:pt x="642" y="1466"/>
                  </a:cubicBezTo>
                  <a:cubicBezTo>
                    <a:pt x="702" y="1466"/>
                    <a:pt x="764" y="1463"/>
                    <a:pt x="826" y="1456"/>
                  </a:cubicBezTo>
                  <a:cubicBezTo>
                    <a:pt x="891" y="1456"/>
                    <a:pt x="879" y="1495"/>
                    <a:pt x="910" y="1495"/>
                  </a:cubicBezTo>
                  <a:cubicBezTo>
                    <a:pt x="914" y="1495"/>
                    <a:pt x="919" y="1495"/>
                    <a:pt x="924" y="1493"/>
                  </a:cubicBezTo>
                  <a:cubicBezTo>
                    <a:pt x="966" y="1473"/>
                    <a:pt x="1024" y="1426"/>
                    <a:pt x="1042" y="1426"/>
                  </a:cubicBezTo>
                  <a:cubicBezTo>
                    <a:pt x="1046" y="1426"/>
                    <a:pt x="1047" y="1428"/>
                    <a:pt x="1047" y="1432"/>
                  </a:cubicBezTo>
                  <a:cubicBezTo>
                    <a:pt x="1060" y="1469"/>
                    <a:pt x="1060" y="1493"/>
                    <a:pt x="1011" y="1555"/>
                  </a:cubicBezTo>
                  <a:cubicBezTo>
                    <a:pt x="969" y="1607"/>
                    <a:pt x="909" y="1686"/>
                    <a:pt x="930" y="1686"/>
                  </a:cubicBezTo>
                  <a:cubicBezTo>
                    <a:pt x="933" y="1686"/>
                    <a:pt x="940" y="1684"/>
                    <a:pt x="949" y="1678"/>
                  </a:cubicBezTo>
                  <a:cubicBezTo>
                    <a:pt x="1023" y="1641"/>
                    <a:pt x="1035" y="1580"/>
                    <a:pt x="1121" y="1530"/>
                  </a:cubicBezTo>
                  <a:cubicBezTo>
                    <a:pt x="1195" y="1493"/>
                    <a:pt x="1257" y="1481"/>
                    <a:pt x="1294" y="1444"/>
                  </a:cubicBezTo>
                  <a:cubicBezTo>
                    <a:pt x="1319" y="1407"/>
                    <a:pt x="1343" y="1370"/>
                    <a:pt x="1356" y="1333"/>
                  </a:cubicBezTo>
                  <a:cubicBezTo>
                    <a:pt x="1380" y="1272"/>
                    <a:pt x="1429" y="1210"/>
                    <a:pt x="1491" y="1161"/>
                  </a:cubicBezTo>
                  <a:cubicBezTo>
                    <a:pt x="1532" y="1120"/>
                    <a:pt x="1539" y="1096"/>
                    <a:pt x="1498" y="1096"/>
                  </a:cubicBezTo>
                  <a:cubicBezTo>
                    <a:pt x="1490" y="1096"/>
                    <a:pt x="1479" y="1097"/>
                    <a:pt x="1466" y="1099"/>
                  </a:cubicBezTo>
                  <a:cubicBezTo>
                    <a:pt x="1427" y="1099"/>
                    <a:pt x="1416" y="1113"/>
                    <a:pt x="1402" y="1113"/>
                  </a:cubicBezTo>
                  <a:cubicBezTo>
                    <a:pt x="1391" y="1113"/>
                    <a:pt x="1378" y="1102"/>
                    <a:pt x="1343" y="1062"/>
                  </a:cubicBezTo>
                  <a:cubicBezTo>
                    <a:pt x="1282" y="988"/>
                    <a:pt x="1220" y="1001"/>
                    <a:pt x="1257" y="964"/>
                  </a:cubicBezTo>
                  <a:cubicBezTo>
                    <a:pt x="1306" y="939"/>
                    <a:pt x="1491" y="853"/>
                    <a:pt x="1380" y="828"/>
                  </a:cubicBezTo>
                  <a:cubicBezTo>
                    <a:pt x="1369" y="827"/>
                    <a:pt x="1358" y="826"/>
                    <a:pt x="1348" y="826"/>
                  </a:cubicBezTo>
                  <a:cubicBezTo>
                    <a:pt x="1303" y="826"/>
                    <a:pt x="1273" y="838"/>
                    <a:pt x="1252" y="838"/>
                  </a:cubicBezTo>
                  <a:cubicBezTo>
                    <a:pt x="1239" y="838"/>
                    <a:pt x="1229" y="833"/>
                    <a:pt x="1220" y="816"/>
                  </a:cubicBezTo>
                  <a:cubicBezTo>
                    <a:pt x="1201" y="769"/>
                    <a:pt x="1190" y="708"/>
                    <a:pt x="1169" y="708"/>
                  </a:cubicBezTo>
                  <a:cubicBezTo>
                    <a:pt x="1163" y="708"/>
                    <a:pt x="1155" y="715"/>
                    <a:pt x="1146" y="730"/>
                  </a:cubicBezTo>
                  <a:cubicBezTo>
                    <a:pt x="1123" y="800"/>
                    <a:pt x="1032" y="915"/>
                    <a:pt x="1023" y="915"/>
                  </a:cubicBezTo>
                  <a:cubicBezTo>
                    <a:pt x="1023" y="915"/>
                    <a:pt x="1023" y="915"/>
                    <a:pt x="1023" y="914"/>
                  </a:cubicBezTo>
                  <a:cubicBezTo>
                    <a:pt x="1023" y="890"/>
                    <a:pt x="1035" y="816"/>
                    <a:pt x="961" y="791"/>
                  </a:cubicBezTo>
                  <a:cubicBezTo>
                    <a:pt x="875" y="754"/>
                    <a:pt x="813" y="730"/>
                    <a:pt x="826" y="705"/>
                  </a:cubicBezTo>
                  <a:cubicBezTo>
                    <a:pt x="838" y="668"/>
                    <a:pt x="961" y="631"/>
                    <a:pt x="887" y="606"/>
                  </a:cubicBezTo>
                  <a:cubicBezTo>
                    <a:pt x="833" y="588"/>
                    <a:pt x="825" y="530"/>
                    <a:pt x="800" y="530"/>
                  </a:cubicBezTo>
                  <a:cubicBezTo>
                    <a:pt x="791" y="530"/>
                    <a:pt x="780" y="537"/>
                    <a:pt x="764" y="557"/>
                  </a:cubicBezTo>
                  <a:cubicBezTo>
                    <a:pt x="717" y="614"/>
                    <a:pt x="677" y="692"/>
                    <a:pt x="661" y="692"/>
                  </a:cubicBezTo>
                  <a:cubicBezTo>
                    <a:pt x="656" y="692"/>
                    <a:pt x="653" y="685"/>
                    <a:pt x="653" y="668"/>
                  </a:cubicBezTo>
                  <a:cubicBezTo>
                    <a:pt x="641" y="594"/>
                    <a:pt x="666" y="520"/>
                    <a:pt x="702" y="471"/>
                  </a:cubicBezTo>
                  <a:cubicBezTo>
                    <a:pt x="764" y="385"/>
                    <a:pt x="813" y="311"/>
                    <a:pt x="850" y="224"/>
                  </a:cubicBezTo>
                  <a:cubicBezTo>
                    <a:pt x="887" y="163"/>
                    <a:pt x="887" y="126"/>
                    <a:pt x="850" y="126"/>
                  </a:cubicBezTo>
                  <a:cubicBezTo>
                    <a:pt x="826" y="126"/>
                    <a:pt x="912" y="76"/>
                    <a:pt x="949" y="40"/>
                  </a:cubicBezTo>
                  <a:cubicBezTo>
                    <a:pt x="986" y="3"/>
                    <a:pt x="912" y="3"/>
                    <a:pt x="838" y="3"/>
                  </a:cubicBezTo>
                  <a:cubicBezTo>
                    <a:pt x="830" y="1"/>
                    <a:pt x="822" y="0"/>
                    <a:pt x="81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9" name="Google Shape;8075;p67">
              <a:extLst>
                <a:ext uri="{FF2B5EF4-FFF2-40B4-BE49-F238E27FC236}">
                  <a16:creationId xmlns:a16="http://schemas.microsoft.com/office/drawing/2014/main" id="{A2C7AF2E-D0CF-2B76-8340-0D6D7A80F0BE}"/>
                </a:ext>
              </a:extLst>
            </p:cNvPr>
            <p:cNvSpPr/>
            <p:nvPr/>
          </p:nvSpPr>
          <p:spPr>
            <a:xfrm>
              <a:off x="3194025" y="4668200"/>
              <a:ext cx="8900" cy="13200"/>
            </a:xfrm>
            <a:custGeom>
              <a:avLst/>
              <a:gdLst/>
              <a:ahLst/>
              <a:cxnLst/>
              <a:rect l="l" t="t" r="r" b="b"/>
              <a:pathLst>
                <a:path w="356" h="528" extrusionOk="0">
                  <a:moveTo>
                    <a:pt x="265" y="1"/>
                  </a:moveTo>
                  <a:cubicBezTo>
                    <a:pt x="264" y="1"/>
                    <a:pt x="262" y="2"/>
                    <a:pt x="261" y="3"/>
                  </a:cubicBezTo>
                  <a:cubicBezTo>
                    <a:pt x="199" y="53"/>
                    <a:pt x="150" y="127"/>
                    <a:pt x="100" y="200"/>
                  </a:cubicBezTo>
                  <a:cubicBezTo>
                    <a:pt x="66" y="258"/>
                    <a:pt x="0" y="463"/>
                    <a:pt x="10" y="463"/>
                  </a:cubicBezTo>
                  <a:cubicBezTo>
                    <a:pt x="11" y="463"/>
                    <a:pt x="12" y="462"/>
                    <a:pt x="14" y="459"/>
                  </a:cubicBezTo>
                  <a:cubicBezTo>
                    <a:pt x="34" y="429"/>
                    <a:pt x="126" y="344"/>
                    <a:pt x="154" y="344"/>
                  </a:cubicBezTo>
                  <a:cubicBezTo>
                    <a:pt x="161" y="344"/>
                    <a:pt x="164" y="349"/>
                    <a:pt x="162" y="361"/>
                  </a:cubicBezTo>
                  <a:cubicBezTo>
                    <a:pt x="151" y="415"/>
                    <a:pt x="112" y="527"/>
                    <a:pt x="145" y="527"/>
                  </a:cubicBezTo>
                  <a:cubicBezTo>
                    <a:pt x="149" y="527"/>
                    <a:pt x="155" y="525"/>
                    <a:pt x="162" y="521"/>
                  </a:cubicBezTo>
                  <a:cubicBezTo>
                    <a:pt x="183" y="504"/>
                    <a:pt x="198" y="500"/>
                    <a:pt x="210" y="500"/>
                  </a:cubicBezTo>
                  <a:cubicBezTo>
                    <a:pt x="221" y="500"/>
                    <a:pt x="230" y="504"/>
                    <a:pt x="238" y="504"/>
                  </a:cubicBezTo>
                  <a:cubicBezTo>
                    <a:pt x="246" y="504"/>
                    <a:pt x="252" y="500"/>
                    <a:pt x="261" y="484"/>
                  </a:cubicBezTo>
                  <a:cubicBezTo>
                    <a:pt x="273" y="435"/>
                    <a:pt x="261" y="348"/>
                    <a:pt x="285" y="299"/>
                  </a:cubicBezTo>
                  <a:cubicBezTo>
                    <a:pt x="320" y="252"/>
                    <a:pt x="355" y="150"/>
                    <a:pt x="338" y="150"/>
                  </a:cubicBezTo>
                  <a:cubicBezTo>
                    <a:pt x="337" y="150"/>
                    <a:pt x="336" y="151"/>
                    <a:pt x="335" y="151"/>
                  </a:cubicBezTo>
                  <a:cubicBezTo>
                    <a:pt x="316" y="160"/>
                    <a:pt x="248" y="205"/>
                    <a:pt x="227" y="205"/>
                  </a:cubicBezTo>
                  <a:cubicBezTo>
                    <a:pt x="220" y="205"/>
                    <a:pt x="218" y="200"/>
                    <a:pt x="224" y="188"/>
                  </a:cubicBezTo>
                  <a:cubicBezTo>
                    <a:pt x="247" y="154"/>
                    <a:pt x="280" y="1"/>
                    <a:pt x="2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0" name="Google Shape;8076;p67">
              <a:extLst>
                <a:ext uri="{FF2B5EF4-FFF2-40B4-BE49-F238E27FC236}">
                  <a16:creationId xmlns:a16="http://schemas.microsoft.com/office/drawing/2014/main" id="{3D87777A-08FA-7854-8FF1-1912907A5A55}"/>
                </a:ext>
              </a:extLst>
            </p:cNvPr>
            <p:cNvSpPr/>
            <p:nvPr/>
          </p:nvSpPr>
          <p:spPr>
            <a:xfrm>
              <a:off x="3125050" y="4534025"/>
              <a:ext cx="5275" cy="5900"/>
            </a:xfrm>
            <a:custGeom>
              <a:avLst/>
              <a:gdLst/>
              <a:ahLst/>
              <a:cxnLst/>
              <a:rect l="l" t="t" r="r" b="b"/>
              <a:pathLst>
                <a:path w="211" h="236" extrusionOk="0">
                  <a:moveTo>
                    <a:pt x="83" y="1"/>
                  </a:moveTo>
                  <a:cubicBezTo>
                    <a:pt x="69" y="1"/>
                    <a:pt x="66" y="14"/>
                    <a:pt x="87" y="35"/>
                  </a:cubicBezTo>
                  <a:cubicBezTo>
                    <a:pt x="124" y="60"/>
                    <a:pt x="124" y="84"/>
                    <a:pt x="87" y="84"/>
                  </a:cubicBezTo>
                  <a:cubicBezTo>
                    <a:pt x="63" y="84"/>
                    <a:pt x="1" y="84"/>
                    <a:pt x="63" y="121"/>
                  </a:cubicBezTo>
                  <a:cubicBezTo>
                    <a:pt x="99" y="149"/>
                    <a:pt x="142" y="236"/>
                    <a:pt x="172" y="236"/>
                  </a:cubicBezTo>
                  <a:cubicBezTo>
                    <a:pt x="182" y="236"/>
                    <a:pt x="192" y="225"/>
                    <a:pt x="198" y="195"/>
                  </a:cubicBezTo>
                  <a:cubicBezTo>
                    <a:pt x="210" y="134"/>
                    <a:pt x="149" y="60"/>
                    <a:pt x="124" y="23"/>
                  </a:cubicBezTo>
                  <a:cubicBezTo>
                    <a:pt x="109" y="7"/>
                    <a:pt x="93" y="1"/>
                    <a:pt x="8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1" name="Google Shape;8077;p67">
              <a:extLst>
                <a:ext uri="{FF2B5EF4-FFF2-40B4-BE49-F238E27FC236}">
                  <a16:creationId xmlns:a16="http://schemas.microsoft.com/office/drawing/2014/main" id="{90BFC739-02E9-EE80-8528-84B5EA878332}"/>
                </a:ext>
              </a:extLst>
            </p:cNvPr>
            <p:cNvSpPr/>
            <p:nvPr/>
          </p:nvSpPr>
          <p:spPr>
            <a:xfrm>
              <a:off x="3108175" y="4548425"/>
              <a:ext cx="4050" cy="2450"/>
            </a:xfrm>
            <a:custGeom>
              <a:avLst/>
              <a:gdLst/>
              <a:ahLst/>
              <a:cxnLst/>
              <a:rect l="l" t="t" r="r" b="b"/>
              <a:pathLst>
                <a:path w="162" h="98" extrusionOk="0">
                  <a:moveTo>
                    <a:pt x="91" y="0"/>
                  </a:moveTo>
                  <a:cubicBezTo>
                    <a:pt x="47" y="0"/>
                    <a:pt x="1" y="68"/>
                    <a:pt x="11" y="88"/>
                  </a:cubicBezTo>
                  <a:cubicBezTo>
                    <a:pt x="18" y="95"/>
                    <a:pt x="28" y="98"/>
                    <a:pt x="39" y="98"/>
                  </a:cubicBezTo>
                  <a:cubicBezTo>
                    <a:pt x="88" y="98"/>
                    <a:pt x="161" y="44"/>
                    <a:pt x="121" y="14"/>
                  </a:cubicBezTo>
                  <a:cubicBezTo>
                    <a:pt x="112" y="4"/>
                    <a:pt x="101" y="0"/>
                    <a:pt x="9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2" name="Google Shape;8078;p67">
              <a:extLst>
                <a:ext uri="{FF2B5EF4-FFF2-40B4-BE49-F238E27FC236}">
                  <a16:creationId xmlns:a16="http://schemas.microsoft.com/office/drawing/2014/main" id="{E80FA689-49A1-3B70-2C55-C2D390E3DC31}"/>
                </a:ext>
              </a:extLst>
            </p:cNvPr>
            <p:cNvSpPr/>
            <p:nvPr/>
          </p:nvSpPr>
          <p:spPr>
            <a:xfrm>
              <a:off x="3026175" y="4621675"/>
              <a:ext cx="7975" cy="4075"/>
            </a:xfrm>
            <a:custGeom>
              <a:avLst/>
              <a:gdLst/>
              <a:ahLst/>
              <a:cxnLst/>
              <a:rect l="l" t="t" r="r" b="b"/>
              <a:pathLst>
                <a:path w="319" h="163" extrusionOk="0">
                  <a:moveTo>
                    <a:pt x="153" y="0"/>
                  </a:moveTo>
                  <a:cubicBezTo>
                    <a:pt x="137" y="0"/>
                    <a:pt x="123" y="2"/>
                    <a:pt x="112" y="4"/>
                  </a:cubicBezTo>
                  <a:cubicBezTo>
                    <a:pt x="50" y="16"/>
                    <a:pt x="1" y="16"/>
                    <a:pt x="62" y="78"/>
                  </a:cubicBezTo>
                  <a:cubicBezTo>
                    <a:pt x="107" y="114"/>
                    <a:pt x="218" y="163"/>
                    <a:pt x="274" y="163"/>
                  </a:cubicBezTo>
                  <a:cubicBezTo>
                    <a:pt x="295" y="163"/>
                    <a:pt x="309" y="156"/>
                    <a:pt x="309" y="139"/>
                  </a:cubicBezTo>
                  <a:cubicBezTo>
                    <a:pt x="319" y="29"/>
                    <a:pt x="222" y="0"/>
                    <a:pt x="15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3" name="Google Shape;8079;p67">
              <a:extLst>
                <a:ext uri="{FF2B5EF4-FFF2-40B4-BE49-F238E27FC236}">
                  <a16:creationId xmlns:a16="http://schemas.microsoft.com/office/drawing/2014/main" id="{31D23E01-DE9B-C662-1D7C-BE2443F02F10}"/>
                </a:ext>
              </a:extLst>
            </p:cNvPr>
            <p:cNvSpPr/>
            <p:nvPr/>
          </p:nvSpPr>
          <p:spPr>
            <a:xfrm>
              <a:off x="3038500" y="4589675"/>
              <a:ext cx="7425" cy="5650"/>
            </a:xfrm>
            <a:custGeom>
              <a:avLst/>
              <a:gdLst/>
              <a:ahLst/>
              <a:cxnLst/>
              <a:rect l="l" t="t" r="r" b="b"/>
              <a:pathLst>
                <a:path w="297" h="226" extrusionOk="0">
                  <a:moveTo>
                    <a:pt x="184" y="0"/>
                  </a:moveTo>
                  <a:cubicBezTo>
                    <a:pt x="162" y="0"/>
                    <a:pt x="145" y="21"/>
                    <a:pt x="99" y="52"/>
                  </a:cubicBezTo>
                  <a:cubicBezTo>
                    <a:pt x="13" y="89"/>
                    <a:pt x="1" y="101"/>
                    <a:pt x="38" y="101"/>
                  </a:cubicBezTo>
                  <a:cubicBezTo>
                    <a:pt x="87" y="101"/>
                    <a:pt x="99" y="163"/>
                    <a:pt x="148" y="200"/>
                  </a:cubicBezTo>
                  <a:cubicBezTo>
                    <a:pt x="174" y="218"/>
                    <a:pt x="192" y="225"/>
                    <a:pt x="205" y="225"/>
                  </a:cubicBezTo>
                  <a:cubicBezTo>
                    <a:pt x="238" y="225"/>
                    <a:pt x="246" y="181"/>
                    <a:pt x="272" y="138"/>
                  </a:cubicBezTo>
                  <a:cubicBezTo>
                    <a:pt x="296" y="76"/>
                    <a:pt x="284" y="64"/>
                    <a:pt x="235" y="27"/>
                  </a:cubicBezTo>
                  <a:cubicBezTo>
                    <a:pt x="211" y="8"/>
                    <a:pt x="197" y="0"/>
                    <a:pt x="1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4" name="Google Shape;8080;p67">
              <a:extLst>
                <a:ext uri="{FF2B5EF4-FFF2-40B4-BE49-F238E27FC236}">
                  <a16:creationId xmlns:a16="http://schemas.microsoft.com/office/drawing/2014/main" id="{3F43F06A-12BD-A421-8654-4A9D303E85B2}"/>
                </a:ext>
              </a:extLst>
            </p:cNvPr>
            <p:cNvSpPr/>
            <p:nvPr/>
          </p:nvSpPr>
          <p:spPr>
            <a:xfrm>
              <a:off x="3036100" y="4528675"/>
              <a:ext cx="6750" cy="7800"/>
            </a:xfrm>
            <a:custGeom>
              <a:avLst/>
              <a:gdLst/>
              <a:ahLst/>
              <a:cxnLst/>
              <a:rect l="l" t="t" r="r" b="b"/>
              <a:pathLst>
                <a:path w="270" h="312" extrusionOk="0">
                  <a:moveTo>
                    <a:pt x="149" y="0"/>
                  </a:moveTo>
                  <a:cubicBezTo>
                    <a:pt x="105" y="0"/>
                    <a:pt x="90" y="37"/>
                    <a:pt x="47" y="101"/>
                  </a:cubicBezTo>
                  <a:cubicBezTo>
                    <a:pt x="0" y="184"/>
                    <a:pt x="55" y="312"/>
                    <a:pt x="124" y="312"/>
                  </a:cubicBezTo>
                  <a:cubicBezTo>
                    <a:pt x="127" y="312"/>
                    <a:pt x="130" y="311"/>
                    <a:pt x="134" y="311"/>
                  </a:cubicBezTo>
                  <a:cubicBezTo>
                    <a:pt x="269" y="286"/>
                    <a:pt x="244" y="27"/>
                    <a:pt x="171" y="3"/>
                  </a:cubicBezTo>
                  <a:cubicBezTo>
                    <a:pt x="163" y="1"/>
                    <a:pt x="156" y="0"/>
                    <a:pt x="14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5" name="Google Shape;8081;p67">
              <a:extLst>
                <a:ext uri="{FF2B5EF4-FFF2-40B4-BE49-F238E27FC236}">
                  <a16:creationId xmlns:a16="http://schemas.microsoft.com/office/drawing/2014/main" id="{C1AC9D7D-D244-196E-7FB0-95E5644A149E}"/>
                </a:ext>
              </a:extLst>
            </p:cNvPr>
            <p:cNvSpPr/>
            <p:nvPr/>
          </p:nvSpPr>
          <p:spPr>
            <a:xfrm>
              <a:off x="3015100" y="4521975"/>
              <a:ext cx="11425" cy="8325"/>
            </a:xfrm>
            <a:custGeom>
              <a:avLst/>
              <a:gdLst/>
              <a:ahLst/>
              <a:cxnLst/>
              <a:rect l="l" t="t" r="r" b="b"/>
              <a:pathLst>
                <a:path w="457" h="333" extrusionOk="0">
                  <a:moveTo>
                    <a:pt x="418" y="1"/>
                  </a:moveTo>
                  <a:cubicBezTo>
                    <a:pt x="356" y="1"/>
                    <a:pt x="235" y="47"/>
                    <a:pt x="173" y="74"/>
                  </a:cubicBezTo>
                  <a:cubicBezTo>
                    <a:pt x="111" y="98"/>
                    <a:pt x="49" y="148"/>
                    <a:pt x="25" y="221"/>
                  </a:cubicBezTo>
                  <a:cubicBezTo>
                    <a:pt x="0" y="283"/>
                    <a:pt x="123" y="332"/>
                    <a:pt x="173" y="332"/>
                  </a:cubicBezTo>
                  <a:cubicBezTo>
                    <a:pt x="259" y="332"/>
                    <a:pt x="444" y="86"/>
                    <a:pt x="456" y="24"/>
                  </a:cubicBezTo>
                  <a:cubicBezTo>
                    <a:pt x="456" y="7"/>
                    <a:pt x="441" y="1"/>
                    <a:pt x="41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6" name="Google Shape;8082;p67">
              <a:extLst>
                <a:ext uri="{FF2B5EF4-FFF2-40B4-BE49-F238E27FC236}">
                  <a16:creationId xmlns:a16="http://schemas.microsoft.com/office/drawing/2014/main" id="{B8739528-1176-BB96-5E7D-3B5F2950D98F}"/>
                </a:ext>
              </a:extLst>
            </p:cNvPr>
            <p:cNvSpPr/>
            <p:nvPr/>
          </p:nvSpPr>
          <p:spPr>
            <a:xfrm>
              <a:off x="3046275" y="4516250"/>
              <a:ext cx="7300" cy="4525"/>
            </a:xfrm>
            <a:custGeom>
              <a:avLst/>
              <a:gdLst/>
              <a:ahLst/>
              <a:cxnLst/>
              <a:rect l="l" t="t" r="r" b="b"/>
              <a:pathLst>
                <a:path w="292" h="181" extrusionOk="0">
                  <a:moveTo>
                    <a:pt x="119" y="0"/>
                  </a:moveTo>
                  <a:cubicBezTo>
                    <a:pt x="102" y="0"/>
                    <a:pt x="85" y="2"/>
                    <a:pt x="72" y="7"/>
                  </a:cubicBezTo>
                  <a:cubicBezTo>
                    <a:pt x="1" y="42"/>
                    <a:pt x="134" y="180"/>
                    <a:pt x="199" y="180"/>
                  </a:cubicBezTo>
                  <a:cubicBezTo>
                    <a:pt x="202" y="180"/>
                    <a:pt x="205" y="180"/>
                    <a:pt x="207" y="179"/>
                  </a:cubicBezTo>
                  <a:cubicBezTo>
                    <a:pt x="281" y="167"/>
                    <a:pt x="269" y="105"/>
                    <a:pt x="281" y="68"/>
                  </a:cubicBezTo>
                  <a:cubicBezTo>
                    <a:pt x="291" y="38"/>
                    <a:pt x="195" y="0"/>
                    <a:pt x="11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7" name="Google Shape;8083;p67">
              <a:extLst>
                <a:ext uri="{FF2B5EF4-FFF2-40B4-BE49-F238E27FC236}">
                  <a16:creationId xmlns:a16="http://schemas.microsoft.com/office/drawing/2014/main" id="{F8416BEF-DD8A-D89D-DAA5-A98841B73038}"/>
                </a:ext>
              </a:extLst>
            </p:cNvPr>
            <p:cNvSpPr/>
            <p:nvPr/>
          </p:nvSpPr>
          <p:spPr>
            <a:xfrm>
              <a:off x="2996000" y="4489475"/>
              <a:ext cx="40075" cy="31475"/>
            </a:xfrm>
            <a:custGeom>
              <a:avLst/>
              <a:gdLst/>
              <a:ahLst/>
              <a:cxnLst/>
              <a:rect l="l" t="t" r="r" b="b"/>
              <a:pathLst>
                <a:path w="1603" h="1259" extrusionOk="0">
                  <a:moveTo>
                    <a:pt x="381" y="0"/>
                  </a:moveTo>
                  <a:cubicBezTo>
                    <a:pt x="351" y="0"/>
                    <a:pt x="299" y="56"/>
                    <a:pt x="247" y="129"/>
                  </a:cubicBezTo>
                  <a:cubicBezTo>
                    <a:pt x="185" y="203"/>
                    <a:pt x="222" y="511"/>
                    <a:pt x="197" y="573"/>
                  </a:cubicBezTo>
                  <a:cubicBezTo>
                    <a:pt x="197" y="634"/>
                    <a:pt x="197" y="696"/>
                    <a:pt x="222" y="758"/>
                  </a:cubicBezTo>
                  <a:cubicBezTo>
                    <a:pt x="222" y="807"/>
                    <a:pt x="123" y="905"/>
                    <a:pt x="62" y="942"/>
                  </a:cubicBezTo>
                  <a:cubicBezTo>
                    <a:pt x="0" y="979"/>
                    <a:pt x="13" y="1016"/>
                    <a:pt x="25" y="1029"/>
                  </a:cubicBezTo>
                  <a:cubicBezTo>
                    <a:pt x="55" y="1032"/>
                    <a:pt x="83" y="1033"/>
                    <a:pt x="112" y="1033"/>
                  </a:cubicBezTo>
                  <a:cubicBezTo>
                    <a:pt x="189" y="1033"/>
                    <a:pt x="261" y="1022"/>
                    <a:pt x="333" y="1004"/>
                  </a:cubicBezTo>
                  <a:cubicBezTo>
                    <a:pt x="382" y="1004"/>
                    <a:pt x="382" y="1127"/>
                    <a:pt x="382" y="1213"/>
                  </a:cubicBezTo>
                  <a:cubicBezTo>
                    <a:pt x="382" y="1248"/>
                    <a:pt x="392" y="1259"/>
                    <a:pt x="407" y="1259"/>
                  </a:cubicBezTo>
                  <a:cubicBezTo>
                    <a:pt x="431" y="1259"/>
                    <a:pt x="468" y="1233"/>
                    <a:pt x="505" y="1226"/>
                  </a:cubicBezTo>
                  <a:cubicBezTo>
                    <a:pt x="555" y="1213"/>
                    <a:pt x="641" y="1041"/>
                    <a:pt x="690" y="1029"/>
                  </a:cubicBezTo>
                  <a:cubicBezTo>
                    <a:pt x="752" y="1029"/>
                    <a:pt x="826" y="905"/>
                    <a:pt x="863" y="868"/>
                  </a:cubicBezTo>
                  <a:cubicBezTo>
                    <a:pt x="870" y="861"/>
                    <a:pt x="878" y="858"/>
                    <a:pt x="885" y="858"/>
                  </a:cubicBezTo>
                  <a:cubicBezTo>
                    <a:pt x="915" y="858"/>
                    <a:pt x="947" y="905"/>
                    <a:pt x="986" y="905"/>
                  </a:cubicBezTo>
                  <a:cubicBezTo>
                    <a:pt x="991" y="907"/>
                    <a:pt x="997" y="907"/>
                    <a:pt x="1002" y="907"/>
                  </a:cubicBezTo>
                  <a:cubicBezTo>
                    <a:pt x="1043" y="907"/>
                    <a:pt x="1075" y="868"/>
                    <a:pt x="1097" y="868"/>
                  </a:cubicBezTo>
                  <a:cubicBezTo>
                    <a:pt x="1099" y="868"/>
                    <a:pt x="1101" y="867"/>
                    <a:pt x="1103" y="867"/>
                  </a:cubicBezTo>
                  <a:cubicBezTo>
                    <a:pt x="1129" y="867"/>
                    <a:pt x="1100" y="946"/>
                    <a:pt x="1146" y="992"/>
                  </a:cubicBezTo>
                  <a:cubicBezTo>
                    <a:pt x="1245" y="1041"/>
                    <a:pt x="1343" y="1090"/>
                    <a:pt x="1454" y="1127"/>
                  </a:cubicBezTo>
                  <a:cubicBezTo>
                    <a:pt x="1461" y="1131"/>
                    <a:pt x="1467" y="1133"/>
                    <a:pt x="1472" y="1133"/>
                  </a:cubicBezTo>
                  <a:cubicBezTo>
                    <a:pt x="1523" y="1133"/>
                    <a:pt x="1555" y="1000"/>
                    <a:pt x="1577" y="967"/>
                  </a:cubicBezTo>
                  <a:cubicBezTo>
                    <a:pt x="1602" y="942"/>
                    <a:pt x="1540" y="918"/>
                    <a:pt x="1516" y="856"/>
                  </a:cubicBezTo>
                  <a:cubicBezTo>
                    <a:pt x="1501" y="836"/>
                    <a:pt x="1476" y="830"/>
                    <a:pt x="1447" y="830"/>
                  </a:cubicBezTo>
                  <a:cubicBezTo>
                    <a:pt x="1404" y="830"/>
                    <a:pt x="1351" y="844"/>
                    <a:pt x="1306" y="844"/>
                  </a:cubicBezTo>
                  <a:cubicBezTo>
                    <a:pt x="1245" y="844"/>
                    <a:pt x="1306" y="770"/>
                    <a:pt x="1294" y="671"/>
                  </a:cubicBezTo>
                  <a:cubicBezTo>
                    <a:pt x="1294" y="560"/>
                    <a:pt x="1134" y="511"/>
                    <a:pt x="1085" y="511"/>
                  </a:cubicBezTo>
                  <a:cubicBezTo>
                    <a:pt x="1023" y="511"/>
                    <a:pt x="875" y="339"/>
                    <a:pt x="826" y="339"/>
                  </a:cubicBezTo>
                  <a:cubicBezTo>
                    <a:pt x="752" y="326"/>
                    <a:pt x="690" y="289"/>
                    <a:pt x="641" y="228"/>
                  </a:cubicBezTo>
                  <a:cubicBezTo>
                    <a:pt x="618" y="205"/>
                    <a:pt x="605" y="196"/>
                    <a:pt x="596" y="196"/>
                  </a:cubicBezTo>
                  <a:cubicBezTo>
                    <a:pt x="575" y="196"/>
                    <a:pt x="576" y="239"/>
                    <a:pt x="542" y="265"/>
                  </a:cubicBezTo>
                  <a:cubicBezTo>
                    <a:pt x="535" y="269"/>
                    <a:pt x="528" y="270"/>
                    <a:pt x="523" y="270"/>
                  </a:cubicBezTo>
                  <a:cubicBezTo>
                    <a:pt x="493" y="270"/>
                    <a:pt x="493" y="220"/>
                    <a:pt x="493" y="178"/>
                  </a:cubicBezTo>
                  <a:cubicBezTo>
                    <a:pt x="481" y="117"/>
                    <a:pt x="444" y="55"/>
                    <a:pt x="395" y="6"/>
                  </a:cubicBezTo>
                  <a:cubicBezTo>
                    <a:pt x="391" y="2"/>
                    <a:pt x="386" y="0"/>
                    <a:pt x="38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8" name="Google Shape;8084;p67">
              <a:extLst>
                <a:ext uri="{FF2B5EF4-FFF2-40B4-BE49-F238E27FC236}">
                  <a16:creationId xmlns:a16="http://schemas.microsoft.com/office/drawing/2014/main" id="{26D2F303-488C-D69D-56E2-A18B22219997}"/>
                </a:ext>
              </a:extLst>
            </p:cNvPr>
            <p:cNvSpPr/>
            <p:nvPr/>
          </p:nvSpPr>
          <p:spPr>
            <a:xfrm>
              <a:off x="3011225" y="4486150"/>
              <a:ext cx="7900" cy="5425"/>
            </a:xfrm>
            <a:custGeom>
              <a:avLst/>
              <a:gdLst/>
              <a:ahLst/>
              <a:cxnLst/>
              <a:rect l="l" t="t" r="r" b="b"/>
              <a:pathLst>
                <a:path w="316" h="217" extrusionOk="0">
                  <a:moveTo>
                    <a:pt x="15" y="0"/>
                  </a:moveTo>
                  <a:cubicBezTo>
                    <a:pt x="0" y="0"/>
                    <a:pt x="109" y="216"/>
                    <a:pt x="198" y="216"/>
                  </a:cubicBezTo>
                  <a:cubicBezTo>
                    <a:pt x="205" y="216"/>
                    <a:pt x="211" y="215"/>
                    <a:pt x="217" y="213"/>
                  </a:cubicBezTo>
                  <a:cubicBezTo>
                    <a:pt x="315" y="176"/>
                    <a:pt x="57" y="40"/>
                    <a:pt x="20" y="3"/>
                  </a:cubicBezTo>
                  <a:cubicBezTo>
                    <a:pt x="17" y="1"/>
                    <a:pt x="16" y="0"/>
                    <a:pt x="1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9" name="Google Shape;8085;p67">
              <a:extLst>
                <a:ext uri="{FF2B5EF4-FFF2-40B4-BE49-F238E27FC236}">
                  <a16:creationId xmlns:a16="http://schemas.microsoft.com/office/drawing/2014/main" id="{D28174CE-9459-7549-2175-0F76E8A39039}"/>
                </a:ext>
              </a:extLst>
            </p:cNvPr>
            <p:cNvSpPr/>
            <p:nvPr/>
          </p:nvSpPr>
          <p:spPr>
            <a:xfrm>
              <a:off x="3008625" y="4488750"/>
              <a:ext cx="3600" cy="4000"/>
            </a:xfrm>
            <a:custGeom>
              <a:avLst/>
              <a:gdLst/>
              <a:ahLst/>
              <a:cxnLst/>
              <a:rect l="l" t="t" r="r" b="b"/>
              <a:pathLst>
                <a:path w="144" h="160" extrusionOk="0">
                  <a:moveTo>
                    <a:pt x="7" y="1"/>
                  </a:moveTo>
                  <a:cubicBezTo>
                    <a:pt x="3" y="1"/>
                    <a:pt x="0" y="4"/>
                    <a:pt x="0" y="10"/>
                  </a:cubicBezTo>
                  <a:cubicBezTo>
                    <a:pt x="0" y="41"/>
                    <a:pt x="35" y="160"/>
                    <a:pt x="83" y="160"/>
                  </a:cubicBezTo>
                  <a:cubicBezTo>
                    <a:pt x="92" y="160"/>
                    <a:pt x="102" y="156"/>
                    <a:pt x="111" y="146"/>
                  </a:cubicBezTo>
                  <a:cubicBezTo>
                    <a:pt x="143" y="124"/>
                    <a:pt x="36" y="1"/>
                    <a:pt x="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0" name="Google Shape;8086;p67">
              <a:extLst>
                <a:ext uri="{FF2B5EF4-FFF2-40B4-BE49-F238E27FC236}">
                  <a16:creationId xmlns:a16="http://schemas.microsoft.com/office/drawing/2014/main" id="{D8409E7F-8AD6-3255-B074-EBFB8630C4AA}"/>
                </a:ext>
              </a:extLst>
            </p:cNvPr>
            <p:cNvSpPr/>
            <p:nvPr/>
          </p:nvSpPr>
          <p:spPr>
            <a:xfrm>
              <a:off x="2997225" y="4461925"/>
              <a:ext cx="4025" cy="6225"/>
            </a:xfrm>
            <a:custGeom>
              <a:avLst/>
              <a:gdLst/>
              <a:ahLst/>
              <a:cxnLst/>
              <a:rect l="l" t="t" r="r" b="b"/>
              <a:pathLst>
                <a:path w="161" h="249" extrusionOk="0">
                  <a:moveTo>
                    <a:pt x="74" y="0"/>
                  </a:moveTo>
                  <a:cubicBezTo>
                    <a:pt x="60" y="0"/>
                    <a:pt x="50" y="7"/>
                    <a:pt x="50" y="24"/>
                  </a:cubicBezTo>
                  <a:cubicBezTo>
                    <a:pt x="50" y="73"/>
                    <a:pt x="1" y="172"/>
                    <a:pt x="38" y="184"/>
                  </a:cubicBezTo>
                  <a:cubicBezTo>
                    <a:pt x="65" y="193"/>
                    <a:pt x="85" y="248"/>
                    <a:pt x="109" y="248"/>
                  </a:cubicBezTo>
                  <a:cubicBezTo>
                    <a:pt x="117" y="248"/>
                    <a:pt x="126" y="241"/>
                    <a:pt x="136" y="221"/>
                  </a:cubicBezTo>
                  <a:cubicBezTo>
                    <a:pt x="161" y="159"/>
                    <a:pt x="161" y="85"/>
                    <a:pt x="136" y="24"/>
                  </a:cubicBezTo>
                  <a:cubicBezTo>
                    <a:pt x="116" y="10"/>
                    <a:pt x="92" y="0"/>
                    <a:pt x="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1" name="Google Shape;8087;p67">
              <a:extLst>
                <a:ext uri="{FF2B5EF4-FFF2-40B4-BE49-F238E27FC236}">
                  <a16:creationId xmlns:a16="http://schemas.microsoft.com/office/drawing/2014/main" id="{8F4A75ED-5BD3-3326-B9CD-1BB189DCC953}"/>
                </a:ext>
              </a:extLst>
            </p:cNvPr>
            <p:cNvSpPr/>
            <p:nvPr/>
          </p:nvSpPr>
          <p:spPr>
            <a:xfrm>
              <a:off x="2979350" y="4390425"/>
              <a:ext cx="171425" cy="144375"/>
            </a:xfrm>
            <a:custGeom>
              <a:avLst/>
              <a:gdLst/>
              <a:ahLst/>
              <a:cxnLst/>
              <a:rect l="l" t="t" r="r" b="b"/>
              <a:pathLst>
                <a:path w="6857" h="5775" extrusionOk="0">
                  <a:moveTo>
                    <a:pt x="1011" y="0"/>
                  </a:moveTo>
                  <a:cubicBezTo>
                    <a:pt x="839" y="13"/>
                    <a:pt x="666" y="50"/>
                    <a:pt x="506" y="111"/>
                  </a:cubicBezTo>
                  <a:cubicBezTo>
                    <a:pt x="444" y="161"/>
                    <a:pt x="247" y="333"/>
                    <a:pt x="186" y="395"/>
                  </a:cubicBezTo>
                  <a:cubicBezTo>
                    <a:pt x="112" y="506"/>
                    <a:pt x="63" y="629"/>
                    <a:pt x="26" y="764"/>
                  </a:cubicBezTo>
                  <a:cubicBezTo>
                    <a:pt x="1" y="925"/>
                    <a:pt x="1" y="1085"/>
                    <a:pt x="13" y="1245"/>
                  </a:cubicBezTo>
                  <a:cubicBezTo>
                    <a:pt x="13" y="1356"/>
                    <a:pt x="334" y="1368"/>
                    <a:pt x="481" y="1368"/>
                  </a:cubicBezTo>
                  <a:cubicBezTo>
                    <a:pt x="492" y="1367"/>
                    <a:pt x="503" y="1366"/>
                    <a:pt x="514" y="1366"/>
                  </a:cubicBezTo>
                  <a:cubicBezTo>
                    <a:pt x="586" y="1366"/>
                    <a:pt x="648" y="1402"/>
                    <a:pt x="691" y="1467"/>
                  </a:cubicBezTo>
                  <a:cubicBezTo>
                    <a:pt x="740" y="1516"/>
                    <a:pt x="592" y="1541"/>
                    <a:pt x="469" y="1541"/>
                  </a:cubicBezTo>
                  <a:cubicBezTo>
                    <a:pt x="371" y="1528"/>
                    <a:pt x="284" y="1504"/>
                    <a:pt x="186" y="1467"/>
                  </a:cubicBezTo>
                  <a:cubicBezTo>
                    <a:pt x="136" y="1467"/>
                    <a:pt x="173" y="1528"/>
                    <a:pt x="198" y="1602"/>
                  </a:cubicBezTo>
                  <a:cubicBezTo>
                    <a:pt x="223" y="1676"/>
                    <a:pt x="284" y="1725"/>
                    <a:pt x="358" y="1750"/>
                  </a:cubicBezTo>
                  <a:cubicBezTo>
                    <a:pt x="432" y="1775"/>
                    <a:pt x="420" y="1812"/>
                    <a:pt x="531" y="1836"/>
                  </a:cubicBezTo>
                  <a:cubicBezTo>
                    <a:pt x="546" y="1839"/>
                    <a:pt x="560" y="1841"/>
                    <a:pt x="572" y="1841"/>
                  </a:cubicBezTo>
                  <a:cubicBezTo>
                    <a:pt x="655" y="1841"/>
                    <a:pt x="660" y="1775"/>
                    <a:pt x="703" y="1775"/>
                  </a:cubicBezTo>
                  <a:cubicBezTo>
                    <a:pt x="753" y="1775"/>
                    <a:pt x="802" y="1799"/>
                    <a:pt x="826" y="1836"/>
                  </a:cubicBezTo>
                  <a:cubicBezTo>
                    <a:pt x="888" y="1898"/>
                    <a:pt x="950" y="1935"/>
                    <a:pt x="1024" y="1947"/>
                  </a:cubicBezTo>
                  <a:cubicBezTo>
                    <a:pt x="1085" y="1947"/>
                    <a:pt x="1147" y="1935"/>
                    <a:pt x="1184" y="1935"/>
                  </a:cubicBezTo>
                  <a:cubicBezTo>
                    <a:pt x="1208" y="1935"/>
                    <a:pt x="1258" y="1984"/>
                    <a:pt x="1344" y="1984"/>
                  </a:cubicBezTo>
                  <a:cubicBezTo>
                    <a:pt x="1492" y="1984"/>
                    <a:pt x="1627" y="1997"/>
                    <a:pt x="1763" y="2033"/>
                  </a:cubicBezTo>
                  <a:cubicBezTo>
                    <a:pt x="1784" y="2055"/>
                    <a:pt x="1814" y="2068"/>
                    <a:pt x="1845" y="2068"/>
                  </a:cubicBezTo>
                  <a:cubicBezTo>
                    <a:pt x="1867" y="2068"/>
                    <a:pt x="1890" y="2061"/>
                    <a:pt x="1911" y="2046"/>
                  </a:cubicBezTo>
                  <a:cubicBezTo>
                    <a:pt x="1960" y="2033"/>
                    <a:pt x="1911" y="1997"/>
                    <a:pt x="1861" y="1972"/>
                  </a:cubicBezTo>
                  <a:cubicBezTo>
                    <a:pt x="1831" y="1941"/>
                    <a:pt x="1759" y="1919"/>
                    <a:pt x="1769" y="1919"/>
                  </a:cubicBezTo>
                  <a:cubicBezTo>
                    <a:pt x="1771" y="1919"/>
                    <a:pt x="1777" y="1920"/>
                    <a:pt x="1788" y="1923"/>
                  </a:cubicBezTo>
                  <a:cubicBezTo>
                    <a:pt x="1861" y="1935"/>
                    <a:pt x="1911" y="1997"/>
                    <a:pt x="2046" y="2033"/>
                  </a:cubicBezTo>
                  <a:cubicBezTo>
                    <a:pt x="2194" y="2070"/>
                    <a:pt x="2293" y="2218"/>
                    <a:pt x="2354" y="2255"/>
                  </a:cubicBezTo>
                  <a:cubicBezTo>
                    <a:pt x="2370" y="2266"/>
                    <a:pt x="2382" y="2270"/>
                    <a:pt x="2390" y="2270"/>
                  </a:cubicBezTo>
                  <a:cubicBezTo>
                    <a:pt x="2421" y="2270"/>
                    <a:pt x="2414" y="2213"/>
                    <a:pt x="2453" y="2194"/>
                  </a:cubicBezTo>
                  <a:cubicBezTo>
                    <a:pt x="2478" y="2169"/>
                    <a:pt x="2502" y="2132"/>
                    <a:pt x="2478" y="2095"/>
                  </a:cubicBezTo>
                  <a:cubicBezTo>
                    <a:pt x="2478" y="2092"/>
                    <a:pt x="2469" y="2090"/>
                    <a:pt x="2454" y="2090"/>
                  </a:cubicBezTo>
                  <a:cubicBezTo>
                    <a:pt x="2414" y="2090"/>
                    <a:pt x="2331" y="2102"/>
                    <a:pt x="2268" y="2120"/>
                  </a:cubicBezTo>
                  <a:cubicBezTo>
                    <a:pt x="2262" y="2121"/>
                    <a:pt x="2256" y="2121"/>
                    <a:pt x="2251" y="2121"/>
                  </a:cubicBezTo>
                  <a:cubicBezTo>
                    <a:pt x="2196" y="2121"/>
                    <a:pt x="2199" y="2065"/>
                    <a:pt x="2120" y="2009"/>
                  </a:cubicBezTo>
                  <a:cubicBezTo>
                    <a:pt x="2074" y="1976"/>
                    <a:pt x="2099" y="1964"/>
                    <a:pt x="2147" y="1964"/>
                  </a:cubicBezTo>
                  <a:cubicBezTo>
                    <a:pt x="2188" y="1964"/>
                    <a:pt x="2247" y="1973"/>
                    <a:pt x="2293" y="1984"/>
                  </a:cubicBezTo>
                  <a:cubicBezTo>
                    <a:pt x="2367" y="2021"/>
                    <a:pt x="2465" y="2046"/>
                    <a:pt x="2564" y="2046"/>
                  </a:cubicBezTo>
                  <a:cubicBezTo>
                    <a:pt x="2601" y="2033"/>
                    <a:pt x="2650" y="2046"/>
                    <a:pt x="2675" y="1984"/>
                  </a:cubicBezTo>
                  <a:cubicBezTo>
                    <a:pt x="2699" y="1923"/>
                    <a:pt x="2613" y="1849"/>
                    <a:pt x="2539" y="1824"/>
                  </a:cubicBezTo>
                  <a:cubicBezTo>
                    <a:pt x="2478" y="1799"/>
                    <a:pt x="2502" y="1775"/>
                    <a:pt x="2576" y="1775"/>
                  </a:cubicBezTo>
                  <a:cubicBezTo>
                    <a:pt x="2638" y="1775"/>
                    <a:pt x="2625" y="1775"/>
                    <a:pt x="2601" y="1738"/>
                  </a:cubicBezTo>
                  <a:cubicBezTo>
                    <a:pt x="2585" y="1714"/>
                    <a:pt x="2579" y="1700"/>
                    <a:pt x="2590" y="1700"/>
                  </a:cubicBezTo>
                  <a:cubicBezTo>
                    <a:pt x="2597" y="1700"/>
                    <a:pt x="2608" y="1704"/>
                    <a:pt x="2625" y="1713"/>
                  </a:cubicBezTo>
                  <a:cubicBezTo>
                    <a:pt x="2687" y="1750"/>
                    <a:pt x="2736" y="1836"/>
                    <a:pt x="2786" y="1886"/>
                  </a:cubicBezTo>
                  <a:cubicBezTo>
                    <a:pt x="2801" y="1901"/>
                    <a:pt x="2813" y="1907"/>
                    <a:pt x="2823" y="1907"/>
                  </a:cubicBezTo>
                  <a:cubicBezTo>
                    <a:pt x="2845" y="1907"/>
                    <a:pt x="2859" y="1878"/>
                    <a:pt x="2884" y="1861"/>
                  </a:cubicBezTo>
                  <a:cubicBezTo>
                    <a:pt x="2887" y="1859"/>
                    <a:pt x="2890" y="1859"/>
                    <a:pt x="2893" y="1859"/>
                  </a:cubicBezTo>
                  <a:cubicBezTo>
                    <a:pt x="2936" y="1859"/>
                    <a:pt x="2957" y="2025"/>
                    <a:pt x="2946" y="2083"/>
                  </a:cubicBezTo>
                  <a:cubicBezTo>
                    <a:pt x="2942" y="2100"/>
                    <a:pt x="2946" y="2107"/>
                    <a:pt x="2953" y="2107"/>
                  </a:cubicBezTo>
                  <a:cubicBezTo>
                    <a:pt x="2972" y="2107"/>
                    <a:pt x="3018" y="2064"/>
                    <a:pt x="3044" y="2046"/>
                  </a:cubicBezTo>
                  <a:cubicBezTo>
                    <a:pt x="3047" y="2045"/>
                    <a:pt x="3049" y="2045"/>
                    <a:pt x="3051" y="2045"/>
                  </a:cubicBezTo>
                  <a:cubicBezTo>
                    <a:pt x="3083" y="2045"/>
                    <a:pt x="3094" y="2122"/>
                    <a:pt x="3094" y="2157"/>
                  </a:cubicBezTo>
                  <a:cubicBezTo>
                    <a:pt x="3094" y="2194"/>
                    <a:pt x="3155" y="2169"/>
                    <a:pt x="3217" y="2231"/>
                  </a:cubicBezTo>
                  <a:cubicBezTo>
                    <a:pt x="3266" y="2280"/>
                    <a:pt x="3328" y="2317"/>
                    <a:pt x="3389" y="2342"/>
                  </a:cubicBezTo>
                  <a:cubicBezTo>
                    <a:pt x="3439" y="2366"/>
                    <a:pt x="3414" y="2391"/>
                    <a:pt x="3389" y="2440"/>
                  </a:cubicBezTo>
                  <a:cubicBezTo>
                    <a:pt x="3365" y="2473"/>
                    <a:pt x="3324" y="2478"/>
                    <a:pt x="3281" y="2478"/>
                  </a:cubicBezTo>
                  <a:cubicBezTo>
                    <a:pt x="3259" y="2478"/>
                    <a:pt x="3237" y="2477"/>
                    <a:pt x="3217" y="2477"/>
                  </a:cubicBezTo>
                  <a:cubicBezTo>
                    <a:pt x="3155" y="2477"/>
                    <a:pt x="3204" y="2576"/>
                    <a:pt x="3204" y="2637"/>
                  </a:cubicBezTo>
                  <a:cubicBezTo>
                    <a:pt x="3204" y="2651"/>
                    <a:pt x="3213" y="2657"/>
                    <a:pt x="3228" y="2657"/>
                  </a:cubicBezTo>
                  <a:cubicBezTo>
                    <a:pt x="3279" y="2657"/>
                    <a:pt x="3400" y="2584"/>
                    <a:pt x="3439" y="2526"/>
                  </a:cubicBezTo>
                  <a:cubicBezTo>
                    <a:pt x="3500" y="2465"/>
                    <a:pt x="3562" y="2489"/>
                    <a:pt x="3611" y="2477"/>
                  </a:cubicBezTo>
                  <a:cubicBezTo>
                    <a:pt x="3615" y="2476"/>
                    <a:pt x="3618" y="2475"/>
                    <a:pt x="3621" y="2475"/>
                  </a:cubicBezTo>
                  <a:cubicBezTo>
                    <a:pt x="3646" y="2475"/>
                    <a:pt x="3636" y="2523"/>
                    <a:pt x="3636" y="2600"/>
                  </a:cubicBezTo>
                  <a:cubicBezTo>
                    <a:pt x="3636" y="2637"/>
                    <a:pt x="3660" y="2687"/>
                    <a:pt x="3697" y="2711"/>
                  </a:cubicBezTo>
                  <a:cubicBezTo>
                    <a:pt x="3722" y="2736"/>
                    <a:pt x="3722" y="2822"/>
                    <a:pt x="3759" y="2871"/>
                  </a:cubicBezTo>
                  <a:cubicBezTo>
                    <a:pt x="3769" y="2882"/>
                    <a:pt x="3777" y="2886"/>
                    <a:pt x="3781" y="2886"/>
                  </a:cubicBezTo>
                  <a:cubicBezTo>
                    <a:pt x="3799" y="2886"/>
                    <a:pt x="3784" y="2827"/>
                    <a:pt x="3784" y="2797"/>
                  </a:cubicBezTo>
                  <a:cubicBezTo>
                    <a:pt x="3771" y="2773"/>
                    <a:pt x="3771" y="2748"/>
                    <a:pt x="3784" y="2723"/>
                  </a:cubicBezTo>
                  <a:cubicBezTo>
                    <a:pt x="3808" y="2699"/>
                    <a:pt x="3833" y="2674"/>
                    <a:pt x="3845" y="2637"/>
                  </a:cubicBezTo>
                  <a:cubicBezTo>
                    <a:pt x="3850" y="2631"/>
                    <a:pt x="3854" y="2628"/>
                    <a:pt x="3857" y="2628"/>
                  </a:cubicBezTo>
                  <a:cubicBezTo>
                    <a:pt x="3880" y="2628"/>
                    <a:pt x="3871" y="2766"/>
                    <a:pt x="3882" y="2810"/>
                  </a:cubicBezTo>
                  <a:cubicBezTo>
                    <a:pt x="3890" y="2832"/>
                    <a:pt x="3919" y="2836"/>
                    <a:pt x="3952" y="2836"/>
                  </a:cubicBezTo>
                  <a:cubicBezTo>
                    <a:pt x="3974" y="2836"/>
                    <a:pt x="3998" y="2834"/>
                    <a:pt x="4018" y="2834"/>
                  </a:cubicBezTo>
                  <a:cubicBezTo>
                    <a:pt x="4020" y="2834"/>
                    <a:pt x="4022" y="2833"/>
                    <a:pt x="4024" y="2833"/>
                  </a:cubicBezTo>
                  <a:cubicBezTo>
                    <a:pt x="4056" y="2833"/>
                    <a:pt x="4069" y="2926"/>
                    <a:pt x="4104" y="3007"/>
                  </a:cubicBezTo>
                  <a:cubicBezTo>
                    <a:pt x="4153" y="3105"/>
                    <a:pt x="4215" y="3278"/>
                    <a:pt x="4227" y="3327"/>
                  </a:cubicBezTo>
                  <a:cubicBezTo>
                    <a:pt x="4239" y="3377"/>
                    <a:pt x="4190" y="3401"/>
                    <a:pt x="4141" y="3450"/>
                  </a:cubicBezTo>
                  <a:cubicBezTo>
                    <a:pt x="4079" y="3500"/>
                    <a:pt x="4042" y="3512"/>
                    <a:pt x="4067" y="3561"/>
                  </a:cubicBezTo>
                  <a:cubicBezTo>
                    <a:pt x="4092" y="3598"/>
                    <a:pt x="4400" y="3623"/>
                    <a:pt x="4412" y="3623"/>
                  </a:cubicBezTo>
                  <a:cubicBezTo>
                    <a:pt x="4424" y="3623"/>
                    <a:pt x="4498" y="3487"/>
                    <a:pt x="4523" y="3463"/>
                  </a:cubicBezTo>
                  <a:cubicBezTo>
                    <a:pt x="4527" y="3459"/>
                    <a:pt x="4531" y="3457"/>
                    <a:pt x="4537" y="3457"/>
                  </a:cubicBezTo>
                  <a:cubicBezTo>
                    <a:pt x="4567" y="3457"/>
                    <a:pt x="4619" y="3509"/>
                    <a:pt x="4671" y="3561"/>
                  </a:cubicBezTo>
                  <a:cubicBezTo>
                    <a:pt x="4732" y="3635"/>
                    <a:pt x="4856" y="3660"/>
                    <a:pt x="4905" y="3685"/>
                  </a:cubicBezTo>
                  <a:cubicBezTo>
                    <a:pt x="4942" y="3722"/>
                    <a:pt x="4929" y="3771"/>
                    <a:pt x="4880" y="3808"/>
                  </a:cubicBezTo>
                  <a:cubicBezTo>
                    <a:pt x="4860" y="3820"/>
                    <a:pt x="4830" y="3824"/>
                    <a:pt x="4797" y="3824"/>
                  </a:cubicBezTo>
                  <a:cubicBezTo>
                    <a:pt x="4731" y="3824"/>
                    <a:pt x="4654" y="3808"/>
                    <a:pt x="4621" y="3808"/>
                  </a:cubicBezTo>
                  <a:cubicBezTo>
                    <a:pt x="4560" y="3808"/>
                    <a:pt x="4560" y="3894"/>
                    <a:pt x="4511" y="3931"/>
                  </a:cubicBezTo>
                  <a:cubicBezTo>
                    <a:pt x="4502" y="3938"/>
                    <a:pt x="4494" y="3941"/>
                    <a:pt x="4489" y="3941"/>
                  </a:cubicBezTo>
                  <a:cubicBezTo>
                    <a:pt x="4461" y="3941"/>
                    <a:pt x="4461" y="3876"/>
                    <a:pt x="4461" y="3795"/>
                  </a:cubicBezTo>
                  <a:cubicBezTo>
                    <a:pt x="4437" y="3709"/>
                    <a:pt x="4363" y="3648"/>
                    <a:pt x="4276" y="3648"/>
                  </a:cubicBezTo>
                  <a:cubicBezTo>
                    <a:pt x="4226" y="3633"/>
                    <a:pt x="4171" y="3627"/>
                    <a:pt x="4115" y="3627"/>
                  </a:cubicBezTo>
                  <a:cubicBezTo>
                    <a:pt x="4075" y="3627"/>
                    <a:pt x="4034" y="3630"/>
                    <a:pt x="3993" y="3635"/>
                  </a:cubicBezTo>
                  <a:cubicBezTo>
                    <a:pt x="3894" y="3697"/>
                    <a:pt x="3821" y="3771"/>
                    <a:pt x="3747" y="3857"/>
                  </a:cubicBezTo>
                  <a:cubicBezTo>
                    <a:pt x="3697" y="3919"/>
                    <a:pt x="3882" y="4067"/>
                    <a:pt x="3907" y="4140"/>
                  </a:cubicBezTo>
                  <a:cubicBezTo>
                    <a:pt x="3944" y="4214"/>
                    <a:pt x="3858" y="4165"/>
                    <a:pt x="3734" y="4214"/>
                  </a:cubicBezTo>
                  <a:cubicBezTo>
                    <a:pt x="3611" y="4264"/>
                    <a:pt x="3488" y="4288"/>
                    <a:pt x="3352" y="4288"/>
                  </a:cubicBezTo>
                  <a:cubicBezTo>
                    <a:pt x="3217" y="4276"/>
                    <a:pt x="3155" y="4202"/>
                    <a:pt x="3069" y="4202"/>
                  </a:cubicBezTo>
                  <a:cubicBezTo>
                    <a:pt x="2970" y="4202"/>
                    <a:pt x="3007" y="4214"/>
                    <a:pt x="2995" y="4264"/>
                  </a:cubicBezTo>
                  <a:cubicBezTo>
                    <a:pt x="2983" y="4313"/>
                    <a:pt x="2896" y="4375"/>
                    <a:pt x="2847" y="4412"/>
                  </a:cubicBezTo>
                  <a:cubicBezTo>
                    <a:pt x="2810" y="4485"/>
                    <a:pt x="2810" y="4559"/>
                    <a:pt x="2847" y="4633"/>
                  </a:cubicBezTo>
                  <a:cubicBezTo>
                    <a:pt x="2921" y="4683"/>
                    <a:pt x="2995" y="4720"/>
                    <a:pt x="3081" y="4744"/>
                  </a:cubicBezTo>
                  <a:cubicBezTo>
                    <a:pt x="3098" y="4752"/>
                    <a:pt x="3116" y="4755"/>
                    <a:pt x="3133" y="4755"/>
                  </a:cubicBezTo>
                  <a:cubicBezTo>
                    <a:pt x="3234" y="4755"/>
                    <a:pt x="3346" y="4652"/>
                    <a:pt x="3377" y="4621"/>
                  </a:cubicBezTo>
                  <a:cubicBezTo>
                    <a:pt x="3402" y="4596"/>
                    <a:pt x="3439" y="4596"/>
                    <a:pt x="3476" y="4596"/>
                  </a:cubicBezTo>
                  <a:cubicBezTo>
                    <a:pt x="3500" y="4596"/>
                    <a:pt x="3562" y="4646"/>
                    <a:pt x="3623" y="4658"/>
                  </a:cubicBezTo>
                  <a:cubicBezTo>
                    <a:pt x="3629" y="4659"/>
                    <a:pt x="3634" y="4660"/>
                    <a:pt x="3639" y="4660"/>
                  </a:cubicBezTo>
                  <a:cubicBezTo>
                    <a:pt x="3687" y="4660"/>
                    <a:pt x="3697" y="4605"/>
                    <a:pt x="3697" y="4572"/>
                  </a:cubicBezTo>
                  <a:cubicBezTo>
                    <a:pt x="3700" y="4565"/>
                    <a:pt x="3703" y="4562"/>
                    <a:pt x="3708" y="4562"/>
                  </a:cubicBezTo>
                  <a:cubicBezTo>
                    <a:pt x="3729" y="4562"/>
                    <a:pt x="3770" y="4610"/>
                    <a:pt x="3800" y="4610"/>
                  </a:cubicBezTo>
                  <a:cubicBezTo>
                    <a:pt x="3803" y="4610"/>
                    <a:pt x="3806" y="4609"/>
                    <a:pt x="3808" y="4609"/>
                  </a:cubicBezTo>
                  <a:cubicBezTo>
                    <a:pt x="3835" y="4609"/>
                    <a:pt x="3842" y="4583"/>
                    <a:pt x="3882" y="4583"/>
                  </a:cubicBezTo>
                  <a:cubicBezTo>
                    <a:pt x="3897" y="4583"/>
                    <a:pt x="3917" y="4586"/>
                    <a:pt x="3944" y="4596"/>
                  </a:cubicBezTo>
                  <a:cubicBezTo>
                    <a:pt x="4042" y="4646"/>
                    <a:pt x="3968" y="4633"/>
                    <a:pt x="4005" y="4670"/>
                  </a:cubicBezTo>
                  <a:cubicBezTo>
                    <a:pt x="4042" y="4707"/>
                    <a:pt x="4030" y="4720"/>
                    <a:pt x="4116" y="4793"/>
                  </a:cubicBezTo>
                  <a:cubicBezTo>
                    <a:pt x="4166" y="4843"/>
                    <a:pt x="4215" y="4880"/>
                    <a:pt x="4276" y="4917"/>
                  </a:cubicBezTo>
                  <a:cubicBezTo>
                    <a:pt x="4338" y="4941"/>
                    <a:pt x="4400" y="4978"/>
                    <a:pt x="4449" y="5028"/>
                  </a:cubicBezTo>
                  <a:cubicBezTo>
                    <a:pt x="4486" y="5077"/>
                    <a:pt x="4449" y="5089"/>
                    <a:pt x="4387" y="5101"/>
                  </a:cubicBezTo>
                  <a:cubicBezTo>
                    <a:pt x="4326" y="5126"/>
                    <a:pt x="4313" y="5101"/>
                    <a:pt x="4350" y="5151"/>
                  </a:cubicBezTo>
                  <a:cubicBezTo>
                    <a:pt x="4387" y="5200"/>
                    <a:pt x="4424" y="5225"/>
                    <a:pt x="4486" y="5249"/>
                  </a:cubicBezTo>
                  <a:cubicBezTo>
                    <a:pt x="4548" y="5274"/>
                    <a:pt x="4597" y="5311"/>
                    <a:pt x="4634" y="5360"/>
                  </a:cubicBezTo>
                  <a:cubicBezTo>
                    <a:pt x="4683" y="5410"/>
                    <a:pt x="4806" y="5385"/>
                    <a:pt x="4893" y="5410"/>
                  </a:cubicBezTo>
                  <a:cubicBezTo>
                    <a:pt x="4966" y="5434"/>
                    <a:pt x="4929" y="5459"/>
                    <a:pt x="5003" y="5533"/>
                  </a:cubicBezTo>
                  <a:cubicBezTo>
                    <a:pt x="5102" y="5594"/>
                    <a:pt x="5225" y="5644"/>
                    <a:pt x="5361" y="5644"/>
                  </a:cubicBezTo>
                  <a:cubicBezTo>
                    <a:pt x="5472" y="5656"/>
                    <a:pt x="5583" y="5705"/>
                    <a:pt x="5681" y="5767"/>
                  </a:cubicBezTo>
                  <a:cubicBezTo>
                    <a:pt x="5688" y="5772"/>
                    <a:pt x="5693" y="5775"/>
                    <a:pt x="5696" y="5775"/>
                  </a:cubicBezTo>
                  <a:cubicBezTo>
                    <a:pt x="5722" y="5775"/>
                    <a:pt x="5640" y="5608"/>
                    <a:pt x="5607" y="5520"/>
                  </a:cubicBezTo>
                  <a:cubicBezTo>
                    <a:pt x="5509" y="5410"/>
                    <a:pt x="5398" y="5323"/>
                    <a:pt x="5262" y="5237"/>
                  </a:cubicBezTo>
                  <a:cubicBezTo>
                    <a:pt x="5176" y="5175"/>
                    <a:pt x="5201" y="5212"/>
                    <a:pt x="5176" y="5138"/>
                  </a:cubicBezTo>
                  <a:cubicBezTo>
                    <a:pt x="5139" y="5077"/>
                    <a:pt x="5090" y="5077"/>
                    <a:pt x="5040" y="5015"/>
                  </a:cubicBezTo>
                  <a:cubicBezTo>
                    <a:pt x="4979" y="4954"/>
                    <a:pt x="5053" y="4978"/>
                    <a:pt x="5102" y="4966"/>
                  </a:cubicBezTo>
                  <a:cubicBezTo>
                    <a:pt x="5140" y="4958"/>
                    <a:pt x="5140" y="4941"/>
                    <a:pt x="5141" y="4941"/>
                  </a:cubicBezTo>
                  <a:cubicBezTo>
                    <a:pt x="5141" y="4941"/>
                    <a:pt x="5142" y="4947"/>
                    <a:pt x="5151" y="4966"/>
                  </a:cubicBezTo>
                  <a:cubicBezTo>
                    <a:pt x="5188" y="5015"/>
                    <a:pt x="5213" y="5065"/>
                    <a:pt x="5238" y="5114"/>
                  </a:cubicBezTo>
                  <a:cubicBezTo>
                    <a:pt x="5246" y="5130"/>
                    <a:pt x="5253" y="5137"/>
                    <a:pt x="5259" y="5137"/>
                  </a:cubicBezTo>
                  <a:cubicBezTo>
                    <a:pt x="5281" y="5137"/>
                    <a:pt x="5295" y="5054"/>
                    <a:pt x="5324" y="5015"/>
                  </a:cubicBezTo>
                  <a:cubicBezTo>
                    <a:pt x="5331" y="5008"/>
                    <a:pt x="5336" y="5005"/>
                    <a:pt x="5342" y="5005"/>
                  </a:cubicBezTo>
                  <a:cubicBezTo>
                    <a:pt x="5375" y="5005"/>
                    <a:pt x="5388" y="5126"/>
                    <a:pt x="5484" y="5200"/>
                  </a:cubicBezTo>
                  <a:cubicBezTo>
                    <a:pt x="5523" y="5231"/>
                    <a:pt x="5542" y="5243"/>
                    <a:pt x="5550" y="5243"/>
                  </a:cubicBezTo>
                  <a:cubicBezTo>
                    <a:pt x="5563" y="5243"/>
                    <a:pt x="5537" y="5203"/>
                    <a:pt x="5521" y="5163"/>
                  </a:cubicBezTo>
                  <a:cubicBezTo>
                    <a:pt x="5518" y="5149"/>
                    <a:pt x="5518" y="5143"/>
                    <a:pt x="5521" y="5143"/>
                  </a:cubicBezTo>
                  <a:cubicBezTo>
                    <a:pt x="5531" y="5143"/>
                    <a:pt x="5569" y="5211"/>
                    <a:pt x="5607" y="5249"/>
                  </a:cubicBezTo>
                  <a:cubicBezTo>
                    <a:pt x="5635" y="5277"/>
                    <a:pt x="5655" y="5293"/>
                    <a:pt x="5665" y="5293"/>
                  </a:cubicBezTo>
                  <a:cubicBezTo>
                    <a:pt x="5672" y="5293"/>
                    <a:pt x="5674" y="5283"/>
                    <a:pt x="5669" y="5262"/>
                  </a:cubicBezTo>
                  <a:cubicBezTo>
                    <a:pt x="5662" y="5249"/>
                    <a:pt x="5662" y="5244"/>
                    <a:pt x="5665" y="5244"/>
                  </a:cubicBezTo>
                  <a:cubicBezTo>
                    <a:pt x="5676" y="5244"/>
                    <a:pt x="5725" y="5290"/>
                    <a:pt x="5780" y="5336"/>
                  </a:cubicBezTo>
                  <a:cubicBezTo>
                    <a:pt x="5866" y="5397"/>
                    <a:pt x="5964" y="5471"/>
                    <a:pt x="6063" y="5520"/>
                  </a:cubicBezTo>
                  <a:cubicBezTo>
                    <a:pt x="6090" y="5538"/>
                    <a:pt x="6103" y="5546"/>
                    <a:pt x="6107" y="5546"/>
                  </a:cubicBezTo>
                  <a:cubicBezTo>
                    <a:pt x="6117" y="5546"/>
                    <a:pt x="6033" y="5472"/>
                    <a:pt x="5977" y="5397"/>
                  </a:cubicBezTo>
                  <a:cubicBezTo>
                    <a:pt x="5923" y="5335"/>
                    <a:pt x="5915" y="5291"/>
                    <a:pt x="5933" y="5291"/>
                  </a:cubicBezTo>
                  <a:cubicBezTo>
                    <a:pt x="5940" y="5291"/>
                    <a:pt x="5951" y="5297"/>
                    <a:pt x="5964" y="5311"/>
                  </a:cubicBezTo>
                  <a:cubicBezTo>
                    <a:pt x="5981" y="5339"/>
                    <a:pt x="5993" y="5351"/>
                    <a:pt x="6001" y="5351"/>
                  </a:cubicBezTo>
                  <a:cubicBezTo>
                    <a:pt x="6010" y="5351"/>
                    <a:pt x="6014" y="5332"/>
                    <a:pt x="6014" y="5299"/>
                  </a:cubicBezTo>
                  <a:cubicBezTo>
                    <a:pt x="6014" y="5225"/>
                    <a:pt x="5964" y="5163"/>
                    <a:pt x="5952" y="5028"/>
                  </a:cubicBezTo>
                  <a:cubicBezTo>
                    <a:pt x="5949" y="4989"/>
                    <a:pt x="5948" y="4972"/>
                    <a:pt x="5951" y="4972"/>
                  </a:cubicBezTo>
                  <a:cubicBezTo>
                    <a:pt x="5958" y="4972"/>
                    <a:pt x="5986" y="5074"/>
                    <a:pt x="6038" y="5188"/>
                  </a:cubicBezTo>
                  <a:cubicBezTo>
                    <a:pt x="6061" y="5234"/>
                    <a:pt x="6073" y="5252"/>
                    <a:pt x="6077" y="5252"/>
                  </a:cubicBezTo>
                  <a:cubicBezTo>
                    <a:pt x="6086" y="5252"/>
                    <a:pt x="6063" y="5162"/>
                    <a:pt x="6063" y="5077"/>
                  </a:cubicBezTo>
                  <a:cubicBezTo>
                    <a:pt x="6063" y="5021"/>
                    <a:pt x="6060" y="4998"/>
                    <a:pt x="6062" y="4998"/>
                  </a:cubicBezTo>
                  <a:lnTo>
                    <a:pt x="6062" y="4998"/>
                  </a:lnTo>
                  <a:cubicBezTo>
                    <a:pt x="6065" y="4998"/>
                    <a:pt x="6073" y="5030"/>
                    <a:pt x="6100" y="5077"/>
                  </a:cubicBezTo>
                  <a:cubicBezTo>
                    <a:pt x="6113" y="5103"/>
                    <a:pt x="6121" y="5115"/>
                    <a:pt x="6125" y="5115"/>
                  </a:cubicBezTo>
                  <a:cubicBezTo>
                    <a:pt x="6134" y="5115"/>
                    <a:pt x="6111" y="5031"/>
                    <a:pt x="6075" y="4941"/>
                  </a:cubicBezTo>
                  <a:cubicBezTo>
                    <a:pt x="6026" y="4818"/>
                    <a:pt x="5989" y="4818"/>
                    <a:pt x="5915" y="4769"/>
                  </a:cubicBezTo>
                  <a:cubicBezTo>
                    <a:pt x="5841" y="4720"/>
                    <a:pt x="5903" y="4707"/>
                    <a:pt x="5891" y="4584"/>
                  </a:cubicBezTo>
                  <a:cubicBezTo>
                    <a:pt x="5886" y="4539"/>
                    <a:pt x="5885" y="4522"/>
                    <a:pt x="5883" y="4522"/>
                  </a:cubicBezTo>
                  <a:cubicBezTo>
                    <a:pt x="5879" y="4522"/>
                    <a:pt x="5873" y="4574"/>
                    <a:pt x="5841" y="4621"/>
                  </a:cubicBezTo>
                  <a:cubicBezTo>
                    <a:pt x="5834" y="4639"/>
                    <a:pt x="5828" y="4646"/>
                    <a:pt x="5824" y="4646"/>
                  </a:cubicBezTo>
                  <a:cubicBezTo>
                    <a:pt x="5808" y="4646"/>
                    <a:pt x="5814" y="4537"/>
                    <a:pt x="5804" y="4498"/>
                  </a:cubicBezTo>
                  <a:cubicBezTo>
                    <a:pt x="5799" y="4482"/>
                    <a:pt x="5794" y="4475"/>
                    <a:pt x="5787" y="4475"/>
                  </a:cubicBezTo>
                  <a:cubicBezTo>
                    <a:pt x="5777" y="4475"/>
                    <a:pt x="5764" y="4489"/>
                    <a:pt x="5743" y="4510"/>
                  </a:cubicBezTo>
                  <a:cubicBezTo>
                    <a:pt x="5733" y="4523"/>
                    <a:pt x="5725" y="4528"/>
                    <a:pt x="5719" y="4528"/>
                  </a:cubicBezTo>
                  <a:cubicBezTo>
                    <a:pt x="5699" y="4528"/>
                    <a:pt x="5687" y="4482"/>
                    <a:pt x="5669" y="4436"/>
                  </a:cubicBezTo>
                  <a:cubicBezTo>
                    <a:pt x="5659" y="4407"/>
                    <a:pt x="5651" y="4397"/>
                    <a:pt x="5645" y="4397"/>
                  </a:cubicBezTo>
                  <a:cubicBezTo>
                    <a:pt x="5634" y="4397"/>
                    <a:pt x="5627" y="4421"/>
                    <a:pt x="5619" y="4436"/>
                  </a:cubicBezTo>
                  <a:cubicBezTo>
                    <a:pt x="5619" y="4439"/>
                    <a:pt x="5616" y="4441"/>
                    <a:pt x="5610" y="4441"/>
                  </a:cubicBezTo>
                  <a:cubicBezTo>
                    <a:pt x="5592" y="4441"/>
                    <a:pt x="5552" y="4425"/>
                    <a:pt x="5533" y="4387"/>
                  </a:cubicBezTo>
                  <a:cubicBezTo>
                    <a:pt x="5496" y="4338"/>
                    <a:pt x="5472" y="4288"/>
                    <a:pt x="5447" y="4227"/>
                  </a:cubicBezTo>
                  <a:cubicBezTo>
                    <a:pt x="5410" y="4128"/>
                    <a:pt x="5398" y="4116"/>
                    <a:pt x="5361" y="4116"/>
                  </a:cubicBezTo>
                  <a:cubicBezTo>
                    <a:pt x="5324" y="4116"/>
                    <a:pt x="5299" y="4103"/>
                    <a:pt x="5213" y="3943"/>
                  </a:cubicBezTo>
                  <a:cubicBezTo>
                    <a:pt x="5166" y="3868"/>
                    <a:pt x="5153" y="3841"/>
                    <a:pt x="5157" y="3841"/>
                  </a:cubicBezTo>
                  <a:cubicBezTo>
                    <a:pt x="5161" y="3841"/>
                    <a:pt x="5187" y="3874"/>
                    <a:pt x="5213" y="3906"/>
                  </a:cubicBezTo>
                  <a:cubicBezTo>
                    <a:pt x="5250" y="3943"/>
                    <a:pt x="5299" y="3980"/>
                    <a:pt x="5361" y="3980"/>
                  </a:cubicBezTo>
                  <a:cubicBezTo>
                    <a:pt x="5410" y="3980"/>
                    <a:pt x="5459" y="3956"/>
                    <a:pt x="5435" y="3882"/>
                  </a:cubicBezTo>
                  <a:cubicBezTo>
                    <a:pt x="5410" y="3808"/>
                    <a:pt x="5324" y="3795"/>
                    <a:pt x="5385" y="3795"/>
                  </a:cubicBezTo>
                  <a:cubicBezTo>
                    <a:pt x="5394" y="3797"/>
                    <a:pt x="5399" y="3798"/>
                    <a:pt x="5403" y="3798"/>
                  </a:cubicBezTo>
                  <a:cubicBezTo>
                    <a:pt x="5426" y="3798"/>
                    <a:pt x="5366" y="3766"/>
                    <a:pt x="5398" y="3734"/>
                  </a:cubicBezTo>
                  <a:cubicBezTo>
                    <a:pt x="5435" y="3709"/>
                    <a:pt x="5398" y="3672"/>
                    <a:pt x="5447" y="3672"/>
                  </a:cubicBezTo>
                  <a:cubicBezTo>
                    <a:pt x="5509" y="3672"/>
                    <a:pt x="5521" y="3697"/>
                    <a:pt x="5570" y="3771"/>
                  </a:cubicBezTo>
                  <a:cubicBezTo>
                    <a:pt x="5619" y="3845"/>
                    <a:pt x="5644" y="3795"/>
                    <a:pt x="5693" y="3845"/>
                  </a:cubicBezTo>
                  <a:cubicBezTo>
                    <a:pt x="5705" y="3864"/>
                    <a:pt x="5717" y="3871"/>
                    <a:pt x="5729" y="3871"/>
                  </a:cubicBezTo>
                  <a:cubicBezTo>
                    <a:pt x="5755" y="3871"/>
                    <a:pt x="5783" y="3837"/>
                    <a:pt x="5817" y="3820"/>
                  </a:cubicBezTo>
                  <a:cubicBezTo>
                    <a:pt x="5833" y="3808"/>
                    <a:pt x="5845" y="3802"/>
                    <a:pt x="5853" y="3802"/>
                  </a:cubicBezTo>
                  <a:cubicBezTo>
                    <a:pt x="5867" y="3802"/>
                    <a:pt x="5862" y="3824"/>
                    <a:pt x="5829" y="3857"/>
                  </a:cubicBezTo>
                  <a:cubicBezTo>
                    <a:pt x="5767" y="3919"/>
                    <a:pt x="5792" y="3894"/>
                    <a:pt x="5743" y="3943"/>
                  </a:cubicBezTo>
                  <a:cubicBezTo>
                    <a:pt x="5730" y="3956"/>
                    <a:pt x="5733" y="3962"/>
                    <a:pt x="5749" y="3962"/>
                  </a:cubicBezTo>
                  <a:cubicBezTo>
                    <a:pt x="5781" y="3962"/>
                    <a:pt x="5866" y="3935"/>
                    <a:pt x="5989" y="3869"/>
                  </a:cubicBezTo>
                  <a:cubicBezTo>
                    <a:pt x="6051" y="3835"/>
                    <a:pt x="6081" y="3822"/>
                    <a:pt x="6091" y="3822"/>
                  </a:cubicBezTo>
                  <a:cubicBezTo>
                    <a:pt x="6114" y="3822"/>
                    <a:pt x="6040" y="3885"/>
                    <a:pt x="5989" y="3919"/>
                  </a:cubicBezTo>
                  <a:cubicBezTo>
                    <a:pt x="5928" y="3956"/>
                    <a:pt x="5866" y="3931"/>
                    <a:pt x="5854" y="4042"/>
                  </a:cubicBezTo>
                  <a:cubicBezTo>
                    <a:pt x="5848" y="4086"/>
                    <a:pt x="5857" y="4098"/>
                    <a:pt x="5874" y="4098"/>
                  </a:cubicBezTo>
                  <a:cubicBezTo>
                    <a:pt x="5896" y="4098"/>
                    <a:pt x="5930" y="4079"/>
                    <a:pt x="5964" y="4079"/>
                  </a:cubicBezTo>
                  <a:cubicBezTo>
                    <a:pt x="6026" y="4079"/>
                    <a:pt x="5964" y="4128"/>
                    <a:pt x="5964" y="4190"/>
                  </a:cubicBezTo>
                  <a:cubicBezTo>
                    <a:pt x="5964" y="4229"/>
                    <a:pt x="5978" y="4244"/>
                    <a:pt x="5995" y="4244"/>
                  </a:cubicBezTo>
                  <a:cubicBezTo>
                    <a:pt x="6010" y="4244"/>
                    <a:pt x="6027" y="4232"/>
                    <a:pt x="6038" y="4214"/>
                  </a:cubicBezTo>
                  <a:cubicBezTo>
                    <a:pt x="6048" y="4204"/>
                    <a:pt x="6053" y="4200"/>
                    <a:pt x="6054" y="4200"/>
                  </a:cubicBezTo>
                  <a:lnTo>
                    <a:pt x="6054" y="4200"/>
                  </a:lnTo>
                  <a:cubicBezTo>
                    <a:pt x="6057" y="4200"/>
                    <a:pt x="6035" y="4234"/>
                    <a:pt x="6026" y="4288"/>
                  </a:cubicBezTo>
                  <a:cubicBezTo>
                    <a:pt x="6020" y="4319"/>
                    <a:pt x="6029" y="4334"/>
                    <a:pt x="6043" y="4334"/>
                  </a:cubicBezTo>
                  <a:cubicBezTo>
                    <a:pt x="6057" y="4334"/>
                    <a:pt x="6075" y="4319"/>
                    <a:pt x="6088" y="4288"/>
                  </a:cubicBezTo>
                  <a:cubicBezTo>
                    <a:pt x="6102" y="4260"/>
                    <a:pt x="6112" y="4250"/>
                    <a:pt x="6123" y="4250"/>
                  </a:cubicBezTo>
                  <a:cubicBezTo>
                    <a:pt x="6141" y="4250"/>
                    <a:pt x="6160" y="4278"/>
                    <a:pt x="6199" y="4301"/>
                  </a:cubicBezTo>
                  <a:cubicBezTo>
                    <a:pt x="6260" y="4338"/>
                    <a:pt x="6273" y="4362"/>
                    <a:pt x="6334" y="4412"/>
                  </a:cubicBezTo>
                  <a:cubicBezTo>
                    <a:pt x="6346" y="4417"/>
                    <a:pt x="6354" y="4420"/>
                    <a:pt x="6359" y="4420"/>
                  </a:cubicBezTo>
                  <a:cubicBezTo>
                    <a:pt x="6387" y="4420"/>
                    <a:pt x="6334" y="4341"/>
                    <a:pt x="6334" y="4227"/>
                  </a:cubicBezTo>
                  <a:cubicBezTo>
                    <a:pt x="6334" y="4172"/>
                    <a:pt x="6334" y="4154"/>
                    <a:pt x="6337" y="4154"/>
                  </a:cubicBezTo>
                  <a:cubicBezTo>
                    <a:pt x="6341" y="4154"/>
                    <a:pt x="6351" y="4182"/>
                    <a:pt x="6371" y="4202"/>
                  </a:cubicBezTo>
                  <a:cubicBezTo>
                    <a:pt x="6379" y="4208"/>
                    <a:pt x="6386" y="4211"/>
                    <a:pt x="6391" y="4211"/>
                  </a:cubicBezTo>
                  <a:cubicBezTo>
                    <a:pt x="6419" y="4211"/>
                    <a:pt x="6412" y="4139"/>
                    <a:pt x="6371" y="4067"/>
                  </a:cubicBezTo>
                  <a:cubicBezTo>
                    <a:pt x="6351" y="4026"/>
                    <a:pt x="6342" y="4008"/>
                    <a:pt x="6348" y="4008"/>
                  </a:cubicBezTo>
                  <a:cubicBezTo>
                    <a:pt x="6353" y="4008"/>
                    <a:pt x="6368" y="4020"/>
                    <a:pt x="6396" y="4042"/>
                  </a:cubicBezTo>
                  <a:cubicBezTo>
                    <a:pt x="6416" y="4068"/>
                    <a:pt x="6446" y="4081"/>
                    <a:pt x="6476" y="4081"/>
                  </a:cubicBezTo>
                  <a:cubicBezTo>
                    <a:pt x="6501" y="4081"/>
                    <a:pt x="6526" y="4071"/>
                    <a:pt x="6544" y="4054"/>
                  </a:cubicBezTo>
                  <a:cubicBezTo>
                    <a:pt x="6593" y="4030"/>
                    <a:pt x="6568" y="4005"/>
                    <a:pt x="6507" y="3943"/>
                  </a:cubicBezTo>
                  <a:cubicBezTo>
                    <a:pt x="6474" y="3917"/>
                    <a:pt x="6476" y="3902"/>
                    <a:pt x="6494" y="3902"/>
                  </a:cubicBezTo>
                  <a:cubicBezTo>
                    <a:pt x="6510" y="3902"/>
                    <a:pt x="6539" y="3914"/>
                    <a:pt x="6568" y="3943"/>
                  </a:cubicBezTo>
                  <a:cubicBezTo>
                    <a:pt x="6593" y="3964"/>
                    <a:pt x="6605" y="3971"/>
                    <a:pt x="6612" y="3971"/>
                  </a:cubicBezTo>
                  <a:cubicBezTo>
                    <a:pt x="6624" y="3971"/>
                    <a:pt x="6613" y="3943"/>
                    <a:pt x="6630" y="3943"/>
                  </a:cubicBezTo>
                  <a:cubicBezTo>
                    <a:pt x="6654" y="3943"/>
                    <a:pt x="6679" y="3919"/>
                    <a:pt x="6618" y="3869"/>
                  </a:cubicBezTo>
                  <a:cubicBezTo>
                    <a:pt x="6568" y="3808"/>
                    <a:pt x="6667" y="3795"/>
                    <a:pt x="6753" y="3795"/>
                  </a:cubicBezTo>
                  <a:cubicBezTo>
                    <a:pt x="6839" y="3795"/>
                    <a:pt x="6827" y="3771"/>
                    <a:pt x="6778" y="3734"/>
                  </a:cubicBezTo>
                  <a:cubicBezTo>
                    <a:pt x="6731" y="3696"/>
                    <a:pt x="6748" y="3680"/>
                    <a:pt x="6770" y="3680"/>
                  </a:cubicBezTo>
                  <a:cubicBezTo>
                    <a:pt x="6777" y="3680"/>
                    <a:pt x="6784" y="3682"/>
                    <a:pt x="6790" y="3685"/>
                  </a:cubicBezTo>
                  <a:cubicBezTo>
                    <a:pt x="6798" y="3688"/>
                    <a:pt x="6808" y="3691"/>
                    <a:pt x="6817" y="3691"/>
                  </a:cubicBezTo>
                  <a:cubicBezTo>
                    <a:pt x="6838" y="3691"/>
                    <a:pt x="6856" y="3678"/>
                    <a:pt x="6839" y="3635"/>
                  </a:cubicBezTo>
                  <a:cubicBezTo>
                    <a:pt x="6827" y="3561"/>
                    <a:pt x="6753" y="3524"/>
                    <a:pt x="6728" y="3450"/>
                  </a:cubicBezTo>
                  <a:cubicBezTo>
                    <a:pt x="6720" y="3426"/>
                    <a:pt x="6712" y="3418"/>
                    <a:pt x="6703" y="3418"/>
                  </a:cubicBezTo>
                  <a:cubicBezTo>
                    <a:pt x="6684" y="3418"/>
                    <a:pt x="6659" y="3454"/>
                    <a:pt x="6618" y="3463"/>
                  </a:cubicBezTo>
                  <a:cubicBezTo>
                    <a:pt x="6593" y="3469"/>
                    <a:pt x="6571" y="3475"/>
                    <a:pt x="6561" y="3475"/>
                  </a:cubicBezTo>
                  <a:cubicBezTo>
                    <a:pt x="6550" y="3475"/>
                    <a:pt x="6550" y="3469"/>
                    <a:pt x="6568" y="3450"/>
                  </a:cubicBezTo>
                  <a:cubicBezTo>
                    <a:pt x="6589" y="3429"/>
                    <a:pt x="6602" y="3399"/>
                    <a:pt x="6581" y="3399"/>
                  </a:cubicBezTo>
                  <a:cubicBezTo>
                    <a:pt x="6577" y="3399"/>
                    <a:pt x="6573" y="3399"/>
                    <a:pt x="6568" y="3401"/>
                  </a:cubicBezTo>
                  <a:cubicBezTo>
                    <a:pt x="6562" y="3403"/>
                    <a:pt x="6556" y="3404"/>
                    <a:pt x="6549" y="3404"/>
                  </a:cubicBezTo>
                  <a:cubicBezTo>
                    <a:pt x="6514" y="3404"/>
                    <a:pt x="6470" y="3379"/>
                    <a:pt x="6408" y="3327"/>
                  </a:cubicBezTo>
                  <a:cubicBezTo>
                    <a:pt x="6377" y="3303"/>
                    <a:pt x="6359" y="3296"/>
                    <a:pt x="6331" y="3296"/>
                  </a:cubicBezTo>
                  <a:cubicBezTo>
                    <a:pt x="6303" y="3296"/>
                    <a:pt x="6266" y="3303"/>
                    <a:pt x="6199" y="3303"/>
                  </a:cubicBezTo>
                  <a:cubicBezTo>
                    <a:pt x="6063" y="3290"/>
                    <a:pt x="6125" y="3303"/>
                    <a:pt x="6149" y="3253"/>
                  </a:cubicBezTo>
                  <a:cubicBezTo>
                    <a:pt x="6174" y="3216"/>
                    <a:pt x="6174" y="3216"/>
                    <a:pt x="6125" y="3167"/>
                  </a:cubicBezTo>
                  <a:cubicBezTo>
                    <a:pt x="6102" y="3137"/>
                    <a:pt x="6066" y="3121"/>
                    <a:pt x="6031" y="3121"/>
                  </a:cubicBezTo>
                  <a:cubicBezTo>
                    <a:pt x="6007" y="3121"/>
                    <a:pt x="5984" y="3128"/>
                    <a:pt x="5964" y="3142"/>
                  </a:cubicBezTo>
                  <a:cubicBezTo>
                    <a:pt x="5953" y="3149"/>
                    <a:pt x="5944" y="3152"/>
                    <a:pt x="5938" y="3152"/>
                  </a:cubicBezTo>
                  <a:cubicBezTo>
                    <a:pt x="5911" y="3152"/>
                    <a:pt x="5928" y="3096"/>
                    <a:pt x="5928" y="3056"/>
                  </a:cubicBezTo>
                  <a:cubicBezTo>
                    <a:pt x="5928" y="3038"/>
                    <a:pt x="5924" y="3030"/>
                    <a:pt x="5919" y="3030"/>
                  </a:cubicBezTo>
                  <a:cubicBezTo>
                    <a:pt x="5906" y="3030"/>
                    <a:pt x="5883" y="3071"/>
                    <a:pt x="5866" y="3105"/>
                  </a:cubicBezTo>
                  <a:cubicBezTo>
                    <a:pt x="5862" y="3113"/>
                    <a:pt x="5859" y="3116"/>
                    <a:pt x="5856" y="3116"/>
                  </a:cubicBezTo>
                  <a:cubicBezTo>
                    <a:pt x="5838" y="3116"/>
                    <a:pt x="5831" y="3015"/>
                    <a:pt x="5841" y="2995"/>
                  </a:cubicBezTo>
                  <a:cubicBezTo>
                    <a:pt x="5841" y="2992"/>
                    <a:pt x="5839" y="2991"/>
                    <a:pt x="5836" y="2991"/>
                  </a:cubicBezTo>
                  <a:cubicBezTo>
                    <a:pt x="5820" y="2991"/>
                    <a:pt x="5771" y="3015"/>
                    <a:pt x="5730" y="3056"/>
                  </a:cubicBezTo>
                  <a:cubicBezTo>
                    <a:pt x="5724" y="3063"/>
                    <a:pt x="5718" y="3065"/>
                    <a:pt x="5712" y="3065"/>
                  </a:cubicBezTo>
                  <a:cubicBezTo>
                    <a:pt x="5674" y="3065"/>
                    <a:pt x="5650" y="2939"/>
                    <a:pt x="5607" y="2896"/>
                  </a:cubicBezTo>
                  <a:cubicBezTo>
                    <a:pt x="5533" y="2847"/>
                    <a:pt x="5459" y="2810"/>
                    <a:pt x="5373" y="2810"/>
                  </a:cubicBezTo>
                  <a:cubicBezTo>
                    <a:pt x="5287" y="2785"/>
                    <a:pt x="5238" y="2711"/>
                    <a:pt x="5164" y="2711"/>
                  </a:cubicBezTo>
                  <a:cubicBezTo>
                    <a:pt x="5102" y="2711"/>
                    <a:pt x="5077" y="2637"/>
                    <a:pt x="5127" y="2600"/>
                  </a:cubicBezTo>
                  <a:cubicBezTo>
                    <a:pt x="5176" y="2576"/>
                    <a:pt x="5213" y="2539"/>
                    <a:pt x="5262" y="2514"/>
                  </a:cubicBezTo>
                  <a:cubicBezTo>
                    <a:pt x="5299" y="2477"/>
                    <a:pt x="5225" y="2477"/>
                    <a:pt x="5139" y="2477"/>
                  </a:cubicBezTo>
                  <a:cubicBezTo>
                    <a:pt x="5053" y="2477"/>
                    <a:pt x="5053" y="2477"/>
                    <a:pt x="5090" y="2452"/>
                  </a:cubicBezTo>
                  <a:cubicBezTo>
                    <a:pt x="5127" y="2425"/>
                    <a:pt x="5171" y="2411"/>
                    <a:pt x="5221" y="2411"/>
                  </a:cubicBezTo>
                  <a:cubicBezTo>
                    <a:pt x="5238" y="2411"/>
                    <a:pt x="5256" y="2412"/>
                    <a:pt x="5274" y="2415"/>
                  </a:cubicBezTo>
                  <a:cubicBezTo>
                    <a:pt x="5324" y="2422"/>
                    <a:pt x="5370" y="2425"/>
                    <a:pt x="5416" y="2425"/>
                  </a:cubicBezTo>
                  <a:cubicBezTo>
                    <a:pt x="5462" y="2425"/>
                    <a:pt x="5509" y="2422"/>
                    <a:pt x="5558" y="2415"/>
                  </a:cubicBezTo>
                  <a:cubicBezTo>
                    <a:pt x="5632" y="2403"/>
                    <a:pt x="5533" y="2342"/>
                    <a:pt x="5472" y="2329"/>
                  </a:cubicBezTo>
                  <a:cubicBezTo>
                    <a:pt x="5398" y="2305"/>
                    <a:pt x="5262" y="2305"/>
                    <a:pt x="5213" y="2280"/>
                  </a:cubicBezTo>
                  <a:cubicBezTo>
                    <a:pt x="5141" y="2262"/>
                    <a:pt x="5069" y="2250"/>
                    <a:pt x="4996" y="2250"/>
                  </a:cubicBezTo>
                  <a:cubicBezTo>
                    <a:pt x="4970" y="2250"/>
                    <a:pt x="4944" y="2252"/>
                    <a:pt x="4917" y="2255"/>
                  </a:cubicBezTo>
                  <a:cubicBezTo>
                    <a:pt x="4782" y="2255"/>
                    <a:pt x="5053" y="2218"/>
                    <a:pt x="5127" y="2218"/>
                  </a:cubicBezTo>
                  <a:cubicBezTo>
                    <a:pt x="5188" y="2218"/>
                    <a:pt x="5188" y="2181"/>
                    <a:pt x="5274" y="2157"/>
                  </a:cubicBezTo>
                  <a:cubicBezTo>
                    <a:pt x="5303" y="2142"/>
                    <a:pt x="5336" y="2136"/>
                    <a:pt x="5369" y="2136"/>
                  </a:cubicBezTo>
                  <a:cubicBezTo>
                    <a:pt x="5392" y="2136"/>
                    <a:pt x="5414" y="2139"/>
                    <a:pt x="5435" y="2144"/>
                  </a:cubicBezTo>
                  <a:cubicBezTo>
                    <a:pt x="5509" y="2144"/>
                    <a:pt x="5299" y="1898"/>
                    <a:pt x="5250" y="1861"/>
                  </a:cubicBezTo>
                  <a:cubicBezTo>
                    <a:pt x="5241" y="1856"/>
                    <a:pt x="5232" y="1854"/>
                    <a:pt x="5225" y="1854"/>
                  </a:cubicBezTo>
                  <a:cubicBezTo>
                    <a:pt x="5192" y="1854"/>
                    <a:pt x="5176" y="1893"/>
                    <a:pt x="5176" y="1923"/>
                  </a:cubicBezTo>
                  <a:cubicBezTo>
                    <a:pt x="5176" y="1960"/>
                    <a:pt x="5151" y="1984"/>
                    <a:pt x="4905" y="2095"/>
                  </a:cubicBezTo>
                  <a:cubicBezTo>
                    <a:pt x="4836" y="2129"/>
                    <a:pt x="4807" y="2142"/>
                    <a:pt x="4801" y="2142"/>
                  </a:cubicBezTo>
                  <a:cubicBezTo>
                    <a:pt x="4786" y="2142"/>
                    <a:pt x="4931" y="2058"/>
                    <a:pt x="4966" y="2058"/>
                  </a:cubicBezTo>
                  <a:cubicBezTo>
                    <a:pt x="5003" y="2046"/>
                    <a:pt x="5090" y="1972"/>
                    <a:pt x="5077" y="1947"/>
                  </a:cubicBezTo>
                  <a:cubicBezTo>
                    <a:pt x="5070" y="1940"/>
                    <a:pt x="5029" y="1898"/>
                    <a:pt x="4965" y="1898"/>
                  </a:cubicBezTo>
                  <a:cubicBezTo>
                    <a:pt x="4921" y="1898"/>
                    <a:pt x="4867" y="1918"/>
                    <a:pt x="4806" y="1984"/>
                  </a:cubicBezTo>
                  <a:cubicBezTo>
                    <a:pt x="4751" y="2044"/>
                    <a:pt x="4722" y="2066"/>
                    <a:pt x="4713" y="2066"/>
                  </a:cubicBezTo>
                  <a:cubicBezTo>
                    <a:pt x="4699" y="2066"/>
                    <a:pt x="4726" y="2021"/>
                    <a:pt x="4769" y="1984"/>
                  </a:cubicBezTo>
                  <a:cubicBezTo>
                    <a:pt x="4843" y="1923"/>
                    <a:pt x="4917" y="1873"/>
                    <a:pt x="4991" y="1849"/>
                  </a:cubicBezTo>
                  <a:cubicBezTo>
                    <a:pt x="5065" y="1836"/>
                    <a:pt x="5127" y="1799"/>
                    <a:pt x="5102" y="1738"/>
                  </a:cubicBezTo>
                  <a:cubicBezTo>
                    <a:pt x="5085" y="1687"/>
                    <a:pt x="5033" y="1654"/>
                    <a:pt x="4943" y="1654"/>
                  </a:cubicBezTo>
                  <a:cubicBezTo>
                    <a:pt x="4901" y="1654"/>
                    <a:pt x="4852" y="1661"/>
                    <a:pt x="4794" y="1676"/>
                  </a:cubicBezTo>
                  <a:cubicBezTo>
                    <a:pt x="4752" y="1687"/>
                    <a:pt x="4727" y="1692"/>
                    <a:pt x="4716" y="1692"/>
                  </a:cubicBezTo>
                  <a:cubicBezTo>
                    <a:pt x="4675" y="1692"/>
                    <a:pt x="4775" y="1637"/>
                    <a:pt x="4794" y="1590"/>
                  </a:cubicBezTo>
                  <a:cubicBezTo>
                    <a:pt x="4801" y="1568"/>
                    <a:pt x="4795" y="1559"/>
                    <a:pt x="4782" y="1559"/>
                  </a:cubicBezTo>
                  <a:cubicBezTo>
                    <a:pt x="4751" y="1559"/>
                    <a:pt x="4677" y="1608"/>
                    <a:pt x="4634" y="1652"/>
                  </a:cubicBezTo>
                  <a:cubicBezTo>
                    <a:pt x="4572" y="1713"/>
                    <a:pt x="4511" y="1713"/>
                    <a:pt x="4461" y="1886"/>
                  </a:cubicBezTo>
                  <a:cubicBezTo>
                    <a:pt x="4446" y="1932"/>
                    <a:pt x="4437" y="1949"/>
                    <a:pt x="4434" y="1949"/>
                  </a:cubicBezTo>
                  <a:cubicBezTo>
                    <a:pt x="4422" y="1949"/>
                    <a:pt x="4452" y="1787"/>
                    <a:pt x="4461" y="1750"/>
                  </a:cubicBezTo>
                  <a:cubicBezTo>
                    <a:pt x="4468" y="1736"/>
                    <a:pt x="4468" y="1730"/>
                    <a:pt x="4463" y="1730"/>
                  </a:cubicBezTo>
                  <a:cubicBezTo>
                    <a:pt x="4450" y="1730"/>
                    <a:pt x="4403" y="1768"/>
                    <a:pt x="4350" y="1812"/>
                  </a:cubicBezTo>
                  <a:cubicBezTo>
                    <a:pt x="4333" y="1823"/>
                    <a:pt x="4324" y="1828"/>
                    <a:pt x="4321" y="1828"/>
                  </a:cubicBezTo>
                  <a:cubicBezTo>
                    <a:pt x="4310" y="1828"/>
                    <a:pt x="4364" y="1773"/>
                    <a:pt x="4412" y="1725"/>
                  </a:cubicBezTo>
                  <a:cubicBezTo>
                    <a:pt x="4486" y="1676"/>
                    <a:pt x="4498" y="1713"/>
                    <a:pt x="4572" y="1627"/>
                  </a:cubicBezTo>
                  <a:cubicBezTo>
                    <a:pt x="4634" y="1541"/>
                    <a:pt x="4597" y="1541"/>
                    <a:pt x="4572" y="1479"/>
                  </a:cubicBezTo>
                  <a:cubicBezTo>
                    <a:pt x="4562" y="1459"/>
                    <a:pt x="4553" y="1451"/>
                    <a:pt x="4544" y="1451"/>
                  </a:cubicBezTo>
                  <a:cubicBezTo>
                    <a:pt x="4521" y="1451"/>
                    <a:pt x="4501" y="1511"/>
                    <a:pt x="4474" y="1565"/>
                  </a:cubicBezTo>
                  <a:cubicBezTo>
                    <a:pt x="4437" y="1627"/>
                    <a:pt x="4326" y="1602"/>
                    <a:pt x="4239" y="1652"/>
                  </a:cubicBezTo>
                  <a:cubicBezTo>
                    <a:pt x="4224" y="1660"/>
                    <a:pt x="4215" y="1664"/>
                    <a:pt x="4211" y="1664"/>
                  </a:cubicBezTo>
                  <a:cubicBezTo>
                    <a:pt x="4191" y="1664"/>
                    <a:pt x="4275" y="1586"/>
                    <a:pt x="4326" y="1565"/>
                  </a:cubicBezTo>
                  <a:cubicBezTo>
                    <a:pt x="4387" y="1528"/>
                    <a:pt x="4449" y="1516"/>
                    <a:pt x="4387" y="1504"/>
                  </a:cubicBezTo>
                  <a:cubicBezTo>
                    <a:pt x="4375" y="1502"/>
                    <a:pt x="4362" y="1501"/>
                    <a:pt x="4350" y="1501"/>
                  </a:cubicBezTo>
                  <a:cubicBezTo>
                    <a:pt x="4285" y="1501"/>
                    <a:pt x="4217" y="1526"/>
                    <a:pt x="4166" y="1578"/>
                  </a:cubicBezTo>
                  <a:cubicBezTo>
                    <a:pt x="4142" y="1595"/>
                    <a:pt x="4130" y="1602"/>
                    <a:pt x="4125" y="1602"/>
                  </a:cubicBezTo>
                  <a:cubicBezTo>
                    <a:pt x="4110" y="1602"/>
                    <a:pt x="4171" y="1532"/>
                    <a:pt x="4190" y="1504"/>
                  </a:cubicBezTo>
                  <a:cubicBezTo>
                    <a:pt x="4212" y="1481"/>
                    <a:pt x="4252" y="1477"/>
                    <a:pt x="4291" y="1477"/>
                  </a:cubicBezTo>
                  <a:cubicBezTo>
                    <a:pt x="4317" y="1477"/>
                    <a:pt x="4343" y="1479"/>
                    <a:pt x="4363" y="1479"/>
                  </a:cubicBezTo>
                  <a:cubicBezTo>
                    <a:pt x="4412" y="1479"/>
                    <a:pt x="4449" y="1442"/>
                    <a:pt x="4449" y="1368"/>
                  </a:cubicBezTo>
                  <a:cubicBezTo>
                    <a:pt x="4449" y="1294"/>
                    <a:pt x="4215" y="1208"/>
                    <a:pt x="4166" y="1208"/>
                  </a:cubicBezTo>
                  <a:cubicBezTo>
                    <a:pt x="4116" y="1220"/>
                    <a:pt x="4067" y="1233"/>
                    <a:pt x="4030" y="1270"/>
                  </a:cubicBezTo>
                  <a:cubicBezTo>
                    <a:pt x="4005" y="1307"/>
                    <a:pt x="4005" y="1368"/>
                    <a:pt x="3968" y="1467"/>
                  </a:cubicBezTo>
                  <a:cubicBezTo>
                    <a:pt x="3959" y="1489"/>
                    <a:pt x="3953" y="1497"/>
                    <a:pt x="3950" y="1497"/>
                  </a:cubicBezTo>
                  <a:cubicBezTo>
                    <a:pt x="3936" y="1497"/>
                    <a:pt x="3966" y="1349"/>
                    <a:pt x="3956" y="1319"/>
                  </a:cubicBezTo>
                  <a:cubicBezTo>
                    <a:pt x="3953" y="1311"/>
                    <a:pt x="3950" y="1307"/>
                    <a:pt x="3945" y="1307"/>
                  </a:cubicBezTo>
                  <a:cubicBezTo>
                    <a:pt x="3928" y="1307"/>
                    <a:pt x="3899" y="1358"/>
                    <a:pt x="3870" y="1454"/>
                  </a:cubicBezTo>
                  <a:cubicBezTo>
                    <a:pt x="3862" y="1477"/>
                    <a:pt x="3857" y="1486"/>
                    <a:pt x="3854" y="1486"/>
                  </a:cubicBezTo>
                  <a:cubicBezTo>
                    <a:pt x="3843" y="1486"/>
                    <a:pt x="3863" y="1348"/>
                    <a:pt x="3882" y="1319"/>
                  </a:cubicBezTo>
                  <a:cubicBezTo>
                    <a:pt x="3907" y="1282"/>
                    <a:pt x="3894" y="1233"/>
                    <a:pt x="3858" y="1220"/>
                  </a:cubicBezTo>
                  <a:cubicBezTo>
                    <a:pt x="3852" y="1215"/>
                    <a:pt x="3846" y="1212"/>
                    <a:pt x="3840" y="1212"/>
                  </a:cubicBezTo>
                  <a:cubicBezTo>
                    <a:pt x="3818" y="1212"/>
                    <a:pt x="3793" y="1252"/>
                    <a:pt x="3784" y="1368"/>
                  </a:cubicBezTo>
                  <a:cubicBezTo>
                    <a:pt x="3780" y="1411"/>
                    <a:pt x="3775" y="1428"/>
                    <a:pt x="3771" y="1428"/>
                  </a:cubicBezTo>
                  <a:cubicBezTo>
                    <a:pt x="3761" y="1428"/>
                    <a:pt x="3754" y="1330"/>
                    <a:pt x="3771" y="1270"/>
                  </a:cubicBezTo>
                  <a:cubicBezTo>
                    <a:pt x="3796" y="1183"/>
                    <a:pt x="3771" y="1183"/>
                    <a:pt x="3771" y="1159"/>
                  </a:cubicBezTo>
                  <a:cubicBezTo>
                    <a:pt x="3768" y="1147"/>
                    <a:pt x="3759" y="1143"/>
                    <a:pt x="3748" y="1143"/>
                  </a:cubicBezTo>
                  <a:cubicBezTo>
                    <a:pt x="3724" y="1143"/>
                    <a:pt x="3686" y="1166"/>
                    <a:pt x="3660" y="1183"/>
                  </a:cubicBezTo>
                  <a:cubicBezTo>
                    <a:pt x="3623" y="1208"/>
                    <a:pt x="3611" y="1294"/>
                    <a:pt x="3586" y="1343"/>
                  </a:cubicBezTo>
                  <a:cubicBezTo>
                    <a:pt x="3582" y="1350"/>
                    <a:pt x="3578" y="1353"/>
                    <a:pt x="3576" y="1353"/>
                  </a:cubicBezTo>
                  <a:cubicBezTo>
                    <a:pt x="3562" y="1353"/>
                    <a:pt x="3602" y="1228"/>
                    <a:pt x="3623" y="1196"/>
                  </a:cubicBezTo>
                  <a:cubicBezTo>
                    <a:pt x="3656" y="1153"/>
                    <a:pt x="3632" y="1119"/>
                    <a:pt x="3609" y="1119"/>
                  </a:cubicBezTo>
                  <a:cubicBezTo>
                    <a:pt x="3605" y="1119"/>
                    <a:pt x="3602" y="1120"/>
                    <a:pt x="3599" y="1122"/>
                  </a:cubicBezTo>
                  <a:cubicBezTo>
                    <a:pt x="3581" y="1139"/>
                    <a:pt x="3563" y="1183"/>
                    <a:pt x="3555" y="1183"/>
                  </a:cubicBezTo>
                  <a:cubicBezTo>
                    <a:pt x="3551" y="1183"/>
                    <a:pt x="3549" y="1176"/>
                    <a:pt x="3549" y="1159"/>
                  </a:cubicBezTo>
                  <a:cubicBezTo>
                    <a:pt x="3562" y="1097"/>
                    <a:pt x="3623" y="1109"/>
                    <a:pt x="3660" y="1085"/>
                  </a:cubicBezTo>
                  <a:cubicBezTo>
                    <a:pt x="3710" y="1060"/>
                    <a:pt x="3759" y="1048"/>
                    <a:pt x="3771" y="998"/>
                  </a:cubicBezTo>
                  <a:cubicBezTo>
                    <a:pt x="3784" y="949"/>
                    <a:pt x="3648" y="937"/>
                    <a:pt x="3549" y="937"/>
                  </a:cubicBezTo>
                  <a:cubicBezTo>
                    <a:pt x="3451" y="937"/>
                    <a:pt x="3513" y="937"/>
                    <a:pt x="3439" y="1023"/>
                  </a:cubicBezTo>
                  <a:cubicBezTo>
                    <a:pt x="3402" y="1066"/>
                    <a:pt x="3377" y="1082"/>
                    <a:pt x="3365" y="1082"/>
                  </a:cubicBezTo>
                  <a:cubicBezTo>
                    <a:pt x="3352" y="1082"/>
                    <a:pt x="3352" y="1066"/>
                    <a:pt x="3365" y="1048"/>
                  </a:cubicBezTo>
                  <a:cubicBezTo>
                    <a:pt x="3402" y="1011"/>
                    <a:pt x="3439" y="925"/>
                    <a:pt x="3402" y="925"/>
                  </a:cubicBezTo>
                  <a:cubicBezTo>
                    <a:pt x="3352" y="937"/>
                    <a:pt x="3291" y="974"/>
                    <a:pt x="3241" y="1011"/>
                  </a:cubicBezTo>
                  <a:cubicBezTo>
                    <a:pt x="3238" y="1014"/>
                    <a:pt x="3236" y="1016"/>
                    <a:pt x="3235" y="1016"/>
                  </a:cubicBezTo>
                  <a:cubicBezTo>
                    <a:pt x="3228" y="1016"/>
                    <a:pt x="3335" y="875"/>
                    <a:pt x="3402" y="875"/>
                  </a:cubicBezTo>
                  <a:cubicBezTo>
                    <a:pt x="3451" y="875"/>
                    <a:pt x="3500" y="863"/>
                    <a:pt x="3549" y="851"/>
                  </a:cubicBezTo>
                  <a:cubicBezTo>
                    <a:pt x="3562" y="838"/>
                    <a:pt x="3513" y="740"/>
                    <a:pt x="3451" y="727"/>
                  </a:cubicBezTo>
                  <a:cubicBezTo>
                    <a:pt x="3389" y="703"/>
                    <a:pt x="3328" y="690"/>
                    <a:pt x="3266" y="690"/>
                  </a:cubicBezTo>
                  <a:cubicBezTo>
                    <a:pt x="3229" y="690"/>
                    <a:pt x="3081" y="580"/>
                    <a:pt x="2995" y="567"/>
                  </a:cubicBezTo>
                  <a:cubicBezTo>
                    <a:pt x="2988" y="566"/>
                    <a:pt x="2982" y="566"/>
                    <a:pt x="2974" y="566"/>
                  </a:cubicBezTo>
                  <a:cubicBezTo>
                    <a:pt x="2904" y="566"/>
                    <a:pt x="2818" y="618"/>
                    <a:pt x="2773" y="629"/>
                  </a:cubicBezTo>
                  <a:cubicBezTo>
                    <a:pt x="2736" y="641"/>
                    <a:pt x="2712" y="690"/>
                    <a:pt x="2736" y="727"/>
                  </a:cubicBezTo>
                  <a:cubicBezTo>
                    <a:pt x="2749" y="777"/>
                    <a:pt x="2958" y="838"/>
                    <a:pt x="3007" y="863"/>
                  </a:cubicBezTo>
                  <a:cubicBezTo>
                    <a:pt x="3057" y="875"/>
                    <a:pt x="3007" y="888"/>
                    <a:pt x="2970" y="888"/>
                  </a:cubicBezTo>
                  <a:cubicBezTo>
                    <a:pt x="2909" y="875"/>
                    <a:pt x="2859" y="863"/>
                    <a:pt x="2810" y="838"/>
                  </a:cubicBezTo>
                  <a:cubicBezTo>
                    <a:pt x="2749" y="801"/>
                    <a:pt x="2687" y="777"/>
                    <a:pt x="2613" y="764"/>
                  </a:cubicBezTo>
                  <a:cubicBezTo>
                    <a:pt x="2576" y="764"/>
                    <a:pt x="2638" y="814"/>
                    <a:pt x="2687" y="863"/>
                  </a:cubicBezTo>
                  <a:cubicBezTo>
                    <a:pt x="2724" y="925"/>
                    <a:pt x="2859" y="1023"/>
                    <a:pt x="2884" y="1060"/>
                  </a:cubicBezTo>
                  <a:cubicBezTo>
                    <a:pt x="2890" y="1071"/>
                    <a:pt x="2884" y="1075"/>
                    <a:pt x="2872" y="1075"/>
                  </a:cubicBezTo>
                  <a:cubicBezTo>
                    <a:pt x="2829" y="1075"/>
                    <a:pt x="2698" y="1020"/>
                    <a:pt x="2650" y="1011"/>
                  </a:cubicBezTo>
                  <a:cubicBezTo>
                    <a:pt x="2588" y="998"/>
                    <a:pt x="2576" y="974"/>
                    <a:pt x="2601" y="937"/>
                  </a:cubicBezTo>
                  <a:cubicBezTo>
                    <a:pt x="2625" y="900"/>
                    <a:pt x="2613" y="888"/>
                    <a:pt x="2564" y="801"/>
                  </a:cubicBezTo>
                  <a:cubicBezTo>
                    <a:pt x="2551" y="780"/>
                    <a:pt x="2539" y="771"/>
                    <a:pt x="2527" y="771"/>
                  </a:cubicBezTo>
                  <a:cubicBezTo>
                    <a:pt x="2491" y="771"/>
                    <a:pt x="2456" y="848"/>
                    <a:pt x="2428" y="875"/>
                  </a:cubicBezTo>
                  <a:cubicBezTo>
                    <a:pt x="2420" y="888"/>
                    <a:pt x="2412" y="892"/>
                    <a:pt x="2402" y="892"/>
                  </a:cubicBezTo>
                  <a:cubicBezTo>
                    <a:pt x="2383" y="892"/>
                    <a:pt x="2358" y="875"/>
                    <a:pt x="2317" y="875"/>
                  </a:cubicBezTo>
                  <a:cubicBezTo>
                    <a:pt x="2256" y="875"/>
                    <a:pt x="2256" y="937"/>
                    <a:pt x="2206" y="962"/>
                  </a:cubicBezTo>
                  <a:cubicBezTo>
                    <a:pt x="2202" y="965"/>
                    <a:pt x="2198" y="966"/>
                    <a:pt x="2195" y="966"/>
                  </a:cubicBezTo>
                  <a:cubicBezTo>
                    <a:pt x="2162" y="966"/>
                    <a:pt x="2185" y="806"/>
                    <a:pt x="2219" y="727"/>
                  </a:cubicBezTo>
                  <a:cubicBezTo>
                    <a:pt x="2228" y="710"/>
                    <a:pt x="2229" y="703"/>
                    <a:pt x="2226" y="703"/>
                  </a:cubicBezTo>
                  <a:cubicBezTo>
                    <a:pt x="2216" y="703"/>
                    <a:pt x="2155" y="773"/>
                    <a:pt x="2108" y="801"/>
                  </a:cubicBezTo>
                  <a:cubicBezTo>
                    <a:pt x="2095" y="812"/>
                    <a:pt x="2087" y="816"/>
                    <a:pt x="2084" y="816"/>
                  </a:cubicBezTo>
                  <a:cubicBezTo>
                    <a:pt x="2071" y="816"/>
                    <a:pt x="2116" y="754"/>
                    <a:pt x="2145" y="715"/>
                  </a:cubicBezTo>
                  <a:cubicBezTo>
                    <a:pt x="2194" y="678"/>
                    <a:pt x="2256" y="641"/>
                    <a:pt x="2268" y="567"/>
                  </a:cubicBezTo>
                  <a:cubicBezTo>
                    <a:pt x="2280" y="481"/>
                    <a:pt x="2243" y="407"/>
                    <a:pt x="2169" y="358"/>
                  </a:cubicBezTo>
                  <a:cubicBezTo>
                    <a:pt x="2133" y="333"/>
                    <a:pt x="2096" y="284"/>
                    <a:pt x="2083" y="173"/>
                  </a:cubicBezTo>
                  <a:cubicBezTo>
                    <a:pt x="2071" y="62"/>
                    <a:pt x="1948" y="37"/>
                    <a:pt x="1800" y="37"/>
                  </a:cubicBezTo>
                  <a:cubicBezTo>
                    <a:pt x="1689" y="37"/>
                    <a:pt x="1578" y="87"/>
                    <a:pt x="1504" y="173"/>
                  </a:cubicBezTo>
                  <a:cubicBezTo>
                    <a:pt x="1455" y="210"/>
                    <a:pt x="1504" y="185"/>
                    <a:pt x="1516" y="247"/>
                  </a:cubicBezTo>
                  <a:cubicBezTo>
                    <a:pt x="1520" y="260"/>
                    <a:pt x="1520" y="265"/>
                    <a:pt x="1517" y="265"/>
                  </a:cubicBezTo>
                  <a:cubicBezTo>
                    <a:pt x="1510" y="265"/>
                    <a:pt x="1485" y="228"/>
                    <a:pt x="1467" y="210"/>
                  </a:cubicBezTo>
                  <a:cubicBezTo>
                    <a:pt x="1458" y="196"/>
                    <a:pt x="1449" y="191"/>
                    <a:pt x="1438" y="191"/>
                  </a:cubicBezTo>
                  <a:cubicBezTo>
                    <a:pt x="1419" y="191"/>
                    <a:pt x="1395" y="207"/>
                    <a:pt x="1356" y="222"/>
                  </a:cubicBezTo>
                  <a:cubicBezTo>
                    <a:pt x="1295" y="253"/>
                    <a:pt x="1318" y="275"/>
                    <a:pt x="1300" y="275"/>
                  </a:cubicBezTo>
                  <a:cubicBezTo>
                    <a:pt x="1297" y="275"/>
                    <a:pt x="1291" y="274"/>
                    <a:pt x="1282" y="272"/>
                  </a:cubicBezTo>
                  <a:cubicBezTo>
                    <a:pt x="1255" y="253"/>
                    <a:pt x="1248" y="242"/>
                    <a:pt x="1227" y="242"/>
                  </a:cubicBezTo>
                  <a:cubicBezTo>
                    <a:pt x="1219" y="242"/>
                    <a:pt x="1209" y="244"/>
                    <a:pt x="1196" y="247"/>
                  </a:cubicBezTo>
                  <a:cubicBezTo>
                    <a:pt x="1147" y="247"/>
                    <a:pt x="1208" y="321"/>
                    <a:pt x="1332" y="382"/>
                  </a:cubicBezTo>
                  <a:cubicBezTo>
                    <a:pt x="1373" y="403"/>
                    <a:pt x="1371" y="410"/>
                    <a:pt x="1349" y="410"/>
                  </a:cubicBezTo>
                  <a:cubicBezTo>
                    <a:pt x="1304" y="410"/>
                    <a:pt x="1176" y="382"/>
                    <a:pt x="1134" y="382"/>
                  </a:cubicBezTo>
                  <a:cubicBezTo>
                    <a:pt x="1061" y="382"/>
                    <a:pt x="1221" y="456"/>
                    <a:pt x="1344" y="530"/>
                  </a:cubicBezTo>
                  <a:cubicBezTo>
                    <a:pt x="1379" y="551"/>
                    <a:pt x="1383" y="559"/>
                    <a:pt x="1370" y="559"/>
                  </a:cubicBezTo>
                  <a:cubicBezTo>
                    <a:pt x="1335" y="559"/>
                    <a:pt x="1187" y="507"/>
                    <a:pt x="1134" y="481"/>
                  </a:cubicBezTo>
                  <a:cubicBezTo>
                    <a:pt x="1115" y="468"/>
                    <a:pt x="1100" y="463"/>
                    <a:pt x="1089" y="463"/>
                  </a:cubicBezTo>
                  <a:cubicBezTo>
                    <a:pt x="1059" y="463"/>
                    <a:pt x="1054" y="503"/>
                    <a:pt x="1036" y="530"/>
                  </a:cubicBezTo>
                  <a:cubicBezTo>
                    <a:pt x="999" y="580"/>
                    <a:pt x="1036" y="580"/>
                    <a:pt x="1048" y="641"/>
                  </a:cubicBezTo>
                  <a:cubicBezTo>
                    <a:pt x="1073" y="715"/>
                    <a:pt x="1184" y="752"/>
                    <a:pt x="1245" y="752"/>
                  </a:cubicBezTo>
                  <a:cubicBezTo>
                    <a:pt x="1295" y="752"/>
                    <a:pt x="1307" y="777"/>
                    <a:pt x="1282" y="789"/>
                  </a:cubicBezTo>
                  <a:cubicBezTo>
                    <a:pt x="1270" y="801"/>
                    <a:pt x="1332" y="912"/>
                    <a:pt x="1381" y="974"/>
                  </a:cubicBezTo>
                  <a:cubicBezTo>
                    <a:pt x="1387" y="980"/>
                    <a:pt x="1389" y="982"/>
                    <a:pt x="1389" y="982"/>
                  </a:cubicBezTo>
                  <a:cubicBezTo>
                    <a:pt x="1386" y="982"/>
                    <a:pt x="1229" y="838"/>
                    <a:pt x="1196" y="838"/>
                  </a:cubicBezTo>
                  <a:cubicBezTo>
                    <a:pt x="1190" y="836"/>
                    <a:pt x="1183" y="835"/>
                    <a:pt x="1176" y="835"/>
                  </a:cubicBezTo>
                  <a:cubicBezTo>
                    <a:pt x="1143" y="835"/>
                    <a:pt x="1108" y="857"/>
                    <a:pt x="1098" y="888"/>
                  </a:cubicBezTo>
                  <a:cubicBezTo>
                    <a:pt x="1061" y="937"/>
                    <a:pt x="1036" y="937"/>
                    <a:pt x="950" y="949"/>
                  </a:cubicBezTo>
                  <a:cubicBezTo>
                    <a:pt x="876" y="962"/>
                    <a:pt x="1159" y="1146"/>
                    <a:pt x="1233" y="1171"/>
                  </a:cubicBezTo>
                  <a:cubicBezTo>
                    <a:pt x="1307" y="1196"/>
                    <a:pt x="1307" y="1208"/>
                    <a:pt x="1295" y="1257"/>
                  </a:cubicBezTo>
                  <a:cubicBezTo>
                    <a:pt x="1270" y="1294"/>
                    <a:pt x="1233" y="1307"/>
                    <a:pt x="1233" y="1331"/>
                  </a:cubicBezTo>
                  <a:cubicBezTo>
                    <a:pt x="1258" y="1368"/>
                    <a:pt x="1258" y="1417"/>
                    <a:pt x="1258" y="1467"/>
                  </a:cubicBezTo>
                  <a:cubicBezTo>
                    <a:pt x="1253" y="1498"/>
                    <a:pt x="1247" y="1509"/>
                    <a:pt x="1241" y="1509"/>
                  </a:cubicBezTo>
                  <a:cubicBezTo>
                    <a:pt x="1233" y="1509"/>
                    <a:pt x="1223" y="1488"/>
                    <a:pt x="1208" y="1467"/>
                  </a:cubicBezTo>
                  <a:cubicBezTo>
                    <a:pt x="1171" y="1430"/>
                    <a:pt x="1122" y="1405"/>
                    <a:pt x="1073" y="1405"/>
                  </a:cubicBezTo>
                  <a:cubicBezTo>
                    <a:pt x="1024" y="1393"/>
                    <a:pt x="1098" y="1368"/>
                    <a:pt x="1134" y="1368"/>
                  </a:cubicBezTo>
                  <a:cubicBezTo>
                    <a:pt x="1184" y="1356"/>
                    <a:pt x="1196" y="1343"/>
                    <a:pt x="1196" y="1307"/>
                  </a:cubicBezTo>
                  <a:cubicBezTo>
                    <a:pt x="1110" y="1208"/>
                    <a:pt x="1024" y="1109"/>
                    <a:pt x="925" y="1035"/>
                  </a:cubicBezTo>
                  <a:cubicBezTo>
                    <a:pt x="876" y="986"/>
                    <a:pt x="839" y="912"/>
                    <a:pt x="839" y="851"/>
                  </a:cubicBezTo>
                  <a:cubicBezTo>
                    <a:pt x="839" y="777"/>
                    <a:pt x="888" y="727"/>
                    <a:pt x="863" y="690"/>
                  </a:cubicBezTo>
                  <a:cubicBezTo>
                    <a:pt x="851" y="666"/>
                    <a:pt x="789" y="592"/>
                    <a:pt x="789" y="543"/>
                  </a:cubicBezTo>
                  <a:cubicBezTo>
                    <a:pt x="863" y="345"/>
                    <a:pt x="1011" y="185"/>
                    <a:pt x="1196" y="74"/>
                  </a:cubicBezTo>
                  <a:cubicBezTo>
                    <a:pt x="1233" y="62"/>
                    <a:pt x="1098" y="0"/>
                    <a:pt x="101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2" name="Google Shape;8088;p67">
              <a:extLst>
                <a:ext uri="{FF2B5EF4-FFF2-40B4-BE49-F238E27FC236}">
                  <a16:creationId xmlns:a16="http://schemas.microsoft.com/office/drawing/2014/main" id="{DD082D81-2F26-4636-EEC6-5953B568D0F5}"/>
                </a:ext>
              </a:extLst>
            </p:cNvPr>
            <p:cNvSpPr/>
            <p:nvPr/>
          </p:nvSpPr>
          <p:spPr>
            <a:xfrm>
              <a:off x="3090475" y="4524650"/>
              <a:ext cx="6475" cy="2725"/>
            </a:xfrm>
            <a:custGeom>
              <a:avLst/>
              <a:gdLst/>
              <a:ahLst/>
              <a:cxnLst/>
              <a:rect l="l" t="t" r="r" b="b"/>
              <a:pathLst>
                <a:path w="259" h="109" extrusionOk="0">
                  <a:moveTo>
                    <a:pt x="108" y="1"/>
                  </a:moveTo>
                  <a:cubicBezTo>
                    <a:pt x="93" y="1"/>
                    <a:pt x="79" y="2"/>
                    <a:pt x="66" y="4"/>
                  </a:cubicBezTo>
                  <a:cubicBezTo>
                    <a:pt x="0" y="4"/>
                    <a:pt x="164" y="109"/>
                    <a:pt x="222" y="109"/>
                  </a:cubicBezTo>
                  <a:cubicBezTo>
                    <a:pt x="229" y="109"/>
                    <a:pt x="235" y="107"/>
                    <a:pt x="238" y="102"/>
                  </a:cubicBezTo>
                  <a:cubicBezTo>
                    <a:pt x="259" y="30"/>
                    <a:pt x="184" y="1"/>
                    <a:pt x="10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3" name="Google Shape;8089;p67">
              <a:extLst>
                <a:ext uri="{FF2B5EF4-FFF2-40B4-BE49-F238E27FC236}">
                  <a16:creationId xmlns:a16="http://schemas.microsoft.com/office/drawing/2014/main" id="{088BB770-192E-8157-8AD3-51DC0BC22371}"/>
                </a:ext>
              </a:extLst>
            </p:cNvPr>
            <p:cNvSpPr/>
            <p:nvPr/>
          </p:nvSpPr>
          <p:spPr>
            <a:xfrm>
              <a:off x="3069925" y="4463150"/>
              <a:ext cx="8600" cy="3750"/>
            </a:xfrm>
            <a:custGeom>
              <a:avLst/>
              <a:gdLst/>
              <a:ahLst/>
              <a:cxnLst/>
              <a:rect l="l" t="t" r="r" b="b"/>
              <a:pathLst>
                <a:path w="344" h="150" extrusionOk="0">
                  <a:moveTo>
                    <a:pt x="107" y="0"/>
                  </a:moveTo>
                  <a:cubicBezTo>
                    <a:pt x="88" y="0"/>
                    <a:pt x="72" y="4"/>
                    <a:pt x="62" y="12"/>
                  </a:cubicBezTo>
                  <a:cubicBezTo>
                    <a:pt x="13" y="49"/>
                    <a:pt x="0" y="86"/>
                    <a:pt x="62" y="123"/>
                  </a:cubicBezTo>
                  <a:cubicBezTo>
                    <a:pt x="81" y="141"/>
                    <a:pt x="128" y="149"/>
                    <a:pt x="178" y="149"/>
                  </a:cubicBezTo>
                  <a:cubicBezTo>
                    <a:pt x="258" y="149"/>
                    <a:pt x="344" y="128"/>
                    <a:pt x="321" y="98"/>
                  </a:cubicBezTo>
                  <a:cubicBezTo>
                    <a:pt x="292" y="49"/>
                    <a:pt x="178" y="0"/>
                    <a:pt x="10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4" name="Google Shape;8090;p67">
              <a:extLst>
                <a:ext uri="{FF2B5EF4-FFF2-40B4-BE49-F238E27FC236}">
                  <a16:creationId xmlns:a16="http://schemas.microsoft.com/office/drawing/2014/main" id="{8E8C7C8A-27BF-0B71-A4A2-7A2883163850}"/>
                </a:ext>
              </a:extLst>
            </p:cNvPr>
            <p:cNvSpPr/>
            <p:nvPr/>
          </p:nvSpPr>
          <p:spPr>
            <a:xfrm>
              <a:off x="3054550" y="4460875"/>
              <a:ext cx="14775" cy="12775"/>
            </a:xfrm>
            <a:custGeom>
              <a:avLst/>
              <a:gdLst/>
              <a:ahLst/>
              <a:cxnLst/>
              <a:rect l="l" t="t" r="r" b="b"/>
              <a:pathLst>
                <a:path w="591" h="511" extrusionOk="0">
                  <a:moveTo>
                    <a:pt x="395" y="1"/>
                  </a:moveTo>
                  <a:cubicBezTo>
                    <a:pt x="335" y="1"/>
                    <a:pt x="264" y="16"/>
                    <a:pt x="209" y="29"/>
                  </a:cubicBezTo>
                  <a:cubicBezTo>
                    <a:pt x="98" y="53"/>
                    <a:pt x="24" y="189"/>
                    <a:pt x="12" y="312"/>
                  </a:cubicBezTo>
                  <a:cubicBezTo>
                    <a:pt x="0" y="438"/>
                    <a:pt x="169" y="511"/>
                    <a:pt x="262" y="511"/>
                  </a:cubicBezTo>
                  <a:cubicBezTo>
                    <a:pt x="270" y="511"/>
                    <a:pt x="277" y="510"/>
                    <a:pt x="283" y="509"/>
                  </a:cubicBezTo>
                  <a:cubicBezTo>
                    <a:pt x="357" y="472"/>
                    <a:pt x="431" y="435"/>
                    <a:pt x="492" y="374"/>
                  </a:cubicBezTo>
                  <a:cubicBezTo>
                    <a:pt x="591" y="300"/>
                    <a:pt x="529" y="177"/>
                    <a:pt x="517" y="66"/>
                  </a:cubicBezTo>
                  <a:cubicBezTo>
                    <a:pt x="505" y="16"/>
                    <a:pt x="455" y="1"/>
                    <a:pt x="39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5" name="Google Shape;8091;p67">
              <a:extLst>
                <a:ext uri="{FF2B5EF4-FFF2-40B4-BE49-F238E27FC236}">
                  <a16:creationId xmlns:a16="http://schemas.microsoft.com/office/drawing/2014/main" id="{0974B7C1-1AE7-6776-391B-B57D8D478F9B}"/>
                </a:ext>
              </a:extLst>
            </p:cNvPr>
            <p:cNvSpPr/>
            <p:nvPr/>
          </p:nvSpPr>
          <p:spPr>
            <a:xfrm>
              <a:off x="3041975" y="4448550"/>
              <a:ext cx="7650" cy="5650"/>
            </a:xfrm>
            <a:custGeom>
              <a:avLst/>
              <a:gdLst/>
              <a:ahLst/>
              <a:cxnLst/>
              <a:rect l="l" t="t" r="r" b="b"/>
              <a:pathLst>
                <a:path w="306" h="226" extrusionOk="0">
                  <a:moveTo>
                    <a:pt x="228" y="1"/>
                  </a:moveTo>
                  <a:cubicBezTo>
                    <a:pt x="148" y="1"/>
                    <a:pt x="0" y="226"/>
                    <a:pt x="46" y="226"/>
                  </a:cubicBezTo>
                  <a:cubicBezTo>
                    <a:pt x="108" y="226"/>
                    <a:pt x="305" y="29"/>
                    <a:pt x="244" y="4"/>
                  </a:cubicBezTo>
                  <a:cubicBezTo>
                    <a:pt x="239" y="2"/>
                    <a:pt x="233" y="1"/>
                    <a:pt x="22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6" name="Google Shape;8092;p67">
              <a:extLst>
                <a:ext uri="{FF2B5EF4-FFF2-40B4-BE49-F238E27FC236}">
                  <a16:creationId xmlns:a16="http://schemas.microsoft.com/office/drawing/2014/main" id="{2FDC802C-8468-D1D3-7B86-FBA9631B6743}"/>
                </a:ext>
              </a:extLst>
            </p:cNvPr>
            <p:cNvSpPr/>
            <p:nvPr/>
          </p:nvSpPr>
          <p:spPr>
            <a:xfrm>
              <a:off x="3053600" y="4447700"/>
              <a:ext cx="6600" cy="3125"/>
            </a:xfrm>
            <a:custGeom>
              <a:avLst/>
              <a:gdLst/>
              <a:ahLst/>
              <a:cxnLst/>
              <a:rect l="l" t="t" r="r" b="b"/>
              <a:pathLst>
                <a:path w="264" h="125" extrusionOk="0">
                  <a:moveTo>
                    <a:pt x="97" y="0"/>
                  </a:moveTo>
                  <a:cubicBezTo>
                    <a:pt x="94" y="0"/>
                    <a:pt x="90" y="1"/>
                    <a:pt x="87" y="1"/>
                  </a:cubicBezTo>
                  <a:cubicBezTo>
                    <a:pt x="0" y="14"/>
                    <a:pt x="62" y="124"/>
                    <a:pt x="99" y="124"/>
                  </a:cubicBezTo>
                  <a:cubicBezTo>
                    <a:pt x="263" y="113"/>
                    <a:pt x="170" y="0"/>
                    <a:pt x="9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7" name="Google Shape;8093;p67">
              <a:extLst>
                <a:ext uri="{FF2B5EF4-FFF2-40B4-BE49-F238E27FC236}">
                  <a16:creationId xmlns:a16="http://schemas.microsoft.com/office/drawing/2014/main" id="{2B898DED-C5E7-8963-D756-1E9080AE6BD7}"/>
                </a:ext>
              </a:extLst>
            </p:cNvPr>
            <p:cNvSpPr/>
            <p:nvPr/>
          </p:nvSpPr>
          <p:spPr>
            <a:xfrm>
              <a:off x="3046250" y="4444500"/>
              <a:ext cx="5675" cy="1450"/>
            </a:xfrm>
            <a:custGeom>
              <a:avLst/>
              <a:gdLst/>
              <a:ahLst/>
              <a:cxnLst/>
              <a:rect l="l" t="t" r="r" b="b"/>
              <a:pathLst>
                <a:path w="227" h="58" extrusionOk="0">
                  <a:moveTo>
                    <a:pt x="138" y="1"/>
                  </a:moveTo>
                  <a:cubicBezTo>
                    <a:pt x="71" y="1"/>
                    <a:pt x="0" y="55"/>
                    <a:pt x="11" y="55"/>
                  </a:cubicBezTo>
                  <a:cubicBezTo>
                    <a:pt x="18" y="57"/>
                    <a:pt x="26" y="57"/>
                    <a:pt x="34" y="57"/>
                  </a:cubicBezTo>
                  <a:cubicBezTo>
                    <a:pt x="105" y="57"/>
                    <a:pt x="226" y="17"/>
                    <a:pt x="171" y="6"/>
                  </a:cubicBezTo>
                  <a:cubicBezTo>
                    <a:pt x="161" y="2"/>
                    <a:pt x="150" y="1"/>
                    <a:pt x="13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8" name="Google Shape;8094;p67">
              <a:extLst>
                <a:ext uri="{FF2B5EF4-FFF2-40B4-BE49-F238E27FC236}">
                  <a16:creationId xmlns:a16="http://schemas.microsoft.com/office/drawing/2014/main" id="{94367CF3-EF70-646A-92E3-B4B31FB17ACA}"/>
                </a:ext>
              </a:extLst>
            </p:cNvPr>
            <p:cNvSpPr/>
            <p:nvPr/>
          </p:nvSpPr>
          <p:spPr>
            <a:xfrm>
              <a:off x="3033275" y="4391625"/>
              <a:ext cx="29275" cy="13925"/>
            </a:xfrm>
            <a:custGeom>
              <a:avLst/>
              <a:gdLst/>
              <a:ahLst/>
              <a:cxnLst/>
              <a:rect l="l" t="t" r="r" b="b"/>
              <a:pathLst>
                <a:path w="1171" h="557" extrusionOk="0">
                  <a:moveTo>
                    <a:pt x="81" y="1"/>
                  </a:moveTo>
                  <a:cubicBezTo>
                    <a:pt x="79" y="1"/>
                    <a:pt x="76" y="1"/>
                    <a:pt x="74" y="2"/>
                  </a:cubicBezTo>
                  <a:cubicBezTo>
                    <a:pt x="12" y="26"/>
                    <a:pt x="0" y="174"/>
                    <a:pt x="25" y="236"/>
                  </a:cubicBezTo>
                  <a:cubicBezTo>
                    <a:pt x="37" y="297"/>
                    <a:pt x="74" y="236"/>
                    <a:pt x="148" y="310"/>
                  </a:cubicBezTo>
                  <a:cubicBezTo>
                    <a:pt x="222" y="396"/>
                    <a:pt x="259" y="482"/>
                    <a:pt x="333" y="544"/>
                  </a:cubicBezTo>
                  <a:cubicBezTo>
                    <a:pt x="346" y="553"/>
                    <a:pt x="361" y="556"/>
                    <a:pt x="377" y="556"/>
                  </a:cubicBezTo>
                  <a:cubicBezTo>
                    <a:pt x="454" y="556"/>
                    <a:pt x="562" y="476"/>
                    <a:pt x="653" y="445"/>
                  </a:cubicBezTo>
                  <a:cubicBezTo>
                    <a:pt x="693" y="442"/>
                    <a:pt x="733" y="441"/>
                    <a:pt x="771" y="441"/>
                  </a:cubicBezTo>
                  <a:cubicBezTo>
                    <a:pt x="888" y="441"/>
                    <a:pt x="1001" y="455"/>
                    <a:pt x="1121" y="482"/>
                  </a:cubicBezTo>
                  <a:cubicBezTo>
                    <a:pt x="1171" y="482"/>
                    <a:pt x="900" y="150"/>
                    <a:pt x="789" y="88"/>
                  </a:cubicBezTo>
                  <a:cubicBezTo>
                    <a:pt x="727" y="63"/>
                    <a:pt x="659" y="51"/>
                    <a:pt x="592" y="51"/>
                  </a:cubicBezTo>
                  <a:cubicBezTo>
                    <a:pt x="524" y="51"/>
                    <a:pt x="456" y="63"/>
                    <a:pt x="394" y="88"/>
                  </a:cubicBezTo>
                  <a:cubicBezTo>
                    <a:pt x="386" y="92"/>
                    <a:pt x="375" y="94"/>
                    <a:pt x="363" y="94"/>
                  </a:cubicBezTo>
                  <a:cubicBezTo>
                    <a:pt x="279" y="94"/>
                    <a:pt x="133" y="1"/>
                    <a:pt x="8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9" name="Google Shape;8095;p67">
              <a:extLst>
                <a:ext uri="{FF2B5EF4-FFF2-40B4-BE49-F238E27FC236}">
                  <a16:creationId xmlns:a16="http://schemas.microsoft.com/office/drawing/2014/main" id="{77BCD30C-3AE8-F0F6-FBF4-F3A190959F36}"/>
                </a:ext>
              </a:extLst>
            </p:cNvPr>
            <p:cNvSpPr/>
            <p:nvPr/>
          </p:nvSpPr>
          <p:spPr>
            <a:xfrm>
              <a:off x="2750500" y="4644475"/>
              <a:ext cx="32200" cy="23225"/>
            </a:xfrm>
            <a:custGeom>
              <a:avLst/>
              <a:gdLst/>
              <a:ahLst/>
              <a:cxnLst/>
              <a:rect l="l" t="t" r="r" b="b"/>
              <a:pathLst>
                <a:path w="1288" h="929" extrusionOk="0">
                  <a:moveTo>
                    <a:pt x="90" y="0"/>
                  </a:moveTo>
                  <a:cubicBezTo>
                    <a:pt x="80" y="0"/>
                    <a:pt x="70" y="1"/>
                    <a:pt x="62" y="4"/>
                  </a:cubicBezTo>
                  <a:cubicBezTo>
                    <a:pt x="12" y="28"/>
                    <a:pt x="0" y="53"/>
                    <a:pt x="62" y="90"/>
                  </a:cubicBezTo>
                  <a:cubicBezTo>
                    <a:pt x="86" y="102"/>
                    <a:pt x="106" y="105"/>
                    <a:pt x="122" y="105"/>
                  </a:cubicBezTo>
                  <a:cubicBezTo>
                    <a:pt x="136" y="105"/>
                    <a:pt x="148" y="103"/>
                    <a:pt x="160" y="103"/>
                  </a:cubicBezTo>
                  <a:cubicBezTo>
                    <a:pt x="179" y="103"/>
                    <a:pt x="197" y="107"/>
                    <a:pt x="222" y="127"/>
                  </a:cubicBezTo>
                  <a:cubicBezTo>
                    <a:pt x="270" y="156"/>
                    <a:pt x="281" y="216"/>
                    <a:pt x="259" y="216"/>
                  </a:cubicBezTo>
                  <a:cubicBezTo>
                    <a:pt x="253" y="216"/>
                    <a:pt x="245" y="211"/>
                    <a:pt x="234" y="201"/>
                  </a:cubicBezTo>
                  <a:cubicBezTo>
                    <a:pt x="196" y="163"/>
                    <a:pt x="173" y="111"/>
                    <a:pt x="164" y="111"/>
                  </a:cubicBezTo>
                  <a:cubicBezTo>
                    <a:pt x="162" y="111"/>
                    <a:pt x="160" y="115"/>
                    <a:pt x="160" y="127"/>
                  </a:cubicBezTo>
                  <a:cubicBezTo>
                    <a:pt x="160" y="176"/>
                    <a:pt x="123" y="250"/>
                    <a:pt x="210" y="287"/>
                  </a:cubicBezTo>
                  <a:cubicBezTo>
                    <a:pt x="296" y="312"/>
                    <a:pt x="333" y="299"/>
                    <a:pt x="394" y="349"/>
                  </a:cubicBezTo>
                  <a:cubicBezTo>
                    <a:pt x="444" y="410"/>
                    <a:pt x="468" y="459"/>
                    <a:pt x="518" y="459"/>
                  </a:cubicBezTo>
                  <a:cubicBezTo>
                    <a:pt x="528" y="456"/>
                    <a:pt x="536" y="455"/>
                    <a:pt x="542" y="455"/>
                  </a:cubicBezTo>
                  <a:cubicBezTo>
                    <a:pt x="559" y="455"/>
                    <a:pt x="560" y="466"/>
                    <a:pt x="542" y="484"/>
                  </a:cubicBezTo>
                  <a:cubicBezTo>
                    <a:pt x="530" y="509"/>
                    <a:pt x="419" y="521"/>
                    <a:pt x="542" y="546"/>
                  </a:cubicBezTo>
                  <a:cubicBezTo>
                    <a:pt x="678" y="558"/>
                    <a:pt x="702" y="558"/>
                    <a:pt x="702" y="607"/>
                  </a:cubicBezTo>
                  <a:cubicBezTo>
                    <a:pt x="702" y="644"/>
                    <a:pt x="629" y="681"/>
                    <a:pt x="715" y="681"/>
                  </a:cubicBezTo>
                  <a:cubicBezTo>
                    <a:pt x="764" y="681"/>
                    <a:pt x="826" y="669"/>
                    <a:pt x="875" y="657"/>
                  </a:cubicBezTo>
                  <a:lnTo>
                    <a:pt x="875" y="657"/>
                  </a:lnTo>
                  <a:cubicBezTo>
                    <a:pt x="863" y="669"/>
                    <a:pt x="863" y="681"/>
                    <a:pt x="863" y="706"/>
                  </a:cubicBezTo>
                  <a:cubicBezTo>
                    <a:pt x="863" y="755"/>
                    <a:pt x="974" y="829"/>
                    <a:pt x="1060" y="866"/>
                  </a:cubicBezTo>
                  <a:cubicBezTo>
                    <a:pt x="1110" y="895"/>
                    <a:pt x="1195" y="928"/>
                    <a:pt x="1241" y="928"/>
                  </a:cubicBezTo>
                  <a:cubicBezTo>
                    <a:pt x="1274" y="928"/>
                    <a:pt x="1287" y="912"/>
                    <a:pt x="1257" y="866"/>
                  </a:cubicBezTo>
                  <a:cubicBezTo>
                    <a:pt x="1195" y="792"/>
                    <a:pt x="1183" y="731"/>
                    <a:pt x="1121" y="632"/>
                  </a:cubicBezTo>
                  <a:cubicBezTo>
                    <a:pt x="1047" y="533"/>
                    <a:pt x="924" y="558"/>
                    <a:pt x="887" y="496"/>
                  </a:cubicBezTo>
                  <a:cubicBezTo>
                    <a:pt x="838" y="423"/>
                    <a:pt x="801" y="275"/>
                    <a:pt x="752" y="238"/>
                  </a:cubicBezTo>
                  <a:cubicBezTo>
                    <a:pt x="727" y="188"/>
                    <a:pt x="678" y="164"/>
                    <a:pt x="629" y="151"/>
                  </a:cubicBezTo>
                  <a:cubicBezTo>
                    <a:pt x="518" y="127"/>
                    <a:pt x="419" y="102"/>
                    <a:pt x="321" y="65"/>
                  </a:cubicBezTo>
                  <a:cubicBezTo>
                    <a:pt x="218" y="24"/>
                    <a:pt x="142" y="0"/>
                    <a:pt x="9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0" name="Google Shape;8096;p67">
              <a:extLst>
                <a:ext uri="{FF2B5EF4-FFF2-40B4-BE49-F238E27FC236}">
                  <a16:creationId xmlns:a16="http://schemas.microsoft.com/office/drawing/2014/main" id="{5C748A7A-0D73-EF4D-F813-8898489CB85F}"/>
                </a:ext>
              </a:extLst>
            </p:cNvPr>
            <p:cNvSpPr/>
            <p:nvPr/>
          </p:nvSpPr>
          <p:spPr>
            <a:xfrm>
              <a:off x="2723575" y="4613150"/>
              <a:ext cx="13600" cy="18925"/>
            </a:xfrm>
            <a:custGeom>
              <a:avLst/>
              <a:gdLst/>
              <a:ahLst/>
              <a:cxnLst/>
              <a:rect l="l" t="t" r="r" b="b"/>
              <a:pathLst>
                <a:path w="544" h="757" extrusionOk="0">
                  <a:moveTo>
                    <a:pt x="39" y="0"/>
                  </a:moveTo>
                  <a:cubicBezTo>
                    <a:pt x="15" y="0"/>
                    <a:pt x="1" y="9"/>
                    <a:pt x="5" y="37"/>
                  </a:cubicBezTo>
                  <a:cubicBezTo>
                    <a:pt x="18" y="148"/>
                    <a:pt x="67" y="259"/>
                    <a:pt x="128" y="345"/>
                  </a:cubicBezTo>
                  <a:cubicBezTo>
                    <a:pt x="215" y="443"/>
                    <a:pt x="338" y="702"/>
                    <a:pt x="473" y="751"/>
                  </a:cubicBezTo>
                  <a:cubicBezTo>
                    <a:pt x="484" y="755"/>
                    <a:pt x="491" y="757"/>
                    <a:pt x="496" y="757"/>
                  </a:cubicBezTo>
                  <a:cubicBezTo>
                    <a:pt x="544" y="757"/>
                    <a:pt x="360" y="610"/>
                    <a:pt x="338" y="554"/>
                  </a:cubicBezTo>
                  <a:cubicBezTo>
                    <a:pt x="313" y="505"/>
                    <a:pt x="289" y="480"/>
                    <a:pt x="301" y="456"/>
                  </a:cubicBezTo>
                  <a:cubicBezTo>
                    <a:pt x="301" y="431"/>
                    <a:pt x="350" y="443"/>
                    <a:pt x="301" y="382"/>
                  </a:cubicBezTo>
                  <a:cubicBezTo>
                    <a:pt x="252" y="320"/>
                    <a:pt x="227" y="357"/>
                    <a:pt x="239" y="283"/>
                  </a:cubicBezTo>
                  <a:cubicBezTo>
                    <a:pt x="252" y="222"/>
                    <a:pt x="190" y="209"/>
                    <a:pt x="252" y="172"/>
                  </a:cubicBezTo>
                  <a:cubicBezTo>
                    <a:pt x="317" y="129"/>
                    <a:pt x="324" y="57"/>
                    <a:pt x="292" y="57"/>
                  </a:cubicBezTo>
                  <a:cubicBezTo>
                    <a:pt x="287" y="57"/>
                    <a:pt x="282" y="58"/>
                    <a:pt x="276" y="61"/>
                  </a:cubicBezTo>
                  <a:cubicBezTo>
                    <a:pt x="227" y="74"/>
                    <a:pt x="227" y="135"/>
                    <a:pt x="202" y="160"/>
                  </a:cubicBezTo>
                  <a:cubicBezTo>
                    <a:pt x="180" y="175"/>
                    <a:pt x="148" y="199"/>
                    <a:pt x="135" y="199"/>
                  </a:cubicBezTo>
                  <a:cubicBezTo>
                    <a:pt x="127" y="199"/>
                    <a:pt x="126" y="189"/>
                    <a:pt x="141" y="160"/>
                  </a:cubicBezTo>
                  <a:cubicBezTo>
                    <a:pt x="190" y="86"/>
                    <a:pt x="276" y="24"/>
                    <a:pt x="202" y="24"/>
                  </a:cubicBezTo>
                  <a:cubicBezTo>
                    <a:pt x="148" y="24"/>
                    <a:pt x="80" y="0"/>
                    <a:pt x="3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1" name="Google Shape;8097;p67">
              <a:extLst>
                <a:ext uri="{FF2B5EF4-FFF2-40B4-BE49-F238E27FC236}">
                  <a16:creationId xmlns:a16="http://schemas.microsoft.com/office/drawing/2014/main" id="{4B9C653E-E0AF-C380-A702-07B229556FDE}"/>
                </a:ext>
              </a:extLst>
            </p:cNvPr>
            <p:cNvSpPr/>
            <p:nvPr/>
          </p:nvSpPr>
          <p:spPr>
            <a:xfrm>
              <a:off x="2718275" y="4593500"/>
              <a:ext cx="11075" cy="14650"/>
            </a:xfrm>
            <a:custGeom>
              <a:avLst/>
              <a:gdLst/>
              <a:ahLst/>
              <a:cxnLst/>
              <a:rect l="l" t="t" r="r" b="b"/>
              <a:pathLst>
                <a:path w="443" h="586" extrusionOk="0">
                  <a:moveTo>
                    <a:pt x="160" y="0"/>
                  </a:moveTo>
                  <a:cubicBezTo>
                    <a:pt x="149" y="0"/>
                    <a:pt x="143" y="7"/>
                    <a:pt x="143" y="22"/>
                  </a:cubicBezTo>
                  <a:cubicBezTo>
                    <a:pt x="131" y="47"/>
                    <a:pt x="143" y="71"/>
                    <a:pt x="94" y="71"/>
                  </a:cubicBezTo>
                  <a:cubicBezTo>
                    <a:pt x="85" y="68"/>
                    <a:pt x="74" y="67"/>
                    <a:pt x="64" y="67"/>
                  </a:cubicBezTo>
                  <a:cubicBezTo>
                    <a:pt x="30" y="67"/>
                    <a:pt x="1" y="83"/>
                    <a:pt x="57" y="120"/>
                  </a:cubicBezTo>
                  <a:cubicBezTo>
                    <a:pt x="131" y="157"/>
                    <a:pt x="193" y="133"/>
                    <a:pt x="193" y="207"/>
                  </a:cubicBezTo>
                  <a:cubicBezTo>
                    <a:pt x="193" y="276"/>
                    <a:pt x="160" y="356"/>
                    <a:pt x="186" y="356"/>
                  </a:cubicBezTo>
                  <a:cubicBezTo>
                    <a:pt x="188" y="356"/>
                    <a:pt x="190" y="355"/>
                    <a:pt x="193" y="355"/>
                  </a:cubicBezTo>
                  <a:cubicBezTo>
                    <a:pt x="200" y="347"/>
                    <a:pt x="208" y="344"/>
                    <a:pt x="216" y="344"/>
                  </a:cubicBezTo>
                  <a:cubicBezTo>
                    <a:pt x="234" y="344"/>
                    <a:pt x="247" y="362"/>
                    <a:pt x="230" y="379"/>
                  </a:cubicBezTo>
                  <a:cubicBezTo>
                    <a:pt x="193" y="404"/>
                    <a:pt x="156" y="379"/>
                    <a:pt x="193" y="453"/>
                  </a:cubicBezTo>
                  <a:cubicBezTo>
                    <a:pt x="229" y="517"/>
                    <a:pt x="279" y="574"/>
                    <a:pt x="293" y="574"/>
                  </a:cubicBezTo>
                  <a:cubicBezTo>
                    <a:pt x="297" y="574"/>
                    <a:pt x="297" y="568"/>
                    <a:pt x="291" y="552"/>
                  </a:cubicBezTo>
                  <a:cubicBezTo>
                    <a:pt x="266" y="478"/>
                    <a:pt x="193" y="428"/>
                    <a:pt x="266" y="428"/>
                  </a:cubicBezTo>
                  <a:cubicBezTo>
                    <a:pt x="273" y="427"/>
                    <a:pt x="279" y="426"/>
                    <a:pt x="286" y="426"/>
                  </a:cubicBezTo>
                  <a:cubicBezTo>
                    <a:pt x="328" y="426"/>
                    <a:pt x="367" y="460"/>
                    <a:pt x="377" y="502"/>
                  </a:cubicBezTo>
                  <a:cubicBezTo>
                    <a:pt x="396" y="530"/>
                    <a:pt x="428" y="586"/>
                    <a:pt x="438" y="586"/>
                  </a:cubicBezTo>
                  <a:cubicBezTo>
                    <a:pt x="441" y="586"/>
                    <a:pt x="442" y="579"/>
                    <a:pt x="439" y="564"/>
                  </a:cubicBezTo>
                  <a:cubicBezTo>
                    <a:pt x="427" y="490"/>
                    <a:pt x="414" y="404"/>
                    <a:pt x="390" y="330"/>
                  </a:cubicBezTo>
                  <a:cubicBezTo>
                    <a:pt x="365" y="219"/>
                    <a:pt x="316" y="120"/>
                    <a:pt x="242" y="47"/>
                  </a:cubicBezTo>
                  <a:cubicBezTo>
                    <a:pt x="205" y="17"/>
                    <a:pt x="176" y="0"/>
                    <a:pt x="16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2" name="Google Shape;8098;p67">
              <a:extLst>
                <a:ext uri="{FF2B5EF4-FFF2-40B4-BE49-F238E27FC236}">
                  <a16:creationId xmlns:a16="http://schemas.microsoft.com/office/drawing/2014/main" id="{8601028D-D1B8-CFE7-51F1-18FDC3FE23C4}"/>
                </a:ext>
              </a:extLst>
            </p:cNvPr>
            <p:cNvSpPr/>
            <p:nvPr/>
          </p:nvSpPr>
          <p:spPr>
            <a:xfrm>
              <a:off x="2724000" y="4591650"/>
              <a:ext cx="4350" cy="3650"/>
            </a:xfrm>
            <a:custGeom>
              <a:avLst/>
              <a:gdLst/>
              <a:ahLst/>
              <a:cxnLst/>
              <a:rect l="l" t="t" r="r" b="b"/>
              <a:pathLst>
                <a:path w="174" h="146" extrusionOk="0">
                  <a:moveTo>
                    <a:pt x="115" y="0"/>
                  </a:moveTo>
                  <a:cubicBezTo>
                    <a:pt x="100" y="0"/>
                    <a:pt x="80" y="17"/>
                    <a:pt x="50" y="47"/>
                  </a:cubicBezTo>
                  <a:cubicBezTo>
                    <a:pt x="1" y="84"/>
                    <a:pt x="87" y="96"/>
                    <a:pt x="136" y="133"/>
                  </a:cubicBezTo>
                  <a:cubicBezTo>
                    <a:pt x="145" y="141"/>
                    <a:pt x="151" y="145"/>
                    <a:pt x="155" y="145"/>
                  </a:cubicBezTo>
                  <a:cubicBezTo>
                    <a:pt x="173" y="145"/>
                    <a:pt x="146" y="63"/>
                    <a:pt x="136" y="22"/>
                  </a:cubicBezTo>
                  <a:cubicBezTo>
                    <a:pt x="131" y="7"/>
                    <a:pt x="124" y="0"/>
                    <a:pt x="11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3" name="Google Shape;8099;p67">
              <a:extLst>
                <a:ext uri="{FF2B5EF4-FFF2-40B4-BE49-F238E27FC236}">
                  <a16:creationId xmlns:a16="http://schemas.microsoft.com/office/drawing/2014/main" id="{D31706C0-72F9-9E21-C914-BD3F1A2A7095}"/>
                </a:ext>
              </a:extLst>
            </p:cNvPr>
            <p:cNvSpPr/>
            <p:nvPr/>
          </p:nvSpPr>
          <p:spPr>
            <a:xfrm>
              <a:off x="2717850" y="4584975"/>
              <a:ext cx="7100" cy="6525"/>
            </a:xfrm>
            <a:custGeom>
              <a:avLst/>
              <a:gdLst/>
              <a:ahLst/>
              <a:cxnLst/>
              <a:rect l="l" t="t" r="r" b="b"/>
              <a:pathLst>
                <a:path w="284" h="261" extrusionOk="0">
                  <a:moveTo>
                    <a:pt x="26" y="1"/>
                  </a:moveTo>
                  <a:cubicBezTo>
                    <a:pt x="20" y="1"/>
                    <a:pt x="15" y="2"/>
                    <a:pt x="12" y="6"/>
                  </a:cubicBezTo>
                  <a:cubicBezTo>
                    <a:pt x="0" y="30"/>
                    <a:pt x="49" y="43"/>
                    <a:pt x="62" y="67"/>
                  </a:cubicBezTo>
                  <a:cubicBezTo>
                    <a:pt x="74" y="92"/>
                    <a:pt x="62" y="79"/>
                    <a:pt x="25" y="92"/>
                  </a:cubicBezTo>
                  <a:cubicBezTo>
                    <a:pt x="0" y="116"/>
                    <a:pt x="62" y="116"/>
                    <a:pt x="62" y="153"/>
                  </a:cubicBezTo>
                  <a:cubicBezTo>
                    <a:pt x="62" y="194"/>
                    <a:pt x="53" y="261"/>
                    <a:pt x="64" y="261"/>
                  </a:cubicBezTo>
                  <a:cubicBezTo>
                    <a:pt x="67" y="261"/>
                    <a:pt x="70" y="258"/>
                    <a:pt x="74" y="252"/>
                  </a:cubicBezTo>
                  <a:cubicBezTo>
                    <a:pt x="96" y="230"/>
                    <a:pt x="118" y="188"/>
                    <a:pt x="149" y="188"/>
                  </a:cubicBezTo>
                  <a:cubicBezTo>
                    <a:pt x="152" y="188"/>
                    <a:pt x="156" y="189"/>
                    <a:pt x="160" y="190"/>
                  </a:cubicBezTo>
                  <a:cubicBezTo>
                    <a:pt x="181" y="197"/>
                    <a:pt x="215" y="213"/>
                    <a:pt x="230" y="213"/>
                  </a:cubicBezTo>
                  <a:cubicBezTo>
                    <a:pt x="242" y="213"/>
                    <a:pt x="243" y="204"/>
                    <a:pt x="222" y="178"/>
                  </a:cubicBezTo>
                  <a:cubicBezTo>
                    <a:pt x="173" y="129"/>
                    <a:pt x="136" y="129"/>
                    <a:pt x="185" y="129"/>
                  </a:cubicBezTo>
                  <a:cubicBezTo>
                    <a:pt x="222" y="129"/>
                    <a:pt x="283" y="79"/>
                    <a:pt x="234" y="79"/>
                  </a:cubicBezTo>
                  <a:cubicBezTo>
                    <a:pt x="185" y="67"/>
                    <a:pt x="210" y="79"/>
                    <a:pt x="136" y="43"/>
                  </a:cubicBezTo>
                  <a:cubicBezTo>
                    <a:pt x="80" y="15"/>
                    <a:pt x="46" y="1"/>
                    <a:pt x="2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4" name="Google Shape;8100;p67">
              <a:extLst>
                <a:ext uri="{FF2B5EF4-FFF2-40B4-BE49-F238E27FC236}">
                  <a16:creationId xmlns:a16="http://schemas.microsoft.com/office/drawing/2014/main" id="{F84DD8A5-EE55-84B2-4A8E-CBA174289FB6}"/>
                </a:ext>
              </a:extLst>
            </p:cNvPr>
            <p:cNvSpPr/>
            <p:nvPr/>
          </p:nvSpPr>
          <p:spPr>
            <a:xfrm>
              <a:off x="2714750" y="4586650"/>
              <a:ext cx="3725" cy="7550"/>
            </a:xfrm>
            <a:custGeom>
              <a:avLst/>
              <a:gdLst/>
              <a:ahLst/>
              <a:cxnLst/>
              <a:rect l="l" t="t" r="r" b="b"/>
              <a:pathLst>
                <a:path w="149" h="302" extrusionOk="0">
                  <a:moveTo>
                    <a:pt x="62" y="0"/>
                  </a:moveTo>
                  <a:cubicBezTo>
                    <a:pt x="13" y="0"/>
                    <a:pt x="1" y="25"/>
                    <a:pt x="26" y="49"/>
                  </a:cubicBezTo>
                  <a:cubicBezTo>
                    <a:pt x="50" y="74"/>
                    <a:pt x="99" y="99"/>
                    <a:pt x="62" y="136"/>
                  </a:cubicBezTo>
                  <a:cubicBezTo>
                    <a:pt x="41" y="180"/>
                    <a:pt x="38" y="302"/>
                    <a:pt x="55" y="302"/>
                  </a:cubicBezTo>
                  <a:cubicBezTo>
                    <a:pt x="57" y="302"/>
                    <a:pt x="60" y="300"/>
                    <a:pt x="62" y="296"/>
                  </a:cubicBezTo>
                  <a:cubicBezTo>
                    <a:pt x="87" y="259"/>
                    <a:pt x="149" y="259"/>
                    <a:pt x="124" y="197"/>
                  </a:cubicBezTo>
                  <a:cubicBezTo>
                    <a:pt x="99" y="136"/>
                    <a:pt x="124" y="111"/>
                    <a:pt x="136" y="86"/>
                  </a:cubicBezTo>
                  <a:cubicBezTo>
                    <a:pt x="149" y="37"/>
                    <a:pt x="99" y="0"/>
                    <a:pt x="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5" name="Google Shape;8101;p67">
              <a:extLst>
                <a:ext uri="{FF2B5EF4-FFF2-40B4-BE49-F238E27FC236}">
                  <a16:creationId xmlns:a16="http://schemas.microsoft.com/office/drawing/2014/main" id="{4261B7B6-BDE6-62D8-31B9-B17E26442500}"/>
                </a:ext>
              </a:extLst>
            </p:cNvPr>
            <p:cNvSpPr/>
            <p:nvPr/>
          </p:nvSpPr>
          <p:spPr>
            <a:xfrm>
              <a:off x="2707375" y="4581400"/>
              <a:ext cx="6175" cy="10575"/>
            </a:xfrm>
            <a:custGeom>
              <a:avLst/>
              <a:gdLst/>
              <a:ahLst/>
              <a:cxnLst/>
              <a:rect l="l" t="t" r="r" b="b"/>
              <a:pathLst>
                <a:path w="247" h="423" extrusionOk="0">
                  <a:moveTo>
                    <a:pt x="99" y="1"/>
                  </a:moveTo>
                  <a:cubicBezTo>
                    <a:pt x="25" y="1"/>
                    <a:pt x="0" y="25"/>
                    <a:pt x="25" y="50"/>
                  </a:cubicBezTo>
                  <a:cubicBezTo>
                    <a:pt x="62" y="62"/>
                    <a:pt x="86" y="87"/>
                    <a:pt x="111" y="112"/>
                  </a:cubicBezTo>
                  <a:cubicBezTo>
                    <a:pt x="148" y="149"/>
                    <a:pt x="111" y="149"/>
                    <a:pt x="99" y="186"/>
                  </a:cubicBezTo>
                  <a:cubicBezTo>
                    <a:pt x="86" y="235"/>
                    <a:pt x="99" y="247"/>
                    <a:pt x="136" y="284"/>
                  </a:cubicBezTo>
                  <a:cubicBezTo>
                    <a:pt x="173" y="321"/>
                    <a:pt x="160" y="383"/>
                    <a:pt x="197" y="420"/>
                  </a:cubicBezTo>
                  <a:cubicBezTo>
                    <a:pt x="199" y="422"/>
                    <a:pt x="201" y="423"/>
                    <a:pt x="203" y="423"/>
                  </a:cubicBezTo>
                  <a:cubicBezTo>
                    <a:pt x="224" y="423"/>
                    <a:pt x="234" y="305"/>
                    <a:pt x="234" y="259"/>
                  </a:cubicBezTo>
                  <a:cubicBezTo>
                    <a:pt x="247" y="210"/>
                    <a:pt x="210" y="186"/>
                    <a:pt x="197" y="112"/>
                  </a:cubicBezTo>
                  <a:cubicBezTo>
                    <a:pt x="185" y="25"/>
                    <a:pt x="160" y="1"/>
                    <a:pt x="9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6" name="Google Shape;8102;p67">
              <a:extLst>
                <a:ext uri="{FF2B5EF4-FFF2-40B4-BE49-F238E27FC236}">
                  <a16:creationId xmlns:a16="http://schemas.microsoft.com/office/drawing/2014/main" id="{E3750831-4848-0C4B-378B-46E7BACFA0B1}"/>
                </a:ext>
              </a:extLst>
            </p:cNvPr>
            <p:cNvSpPr/>
            <p:nvPr/>
          </p:nvSpPr>
          <p:spPr>
            <a:xfrm>
              <a:off x="2701825" y="4573400"/>
              <a:ext cx="10500" cy="7575"/>
            </a:xfrm>
            <a:custGeom>
              <a:avLst/>
              <a:gdLst/>
              <a:ahLst/>
              <a:cxnLst/>
              <a:rect l="l" t="t" r="r" b="b"/>
              <a:pathLst>
                <a:path w="420" h="303" extrusionOk="0">
                  <a:moveTo>
                    <a:pt x="185" y="0"/>
                  </a:moveTo>
                  <a:cubicBezTo>
                    <a:pt x="148" y="0"/>
                    <a:pt x="87" y="37"/>
                    <a:pt x="50" y="62"/>
                  </a:cubicBezTo>
                  <a:cubicBezTo>
                    <a:pt x="0" y="87"/>
                    <a:pt x="74" y="74"/>
                    <a:pt x="99" y="99"/>
                  </a:cubicBezTo>
                  <a:cubicBezTo>
                    <a:pt x="124" y="111"/>
                    <a:pt x="99" y="99"/>
                    <a:pt x="74" y="136"/>
                  </a:cubicBezTo>
                  <a:cubicBezTo>
                    <a:pt x="50" y="173"/>
                    <a:pt x="136" y="222"/>
                    <a:pt x="185" y="284"/>
                  </a:cubicBezTo>
                  <a:cubicBezTo>
                    <a:pt x="198" y="297"/>
                    <a:pt x="208" y="302"/>
                    <a:pt x="215" y="302"/>
                  </a:cubicBezTo>
                  <a:cubicBezTo>
                    <a:pt x="229" y="302"/>
                    <a:pt x="234" y="283"/>
                    <a:pt x="234" y="259"/>
                  </a:cubicBezTo>
                  <a:cubicBezTo>
                    <a:pt x="225" y="231"/>
                    <a:pt x="230" y="218"/>
                    <a:pt x="248" y="218"/>
                  </a:cubicBezTo>
                  <a:cubicBezTo>
                    <a:pt x="255" y="218"/>
                    <a:pt x="262" y="219"/>
                    <a:pt x="271" y="222"/>
                  </a:cubicBezTo>
                  <a:cubicBezTo>
                    <a:pt x="283" y="230"/>
                    <a:pt x="291" y="233"/>
                    <a:pt x="298" y="233"/>
                  </a:cubicBezTo>
                  <a:cubicBezTo>
                    <a:pt x="313" y="233"/>
                    <a:pt x="324" y="218"/>
                    <a:pt x="358" y="210"/>
                  </a:cubicBezTo>
                  <a:cubicBezTo>
                    <a:pt x="419" y="197"/>
                    <a:pt x="271" y="148"/>
                    <a:pt x="222" y="111"/>
                  </a:cubicBezTo>
                  <a:cubicBezTo>
                    <a:pt x="173" y="62"/>
                    <a:pt x="198" y="50"/>
                    <a:pt x="234" y="37"/>
                  </a:cubicBezTo>
                  <a:cubicBezTo>
                    <a:pt x="259" y="25"/>
                    <a:pt x="234" y="13"/>
                    <a:pt x="18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7" name="Google Shape;8103;p67">
              <a:extLst>
                <a:ext uri="{FF2B5EF4-FFF2-40B4-BE49-F238E27FC236}">
                  <a16:creationId xmlns:a16="http://schemas.microsoft.com/office/drawing/2014/main" id="{D5C3A0A9-AE5D-1043-73E0-967DE83C61B2}"/>
                </a:ext>
              </a:extLst>
            </p:cNvPr>
            <p:cNvSpPr/>
            <p:nvPr/>
          </p:nvSpPr>
          <p:spPr>
            <a:xfrm>
              <a:off x="2711375" y="4574050"/>
              <a:ext cx="7100" cy="9975"/>
            </a:xfrm>
            <a:custGeom>
              <a:avLst/>
              <a:gdLst/>
              <a:ahLst/>
              <a:cxnLst/>
              <a:rect l="l" t="t" r="r" b="b"/>
              <a:pathLst>
                <a:path w="284" h="399" extrusionOk="0">
                  <a:moveTo>
                    <a:pt x="100" y="1"/>
                  </a:moveTo>
                  <a:cubicBezTo>
                    <a:pt x="92" y="1"/>
                    <a:pt x="81" y="4"/>
                    <a:pt x="62" y="11"/>
                  </a:cubicBezTo>
                  <a:cubicBezTo>
                    <a:pt x="0" y="36"/>
                    <a:pt x="62" y="61"/>
                    <a:pt x="87" y="110"/>
                  </a:cubicBezTo>
                  <a:cubicBezTo>
                    <a:pt x="111" y="159"/>
                    <a:pt x="62" y="159"/>
                    <a:pt x="87" y="196"/>
                  </a:cubicBezTo>
                  <a:cubicBezTo>
                    <a:pt x="111" y="245"/>
                    <a:pt x="124" y="196"/>
                    <a:pt x="161" y="270"/>
                  </a:cubicBezTo>
                  <a:cubicBezTo>
                    <a:pt x="197" y="344"/>
                    <a:pt x="148" y="319"/>
                    <a:pt x="124" y="369"/>
                  </a:cubicBezTo>
                  <a:cubicBezTo>
                    <a:pt x="114" y="390"/>
                    <a:pt x="115" y="399"/>
                    <a:pt x="122" y="399"/>
                  </a:cubicBezTo>
                  <a:cubicBezTo>
                    <a:pt x="143" y="399"/>
                    <a:pt x="219" y="325"/>
                    <a:pt x="247" y="307"/>
                  </a:cubicBezTo>
                  <a:cubicBezTo>
                    <a:pt x="284" y="282"/>
                    <a:pt x="271" y="233"/>
                    <a:pt x="259" y="196"/>
                  </a:cubicBezTo>
                  <a:cubicBezTo>
                    <a:pt x="234" y="147"/>
                    <a:pt x="197" y="135"/>
                    <a:pt x="234" y="110"/>
                  </a:cubicBezTo>
                  <a:cubicBezTo>
                    <a:pt x="271" y="85"/>
                    <a:pt x="222" y="36"/>
                    <a:pt x="161" y="24"/>
                  </a:cubicBezTo>
                  <a:cubicBezTo>
                    <a:pt x="118" y="15"/>
                    <a:pt x="117" y="1"/>
                    <a:pt x="10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8" name="Google Shape;8104;p67">
              <a:extLst>
                <a:ext uri="{FF2B5EF4-FFF2-40B4-BE49-F238E27FC236}">
                  <a16:creationId xmlns:a16="http://schemas.microsoft.com/office/drawing/2014/main" id="{2A963609-0EF7-C773-8BCB-FA22B7C679F5}"/>
                </a:ext>
              </a:extLst>
            </p:cNvPr>
            <p:cNvSpPr/>
            <p:nvPr/>
          </p:nvSpPr>
          <p:spPr>
            <a:xfrm>
              <a:off x="2707050" y="4574975"/>
              <a:ext cx="4525" cy="1525"/>
            </a:xfrm>
            <a:custGeom>
              <a:avLst/>
              <a:gdLst/>
              <a:ahLst/>
              <a:cxnLst/>
              <a:rect l="l" t="t" r="r" b="b"/>
              <a:pathLst>
                <a:path w="181" h="61" extrusionOk="0">
                  <a:moveTo>
                    <a:pt x="169" y="1"/>
                  </a:moveTo>
                  <a:cubicBezTo>
                    <a:pt x="148" y="1"/>
                    <a:pt x="96" y="15"/>
                    <a:pt x="62" y="24"/>
                  </a:cubicBezTo>
                  <a:cubicBezTo>
                    <a:pt x="1" y="36"/>
                    <a:pt x="62" y="61"/>
                    <a:pt x="124" y="61"/>
                  </a:cubicBezTo>
                  <a:cubicBezTo>
                    <a:pt x="161" y="61"/>
                    <a:pt x="149" y="36"/>
                    <a:pt x="173" y="11"/>
                  </a:cubicBezTo>
                  <a:cubicBezTo>
                    <a:pt x="181" y="4"/>
                    <a:pt x="178" y="1"/>
                    <a:pt x="16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9" name="Google Shape;8105;p67">
              <a:extLst>
                <a:ext uri="{FF2B5EF4-FFF2-40B4-BE49-F238E27FC236}">
                  <a16:creationId xmlns:a16="http://schemas.microsoft.com/office/drawing/2014/main" id="{9D400EE8-2FA4-58CA-C220-16CDB9CF4980}"/>
                </a:ext>
              </a:extLst>
            </p:cNvPr>
            <p:cNvSpPr/>
            <p:nvPr/>
          </p:nvSpPr>
          <p:spPr>
            <a:xfrm>
              <a:off x="2593700" y="4577575"/>
              <a:ext cx="15125" cy="8775"/>
            </a:xfrm>
            <a:custGeom>
              <a:avLst/>
              <a:gdLst/>
              <a:ahLst/>
              <a:cxnLst/>
              <a:rect l="l" t="t" r="r" b="b"/>
              <a:pathLst>
                <a:path w="605" h="351" extrusionOk="0">
                  <a:moveTo>
                    <a:pt x="491" y="1"/>
                  </a:moveTo>
                  <a:cubicBezTo>
                    <a:pt x="485" y="1"/>
                    <a:pt x="477" y="2"/>
                    <a:pt x="469" y="6"/>
                  </a:cubicBezTo>
                  <a:cubicBezTo>
                    <a:pt x="432" y="18"/>
                    <a:pt x="383" y="30"/>
                    <a:pt x="333" y="30"/>
                  </a:cubicBezTo>
                  <a:cubicBezTo>
                    <a:pt x="294" y="30"/>
                    <a:pt x="270" y="15"/>
                    <a:pt x="243" y="15"/>
                  </a:cubicBezTo>
                  <a:cubicBezTo>
                    <a:pt x="237" y="15"/>
                    <a:pt x="230" y="16"/>
                    <a:pt x="222" y="18"/>
                  </a:cubicBezTo>
                  <a:cubicBezTo>
                    <a:pt x="185" y="43"/>
                    <a:pt x="148" y="92"/>
                    <a:pt x="198" y="117"/>
                  </a:cubicBezTo>
                  <a:cubicBezTo>
                    <a:pt x="226" y="145"/>
                    <a:pt x="255" y="210"/>
                    <a:pt x="244" y="210"/>
                  </a:cubicBezTo>
                  <a:cubicBezTo>
                    <a:pt x="240" y="210"/>
                    <a:pt x="234" y="205"/>
                    <a:pt x="222" y="191"/>
                  </a:cubicBezTo>
                  <a:cubicBezTo>
                    <a:pt x="185" y="135"/>
                    <a:pt x="121" y="108"/>
                    <a:pt x="85" y="108"/>
                  </a:cubicBezTo>
                  <a:cubicBezTo>
                    <a:pt x="74" y="108"/>
                    <a:pt x="65" y="111"/>
                    <a:pt x="62" y="117"/>
                  </a:cubicBezTo>
                  <a:cubicBezTo>
                    <a:pt x="50" y="129"/>
                    <a:pt x="1" y="129"/>
                    <a:pt x="13" y="178"/>
                  </a:cubicBezTo>
                  <a:cubicBezTo>
                    <a:pt x="13" y="240"/>
                    <a:pt x="38" y="339"/>
                    <a:pt x="99" y="351"/>
                  </a:cubicBezTo>
                  <a:cubicBezTo>
                    <a:pt x="143" y="351"/>
                    <a:pt x="138" y="312"/>
                    <a:pt x="180" y="312"/>
                  </a:cubicBezTo>
                  <a:cubicBezTo>
                    <a:pt x="185" y="312"/>
                    <a:pt x="191" y="313"/>
                    <a:pt x="198" y="314"/>
                  </a:cubicBezTo>
                  <a:cubicBezTo>
                    <a:pt x="206" y="316"/>
                    <a:pt x="215" y="317"/>
                    <a:pt x="224" y="317"/>
                  </a:cubicBezTo>
                  <a:cubicBezTo>
                    <a:pt x="264" y="317"/>
                    <a:pt x="303" y="295"/>
                    <a:pt x="333" y="265"/>
                  </a:cubicBezTo>
                  <a:cubicBezTo>
                    <a:pt x="339" y="259"/>
                    <a:pt x="345" y="257"/>
                    <a:pt x="351" y="257"/>
                  </a:cubicBezTo>
                  <a:cubicBezTo>
                    <a:pt x="360" y="257"/>
                    <a:pt x="371" y="260"/>
                    <a:pt x="384" y="260"/>
                  </a:cubicBezTo>
                  <a:cubicBezTo>
                    <a:pt x="401" y="260"/>
                    <a:pt x="424" y="255"/>
                    <a:pt x="456" y="228"/>
                  </a:cubicBezTo>
                  <a:cubicBezTo>
                    <a:pt x="518" y="178"/>
                    <a:pt x="518" y="166"/>
                    <a:pt x="469" y="154"/>
                  </a:cubicBezTo>
                  <a:cubicBezTo>
                    <a:pt x="420" y="141"/>
                    <a:pt x="481" y="141"/>
                    <a:pt x="530" y="141"/>
                  </a:cubicBezTo>
                  <a:cubicBezTo>
                    <a:pt x="547" y="141"/>
                    <a:pt x="562" y="143"/>
                    <a:pt x="573" y="143"/>
                  </a:cubicBezTo>
                  <a:cubicBezTo>
                    <a:pt x="596" y="143"/>
                    <a:pt x="604" y="137"/>
                    <a:pt x="580" y="104"/>
                  </a:cubicBezTo>
                  <a:cubicBezTo>
                    <a:pt x="548" y="62"/>
                    <a:pt x="534" y="1"/>
                    <a:pt x="49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0" name="Google Shape;8106;p67">
              <a:extLst>
                <a:ext uri="{FF2B5EF4-FFF2-40B4-BE49-F238E27FC236}">
                  <a16:creationId xmlns:a16="http://schemas.microsoft.com/office/drawing/2014/main" id="{042266DA-CC5D-EA12-D990-E99927047796}"/>
                </a:ext>
              </a:extLst>
            </p:cNvPr>
            <p:cNvSpPr/>
            <p:nvPr/>
          </p:nvSpPr>
          <p:spPr>
            <a:xfrm>
              <a:off x="2600550" y="4569850"/>
              <a:ext cx="8875" cy="6800"/>
            </a:xfrm>
            <a:custGeom>
              <a:avLst/>
              <a:gdLst/>
              <a:ahLst/>
              <a:cxnLst/>
              <a:rect l="l" t="t" r="r" b="b"/>
              <a:pathLst>
                <a:path w="355" h="272" extrusionOk="0">
                  <a:moveTo>
                    <a:pt x="265" y="1"/>
                  </a:moveTo>
                  <a:cubicBezTo>
                    <a:pt x="262" y="1"/>
                    <a:pt x="259" y="3"/>
                    <a:pt x="256" y="7"/>
                  </a:cubicBezTo>
                  <a:cubicBezTo>
                    <a:pt x="222" y="29"/>
                    <a:pt x="1" y="271"/>
                    <a:pt x="52" y="271"/>
                  </a:cubicBezTo>
                  <a:cubicBezTo>
                    <a:pt x="56" y="271"/>
                    <a:pt x="63" y="269"/>
                    <a:pt x="72" y="266"/>
                  </a:cubicBezTo>
                  <a:cubicBezTo>
                    <a:pt x="133" y="229"/>
                    <a:pt x="195" y="204"/>
                    <a:pt x="256" y="179"/>
                  </a:cubicBezTo>
                  <a:cubicBezTo>
                    <a:pt x="269" y="176"/>
                    <a:pt x="282" y="175"/>
                    <a:pt x="294" y="175"/>
                  </a:cubicBezTo>
                  <a:cubicBezTo>
                    <a:pt x="306" y="175"/>
                    <a:pt x="318" y="176"/>
                    <a:pt x="327" y="176"/>
                  </a:cubicBezTo>
                  <a:cubicBezTo>
                    <a:pt x="346" y="176"/>
                    <a:pt x="355" y="173"/>
                    <a:pt x="343" y="155"/>
                  </a:cubicBezTo>
                  <a:cubicBezTo>
                    <a:pt x="321" y="122"/>
                    <a:pt x="289" y="1"/>
                    <a:pt x="2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1" name="Google Shape;8107;p67">
              <a:extLst>
                <a:ext uri="{FF2B5EF4-FFF2-40B4-BE49-F238E27FC236}">
                  <a16:creationId xmlns:a16="http://schemas.microsoft.com/office/drawing/2014/main" id="{FD994898-E61E-483D-7DD6-26298F958BF6}"/>
                </a:ext>
              </a:extLst>
            </p:cNvPr>
            <p:cNvSpPr/>
            <p:nvPr/>
          </p:nvSpPr>
          <p:spPr>
            <a:xfrm>
              <a:off x="2529625" y="4606350"/>
              <a:ext cx="13675" cy="4800"/>
            </a:xfrm>
            <a:custGeom>
              <a:avLst/>
              <a:gdLst/>
              <a:ahLst/>
              <a:cxnLst/>
              <a:rect l="l" t="t" r="r" b="b"/>
              <a:pathLst>
                <a:path w="547" h="192" extrusionOk="0">
                  <a:moveTo>
                    <a:pt x="407" y="1"/>
                  </a:moveTo>
                  <a:cubicBezTo>
                    <a:pt x="346" y="1"/>
                    <a:pt x="1" y="149"/>
                    <a:pt x="161" y="186"/>
                  </a:cubicBezTo>
                  <a:cubicBezTo>
                    <a:pt x="179" y="189"/>
                    <a:pt x="196" y="191"/>
                    <a:pt x="213" y="191"/>
                  </a:cubicBezTo>
                  <a:cubicBezTo>
                    <a:pt x="342" y="191"/>
                    <a:pt x="426" y="84"/>
                    <a:pt x="490" y="84"/>
                  </a:cubicBezTo>
                  <a:cubicBezTo>
                    <a:pt x="495" y="84"/>
                    <a:pt x="501" y="85"/>
                    <a:pt x="506" y="87"/>
                  </a:cubicBezTo>
                  <a:cubicBezTo>
                    <a:pt x="509" y="88"/>
                    <a:pt x="511" y="88"/>
                    <a:pt x="513" y="88"/>
                  </a:cubicBezTo>
                  <a:cubicBezTo>
                    <a:pt x="546" y="88"/>
                    <a:pt x="477" y="1"/>
                    <a:pt x="40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2" name="Google Shape;8108;p67">
              <a:extLst>
                <a:ext uri="{FF2B5EF4-FFF2-40B4-BE49-F238E27FC236}">
                  <a16:creationId xmlns:a16="http://schemas.microsoft.com/office/drawing/2014/main" id="{8726D8BD-5E07-B25A-0224-2281A4AEB0D0}"/>
                </a:ext>
              </a:extLst>
            </p:cNvPr>
            <p:cNvSpPr/>
            <p:nvPr/>
          </p:nvSpPr>
          <p:spPr>
            <a:xfrm>
              <a:off x="2516375" y="4615600"/>
              <a:ext cx="8350" cy="6250"/>
            </a:xfrm>
            <a:custGeom>
              <a:avLst/>
              <a:gdLst/>
              <a:ahLst/>
              <a:cxnLst/>
              <a:rect l="l" t="t" r="r" b="b"/>
              <a:pathLst>
                <a:path w="334" h="250" extrusionOk="0">
                  <a:moveTo>
                    <a:pt x="269" y="0"/>
                  </a:moveTo>
                  <a:cubicBezTo>
                    <a:pt x="235" y="0"/>
                    <a:pt x="198" y="19"/>
                    <a:pt x="186" y="50"/>
                  </a:cubicBezTo>
                  <a:cubicBezTo>
                    <a:pt x="161" y="111"/>
                    <a:pt x="198" y="124"/>
                    <a:pt x="149" y="161"/>
                  </a:cubicBezTo>
                  <a:cubicBezTo>
                    <a:pt x="112" y="185"/>
                    <a:pt x="1" y="247"/>
                    <a:pt x="50" y="247"/>
                  </a:cubicBezTo>
                  <a:cubicBezTo>
                    <a:pt x="61" y="249"/>
                    <a:pt x="72" y="250"/>
                    <a:pt x="84" y="250"/>
                  </a:cubicBezTo>
                  <a:cubicBezTo>
                    <a:pt x="137" y="250"/>
                    <a:pt x="194" y="228"/>
                    <a:pt x="235" y="198"/>
                  </a:cubicBezTo>
                  <a:cubicBezTo>
                    <a:pt x="284" y="136"/>
                    <a:pt x="334" y="99"/>
                    <a:pt x="334" y="62"/>
                  </a:cubicBezTo>
                  <a:cubicBezTo>
                    <a:pt x="334" y="19"/>
                    <a:pt x="303" y="0"/>
                    <a:pt x="26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3" name="Google Shape;8109;p67">
              <a:extLst>
                <a:ext uri="{FF2B5EF4-FFF2-40B4-BE49-F238E27FC236}">
                  <a16:creationId xmlns:a16="http://schemas.microsoft.com/office/drawing/2014/main" id="{3E7CC374-736C-F7D9-ACB0-034D31991F23}"/>
                </a:ext>
              </a:extLst>
            </p:cNvPr>
            <p:cNvSpPr/>
            <p:nvPr/>
          </p:nvSpPr>
          <p:spPr>
            <a:xfrm>
              <a:off x="2923000" y="4442075"/>
              <a:ext cx="24625" cy="16550"/>
            </a:xfrm>
            <a:custGeom>
              <a:avLst/>
              <a:gdLst/>
              <a:ahLst/>
              <a:cxnLst/>
              <a:rect l="l" t="t" r="r" b="b"/>
              <a:pathLst>
                <a:path w="985" h="662" extrusionOk="0">
                  <a:moveTo>
                    <a:pt x="361" y="0"/>
                  </a:moveTo>
                  <a:cubicBezTo>
                    <a:pt x="355" y="0"/>
                    <a:pt x="350" y="1"/>
                    <a:pt x="345" y="4"/>
                  </a:cubicBezTo>
                  <a:cubicBezTo>
                    <a:pt x="296" y="41"/>
                    <a:pt x="296" y="202"/>
                    <a:pt x="259" y="263"/>
                  </a:cubicBezTo>
                  <a:cubicBezTo>
                    <a:pt x="222" y="312"/>
                    <a:pt x="74" y="337"/>
                    <a:pt x="49" y="362"/>
                  </a:cubicBezTo>
                  <a:cubicBezTo>
                    <a:pt x="25" y="399"/>
                    <a:pt x="0" y="460"/>
                    <a:pt x="111" y="485"/>
                  </a:cubicBezTo>
                  <a:cubicBezTo>
                    <a:pt x="210" y="522"/>
                    <a:pt x="308" y="559"/>
                    <a:pt x="407" y="621"/>
                  </a:cubicBezTo>
                  <a:cubicBezTo>
                    <a:pt x="468" y="645"/>
                    <a:pt x="493" y="621"/>
                    <a:pt x="592" y="657"/>
                  </a:cubicBezTo>
                  <a:cubicBezTo>
                    <a:pt x="612" y="660"/>
                    <a:pt x="633" y="662"/>
                    <a:pt x="654" y="662"/>
                  </a:cubicBezTo>
                  <a:cubicBezTo>
                    <a:pt x="723" y="662"/>
                    <a:pt x="794" y="646"/>
                    <a:pt x="850" y="608"/>
                  </a:cubicBezTo>
                  <a:cubicBezTo>
                    <a:pt x="894" y="565"/>
                    <a:pt x="985" y="493"/>
                    <a:pt x="947" y="493"/>
                  </a:cubicBezTo>
                  <a:cubicBezTo>
                    <a:pt x="942" y="493"/>
                    <a:pt x="935" y="494"/>
                    <a:pt x="924" y="497"/>
                  </a:cubicBezTo>
                  <a:cubicBezTo>
                    <a:pt x="900" y="506"/>
                    <a:pt x="879" y="510"/>
                    <a:pt x="863" y="510"/>
                  </a:cubicBezTo>
                  <a:cubicBezTo>
                    <a:pt x="830" y="510"/>
                    <a:pt x="813" y="493"/>
                    <a:pt x="813" y="460"/>
                  </a:cubicBezTo>
                  <a:cubicBezTo>
                    <a:pt x="826" y="423"/>
                    <a:pt x="900" y="436"/>
                    <a:pt x="838" y="374"/>
                  </a:cubicBezTo>
                  <a:cubicBezTo>
                    <a:pt x="801" y="337"/>
                    <a:pt x="764" y="288"/>
                    <a:pt x="727" y="239"/>
                  </a:cubicBezTo>
                  <a:cubicBezTo>
                    <a:pt x="727" y="239"/>
                    <a:pt x="747" y="188"/>
                    <a:pt x="705" y="188"/>
                  </a:cubicBezTo>
                  <a:cubicBezTo>
                    <a:pt x="701" y="188"/>
                    <a:pt x="696" y="188"/>
                    <a:pt x="690" y="189"/>
                  </a:cubicBezTo>
                  <a:cubicBezTo>
                    <a:pt x="616" y="189"/>
                    <a:pt x="604" y="165"/>
                    <a:pt x="542" y="115"/>
                  </a:cubicBezTo>
                  <a:cubicBezTo>
                    <a:pt x="477" y="72"/>
                    <a:pt x="403" y="0"/>
                    <a:pt x="36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4" name="Google Shape;8110;p67">
              <a:extLst>
                <a:ext uri="{FF2B5EF4-FFF2-40B4-BE49-F238E27FC236}">
                  <a16:creationId xmlns:a16="http://schemas.microsoft.com/office/drawing/2014/main" id="{0633D117-5A8D-ED2D-34A1-09D400CACA78}"/>
                </a:ext>
              </a:extLst>
            </p:cNvPr>
            <p:cNvSpPr/>
            <p:nvPr/>
          </p:nvSpPr>
          <p:spPr>
            <a:xfrm>
              <a:off x="2916250" y="4451325"/>
              <a:ext cx="4075" cy="3525"/>
            </a:xfrm>
            <a:custGeom>
              <a:avLst/>
              <a:gdLst/>
              <a:ahLst/>
              <a:cxnLst/>
              <a:rect l="l" t="t" r="r" b="b"/>
              <a:pathLst>
                <a:path w="163" h="141" extrusionOk="0">
                  <a:moveTo>
                    <a:pt x="145" y="0"/>
                  </a:moveTo>
                  <a:cubicBezTo>
                    <a:pt x="126" y="0"/>
                    <a:pt x="89" y="14"/>
                    <a:pt x="61" y="29"/>
                  </a:cubicBezTo>
                  <a:cubicBezTo>
                    <a:pt x="15" y="63"/>
                    <a:pt x="1" y="141"/>
                    <a:pt x="49" y="141"/>
                  </a:cubicBezTo>
                  <a:cubicBezTo>
                    <a:pt x="53" y="141"/>
                    <a:pt x="57" y="140"/>
                    <a:pt x="61" y="140"/>
                  </a:cubicBezTo>
                  <a:cubicBezTo>
                    <a:pt x="122" y="140"/>
                    <a:pt x="98" y="78"/>
                    <a:pt x="147" y="29"/>
                  </a:cubicBezTo>
                  <a:cubicBezTo>
                    <a:pt x="163" y="8"/>
                    <a:pt x="158" y="0"/>
                    <a:pt x="14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5" name="Google Shape;8111;p67">
              <a:extLst>
                <a:ext uri="{FF2B5EF4-FFF2-40B4-BE49-F238E27FC236}">
                  <a16:creationId xmlns:a16="http://schemas.microsoft.com/office/drawing/2014/main" id="{D48A1687-320B-64CC-F7D7-4467AA65AF97}"/>
                </a:ext>
              </a:extLst>
            </p:cNvPr>
            <p:cNvSpPr/>
            <p:nvPr/>
          </p:nvSpPr>
          <p:spPr>
            <a:xfrm>
              <a:off x="2907275" y="4455250"/>
              <a:ext cx="2650" cy="2350"/>
            </a:xfrm>
            <a:custGeom>
              <a:avLst/>
              <a:gdLst/>
              <a:ahLst/>
              <a:cxnLst/>
              <a:rect l="l" t="t" r="r" b="b"/>
              <a:pathLst>
                <a:path w="106" h="94" extrusionOk="0">
                  <a:moveTo>
                    <a:pt x="70" y="0"/>
                  </a:moveTo>
                  <a:cubicBezTo>
                    <a:pt x="65" y="0"/>
                    <a:pt x="58" y="2"/>
                    <a:pt x="50" y="7"/>
                  </a:cubicBezTo>
                  <a:cubicBezTo>
                    <a:pt x="1" y="57"/>
                    <a:pt x="25" y="94"/>
                    <a:pt x="62" y="94"/>
                  </a:cubicBezTo>
                  <a:cubicBezTo>
                    <a:pt x="84" y="94"/>
                    <a:pt x="105" y="0"/>
                    <a:pt x="7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6" name="Google Shape;8112;p67">
              <a:extLst>
                <a:ext uri="{FF2B5EF4-FFF2-40B4-BE49-F238E27FC236}">
                  <a16:creationId xmlns:a16="http://schemas.microsoft.com/office/drawing/2014/main" id="{ECC91E9E-EC22-131E-3E5E-A98945FEE15A}"/>
                </a:ext>
              </a:extLst>
            </p:cNvPr>
            <p:cNvSpPr/>
            <p:nvPr/>
          </p:nvSpPr>
          <p:spPr>
            <a:xfrm>
              <a:off x="2805700" y="4397475"/>
              <a:ext cx="109925" cy="60625"/>
            </a:xfrm>
            <a:custGeom>
              <a:avLst/>
              <a:gdLst/>
              <a:ahLst/>
              <a:cxnLst/>
              <a:rect l="l" t="t" r="r" b="b"/>
              <a:pathLst>
                <a:path w="4397" h="2425" extrusionOk="0">
                  <a:moveTo>
                    <a:pt x="2950" y="0"/>
                  </a:moveTo>
                  <a:cubicBezTo>
                    <a:pt x="2899" y="0"/>
                    <a:pt x="2928" y="53"/>
                    <a:pt x="2906" y="76"/>
                  </a:cubicBezTo>
                  <a:cubicBezTo>
                    <a:pt x="2903" y="77"/>
                    <a:pt x="2900" y="77"/>
                    <a:pt x="2897" y="77"/>
                  </a:cubicBezTo>
                  <a:cubicBezTo>
                    <a:pt x="2853" y="77"/>
                    <a:pt x="2743" y="2"/>
                    <a:pt x="2708" y="2"/>
                  </a:cubicBezTo>
                  <a:cubicBezTo>
                    <a:pt x="2704" y="1"/>
                    <a:pt x="2700" y="0"/>
                    <a:pt x="2696" y="0"/>
                  </a:cubicBezTo>
                  <a:cubicBezTo>
                    <a:pt x="2657" y="0"/>
                    <a:pt x="2645" y="56"/>
                    <a:pt x="2622" y="113"/>
                  </a:cubicBezTo>
                  <a:cubicBezTo>
                    <a:pt x="2597" y="162"/>
                    <a:pt x="2844" y="704"/>
                    <a:pt x="2869" y="778"/>
                  </a:cubicBezTo>
                  <a:cubicBezTo>
                    <a:pt x="2878" y="836"/>
                    <a:pt x="2774" y="856"/>
                    <a:pt x="2693" y="856"/>
                  </a:cubicBezTo>
                  <a:cubicBezTo>
                    <a:pt x="2671" y="856"/>
                    <a:pt x="2650" y="855"/>
                    <a:pt x="2634" y="852"/>
                  </a:cubicBezTo>
                  <a:cubicBezTo>
                    <a:pt x="2573" y="852"/>
                    <a:pt x="2524" y="519"/>
                    <a:pt x="2524" y="458"/>
                  </a:cubicBezTo>
                  <a:cubicBezTo>
                    <a:pt x="2524" y="384"/>
                    <a:pt x="2388" y="298"/>
                    <a:pt x="2351" y="273"/>
                  </a:cubicBezTo>
                  <a:cubicBezTo>
                    <a:pt x="2265" y="236"/>
                    <a:pt x="2166" y="199"/>
                    <a:pt x="2080" y="174"/>
                  </a:cubicBezTo>
                  <a:cubicBezTo>
                    <a:pt x="2071" y="173"/>
                    <a:pt x="2064" y="173"/>
                    <a:pt x="2059" y="173"/>
                  </a:cubicBezTo>
                  <a:cubicBezTo>
                    <a:pt x="2005" y="173"/>
                    <a:pt x="2125" y="228"/>
                    <a:pt x="2203" y="273"/>
                  </a:cubicBezTo>
                  <a:cubicBezTo>
                    <a:pt x="2302" y="335"/>
                    <a:pt x="2252" y="396"/>
                    <a:pt x="2252" y="458"/>
                  </a:cubicBezTo>
                  <a:cubicBezTo>
                    <a:pt x="2250" y="471"/>
                    <a:pt x="2244" y="476"/>
                    <a:pt x="2236" y="476"/>
                  </a:cubicBezTo>
                  <a:cubicBezTo>
                    <a:pt x="2207" y="476"/>
                    <a:pt x="2154" y="408"/>
                    <a:pt x="2154" y="408"/>
                  </a:cubicBezTo>
                  <a:cubicBezTo>
                    <a:pt x="2139" y="423"/>
                    <a:pt x="2125" y="429"/>
                    <a:pt x="2111" y="429"/>
                  </a:cubicBezTo>
                  <a:cubicBezTo>
                    <a:pt x="2100" y="429"/>
                    <a:pt x="2090" y="426"/>
                    <a:pt x="2080" y="421"/>
                  </a:cubicBezTo>
                  <a:cubicBezTo>
                    <a:pt x="2069" y="415"/>
                    <a:pt x="2061" y="413"/>
                    <a:pt x="2055" y="413"/>
                  </a:cubicBezTo>
                  <a:cubicBezTo>
                    <a:pt x="2032" y="413"/>
                    <a:pt x="2027" y="444"/>
                    <a:pt x="1969" y="482"/>
                  </a:cubicBezTo>
                  <a:cubicBezTo>
                    <a:pt x="1907" y="532"/>
                    <a:pt x="1907" y="507"/>
                    <a:pt x="1821" y="544"/>
                  </a:cubicBezTo>
                  <a:cubicBezTo>
                    <a:pt x="1814" y="546"/>
                    <a:pt x="1808" y="547"/>
                    <a:pt x="1804" y="547"/>
                  </a:cubicBezTo>
                  <a:cubicBezTo>
                    <a:pt x="1753" y="547"/>
                    <a:pt x="1848" y="431"/>
                    <a:pt x="1871" y="408"/>
                  </a:cubicBezTo>
                  <a:cubicBezTo>
                    <a:pt x="1895" y="371"/>
                    <a:pt x="1883" y="310"/>
                    <a:pt x="1846" y="285"/>
                  </a:cubicBezTo>
                  <a:cubicBezTo>
                    <a:pt x="1739" y="232"/>
                    <a:pt x="1622" y="197"/>
                    <a:pt x="1504" y="197"/>
                  </a:cubicBezTo>
                  <a:cubicBezTo>
                    <a:pt x="1487" y="197"/>
                    <a:pt x="1469" y="197"/>
                    <a:pt x="1452" y="199"/>
                  </a:cubicBezTo>
                  <a:cubicBezTo>
                    <a:pt x="1402" y="224"/>
                    <a:pt x="1390" y="310"/>
                    <a:pt x="1365" y="347"/>
                  </a:cubicBezTo>
                  <a:cubicBezTo>
                    <a:pt x="1356" y="375"/>
                    <a:pt x="1250" y="388"/>
                    <a:pt x="1187" y="388"/>
                  </a:cubicBezTo>
                  <a:cubicBezTo>
                    <a:pt x="1166" y="388"/>
                    <a:pt x="1150" y="387"/>
                    <a:pt x="1144" y="384"/>
                  </a:cubicBezTo>
                  <a:cubicBezTo>
                    <a:pt x="1107" y="371"/>
                    <a:pt x="1181" y="298"/>
                    <a:pt x="1217" y="236"/>
                  </a:cubicBezTo>
                  <a:cubicBezTo>
                    <a:pt x="1242" y="174"/>
                    <a:pt x="1242" y="100"/>
                    <a:pt x="1217" y="39"/>
                  </a:cubicBezTo>
                  <a:cubicBezTo>
                    <a:pt x="1212" y="12"/>
                    <a:pt x="1168" y="1"/>
                    <a:pt x="1114" y="1"/>
                  </a:cubicBezTo>
                  <a:cubicBezTo>
                    <a:pt x="1045" y="1"/>
                    <a:pt x="958" y="18"/>
                    <a:pt x="909" y="39"/>
                  </a:cubicBezTo>
                  <a:cubicBezTo>
                    <a:pt x="823" y="63"/>
                    <a:pt x="638" y="174"/>
                    <a:pt x="527" y="224"/>
                  </a:cubicBezTo>
                  <a:cubicBezTo>
                    <a:pt x="404" y="285"/>
                    <a:pt x="293" y="371"/>
                    <a:pt x="195" y="470"/>
                  </a:cubicBezTo>
                  <a:cubicBezTo>
                    <a:pt x="133" y="519"/>
                    <a:pt x="219" y="495"/>
                    <a:pt x="244" y="532"/>
                  </a:cubicBezTo>
                  <a:cubicBezTo>
                    <a:pt x="269" y="556"/>
                    <a:pt x="232" y="569"/>
                    <a:pt x="170" y="593"/>
                  </a:cubicBezTo>
                  <a:cubicBezTo>
                    <a:pt x="109" y="655"/>
                    <a:pt x="59" y="741"/>
                    <a:pt x="22" y="827"/>
                  </a:cubicBezTo>
                  <a:cubicBezTo>
                    <a:pt x="0" y="872"/>
                    <a:pt x="58" y="881"/>
                    <a:pt x="129" y="881"/>
                  </a:cubicBezTo>
                  <a:cubicBezTo>
                    <a:pt x="176" y="881"/>
                    <a:pt x="229" y="877"/>
                    <a:pt x="269" y="877"/>
                  </a:cubicBezTo>
                  <a:cubicBezTo>
                    <a:pt x="367" y="877"/>
                    <a:pt x="293" y="926"/>
                    <a:pt x="256" y="963"/>
                  </a:cubicBezTo>
                  <a:cubicBezTo>
                    <a:pt x="244" y="988"/>
                    <a:pt x="269" y="994"/>
                    <a:pt x="315" y="994"/>
                  </a:cubicBezTo>
                  <a:cubicBezTo>
                    <a:pt x="361" y="994"/>
                    <a:pt x="429" y="988"/>
                    <a:pt x="503" y="988"/>
                  </a:cubicBezTo>
                  <a:cubicBezTo>
                    <a:pt x="638" y="988"/>
                    <a:pt x="860" y="963"/>
                    <a:pt x="946" y="963"/>
                  </a:cubicBezTo>
                  <a:cubicBezTo>
                    <a:pt x="749" y="1000"/>
                    <a:pt x="552" y="1061"/>
                    <a:pt x="367" y="1135"/>
                  </a:cubicBezTo>
                  <a:cubicBezTo>
                    <a:pt x="22" y="1283"/>
                    <a:pt x="330" y="1345"/>
                    <a:pt x="417" y="1406"/>
                  </a:cubicBezTo>
                  <a:cubicBezTo>
                    <a:pt x="453" y="1429"/>
                    <a:pt x="493" y="1437"/>
                    <a:pt x="535" y="1437"/>
                  </a:cubicBezTo>
                  <a:cubicBezTo>
                    <a:pt x="609" y="1437"/>
                    <a:pt x="693" y="1414"/>
                    <a:pt x="786" y="1406"/>
                  </a:cubicBezTo>
                  <a:cubicBezTo>
                    <a:pt x="893" y="1391"/>
                    <a:pt x="999" y="1381"/>
                    <a:pt x="1109" y="1381"/>
                  </a:cubicBezTo>
                  <a:cubicBezTo>
                    <a:pt x="1177" y="1381"/>
                    <a:pt x="1245" y="1385"/>
                    <a:pt x="1316" y="1394"/>
                  </a:cubicBezTo>
                  <a:cubicBezTo>
                    <a:pt x="1489" y="1419"/>
                    <a:pt x="1661" y="1468"/>
                    <a:pt x="1834" y="1542"/>
                  </a:cubicBezTo>
                  <a:cubicBezTo>
                    <a:pt x="1957" y="1604"/>
                    <a:pt x="1673" y="1567"/>
                    <a:pt x="1575" y="1591"/>
                  </a:cubicBezTo>
                  <a:cubicBezTo>
                    <a:pt x="1561" y="1593"/>
                    <a:pt x="1546" y="1594"/>
                    <a:pt x="1531" y="1594"/>
                  </a:cubicBezTo>
                  <a:cubicBezTo>
                    <a:pt x="1437" y="1594"/>
                    <a:pt x="1309" y="1567"/>
                    <a:pt x="1045" y="1567"/>
                  </a:cubicBezTo>
                  <a:cubicBezTo>
                    <a:pt x="1024" y="1565"/>
                    <a:pt x="1003" y="1565"/>
                    <a:pt x="982" y="1565"/>
                  </a:cubicBezTo>
                  <a:cubicBezTo>
                    <a:pt x="794" y="1565"/>
                    <a:pt x="609" y="1614"/>
                    <a:pt x="454" y="1702"/>
                  </a:cubicBezTo>
                  <a:cubicBezTo>
                    <a:pt x="404" y="1751"/>
                    <a:pt x="589" y="1899"/>
                    <a:pt x="725" y="2010"/>
                  </a:cubicBezTo>
                  <a:cubicBezTo>
                    <a:pt x="799" y="2077"/>
                    <a:pt x="966" y="2090"/>
                    <a:pt x="1098" y="2090"/>
                  </a:cubicBezTo>
                  <a:cubicBezTo>
                    <a:pt x="1186" y="2090"/>
                    <a:pt x="1259" y="2084"/>
                    <a:pt x="1279" y="2084"/>
                  </a:cubicBezTo>
                  <a:cubicBezTo>
                    <a:pt x="1316" y="2084"/>
                    <a:pt x="1365" y="2183"/>
                    <a:pt x="1365" y="2257"/>
                  </a:cubicBezTo>
                  <a:cubicBezTo>
                    <a:pt x="1365" y="2331"/>
                    <a:pt x="1439" y="2355"/>
                    <a:pt x="1513" y="2405"/>
                  </a:cubicBezTo>
                  <a:cubicBezTo>
                    <a:pt x="1533" y="2419"/>
                    <a:pt x="1568" y="2425"/>
                    <a:pt x="1611" y="2425"/>
                  </a:cubicBezTo>
                  <a:cubicBezTo>
                    <a:pt x="1751" y="2425"/>
                    <a:pt x="1979" y="2365"/>
                    <a:pt x="2092" y="2355"/>
                  </a:cubicBezTo>
                  <a:cubicBezTo>
                    <a:pt x="2228" y="2331"/>
                    <a:pt x="2363" y="2294"/>
                    <a:pt x="2487" y="2244"/>
                  </a:cubicBezTo>
                  <a:cubicBezTo>
                    <a:pt x="2548" y="2207"/>
                    <a:pt x="2610" y="2195"/>
                    <a:pt x="2684" y="2195"/>
                  </a:cubicBezTo>
                  <a:cubicBezTo>
                    <a:pt x="2782" y="2195"/>
                    <a:pt x="2930" y="2023"/>
                    <a:pt x="3016" y="1986"/>
                  </a:cubicBezTo>
                  <a:cubicBezTo>
                    <a:pt x="3030" y="1980"/>
                    <a:pt x="3040" y="1977"/>
                    <a:pt x="3049" y="1977"/>
                  </a:cubicBezTo>
                  <a:cubicBezTo>
                    <a:pt x="3096" y="1977"/>
                    <a:pt x="3080" y="2055"/>
                    <a:pt x="3090" y="2096"/>
                  </a:cubicBezTo>
                  <a:cubicBezTo>
                    <a:pt x="3103" y="2146"/>
                    <a:pt x="3251" y="2158"/>
                    <a:pt x="3337" y="2158"/>
                  </a:cubicBezTo>
                  <a:cubicBezTo>
                    <a:pt x="3411" y="2158"/>
                    <a:pt x="3386" y="2183"/>
                    <a:pt x="3435" y="2244"/>
                  </a:cubicBezTo>
                  <a:cubicBezTo>
                    <a:pt x="3454" y="2269"/>
                    <a:pt x="3549" y="2278"/>
                    <a:pt x="3656" y="2278"/>
                  </a:cubicBezTo>
                  <a:cubicBezTo>
                    <a:pt x="3762" y="2278"/>
                    <a:pt x="3879" y="2269"/>
                    <a:pt x="3941" y="2257"/>
                  </a:cubicBezTo>
                  <a:cubicBezTo>
                    <a:pt x="4051" y="2232"/>
                    <a:pt x="4064" y="2232"/>
                    <a:pt x="4101" y="2195"/>
                  </a:cubicBezTo>
                  <a:cubicBezTo>
                    <a:pt x="4138" y="2170"/>
                    <a:pt x="4175" y="2146"/>
                    <a:pt x="4199" y="2133"/>
                  </a:cubicBezTo>
                  <a:cubicBezTo>
                    <a:pt x="4236" y="2109"/>
                    <a:pt x="4113" y="2096"/>
                    <a:pt x="4076" y="2084"/>
                  </a:cubicBezTo>
                  <a:cubicBezTo>
                    <a:pt x="4039" y="2084"/>
                    <a:pt x="4076" y="2023"/>
                    <a:pt x="4076" y="1986"/>
                  </a:cubicBezTo>
                  <a:cubicBezTo>
                    <a:pt x="4076" y="1963"/>
                    <a:pt x="4072" y="1959"/>
                    <a:pt x="4060" y="1959"/>
                  </a:cubicBezTo>
                  <a:cubicBezTo>
                    <a:pt x="4052" y="1959"/>
                    <a:pt x="4042" y="1961"/>
                    <a:pt x="4027" y="1961"/>
                  </a:cubicBezTo>
                  <a:cubicBezTo>
                    <a:pt x="3990" y="1961"/>
                    <a:pt x="3941" y="1998"/>
                    <a:pt x="3941" y="2023"/>
                  </a:cubicBezTo>
                  <a:cubicBezTo>
                    <a:pt x="3941" y="2035"/>
                    <a:pt x="3854" y="2060"/>
                    <a:pt x="3830" y="2084"/>
                  </a:cubicBezTo>
                  <a:cubicBezTo>
                    <a:pt x="3828" y="2087"/>
                    <a:pt x="3827" y="2089"/>
                    <a:pt x="3827" y="2089"/>
                  </a:cubicBezTo>
                  <a:cubicBezTo>
                    <a:pt x="3826" y="2089"/>
                    <a:pt x="3853" y="2018"/>
                    <a:pt x="3842" y="1986"/>
                  </a:cubicBezTo>
                  <a:cubicBezTo>
                    <a:pt x="3842" y="1961"/>
                    <a:pt x="3793" y="1936"/>
                    <a:pt x="3793" y="1924"/>
                  </a:cubicBezTo>
                  <a:cubicBezTo>
                    <a:pt x="3793" y="1918"/>
                    <a:pt x="3803" y="1915"/>
                    <a:pt x="3818" y="1915"/>
                  </a:cubicBezTo>
                  <a:cubicBezTo>
                    <a:pt x="3851" y="1915"/>
                    <a:pt x="3909" y="1927"/>
                    <a:pt x="3931" y="1927"/>
                  </a:cubicBezTo>
                  <a:cubicBezTo>
                    <a:pt x="3937" y="1927"/>
                    <a:pt x="3941" y="1926"/>
                    <a:pt x="3941" y="1924"/>
                  </a:cubicBezTo>
                  <a:lnTo>
                    <a:pt x="3941" y="1739"/>
                  </a:lnTo>
                  <a:cubicBezTo>
                    <a:pt x="3941" y="1739"/>
                    <a:pt x="4322" y="1838"/>
                    <a:pt x="4359" y="1838"/>
                  </a:cubicBezTo>
                  <a:cubicBezTo>
                    <a:pt x="4396" y="1838"/>
                    <a:pt x="4359" y="1751"/>
                    <a:pt x="4359" y="1690"/>
                  </a:cubicBezTo>
                  <a:cubicBezTo>
                    <a:pt x="4359" y="1628"/>
                    <a:pt x="4187" y="1604"/>
                    <a:pt x="4051" y="1530"/>
                  </a:cubicBezTo>
                  <a:cubicBezTo>
                    <a:pt x="3916" y="1456"/>
                    <a:pt x="3941" y="1419"/>
                    <a:pt x="3793" y="1419"/>
                  </a:cubicBezTo>
                  <a:cubicBezTo>
                    <a:pt x="3645" y="1419"/>
                    <a:pt x="3534" y="1222"/>
                    <a:pt x="3509" y="1160"/>
                  </a:cubicBezTo>
                  <a:cubicBezTo>
                    <a:pt x="3497" y="1111"/>
                    <a:pt x="3497" y="1049"/>
                    <a:pt x="3534" y="1012"/>
                  </a:cubicBezTo>
                  <a:cubicBezTo>
                    <a:pt x="3546" y="1000"/>
                    <a:pt x="3571" y="951"/>
                    <a:pt x="3509" y="840"/>
                  </a:cubicBezTo>
                  <a:cubicBezTo>
                    <a:pt x="3423" y="680"/>
                    <a:pt x="3361" y="519"/>
                    <a:pt x="3300" y="359"/>
                  </a:cubicBezTo>
                  <a:cubicBezTo>
                    <a:pt x="3287" y="298"/>
                    <a:pt x="3287" y="236"/>
                    <a:pt x="3214" y="211"/>
                  </a:cubicBezTo>
                  <a:cubicBezTo>
                    <a:pt x="3152" y="187"/>
                    <a:pt x="3029" y="26"/>
                    <a:pt x="2967" y="2"/>
                  </a:cubicBezTo>
                  <a:cubicBezTo>
                    <a:pt x="2961" y="1"/>
                    <a:pt x="2955" y="0"/>
                    <a:pt x="295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7" name="Google Shape;8113;p67">
              <a:extLst>
                <a:ext uri="{FF2B5EF4-FFF2-40B4-BE49-F238E27FC236}">
                  <a16:creationId xmlns:a16="http://schemas.microsoft.com/office/drawing/2014/main" id="{A28E7B31-B4AA-C6E2-195E-6A52AA291B6E}"/>
                </a:ext>
              </a:extLst>
            </p:cNvPr>
            <p:cNvSpPr/>
            <p:nvPr/>
          </p:nvSpPr>
          <p:spPr>
            <a:xfrm>
              <a:off x="2877100" y="4391225"/>
              <a:ext cx="16950" cy="11550"/>
            </a:xfrm>
            <a:custGeom>
              <a:avLst/>
              <a:gdLst/>
              <a:ahLst/>
              <a:cxnLst/>
              <a:rect l="l" t="t" r="r" b="b"/>
              <a:pathLst>
                <a:path w="678" h="462" extrusionOk="0">
                  <a:moveTo>
                    <a:pt x="362" y="1"/>
                  </a:moveTo>
                  <a:cubicBezTo>
                    <a:pt x="301" y="1"/>
                    <a:pt x="239" y="10"/>
                    <a:pt x="185" y="30"/>
                  </a:cubicBezTo>
                  <a:cubicBezTo>
                    <a:pt x="148" y="55"/>
                    <a:pt x="136" y="104"/>
                    <a:pt x="62" y="129"/>
                  </a:cubicBezTo>
                  <a:cubicBezTo>
                    <a:pt x="0" y="166"/>
                    <a:pt x="197" y="203"/>
                    <a:pt x="259" y="252"/>
                  </a:cubicBezTo>
                  <a:cubicBezTo>
                    <a:pt x="321" y="289"/>
                    <a:pt x="407" y="449"/>
                    <a:pt x="444" y="461"/>
                  </a:cubicBezTo>
                  <a:cubicBezTo>
                    <a:pt x="481" y="461"/>
                    <a:pt x="592" y="240"/>
                    <a:pt x="641" y="178"/>
                  </a:cubicBezTo>
                  <a:cubicBezTo>
                    <a:pt x="678" y="104"/>
                    <a:pt x="579" y="67"/>
                    <a:pt x="505" y="18"/>
                  </a:cubicBezTo>
                  <a:cubicBezTo>
                    <a:pt x="461" y="7"/>
                    <a:pt x="412" y="1"/>
                    <a:pt x="3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8" name="Google Shape;8114;p67">
              <a:extLst>
                <a:ext uri="{FF2B5EF4-FFF2-40B4-BE49-F238E27FC236}">
                  <a16:creationId xmlns:a16="http://schemas.microsoft.com/office/drawing/2014/main" id="{82E23615-994E-EA0F-F333-3BB3F9B4118F}"/>
                </a:ext>
              </a:extLst>
            </p:cNvPr>
            <p:cNvSpPr/>
            <p:nvPr/>
          </p:nvSpPr>
          <p:spPr>
            <a:xfrm>
              <a:off x="2904200" y="4386125"/>
              <a:ext cx="37925" cy="37600"/>
            </a:xfrm>
            <a:custGeom>
              <a:avLst/>
              <a:gdLst/>
              <a:ahLst/>
              <a:cxnLst/>
              <a:rect l="l" t="t" r="r" b="b"/>
              <a:pathLst>
                <a:path w="1517" h="1504" extrusionOk="0">
                  <a:moveTo>
                    <a:pt x="1166" y="0"/>
                  </a:moveTo>
                  <a:cubicBezTo>
                    <a:pt x="1116" y="0"/>
                    <a:pt x="1026" y="21"/>
                    <a:pt x="986" y="37"/>
                  </a:cubicBezTo>
                  <a:cubicBezTo>
                    <a:pt x="925" y="62"/>
                    <a:pt x="863" y="74"/>
                    <a:pt x="801" y="111"/>
                  </a:cubicBezTo>
                  <a:cubicBezTo>
                    <a:pt x="764" y="135"/>
                    <a:pt x="949" y="148"/>
                    <a:pt x="888" y="160"/>
                  </a:cubicBezTo>
                  <a:cubicBezTo>
                    <a:pt x="838" y="172"/>
                    <a:pt x="888" y="185"/>
                    <a:pt x="925" y="209"/>
                  </a:cubicBezTo>
                  <a:cubicBezTo>
                    <a:pt x="935" y="225"/>
                    <a:pt x="919" y="232"/>
                    <a:pt x="893" y="232"/>
                  </a:cubicBezTo>
                  <a:cubicBezTo>
                    <a:pt x="857" y="232"/>
                    <a:pt x="800" y="219"/>
                    <a:pt x="764" y="197"/>
                  </a:cubicBezTo>
                  <a:cubicBezTo>
                    <a:pt x="727" y="160"/>
                    <a:pt x="678" y="148"/>
                    <a:pt x="629" y="135"/>
                  </a:cubicBezTo>
                  <a:cubicBezTo>
                    <a:pt x="580" y="135"/>
                    <a:pt x="629" y="160"/>
                    <a:pt x="654" y="185"/>
                  </a:cubicBezTo>
                  <a:cubicBezTo>
                    <a:pt x="661" y="196"/>
                    <a:pt x="659" y="201"/>
                    <a:pt x="650" y="201"/>
                  </a:cubicBezTo>
                  <a:cubicBezTo>
                    <a:pt x="631" y="201"/>
                    <a:pt x="581" y="181"/>
                    <a:pt x="530" y="172"/>
                  </a:cubicBezTo>
                  <a:cubicBezTo>
                    <a:pt x="513" y="170"/>
                    <a:pt x="499" y="169"/>
                    <a:pt x="487" y="169"/>
                  </a:cubicBezTo>
                  <a:cubicBezTo>
                    <a:pt x="438" y="169"/>
                    <a:pt x="422" y="185"/>
                    <a:pt x="382" y="185"/>
                  </a:cubicBezTo>
                  <a:cubicBezTo>
                    <a:pt x="333" y="185"/>
                    <a:pt x="432" y="209"/>
                    <a:pt x="493" y="234"/>
                  </a:cubicBezTo>
                  <a:cubicBezTo>
                    <a:pt x="555" y="259"/>
                    <a:pt x="530" y="271"/>
                    <a:pt x="518" y="283"/>
                  </a:cubicBezTo>
                  <a:cubicBezTo>
                    <a:pt x="493" y="308"/>
                    <a:pt x="493" y="333"/>
                    <a:pt x="481" y="370"/>
                  </a:cubicBezTo>
                  <a:cubicBezTo>
                    <a:pt x="481" y="375"/>
                    <a:pt x="480" y="377"/>
                    <a:pt x="479" y="377"/>
                  </a:cubicBezTo>
                  <a:cubicBezTo>
                    <a:pt x="473" y="377"/>
                    <a:pt x="455" y="346"/>
                    <a:pt x="407" y="308"/>
                  </a:cubicBezTo>
                  <a:cubicBezTo>
                    <a:pt x="386" y="292"/>
                    <a:pt x="378" y="283"/>
                    <a:pt x="369" y="283"/>
                  </a:cubicBezTo>
                  <a:cubicBezTo>
                    <a:pt x="358" y="283"/>
                    <a:pt x="345" y="298"/>
                    <a:pt x="296" y="333"/>
                  </a:cubicBezTo>
                  <a:cubicBezTo>
                    <a:pt x="198" y="394"/>
                    <a:pt x="407" y="431"/>
                    <a:pt x="481" y="468"/>
                  </a:cubicBezTo>
                  <a:cubicBezTo>
                    <a:pt x="555" y="493"/>
                    <a:pt x="567" y="554"/>
                    <a:pt x="604" y="591"/>
                  </a:cubicBezTo>
                  <a:cubicBezTo>
                    <a:pt x="619" y="611"/>
                    <a:pt x="616" y="617"/>
                    <a:pt x="605" y="617"/>
                  </a:cubicBezTo>
                  <a:cubicBezTo>
                    <a:pt x="588" y="617"/>
                    <a:pt x="553" y="604"/>
                    <a:pt x="530" y="604"/>
                  </a:cubicBezTo>
                  <a:cubicBezTo>
                    <a:pt x="493" y="604"/>
                    <a:pt x="555" y="678"/>
                    <a:pt x="530" y="739"/>
                  </a:cubicBezTo>
                  <a:cubicBezTo>
                    <a:pt x="525" y="759"/>
                    <a:pt x="509" y="765"/>
                    <a:pt x="485" y="765"/>
                  </a:cubicBezTo>
                  <a:cubicBezTo>
                    <a:pt x="449" y="765"/>
                    <a:pt x="397" y="752"/>
                    <a:pt x="346" y="752"/>
                  </a:cubicBezTo>
                  <a:cubicBezTo>
                    <a:pt x="272" y="752"/>
                    <a:pt x="173" y="616"/>
                    <a:pt x="87" y="579"/>
                  </a:cubicBezTo>
                  <a:cubicBezTo>
                    <a:pt x="76" y="574"/>
                    <a:pt x="66" y="572"/>
                    <a:pt x="58" y="572"/>
                  </a:cubicBezTo>
                  <a:cubicBezTo>
                    <a:pt x="1" y="572"/>
                    <a:pt x="1" y="673"/>
                    <a:pt x="1" y="727"/>
                  </a:cubicBezTo>
                  <a:cubicBezTo>
                    <a:pt x="1" y="789"/>
                    <a:pt x="1" y="789"/>
                    <a:pt x="136" y="850"/>
                  </a:cubicBezTo>
                  <a:cubicBezTo>
                    <a:pt x="284" y="924"/>
                    <a:pt x="210" y="936"/>
                    <a:pt x="284" y="949"/>
                  </a:cubicBezTo>
                  <a:cubicBezTo>
                    <a:pt x="395" y="1010"/>
                    <a:pt x="506" y="1084"/>
                    <a:pt x="592" y="1170"/>
                  </a:cubicBezTo>
                  <a:cubicBezTo>
                    <a:pt x="666" y="1281"/>
                    <a:pt x="764" y="1380"/>
                    <a:pt x="863" y="1466"/>
                  </a:cubicBezTo>
                  <a:cubicBezTo>
                    <a:pt x="914" y="1494"/>
                    <a:pt x="953" y="1504"/>
                    <a:pt x="983" y="1504"/>
                  </a:cubicBezTo>
                  <a:cubicBezTo>
                    <a:pt x="1059" y="1504"/>
                    <a:pt x="1069" y="1435"/>
                    <a:pt x="1060" y="1417"/>
                  </a:cubicBezTo>
                  <a:cubicBezTo>
                    <a:pt x="1036" y="1355"/>
                    <a:pt x="1011" y="1306"/>
                    <a:pt x="999" y="1244"/>
                  </a:cubicBezTo>
                  <a:cubicBezTo>
                    <a:pt x="999" y="1224"/>
                    <a:pt x="1007" y="1216"/>
                    <a:pt x="1017" y="1216"/>
                  </a:cubicBezTo>
                  <a:cubicBezTo>
                    <a:pt x="1029" y="1216"/>
                    <a:pt x="1043" y="1230"/>
                    <a:pt x="1036" y="1244"/>
                  </a:cubicBezTo>
                  <a:cubicBezTo>
                    <a:pt x="1023" y="1269"/>
                    <a:pt x="1097" y="1318"/>
                    <a:pt x="1146" y="1331"/>
                  </a:cubicBezTo>
                  <a:cubicBezTo>
                    <a:pt x="1220" y="1306"/>
                    <a:pt x="1294" y="1281"/>
                    <a:pt x="1368" y="1244"/>
                  </a:cubicBezTo>
                  <a:cubicBezTo>
                    <a:pt x="1417" y="1220"/>
                    <a:pt x="1454" y="1158"/>
                    <a:pt x="1442" y="1097"/>
                  </a:cubicBezTo>
                  <a:cubicBezTo>
                    <a:pt x="1430" y="1035"/>
                    <a:pt x="1417" y="986"/>
                    <a:pt x="1454" y="936"/>
                  </a:cubicBezTo>
                  <a:cubicBezTo>
                    <a:pt x="1504" y="899"/>
                    <a:pt x="1516" y="850"/>
                    <a:pt x="1491" y="813"/>
                  </a:cubicBezTo>
                  <a:cubicBezTo>
                    <a:pt x="1467" y="764"/>
                    <a:pt x="1430" y="789"/>
                    <a:pt x="1417" y="715"/>
                  </a:cubicBezTo>
                  <a:cubicBezTo>
                    <a:pt x="1393" y="641"/>
                    <a:pt x="1417" y="628"/>
                    <a:pt x="1430" y="591"/>
                  </a:cubicBezTo>
                  <a:cubicBezTo>
                    <a:pt x="1442" y="554"/>
                    <a:pt x="1405" y="530"/>
                    <a:pt x="1368" y="530"/>
                  </a:cubicBezTo>
                  <a:cubicBezTo>
                    <a:pt x="1331" y="530"/>
                    <a:pt x="1319" y="579"/>
                    <a:pt x="1331" y="616"/>
                  </a:cubicBezTo>
                  <a:cubicBezTo>
                    <a:pt x="1368" y="665"/>
                    <a:pt x="1393" y="715"/>
                    <a:pt x="1393" y="776"/>
                  </a:cubicBezTo>
                  <a:cubicBezTo>
                    <a:pt x="1393" y="801"/>
                    <a:pt x="1390" y="807"/>
                    <a:pt x="1384" y="807"/>
                  </a:cubicBezTo>
                  <a:cubicBezTo>
                    <a:pt x="1377" y="807"/>
                    <a:pt x="1368" y="801"/>
                    <a:pt x="1356" y="801"/>
                  </a:cubicBezTo>
                  <a:cubicBezTo>
                    <a:pt x="1355" y="801"/>
                    <a:pt x="1354" y="801"/>
                    <a:pt x="1353" y="801"/>
                  </a:cubicBezTo>
                  <a:cubicBezTo>
                    <a:pt x="1325" y="801"/>
                    <a:pt x="1218" y="615"/>
                    <a:pt x="1159" y="591"/>
                  </a:cubicBezTo>
                  <a:cubicBezTo>
                    <a:pt x="1154" y="590"/>
                    <a:pt x="1150" y="590"/>
                    <a:pt x="1146" y="590"/>
                  </a:cubicBezTo>
                  <a:cubicBezTo>
                    <a:pt x="1099" y="590"/>
                    <a:pt x="1045" y="646"/>
                    <a:pt x="1011" y="702"/>
                  </a:cubicBezTo>
                  <a:cubicBezTo>
                    <a:pt x="1006" y="707"/>
                    <a:pt x="1003" y="709"/>
                    <a:pt x="1001" y="709"/>
                  </a:cubicBezTo>
                  <a:cubicBezTo>
                    <a:pt x="987" y="709"/>
                    <a:pt x="1100" y="526"/>
                    <a:pt x="1122" y="493"/>
                  </a:cubicBezTo>
                  <a:cubicBezTo>
                    <a:pt x="1146" y="444"/>
                    <a:pt x="1208" y="444"/>
                    <a:pt x="1245" y="444"/>
                  </a:cubicBezTo>
                  <a:cubicBezTo>
                    <a:pt x="1294" y="444"/>
                    <a:pt x="1331" y="370"/>
                    <a:pt x="1282" y="370"/>
                  </a:cubicBezTo>
                  <a:cubicBezTo>
                    <a:pt x="1233" y="370"/>
                    <a:pt x="1220" y="320"/>
                    <a:pt x="1245" y="320"/>
                  </a:cubicBezTo>
                  <a:cubicBezTo>
                    <a:pt x="1282" y="308"/>
                    <a:pt x="1307" y="271"/>
                    <a:pt x="1331" y="246"/>
                  </a:cubicBezTo>
                  <a:cubicBezTo>
                    <a:pt x="1368" y="185"/>
                    <a:pt x="1208" y="160"/>
                    <a:pt x="1134" y="148"/>
                  </a:cubicBezTo>
                  <a:cubicBezTo>
                    <a:pt x="1072" y="148"/>
                    <a:pt x="1171" y="62"/>
                    <a:pt x="1196" y="25"/>
                  </a:cubicBezTo>
                  <a:cubicBezTo>
                    <a:pt x="1209" y="7"/>
                    <a:pt x="1194" y="0"/>
                    <a:pt x="11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9" name="Google Shape;8115;p67">
              <a:extLst>
                <a:ext uri="{FF2B5EF4-FFF2-40B4-BE49-F238E27FC236}">
                  <a16:creationId xmlns:a16="http://schemas.microsoft.com/office/drawing/2014/main" id="{F3408234-159C-20BB-E732-80B1A6F3A834}"/>
                </a:ext>
              </a:extLst>
            </p:cNvPr>
            <p:cNvSpPr/>
            <p:nvPr/>
          </p:nvSpPr>
          <p:spPr>
            <a:xfrm>
              <a:off x="2944550" y="4386050"/>
              <a:ext cx="31750" cy="29675"/>
            </a:xfrm>
            <a:custGeom>
              <a:avLst/>
              <a:gdLst/>
              <a:ahLst/>
              <a:cxnLst/>
              <a:rect l="l" t="t" r="r" b="b"/>
              <a:pathLst>
                <a:path w="1270" h="1187" extrusionOk="0">
                  <a:moveTo>
                    <a:pt x="450" y="1"/>
                  </a:moveTo>
                  <a:cubicBezTo>
                    <a:pt x="354" y="1"/>
                    <a:pt x="259" y="34"/>
                    <a:pt x="173" y="77"/>
                  </a:cubicBezTo>
                  <a:cubicBezTo>
                    <a:pt x="112" y="126"/>
                    <a:pt x="235" y="151"/>
                    <a:pt x="296" y="212"/>
                  </a:cubicBezTo>
                  <a:cubicBezTo>
                    <a:pt x="312" y="228"/>
                    <a:pt x="304" y="234"/>
                    <a:pt x="285" y="234"/>
                  </a:cubicBezTo>
                  <a:cubicBezTo>
                    <a:pt x="244" y="234"/>
                    <a:pt x="153" y="208"/>
                    <a:pt x="136" y="200"/>
                  </a:cubicBezTo>
                  <a:cubicBezTo>
                    <a:pt x="134" y="199"/>
                    <a:pt x="131" y="198"/>
                    <a:pt x="128" y="198"/>
                  </a:cubicBezTo>
                  <a:cubicBezTo>
                    <a:pt x="102" y="198"/>
                    <a:pt x="61" y="245"/>
                    <a:pt x="50" y="311"/>
                  </a:cubicBezTo>
                  <a:cubicBezTo>
                    <a:pt x="38" y="385"/>
                    <a:pt x="62" y="594"/>
                    <a:pt x="38" y="644"/>
                  </a:cubicBezTo>
                  <a:cubicBezTo>
                    <a:pt x="1" y="681"/>
                    <a:pt x="50" y="755"/>
                    <a:pt x="112" y="828"/>
                  </a:cubicBezTo>
                  <a:cubicBezTo>
                    <a:pt x="161" y="890"/>
                    <a:pt x="185" y="964"/>
                    <a:pt x="173" y="1038"/>
                  </a:cubicBezTo>
                  <a:cubicBezTo>
                    <a:pt x="173" y="1098"/>
                    <a:pt x="173" y="1129"/>
                    <a:pt x="186" y="1129"/>
                  </a:cubicBezTo>
                  <a:cubicBezTo>
                    <a:pt x="191" y="1129"/>
                    <a:pt x="199" y="1123"/>
                    <a:pt x="210" y="1112"/>
                  </a:cubicBezTo>
                  <a:cubicBezTo>
                    <a:pt x="214" y="1105"/>
                    <a:pt x="219" y="1103"/>
                    <a:pt x="223" y="1103"/>
                  </a:cubicBezTo>
                  <a:cubicBezTo>
                    <a:pt x="245" y="1103"/>
                    <a:pt x="274" y="1165"/>
                    <a:pt x="346" y="1186"/>
                  </a:cubicBezTo>
                  <a:cubicBezTo>
                    <a:pt x="346" y="1186"/>
                    <a:pt x="347" y="1186"/>
                    <a:pt x="348" y="1186"/>
                  </a:cubicBezTo>
                  <a:cubicBezTo>
                    <a:pt x="389" y="1186"/>
                    <a:pt x="519" y="926"/>
                    <a:pt x="543" y="878"/>
                  </a:cubicBezTo>
                  <a:cubicBezTo>
                    <a:pt x="580" y="828"/>
                    <a:pt x="493" y="792"/>
                    <a:pt x="469" y="767"/>
                  </a:cubicBezTo>
                  <a:cubicBezTo>
                    <a:pt x="457" y="730"/>
                    <a:pt x="530" y="693"/>
                    <a:pt x="580" y="693"/>
                  </a:cubicBezTo>
                  <a:cubicBezTo>
                    <a:pt x="613" y="693"/>
                    <a:pt x="800" y="744"/>
                    <a:pt x="861" y="744"/>
                  </a:cubicBezTo>
                  <a:cubicBezTo>
                    <a:pt x="867" y="744"/>
                    <a:pt x="872" y="743"/>
                    <a:pt x="875" y="742"/>
                  </a:cubicBezTo>
                  <a:cubicBezTo>
                    <a:pt x="925" y="742"/>
                    <a:pt x="1085" y="447"/>
                    <a:pt x="1122" y="410"/>
                  </a:cubicBezTo>
                  <a:cubicBezTo>
                    <a:pt x="1147" y="360"/>
                    <a:pt x="1270" y="237"/>
                    <a:pt x="1270" y="188"/>
                  </a:cubicBezTo>
                  <a:cubicBezTo>
                    <a:pt x="1270" y="126"/>
                    <a:pt x="986" y="89"/>
                    <a:pt x="900" y="89"/>
                  </a:cubicBezTo>
                  <a:cubicBezTo>
                    <a:pt x="802" y="89"/>
                    <a:pt x="617" y="3"/>
                    <a:pt x="493" y="3"/>
                  </a:cubicBezTo>
                  <a:cubicBezTo>
                    <a:pt x="479" y="1"/>
                    <a:pt x="464" y="1"/>
                    <a:pt x="45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0" name="Google Shape;8116;p67">
              <a:extLst>
                <a:ext uri="{FF2B5EF4-FFF2-40B4-BE49-F238E27FC236}">
                  <a16:creationId xmlns:a16="http://schemas.microsoft.com/office/drawing/2014/main" id="{47E2D8B1-AC96-0840-43B8-5CFF5D055430}"/>
                </a:ext>
              </a:extLst>
            </p:cNvPr>
            <p:cNvSpPr/>
            <p:nvPr/>
          </p:nvSpPr>
          <p:spPr>
            <a:xfrm>
              <a:off x="2764650" y="4380875"/>
              <a:ext cx="65025" cy="45475"/>
            </a:xfrm>
            <a:custGeom>
              <a:avLst/>
              <a:gdLst/>
              <a:ahLst/>
              <a:cxnLst/>
              <a:rect l="l" t="t" r="r" b="b"/>
              <a:pathLst>
                <a:path w="2601" h="1819" extrusionOk="0">
                  <a:moveTo>
                    <a:pt x="1073" y="0"/>
                  </a:moveTo>
                  <a:cubicBezTo>
                    <a:pt x="987" y="0"/>
                    <a:pt x="445" y="111"/>
                    <a:pt x="383" y="124"/>
                  </a:cubicBezTo>
                  <a:cubicBezTo>
                    <a:pt x="334" y="136"/>
                    <a:pt x="518" y="309"/>
                    <a:pt x="518" y="382"/>
                  </a:cubicBezTo>
                  <a:cubicBezTo>
                    <a:pt x="506" y="456"/>
                    <a:pt x="481" y="530"/>
                    <a:pt x="432" y="592"/>
                  </a:cubicBezTo>
                  <a:cubicBezTo>
                    <a:pt x="371" y="666"/>
                    <a:pt x="309" y="703"/>
                    <a:pt x="334" y="764"/>
                  </a:cubicBezTo>
                  <a:cubicBezTo>
                    <a:pt x="371" y="838"/>
                    <a:pt x="383" y="888"/>
                    <a:pt x="334" y="900"/>
                  </a:cubicBezTo>
                  <a:cubicBezTo>
                    <a:pt x="284" y="900"/>
                    <a:pt x="235" y="937"/>
                    <a:pt x="235" y="962"/>
                  </a:cubicBezTo>
                  <a:cubicBezTo>
                    <a:pt x="223" y="1035"/>
                    <a:pt x="186" y="1122"/>
                    <a:pt x="149" y="1196"/>
                  </a:cubicBezTo>
                  <a:cubicBezTo>
                    <a:pt x="124" y="1233"/>
                    <a:pt x="1" y="1393"/>
                    <a:pt x="50" y="1393"/>
                  </a:cubicBezTo>
                  <a:cubicBezTo>
                    <a:pt x="173" y="1405"/>
                    <a:pt x="284" y="1442"/>
                    <a:pt x="383" y="1491"/>
                  </a:cubicBezTo>
                  <a:cubicBezTo>
                    <a:pt x="469" y="1541"/>
                    <a:pt x="605" y="1725"/>
                    <a:pt x="679" y="1775"/>
                  </a:cubicBezTo>
                  <a:cubicBezTo>
                    <a:pt x="713" y="1802"/>
                    <a:pt x="724" y="1818"/>
                    <a:pt x="743" y="1818"/>
                  </a:cubicBezTo>
                  <a:cubicBezTo>
                    <a:pt x="757" y="1818"/>
                    <a:pt x="776" y="1809"/>
                    <a:pt x="814" y="1787"/>
                  </a:cubicBezTo>
                  <a:cubicBezTo>
                    <a:pt x="888" y="1725"/>
                    <a:pt x="974" y="1676"/>
                    <a:pt x="1073" y="1664"/>
                  </a:cubicBezTo>
                  <a:cubicBezTo>
                    <a:pt x="1103" y="1664"/>
                    <a:pt x="1137" y="1666"/>
                    <a:pt x="1170" y="1666"/>
                  </a:cubicBezTo>
                  <a:cubicBezTo>
                    <a:pt x="1244" y="1666"/>
                    <a:pt x="1315" y="1654"/>
                    <a:pt x="1332" y="1578"/>
                  </a:cubicBezTo>
                  <a:cubicBezTo>
                    <a:pt x="1369" y="1467"/>
                    <a:pt x="1319" y="1331"/>
                    <a:pt x="1443" y="1245"/>
                  </a:cubicBezTo>
                  <a:cubicBezTo>
                    <a:pt x="1529" y="1196"/>
                    <a:pt x="1615" y="1122"/>
                    <a:pt x="1664" y="1035"/>
                  </a:cubicBezTo>
                  <a:cubicBezTo>
                    <a:pt x="1837" y="925"/>
                    <a:pt x="2009" y="826"/>
                    <a:pt x="2182" y="752"/>
                  </a:cubicBezTo>
                  <a:cubicBezTo>
                    <a:pt x="2305" y="678"/>
                    <a:pt x="2601" y="617"/>
                    <a:pt x="2539" y="555"/>
                  </a:cubicBezTo>
                  <a:cubicBezTo>
                    <a:pt x="2428" y="432"/>
                    <a:pt x="2305" y="333"/>
                    <a:pt x="2169" y="247"/>
                  </a:cubicBezTo>
                  <a:cubicBezTo>
                    <a:pt x="2083" y="185"/>
                    <a:pt x="1972" y="161"/>
                    <a:pt x="1849" y="161"/>
                  </a:cubicBezTo>
                  <a:cubicBezTo>
                    <a:pt x="1792" y="183"/>
                    <a:pt x="1725" y="248"/>
                    <a:pt x="1695" y="248"/>
                  </a:cubicBezTo>
                  <a:cubicBezTo>
                    <a:pt x="1693" y="248"/>
                    <a:pt x="1691" y="248"/>
                    <a:pt x="1689" y="247"/>
                  </a:cubicBezTo>
                  <a:cubicBezTo>
                    <a:pt x="1652" y="198"/>
                    <a:pt x="1603" y="173"/>
                    <a:pt x="1541" y="161"/>
                  </a:cubicBezTo>
                  <a:cubicBezTo>
                    <a:pt x="1381" y="99"/>
                    <a:pt x="1233" y="5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1" name="Google Shape;8117;p67">
              <a:extLst>
                <a:ext uri="{FF2B5EF4-FFF2-40B4-BE49-F238E27FC236}">
                  <a16:creationId xmlns:a16="http://schemas.microsoft.com/office/drawing/2014/main" id="{BAB06D0B-6A6F-B93D-8815-0F0D9F25A67E}"/>
                </a:ext>
              </a:extLst>
            </p:cNvPr>
            <p:cNvSpPr/>
            <p:nvPr/>
          </p:nvSpPr>
          <p:spPr>
            <a:xfrm>
              <a:off x="2890950" y="4368250"/>
              <a:ext cx="7725" cy="6175"/>
            </a:xfrm>
            <a:custGeom>
              <a:avLst/>
              <a:gdLst/>
              <a:ahLst/>
              <a:cxnLst/>
              <a:rect l="l" t="t" r="r" b="b"/>
              <a:pathLst>
                <a:path w="309" h="247" extrusionOk="0">
                  <a:moveTo>
                    <a:pt x="161" y="0"/>
                  </a:moveTo>
                  <a:cubicBezTo>
                    <a:pt x="136" y="0"/>
                    <a:pt x="75" y="74"/>
                    <a:pt x="38" y="124"/>
                  </a:cubicBezTo>
                  <a:cubicBezTo>
                    <a:pt x="1" y="160"/>
                    <a:pt x="50" y="210"/>
                    <a:pt x="198" y="247"/>
                  </a:cubicBezTo>
                  <a:cubicBezTo>
                    <a:pt x="272" y="247"/>
                    <a:pt x="272" y="173"/>
                    <a:pt x="296" y="148"/>
                  </a:cubicBezTo>
                  <a:cubicBezTo>
                    <a:pt x="309" y="136"/>
                    <a:pt x="186" y="0"/>
                    <a:pt x="16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2" name="Google Shape;8118;p67">
              <a:extLst>
                <a:ext uri="{FF2B5EF4-FFF2-40B4-BE49-F238E27FC236}">
                  <a16:creationId xmlns:a16="http://schemas.microsoft.com/office/drawing/2014/main" id="{0AB36F68-0EE9-7A42-980F-C1279C186826}"/>
                </a:ext>
              </a:extLst>
            </p:cNvPr>
            <p:cNvSpPr/>
            <p:nvPr/>
          </p:nvSpPr>
          <p:spPr>
            <a:xfrm>
              <a:off x="2816400" y="4345900"/>
              <a:ext cx="71800" cy="36400"/>
            </a:xfrm>
            <a:custGeom>
              <a:avLst/>
              <a:gdLst/>
              <a:ahLst/>
              <a:cxnLst/>
              <a:rect l="l" t="t" r="r" b="b"/>
              <a:pathLst>
                <a:path w="2872" h="1456" extrusionOk="0">
                  <a:moveTo>
                    <a:pt x="2036" y="0"/>
                  </a:moveTo>
                  <a:cubicBezTo>
                    <a:pt x="1967" y="0"/>
                    <a:pt x="1849" y="170"/>
                    <a:pt x="1849" y="217"/>
                  </a:cubicBezTo>
                  <a:cubicBezTo>
                    <a:pt x="1837" y="291"/>
                    <a:pt x="1812" y="291"/>
                    <a:pt x="1751" y="352"/>
                  </a:cubicBezTo>
                  <a:cubicBezTo>
                    <a:pt x="1689" y="414"/>
                    <a:pt x="1849" y="426"/>
                    <a:pt x="1960" y="512"/>
                  </a:cubicBezTo>
                  <a:cubicBezTo>
                    <a:pt x="2059" y="586"/>
                    <a:pt x="1972" y="599"/>
                    <a:pt x="1837" y="611"/>
                  </a:cubicBezTo>
                  <a:cubicBezTo>
                    <a:pt x="1714" y="623"/>
                    <a:pt x="1837" y="636"/>
                    <a:pt x="1948" y="709"/>
                  </a:cubicBezTo>
                  <a:cubicBezTo>
                    <a:pt x="2046" y="783"/>
                    <a:pt x="1837" y="870"/>
                    <a:pt x="1689" y="870"/>
                  </a:cubicBezTo>
                  <a:lnTo>
                    <a:pt x="1516" y="870"/>
                  </a:lnTo>
                  <a:cubicBezTo>
                    <a:pt x="1455" y="870"/>
                    <a:pt x="1467" y="759"/>
                    <a:pt x="1430" y="722"/>
                  </a:cubicBezTo>
                  <a:cubicBezTo>
                    <a:pt x="1393" y="685"/>
                    <a:pt x="1344" y="697"/>
                    <a:pt x="1344" y="660"/>
                  </a:cubicBezTo>
                  <a:cubicBezTo>
                    <a:pt x="1270" y="574"/>
                    <a:pt x="1171" y="512"/>
                    <a:pt x="1073" y="463"/>
                  </a:cubicBezTo>
                  <a:cubicBezTo>
                    <a:pt x="1044" y="451"/>
                    <a:pt x="1018" y="447"/>
                    <a:pt x="993" y="447"/>
                  </a:cubicBezTo>
                  <a:cubicBezTo>
                    <a:pt x="944" y="447"/>
                    <a:pt x="900" y="463"/>
                    <a:pt x="851" y="463"/>
                  </a:cubicBezTo>
                  <a:cubicBezTo>
                    <a:pt x="789" y="463"/>
                    <a:pt x="802" y="315"/>
                    <a:pt x="765" y="278"/>
                  </a:cubicBezTo>
                  <a:cubicBezTo>
                    <a:pt x="756" y="269"/>
                    <a:pt x="738" y="265"/>
                    <a:pt x="715" y="265"/>
                  </a:cubicBezTo>
                  <a:cubicBezTo>
                    <a:pt x="644" y="265"/>
                    <a:pt x="522" y="303"/>
                    <a:pt x="457" y="340"/>
                  </a:cubicBezTo>
                  <a:cubicBezTo>
                    <a:pt x="358" y="389"/>
                    <a:pt x="555" y="438"/>
                    <a:pt x="642" y="451"/>
                  </a:cubicBezTo>
                  <a:cubicBezTo>
                    <a:pt x="728" y="475"/>
                    <a:pt x="457" y="488"/>
                    <a:pt x="395" y="488"/>
                  </a:cubicBezTo>
                  <a:cubicBezTo>
                    <a:pt x="321" y="488"/>
                    <a:pt x="260" y="512"/>
                    <a:pt x="223" y="574"/>
                  </a:cubicBezTo>
                  <a:cubicBezTo>
                    <a:pt x="173" y="648"/>
                    <a:pt x="531" y="648"/>
                    <a:pt x="605" y="648"/>
                  </a:cubicBezTo>
                  <a:cubicBezTo>
                    <a:pt x="469" y="685"/>
                    <a:pt x="334" y="709"/>
                    <a:pt x="198" y="709"/>
                  </a:cubicBezTo>
                  <a:cubicBezTo>
                    <a:pt x="112" y="709"/>
                    <a:pt x="63" y="759"/>
                    <a:pt x="112" y="796"/>
                  </a:cubicBezTo>
                  <a:cubicBezTo>
                    <a:pt x="160" y="804"/>
                    <a:pt x="209" y="809"/>
                    <a:pt x="259" y="809"/>
                  </a:cubicBezTo>
                  <a:cubicBezTo>
                    <a:pt x="351" y="809"/>
                    <a:pt x="443" y="795"/>
                    <a:pt x="531" y="771"/>
                  </a:cubicBezTo>
                  <a:cubicBezTo>
                    <a:pt x="536" y="770"/>
                    <a:pt x="541" y="770"/>
                    <a:pt x="546" y="770"/>
                  </a:cubicBezTo>
                  <a:cubicBezTo>
                    <a:pt x="612" y="770"/>
                    <a:pt x="474" y="859"/>
                    <a:pt x="358" y="894"/>
                  </a:cubicBezTo>
                  <a:cubicBezTo>
                    <a:pt x="294" y="922"/>
                    <a:pt x="222" y="936"/>
                    <a:pt x="149" y="936"/>
                  </a:cubicBezTo>
                  <a:cubicBezTo>
                    <a:pt x="124" y="936"/>
                    <a:pt x="99" y="934"/>
                    <a:pt x="75" y="931"/>
                  </a:cubicBezTo>
                  <a:cubicBezTo>
                    <a:pt x="1" y="931"/>
                    <a:pt x="26" y="993"/>
                    <a:pt x="38" y="1042"/>
                  </a:cubicBezTo>
                  <a:cubicBezTo>
                    <a:pt x="43" y="1070"/>
                    <a:pt x="75" y="1078"/>
                    <a:pt x="115" y="1078"/>
                  </a:cubicBezTo>
                  <a:cubicBezTo>
                    <a:pt x="163" y="1078"/>
                    <a:pt x="225" y="1067"/>
                    <a:pt x="272" y="1067"/>
                  </a:cubicBezTo>
                  <a:cubicBezTo>
                    <a:pt x="346" y="1067"/>
                    <a:pt x="321" y="1079"/>
                    <a:pt x="395" y="1165"/>
                  </a:cubicBezTo>
                  <a:cubicBezTo>
                    <a:pt x="414" y="1187"/>
                    <a:pt x="424" y="1196"/>
                    <a:pt x="431" y="1196"/>
                  </a:cubicBezTo>
                  <a:cubicBezTo>
                    <a:pt x="447" y="1196"/>
                    <a:pt x="440" y="1147"/>
                    <a:pt x="457" y="1104"/>
                  </a:cubicBezTo>
                  <a:cubicBezTo>
                    <a:pt x="466" y="1091"/>
                    <a:pt x="476" y="1087"/>
                    <a:pt x="486" y="1087"/>
                  </a:cubicBezTo>
                  <a:cubicBezTo>
                    <a:pt x="515" y="1087"/>
                    <a:pt x="543" y="1128"/>
                    <a:pt x="543" y="1128"/>
                  </a:cubicBezTo>
                  <a:cubicBezTo>
                    <a:pt x="592" y="1104"/>
                    <a:pt x="642" y="1067"/>
                    <a:pt x="691" y="1042"/>
                  </a:cubicBezTo>
                  <a:cubicBezTo>
                    <a:pt x="740" y="993"/>
                    <a:pt x="789" y="956"/>
                    <a:pt x="851" y="919"/>
                  </a:cubicBezTo>
                  <a:cubicBezTo>
                    <a:pt x="865" y="908"/>
                    <a:pt x="880" y="904"/>
                    <a:pt x="893" y="904"/>
                  </a:cubicBezTo>
                  <a:cubicBezTo>
                    <a:pt x="926" y="904"/>
                    <a:pt x="948" y="933"/>
                    <a:pt x="913" y="968"/>
                  </a:cubicBezTo>
                  <a:cubicBezTo>
                    <a:pt x="863" y="1030"/>
                    <a:pt x="876" y="1079"/>
                    <a:pt x="950" y="1079"/>
                  </a:cubicBezTo>
                  <a:cubicBezTo>
                    <a:pt x="956" y="1080"/>
                    <a:pt x="964" y="1081"/>
                    <a:pt x="971" y="1081"/>
                  </a:cubicBezTo>
                  <a:cubicBezTo>
                    <a:pt x="1048" y="1081"/>
                    <a:pt x="1166" y="1030"/>
                    <a:pt x="1233" y="1030"/>
                  </a:cubicBezTo>
                  <a:cubicBezTo>
                    <a:pt x="1319" y="1030"/>
                    <a:pt x="1406" y="1030"/>
                    <a:pt x="1492" y="1018"/>
                  </a:cubicBezTo>
                  <a:cubicBezTo>
                    <a:pt x="1498" y="1017"/>
                    <a:pt x="1503" y="1016"/>
                    <a:pt x="1507" y="1016"/>
                  </a:cubicBezTo>
                  <a:cubicBezTo>
                    <a:pt x="1576" y="1016"/>
                    <a:pt x="1461" y="1105"/>
                    <a:pt x="1356" y="1128"/>
                  </a:cubicBezTo>
                  <a:cubicBezTo>
                    <a:pt x="1336" y="1130"/>
                    <a:pt x="1316" y="1131"/>
                    <a:pt x="1296" y="1131"/>
                  </a:cubicBezTo>
                  <a:cubicBezTo>
                    <a:pt x="1256" y="1131"/>
                    <a:pt x="1219" y="1128"/>
                    <a:pt x="1184" y="1128"/>
                  </a:cubicBezTo>
                  <a:cubicBezTo>
                    <a:pt x="1131" y="1128"/>
                    <a:pt x="1085" y="1135"/>
                    <a:pt x="1048" y="1165"/>
                  </a:cubicBezTo>
                  <a:cubicBezTo>
                    <a:pt x="962" y="1227"/>
                    <a:pt x="863" y="1239"/>
                    <a:pt x="765" y="1289"/>
                  </a:cubicBezTo>
                  <a:cubicBezTo>
                    <a:pt x="654" y="1350"/>
                    <a:pt x="814" y="1412"/>
                    <a:pt x="913" y="1449"/>
                  </a:cubicBezTo>
                  <a:cubicBezTo>
                    <a:pt x="925" y="1454"/>
                    <a:pt x="942" y="1456"/>
                    <a:pt x="960" y="1456"/>
                  </a:cubicBezTo>
                  <a:cubicBezTo>
                    <a:pt x="1087" y="1456"/>
                    <a:pt x="1334" y="1359"/>
                    <a:pt x="1430" y="1338"/>
                  </a:cubicBezTo>
                  <a:cubicBezTo>
                    <a:pt x="1541" y="1313"/>
                    <a:pt x="1590" y="1301"/>
                    <a:pt x="1714" y="1264"/>
                  </a:cubicBezTo>
                  <a:cubicBezTo>
                    <a:pt x="1837" y="1239"/>
                    <a:pt x="1960" y="1141"/>
                    <a:pt x="2022" y="1141"/>
                  </a:cubicBezTo>
                  <a:cubicBezTo>
                    <a:pt x="2037" y="1138"/>
                    <a:pt x="2049" y="1136"/>
                    <a:pt x="2058" y="1136"/>
                  </a:cubicBezTo>
                  <a:cubicBezTo>
                    <a:pt x="2087" y="1136"/>
                    <a:pt x="2099" y="1150"/>
                    <a:pt x="2145" y="1178"/>
                  </a:cubicBezTo>
                  <a:cubicBezTo>
                    <a:pt x="2162" y="1188"/>
                    <a:pt x="2172" y="1192"/>
                    <a:pt x="2180" y="1192"/>
                  </a:cubicBezTo>
                  <a:cubicBezTo>
                    <a:pt x="2202" y="1192"/>
                    <a:pt x="2209" y="1161"/>
                    <a:pt x="2280" y="1116"/>
                  </a:cubicBezTo>
                  <a:cubicBezTo>
                    <a:pt x="2315" y="1090"/>
                    <a:pt x="2328" y="1081"/>
                    <a:pt x="2335" y="1081"/>
                  </a:cubicBezTo>
                  <a:cubicBezTo>
                    <a:pt x="2347" y="1081"/>
                    <a:pt x="2335" y="1112"/>
                    <a:pt x="2391" y="1128"/>
                  </a:cubicBezTo>
                  <a:cubicBezTo>
                    <a:pt x="2514" y="1128"/>
                    <a:pt x="2638" y="1091"/>
                    <a:pt x="2749" y="1030"/>
                  </a:cubicBezTo>
                  <a:cubicBezTo>
                    <a:pt x="2835" y="981"/>
                    <a:pt x="2786" y="845"/>
                    <a:pt x="2835" y="796"/>
                  </a:cubicBezTo>
                  <a:cubicBezTo>
                    <a:pt x="2872" y="722"/>
                    <a:pt x="2847" y="636"/>
                    <a:pt x="2773" y="599"/>
                  </a:cubicBezTo>
                  <a:cubicBezTo>
                    <a:pt x="2724" y="562"/>
                    <a:pt x="2650" y="549"/>
                    <a:pt x="2588" y="549"/>
                  </a:cubicBezTo>
                  <a:cubicBezTo>
                    <a:pt x="2514" y="549"/>
                    <a:pt x="2551" y="660"/>
                    <a:pt x="2539" y="697"/>
                  </a:cubicBezTo>
                  <a:cubicBezTo>
                    <a:pt x="2535" y="709"/>
                    <a:pt x="2530" y="713"/>
                    <a:pt x="2524" y="713"/>
                  </a:cubicBezTo>
                  <a:cubicBezTo>
                    <a:pt x="2510" y="713"/>
                    <a:pt x="2490" y="693"/>
                    <a:pt x="2465" y="685"/>
                  </a:cubicBezTo>
                  <a:cubicBezTo>
                    <a:pt x="2416" y="673"/>
                    <a:pt x="2280" y="611"/>
                    <a:pt x="2280" y="549"/>
                  </a:cubicBezTo>
                  <a:cubicBezTo>
                    <a:pt x="2274" y="512"/>
                    <a:pt x="2259" y="503"/>
                    <a:pt x="2240" y="503"/>
                  </a:cubicBezTo>
                  <a:cubicBezTo>
                    <a:pt x="2222" y="503"/>
                    <a:pt x="2200" y="512"/>
                    <a:pt x="2182" y="512"/>
                  </a:cubicBezTo>
                  <a:cubicBezTo>
                    <a:pt x="2157" y="512"/>
                    <a:pt x="2120" y="475"/>
                    <a:pt x="2157" y="463"/>
                  </a:cubicBezTo>
                  <a:cubicBezTo>
                    <a:pt x="2206" y="438"/>
                    <a:pt x="2182" y="389"/>
                    <a:pt x="2157" y="328"/>
                  </a:cubicBezTo>
                  <a:cubicBezTo>
                    <a:pt x="2120" y="241"/>
                    <a:pt x="2096" y="155"/>
                    <a:pt x="2083" y="69"/>
                  </a:cubicBezTo>
                  <a:cubicBezTo>
                    <a:pt x="2077" y="19"/>
                    <a:pt x="2059" y="0"/>
                    <a:pt x="203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3" name="Google Shape;8119;p67">
              <a:extLst>
                <a:ext uri="{FF2B5EF4-FFF2-40B4-BE49-F238E27FC236}">
                  <a16:creationId xmlns:a16="http://schemas.microsoft.com/office/drawing/2014/main" id="{B4A19F35-F195-490D-DC57-5D037BB21F69}"/>
                </a:ext>
              </a:extLst>
            </p:cNvPr>
            <p:cNvSpPr/>
            <p:nvPr/>
          </p:nvSpPr>
          <p:spPr>
            <a:xfrm>
              <a:off x="2804400" y="4359600"/>
              <a:ext cx="12150" cy="7950"/>
            </a:xfrm>
            <a:custGeom>
              <a:avLst/>
              <a:gdLst/>
              <a:ahLst/>
              <a:cxnLst/>
              <a:rect l="l" t="t" r="r" b="b"/>
              <a:pathLst>
                <a:path w="486" h="318" extrusionOk="0">
                  <a:moveTo>
                    <a:pt x="436" y="1"/>
                  </a:moveTo>
                  <a:cubicBezTo>
                    <a:pt x="435" y="1"/>
                    <a:pt x="433" y="1"/>
                    <a:pt x="432" y="1"/>
                  </a:cubicBezTo>
                  <a:cubicBezTo>
                    <a:pt x="370" y="14"/>
                    <a:pt x="0" y="223"/>
                    <a:pt x="50" y="260"/>
                  </a:cubicBezTo>
                  <a:cubicBezTo>
                    <a:pt x="84" y="286"/>
                    <a:pt x="161" y="318"/>
                    <a:pt x="221" y="318"/>
                  </a:cubicBezTo>
                  <a:cubicBezTo>
                    <a:pt x="246" y="318"/>
                    <a:pt x="269" y="312"/>
                    <a:pt x="284" y="297"/>
                  </a:cubicBezTo>
                  <a:cubicBezTo>
                    <a:pt x="332" y="237"/>
                    <a:pt x="486" y="1"/>
                    <a:pt x="43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4" name="Google Shape;8120;p67">
              <a:extLst>
                <a:ext uri="{FF2B5EF4-FFF2-40B4-BE49-F238E27FC236}">
                  <a16:creationId xmlns:a16="http://schemas.microsoft.com/office/drawing/2014/main" id="{C46376C9-12DB-828A-1EED-ABDF4934EBB8}"/>
                </a:ext>
              </a:extLst>
            </p:cNvPr>
            <p:cNvSpPr/>
            <p:nvPr/>
          </p:nvSpPr>
          <p:spPr>
            <a:xfrm>
              <a:off x="2783525" y="4338000"/>
              <a:ext cx="44300" cy="23900"/>
            </a:xfrm>
            <a:custGeom>
              <a:avLst/>
              <a:gdLst/>
              <a:ahLst/>
              <a:cxnLst/>
              <a:rect l="l" t="t" r="r" b="b"/>
              <a:pathLst>
                <a:path w="1772" h="956" extrusionOk="0">
                  <a:moveTo>
                    <a:pt x="1474" y="0"/>
                  </a:moveTo>
                  <a:cubicBezTo>
                    <a:pt x="1426" y="0"/>
                    <a:pt x="1462" y="38"/>
                    <a:pt x="1451" y="114"/>
                  </a:cubicBezTo>
                  <a:cubicBezTo>
                    <a:pt x="1451" y="147"/>
                    <a:pt x="1415" y="158"/>
                    <a:pt x="1357" y="158"/>
                  </a:cubicBezTo>
                  <a:cubicBezTo>
                    <a:pt x="1264" y="158"/>
                    <a:pt x="1115" y="129"/>
                    <a:pt x="971" y="114"/>
                  </a:cubicBezTo>
                  <a:cubicBezTo>
                    <a:pt x="967" y="113"/>
                    <a:pt x="962" y="113"/>
                    <a:pt x="958" y="113"/>
                  </a:cubicBezTo>
                  <a:cubicBezTo>
                    <a:pt x="746" y="113"/>
                    <a:pt x="660" y="411"/>
                    <a:pt x="540" y="471"/>
                  </a:cubicBezTo>
                  <a:cubicBezTo>
                    <a:pt x="404" y="533"/>
                    <a:pt x="441" y="570"/>
                    <a:pt x="380" y="619"/>
                  </a:cubicBezTo>
                  <a:cubicBezTo>
                    <a:pt x="306" y="668"/>
                    <a:pt x="219" y="644"/>
                    <a:pt x="108" y="693"/>
                  </a:cubicBezTo>
                  <a:cubicBezTo>
                    <a:pt x="29" y="728"/>
                    <a:pt x="0" y="757"/>
                    <a:pt x="22" y="757"/>
                  </a:cubicBezTo>
                  <a:cubicBezTo>
                    <a:pt x="30" y="757"/>
                    <a:pt x="47" y="753"/>
                    <a:pt x="71" y="742"/>
                  </a:cubicBezTo>
                  <a:cubicBezTo>
                    <a:pt x="84" y="739"/>
                    <a:pt x="94" y="737"/>
                    <a:pt x="102" y="737"/>
                  </a:cubicBezTo>
                  <a:cubicBezTo>
                    <a:pt x="151" y="737"/>
                    <a:pt x="90" y="806"/>
                    <a:pt x="47" y="902"/>
                  </a:cubicBezTo>
                  <a:cubicBezTo>
                    <a:pt x="32" y="942"/>
                    <a:pt x="33" y="955"/>
                    <a:pt x="44" y="955"/>
                  </a:cubicBezTo>
                  <a:cubicBezTo>
                    <a:pt x="61" y="955"/>
                    <a:pt x="101" y="924"/>
                    <a:pt x="145" y="902"/>
                  </a:cubicBezTo>
                  <a:cubicBezTo>
                    <a:pt x="177" y="881"/>
                    <a:pt x="199" y="874"/>
                    <a:pt x="219" y="874"/>
                  </a:cubicBezTo>
                  <a:cubicBezTo>
                    <a:pt x="247" y="874"/>
                    <a:pt x="270" y="888"/>
                    <a:pt x="306" y="902"/>
                  </a:cubicBezTo>
                  <a:cubicBezTo>
                    <a:pt x="322" y="908"/>
                    <a:pt x="336" y="910"/>
                    <a:pt x="348" y="910"/>
                  </a:cubicBezTo>
                  <a:cubicBezTo>
                    <a:pt x="392" y="910"/>
                    <a:pt x="418" y="879"/>
                    <a:pt x="466" y="841"/>
                  </a:cubicBezTo>
                  <a:cubicBezTo>
                    <a:pt x="483" y="830"/>
                    <a:pt x="494" y="826"/>
                    <a:pt x="502" y="826"/>
                  </a:cubicBezTo>
                  <a:cubicBezTo>
                    <a:pt x="524" y="826"/>
                    <a:pt x="525" y="858"/>
                    <a:pt x="552" y="902"/>
                  </a:cubicBezTo>
                  <a:cubicBezTo>
                    <a:pt x="573" y="936"/>
                    <a:pt x="589" y="944"/>
                    <a:pt x="615" y="944"/>
                  </a:cubicBezTo>
                  <a:cubicBezTo>
                    <a:pt x="635" y="944"/>
                    <a:pt x="662" y="939"/>
                    <a:pt x="700" y="939"/>
                  </a:cubicBezTo>
                  <a:cubicBezTo>
                    <a:pt x="798" y="939"/>
                    <a:pt x="774" y="878"/>
                    <a:pt x="786" y="816"/>
                  </a:cubicBezTo>
                  <a:cubicBezTo>
                    <a:pt x="796" y="775"/>
                    <a:pt x="815" y="751"/>
                    <a:pt x="835" y="751"/>
                  </a:cubicBezTo>
                  <a:cubicBezTo>
                    <a:pt x="839" y="751"/>
                    <a:pt x="843" y="752"/>
                    <a:pt x="848" y="754"/>
                  </a:cubicBezTo>
                  <a:cubicBezTo>
                    <a:pt x="865" y="772"/>
                    <a:pt x="888" y="795"/>
                    <a:pt x="913" y="795"/>
                  </a:cubicBezTo>
                  <a:cubicBezTo>
                    <a:pt x="924" y="795"/>
                    <a:pt x="935" y="790"/>
                    <a:pt x="946" y="779"/>
                  </a:cubicBezTo>
                  <a:cubicBezTo>
                    <a:pt x="983" y="742"/>
                    <a:pt x="983" y="693"/>
                    <a:pt x="983" y="594"/>
                  </a:cubicBezTo>
                  <a:cubicBezTo>
                    <a:pt x="983" y="529"/>
                    <a:pt x="983" y="506"/>
                    <a:pt x="986" y="506"/>
                  </a:cubicBezTo>
                  <a:cubicBezTo>
                    <a:pt x="988" y="506"/>
                    <a:pt x="990" y="517"/>
                    <a:pt x="996" y="533"/>
                  </a:cubicBezTo>
                  <a:cubicBezTo>
                    <a:pt x="1004" y="545"/>
                    <a:pt x="1016" y="550"/>
                    <a:pt x="1029" y="550"/>
                  </a:cubicBezTo>
                  <a:cubicBezTo>
                    <a:pt x="1054" y="550"/>
                    <a:pt x="1082" y="529"/>
                    <a:pt x="1082" y="496"/>
                  </a:cubicBezTo>
                  <a:cubicBezTo>
                    <a:pt x="1091" y="460"/>
                    <a:pt x="1118" y="431"/>
                    <a:pt x="1161" y="431"/>
                  </a:cubicBezTo>
                  <a:cubicBezTo>
                    <a:pt x="1177" y="431"/>
                    <a:pt x="1196" y="436"/>
                    <a:pt x="1217" y="446"/>
                  </a:cubicBezTo>
                  <a:cubicBezTo>
                    <a:pt x="1304" y="483"/>
                    <a:pt x="1193" y="545"/>
                    <a:pt x="1193" y="668"/>
                  </a:cubicBezTo>
                  <a:cubicBezTo>
                    <a:pt x="1188" y="716"/>
                    <a:pt x="1216" y="732"/>
                    <a:pt x="1255" y="732"/>
                  </a:cubicBezTo>
                  <a:cubicBezTo>
                    <a:pt x="1316" y="732"/>
                    <a:pt x="1404" y="691"/>
                    <a:pt x="1427" y="668"/>
                  </a:cubicBezTo>
                  <a:cubicBezTo>
                    <a:pt x="1451" y="631"/>
                    <a:pt x="1464" y="582"/>
                    <a:pt x="1464" y="533"/>
                  </a:cubicBezTo>
                  <a:cubicBezTo>
                    <a:pt x="1464" y="533"/>
                    <a:pt x="1599" y="520"/>
                    <a:pt x="1649" y="508"/>
                  </a:cubicBezTo>
                  <a:cubicBezTo>
                    <a:pt x="1698" y="508"/>
                    <a:pt x="1624" y="446"/>
                    <a:pt x="1612" y="422"/>
                  </a:cubicBezTo>
                  <a:cubicBezTo>
                    <a:pt x="1612" y="385"/>
                    <a:pt x="1612" y="385"/>
                    <a:pt x="1673" y="372"/>
                  </a:cubicBezTo>
                  <a:cubicBezTo>
                    <a:pt x="1723" y="360"/>
                    <a:pt x="1673" y="262"/>
                    <a:pt x="1624" y="225"/>
                  </a:cubicBezTo>
                  <a:cubicBezTo>
                    <a:pt x="1587" y="200"/>
                    <a:pt x="1686" y="126"/>
                    <a:pt x="1723" y="101"/>
                  </a:cubicBezTo>
                  <a:cubicBezTo>
                    <a:pt x="1772" y="64"/>
                    <a:pt x="1587" y="27"/>
                    <a:pt x="1501" y="3"/>
                  </a:cubicBezTo>
                  <a:cubicBezTo>
                    <a:pt x="1490" y="1"/>
                    <a:pt x="1481" y="0"/>
                    <a:pt x="14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5" name="Google Shape;8121;p67">
              <a:extLst>
                <a:ext uri="{FF2B5EF4-FFF2-40B4-BE49-F238E27FC236}">
                  <a16:creationId xmlns:a16="http://schemas.microsoft.com/office/drawing/2014/main" id="{B555D3FD-8A1C-831F-50DE-2E737F7B8596}"/>
                </a:ext>
              </a:extLst>
            </p:cNvPr>
            <p:cNvSpPr/>
            <p:nvPr/>
          </p:nvSpPr>
          <p:spPr>
            <a:xfrm>
              <a:off x="2831200" y="4348125"/>
              <a:ext cx="9875" cy="1975"/>
            </a:xfrm>
            <a:custGeom>
              <a:avLst/>
              <a:gdLst/>
              <a:ahLst/>
              <a:cxnLst/>
              <a:rect l="l" t="t" r="r" b="b"/>
              <a:pathLst>
                <a:path w="395" h="79" extrusionOk="0">
                  <a:moveTo>
                    <a:pt x="166" y="0"/>
                  </a:moveTo>
                  <a:cubicBezTo>
                    <a:pt x="151" y="0"/>
                    <a:pt x="137" y="2"/>
                    <a:pt x="124" y="4"/>
                  </a:cubicBezTo>
                  <a:cubicBezTo>
                    <a:pt x="0" y="17"/>
                    <a:pt x="185" y="78"/>
                    <a:pt x="296" y="78"/>
                  </a:cubicBezTo>
                  <a:cubicBezTo>
                    <a:pt x="395" y="78"/>
                    <a:pt x="279" y="0"/>
                    <a:pt x="1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6" name="Google Shape;8122;p67">
              <a:extLst>
                <a:ext uri="{FF2B5EF4-FFF2-40B4-BE49-F238E27FC236}">
                  <a16:creationId xmlns:a16="http://schemas.microsoft.com/office/drawing/2014/main" id="{9C2E96CE-086F-EBFD-361A-6CE80E4724E8}"/>
                </a:ext>
              </a:extLst>
            </p:cNvPr>
            <p:cNvSpPr/>
            <p:nvPr/>
          </p:nvSpPr>
          <p:spPr>
            <a:xfrm>
              <a:off x="2841050" y="4328500"/>
              <a:ext cx="23450" cy="12675"/>
            </a:xfrm>
            <a:custGeom>
              <a:avLst/>
              <a:gdLst/>
              <a:ahLst/>
              <a:cxnLst/>
              <a:rect l="l" t="t" r="r" b="b"/>
              <a:pathLst>
                <a:path w="938" h="507" extrusionOk="0">
                  <a:moveTo>
                    <a:pt x="789" y="1"/>
                  </a:moveTo>
                  <a:cubicBezTo>
                    <a:pt x="580" y="25"/>
                    <a:pt x="358" y="62"/>
                    <a:pt x="161" y="136"/>
                  </a:cubicBezTo>
                  <a:cubicBezTo>
                    <a:pt x="99" y="161"/>
                    <a:pt x="1" y="210"/>
                    <a:pt x="13" y="272"/>
                  </a:cubicBezTo>
                  <a:cubicBezTo>
                    <a:pt x="75" y="370"/>
                    <a:pt x="173" y="457"/>
                    <a:pt x="284" y="506"/>
                  </a:cubicBezTo>
                  <a:cubicBezTo>
                    <a:pt x="289" y="507"/>
                    <a:pt x="295" y="507"/>
                    <a:pt x="301" y="507"/>
                  </a:cubicBezTo>
                  <a:cubicBezTo>
                    <a:pt x="417" y="507"/>
                    <a:pt x="633" y="393"/>
                    <a:pt x="715" y="358"/>
                  </a:cubicBezTo>
                  <a:cubicBezTo>
                    <a:pt x="802" y="321"/>
                    <a:pt x="715" y="223"/>
                    <a:pt x="654" y="223"/>
                  </a:cubicBezTo>
                  <a:cubicBezTo>
                    <a:pt x="580" y="223"/>
                    <a:pt x="654" y="161"/>
                    <a:pt x="789" y="149"/>
                  </a:cubicBezTo>
                  <a:cubicBezTo>
                    <a:pt x="937" y="124"/>
                    <a:pt x="900" y="25"/>
                    <a:pt x="7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7" name="Google Shape;8123;p67">
              <a:extLst>
                <a:ext uri="{FF2B5EF4-FFF2-40B4-BE49-F238E27FC236}">
                  <a16:creationId xmlns:a16="http://schemas.microsoft.com/office/drawing/2014/main" id="{A8E8783C-D1BD-AA7A-2BAF-17D0F6FB4473}"/>
                </a:ext>
              </a:extLst>
            </p:cNvPr>
            <p:cNvSpPr/>
            <p:nvPr/>
          </p:nvSpPr>
          <p:spPr>
            <a:xfrm>
              <a:off x="2828625" y="4330650"/>
              <a:ext cx="9625" cy="5325"/>
            </a:xfrm>
            <a:custGeom>
              <a:avLst/>
              <a:gdLst/>
              <a:ahLst/>
              <a:cxnLst/>
              <a:rect l="l" t="t" r="r" b="b"/>
              <a:pathLst>
                <a:path w="385" h="213" extrusionOk="0">
                  <a:moveTo>
                    <a:pt x="166" y="1"/>
                  </a:moveTo>
                  <a:cubicBezTo>
                    <a:pt x="162" y="1"/>
                    <a:pt x="157" y="1"/>
                    <a:pt x="153" y="1"/>
                  </a:cubicBezTo>
                  <a:cubicBezTo>
                    <a:pt x="0" y="1"/>
                    <a:pt x="171" y="212"/>
                    <a:pt x="283" y="212"/>
                  </a:cubicBezTo>
                  <a:cubicBezTo>
                    <a:pt x="289" y="212"/>
                    <a:pt x="295" y="212"/>
                    <a:pt x="300" y="211"/>
                  </a:cubicBezTo>
                  <a:cubicBezTo>
                    <a:pt x="384" y="187"/>
                    <a:pt x="306" y="1"/>
                    <a:pt x="1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8" name="Google Shape;8124;p67">
              <a:extLst>
                <a:ext uri="{FF2B5EF4-FFF2-40B4-BE49-F238E27FC236}">
                  <a16:creationId xmlns:a16="http://schemas.microsoft.com/office/drawing/2014/main" id="{4F8BDC52-74D7-6824-BE80-5422464DA54F}"/>
                </a:ext>
              </a:extLst>
            </p:cNvPr>
            <p:cNvSpPr/>
            <p:nvPr/>
          </p:nvSpPr>
          <p:spPr>
            <a:xfrm>
              <a:off x="2841675" y="4318950"/>
              <a:ext cx="24650" cy="8150"/>
            </a:xfrm>
            <a:custGeom>
              <a:avLst/>
              <a:gdLst/>
              <a:ahLst/>
              <a:cxnLst/>
              <a:rect l="l" t="t" r="r" b="b"/>
              <a:pathLst>
                <a:path w="986" h="326" extrusionOk="0">
                  <a:moveTo>
                    <a:pt x="594" y="0"/>
                  </a:moveTo>
                  <a:cubicBezTo>
                    <a:pt x="516" y="0"/>
                    <a:pt x="366" y="126"/>
                    <a:pt x="271" y="161"/>
                  </a:cubicBezTo>
                  <a:cubicBezTo>
                    <a:pt x="173" y="198"/>
                    <a:pt x="0" y="223"/>
                    <a:pt x="50" y="260"/>
                  </a:cubicBezTo>
                  <a:cubicBezTo>
                    <a:pt x="64" y="274"/>
                    <a:pt x="82" y="279"/>
                    <a:pt x="104" y="279"/>
                  </a:cubicBezTo>
                  <a:cubicBezTo>
                    <a:pt x="137" y="279"/>
                    <a:pt x="177" y="267"/>
                    <a:pt x="222" y="260"/>
                  </a:cubicBezTo>
                  <a:cubicBezTo>
                    <a:pt x="298" y="260"/>
                    <a:pt x="316" y="326"/>
                    <a:pt x="394" y="326"/>
                  </a:cubicBezTo>
                  <a:cubicBezTo>
                    <a:pt x="405" y="326"/>
                    <a:pt x="418" y="324"/>
                    <a:pt x="432" y="321"/>
                  </a:cubicBezTo>
                  <a:cubicBezTo>
                    <a:pt x="481" y="309"/>
                    <a:pt x="542" y="297"/>
                    <a:pt x="604" y="297"/>
                  </a:cubicBezTo>
                  <a:cubicBezTo>
                    <a:pt x="621" y="299"/>
                    <a:pt x="639" y="300"/>
                    <a:pt x="657" y="300"/>
                  </a:cubicBezTo>
                  <a:cubicBezTo>
                    <a:pt x="741" y="300"/>
                    <a:pt x="831" y="278"/>
                    <a:pt x="912" y="247"/>
                  </a:cubicBezTo>
                  <a:cubicBezTo>
                    <a:pt x="986" y="210"/>
                    <a:pt x="666" y="13"/>
                    <a:pt x="604" y="1"/>
                  </a:cubicBezTo>
                  <a:cubicBezTo>
                    <a:pt x="601" y="0"/>
                    <a:pt x="597" y="0"/>
                    <a:pt x="59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9" name="Google Shape;8125;p67">
              <a:extLst>
                <a:ext uri="{FF2B5EF4-FFF2-40B4-BE49-F238E27FC236}">
                  <a16:creationId xmlns:a16="http://schemas.microsoft.com/office/drawing/2014/main" id="{4F17C235-A145-EC28-EB42-D53E8080767B}"/>
                </a:ext>
              </a:extLst>
            </p:cNvPr>
            <p:cNvSpPr/>
            <p:nvPr/>
          </p:nvSpPr>
          <p:spPr>
            <a:xfrm>
              <a:off x="2904200" y="4349150"/>
              <a:ext cx="33175" cy="25100"/>
            </a:xfrm>
            <a:custGeom>
              <a:avLst/>
              <a:gdLst/>
              <a:ahLst/>
              <a:cxnLst/>
              <a:rect l="l" t="t" r="r" b="b"/>
              <a:pathLst>
                <a:path w="1327" h="1004" extrusionOk="0">
                  <a:moveTo>
                    <a:pt x="553" y="1"/>
                  </a:moveTo>
                  <a:cubicBezTo>
                    <a:pt x="506" y="1"/>
                    <a:pt x="393" y="20"/>
                    <a:pt x="309" y="62"/>
                  </a:cubicBezTo>
                  <a:cubicBezTo>
                    <a:pt x="267" y="83"/>
                    <a:pt x="261" y="89"/>
                    <a:pt x="272" y="89"/>
                  </a:cubicBezTo>
                  <a:cubicBezTo>
                    <a:pt x="295" y="89"/>
                    <a:pt x="391" y="62"/>
                    <a:pt x="432" y="62"/>
                  </a:cubicBezTo>
                  <a:cubicBezTo>
                    <a:pt x="493" y="62"/>
                    <a:pt x="456" y="87"/>
                    <a:pt x="444" y="124"/>
                  </a:cubicBezTo>
                  <a:cubicBezTo>
                    <a:pt x="419" y="161"/>
                    <a:pt x="493" y="210"/>
                    <a:pt x="617" y="234"/>
                  </a:cubicBezTo>
                  <a:cubicBezTo>
                    <a:pt x="740" y="271"/>
                    <a:pt x="715" y="345"/>
                    <a:pt x="617" y="358"/>
                  </a:cubicBezTo>
                  <a:cubicBezTo>
                    <a:pt x="530" y="370"/>
                    <a:pt x="617" y="382"/>
                    <a:pt x="715" y="382"/>
                  </a:cubicBezTo>
                  <a:cubicBezTo>
                    <a:pt x="801" y="382"/>
                    <a:pt x="752" y="456"/>
                    <a:pt x="715" y="469"/>
                  </a:cubicBezTo>
                  <a:cubicBezTo>
                    <a:pt x="712" y="470"/>
                    <a:pt x="709" y="471"/>
                    <a:pt x="704" y="471"/>
                  </a:cubicBezTo>
                  <a:cubicBezTo>
                    <a:pt x="642" y="471"/>
                    <a:pt x="462" y="302"/>
                    <a:pt x="358" y="198"/>
                  </a:cubicBezTo>
                  <a:cubicBezTo>
                    <a:pt x="322" y="162"/>
                    <a:pt x="298" y="149"/>
                    <a:pt x="277" y="149"/>
                  </a:cubicBezTo>
                  <a:cubicBezTo>
                    <a:pt x="239" y="149"/>
                    <a:pt x="211" y="191"/>
                    <a:pt x="148" y="222"/>
                  </a:cubicBezTo>
                  <a:cubicBezTo>
                    <a:pt x="62" y="271"/>
                    <a:pt x="136" y="271"/>
                    <a:pt x="247" y="271"/>
                  </a:cubicBezTo>
                  <a:cubicBezTo>
                    <a:pt x="370" y="271"/>
                    <a:pt x="210" y="308"/>
                    <a:pt x="148" y="382"/>
                  </a:cubicBezTo>
                  <a:cubicBezTo>
                    <a:pt x="87" y="444"/>
                    <a:pt x="173" y="407"/>
                    <a:pt x="296" y="432"/>
                  </a:cubicBezTo>
                  <a:cubicBezTo>
                    <a:pt x="432" y="469"/>
                    <a:pt x="296" y="543"/>
                    <a:pt x="222" y="543"/>
                  </a:cubicBezTo>
                  <a:cubicBezTo>
                    <a:pt x="136" y="543"/>
                    <a:pt x="1" y="604"/>
                    <a:pt x="1" y="678"/>
                  </a:cubicBezTo>
                  <a:cubicBezTo>
                    <a:pt x="1" y="707"/>
                    <a:pt x="1" y="716"/>
                    <a:pt x="8" y="716"/>
                  </a:cubicBezTo>
                  <a:cubicBezTo>
                    <a:pt x="22" y="716"/>
                    <a:pt x="66" y="678"/>
                    <a:pt x="198" y="678"/>
                  </a:cubicBezTo>
                  <a:cubicBezTo>
                    <a:pt x="346" y="666"/>
                    <a:pt x="481" y="641"/>
                    <a:pt x="617" y="604"/>
                  </a:cubicBezTo>
                  <a:cubicBezTo>
                    <a:pt x="656" y="596"/>
                    <a:pt x="685" y="592"/>
                    <a:pt x="707" y="592"/>
                  </a:cubicBezTo>
                  <a:cubicBezTo>
                    <a:pt x="784" y="592"/>
                    <a:pt x="774" y="632"/>
                    <a:pt x="764" y="641"/>
                  </a:cubicBezTo>
                  <a:cubicBezTo>
                    <a:pt x="678" y="678"/>
                    <a:pt x="604" y="715"/>
                    <a:pt x="518" y="764"/>
                  </a:cubicBezTo>
                  <a:cubicBezTo>
                    <a:pt x="493" y="801"/>
                    <a:pt x="543" y="801"/>
                    <a:pt x="641" y="863"/>
                  </a:cubicBezTo>
                  <a:cubicBezTo>
                    <a:pt x="740" y="912"/>
                    <a:pt x="617" y="900"/>
                    <a:pt x="592" y="961"/>
                  </a:cubicBezTo>
                  <a:cubicBezTo>
                    <a:pt x="585" y="996"/>
                    <a:pt x="670" y="1003"/>
                    <a:pt x="771" y="1003"/>
                  </a:cubicBezTo>
                  <a:cubicBezTo>
                    <a:pt x="853" y="1003"/>
                    <a:pt x="945" y="998"/>
                    <a:pt x="1011" y="998"/>
                  </a:cubicBezTo>
                  <a:cubicBezTo>
                    <a:pt x="1060" y="998"/>
                    <a:pt x="1220" y="949"/>
                    <a:pt x="1196" y="912"/>
                  </a:cubicBezTo>
                  <a:cubicBezTo>
                    <a:pt x="1183" y="875"/>
                    <a:pt x="1097" y="752"/>
                    <a:pt x="1134" y="715"/>
                  </a:cubicBezTo>
                  <a:cubicBezTo>
                    <a:pt x="1138" y="712"/>
                    <a:pt x="1141" y="710"/>
                    <a:pt x="1145" y="710"/>
                  </a:cubicBezTo>
                  <a:cubicBezTo>
                    <a:pt x="1170" y="710"/>
                    <a:pt x="1204" y="766"/>
                    <a:pt x="1257" y="777"/>
                  </a:cubicBezTo>
                  <a:cubicBezTo>
                    <a:pt x="1260" y="777"/>
                    <a:pt x="1262" y="777"/>
                    <a:pt x="1264" y="777"/>
                  </a:cubicBezTo>
                  <a:cubicBezTo>
                    <a:pt x="1326" y="777"/>
                    <a:pt x="1256" y="616"/>
                    <a:pt x="1220" y="604"/>
                  </a:cubicBezTo>
                  <a:cubicBezTo>
                    <a:pt x="1171" y="592"/>
                    <a:pt x="1208" y="432"/>
                    <a:pt x="1220" y="345"/>
                  </a:cubicBezTo>
                  <a:cubicBezTo>
                    <a:pt x="1220" y="259"/>
                    <a:pt x="1196" y="259"/>
                    <a:pt x="1196" y="234"/>
                  </a:cubicBezTo>
                  <a:cubicBezTo>
                    <a:pt x="1146" y="161"/>
                    <a:pt x="1097" y="99"/>
                    <a:pt x="1036" y="50"/>
                  </a:cubicBezTo>
                  <a:cubicBezTo>
                    <a:pt x="1029" y="44"/>
                    <a:pt x="1021" y="42"/>
                    <a:pt x="1013" y="42"/>
                  </a:cubicBezTo>
                  <a:cubicBezTo>
                    <a:pt x="966" y="42"/>
                    <a:pt x="904" y="127"/>
                    <a:pt x="851" y="148"/>
                  </a:cubicBezTo>
                  <a:cubicBezTo>
                    <a:pt x="839" y="152"/>
                    <a:pt x="826" y="154"/>
                    <a:pt x="813" y="154"/>
                  </a:cubicBezTo>
                  <a:cubicBezTo>
                    <a:pt x="748" y="154"/>
                    <a:pt x="674" y="109"/>
                    <a:pt x="592" y="99"/>
                  </a:cubicBezTo>
                  <a:cubicBezTo>
                    <a:pt x="493" y="87"/>
                    <a:pt x="506" y="25"/>
                    <a:pt x="567" y="13"/>
                  </a:cubicBezTo>
                  <a:cubicBezTo>
                    <a:pt x="583" y="5"/>
                    <a:pt x="575" y="1"/>
                    <a:pt x="55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0" name="Google Shape;8126;p67">
              <a:extLst>
                <a:ext uri="{FF2B5EF4-FFF2-40B4-BE49-F238E27FC236}">
                  <a16:creationId xmlns:a16="http://schemas.microsoft.com/office/drawing/2014/main" id="{CF41AEB2-185E-CCFC-E115-0A43CAEE8885}"/>
                </a:ext>
              </a:extLst>
            </p:cNvPr>
            <p:cNvSpPr/>
            <p:nvPr/>
          </p:nvSpPr>
          <p:spPr>
            <a:xfrm>
              <a:off x="2900225" y="4360550"/>
              <a:ext cx="10475" cy="3425"/>
            </a:xfrm>
            <a:custGeom>
              <a:avLst/>
              <a:gdLst/>
              <a:ahLst/>
              <a:cxnLst/>
              <a:rect l="l" t="t" r="r" b="b"/>
              <a:pathLst>
                <a:path w="419" h="137" extrusionOk="0">
                  <a:moveTo>
                    <a:pt x="295" y="0"/>
                  </a:moveTo>
                  <a:cubicBezTo>
                    <a:pt x="165" y="0"/>
                    <a:pt x="1" y="137"/>
                    <a:pt x="31" y="137"/>
                  </a:cubicBezTo>
                  <a:cubicBezTo>
                    <a:pt x="33" y="137"/>
                    <a:pt x="34" y="136"/>
                    <a:pt x="36" y="136"/>
                  </a:cubicBezTo>
                  <a:cubicBezTo>
                    <a:pt x="160" y="111"/>
                    <a:pt x="418" y="0"/>
                    <a:pt x="29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1" name="Google Shape;8127;p67">
              <a:extLst>
                <a:ext uri="{FF2B5EF4-FFF2-40B4-BE49-F238E27FC236}">
                  <a16:creationId xmlns:a16="http://schemas.microsoft.com/office/drawing/2014/main" id="{8420A955-7F12-A4DD-7359-2ACD2C0652ED}"/>
                </a:ext>
              </a:extLst>
            </p:cNvPr>
            <p:cNvSpPr/>
            <p:nvPr/>
          </p:nvSpPr>
          <p:spPr>
            <a:xfrm>
              <a:off x="2897125" y="4359275"/>
              <a:ext cx="9000" cy="2225"/>
            </a:xfrm>
            <a:custGeom>
              <a:avLst/>
              <a:gdLst/>
              <a:ahLst/>
              <a:cxnLst/>
              <a:rect l="l" t="t" r="r" b="b"/>
              <a:pathLst>
                <a:path w="360" h="89" extrusionOk="0">
                  <a:moveTo>
                    <a:pt x="298" y="1"/>
                  </a:moveTo>
                  <a:cubicBezTo>
                    <a:pt x="294" y="1"/>
                    <a:pt x="289" y="1"/>
                    <a:pt x="284" y="2"/>
                  </a:cubicBezTo>
                  <a:cubicBezTo>
                    <a:pt x="185" y="2"/>
                    <a:pt x="0" y="88"/>
                    <a:pt x="49" y="88"/>
                  </a:cubicBezTo>
                  <a:cubicBezTo>
                    <a:pt x="177" y="88"/>
                    <a:pt x="359" y="1"/>
                    <a:pt x="29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2" name="Google Shape;8128;p67">
              <a:extLst>
                <a:ext uri="{FF2B5EF4-FFF2-40B4-BE49-F238E27FC236}">
                  <a16:creationId xmlns:a16="http://schemas.microsoft.com/office/drawing/2014/main" id="{98F25DB7-80F1-4817-4D00-2FA65953E7D8}"/>
                </a:ext>
              </a:extLst>
            </p:cNvPr>
            <p:cNvSpPr/>
            <p:nvPr/>
          </p:nvSpPr>
          <p:spPr>
            <a:xfrm>
              <a:off x="2892575" y="4355650"/>
              <a:ext cx="11650" cy="4025"/>
            </a:xfrm>
            <a:custGeom>
              <a:avLst/>
              <a:gdLst/>
              <a:ahLst/>
              <a:cxnLst/>
              <a:rect l="l" t="t" r="r" b="b"/>
              <a:pathLst>
                <a:path w="466" h="161" extrusionOk="0">
                  <a:moveTo>
                    <a:pt x="432" y="0"/>
                  </a:moveTo>
                  <a:cubicBezTo>
                    <a:pt x="325" y="0"/>
                    <a:pt x="1" y="93"/>
                    <a:pt x="84" y="135"/>
                  </a:cubicBezTo>
                  <a:cubicBezTo>
                    <a:pt x="122" y="152"/>
                    <a:pt x="164" y="161"/>
                    <a:pt x="206" y="161"/>
                  </a:cubicBezTo>
                  <a:cubicBezTo>
                    <a:pt x="310" y="161"/>
                    <a:pt x="413" y="108"/>
                    <a:pt x="466" y="11"/>
                  </a:cubicBezTo>
                  <a:cubicBezTo>
                    <a:pt x="466" y="3"/>
                    <a:pt x="453" y="0"/>
                    <a:pt x="43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3" name="Google Shape;8129;p67">
              <a:extLst>
                <a:ext uri="{FF2B5EF4-FFF2-40B4-BE49-F238E27FC236}">
                  <a16:creationId xmlns:a16="http://schemas.microsoft.com/office/drawing/2014/main" id="{9A20EBCE-731D-546E-C067-E73A6E53139B}"/>
                </a:ext>
              </a:extLst>
            </p:cNvPr>
            <p:cNvSpPr/>
            <p:nvPr/>
          </p:nvSpPr>
          <p:spPr>
            <a:xfrm>
              <a:off x="2892800" y="4350375"/>
              <a:ext cx="11125" cy="5325"/>
            </a:xfrm>
            <a:custGeom>
              <a:avLst/>
              <a:gdLst/>
              <a:ahLst/>
              <a:cxnLst/>
              <a:rect l="l" t="t" r="r" b="b"/>
              <a:pathLst>
                <a:path w="445" h="213" extrusionOk="0">
                  <a:moveTo>
                    <a:pt x="75" y="1"/>
                  </a:moveTo>
                  <a:cubicBezTo>
                    <a:pt x="1" y="1"/>
                    <a:pt x="13" y="198"/>
                    <a:pt x="87" y="210"/>
                  </a:cubicBezTo>
                  <a:cubicBezTo>
                    <a:pt x="99" y="211"/>
                    <a:pt x="111" y="212"/>
                    <a:pt x="121" y="212"/>
                  </a:cubicBezTo>
                  <a:cubicBezTo>
                    <a:pt x="207" y="212"/>
                    <a:pt x="246" y="173"/>
                    <a:pt x="333" y="173"/>
                  </a:cubicBezTo>
                  <a:cubicBezTo>
                    <a:pt x="444" y="173"/>
                    <a:pt x="148" y="1"/>
                    <a:pt x="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4" name="Google Shape;8130;p67">
              <a:extLst>
                <a:ext uri="{FF2B5EF4-FFF2-40B4-BE49-F238E27FC236}">
                  <a16:creationId xmlns:a16="http://schemas.microsoft.com/office/drawing/2014/main" id="{AA53848C-E554-D602-352A-E326642611D1}"/>
                </a:ext>
              </a:extLst>
            </p:cNvPr>
            <p:cNvSpPr/>
            <p:nvPr/>
          </p:nvSpPr>
          <p:spPr>
            <a:xfrm>
              <a:off x="2882725" y="4334175"/>
              <a:ext cx="13500" cy="10075"/>
            </a:xfrm>
            <a:custGeom>
              <a:avLst/>
              <a:gdLst/>
              <a:ahLst/>
              <a:cxnLst/>
              <a:rect l="l" t="t" r="r" b="b"/>
              <a:pathLst>
                <a:path w="540" h="403" extrusionOk="0">
                  <a:moveTo>
                    <a:pt x="82" y="0"/>
                  </a:moveTo>
                  <a:cubicBezTo>
                    <a:pt x="0" y="0"/>
                    <a:pt x="249" y="402"/>
                    <a:pt x="317" y="402"/>
                  </a:cubicBezTo>
                  <a:cubicBezTo>
                    <a:pt x="539" y="378"/>
                    <a:pt x="256" y="70"/>
                    <a:pt x="108" y="8"/>
                  </a:cubicBezTo>
                  <a:cubicBezTo>
                    <a:pt x="97" y="3"/>
                    <a:pt x="89" y="0"/>
                    <a:pt x="8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5" name="Google Shape;8131;p67">
              <a:extLst>
                <a:ext uri="{FF2B5EF4-FFF2-40B4-BE49-F238E27FC236}">
                  <a16:creationId xmlns:a16="http://schemas.microsoft.com/office/drawing/2014/main" id="{0EEA9AB3-63F2-8223-FC2D-A43B42179A95}"/>
                </a:ext>
              </a:extLst>
            </p:cNvPr>
            <p:cNvSpPr/>
            <p:nvPr/>
          </p:nvSpPr>
          <p:spPr>
            <a:xfrm>
              <a:off x="2904425" y="4332100"/>
              <a:ext cx="10625" cy="2625"/>
            </a:xfrm>
            <a:custGeom>
              <a:avLst/>
              <a:gdLst/>
              <a:ahLst/>
              <a:cxnLst/>
              <a:rect l="l" t="t" r="r" b="b"/>
              <a:pathLst>
                <a:path w="425" h="105" extrusionOk="0">
                  <a:moveTo>
                    <a:pt x="139" y="0"/>
                  </a:moveTo>
                  <a:cubicBezTo>
                    <a:pt x="122" y="0"/>
                    <a:pt x="105" y="2"/>
                    <a:pt x="90" y="5"/>
                  </a:cubicBezTo>
                  <a:cubicBezTo>
                    <a:pt x="1" y="35"/>
                    <a:pt x="88" y="104"/>
                    <a:pt x="235" y="104"/>
                  </a:cubicBezTo>
                  <a:cubicBezTo>
                    <a:pt x="270" y="104"/>
                    <a:pt x="308" y="100"/>
                    <a:pt x="349" y="91"/>
                  </a:cubicBezTo>
                  <a:cubicBezTo>
                    <a:pt x="424" y="69"/>
                    <a:pt x="263" y="0"/>
                    <a:pt x="13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6" name="Google Shape;8132;p67">
              <a:extLst>
                <a:ext uri="{FF2B5EF4-FFF2-40B4-BE49-F238E27FC236}">
                  <a16:creationId xmlns:a16="http://schemas.microsoft.com/office/drawing/2014/main" id="{42B1FE4B-C80F-D4AB-C7F4-008FDCFCC0E6}"/>
                </a:ext>
              </a:extLst>
            </p:cNvPr>
            <p:cNvSpPr/>
            <p:nvPr/>
          </p:nvSpPr>
          <p:spPr>
            <a:xfrm>
              <a:off x="2886025" y="4309800"/>
              <a:ext cx="40375" cy="23475"/>
            </a:xfrm>
            <a:custGeom>
              <a:avLst/>
              <a:gdLst/>
              <a:ahLst/>
              <a:cxnLst/>
              <a:rect l="l" t="t" r="r" b="b"/>
              <a:pathLst>
                <a:path w="1615" h="939" extrusionOk="0">
                  <a:moveTo>
                    <a:pt x="557" y="0"/>
                  </a:moveTo>
                  <a:cubicBezTo>
                    <a:pt x="469" y="0"/>
                    <a:pt x="376" y="16"/>
                    <a:pt x="358" y="34"/>
                  </a:cubicBezTo>
                  <a:cubicBezTo>
                    <a:pt x="341" y="42"/>
                    <a:pt x="317" y="45"/>
                    <a:pt x="288" y="45"/>
                  </a:cubicBezTo>
                  <a:cubicBezTo>
                    <a:pt x="231" y="45"/>
                    <a:pt x="157" y="34"/>
                    <a:pt x="99" y="34"/>
                  </a:cubicBezTo>
                  <a:cubicBezTo>
                    <a:pt x="1" y="34"/>
                    <a:pt x="50" y="108"/>
                    <a:pt x="50" y="182"/>
                  </a:cubicBezTo>
                  <a:cubicBezTo>
                    <a:pt x="50" y="231"/>
                    <a:pt x="66" y="236"/>
                    <a:pt x="92" y="236"/>
                  </a:cubicBezTo>
                  <a:cubicBezTo>
                    <a:pt x="100" y="236"/>
                    <a:pt x="109" y="236"/>
                    <a:pt x="119" y="236"/>
                  </a:cubicBezTo>
                  <a:cubicBezTo>
                    <a:pt x="135" y="236"/>
                    <a:pt x="153" y="237"/>
                    <a:pt x="173" y="244"/>
                  </a:cubicBezTo>
                  <a:cubicBezTo>
                    <a:pt x="237" y="276"/>
                    <a:pt x="199" y="308"/>
                    <a:pt x="236" y="308"/>
                  </a:cubicBezTo>
                  <a:cubicBezTo>
                    <a:pt x="242" y="308"/>
                    <a:pt x="249" y="307"/>
                    <a:pt x="259" y="305"/>
                  </a:cubicBezTo>
                  <a:cubicBezTo>
                    <a:pt x="321" y="293"/>
                    <a:pt x="296" y="268"/>
                    <a:pt x="370" y="268"/>
                  </a:cubicBezTo>
                  <a:cubicBezTo>
                    <a:pt x="444" y="268"/>
                    <a:pt x="419" y="268"/>
                    <a:pt x="419" y="367"/>
                  </a:cubicBezTo>
                  <a:cubicBezTo>
                    <a:pt x="415" y="396"/>
                    <a:pt x="422" y="405"/>
                    <a:pt x="435" y="405"/>
                  </a:cubicBezTo>
                  <a:cubicBezTo>
                    <a:pt x="459" y="405"/>
                    <a:pt x="506" y="367"/>
                    <a:pt x="530" y="367"/>
                  </a:cubicBezTo>
                  <a:cubicBezTo>
                    <a:pt x="580" y="367"/>
                    <a:pt x="530" y="404"/>
                    <a:pt x="493" y="416"/>
                  </a:cubicBezTo>
                  <a:cubicBezTo>
                    <a:pt x="444" y="428"/>
                    <a:pt x="493" y="453"/>
                    <a:pt x="530" y="502"/>
                  </a:cubicBezTo>
                  <a:cubicBezTo>
                    <a:pt x="547" y="523"/>
                    <a:pt x="543" y="530"/>
                    <a:pt x="525" y="530"/>
                  </a:cubicBezTo>
                  <a:cubicBezTo>
                    <a:pt x="491" y="530"/>
                    <a:pt x="403" y="502"/>
                    <a:pt x="321" y="502"/>
                  </a:cubicBezTo>
                  <a:cubicBezTo>
                    <a:pt x="261" y="502"/>
                    <a:pt x="235" y="498"/>
                    <a:pt x="223" y="498"/>
                  </a:cubicBezTo>
                  <a:cubicBezTo>
                    <a:pt x="208" y="498"/>
                    <a:pt x="217" y="505"/>
                    <a:pt x="210" y="539"/>
                  </a:cubicBezTo>
                  <a:cubicBezTo>
                    <a:pt x="210" y="601"/>
                    <a:pt x="333" y="663"/>
                    <a:pt x="370" y="663"/>
                  </a:cubicBezTo>
                  <a:cubicBezTo>
                    <a:pt x="407" y="663"/>
                    <a:pt x="629" y="626"/>
                    <a:pt x="728" y="626"/>
                  </a:cubicBezTo>
                  <a:cubicBezTo>
                    <a:pt x="814" y="626"/>
                    <a:pt x="728" y="663"/>
                    <a:pt x="604" y="724"/>
                  </a:cubicBezTo>
                  <a:cubicBezTo>
                    <a:pt x="572" y="746"/>
                    <a:pt x="569" y="754"/>
                    <a:pt x="583" y="754"/>
                  </a:cubicBezTo>
                  <a:cubicBezTo>
                    <a:pt x="618" y="754"/>
                    <a:pt x="759" y="705"/>
                    <a:pt x="838" y="687"/>
                  </a:cubicBezTo>
                  <a:cubicBezTo>
                    <a:pt x="865" y="679"/>
                    <a:pt x="888" y="676"/>
                    <a:pt x="910" y="676"/>
                  </a:cubicBezTo>
                  <a:cubicBezTo>
                    <a:pt x="990" y="676"/>
                    <a:pt x="1047" y="722"/>
                    <a:pt x="1134" y="761"/>
                  </a:cubicBezTo>
                  <a:cubicBezTo>
                    <a:pt x="1245" y="823"/>
                    <a:pt x="1171" y="860"/>
                    <a:pt x="1257" y="909"/>
                  </a:cubicBezTo>
                  <a:cubicBezTo>
                    <a:pt x="1293" y="929"/>
                    <a:pt x="1332" y="939"/>
                    <a:pt x="1371" y="939"/>
                  </a:cubicBezTo>
                  <a:cubicBezTo>
                    <a:pt x="1450" y="939"/>
                    <a:pt x="1528" y="898"/>
                    <a:pt x="1578" y="823"/>
                  </a:cubicBezTo>
                  <a:cubicBezTo>
                    <a:pt x="1615" y="737"/>
                    <a:pt x="1528" y="687"/>
                    <a:pt x="1491" y="650"/>
                  </a:cubicBezTo>
                  <a:cubicBezTo>
                    <a:pt x="1430" y="564"/>
                    <a:pt x="1393" y="478"/>
                    <a:pt x="1368" y="392"/>
                  </a:cubicBezTo>
                  <a:cubicBezTo>
                    <a:pt x="1345" y="337"/>
                    <a:pt x="1296" y="327"/>
                    <a:pt x="1236" y="327"/>
                  </a:cubicBezTo>
                  <a:cubicBezTo>
                    <a:pt x="1201" y="327"/>
                    <a:pt x="1162" y="330"/>
                    <a:pt x="1122" y="330"/>
                  </a:cubicBezTo>
                  <a:cubicBezTo>
                    <a:pt x="1023" y="330"/>
                    <a:pt x="1085" y="318"/>
                    <a:pt x="1011" y="244"/>
                  </a:cubicBezTo>
                  <a:cubicBezTo>
                    <a:pt x="957" y="199"/>
                    <a:pt x="949" y="167"/>
                    <a:pt x="920" y="167"/>
                  </a:cubicBezTo>
                  <a:cubicBezTo>
                    <a:pt x="910" y="167"/>
                    <a:pt x="896" y="172"/>
                    <a:pt x="875" y="182"/>
                  </a:cubicBezTo>
                  <a:cubicBezTo>
                    <a:pt x="801" y="219"/>
                    <a:pt x="826" y="244"/>
                    <a:pt x="728" y="268"/>
                  </a:cubicBezTo>
                  <a:cubicBezTo>
                    <a:pt x="716" y="272"/>
                    <a:pt x="707" y="274"/>
                    <a:pt x="700" y="274"/>
                  </a:cubicBezTo>
                  <a:cubicBezTo>
                    <a:pt x="638" y="274"/>
                    <a:pt x="728" y="136"/>
                    <a:pt x="728" y="59"/>
                  </a:cubicBezTo>
                  <a:cubicBezTo>
                    <a:pt x="728" y="16"/>
                    <a:pt x="644" y="0"/>
                    <a:pt x="5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7" name="Google Shape;8133;p67">
              <a:extLst>
                <a:ext uri="{FF2B5EF4-FFF2-40B4-BE49-F238E27FC236}">
                  <a16:creationId xmlns:a16="http://schemas.microsoft.com/office/drawing/2014/main" id="{AC7D86E2-EC5C-8170-7B8C-B9452E0775FE}"/>
                </a:ext>
              </a:extLst>
            </p:cNvPr>
            <p:cNvSpPr/>
            <p:nvPr/>
          </p:nvSpPr>
          <p:spPr>
            <a:xfrm>
              <a:off x="2917750" y="4297575"/>
              <a:ext cx="11725" cy="5700"/>
            </a:xfrm>
            <a:custGeom>
              <a:avLst/>
              <a:gdLst/>
              <a:ahLst/>
              <a:cxnLst/>
              <a:rect l="l" t="t" r="r" b="b"/>
              <a:pathLst>
                <a:path w="469" h="228" extrusionOk="0">
                  <a:moveTo>
                    <a:pt x="245" y="0"/>
                  </a:moveTo>
                  <a:cubicBezTo>
                    <a:pt x="177" y="0"/>
                    <a:pt x="105" y="58"/>
                    <a:pt x="62" y="92"/>
                  </a:cubicBezTo>
                  <a:cubicBezTo>
                    <a:pt x="1" y="154"/>
                    <a:pt x="50" y="154"/>
                    <a:pt x="198" y="166"/>
                  </a:cubicBezTo>
                  <a:cubicBezTo>
                    <a:pt x="333" y="191"/>
                    <a:pt x="259" y="227"/>
                    <a:pt x="346" y="227"/>
                  </a:cubicBezTo>
                  <a:cubicBezTo>
                    <a:pt x="469" y="227"/>
                    <a:pt x="432" y="129"/>
                    <a:pt x="333" y="43"/>
                  </a:cubicBezTo>
                  <a:cubicBezTo>
                    <a:pt x="307" y="12"/>
                    <a:pt x="276" y="0"/>
                    <a:pt x="24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8" name="Google Shape;8134;p67">
              <a:extLst>
                <a:ext uri="{FF2B5EF4-FFF2-40B4-BE49-F238E27FC236}">
                  <a16:creationId xmlns:a16="http://schemas.microsoft.com/office/drawing/2014/main" id="{19AD2BE4-45A7-0B7C-60F9-55D0BE0A1458}"/>
                </a:ext>
              </a:extLst>
            </p:cNvPr>
            <p:cNvSpPr/>
            <p:nvPr/>
          </p:nvSpPr>
          <p:spPr>
            <a:xfrm>
              <a:off x="2927600" y="4318950"/>
              <a:ext cx="24675" cy="14300"/>
            </a:xfrm>
            <a:custGeom>
              <a:avLst/>
              <a:gdLst/>
              <a:ahLst/>
              <a:cxnLst/>
              <a:rect l="l" t="t" r="r" b="b"/>
              <a:pathLst>
                <a:path w="987" h="572" extrusionOk="0">
                  <a:moveTo>
                    <a:pt x="136" y="1"/>
                  </a:moveTo>
                  <a:lnTo>
                    <a:pt x="136" y="1"/>
                  </a:lnTo>
                  <a:cubicBezTo>
                    <a:pt x="1" y="13"/>
                    <a:pt x="149" y="62"/>
                    <a:pt x="198" y="99"/>
                  </a:cubicBezTo>
                  <a:cubicBezTo>
                    <a:pt x="247" y="136"/>
                    <a:pt x="173" y="124"/>
                    <a:pt x="124" y="186"/>
                  </a:cubicBezTo>
                  <a:cubicBezTo>
                    <a:pt x="63" y="247"/>
                    <a:pt x="247" y="334"/>
                    <a:pt x="408" y="371"/>
                  </a:cubicBezTo>
                  <a:cubicBezTo>
                    <a:pt x="494" y="383"/>
                    <a:pt x="297" y="420"/>
                    <a:pt x="235" y="420"/>
                  </a:cubicBezTo>
                  <a:cubicBezTo>
                    <a:pt x="161" y="432"/>
                    <a:pt x="334" y="506"/>
                    <a:pt x="420" y="555"/>
                  </a:cubicBezTo>
                  <a:cubicBezTo>
                    <a:pt x="436" y="567"/>
                    <a:pt x="458" y="571"/>
                    <a:pt x="484" y="571"/>
                  </a:cubicBezTo>
                  <a:cubicBezTo>
                    <a:pt x="600" y="571"/>
                    <a:pt x="791" y="481"/>
                    <a:pt x="851" y="481"/>
                  </a:cubicBezTo>
                  <a:cubicBezTo>
                    <a:pt x="937" y="481"/>
                    <a:pt x="839" y="383"/>
                    <a:pt x="814" y="321"/>
                  </a:cubicBezTo>
                  <a:cubicBezTo>
                    <a:pt x="777" y="272"/>
                    <a:pt x="863" y="272"/>
                    <a:pt x="925" y="223"/>
                  </a:cubicBezTo>
                  <a:cubicBezTo>
                    <a:pt x="987" y="173"/>
                    <a:pt x="679" y="173"/>
                    <a:pt x="605" y="136"/>
                  </a:cubicBezTo>
                  <a:cubicBezTo>
                    <a:pt x="457" y="62"/>
                    <a:pt x="297" y="26"/>
                    <a:pt x="13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9" name="Google Shape;8135;p67">
              <a:extLst>
                <a:ext uri="{FF2B5EF4-FFF2-40B4-BE49-F238E27FC236}">
                  <a16:creationId xmlns:a16="http://schemas.microsoft.com/office/drawing/2014/main" id="{8903AAD2-EA9F-8C9F-5564-B5038898D1EB}"/>
                </a:ext>
              </a:extLst>
            </p:cNvPr>
            <p:cNvSpPr/>
            <p:nvPr/>
          </p:nvSpPr>
          <p:spPr>
            <a:xfrm>
              <a:off x="2942100" y="4333250"/>
              <a:ext cx="20350" cy="5450"/>
            </a:xfrm>
            <a:custGeom>
              <a:avLst/>
              <a:gdLst/>
              <a:ahLst/>
              <a:cxnLst/>
              <a:rect l="l" t="t" r="r" b="b"/>
              <a:pathLst>
                <a:path w="814" h="218" extrusionOk="0">
                  <a:moveTo>
                    <a:pt x="180" y="0"/>
                  </a:moveTo>
                  <a:cubicBezTo>
                    <a:pt x="92" y="0"/>
                    <a:pt x="29" y="9"/>
                    <a:pt x="25" y="33"/>
                  </a:cubicBezTo>
                  <a:cubicBezTo>
                    <a:pt x="0" y="94"/>
                    <a:pt x="0" y="205"/>
                    <a:pt x="111" y="205"/>
                  </a:cubicBezTo>
                  <a:cubicBezTo>
                    <a:pt x="271" y="217"/>
                    <a:pt x="444" y="217"/>
                    <a:pt x="604" y="217"/>
                  </a:cubicBezTo>
                  <a:cubicBezTo>
                    <a:pt x="702" y="193"/>
                    <a:pt x="813" y="57"/>
                    <a:pt x="715" y="45"/>
                  </a:cubicBezTo>
                  <a:cubicBezTo>
                    <a:pt x="648" y="37"/>
                    <a:pt x="362" y="0"/>
                    <a:pt x="18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0" name="Google Shape;8136;p67">
              <a:extLst>
                <a:ext uri="{FF2B5EF4-FFF2-40B4-BE49-F238E27FC236}">
                  <a16:creationId xmlns:a16="http://schemas.microsoft.com/office/drawing/2014/main" id="{8B7786C3-E537-055E-9E7F-DF6E998575E0}"/>
                </a:ext>
              </a:extLst>
            </p:cNvPr>
            <p:cNvSpPr/>
            <p:nvPr/>
          </p:nvSpPr>
          <p:spPr>
            <a:xfrm>
              <a:off x="2940025" y="4365650"/>
              <a:ext cx="19950" cy="13950"/>
            </a:xfrm>
            <a:custGeom>
              <a:avLst/>
              <a:gdLst/>
              <a:ahLst/>
              <a:cxnLst/>
              <a:rect l="l" t="t" r="r" b="b"/>
              <a:pathLst>
                <a:path w="798" h="558" extrusionOk="0">
                  <a:moveTo>
                    <a:pt x="326" y="0"/>
                  </a:moveTo>
                  <a:cubicBezTo>
                    <a:pt x="207" y="0"/>
                    <a:pt x="1" y="255"/>
                    <a:pt x="46" y="289"/>
                  </a:cubicBezTo>
                  <a:cubicBezTo>
                    <a:pt x="132" y="375"/>
                    <a:pt x="231" y="437"/>
                    <a:pt x="342" y="486"/>
                  </a:cubicBezTo>
                  <a:cubicBezTo>
                    <a:pt x="406" y="505"/>
                    <a:pt x="546" y="557"/>
                    <a:pt x="633" y="557"/>
                  </a:cubicBezTo>
                  <a:cubicBezTo>
                    <a:pt x="663" y="557"/>
                    <a:pt x="687" y="551"/>
                    <a:pt x="699" y="536"/>
                  </a:cubicBezTo>
                  <a:cubicBezTo>
                    <a:pt x="748" y="462"/>
                    <a:pt x="699" y="388"/>
                    <a:pt x="711" y="338"/>
                  </a:cubicBezTo>
                  <a:cubicBezTo>
                    <a:pt x="736" y="277"/>
                    <a:pt x="798" y="264"/>
                    <a:pt x="724" y="203"/>
                  </a:cubicBezTo>
                  <a:cubicBezTo>
                    <a:pt x="613" y="129"/>
                    <a:pt x="490" y="55"/>
                    <a:pt x="354" y="6"/>
                  </a:cubicBezTo>
                  <a:cubicBezTo>
                    <a:pt x="346" y="2"/>
                    <a:pt x="336" y="0"/>
                    <a:pt x="3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1" name="Google Shape;8137;p67">
              <a:extLst>
                <a:ext uri="{FF2B5EF4-FFF2-40B4-BE49-F238E27FC236}">
                  <a16:creationId xmlns:a16="http://schemas.microsoft.com/office/drawing/2014/main" id="{A5A74FD8-6517-E13C-E1BE-0AE7F46B655F}"/>
                </a:ext>
              </a:extLst>
            </p:cNvPr>
            <p:cNvSpPr/>
            <p:nvPr/>
          </p:nvSpPr>
          <p:spPr>
            <a:xfrm>
              <a:off x="2949300" y="4361050"/>
              <a:ext cx="4975" cy="2400"/>
            </a:xfrm>
            <a:custGeom>
              <a:avLst/>
              <a:gdLst/>
              <a:ahLst/>
              <a:cxnLst/>
              <a:rect l="l" t="t" r="r" b="b"/>
              <a:pathLst>
                <a:path w="199" h="96" extrusionOk="0">
                  <a:moveTo>
                    <a:pt x="66" y="1"/>
                  </a:moveTo>
                  <a:cubicBezTo>
                    <a:pt x="59" y="1"/>
                    <a:pt x="52" y="2"/>
                    <a:pt x="45" y="5"/>
                  </a:cubicBezTo>
                  <a:cubicBezTo>
                    <a:pt x="1" y="16"/>
                    <a:pt x="55" y="95"/>
                    <a:pt x="119" y="95"/>
                  </a:cubicBezTo>
                  <a:cubicBezTo>
                    <a:pt x="127" y="95"/>
                    <a:pt x="135" y="94"/>
                    <a:pt x="143" y="91"/>
                  </a:cubicBezTo>
                  <a:cubicBezTo>
                    <a:pt x="198" y="80"/>
                    <a:pt x="126" y="1"/>
                    <a:pt x="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2" name="Google Shape;8138;p67">
              <a:extLst>
                <a:ext uri="{FF2B5EF4-FFF2-40B4-BE49-F238E27FC236}">
                  <a16:creationId xmlns:a16="http://schemas.microsoft.com/office/drawing/2014/main" id="{57305582-E95D-72EC-FA00-54BF7097AADF}"/>
                </a:ext>
              </a:extLst>
            </p:cNvPr>
            <p:cNvSpPr/>
            <p:nvPr/>
          </p:nvSpPr>
          <p:spPr>
            <a:xfrm>
              <a:off x="2971525" y="4335750"/>
              <a:ext cx="11875" cy="7950"/>
            </a:xfrm>
            <a:custGeom>
              <a:avLst/>
              <a:gdLst/>
              <a:ahLst/>
              <a:cxnLst/>
              <a:rect l="l" t="t" r="r" b="b"/>
              <a:pathLst>
                <a:path w="475" h="318" extrusionOk="0">
                  <a:moveTo>
                    <a:pt x="56" y="0"/>
                  </a:moveTo>
                  <a:cubicBezTo>
                    <a:pt x="1" y="0"/>
                    <a:pt x="45" y="48"/>
                    <a:pt x="55" y="130"/>
                  </a:cubicBezTo>
                  <a:cubicBezTo>
                    <a:pt x="68" y="228"/>
                    <a:pt x="6" y="216"/>
                    <a:pt x="43" y="265"/>
                  </a:cubicBezTo>
                  <a:cubicBezTo>
                    <a:pt x="69" y="291"/>
                    <a:pt x="77" y="318"/>
                    <a:pt x="101" y="318"/>
                  </a:cubicBezTo>
                  <a:cubicBezTo>
                    <a:pt x="111" y="318"/>
                    <a:pt x="123" y="313"/>
                    <a:pt x="141" y="302"/>
                  </a:cubicBezTo>
                  <a:cubicBezTo>
                    <a:pt x="215" y="253"/>
                    <a:pt x="302" y="228"/>
                    <a:pt x="388" y="179"/>
                  </a:cubicBezTo>
                  <a:cubicBezTo>
                    <a:pt x="474" y="117"/>
                    <a:pt x="228" y="31"/>
                    <a:pt x="104" y="7"/>
                  </a:cubicBezTo>
                  <a:cubicBezTo>
                    <a:pt x="83" y="2"/>
                    <a:pt x="68" y="0"/>
                    <a:pt x="5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3" name="Google Shape;8139;p67">
              <a:extLst>
                <a:ext uri="{FF2B5EF4-FFF2-40B4-BE49-F238E27FC236}">
                  <a16:creationId xmlns:a16="http://schemas.microsoft.com/office/drawing/2014/main" id="{E07B8404-AB16-1349-DA8B-0344C55CFD83}"/>
                </a:ext>
              </a:extLst>
            </p:cNvPr>
            <p:cNvSpPr/>
            <p:nvPr/>
          </p:nvSpPr>
          <p:spPr>
            <a:xfrm>
              <a:off x="2976600" y="4348375"/>
              <a:ext cx="4100" cy="3975"/>
            </a:xfrm>
            <a:custGeom>
              <a:avLst/>
              <a:gdLst/>
              <a:ahLst/>
              <a:cxnLst/>
              <a:rect l="l" t="t" r="r" b="b"/>
              <a:pathLst>
                <a:path w="164" h="159" extrusionOk="0">
                  <a:moveTo>
                    <a:pt x="60" y="1"/>
                  </a:moveTo>
                  <a:cubicBezTo>
                    <a:pt x="7" y="1"/>
                    <a:pt x="1" y="124"/>
                    <a:pt x="62" y="155"/>
                  </a:cubicBezTo>
                  <a:cubicBezTo>
                    <a:pt x="69" y="158"/>
                    <a:pt x="76" y="159"/>
                    <a:pt x="83" y="159"/>
                  </a:cubicBezTo>
                  <a:cubicBezTo>
                    <a:pt x="133" y="159"/>
                    <a:pt x="164" y="84"/>
                    <a:pt x="99" y="19"/>
                  </a:cubicBezTo>
                  <a:cubicBezTo>
                    <a:pt x="84" y="6"/>
                    <a:pt x="71" y="1"/>
                    <a:pt x="6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4" name="Google Shape;8140;p67">
              <a:extLst>
                <a:ext uri="{FF2B5EF4-FFF2-40B4-BE49-F238E27FC236}">
                  <a16:creationId xmlns:a16="http://schemas.microsoft.com/office/drawing/2014/main" id="{C91F175C-A86D-6D8A-BB63-CB5121DA2189}"/>
                </a:ext>
              </a:extLst>
            </p:cNvPr>
            <p:cNvSpPr/>
            <p:nvPr/>
          </p:nvSpPr>
          <p:spPr>
            <a:xfrm>
              <a:off x="2936225" y="4344775"/>
              <a:ext cx="106300" cy="36600"/>
            </a:xfrm>
            <a:custGeom>
              <a:avLst/>
              <a:gdLst/>
              <a:ahLst/>
              <a:cxnLst/>
              <a:rect l="l" t="t" r="r" b="b"/>
              <a:pathLst>
                <a:path w="4252" h="1464" extrusionOk="0">
                  <a:moveTo>
                    <a:pt x="368" y="1"/>
                  </a:moveTo>
                  <a:cubicBezTo>
                    <a:pt x="248" y="1"/>
                    <a:pt x="62" y="44"/>
                    <a:pt x="161" y="77"/>
                  </a:cubicBezTo>
                  <a:cubicBezTo>
                    <a:pt x="272" y="114"/>
                    <a:pt x="223" y="126"/>
                    <a:pt x="136" y="151"/>
                  </a:cubicBezTo>
                  <a:cubicBezTo>
                    <a:pt x="50" y="163"/>
                    <a:pt x="1" y="188"/>
                    <a:pt x="136" y="212"/>
                  </a:cubicBezTo>
                  <a:cubicBezTo>
                    <a:pt x="210" y="237"/>
                    <a:pt x="297" y="262"/>
                    <a:pt x="371" y="299"/>
                  </a:cubicBezTo>
                  <a:cubicBezTo>
                    <a:pt x="420" y="311"/>
                    <a:pt x="371" y="360"/>
                    <a:pt x="346" y="360"/>
                  </a:cubicBezTo>
                  <a:cubicBezTo>
                    <a:pt x="321" y="360"/>
                    <a:pt x="383" y="397"/>
                    <a:pt x="481" y="409"/>
                  </a:cubicBezTo>
                  <a:cubicBezTo>
                    <a:pt x="568" y="434"/>
                    <a:pt x="654" y="434"/>
                    <a:pt x="740" y="434"/>
                  </a:cubicBezTo>
                  <a:cubicBezTo>
                    <a:pt x="833" y="434"/>
                    <a:pt x="849" y="413"/>
                    <a:pt x="882" y="413"/>
                  </a:cubicBezTo>
                  <a:cubicBezTo>
                    <a:pt x="893" y="413"/>
                    <a:pt x="907" y="416"/>
                    <a:pt x="925" y="422"/>
                  </a:cubicBezTo>
                  <a:cubicBezTo>
                    <a:pt x="1011" y="446"/>
                    <a:pt x="1024" y="508"/>
                    <a:pt x="1110" y="545"/>
                  </a:cubicBezTo>
                  <a:cubicBezTo>
                    <a:pt x="1196" y="582"/>
                    <a:pt x="1171" y="668"/>
                    <a:pt x="1208" y="730"/>
                  </a:cubicBezTo>
                  <a:cubicBezTo>
                    <a:pt x="1245" y="791"/>
                    <a:pt x="1307" y="816"/>
                    <a:pt x="1270" y="865"/>
                  </a:cubicBezTo>
                  <a:cubicBezTo>
                    <a:pt x="1221" y="915"/>
                    <a:pt x="1159" y="939"/>
                    <a:pt x="1171" y="1026"/>
                  </a:cubicBezTo>
                  <a:cubicBezTo>
                    <a:pt x="1171" y="1099"/>
                    <a:pt x="1208" y="1173"/>
                    <a:pt x="1258" y="1235"/>
                  </a:cubicBezTo>
                  <a:cubicBezTo>
                    <a:pt x="1312" y="1311"/>
                    <a:pt x="1271" y="1387"/>
                    <a:pt x="1336" y="1387"/>
                  </a:cubicBezTo>
                  <a:cubicBezTo>
                    <a:pt x="1345" y="1387"/>
                    <a:pt x="1356" y="1386"/>
                    <a:pt x="1369" y="1383"/>
                  </a:cubicBezTo>
                  <a:cubicBezTo>
                    <a:pt x="1454" y="1354"/>
                    <a:pt x="1488" y="1289"/>
                    <a:pt x="1511" y="1289"/>
                  </a:cubicBezTo>
                  <a:cubicBezTo>
                    <a:pt x="1518" y="1289"/>
                    <a:pt x="1523" y="1295"/>
                    <a:pt x="1529" y="1309"/>
                  </a:cubicBezTo>
                  <a:cubicBezTo>
                    <a:pt x="1560" y="1382"/>
                    <a:pt x="1636" y="1438"/>
                    <a:pt x="1718" y="1438"/>
                  </a:cubicBezTo>
                  <a:cubicBezTo>
                    <a:pt x="1733" y="1438"/>
                    <a:pt x="1748" y="1436"/>
                    <a:pt x="1763" y="1432"/>
                  </a:cubicBezTo>
                  <a:cubicBezTo>
                    <a:pt x="1886" y="1408"/>
                    <a:pt x="1849" y="1383"/>
                    <a:pt x="1960" y="1334"/>
                  </a:cubicBezTo>
                  <a:cubicBezTo>
                    <a:pt x="2037" y="1300"/>
                    <a:pt x="2072" y="1242"/>
                    <a:pt x="2087" y="1242"/>
                  </a:cubicBezTo>
                  <a:cubicBezTo>
                    <a:pt x="2093" y="1242"/>
                    <a:pt x="2096" y="1254"/>
                    <a:pt x="2096" y="1284"/>
                  </a:cubicBezTo>
                  <a:cubicBezTo>
                    <a:pt x="2108" y="1395"/>
                    <a:pt x="2182" y="1444"/>
                    <a:pt x="2280" y="1444"/>
                  </a:cubicBezTo>
                  <a:cubicBezTo>
                    <a:pt x="2347" y="1444"/>
                    <a:pt x="2635" y="1458"/>
                    <a:pt x="2869" y="1458"/>
                  </a:cubicBezTo>
                  <a:cubicBezTo>
                    <a:pt x="3024" y="1458"/>
                    <a:pt x="3155" y="1452"/>
                    <a:pt x="3180" y="1432"/>
                  </a:cubicBezTo>
                  <a:cubicBezTo>
                    <a:pt x="3254" y="1383"/>
                    <a:pt x="3229" y="1309"/>
                    <a:pt x="3266" y="1284"/>
                  </a:cubicBezTo>
                  <a:cubicBezTo>
                    <a:pt x="3282" y="1274"/>
                    <a:pt x="3287" y="1265"/>
                    <a:pt x="3293" y="1265"/>
                  </a:cubicBezTo>
                  <a:cubicBezTo>
                    <a:pt x="3300" y="1265"/>
                    <a:pt x="3311" y="1279"/>
                    <a:pt x="3352" y="1321"/>
                  </a:cubicBezTo>
                  <a:cubicBezTo>
                    <a:pt x="3434" y="1413"/>
                    <a:pt x="3542" y="1463"/>
                    <a:pt x="3653" y="1463"/>
                  </a:cubicBezTo>
                  <a:cubicBezTo>
                    <a:pt x="3676" y="1463"/>
                    <a:pt x="3699" y="1461"/>
                    <a:pt x="3722" y="1457"/>
                  </a:cubicBezTo>
                  <a:cubicBezTo>
                    <a:pt x="3845" y="1420"/>
                    <a:pt x="4005" y="1457"/>
                    <a:pt x="4042" y="1395"/>
                  </a:cubicBezTo>
                  <a:cubicBezTo>
                    <a:pt x="4079" y="1321"/>
                    <a:pt x="4018" y="1321"/>
                    <a:pt x="4104" y="1297"/>
                  </a:cubicBezTo>
                  <a:cubicBezTo>
                    <a:pt x="4178" y="1272"/>
                    <a:pt x="4203" y="1161"/>
                    <a:pt x="4153" y="1161"/>
                  </a:cubicBezTo>
                  <a:cubicBezTo>
                    <a:pt x="4129" y="1161"/>
                    <a:pt x="4027" y="1183"/>
                    <a:pt x="3992" y="1183"/>
                  </a:cubicBezTo>
                  <a:cubicBezTo>
                    <a:pt x="3974" y="1183"/>
                    <a:pt x="3973" y="1178"/>
                    <a:pt x="4005" y="1161"/>
                  </a:cubicBezTo>
                  <a:cubicBezTo>
                    <a:pt x="4104" y="1112"/>
                    <a:pt x="4252" y="927"/>
                    <a:pt x="4178" y="927"/>
                  </a:cubicBezTo>
                  <a:cubicBezTo>
                    <a:pt x="4104" y="927"/>
                    <a:pt x="4141" y="902"/>
                    <a:pt x="4042" y="865"/>
                  </a:cubicBezTo>
                  <a:cubicBezTo>
                    <a:pt x="4004" y="851"/>
                    <a:pt x="3975" y="848"/>
                    <a:pt x="3950" y="848"/>
                  </a:cubicBezTo>
                  <a:cubicBezTo>
                    <a:pt x="3930" y="848"/>
                    <a:pt x="3913" y="850"/>
                    <a:pt x="3896" y="850"/>
                  </a:cubicBezTo>
                  <a:cubicBezTo>
                    <a:pt x="3880" y="850"/>
                    <a:pt x="3864" y="848"/>
                    <a:pt x="3845" y="841"/>
                  </a:cubicBezTo>
                  <a:cubicBezTo>
                    <a:pt x="3784" y="816"/>
                    <a:pt x="3882" y="754"/>
                    <a:pt x="3771" y="754"/>
                  </a:cubicBezTo>
                  <a:lnTo>
                    <a:pt x="3402" y="754"/>
                  </a:lnTo>
                  <a:cubicBezTo>
                    <a:pt x="3313" y="754"/>
                    <a:pt x="3264" y="723"/>
                    <a:pt x="3210" y="723"/>
                  </a:cubicBezTo>
                  <a:cubicBezTo>
                    <a:pt x="3196" y="723"/>
                    <a:pt x="3182" y="725"/>
                    <a:pt x="3168" y="730"/>
                  </a:cubicBezTo>
                  <a:cubicBezTo>
                    <a:pt x="3032" y="791"/>
                    <a:pt x="2884" y="841"/>
                    <a:pt x="2736" y="878"/>
                  </a:cubicBezTo>
                  <a:cubicBezTo>
                    <a:pt x="2650" y="878"/>
                    <a:pt x="2650" y="915"/>
                    <a:pt x="2712" y="939"/>
                  </a:cubicBezTo>
                  <a:cubicBezTo>
                    <a:pt x="2786" y="952"/>
                    <a:pt x="2712" y="976"/>
                    <a:pt x="2662" y="976"/>
                  </a:cubicBezTo>
                  <a:cubicBezTo>
                    <a:pt x="2636" y="976"/>
                    <a:pt x="2621" y="983"/>
                    <a:pt x="2602" y="983"/>
                  </a:cubicBezTo>
                  <a:cubicBezTo>
                    <a:pt x="2576" y="983"/>
                    <a:pt x="2543" y="971"/>
                    <a:pt x="2465" y="915"/>
                  </a:cubicBezTo>
                  <a:cubicBezTo>
                    <a:pt x="2409" y="879"/>
                    <a:pt x="2377" y="869"/>
                    <a:pt x="2351" y="869"/>
                  </a:cubicBezTo>
                  <a:cubicBezTo>
                    <a:pt x="2315" y="869"/>
                    <a:pt x="2294" y="890"/>
                    <a:pt x="2243" y="890"/>
                  </a:cubicBezTo>
                  <a:cubicBezTo>
                    <a:pt x="2169" y="890"/>
                    <a:pt x="2132" y="863"/>
                    <a:pt x="2091" y="863"/>
                  </a:cubicBezTo>
                  <a:cubicBezTo>
                    <a:pt x="2085" y="863"/>
                    <a:pt x="2078" y="864"/>
                    <a:pt x="2071" y="865"/>
                  </a:cubicBezTo>
                  <a:cubicBezTo>
                    <a:pt x="2034" y="878"/>
                    <a:pt x="2083" y="952"/>
                    <a:pt x="2022" y="952"/>
                  </a:cubicBezTo>
                  <a:cubicBezTo>
                    <a:pt x="1960" y="952"/>
                    <a:pt x="1935" y="865"/>
                    <a:pt x="1886" y="865"/>
                  </a:cubicBezTo>
                  <a:cubicBezTo>
                    <a:pt x="1825" y="865"/>
                    <a:pt x="1788" y="853"/>
                    <a:pt x="1849" y="804"/>
                  </a:cubicBezTo>
                  <a:cubicBezTo>
                    <a:pt x="1911" y="767"/>
                    <a:pt x="1923" y="767"/>
                    <a:pt x="1849" y="705"/>
                  </a:cubicBezTo>
                  <a:cubicBezTo>
                    <a:pt x="1791" y="657"/>
                    <a:pt x="1771" y="624"/>
                    <a:pt x="1735" y="624"/>
                  </a:cubicBezTo>
                  <a:cubicBezTo>
                    <a:pt x="1725" y="624"/>
                    <a:pt x="1714" y="626"/>
                    <a:pt x="1701" y="631"/>
                  </a:cubicBezTo>
                  <a:cubicBezTo>
                    <a:pt x="1657" y="658"/>
                    <a:pt x="1542" y="678"/>
                    <a:pt x="1500" y="678"/>
                  </a:cubicBezTo>
                  <a:cubicBezTo>
                    <a:pt x="1484" y="678"/>
                    <a:pt x="1478" y="675"/>
                    <a:pt x="1492" y="668"/>
                  </a:cubicBezTo>
                  <a:cubicBezTo>
                    <a:pt x="1553" y="631"/>
                    <a:pt x="1640" y="619"/>
                    <a:pt x="1566" y="594"/>
                  </a:cubicBezTo>
                  <a:cubicBezTo>
                    <a:pt x="1492" y="582"/>
                    <a:pt x="1332" y="483"/>
                    <a:pt x="1393" y="483"/>
                  </a:cubicBezTo>
                  <a:cubicBezTo>
                    <a:pt x="1438" y="483"/>
                    <a:pt x="1698" y="509"/>
                    <a:pt x="1808" y="509"/>
                  </a:cubicBezTo>
                  <a:cubicBezTo>
                    <a:pt x="1849" y="509"/>
                    <a:pt x="1869" y="506"/>
                    <a:pt x="1849" y="496"/>
                  </a:cubicBezTo>
                  <a:cubicBezTo>
                    <a:pt x="1800" y="459"/>
                    <a:pt x="1738" y="422"/>
                    <a:pt x="1677" y="397"/>
                  </a:cubicBezTo>
                  <a:cubicBezTo>
                    <a:pt x="1603" y="360"/>
                    <a:pt x="1516" y="348"/>
                    <a:pt x="1430" y="348"/>
                  </a:cubicBezTo>
                  <a:cubicBezTo>
                    <a:pt x="1504" y="348"/>
                    <a:pt x="1603" y="323"/>
                    <a:pt x="1553" y="274"/>
                  </a:cubicBezTo>
                  <a:cubicBezTo>
                    <a:pt x="1492" y="237"/>
                    <a:pt x="1443" y="225"/>
                    <a:pt x="1319" y="225"/>
                  </a:cubicBezTo>
                  <a:cubicBezTo>
                    <a:pt x="1208" y="237"/>
                    <a:pt x="1098" y="262"/>
                    <a:pt x="987" y="274"/>
                  </a:cubicBezTo>
                  <a:cubicBezTo>
                    <a:pt x="962" y="274"/>
                    <a:pt x="913" y="323"/>
                    <a:pt x="876" y="336"/>
                  </a:cubicBezTo>
                  <a:cubicBezTo>
                    <a:pt x="876" y="336"/>
                    <a:pt x="1011" y="249"/>
                    <a:pt x="950" y="188"/>
                  </a:cubicBezTo>
                  <a:cubicBezTo>
                    <a:pt x="893" y="142"/>
                    <a:pt x="836" y="75"/>
                    <a:pt x="779" y="75"/>
                  </a:cubicBezTo>
                  <a:cubicBezTo>
                    <a:pt x="774" y="75"/>
                    <a:pt x="769" y="76"/>
                    <a:pt x="765" y="77"/>
                  </a:cubicBezTo>
                  <a:cubicBezTo>
                    <a:pt x="642" y="64"/>
                    <a:pt x="531" y="40"/>
                    <a:pt x="408" y="3"/>
                  </a:cubicBezTo>
                  <a:cubicBezTo>
                    <a:pt x="396" y="2"/>
                    <a:pt x="382" y="1"/>
                    <a:pt x="36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5" name="Google Shape;8141;p67">
              <a:extLst>
                <a:ext uri="{FF2B5EF4-FFF2-40B4-BE49-F238E27FC236}">
                  <a16:creationId xmlns:a16="http://schemas.microsoft.com/office/drawing/2014/main" id="{566E6CB2-8E57-8AEB-D880-DD7B80BFDFD6}"/>
                </a:ext>
              </a:extLst>
            </p:cNvPr>
            <p:cNvSpPr/>
            <p:nvPr/>
          </p:nvSpPr>
          <p:spPr>
            <a:xfrm>
              <a:off x="2940000" y="4277325"/>
              <a:ext cx="69575" cy="51025"/>
            </a:xfrm>
            <a:custGeom>
              <a:avLst/>
              <a:gdLst/>
              <a:ahLst/>
              <a:cxnLst/>
              <a:rect l="l" t="t" r="r" b="b"/>
              <a:pathLst>
                <a:path w="2783" h="2041" extrusionOk="0">
                  <a:moveTo>
                    <a:pt x="673" y="0"/>
                  </a:moveTo>
                  <a:cubicBezTo>
                    <a:pt x="553" y="0"/>
                    <a:pt x="522" y="30"/>
                    <a:pt x="565" y="52"/>
                  </a:cubicBezTo>
                  <a:cubicBezTo>
                    <a:pt x="602" y="64"/>
                    <a:pt x="811" y="101"/>
                    <a:pt x="811" y="126"/>
                  </a:cubicBezTo>
                  <a:cubicBezTo>
                    <a:pt x="811" y="163"/>
                    <a:pt x="811" y="187"/>
                    <a:pt x="762" y="187"/>
                  </a:cubicBezTo>
                  <a:cubicBezTo>
                    <a:pt x="700" y="187"/>
                    <a:pt x="577" y="163"/>
                    <a:pt x="552" y="163"/>
                  </a:cubicBezTo>
                  <a:cubicBezTo>
                    <a:pt x="540" y="163"/>
                    <a:pt x="675" y="212"/>
                    <a:pt x="614" y="212"/>
                  </a:cubicBezTo>
                  <a:lnTo>
                    <a:pt x="429" y="212"/>
                  </a:lnTo>
                  <a:cubicBezTo>
                    <a:pt x="367" y="212"/>
                    <a:pt x="330" y="224"/>
                    <a:pt x="306" y="261"/>
                  </a:cubicBezTo>
                  <a:cubicBezTo>
                    <a:pt x="294" y="311"/>
                    <a:pt x="257" y="323"/>
                    <a:pt x="330" y="323"/>
                  </a:cubicBezTo>
                  <a:cubicBezTo>
                    <a:pt x="404" y="335"/>
                    <a:pt x="429" y="397"/>
                    <a:pt x="515" y="421"/>
                  </a:cubicBezTo>
                  <a:cubicBezTo>
                    <a:pt x="602" y="434"/>
                    <a:pt x="491" y="434"/>
                    <a:pt x="491" y="458"/>
                  </a:cubicBezTo>
                  <a:cubicBezTo>
                    <a:pt x="491" y="481"/>
                    <a:pt x="562" y="534"/>
                    <a:pt x="519" y="534"/>
                  </a:cubicBezTo>
                  <a:cubicBezTo>
                    <a:pt x="515" y="534"/>
                    <a:pt x="510" y="533"/>
                    <a:pt x="503" y="532"/>
                  </a:cubicBezTo>
                  <a:cubicBezTo>
                    <a:pt x="441" y="520"/>
                    <a:pt x="330" y="458"/>
                    <a:pt x="281" y="458"/>
                  </a:cubicBezTo>
                  <a:cubicBezTo>
                    <a:pt x="250" y="458"/>
                    <a:pt x="127" y="431"/>
                    <a:pt x="124" y="431"/>
                  </a:cubicBezTo>
                  <a:lnTo>
                    <a:pt x="124" y="431"/>
                  </a:lnTo>
                  <a:cubicBezTo>
                    <a:pt x="124" y="431"/>
                    <a:pt x="126" y="432"/>
                    <a:pt x="133" y="434"/>
                  </a:cubicBezTo>
                  <a:cubicBezTo>
                    <a:pt x="183" y="458"/>
                    <a:pt x="318" y="495"/>
                    <a:pt x="269" y="495"/>
                  </a:cubicBezTo>
                  <a:cubicBezTo>
                    <a:pt x="232" y="495"/>
                    <a:pt x="146" y="495"/>
                    <a:pt x="170" y="545"/>
                  </a:cubicBezTo>
                  <a:cubicBezTo>
                    <a:pt x="207" y="594"/>
                    <a:pt x="330" y="656"/>
                    <a:pt x="244" y="656"/>
                  </a:cubicBezTo>
                  <a:cubicBezTo>
                    <a:pt x="170" y="656"/>
                    <a:pt x="109" y="668"/>
                    <a:pt x="47" y="692"/>
                  </a:cubicBezTo>
                  <a:cubicBezTo>
                    <a:pt x="72" y="692"/>
                    <a:pt x="84" y="729"/>
                    <a:pt x="158" y="754"/>
                  </a:cubicBezTo>
                  <a:cubicBezTo>
                    <a:pt x="201" y="769"/>
                    <a:pt x="249" y="775"/>
                    <a:pt x="296" y="775"/>
                  </a:cubicBezTo>
                  <a:cubicBezTo>
                    <a:pt x="329" y="775"/>
                    <a:pt x="361" y="772"/>
                    <a:pt x="392" y="766"/>
                  </a:cubicBezTo>
                  <a:cubicBezTo>
                    <a:pt x="435" y="759"/>
                    <a:pt x="494" y="752"/>
                    <a:pt x="529" y="752"/>
                  </a:cubicBezTo>
                  <a:cubicBezTo>
                    <a:pt x="555" y="752"/>
                    <a:pt x="568" y="756"/>
                    <a:pt x="552" y="766"/>
                  </a:cubicBezTo>
                  <a:cubicBezTo>
                    <a:pt x="515" y="791"/>
                    <a:pt x="454" y="828"/>
                    <a:pt x="478" y="840"/>
                  </a:cubicBezTo>
                  <a:cubicBezTo>
                    <a:pt x="503" y="853"/>
                    <a:pt x="528" y="890"/>
                    <a:pt x="503" y="890"/>
                  </a:cubicBezTo>
                  <a:lnTo>
                    <a:pt x="269" y="890"/>
                  </a:lnTo>
                  <a:cubicBezTo>
                    <a:pt x="195" y="890"/>
                    <a:pt x="121" y="877"/>
                    <a:pt x="59" y="853"/>
                  </a:cubicBezTo>
                  <a:cubicBezTo>
                    <a:pt x="44" y="842"/>
                    <a:pt x="29" y="836"/>
                    <a:pt x="19" y="836"/>
                  </a:cubicBezTo>
                  <a:cubicBezTo>
                    <a:pt x="4" y="836"/>
                    <a:pt x="1" y="848"/>
                    <a:pt x="22" y="877"/>
                  </a:cubicBezTo>
                  <a:cubicBezTo>
                    <a:pt x="59" y="939"/>
                    <a:pt x="109" y="1111"/>
                    <a:pt x="220" y="1111"/>
                  </a:cubicBezTo>
                  <a:cubicBezTo>
                    <a:pt x="343" y="1124"/>
                    <a:pt x="392" y="1161"/>
                    <a:pt x="330" y="1161"/>
                  </a:cubicBezTo>
                  <a:cubicBezTo>
                    <a:pt x="257" y="1161"/>
                    <a:pt x="257" y="1247"/>
                    <a:pt x="281" y="1259"/>
                  </a:cubicBezTo>
                  <a:cubicBezTo>
                    <a:pt x="293" y="1259"/>
                    <a:pt x="369" y="1334"/>
                    <a:pt x="419" y="1334"/>
                  </a:cubicBezTo>
                  <a:cubicBezTo>
                    <a:pt x="422" y="1334"/>
                    <a:pt x="426" y="1334"/>
                    <a:pt x="429" y="1333"/>
                  </a:cubicBezTo>
                  <a:cubicBezTo>
                    <a:pt x="479" y="1313"/>
                    <a:pt x="521" y="1277"/>
                    <a:pt x="561" y="1277"/>
                  </a:cubicBezTo>
                  <a:cubicBezTo>
                    <a:pt x="570" y="1277"/>
                    <a:pt x="580" y="1279"/>
                    <a:pt x="589" y="1284"/>
                  </a:cubicBezTo>
                  <a:cubicBezTo>
                    <a:pt x="619" y="1304"/>
                    <a:pt x="633" y="1340"/>
                    <a:pt x="657" y="1340"/>
                  </a:cubicBezTo>
                  <a:cubicBezTo>
                    <a:pt x="662" y="1340"/>
                    <a:pt x="668" y="1338"/>
                    <a:pt x="675" y="1333"/>
                  </a:cubicBezTo>
                  <a:cubicBezTo>
                    <a:pt x="719" y="1301"/>
                    <a:pt x="829" y="1230"/>
                    <a:pt x="905" y="1230"/>
                  </a:cubicBezTo>
                  <a:cubicBezTo>
                    <a:pt x="915" y="1230"/>
                    <a:pt x="925" y="1232"/>
                    <a:pt x="934" y="1235"/>
                  </a:cubicBezTo>
                  <a:cubicBezTo>
                    <a:pt x="1008" y="1247"/>
                    <a:pt x="1070" y="1296"/>
                    <a:pt x="1057" y="1296"/>
                  </a:cubicBezTo>
                  <a:cubicBezTo>
                    <a:pt x="1119" y="1309"/>
                    <a:pt x="1181" y="1309"/>
                    <a:pt x="1242" y="1309"/>
                  </a:cubicBezTo>
                  <a:cubicBezTo>
                    <a:pt x="1316" y="1309"/>
                    <a:pt x="1008" y="1333"/>
                    <a:pt x="1020" y="1333"/>
                  </a:cubicBezTo>
                  <a:cubicBezTo>
                    <a:pt x="1131" y="1346"/>
                    <a:pt x="1242" y="1358"/>
                    <a:pt x="1353" y="1382"/>
                  </a:cubicBezTo>
                  <a:cubicBezTo>
                    <a:pt x="1316" y="1395"/>
                    <a:pt x="836" y="1419"/>
                    <a:pt x="774" y="1444"/>
                  </a:cubicBezTo>
                  <a:cubicBezTo>
                    <a:pt x="712" y="1456"/>
                    <a:pt x="589" y="1506"/>
                    <a:pt x="626" y="1555"/>
                  </a:cubicBezTo>
                  <a:cubicBezTo>
                    <a:pt x="651" y="1580"/>
                    <a:pt x="688" y="1604"/>
                    <a:pt x="725" y="1629"/>
                  </a:cubicBezTo>
                  <a:cubicBezTo>
                    <a:pt x="749" y="1629"/>
                    <a:pt x="725" y="1703"/>
                    <a:pt x="786" y="1727"/>
                  </a:cubicBezTo>
                  <a:cubicBezTo>
                    <a:pt x="836" y="1752"/>
                    <a:pt x="996" y="1752"/>
                    <a:pt x="1082" y="1789"/>
                  </a:cubicBezTo>
                  <a:cubicBezTo>
                    <a:pt x="1168" y="1814"/>
                    <a:pt x="1082" y="1814"/>
                    <a:pt x="1020" y="1814"/>
                  </a:cubicBezTo>
                  <a:cubicBezTo>
                    <a:pt x="959" y="1814"/>
                    <a:pt x="860" y="1838"/>
                    <a:pt x="947" y="1875"/>
                  </a:cubicBezTo>
                  <a:cubicBezTo>
                    <a:pt x="1008" y="1937"/>
                    <a:pt x="1094" y="1974"/>
                    <a:pt x="1168" y="1999"/>
                  </a:cubicBezTo>
                  <a:cubicBezTo>
                    <a:pt x="1224" y="2026"/>
                    <a:pt x="1286" y="2040"/>
                    <a:pt x="1350" y="2040"/>
                  </a:cubicBezTo>
                  <a:cubicBezTo>
                    <a:pt x="1372" y="2040"/>
                    <a:pt x="1393" y="2039"/>
                    <a:pt x="1415" y="2036"/>
                  </a:cubicBezTo>
                  <a:cubicBezTo>
                    <a:pt x="1464" y="2011"/>
                    <a:pt x="1600" y="2011"/>
                    <a:pt x="1513" y="1974"/>
                  </a:cubicBezTo>
                  <a:cubicBezTo>
                    <a:pt x="1462" y="1952"/>
                    <a:pt x="1476" y="1934"/>
                    <a:pt x="1507" y="1934"/>
                  </a:cubicBezTo>
                  <a:cubicBezTo>
                    <a:pt x="1528" y="1934"/>
                    <a:pt x="1555" y="1942"/>
                    <a:pt x="1575" y="1962"/>
                  </a:cubicBezTo>
                  <a:cubicBezTo>
                    <a:pt x="1610" y="1988"/>
                    <a:pt x="1638" y="2014"/>
                    <a:pt x="1652" y="2014"/>
                  </a:cubicBezTo>
                  <a:cubicBezTo>
                    <a:pt x="1658" y="2014"/>
                    <a:pt x="1661" y="2009"/>
                    <a:pt x="1661" y="1999"/>
                  </a:cubicBezTo>
                  <a:cubicBezTo>
                    <a:pt x="1661" y="1967"/>
                    <a:pt x="1573" y="1822"/>
                    <a:pt x="1605" y="1822"/>
                  </a:cubicBezTo>
                  <a:cubicBezTo>
                    <a:pt x="1611" y="1822"/>
                    <a:pt x="1621" y="1827"/>
                    <a:pt x="1637" y="1838"/>
                  </a:cubicBezTo>
                  <a:cubicBezTo>
                    <a:pt x="1724" y="1904"/>
                    <a:pt x="1801" y="2017"/>
                    <a:pt x="1835" y="2017"/>
                  </a:cubicBezTo>
                  <a:cubicBezTo>
                    <a:pt x="1839" y="2017"/>
                    <a:pt x="1843" y="2015"/>
                    <a:pt x="1846" y="2011"/>
                  </a:cubicBezTo>
                  <a:cubicBezTo>
                    <a:pt x="1871" y="1986"/>
                    <a:pt x="1945" y="1937"/>
                    <a:pt x="1920" y="1888"/>
                  </a:cubicBezTo>
                  <a:cubicBezTo>
                    <a:pt x="1883" y="1851"/>
                    <a:pt x="1871" y="1801"/>
                    <a:pt x="1920" y="1801"/>
                  </a:cubicBezTo>
                  <a:cubicBezTo>
                    <a:pt x="1965" y="1801"/>
                    <a:pt x="1948" y="1954"/>
                    <a:pt x="1973" y="1954"/>
                  </a:cubicBezTo>
                  <a:cubicBezTo>
                    <a:pt x="1975" y="1954"/>
                    <a:pt x="1978" y="1953"/>
                    <a:pt x="1982" y="1949"/>
                  </a:cubicBezTo>
                  <a:cubicBezTo>
                    <a:pt x="2018" y="1900"/>
                    <a:pt x="2043" y="1826"/>
                    <a:pt x="2031" y="1764"/>
                  </a:cubicBezTo>
                  <a:cubicBezTo>
                    <a:pt x="2018" y="1727"/>
                    <a:pt x="1957" y="1629"/>
                    <a:pt x="1982" y="1580"/>
                  </a:cubicBezTo>
                  <a:cubicBezTo>
                    <a:pt x="1997" y="1556"/>
                    <a:pt x="2018" y="1518"/>
                    <a:pt x="2031" y="1518"/>
                  </a:cubicBezTo>
                  <a:cubicBezTo>
                    <a:pt x="2038" y="1518"/>
                    <a:pt x="2043" y="1531"/>
                    <a:pt x="2043" y="1567"/>
                  </a:cubicBezTo>
                  <a:cubicBezTo>
                    <a:pt x="2043" y="1654"/>
                    <a:pt x="2072" y="1732"/>
                    <a:pt x="2113" y="1732"/>
                  </a:cubicBezTo>
                  <a:cubicBezTo>
                    <a:pt x="2118" y="1732"/>
                    <a:pt x="2124" y="1730"/>
                    <a:pt x="2129" y="1727"/>
                  </a:cubicBezTo>
                  <a:cubicBezTo>
                    <a:pt x="2203" y="1654"/>
                    <a:pt x="2277" y="1580"/>
                    <a:pt x="2363" y="1518"/>
                  </a:cubicBezTo>
                  <a:cubicBezTo>
                    <a:pt x="2397" y="1504"/>
                    <a:pt x="2429" y="1498"/>
                    <a:pt x="2454" y="1498"/>
                  </a:cubicBezTo>
                  <a:cubicBezTo>
                    <a:pt x="2493" y="1498"/>
                    <a:pt x="2514" y="1511"/>
                    <a:pt x="2499" y="1518"/>
                  </a:cubicBezTo>
                  <a:cubicBezTo>
                    <a:pt x="2477" y="1529"/>
                    <a:pt x="2426" y="1569"/>
                    <a:pt x="2450" y="1569"/>
                  </a:cubicBezTo>
                  <a:cubicBezTo>
                    <a:pt x="2453" y="1569"/>
                    <a:pt x="2457" y="1569"/>
                    <a:pt x="2462" y="1567"/>
                  </a:cubicBezTo>
                  <a:cubicBezTo>
                    <a:pt x="2511" y="1543"/>
                    <a:pt x="2721" y="1506"/>
                    <a:pt x="2672" y="1493"/>
                  </a:cubicBezTo>
                  <a:cubicBezTo>
                    <a:pt x="2622" y="1493"/>
                    <a:pt x="2536" y="1493"/>
                    <a:pt x="2598" y="1469"/>
                  </a:cubicBezTo>
                  <a:cubicBezTo>
                    <a:pt x="2659" y="1432"/>
                    <a:pt x="2782" y="1395"/>
                    <a:pt x="2782" y="1346"/>
                  </a:cubicBezTo>
                  <a:cubicBezTo>
                    <a:pt x="2770" y="1284"/>
                    <a:pt x="2647" y="1235"/>
                    <a:pt x="2622" y="1185"/>
                  </a:cubicBezTo>
                  <a:cubicBezTo>
                    <a:pt x="2611" y="1169"/>
                    <a:pt x="2608" y="1162"/>
                    <a:pt x="2601" y="1162"/>
                  </a:cubicBezTo>
                  <a:cubicBezTo>
                    <a:pt x="2594" y="1162"/>
                    <a:pt x="2582" y="1172"/>
                    <a:pt x="2548" y="1185"/>
                  </a:cubicBezTo>
                  <a:cubicBezTo>
                    <a:pt x="2538" y="1189"/>
                    <a:pt x="2530" y="1191"/>
                    <a:pt x="2523" y="1191"/>
                  </a:cubicBezTo>
                  <a:cubicBezTo>
                    <a:pt x="2485" y="1191"/>
                    <a:pt x="2475" y="1144"/>
                    <a:pt x="2413" y="1124"/>
                  </a:cubicBezTo>
                  <a:cubicBezTo>
                    <a:pt x="2395" y="1120"/>
                    <a:pt x="2386" y="1119"/>
                    <a:pt x="2380" y="1119"/>
                  </a:cubicBezTo>
                  <a:cubicBezTo>
                    <a:pt x="2366" y="1119"/>
                    <a:pt x="2368" y="1127"/>
                    <a:pt x="2290" y="1136"/>
                  </a:cubicBezTo>
                  <a:cubicBezTo>
                    <a:pt x="2240" y="1142"/>
                    <a:pt x="2206" y="1148"/>
                    <a:pt x="2191" y="1148"/>
                  </a:cubicBezTo>
                  <a:cubicBezTo>
                    <a:pt x="2176" y="1148"/>
                    <a:pt x="2179" y="1142"/>
                    <a:pt x="2203" y="1124"/>
                  </a:cubicBezTo>
                  <a:cubicBezTo>
                    <a:pt x="2240" y="1087"/>
                    <a:pt x="2327" y="1025"/>
                    <a:pt x="2253" y="1013"/>
                  </a:cubicBezTo>
                  <a:cubicBezTo>
                    <a:pt x="2246" y="1012"/>
                    <a:pt x="2239" y="1011"/>
                    <a:pt x="2233" y="1011"/>
                  </a:cubicBezTo>
                  <a:cubicBezTo>
                    <a:pt x="2198" y="1011"/>
                    <a:pt x="2182" y="1028"/>
                    <a:pt x="2180" y="1028"/>
                  </a:cubicBezTo>
                  <a:cubicBezTo>
                    <a:pt x="2178" y="1028"/>
                    <a:pt x="2182" y="1022"/>
                    <a:pt x="2191" y="1001"/>
                  </a:cubicBezTo>
                  <a:cubicBezTo>
                    <a:pt x="2216" y="951"/>
                    <a:pt x="2277" y="939"/>
                    <a:pt x="2228" y="902"/>
                  </a:cubicBezTo>
                  <a:cubicBezTo>
                    <a:pt x="2191" y="890"/>
                    <a:pt x="2142" y="865"/>
                    <a:pt x="2092" y="865"/>
                  </a:cubicBezTo>
                  <a:cubicBezTo>
                    <a:pt x="2068" y="865"/>
                    <a:pt x="2055" y="853"/>
                    <a:pt x="2105" y="816"/>
                  </a:cubicBezTo>
                  <a:cubicBezTo>
                    <a:pt x="2142" y="779"/>
                    <a:pt x="2179" y="742"/>
                    <a:pt x="2129" y="705"/>
                  </a:cubicBezTo>
                  <a:cubicBezTo>
                    <a:pt x="2084" y="660"/>
                    <a:pt x="2091" y="605"/>
                    <a:pt x="1999" y="605"/>
                  </a:cubicBezTo>
                  <a:cubicBezTo>
                    <a:pt x="1990" y="605"/>
                    <a:pt x="1980" y="605"/>
                    <a:pt x="1969" y="606"/>
                  </a:cubicBezTo>
                  <a:cubicBezTo>
                    <a:pt x="1858" y="606"/>
                    <a:pt x="1760" y="643"/>
                    <a:pt x="1846" y="680"/>
                  </a:cubicBezTo>
                  <a:cubicBezTo>
                    <a:pt x="1920" y="717"/>
                    <a:pt x="2080" y="828"/>
                    <a:pt x="2018" y="828"/>
                  </a:cubicBezTo>
                  <a:cubicBezTo>
                    <a:pt x="1973" y="828"/>
                    <a:pt x="1951" y="847"/>
                    <a:pt x="1929" y="847"/>
                  </a:cubicBezTo>
                  <a:cubicBezTo>
                    <a:pt x="1915" y="847"/>
                    <a:pt x="1902" y="839"/>
                    <a:pt x="1883" y="816"/>
                  </a:cubicBezTo>
                  <a:cubicBezTo>
                    <a:pt x="1821" y="766"/>
                    <a:pt x="1784" y="766"/>
                    <a:pt x="1760" y="692"/>
                  </a:cubicBezTo>
                  <a:cubicBezTo>
                    <a:pt x="1747" y="631"/>
                    <a:pt x="1809" y="569"/>
                    <a:pt x="1723" y="569"/>
                  </a:cubicBezTo>
                  <a:cubicBezTo>
                    <a:pt x="1649" y="557"/>
                    <a:pt x="1439" y="569"/>
                    <a:pt x="1390" y="495"/>
                  </a:cubicBezTo>
                  <a:cubicBezTo>
                    <a:pt x="1329" y="360"/>
                    <a:pt x="1230" y="237"/>
                    <a:pt x="1119" y="126"/>
                  </a:cubicBezTo>
                  <a:cubicBezTo>
                    <a:pt x="996" y="52"/>
                    <a:pt x="873" y="15"/>
                    <a:pt x="737" y="2"/>
                  </a:cubicBezTo>
                  <a:cubicBezTo>
                    <a:pt x="713" y="1"/>
                    <a:pt x="692" y="0"/>
                    <a:pt x="6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6" name="Google Shape;8142;p67">
              <a:extLst>
                <a:ext uri="{FF2B5EF4-FFF2-40B4-BE49-F238E27FC236}">
                  <a16:creationId xmlns:a16="http://schemas.microsoft.com/office/drawing/2014/main" id="{DEC0B7BF-C8AC-4574-5E2E-8F5E0B068228}"/>
                </a:ext>
              </a:extLst>
            </p:cNvPr>
            <p:cNvSpPr/>
            <p:nvPr/>
          </p:nvSpPr>
          <p:spPr>
            <a:xfrm>
              <a:off x="2967975" y="4247825"/>
              <a:ext cx="183600" cy="109350"/>
            </a:xfrm>
            <a:custGeom>
              <a:avLst/>
              <a:gdLst/>
              <a:ahLst/>
              <a:cxnLst/>
              <a:rect l="l" t="t" r="r" b="b"/>
              <a:pathLst>
                <a:path w="7344" h="4374" extrusionOk="0">
                  <a:moveTo>
                    <a:pt x="4978" y="1"/>
                  </a:moveTo>
                  <a:cubicBezTo>
                    <a:pt x="4927" y="1"/>
                    <a:pt x="4894" y="9"/>
                    <a:pt x="4916" y="37"/>
                  </a:cubicBezTo>
                  <a:cubicBezTo>
                    <a:pt x="4962" y="82"/>
                    <a:pt x="5071" y="149"/>
                    <a:pt x="4999" y="149"/>
                  </a:cubicBezTo>
                  <a:cubicBezTo>
                    <a:pt x="4993" y="149"/>
                    <a:pt x="4986" y="148"/>
                    <a:pt x="4978" y="147"/>
                  </a:cubicBezTo>
                  <a:cubicBezTo>
                    <a:pt x="4879" y="135"/>
                    <a:pt x="4830" y="24"/>
                    <a:pt x="4731" y="12"/>
                  </a:cubicBezTo>
                  <a:cubicBezTo>
                    <a:pt x="4721" y="11"/>
                    <a:pt x="4708" y="10"/>
                    <a:pt x="4693" y="10"/>
                  </a:cubicBezTo>
                  <a:cubicBezTo>
                    <a:pt x="4571" y="10"/>
                    <a:pt x="4329" y="53"/>
                    <a:pt x="4362" y="86"/>
                  </a:cubicBezTo>
                  <a:cubicBezTo>
                    <a:pt x="4399" y="111"/>
                    <a:pt x="4423" y="209"/>
                    <a:pt x="4534" y="234"/>
                  </a:cubicBezTo>
                  <a:cubicBezTo>
                    <a:pt x="4564" y="240"/>
                    <a:pt x="4566" y="243"/>
                    <a:pt x="4552" y="243"/>
                  </a:cubicBezTo>
                  <a:cubicBezTo>
                    <a:pt x="4514" y="243"/>
                    <a:pt x="4354" y="221"/>
                    <a:pt x="4300" y="184"/>
                  </a:cubicBezTo>
                  <a:cubicBezTo>
                    <a:pt x="4226" y="135"/>
                    <a:pt x="4152" y="12"/>
                    <a:pt x="4078" y="12"/>
                  </a:cubicBezTo>
                  <a:cubicBezTo>
                    <a:pt x="3992" y="12"/>
                    <a:pt x="3339" y="12"/>
                    <a:pt x="3475" y="86"/>
                  </a:cubicBezTo>
                  <a:cubicBezTo>
                    <a:pt x="3610" y="147"/>
                    <a:pt x="3894" y="369"/>
                    <a:pt x="3844" y="369"/>
                  </a:cubicBezTo>
                  <a:cubicBezTo>
                    <a:pt x="3804" y="379"/>
                    <a:pt x="3715" y="472"/>
                    <a:pt x="3696" y="472"/>
                  </a:cubicBezTo>
                  <a:cubicBezTo>
                    <a:pt x="3692" y="472"/>
                    <a:pt x="3692" y="467"/>
                    <a:pt x="3696" y="456"/>
                  </a:cubicBezTo>
                  <a:cubicBezTo>
                    <a:pt x="3709" y="406"/>
                    <a:pt x="3820" y="406"/>
                    <a:pt x="3696" y="357"/>
                  </a:cubicBezTo>
                  <a:cubicBezTo>
                    <a:pt x="3573" y="295"/>
                    <a:pt x="3499" y="172"/>
                    <a:pt x="3425" y="160"/>
                  </a:cubicBezTo>
                  <a:cubicBezTo>
                    <a:pt x="3314" y="160"/>
                    <a:pt x="3216" y="147"/>
                    <a:pt x="3105" y="135"/>
                  </a:cubicBezTo>
                  <a:cubicBezTo>
                    <a:pt x="3036" y="120"/>
                    <a:pt x="2973" y="109"/>
                    <a:pt x="2908" y="109"/>
                  </a:cubicBezTo>
                  <a:cubicBezTo>
                    <a:pt x="2868" y="109"/>
                    <a:pt x="2827" y="113"/>
                    <a:pt x="2785" y="123"/>
                  </a:cubicBezTo>
                  <a:cubicBezTo>
                    <a:pt x="2809" y="135"/>
                    <a:pt x="2834" y="246"/>
                    <a:pt x="2933" y="246"/>
                  </a:cubicBezTo>
                  <a:cubicBezTo>
                    <a:pt x="3019" y="246"/>
                    <a:pt x="3216" y="271"/>
                    <a:pt x="3117" y="271"/>
                  </a:cubicBezTo>
                  <a:cubicBezTo>
                    <a:pt x="3052" y="271"/>
                    <a:pt x="2936" y="328"/>
                    <a:pt x="2846" y="328"/>
                  </a:cubicBezTo>
                  <a:cubicBezTo>
                    <a:pt x="2818" y="328"/>
                    <a:pt x="2793" y="322"/>
                    <a:pt x="2772" y="308"/>
                  </a:cubicBezTo>
                  <a:cubicBezTo>
                    <a:pt x="2711" y="246"/>
                    <a:pt x="2624" y="197"/>
                    <a:pt x="2538" y="184"/>
                  </a:cubicBezTo>
                  <a:cubicBezTo>
                    <a:pt x="2517" y="184"/>
                    <a:pt x="2502" y="183"/>
                    <a:pt x="2493" y="183"/>
                  </a:cubicBezTo>
                  <a:cubicBezTo>
                    <a:pt x="2470" y="183"/>
                    <a:pt x="2485" y="190"/>
                    <a:pt x="2538" y="234"/>
                  </a:cubicBezTo>
                  <a:cubicBezTo>
                    <a:pt x="2614" y="288"/>
                    <a:pt x="2643" y="400"/>
                    <a:pt x="2589" y="400"/>
                  </a:cubicBezTo>
                  <a:cubicBezTo>
                    <a:pt x="2582" y="400"/>
                    <a:pt x="2573" y="398"/>
                    <a:pt x="2563" y="394"/>
                  </a:cubicBezTo>
                  <a:cubicBezTo>
                    <a:pt x="2477" y="357"/>
                    <a:pt x="2378" y="332"/>
                    <a:pt x="2279" y="332"/>
                  </a:cubicBezTo>
                  <a:cubicBezTo>
                    <a:pt x="2304" y="345"/>
                    <a:pt x="2501" y="406"/>
                    <a:pt x="2427" y="406"/>
                  </a:cubicBezTo>
                  <a:cubicBezTo>
                    <a:pt x="2366" y="406"/>
                    <a:pt x="2169" y="406"/>
                    <a:pt x="2218" y="480"/>
                  </a:cubicBezTo>
                  <a:cubicBezTo>
                    <a:pt x="2267" y="554"/>
                    <a:pt x="2674" y="677"/>
                    <a:pt x="2748" y="702"/>
                  </a:cubicBezTo>
                  <a:cubicBezTo>
                    <a:pt x="2822" y="713"/>
                    <a:pt x="2950" y="877"/>
                    <a:pt x="2938" y="877"/>
                  </a:cubicBezTo>
                  <a:cubicBezTo>
                    <a:pt x="2937" y="877"/>
                    <a:pt x="2931" y="873"/>
                    <a:pt x="2920" y="862"/>
                  </a:cubicBezTo>
                  <a:cubicBezTo>
                    <a:pt x="2834" y="801"/>
                    <a:pt x="2723" y="751"/>
                    <a:pt x="2612" y="739"/>
                  </a:cubicBezTo>
                  <a:cubicBezTo>
                    <a:pt x="2535" y="728"/>
                    <a:pt x="2172" y="559"/>
                    <a:pt x="2149" y="559"/>
                  </a:cubicBezTo>
                  <a:cubicBezTo>
                    <a:pt x="2146" y="559"/>
                    <a:pt x="2149" y="561"/>
                    <a:pt x="2156" y="566"/>
                  </a:cubicBezTo>
                  <a:cubicBezTo>
                    <a:pt x="2222" y="621"/>
                    <a:pt x="2357" y="706"/>
                    <a:pt x="2315" y="706"/>
                  </a:cubicBezTo>
                  <a:cubicBezTo>
                    <a:pt x="2310" y="706"/>
                    <a:pt x="2302" y="705"/>
                    <a:pt x="2292" y="702"/>
                  </a:cubicBezTo>
                  <a:cubicBezTo>
                    <a:pt x="2281" y="701"/>
                    <a:pt x="2272" y="700"/>
                    <a:pt x="2263" y="700"/>
                  </a:cubicBezTo>
                  <a:cubicBezTo>
                    <a:pt x="2219" y="700"/>
                    <a:pt x="2204" y="714"/>
                    <a:pt x="2187" y="714"/>
                  </a:cubicBezTo>
                  <a:cubicBezTo>
                    <a:pt x="2174" y="714"/>
                    <a:pt x="2161" y="706"/>
                    <a:pt x="2132" y="677"/>
                  </a:cubicBezTo>
                  <a:cubicBezTo>
                    <a:pt x="2058" y="603"/>
                    <a:pt x="1959" y="505"/>
                    <a:pt x="1873" y="492"/>
                  </a:cubicBezTo>
                  <a:cubicBezTo>
                    <a:pt x="1808" y="492"/>
                    <a:pt x="1593" y="426"/>
                    <a:pt x="1515" y="426"/>
                  </a:cubicBezTo>
                  <a:cubicBezTo>
                    <a:pt x="1504" y="426"/>
                    <a:pt x="1496" y="428"/>
                    <a:pt x="1491" y="431"/>
                  </a:cubicBezTo>
                  <a:cubicBezTo>
                    <a:pt x="1454" y="468"/>
                    <a:pt x="1639" y="492"/>
                    <a:pt x="1565" y="529"/>
                  </a:cubicBezTo>
                  <a:cubicBezTo>
                    <a:pt x="1491" y="566"/>
                    <a:pt x="1158" y="665"/>
                    <a:pt x="1232" y="665"/>
                  </a:cubicBezTo>
                  <a:cubicBezTo>
                    <a:pt x="1239" y="666"/>
                    <a:pt x="1246" y="667"/>
                    <a:pt x="1253" y="667"/>
                  </a:cubicBezTo>
                  <a:cubicBezTo>
                    <a:pt x="1295" y="667"/>
                    <a:pt x="1338" y="649"/>
                    <a:pt x="1388" y="649"/>
                  </a:cubicBezTo>
                  <a:cubicBezTo>
                    <a:pt x="1419" y="649"/>
                    <a:pt x="1453" y="656"/>
                    <a:pt x="1491" y="677"/>
                  </a:cubicBezTo>
                  <a:cubicBezTo>
                    <a:pt x="1590" y="744"/>
                    <a:pt x="1690" y="790"/>
                    <a:pt x="1647" y="790"/>
                  </a:cubicBezTo>
                  <a:cubicBezTo>
                    <a:pt x="1642" y="790"/>
                    <a:pt x="1635" y="789"/>
                    <a:pt x="1626" y="788"/>
                  </a:cubicBezTo>
                  <a:cubicBezTo>
                    <a:pt x="1540" y="788"/>
                    <a:pt x="1479" y="788"/>
                    <a:pt x="1516" y="813"/>
                  </a:cubicBezTo>
                  <a:cubicBezTo>
                    <a:pt x="1549" y="830"/>
                    <a:pt x="1537" y="864"/>
                    <a:pt x="1510" y="864"/>
                  </a:cubicBezTo>
                  <a:cubicBezTo>
                    <a:pt x="1497" y="864"/>
                    <a:pt x="1482" y="857"/>
                    <a:pt x="1466" y="837"/>
                  </a:cubicBezTo>
                  <a:cubicBezTo>
                    <a:pt x="1417" y="788"/>
                    <a:pt x="1380" y="702"/>
                    <a:pt x="1294" y="702"/>
                  </a:cubicBezTo>
                  <a:cubicBezTo>
                    <a:pt x="1233" y="712"/>
                    <a:pt x="1197" y="831"/>
                    <a:pt x="1145" y="831"/>
                  </a:cubicBezTo>
                  <a:cubicBezTo>
                    <a:pt x="1134" y="831"/>
                    <a:pt x="1122" y="826"/>
                    <a:pt x="1109" y="813"/>
                  </a:cubicBezTo>
                  <a:cubicBezTo>
                    <a:pt x="1035" y="739"/>
                    <a:pt x="1072" y="702"/>
                    <a:pt x="961" y="702"/>
                  </a:cubicBezTo>
                  <a:cubicBezTo>
                    <a:pt x="838" y="702"/>
                    <a:pt x="653" y="776"/>
                    <a:pt x="653" y="825"/>
                  </a:cubicBezTo>
                  <a:cubicBezTo>
                    <a:pt x="653" y="860"/>
                    <a:pt x="615" y="889"/>
                    <a:pt x="580" y="889"/>
                  </a:cubicBezTo>
                  <a:cubicBezTo>
                    <a:pt x="566" y="889"/>
                    <a:pt x="553" y="885"/>
                    <a:pt x="542" y="874"/>
                  </a:cubicBezTo>
                  <a:cubicBezTo>
                    <a:pt x="505" y="837"/>
                    <a:pt x="456" y="825"/>
                    <a:pt x="394" y="825"/>
                  </a:cubicBezTo>
                  <a:cubicBezTo>
                    <a:pt x="320" y="825"/>
                    <a:pt x="210" y="911"/>
                    <a:pt x="148" y="911"/>
                  </a:cubicBezTo>
                  <a:cubicBezTo>
                    <a:pt x="74" y="911"/>
                    <a:pt x="0" y="961"/>
                    <a:pt x="49" y="985"/>
                  </a:cubicBezTo>
                  <a:cubicBezTo>
                    <a:pt x="76" y="1003"/>
                    <a:pt x="110" y="1015"/>
                    <a:pt x="145" y="1015"/>
                  </a:cubicBezTo>
                  <a:cubicBezTo>
                    <a:pt x="158" y="1015"/>
                    <a:pt x="172" y="1013"/>
                    <a:pt x="185" y="1010"/>
                  </a:cubicBezTo>
                  <a:cubicBezTo>
                    <a:pt x="250" y="1001"/>
                    <a:pt x="323" y="977"/>
                    <a:pt x="381" y="977"/>
                  </a:cubicBezTo>
                  <a:cubicBezTo>
                    <a:pt x="400" y="977"/>
                    <a:pt x="416" y="979"/>
                    <a:pt x="431" y="985"/>
                  </a:cubicBezTo>
                  <a:cubicBezTo>
                    <a:pt x="481" y="1022"/>
                    <a:pt x="431" y="1035"/>
                    <a:pt x="370" y="1047"/>
                  </a:cubicBezTo>
                  <a:cubicBezTo>
                    <a:pt x="327" y="1058"/>
                    <a:pt x="221" y="1114"/>
                    <a:pt x="263" y="1114"/>
                  </a:cubicBezTo>
                  <a:cubicBezTo>
                    <a:pt x="269" y="1114"/>
                    <a:pt x="280" y="1112"/>
                    <a:pt x="296" y="1109"/>
                  </a:cubicBezTo>
                  <a:cubicBezTo>
                    <a:pt x="407" y="1096"/>
                    <a:pt x="702" y="1084"/>
                    <a:pt x="813" y="1059"/>
                  </a:cubicBezTo>
                  <a:cubicBezTo>
                    <a:pt x="824" y="1058"/>
                    <a:pt x="833" y="1058"/>
                    <a:pt x="839" y="1058"/>
                  </a:cubicBezTo>
                  <a:cubicBezTo>
                    <a:pt x="904" y="1058"/>
                    <a:pt x="743" y="1110"/>
                    <a:pt x="653" y="1121"/>
                  </a:cubicBezTo>
                  <a:cubicBezTo>
                    <a:pt x="542" y="1133"/>
                    <a:pt x="370" y="1281"/>
                    <a:pt x="394" y="1306"/>
                  </a:cubicBezTo>
                  <a:cubicBezTo>
                    <a:pt x="419" y="1343"/>
                    <a:pt x="468" y="1380"/>
                    <a:pt x="579" y="1380"/>
                  </a:cubicBezTo>
                  <a:cubicBezTo>
                    <a:pt x="653" y="1386"/>
                    <a:pt x="724" y="1389"/>
                    <a:pt x="795" y="1389"/>
                  </a:cubicBezTo>
                  <a:cubicBezTo>
                    <a:pt x="866" y="1389"/>
                    <a:pt x="936" y="1386"/>
                    <a:pt x="1010" y="1380"/>
                  </a:cubicBezTo>
                  <a:cubicBezTo>
                    <a:pt x="1109" y="1367"/>
                    <a:pt x="1380" y="1219"/>
                    <a:pt x="1503" y="1219"/>
                  </a:cubicBezTo>
                  <a:cubicBezTo>
                    <a:pt x="1626" y="1219"/>
                    <a:pt x="1688" y="1219"/>
                    <a:pt x="1602" y="1256"/>
                  </a:cubicBezTo>
                  <a:cubicBezTo>
                    <a:pt x="1503" y="1306"/>
                    <a:pt x="1392" y="1343"/>
                    <a:pt x="1281" y="1367"/>
                  </a:cubicBezTo>
                  <a:cubicBezTo>
                    <a:pt x="1072" y="1404"/>
                    <a:pt x="863" y="1429"/>
                    <a:pt x="665" y="1454"/>
                  </a:cubicBezTo>
                  <a:cubicBezTo>
                    <a:pt x="654" y="1452"/>
                    <a:pt x="644" y="1452"/>
                    <a:pt x="637" y="1452"/>
                  </a:cubicBezTo>
                  <a:cubicBezTo>
                    <a:pt x="578" y="1452"/>
                    <a:pt x="676" y="1494"/>
                    <a:pt x="764" y="1527"/>
                  </a:cubicBezTo>
                  <a:cubicBezTo>
                    <a:pt x="845" y="1558"/>
                    <a:pt x="876" y="1638"/>
                    <a:pt x="967" y="1638"/>
                  </a:cubicBezTo>
                  <a:cubicBezTo>
                    <a:pt x="987" y="1638"/>
                    <a:pt x="1009" y="1635"/>
                    <a:pt x="1035" y="1626"/>
                  </a:cubicBezTo>
                  <a:cubicBezTo>
                    <a:pt x="1183" y="1577"/>
                    <a:pt x="1306" y="1441"/>
                    <a:pt x="1405" y="1429"/>
                  </a:cubicBezTo>
                  <a:cubicBezTo>
                    <a:pt x="1491" y="1404"/>
                    <a:pt x="2033" y="1306"/>
                    <a:pt x="2144" y="1306"/>
                  </a:cubicBezTo>
                  <a:cubicBezTo>
                    <a:pt x="2150" y="1305"/>
                    <a:pt x="2153" y="1305"/>
                    <a:pt x="2154" y="1305"/>
                  </a:cubicBezTo>
                  <a:cubicBezTo>
                    <a:pt x="2173" y="1305"/>
                    <a:pt x="1618" y="1396"/>
                    <a:pt x="1479" y="1454"/>
                  </a:cubicBezTo>
                  <a:cubicBezTo>
                    <a:pt x="1318" y="1515"/>
                    <a:pt x="1183" y="1651"/>
                    <a:pt x="1269" y="1688"/>
                  </a:cubicBezTo>
                  <a:cubicBezTo>
                    <a:pt x="1301" y="1697"/>
                    <a:pt x="1316" y="1699"/>
                    <a:pt x="1332" y="1699"/>
                  </a:cubicBezTo>
                  <a:cubicBezTo>
                    <a:pt x="1350" y="1699"/>
                    <a:pt x="1369" y="1696"/>
                    <a:pt x="1413" y="1696"/>
                  </a:cubicBezTo>
                  <a:cubicBezTo>
                    <a:pt x="1438" y="1696"/>
                    <a:pt x="1471" y="1697"/>
                    <a:pt x="1516" y="1700"/>
                  </a:cubicBezTo>
                  <a:cubicBezTo>
                    <a:pt x="1581" y="1704"/>
                    <a:pt x="1635" y="1709"/>
                    <a:pt x="1683" y="1709"/>
                  </a:cubicBezTo>
                  <a:cubicBezTo>
                    <a:pt x="1769" y="1709"/>
                    <a:pt x="1829" y="1694"/>
                    <a:pt x="1885" y="1638"/>
                  </a:cubicBezTo>
                  <a:cubicBezTo>
                    <a:pt x="1961" y="1574"/>
                    <a:pt x="1942" y="1537"/>
                    <a:pt x="1993" y="1537"/>
                  </a:cubicBezTo>
                  <a:cubicBezTo>
                    <a:pt x="2001" y="1537"/>
                    <a:pt x="2010" y="1538"/>
                    <a:pt x="2021" y="1540"/>
                  </a:cubicBezTo>
                  <a:cubicBezTo>
                    <a:pt x="2082" y="1557"/>
                    <a:pt x="1989" y="1575"/>
                    <a:pt x="2007" y="1575"/>
                  </a:cubicBezTo>
                  <a:cubicBezTo>
                    <a:pt x="2015" y="1575"/>
                    <a:pt x="2042" y="1572"/>
                    <a:pt x="2107" y="1564"/>
                  </a:cubicBezTo>
                  <a:cubicBezTo>
                    <a:pt x="2264" y="1538"/>
                    <a:pt x="2384" y="1512"/>
                    <a:pt x="2410" y="1512"/>
                  </a:cubicBezTo>
                  <a:cubicBezTo>
                    <a:pt x="2421" y="1512"/>
                    <a:pt x="2416" y="1517"/>
                    <a:pt x="2390" y="1527"/>
                  </a:cubicBezTo>
                  <a:cubicBezTo>
                    <a:pt x="2308" y="1563"/>
                    <a:pt x="2002" y="1676"/>
                    <a:pt x="2101" y="1676"/>
                  </a:cubicBezTo>
                  <a:cubicBezTo>
                    <a:pt x="2106" y="1676"/>
                    <a:pt x="2112" y="1676"/>
                    <a:pt x="2119" y="1675"/>
                  </a:cubicBezTo>
                  <a:cubicBezTo>
                    <a:pt x="2267" y="1663"/>
                    <a:pt x="2649" y="1675"/>
                    <a:pt x="2760" y="1589"/>
                  </a:cubicBezTo>
                  <a:cubicBezTo>
                    <a:pt x="2871" y="1503"/>
                    <a:pt x="3019" y="1429"/>
                    <a:pt x="2994" y="1355"/>
                  </a:cubicBezTo>
                  <a:cubicBezTo>
                    <a:pt x="2974" y="1309"/>
                    <a:pt x="2983" y="1298"/>
                    <a:pt x="3003" y="1298"/>
                  </a:cubicBezTo>
                  <a:cubicBezTo>
                    <a:pt x="3020" y="1298"/>
                    <a:pt x="3045" y="1306"/>
                    <a:pt x="3068" y="1306"/>
                  </a:cubicBezTo>
                  <a:cubicBezTo>
                    <a:pt x="3117" y="1306"/>
                    <a:pt x="3130" y="1256"/>
                    <a:pt x="3241" y="1170"/>
                  </a:cubicBezTo>
                  <a:cubicBezTo>
                    <a:pt x="3320" y="1117"/>
                    <a:pt x="3471" y="1076"/>
                    <a:pt x="3507" y="1076"/>
                  </a:cubicBezTo>
                  <a:cubicBezTo>
                    <a:pt x="3521" y="1076"/>
                    <a:pt x="3518" y="1082"/>
                    <a:pt x="3487" y="1096"/>
                  </a:cubicBezTo>
                  <a:cubicBezTo>
                    <a:pt x="3376" y="1158"/>
                    <a:pt x="3314" y="1269"/>
                    <a:pt x="3228" y="1343"/>
                  </a:cubicBezTo>
                  <a:cubicBezTo>
                    <a:pt x="3130" y="1417"/>
                    <a:pt x="3019" y="1491"/>
                    <a:pt x="3154" y="1491"/>
                  </a:cubicBezTo>
                  <a:cubicBezTo>
                    <a:pt x="3222" y="1491"/>
                    <a:pt x="3373" y="1487"/>
                    <a:pt x="3485" y="1487"/>
                  </a:cubicBezTo>
                  <a:cubicBezTo>
                    <a:pt x="3598" y="1487"/>
                    <a:pt x="3672" y="1491"/>
                    <a:pt x="3586" y="1503"/>
                  </a:cubicBezTo>
                  <a:cubicBezTo>
                    <a:pt x="3425" y="1540"/>
                    <a:pt x="2748" y="1651"/>
                    <a:pt x="2933" y="1651"/>
                  </a:cubicBezTo>
                  <a:cubicBezTo>
                    <a:pt x="3105" y="1651"/>
                    <a:pt x="3401" y="1700"/>
                    <a:pt x="3253" y="1712"/>
                  </a:cubicBezTo>
                  <a:cubicBezTo>
                    <a:pt x="3117" y="1725"/>
                    <a:pt x="2649" y="1799"/>
                    <a:pt x="2538" y="1799"/>
                  </a:cubicBezTo>
                  <a:cubicBezTo>
                    <a:pt x="2415" y="1799"/>
                    <a:pt x="1996" y="1823"/>
                    <a:pt x="2095" y="1885"/>
                  </a:cubicBezTo>
                  <a:cubicBezTo>
                    <a:pt x="2193" y="1959"/>
                    <a:pt x="2464" y="2082"/>
                    <a:pt x="2440" y="2131"/>
                  </a:cubicBezTo>
                  <a:cubicBezTo>
                    <a:pt x="2427" y="2193"/>
                    <a:pt x="2440" y="2279"/>
                    <a:pt x="2514" y="2279"/>
                  </a:cubicBezTo>
                  <a:cubicBezTo>
                    <a:pt x="2557" y="2273"/>
                    <a:pt x="2603" y="2270"/>
                    <a:pt x="2649" y="2270"/>
                  </a:cubicBezTo>
                  <a:cubicBezTo>
                    <a:pt x="2695" y="2270"/>
                    <a:pt x="2742" y="2273"/>
                    <a:pt x="2785" y="2279"/>
                  </a:cubicBezTo>
                  <a:cubicBezTo>
                    <a:pt x="2739" y="2288"/>
                    <a:pt x="2612" y="2338"/>
                    <a:pt x="2519" y="2338"/>
                  </a:cubicBezTo>
                  <a:cubicBezTo>
                    <a:pt x="2487" y="2338"/>
                    <a:pt x="2459" y="2332"/>
                    <a:pt x="2440" y="2316"/>
                  </a:cubicBezTo>
                  <a:cubicBezTo>
                    <a:pt x="2353" y="2242"/>
                    <a:pt x="2267" y="2181"/>
                    <a:pt x="2169" y="2119"/>
                  </a:cubicBezTo>
                  <a:cubicBezTo>
                    <a:pt x="2070" y="2057"/>
                    <a:pt x="1984" y="1922"/>
                    <a:pt x="1885" y="1909"/>
                  </a:cubicBezTo>
                  <a:cubicBezTo>
                    <a:pt x="1774" y="1897"/>
                    <a:pt x="1479" y="1885"/>
                    <a:pt x="1405" y="1860"/>
                  </a:cubicBezTo>
                  <a:cubicBezTo>
                    <a:pt x="1380" y="1855"/>
                    <a:pt x="1356" y="1850"/>
                    <a:pt x="1337" y="1850"/>
                  </a:cubicBezTo>
                  <a:cubicBezTo>
                    <a:pt x="1309" y="1850"/>
                    <a:pt x="1289" y="1861"/>
                    <a:pt x="1281" y="1897"/>
                  </a:cubicBezTo>
                  <a:cubicBezTo>
                    <a:pt x="1269" y="1971"/>
                    <a:pt x="1134" y="2045"/>
                    <a:pt x="1306" y="2045"/>
                  </a:cubicBezTo>
                  <a:cubicBezTo>
                    <a:pt x="1479" y="2045"/>
                    <a:pt x="1626" y="2070"/>
                    <a:pt x="1491" y="2070"/>
                  </a:cubicBezTo>
                  <a:cubicBezTo>
                    <a:pt x="1343" y="2070"/>
                    <a:pt x="1158" y="2230"/>
                    <a:pt x="1331" y="2242"/>
                  </a:cubicBezTo>
                  <a:cubicBezTo>
                    <a:pt x="1503" y="2254"/>
                    <a:pt x="1589" y="2254"/>
                    <a:pt x="1651" y="2328"/>
                  </a:cubicBezTo>
                  <a:cubicBezTo>
                    <a:pt x="1725" y="2439"/>
                    <a:pt x="1811" y="2538"/>
                    <a:pt x="1922" y="2599"/>
                  </a:cubicBezTo>
                  <a:cubicBezTo>
                    <a:pt x="2037" y="2673"/>
                    <a:pt x="2090" y="2728"/>
                    <a:pt x="2171" y="2728"/>
                  </a:cubicBezTo>
                  <a:cubicBezTo>
                    <a:pt x="2186" y="2728"/>
                    <a:pt x="2201" y="2726"/>
                    <a:pt x="2218" y="2723"/>
                  </a:cubicBezTo>
                  <a:cubicBezTo>
                    <a:pt x="2299" y="2714"/>
                    <a:pt x="2408" y="2685"/>
                    <a:pt x="2445" y="2685"/>
                  </a:cubicBezTo>
                  <a:cubicBezTo>
                    <a:pt x="2458" y="2685"/>
                    <a:pt x="2462" y="2688"/>
                    <a:pt x="2452" y="2698"/>
                  </a:cubicBezTo>
                  <a:cubicBezTo>
                    <a:pt x="2415" y="2735"/>
                    <a:pt x="2477" y="2809"/>
                    <a:pt x="2341" y="2809"/>
                  </a:cubicBezTo>
                  <a:cubicBezTo>
                    <a:pt x="2264" y="2801"/>
                    <a:pt x="2164" y="2784"/>
                    <a:pt x="2123" y="2784"/>
                  </a:cubicBezTo>
                  <a:cubicBezTo>
                    <a:pt x="2098" y="2784"/>
                    <a:pt x="2094" y="2790"/>
                    <a:pt x="2132" y="2809"/>
                  </a:cubicBezTo>
                  <a:cubicBezTo>
                    <a:pt x="2201" y="2849"/>
                    <a:pt x="2343" y="2952"/>
                    <a:pt x="2305" y="2952"/>
                  </a:cubicBezTo>
                  <a:cubicBezTo>
                    <a:pt x="2296" y="2952"/>
                    <a:pt x="2276" y="2946"/>
                    <a:pt x="2243" y="2932"/>
                  </a:cubicBezTo>
                  <a:cubicBezTo>
                    <a:pt x="2070" y="2871"/>
                    <a:pt x="2045" y="2797"/>
                    <a:pt x="1885" y="2784"/>
                  </a:cubicBezTo>
                  <a:cubicBezTo>
                    <a:pt x="1802" y="2757"/>
                    <a:pt x="1719" y="2743"/>
                    <a:pt x="1631" y="2743"/>
                  </a:cubicBezTo>
                  <a:cubicBezTo>
                    <a:pt x="1601" y="2743"/>
                    <a:pt x="1571" y="2744"/>
                    <a:pt x="1540" y="2747"/>
                  </a:cubicBezTo>
                  <a:cubicBezTo>
                    <a:pt x="1491" y="2784"/>
                    <a:pt x="1429" y="2858"/>
                    <a:pt x="1343" y="2858"/>
                  </a:cubicBezTo>
                  <a:cubicBezTo>
                    <a:pt x="1257" y="2858"/>
                    <a:pt x="1232" y="2883"/>
                    <a:pt x="1208" y="2944"/>
                  </a:cubicBezTo>
                  <a:cubicBezTo>
                    <a:pt x="1195" y="2994"/>
                    <a:pt x="1146" y="3006"/>
                    <a:pt x="1097" y="3031"/>
                  </a:cubicBezTo>
                  <a:cubicBezTo>
                    <a:pt x="1035" y="3043"/>
                    <a:pt x="1072" y="3179"/>
                    <a:pt x="1134" y="3191"/>
                  </a:cubicBezTo>
                  <a:cubicBezTo>
                    <a:pt x="1158" y="3203"/>
                    <a:pt x="1186" y="3209"/>
                    <a:pt x="1215" y="3209"/>
                  </a:cubicBezTo>
                  <a:cubicBezTo>
                    <a:pt x="1244" y="3209"/>
                    <a:pt x="1275" y="3203"/>
                    <a:pt x="1306" y="3191"/>
                  </a:cubicBezTo>
                  <a:cubicBezTo>
                    <a:pt x="1313" y="3188"/>
                    <a:pt x="1318" y="3187"/>
                    <a:pt x="1322" y="3187"/>
                  </a:cubicBezTo>
                  <a:cubicBezTo>
                    <a:pt x="1349" y="3187"/>
                    <a:pt x="1300" y="3254"/>
                    <a:pt x="1364" y="3254"/>
                  </a:cubicBezTo>
                  <a:cubicBezTo>
                    <a:pt x="1369" y="3254"/>
                    <a:pt x="1374" y="3253"/>
                    <a:pt x="1380" y="3252"/>
                  </a:cubicBezTo>
                  <a:cubicBezTo>
                    <a:pt x="1434" y="3252"/>
                    <a:pt x="1458" y="3263"/>
                    <a:pt x="1483" y="3263"/>
                  </a:cubicBezTo>
                  <a:cubicBezTo>
                    <a:pt x="1504" y="3263"/>
                    <a:pt x="1526" y="3256"/>
                    <a:pt x="1565" y="3228"/>
                  </a:cubicBezTo>
                  <a:cubicBezTo>
                    <a:pt x="1638" y="3186"/>
                    <a:pt x="1685" y="3000"/>
                    <a:pt x="1697" y="3000"/>
                  </a:cubicBezTo>
                  <a:cubicBezTo>
                    <a:pt x="1699" y="3000"/>
                    <a:pt x="1700" y="3006"/>
                    <a:pt x="1700" y="3018"/>
                  </a:cubicBezTo>
                  <a:cubicBezTo>
                    <a:pt x="1700" y="3092"/>
                    <a:pt x="1651" y="3105"/>
                    <a:pt x="1725" y="3105"/>
                  </a:cubicBezTo>
                  <a:cubicBezTo>
                    <a:pt x="1799" y="3105"/>
                    <a:pt x="1651" y="3191"/>
                    <a:pt x="1713" y="3191"/>
                  </a:cubicBezTo>
                  <a:cubicBezTo>
                    <a:pt x="1774" y="3191"/>
                    <a:pt x="1565" y="3277"/>
                    <a:pt x="1651" y="3277"/>
                  </a:cubicBezTo>
                  <a:cubicBezTo>
                    <a:pt x="1737" y="3277"/>
                    <a:pt x="1368" y="3351"/>
                    <a:pt x="1516" y="3351"/>
                  </a:cubicBezTo>
                  <a:cubicBezTo>
                    <a:pt x="1549" y="3351"/>
                    <a:pt x="1584" y="3350"/>
                    <a:pt x="1615" y="3350"/>
                  </a:cubicBezTo>
                  <a:cubicBezTo>
                    <a:pt x="1710" y="3350"/>
                    <a:pt x="1774" y="3357"/>
                    <a:pt x="1700" y="3413"/>
                  </a:cubicBezTo>
                  <a:cubicBezTo>
                    <a:pt x="1605" y="3476"/>
                    <a:pt x="1518" y="3568"/>
                    <a:pt x="1552" y="3568"/>
                  </a:cubicBezTo>
                  <a:cubicBezTo>
                    <a:pt x="1557" y="3568"/>
                    <a:pt x="1565" y="3566"/>
                    <a:pt x="1577" y="3561"/>
                  </a:cubicBezTo>
                  <a:cubicBezTo>
                    <a:pt x="1642" y="3533"/>
                    <a:pt x="1755" y="3519"/>
                    <a:pt x="1787" y="3519"/>
                  </a:cubicBezTo>
                  <a:cubicBezTo>
                    <a:pt x="1797" y="3519"/>
                    <a:pt x="1799" y="3520"/>
                    <a:pt x="1787" y="3524"/>
                  </a:cubicBezTo>
                  <a:cubicBezTo>
                    <a:pt x="1725" y="3548"/>
                    <a:pt x="1688" y="3561"/>
                    <a:pt x="1811" y="3573"/>
                  </a:cubicBezTo>
                  <a:cubicBezTo>
                    <a:pt x="1947" y="3561"/>
                    <a:pt x="2070" y="3487"/>
                    <a:pt x="2144" y="3363"/>
                  </a:cubicBezTo>
                  <a:cubicBezTo>
                    <a:pt x="2190" y="3297"/>
                    <a:pt x="2241" y="3263"/>
                    <a:pt x="2265" y="3263"/>
                  </a:cubicBezTo>
                  <a:cubicBezTo>
                    <a:pt x="2286" y="3263"/>
                    <a:pt x="2289" y="3288"/>
                    <a:pt x="2255" y="3339"/>
                  </a:cubicBezTo>
                  <a:cubicBezTo>
                    <a:pt x="2181" y="3437"/>
                    <a:pt x="2021" y="3536"/>
                    <a:pt x="1971" y="3610"/>
                  </a:cubicBezTo>
                  <a:cubicBezTo>
                    <a:pt x="1922" y="3684"/>
                    <a:pt x="1885" y="3671"/>
                    <a:pt x="1799" y="3684"/>
                  </a:cubicBezTo>
                  <a:cubicBezTo>
                    <a:pt x="1741" y="3684"/>
                    <a:pt x="1684" y="3706"/>
                    <a:pt x="1626" y="3706"/>
                  </a:cubicBezTo>
                  <a:cubicBezTo>
                    <a:pt x="1598" y="3706"/>
                    <a:pt x="1569" y="3700"/>
                    <a:pt x="1540" y="3684"/>
                  </a:cubicBezTo>
                  <a:cubicBezTo>
                    <a:pt x="1442" y="3634"/>
                    <a:pt x="1442" y="3622"/>
                    <a:pt x="1405" y="3548"/>
                  </a:cubicBezTo>
                  <a:cubicBezTo>
                    <a:pt x="1355" y="3450"/>
                    <a:pt x="1257" y="3388"/>
                    <a:pt x="1146" y="3388"/>
                  </a:cubicBezTo>
                  <a:cubicBezTo>
                    <a:pt x="1124" y="3388"/>
                    <a:pt x="1097" y="3388"/>
                    <a:pt x="1070" y="3388"/>
                  </a:cubicBezTo>
                  <a:cubicBezTo>
                    <a:pt x="949" y="3388"/>
                    <a:pt x="807" y="3396"/>
                    <a:pt x="887" y="3487"/>
                  </a:cubicBezTo>
                  <a:cubicBezTo>
                    <a:pt x="998" y="3597"/>
                    <a:pt x="924" y="3634"/>
                    <a:pt x="1072" y="3647"/>
                  </a:cubicBezTo>
                  <a:cubicBezTo>
                    <a:pt x="1232" y="3671"/>
                    <a:pt x="1047" y="3708"/>
                    <a:pt x="1109" y="3721"/>
                  </a:cubicBezTo>
                  <a:cubicBezTo>
                    <a:pt x="1171" y="3745"/>
                    <a:pt x="1306" y="3807"/>
                    <a:pt x="1257" y="3807"/>
                  </a:cubicBezTo>
                  <a:cubicBezTo>
                    <a:pt x="1121" y="3807"/>
                    <a:pt x="986" y="3819"/>
                    <a:pt x="863" y="3844"/>
                  </a:cubicBezTo>
                  <a:cubicBezTo>
                    <a:pt x="789" y="3856"/>
                    <a:pt x="579" y="3893"/>
                    <a:pt x="579" y="3992"/>
                  </a:cubicBezTo>
                  <a:cubicBezTo>
                    <a:pt x="579" y="4103"/>
                    <a:pt x="579" y="4177"/>
                    <a:pt x="628" y="4201"/>
                  </a:cubicBezTo>
                  <a:cubicBezTo>
                    <a:pt x="660" y="4217"/>
                    <a:pt x="703" y="4249"/>
                    <a:pt x="739" y="4249"/>
                  </a:cubicBezTo>
                  <a:cubicBezTo>
                    <a:pt x="758" y="4249"/>
                    <a:pt x="776" y="4240"/>
                    <a:pt x="789" y="4214"/>
                  </a:cubicBezTo>
                  <a:cubicBezTo>
                    <a:pt x="829" y="4163"/>
                    <a:pt x="804" y="4105"/>
                    <a:pt x="819" y="4105"/>
                  </a:cubicBezTo>
                  <a:cubicBezTo>
                    <a:pt x="823" y="4105"/>
                    <a:pt x="829" y="4108"/>
                    <a:pt x="838" y="4115"/>
                  </a:cubicBezTo>
                  <a:cubicBezTo>
                    <a:pt x="875" y="4152"/>
                    <a:pt x="801" y="4263"/>
                    <a:pt x="887" y="4263"/>
                  </a:cubicBezTo>
                  <a:lnTo>
                    <a:pt x="1097" y="4263"/>
                  </a:lnTo>
                  <a:cubicBezTo>
                    <a:pt x="1143" y="4276"/>
                    <a:pt x="1178" y="4289"/>
                    <a:pt x="1205" y="4289"/>
                  </a:cubicBezTo>
                  <a:cubicBezTo>
                    <a:pt x="1229" y="4289"/>
                    <a:pt x="1245" y="4279"/>
                    <a:pt x="1257" y="4251"/>
                  </a:cubicBezTo>
                  <a:cubicBezTo>
                    <a:pt x="1265" y="4207"/>
                    <a:pt x="1298" y="4158"/>
                    <a:pt x="1322" y="4158"/>
                  </a:cubicBezTo>
                  <a:cubicBezTo>
                    <a:pt x="1331" y="4158"/>
                    <a:pt x="1339" y="4167"/>
                    <a:pt x="1343" y="4189"/>
                  </a:cubicBezTo>
                  <a:cubicBezTo>
                    <a:pt x="1355" y="4275"/>
                    <a:pt x="1220" y="4263"/>
                    <a:pt x="1405" y="4275"/>
                  </a:cubicBezTo>
                  <a:cubicBezTo>
                    <a:pt x="1515" y="4290"/>
                    <a:pt x="1638" y="4309"/>
                    <a:pt x="1709" y="4309"/>
                  </a:cubicBezTo>
                  <a:cubicBezTo>
                    <a:pt x="1758" y="4309"/>
                    <a:pt x="1782" y="4300"/>
                    <a:pt x="1762" y="4275"/>
                  </a:cubicBezTo>
                  <a:cubicBezTo>
                    <a:pt x="1731" y="4234"/>
                    <a:pt x="1638" y="4183"/>
                    <a:pt x="1669" y="4183"/>
                  </a:cubicBezTo>
                  <a:cubicBezTo>
                    <a:pt x="1675" y="4183"/>
                    <a:pt x="1685" y="4185"/>
                    <a:pt x="1700" y="4189"/>
                  </a:cubicBezTo>
                  <a:cubicBezTo>
                    <a:pt x="1785" y="4198"/>
                    <a:pt x="1805" y="4258"/>
                    <a:pt x="1810" y="4258"/>
                  </a:cubicBezTo>
                  <a:cubicBezTo>
                    <a:pt x="1811" y="4258"/>
                    <a:pt x="1811" y="4253"/>
                    <a:pt x="1811" y="4238"/>
                  </a:cubicBezTo>
                  <a:cubicBezTo>
                    <a:pt x="1820" y="4194"/>
                    <a:pt x="1816" y="4162"/>
                    <a:pt x="1832" y="4162"/>
                  </a:cubicBezTo>
                  <a:cubicBezTo>
                    <a:pt x="1838" y="4162"/>
                    <a:pt x="1847" y="4166"/>
                    <a:pt x="1861" y="4177"/>
                  </a:cubicBezTo>
                  <a:cubicBezTo>
                    <a:pt x="1905" y="4210"/>
                    <a:pt x="2002" y="4264"/>
                    <a:pt x="2028" y="4264"/>
                  </a:cubicBezTo>
                  <a:cubicBezTo>
                    <a:pt x="2030" y="4264"/>
                    <a:pt x="2032" y="4264"/>
                    <a:pt x="2033" y="4263"/>
                  </a:cubicBezTo>
                  <a:cubicBezTo>
                    <a:pt x="2044" y="4240"/>
                    <a:pt x="1983" y="4124"/>
                    <a:pt x="2030" y="4124"/>
                  </a:cubicBezTo>
                  <a:cubicBezTo>
                    <a:pt x="2034" y="4124"/>
                    <a:pt x="2039" y="4125"/>
                    <a:pt x="2045" y="4127"/>
                  </a:cubicBezTo>
                  <a:cubicBezTo>
                    <a:pt x="2107" y="4152"/>
                    <a:pt x="2132" y="4226"/>
                    <a:pt x="2193" y="4226"/>
                  </a:cubicBezTo>
                  <a:cubicBezTo>
                    <a:pt x="2214" y="4226"/>
                    <a:pt x="2236" y="4227"/>
                    <a:pt x="2256" y="4227"/>
                  </a:cubicBezTo>
                  <a:cubicBezTo>
                    <a:pt x="2303" y="4227"/>
                    <a:pt x="2332" y="4221"/>
                    <a:pt x="2279" y="4177"/>
                  </a:cubicBezTo>
                  <a:cubicBezTo>
                    <a:pt x="2234" y="4122"/>
                    <a:pt x="2216" y="4088"/>
                    <a:pt x="2238" y="4088"/>
                  </a:cubicBezTo>
                  <a:cubicBezTo>
                    <a:pt x="2246" y="4088"/>
                    <a:pt x="2260" y="4093"/>
                    <a:pt x="2279" y="4103"/>
                  </a:cubicBezTo>
                  <a:cubicBezTo>
                    <a:pt x="2366" y="4127"/>
                    <a:pt x="2255" y="4103"/>
                    <a:pt x="2403" y="4164"/>
                  </a:cubicBezTo>
                  <a:cubicBezTo>
                    <a:pt x="2453" y="4187"/>
                    <a:pt x="2497" y="4191"/>
                    <a:pt x="2532" y="4191"/>
                  </a:cubicBezTo>
                  <a:cubicBezTo>
                    <a:pt x="2552" y="4191"/>
                    <a:pt x="2569" y="4190"/>
                    <a:pt x="2583" y="4190"/>
                  </a:cubicBezTo>
                  <a:cubicBezTo>
                    <a:pt x="2610" y="4190"/>
                    <a:pt x="2624" y="4195"/>
                    <a:pt x="2624" y="4226"/>
                  </a:cubicBezTo>
                  <a:cubicBezTo>
                    <a:pt x="2624" y="4287"/>
                    <a:pt x="2452" y="4374"/>
                    <a:pt x="2501" y="4374"/>
                  </a:cubicBezTo>
                  <a:cubicBezTo>
                    <a:pt x="2637" y="4361"/>
                    <a:pt x="2772" y="4337"/>
                    <a:pt x="2896" y="4275"/>
                  </a:cubicBezTo>
                  <a:cubicBezTo>
                    <a:pt x="3006" y="4226"/>
                    <a:pt x="3043" y="4189"/>
                    <a:pt x="3142" y="4177"/>
                  </a:cubicBezTo>
                  <a:cubicBezTo>
                    <a:pt x="3241" y="4164"/>
                    <a:pt x="3314" y="4127"/>
                    <a:pt x="3327" y="4041"/>
                  </a:cubicBezTo>
                  <a:cubicBezTo>
                    <a:pt x="3339" y="3955"/>
                    <a:pt x="3290" y="3918"/>
                    <a:pt x="3241" y="3918"/>
                  </a:cubicBezTo>
                  <a:cubicBezTo>
                    <a:pt x="3209" y="3928"/>
                    <a:pt x="3186" y="3957"/>
                    <a:pt x="3141" y="3957"/>
                  </a:cubicBezTo>
                  <a:cubicBezTo>
                    <a:pt x="3134" y="3957"/>
                    <a:pt x="3126" y="3957"/>
                    <a:pt x="3117" y="3955"/>
                  </a:cubicBezTo>
                  <a:cubicBezTo>
                    <a:pt x="3095" y="3947"/>
                    <a:pt x="3070" y="3946"/>
                    <a:pt x="3046" y="3946"/>
                  </a:cubicBezTo>
                  <a:cubicBezTo>
                    <a:pt x="3021" y="3946"/>
                    <a:pt x="2997" y="3948"/>
                    <a:pt x="2980" y="3948"/>
                  </a:cubicBezTo>
                  <a:cubicBezTo>
                    <a:pt x="2958" y="3948"/>
                    <a:pt x="2948" y="3945"/>
                    <a:pt x="2957" y="3930"/>
                  </a:cubicBezTo>
                  <a:cubicBezTo>
                    <a:pt x="2994" y="3893"/>
                    <a:pt x="3093" y="3819"/>
                    <a:pt x="3031" y="3807"/>
                  </a:cubicBezTo>
                  <a:cubicBezTo>
                    <a:pt x="2969" y="3795"/>
                    <a:pt x="2908" y="3795"/>
                    <a:pt x="2859" y="3795"/>
                  </a:cubicBezTo>
                  <a:cubicBezTo>
                    <a:pt x="2823" y="3802"/>
                    <a:pt x="2796" y="3817"/>
                    <a:pt x="2768" y="3817"/>
                  </a:cubicBezTo>
                  <a:cubicBezTo>
                    <a:pt x="2746" y="3817"/>
                    <a:pt x="2725" y="3809"/>
                    <a:pt x="2698" y="3782"/>
                  </a:cubicBezTo>
                  <a:cubicBezTo>
                    <a:pt x="2681" y="3756"/>
                    <a:pt x="2644" y="3735"/>
                    <a:pt x="2611" y="3735"/>
                  </a:cubicBezTo>
                  <a:cubicBezTo>
                    <a:pt x="2598" y="3735"/>
                    <a:pt x="2586" y="3738"/>
                    <a:pt x="2575" y="3745"/>
                  </a:cubicBezTo>
                  <a:cubicBezTo>
                    <a:pt x="2489" y="3758"/>
                    <a:pt x="2415" y="3758"/>
                    <a:pt x="2341" y="3758"/>
                  </a:cubicBezTo>
                  <a:cubicBezTo>
                    <a:pt x="2390" y="3758"/>
                    <a:pt x="2489" y="3758"/>
                    <a:pt x="2452" y="3684"/>
                  </a:cubicBezTo>
                  <a:cubicBezTo>
                    <a:pt x="2409" y="3630"/>
                    <a:pt x="2375" y="3556"/>
                    <a:pt x="2401" y="3556"/>
                  </a:cubicBezTo>
                  <a:cubicBezTo>
                    <a:pt x="2404" y="3556"/>
                    <a:pt x="2409" y="3558"/>
                    <a:pt x="2415" y="3561"/>
                  </a:cubicBezTo>
                  <a:cubicBezTo>
                    <a:pt x="2514" y="3659"/>
                    <a:pt x="2649" y="3708"/>
                    <a:pt x="2797" y="3708"/>
                  </a:cubicBezTo>
                  <a:cubicBezTo>
                    <a:pt x="2909" y="3708"/>
                    <a:pt x="2989" y="3722"/>
                    <a:pt x="3052" y="3722"/>
                  </a:cubicBezTo>
                  <a:cubicBezTo>
                    <a:pt x="3108" y="3722"/>
                    <a:pt x="3151" y="3712"/>
                    <a:pt x="3191" y="3671"/>
                  </a:cubicBezTo>
                  <a:cubicBezTo>
                    <a:pt x="3278" y="3585"/>
                    <a:pt x="3314" y="3511"/>
                    <a:pt x="3265" y="3462"/>
                  </a:cubicBezTo>
                  <a:cubicBezTo>
                    <a:pt x="3216" y="3413"/>
                    <a:pt x="3191" y="3351"/>
                    <a:pt x="3278" y="3339"/>
                  </a:cubicBezTo>
                  <a:cubicBezTo>
                    <a:pt x="3376" y="3326"/>
                    <a:pt x="3968" y="3302"/>
                    <a:pt x="3820" y="3252"/>
                  </a:cubicBezTo>
                  <a:cubicBezTo>
                    <a:pt x="3672" y="3216"/>
                    <a:pt x="3524" y="3166"/>
                    <a:pt x="3623" y="3166"/>
                  </a:cubicBezTo>
                  <a:cubicBezTo>
                    <a:pt x="3721" y="3166"/>
                    <a:pt x="4004" y="3129"/>
                    <a:pt x="3918" y="3068"/>
                  </a:cubicBezTo>
                  <a:cubicBezTo>
                    <a:pt x="3832" y="3018"/>
                    <a:pt x="3573" y="2981"/>
                    <a:pt x="3672" y="2969"/>
                  </a:cubicBezTo>
                  <a:cubicBezTo>
                    <a:pt x="3770" y="2944"/>
                    <a:pt x="4165" y="2944"/>
                    <a:pt x="4078" y="2858"/>
                  </a:cubicBezTo>
                  <a:cubicBezTo>
                    <a:pt x="4047" y="2796"/>
                    <a:pt x="3991" y="2769"/>
                    <a:pt x="3929" y="2769"/>
                  </a:cubicBezTo>
                  <a:cubicBezTo>
                    <a:pt x="3918" y="2769"/>
                    <a:pt x="3906" y="2770"/>
                    <a:pt x="3894" y="2772"/>
                  </a:cubicBezTo>
                  <a:cubicBezTo>
                    <a:pt x="3874" y="2772"/>
                    <a:pt x="3829" y="2774"/>
                    <a:pt x="3785" y="2774"/>
                  </a:cubicBezTo>
                  <a:cubicBezTo>
                    <a:pt x="3720" y="2774"/>
                    <a:pt x="3659" y="2769"/>
                    <a:pt x="3696" y="2747"/>
                  </a:cubicBezTo>
                  <a:cubicBezTo>
                    <a:pt x="3746" y="2710"/>
                    <a:pt x="3844" y="2673"/>
                    <a:pt x="3770" y="2673"/>
                  </a:cubicBezTo>
                  <a:cubicBezTo>
                    <a:pt x="3684" y="2673"/>
                    <a:pt x="3425" y="2698"/>
                    <a:pt x="3376" y="2698"/>
                  </a:cubicBezTo>
                  <a:cubicBezTo>
                    <a:pt x="3335" y="2698"/>
                    <a:pt x="3188" y="2838"/>
                    <a:pt x="3187" y="2838"/>
                  </a:cubicBezTo>
                  <a:cubicBezTo>
                    <a:pt x="3187" y="2838"/>
                    <a:pt x="3192" y="2833"/>
                    <a:pt x="3204" y="2821"/>
                  </a:cubicBezTo>
                  <a:cubicBezTo>
                    <a:pt x="3265" y="2760"/>
                    <a:pt x="3351" y="2673"/>
                    <a:pt x="3290" y="2673"/>
                  </a:cubicBezTo>
                  <a:cubicBezTo>
                    <a:pt x="3216" y="2673"/>
                    <a:pt x="3031" y="2624"/>
                    <a:pt x="3080" y="2624"/>
                  </a:cubicBezTo>
                  <a:lnTo>
                    <a:pt x="3425" y="2624"/>
                  </a:lnTo>
                  <a:cubicBezTo>
                    <a:pt x="3376" y="2624"/>
                    <a:pt x="3216" y="2550"/>
                    <a:pt x="3290" y="2550"/>
                  </a:cubicBezTo>
                  <a:cubicBezTo>
                    <a:pt x="3339" y="2550"/>
                    <a:pt x="3460" y="2561"/>
                    <a:pt x="3509" y="2561"/>
                  </a:cubicBezTo>
                  <a:cubicBezTo>
                    <a:pt x="3534" y="2561"/>
                    <a:pt x="3540" y="2558"/>
                    <a:pt x="3512" y="2550"/>
                  </a:cubicBezTo>
                  <a:cubicBezTo>
                    <a:pt x="3425" y="2513"/>
                    <a:pt x="3228" y="2501"/>
                    <a:pt x="3364" y="2476"/>
                  </a:cubicBezTo>
                  <a:cubicBezTo>
                    <a:pt x="3499" y="2464"/>
                    <a:pt x="3770" y="2476"/>
                    <a:pt x="3733" y="2452"/>
                  </a:cubicBezTo>
                  <a:cubicBezTo>
                    <a:pt x="3684" y="2427"/>
                    <a:pt x="3499" y="2353"/>
                    <a:pt x="3610" y="2353"/>
                  </a:cubicBezTo>
                  <a:cubicBezTo>
                    <a:pt x="3709" y="2365"/>
                    <a:pt x="3758" y="2476"/>
                    <a:pt x="3931" y="2476"/>
                  </a:cubicBezTo>
                  <a:cubicBezTo>
                    <a:pt x="4103" y="2476"/>
                    <a:pt x="4029" y="2439"/>
                    <a:pt x="4152" y="2427"/>
                  </a:cubicBezTo>
                  <a:cubicBezTo>
                    <a:pt x="4276" y="2402"/>
                    <a:pt x="4497" y="2378"/>
                    <a:pt x="4423" y="2328"/>
                  </a:cubicBezTo>
                  <a:cubicBezTo>
                    <a:pt x="4337" y="2279"/>
                    <a:pt x="3955" y="2181"/>
                    <a:pt x="4054" y="2156"/>
                  </a:cubicBezTo>
                  <a:cubicBezTo>
                    <a:pt x="4133" y="2146"/>
                    <a:pt x="4093" y="2112"/>
                    <a:pt x="4151" y="2112"/>
                  </a:cubicBezTo>
                  <a:cubicBezTo>
                    <a:pt x="4165" y="2112"/>
                    <a:pt x="4185" y="2114"/>
                    <a:pt x="4214" y="2119"/>
                  </a:cubicBezTo>
                  <a:cubicBezTo>
                    <a:pt x="4313" y="2131"/>
                    <a:pt x="4411" y="2156"/>
                    <a:pt x="4510" y="2193"/>
                  </a:cubicBezTo>
                  <a:cubicBezTo>
                    <a:pt x="4547" y="2221"/>
                    <a:pt x="4584" y="2276"/>
                    <a:pt x="4652" y="2276"/>
                  </a:cubicBezTo>
                  <a:cubicBezTo>
                    <a:pt x="4674" y="2276"/>
                    <a:pt x="4701" y="2270"/>
                    <a:pt x="4731" y="2254"/>
                  </a:cubicBezTo>
                  <a:cubicBezTo>
                    <a:pt x="4830" y="2217"/>
                    <a:pt x="4916" y="2156"/>
                    <a:pt x="5003" y="2082"/>
                  </a:cubicBezTo>
                  <a:cubicBezTo>
                    <a:pt x="5049" y="2036"/>
                    <a:pt x="5073" y="1958"/>
                    <a:pt x="5046" y="1958"/>
                  </a:cubicBezTo>
                  <a:cubicBezTo>
                    <a:pt x="5044" y="1958"/>
                    <a:pt x="5042" y="1958"/>
                    <a:pt x="5039" y="1959"/>
                  </a:cubicBezTo>
                  <a:cubicBezTo>
                    <a:pt x="4999" y="1979"/>
                    <a:pt x="4767" y="2057"/>
                    <a:pt x="4686" y="2057"/>
                  </a:cubicBezTo>
                  <a:cubicBezTo>
                    <a:pt x="4668" y="2057"/>
                    <a:pt x="4658" y="2054"/>
                    <a:pt x="4658" y="2045"/>
                  </a:cubicBezTo>
                  <a:cubicBezTo>
                    <a:pt x="4647" y="2001"/>
                    <a:pt x="4636" y="1918"/>
                    <a:pt x="4651" y="1918"/>
                  </a:cubicBezTo>
                  <a:cubicBezTo>
                    <a:pt x="4653" y="1918"/>
                    <a:pt x="4655" y="1919"/>
                    <a:pt x="4658" y="1922"/>
                  </a:cubicBezTo>
                  <a:cubicBezTo>
                    <a:pt x="4687" y="1951"/>
                    <a:pt x="4700" y="2011"/>
                    <a:pt x="4759" y="2011"/>
                  </a:cubicBezTo>
                  <a:cubicBezTo>
                    <a:pt x="4775" y="2011"/>
                    <a:pt x="4794" y="2006"/>
                    <a:pt x="4818" y="1996"/>
                  </a:cubicBezTo>
                  <a:cubicBezTo>
                    <a:pt x="4929" y="1959"/>
                    <a:pt x="5175" y="1909"/>
                    <a:pt x="5175" y="1909"/>
                  </a:cubicBezTo>
                  <a:cubicBezTo>
                    <a:pt x="5175" y="1909"/>
                    <a:pt x="4999" y="1723"/>
                    <a:pt x="5042" y="1723"/>
                  </a:cubicBezTo>
                  <a:cubicBezTo>
                    <a:pt x="5044" y="1723"/>
                    <a:pt x="5048" y="1723"/>
                    <a:pt x="5052" y="1725"/>
                  </a:cubicBezTo>
                  <a:cubicBezTo>
                    <a:pt x="5123" y="1755"/>
                    <a:pt x="5127" y="1836"/>
                    <a:pt x="5202" y="1836"/>
                  </a:cubicBezTo>
                  <a:cubicBezTo>
                    <a:pt x="5218" y="1836"/>
                    <a:pt x="5237" y="1832"/>
                    <a:pt x="5261" y="1823"/>
                  </a:cubicBezTo>
                  <a:cubicBezTo>
                    <a:pt x="5397" y="1774"/>
                    <a:pt x="5434" y="1663"/>
                    <a:pt x="5569" y="1601"/>
                  </a:cubicBezTo>
                  <a:cubicBezTo>
                    <a:pt x="5693" y="1552"/>
                    <a:pt x="6050" y="1330"/>
                    <a:pt x="6198" y="1256"/>
                  </a:cubicBezTo>
                  <a:cubicBezTo>
                    <a:pt x="6358" y="1195"/>
                    <a:pt x="6543" y="1084"/>
                    <a:pt x="6493" y="1084"/>
                  </a:cubicBezTo>
                  <a:cubicBezTo>
                    <a:pt x="6438" y="1084"/>
                    <a:pt x="5244" y="1341"/>
                    <a:pt x="5157" y="1341"/>
                  </a:cubicBezTo>
                  <a:cubicBezTo>
                    <a:pt x="5147" y="1341"/>
                    <a:pt x="5152" y="1338"/>
                    <a:pt x="5175" y="1330"/>
                  </a:cubicBezTo>
                  <a:cubicBezTo>
                    <a:pt x="5409" y="1256"/>
                    <a:pt x="5939" y="1084"/>
                    <a:pt x="5890" y="1084"/>
                  </a:cubicBezTo>
                  <a:cubicBezTo>
                    <a:pt x="5860" y="1087"/>
                    <a:pt x="5830" y="1089"/>
                    <a:pt x="5801" y="1089"/>
                  </a:cubicBezTo>
                  <a:cubicBezTo>
                    <a:pt x="5719" y="1089"/>
                    <a:pt x="5638" y="1077"/>
                    <a:pt x="5557" y="1059"/>
                  </a:cubicBezTo>
                  <a:cubicBezTo>
                    <a:pt x="5477" y="1025"/>
                    <a:pt x="5429" y="959"/>
                    <a:pt x="5461" y="959"/>
                  </a:cubicBezTo>
                  <a:cubicBezTo>
                    <a:pt x="5464" y="959"/>
                    <a:pt x="5467" y="960"/>
                    <a:pt x="5471" y="961"/>
                  </a:cubicBezTo>
                  <a:cubicBezTo>
                    <a:pt x="5520" y="985"/>
                    <a:pt x="5582" y="998"/>
                    <a:pt x="5643" y="998"/>
                  </a:cubicBezTo>
                  <a:cubicBezTo>
                    <a:pt x="5717" y="998"/>
                    <a:pt x="5939" y="1010"/>
                    <a:pt x="6050" y="1010"/>
                  </a:cubicBezTo>
                  <a:cubicBezTo>
                    <a:pt x="6161" y="998"/>
                    <a:pt x="6309" y="936"/>
                    <a:pt x="6383" y="936"/>
                  </a:cubicBezTo>
                  <a:lnTo>
                    <a:pt x="6580" y="936"/>
                  </a:lnTo>
                  <a:cubicBezTo>
                    <a:pt x="6691" y="924"/>
                    <a:pt x="7344" y="690"/>
                    <a:pt x="7344" y="579"/>
                  </a:cubicBezTo>
                  <a:cubicBezTo>
                    <a:pt x="7344" y="488"/>
                    <a:pt x="7344" y="480"/>
                    <a:pt x="7290" y="480"/>
                  </a:cubicBezTo>
                  <a:cubicBezTo>
                    <a:pt x="7278" y="480"/>
                    <a:pt x="7263" y="480"/>
                    <a:pt x="7245" y="480"/>
                  </a:cubicBezTo>
                  <a:cubicBezTo>
                    <a:pt x="7134" y="468"/>
                    <a:pt x="7011" y="456"/>
                    <a:pt x="6900" y="456"/>
                  </a:cubicBezTo>
                  <a:cubicBezTo>
                    <a:pt x="6889" y="461"/>
                    <a:pt x="6882" y="470"/>
                    <a:pt x="6878" y="470"/>
                  </a:cubicBezTo>
                  <a:cubicBezTo>
                    <a:pt x="6873" y="470"/>
                    <a:pt x="6870" y="458"/>
                    <a:pt x="6863" y="419"/>
                  </a:cubicBezTo>
                  <a:cubicBezTo>
                    <a:pt x="6863" y="332"/>
                    <a:pt x="6752" y="295"/>
                    <a:pt x="6752" y="258"/>
                  </a:cubicBezTo>
                  <a:cubicBezTo>
                    <a:pt x="6752" y="230"/>
                    <a:pt x="6774" y="201"/>
                    <a:pt x="6739" y="201"/>
                  </a:cubicBezTo>
                  <a:cubicBezTo>
                    <a:pt x="6728" y="201"/>
                    <a:pt x="6713" y="204"/>
                    <a:pt x="6691" y="209"/>
                  </a:cubicBezTo>
                  <a:cubicBezTo>
                    <a:pt x="6630" y="232"/>
                    <a:pt x="6593" y="254"/>
                    <a:pt x="6559" y="254"/>
                  </a:cubicBezTo>
                  <a:cubicBezTo>
                    <a:pt x="6537" y="254"/>
                    <a:pt x="6517" y="245"/>
                    <a:pt x="6493" y="221"/>
                  </a:cubicBezTo>
                  <a:cubicBezTo>
                    <a:pt x="6457" y="175"/>
                    <a:pt x="6440" y="130"/>
                    <a:pt x="6419" y="130"/>
                  </a:cubicBezTo>
                  <a:cubicBezTo>
                    <a:pt x="6412" y="130"/>
                    <a:pt x="6404" y="135"/>
                    <a:pt x="6395" y="147"/>
                  </a:cubicBezTo>
                  <a:cubicBezTo>
                    <a:pt x="6378" y="180"/>
                    <a:pt x="6395" y="180"/>
                    <a:pt x="6375" y="180"/>
                  </a:cubicBezTo>
                  <a:cubicBezTo>
                    <a:pt x="6365" y="180"/>
                    <a:pt x="6346" y="180"/>
                    <a:pt x="6309" y="184"/>
                  </a:cubicBezTo>
                  <a:cubicBezTo>
                    <a:pt x="6185" y="209"/>
                    <a:pt x="6050" y="258"/>
                    <a:pt x="5927" y="283"/>
                  </a:cubicBezTo>
                  <a:cubicBezTo>
                    <a:pt x="5848" y="300"/>
                    <a:pt x="5647" y="318"/>
                    <a:pt x="5583" y="318"/>
                  </a:cubicBezTo>
                  <a:cubicBezTo>
                    <a:pt x="5557" y="318"/>
                    <a:pt x="5554" y="315"/>
                    <a:pt x="5594" y="308"/>
                  </a:cubicBezTo>
                  <a:cubicBezTo>
                    <a:pt x="5742" y="258"/>
                    <a:pt x="5902" y="184"/>
                    <a:pt x="6038" y="111"/>
                  </a:cubicBezTo>
                  <a:lnTo>
                    <a:pt x="6038" y="111"/>
                  </a:lnTo>
                  <a:cubicBezTo>
                    <a:pt x="5998" y="114"/>
                    <a:pt x="5957" y="115"/>
                    <a:pt x="5916" y="115"/>
                  </a:cubicBezTo>
                  <a:cubicBezTo>
                    <a:pt x="5805" y="115"/>
                    <a:pt x="5690" y="104"/>
                    <a:pt x="5582" y="86"/>
                  </a:cubicBezTo>
                  <a:cubicBezTo>
                    <a:pt x="5564" y="88"/>
                    <a:pt x="5546" y="89"/>
                    <a:pt x="5529" y="89"/>
                  </a:cubicBezTo>
                  <a:cubicBezTo>
                    <a:pt x="5451" y="89"/>
                    <a:pt x="5381" y="69"/>
                    <a:pt x="5311" y="49"/>
                  </a:cubicBezTo>
                  <a:cubicBezTo>
                    <a:pt x="5283" y="21"/>
                    <a:pt x="5241" y="7"/>
                    <a:pt x="5201" y="7"/>
                  </a:cubicBezTo>
                  <a:cubicBezTo>
                    <a:pt x="5188" y="7"/>
                    <a:pt x="5175" y="9"/>
                    <a:pt x="5163" y="12"/>
                  </a:cubicBezTo>
                  <a:cubicBezTo>
                    <a:pt x="5122" y="12"/>
                    <a:pt x="5038" y="1"/>
                    <a:pt x="497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7" name="Google Shape;8143;p67">
              <a:extLst>
                <a:ext uri="{FF2B5EF4-FFF2-40B4-BE49-F238E27FC236}">
                  <a16:creationId xmlns:a16="http://schemas.microsoft.com/office/drawing/2014/main" id="{DACAB09F-8B2F-C5E5-87A8-2B86DF2EFDC5}"/>
                </a:ext>
              </a:extLst>
            </p:cNvPr>
            <p:cNvSpPr/>
            <p:nvPr/>
          </p:nvSpPr>
          <p:spPr>
            <a:xfrm>
              <a:off x="3052675" y="4310100"/>
              <a:ext cx="19325" cy="4775"/>
            </a:xfrm>
            <a:custGeom>
              <a:avLst/>
              <a:gdLst/>
              <a:ahLst/>
              <a:cxnLst/>
              <a:rect l="l" t="t" r="r" b="b"/>
              <a:pathLst>
                <a:path w="773" h="191" extrusionOk="0">
                  <a:moveTo>
                    <a:pt x="205" y="0"/>
                  </a:moveTo>
                  <a:cubicBezTo>
                    <a:pt x="172" y="0"/>
                    <a:pt x="163" y="7"/>
                    <a:pt x="198" y="22"/>
                  </a:cubicBezTo>
                  <a:cubicBezTo>
                    <a:pt x="333" y="96"/>
                    <a:pt x="0" y="121"/>
                    <a:pt x="136" y="121"/>
                  </a:cubicBezTo>
                  <a:cubicBezTo>
                    <a:pt x="164" y="118"/>
                    <a:pt x="191" y="116"/>
                    <a:pt x="219" y="116"/>
                  </a:cubicBezTo>
                  <a:cubicBezTo>
                    <a:pt x="302" y="116"/>
                    <a:pt x="382" y="130"/>
                    <a:pt x="456" y="158"/>
                  </a:cubicBezTo>
                  <a:cubicBezTo>
                    <a:pt x="502" y="181"/>
                    <a:pt x="580" y="190"/>
                    <a:pt x="644" y="190"/>
                  </a:cubicBezTo>
                  <a:cubicBezTo>
                    <a:pt x="717" y="190"/>
                    <a:pt x="773" y="178"/>
                    <a:pt x="740" y="158"/>
                  </a:cubicBezTo>
                  <a:cubicBezTo>
                    <a:pt x="678" y="121"/>
                    <a:pt x="764" y="96"/>
                    <a:pt x="678" y="71"/>
                  </a:cubicBezTo>
                  <a:cubicBezTo>
                    <a:pt x="614" y="53"/>
                    <a:pt x="303" y="0"/>
                    <a:pt x="20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8" name="Google Shape;8144;p67">
              <a:extLst>
                <a:ext uri="{FF2B5EF4-FFF2-40B4-BE49-F238E27FC236}">
                  <a16:creationId xmlns:a16="http://schemas.microsoft.com/office/drawing/2014/main" id="{37331731-0A27-52E8-F4BC-18E812186D40}"/>
                </a:ext>
              </a:extLst>
            </p:cNvPr>
            <p:cNvSpPr/>
            <p:nvPr/>
          </p:nvSpPr>
          <p:spPr>
            <a:xfrm>
              <a:off x="3010000" y="4314025"/>
              <a:ext cx="6650" cy="1975"/>
            </a:xfrm>
            <a:custGeom>
              <a:avLst/>
              <a:gdLst/>
              <a:ahLst/>
              <a:cxnLst/>
              <a:rect l="l" t="t" r="r" b="b"/>
              <a:pathLst>
                <a:path w="266" h="79" extrusionOk="0">
                  <a:moveTo>
                    <a:pt x="44" y="1"/>
                  </a:moveTo>
                  <a:cubicBezTo>
                    <a:pt x="0" y="1"/>
                    <a:pt x="141" y="79"/>
                    <a:pt x="208" y="79"/>
                  </a:cubicBezTo>
                  <a:cubicBezTo>
                    <a:pt x="216" y="79"/>
                    <a:pt x="223" y="77"/>
                    <a:pt x="229" y="75"/>
                  </a:cubicBezTo>
                  <a:cubicBezTo>
                    <a:pt x="266" y="38"/>
                    <a:pt x="106" y="1"/>
                    <a:pt x="4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9" name="Google Shape;8145;p67">
              <a:extLst>
                <a:ext uri="{FF2B5EF4-FFF2-40B4-BE49-F238E27FC236}">
                  <a16:creationId xmlns:a16="http://schemas.microsoft.com/office/drawing/2014/main" id="{F000633E-7E87-9D49-A433-87014EBC4F0C}"/>
                </a:ext>
              </a:extLst>
            </p:cNvPr>
            <p:cNvSpPr/>
            <p:nvPr/>
          </p:nvSpPr>
          <p:spPr>
            <a:xfrm>
              <a:off x="3040450" y="4358350"/>
              <a:ext cx="6275" cy="2450"/>
            </a:xfrm>
            <a:custGeom>
              <a:avLst/>
              <a:gdLst/>
              <a:ahLst/>
              <a:cxnLst/>
              <a:rect l="l" t="t" r="r" b="b"/>
              <a:pathLst>
                <a:path w="251" h="98" extrusionOk="0">
                  <a:moveTo>
                    <a:pt x="159" y="1"/>
                  </a:moveTo>
                  <a:cubicBezTo>
                    <a:pt x="113" y="1"/>
                    <a:pt x="0" y="65"/>
                    <a:pt x="46" y="88"/>
                  </a:cubicBezTo>
                  <a:cubicBezTo>
                    <a:pt x="54" y="95"/>
                    <a:pt x="66" y="97"/>
                    <a:pt x="80" y="97"/>
                  </a:cubicBezTo>
                  <a:cubicBezTo>
                    <a:pt x="146" y="97"/>
                    <a:pt x="251" y="33"/>
                    <a:pt x="169" y="2"/>
                  </a:cubicBezTo>
                  <a:cubicBezTo>
                    <a:pt x="166" y="1"/>
                    <a:pt x="163" y="1"/>
                    <a:pt x="15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0" name="Google Shape;8146;p67">
              <a:extLst>
                <a:ext uri="{FF2B5EF4-FFF2-40B4-BE49-F238E27FC236}">
                  <a16:creationId xmlns:a16="http://schemas.microsoft.com/office/drawing/2014/main" id="{2C14F11A-2CD9-6728-2D95-266D93288CA5}"/>
                </a:ext>
              </a:extLst>
            </p:cNvPr>
            <p:cNvSpPr/>
            <p:nvPr/>
          </p:nvSpPr>
          <p:spPr>
            <a:xfrm>
              <a:off x="2634700" y="4552700"/>
              <a:ext cx="4900" cy="4450"/>
            </a:xfrm>
            <a:custGeom>
              <a:avLst/>
              <a:gdLst/>
              <a:ahLst/>
              <a:cxnLst/>
              <a:rect l="l" t="t" r="r" b="b"/>
              <a:pathLst>
                <a:path w="196" h="178" extrusionOk="0">
                  <a:moveTo>
                    <a:pt x="178" y="0"/>
                  </a:moveTo>
                  <a:cubicBezTo>
                    <a:pt x="139" y="0"/>
                    <a:pt x="1" y="152"/>
                    <a:pt x="24" y="175"/>
                  </a:cubicBezTo>
                  <a:cubicBezTo>
                    <a:pt x="25" y="177"/>
                    <a:pt x="26" y="178"/>
                    <a:pt x="28" y="178"/>
                  </a:cubicBezTo>
                  <a:cubicBezTo>
                    <a:pt x="56" y="178"/>
                    <a:pt x="196" y="14"/>
                    <a:pt x="184" y="3"/>
                  </a:cubicBezTo>
                  <a:cubicBezTo>
                    <a:pt x="183" y="1"/>
                    <a:pt x="180" y="0"/>
                    <a:pt x="17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1" name="Google Shape;8147;p67">
              <a:extLst>
                <a:ext uri="{FF2B5EF4-FFF2-40B4-BE49-F238E27FC236}">
                  <a16:creationId xmlns:a16="http://schemas.microsoft.com/office/drawing/2014/main" id="{672AF1DE-30B5-A184-0A8E-228C7EBE6730}"/>
                </a:ext>
              </a:extLst>
            </p:cNvPr>
            <p:cNvSpPr/>
            <p:nvPr/>
          </p:nvSpPr>
          <p:spPr>
            <a:xfrm>
              <a:off x="2642075" y="4549800"/>
              <a:ext cx="2175" cy="1550"/>
            </a:xfrm>
            <a:custGeom>
              <a:avLst/>
              <a:gdLst/>
              <a:ahLst/>
              <a:cxnLst/>
              <a:rect l="l" t="t" r="r" b="b"/>
              <a:pathLst>
                <a:path w="87" h="62" extrusionOk="0">
                  <a:moveTo>
                    <a:pt x="48" y="0"/>
                  </a:moveTo>
                  <a:cubicBezTo>
                    <a:pt x="25" y="0"/>
                    <a:pt x="0" y="13"/>
                    <a:pt x="0" y="33"/>
                  </a:cubicBezTo>
                  <a:cubicBezTo>
                    <a:pt x="0" y="47"/>
                    <a:pt x="29" y="61"/>
                    <a:pt x="53" y="61"/>
                  </a:cubicBezTo>
                  <a:cubicBezTo>
                    <a:pt x="71" y="61"/>
                    <a:pt x="86" y="53"/>
                    <a:pt x="86" y="33"/>
                  </a:cubicBezTo>
                  <a:cubicBezTo>
                    <a:pt x="86" y="10"/>
                    <a:pt x="68" y="0"/>
                    <a:pt x="4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2" name="Google Shape;8148;p67">
              <a:extLst>
                <a:ext uri="{FF2B5EF4-FFF2-40B4-BE49-F238E27FC236}">
                  <a16:creationId xmlns:a16="http://schemas.microsoft.com/office/drawing/2014/main" id="{B7A72B0F-8E3C-0D83-41F2-958AB6EE86CF}"/>
                </a:ext>
              </a:extLst>
            </p:cNvPr>
            <p:cNvSpPr/>
            <p:nvPr/>
          </p:nvSpPr>
          <p:spPr>
            <a:xfrm>
              <a:off x="2521625" y="4551775"/>
              <a:ext cx="6075" cy="5175"/>
            </a:xfrm>
            <a:custGeom>
              <a:avLst/>
              <a:gdLst/>
              <a:ahLst/>
              <a:cxnLst/>
              <a:rect l="l" t="t" r="r" b="b"/>
              <a:pathLst>
                <a:path w="243" h="207" extrusionOk="0">
                  <a:moveTo>
                    <a:pt x="133" y="1"/>
                  </a:moveTo>
                  <a:cubicBezTo>
                    <a:pt x="129" y="1"/>
                    <a:pt x="126" y="2"/>
                    <a:pt x="124" y="3"/>
                  </a:cubicBezTo>
                  <a:cubicBezTo>
                    <a:pt x="99" y="3"/>
                    <a:pt x="0" y="77"/>
                    <a:pt x="13" y="101"/>
                  </a:cubicBezTo>
                  <a:cubicBezTo>
                    <a:pt x="21" y="110"/>
                    <a:pt x="57" y="206"/>
                    <a:pt x="113" y="206"/>
                  </a:cubicBezTo>
                  <a:cubicBezTo>
                    <a:pt x="141" y="206"/>
                    <a:pt x="173" y="183"/>
                    <a:pt x="210" y="114"/>
                  </a:cubicBezTo>
                  <a:cubicBezTo>
                    <a:pt x="243" y="47"/>
                    <a:pt x="167" y="1"/>
                    <a:pt x="13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3" name="Google Shape;8149;p67">
              <a:extLst>
                <a:ext uri="{FF2B5EF4-FFF2-40B4-BE49-F238E27FC236}">
                  <a16:creationId xmlns:a16="http://schemas.microsoft.com/office/drawing/2014/main" id="{F59C521E-4F4E-7FCC-E9D1-B15011BBAB9E}"/>
                </a:ext>
              </a:extLst>
            </p:cNvPr>
            <p:cNvSpPr/>
            <p:nvPr/>
          </p:nvSpPr>
          <p:spPr>
            <a:xfrm>
              <a:off x="3835800" y="4290900"/>
              <a:ext cx="3000" cy="2050"/>
            </a:xfrm>
            <a:custGeom>
              <a:avLst/>
              <a:gdLst/>
              <a:ahLst/>
              <a:cxnLst/>
              <a:rect l="l" t="t" r="r" b="b"/>
              <a:pathLst>
                <a:path w="120" h="82" extrusionOk="0">
                  <a:moveTo>
                    <a:pt x="74" y="0"/>
                  </a:moveTo>
                  <a:cubicBezTo>
                    <a:pt x="62" y="0"/>
                    <a:pt x="48" y="7"/>
                    <a:pt x="33" y="26"/>
                  </a:cubicBezTo>
                  <a:cubicBezTo>
                    <a:pt x="0" y="59"/>
                    <a:pt x="50" y="81"/>
                    <a:pt x="86" y="81"/>
                  </a:cubicBezTo>
                  <a:cubicBezTo>
                    <a:pt x="104" y="81"/>
                    <a:pt x="120" y="76"/>
                    <a:pt x="120" y="63"/>
                  </a:cubicBezTo>
                  <a:cubicBezTo>
                    <a:pt x="120" y="38"/>
                    <a:pt x="102" y="0"/>
                    <a:pt x="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4" name="Google Shape;8150;p67">
              <a:extLst>
                <a:ext uri="{FF2B5EF4-FFF2-40B4-BE49-F238E27FC236}">
                  <a16:creationId xmlns:a16="http://schemas.microsoft.com/office/drawing/2014/main" id="{FE42FE5A-9736-5B92-3437-7E04EEAF3BF2}"/>
                </a:ext>
              </a:extLst>
            </p:cNvPr>
            <p:cNvSpPr/>
            <p:nvPr/>
          </p:nvSpPr>
          <p:spPr>
            <a:xfrm>
              <a:off x="4279075" y="5047225"/>
              <a:ext cx="2075" cy="875"/>
            </a:xfrm>
            <a:custGeom>
              <a:avLst/>
              <a:gdLst/>
              <a:ahLst/>
              <a:cxnLst/>
              <a:rect l="l" t="t" r="r" b="b"/>
              <a:pathLst>
                <a:path w="83" h="35" extrusionOk="0">
                  <a:moveTo>
                    <a:pt x="50" y="1"/>
                  </a:moveTo>
                  <a:cubicBezTo>
                    <a:pt x="33" y="1"/>
                    <a:pt x="14" y="4"/>
                    <a:pt x="8" y="10"/>
                  </a:cubicBezTo>
                  <a:cubicBezTo>
                    <a:pt x="0" y="18"/>
                    <a:pt x="31" y="35"/>
                    <a:pt x="55" y="35"/>
                  </a:cubicBezTo>
                  <a:cubicBezTo>
                    <a:pt x="70" y="35"/>
                    <a:pt x="82" y="29"/>
                    <a:pt x="82" y="10"/>
                  </a:cubicBezTo>
                  <a:cubicBezTo>
                    <a:pt x="82" y="4"/>
                    <a:pt x="67" y="1"/>
                    <a:pt x="5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5" name="Google Shape;8151;p67">
              <a:extLst>
                <a:ext uri="{FF2B5EF4-FFF2-40B4-BE49-F238E27FC236}">
                  <a16:creationId xmlns:a16="http://schemas.microsoft.com/office/drawing/2014/main" id="{A66F2C50-17AE-A0E1-781E-3E81798B2CF1}"/>
                </a:ext>
              </a:extLst>
            </p:cNvPr>
            <p:cNvSpPr/>
            <p:nvPr/>
          </p:nvSpPr>
          <p:spPr>
            <a:xfrm>
              <a:off x="4263550" y="5044100"/>
              <a:ext cx="2500" cy="2150"/>
            </a:xfrm>
            <a:custGeom>
              <a:avLst/>
              <a:gdLst/>
              <a:ahLst/>
              <a:cxnLst/>
              <a:rect l="l" t="t" r="r" b="b"/>
              <a:pathLst>
                <a:path w="100" h="86" extrusionOk="0">
                  <a:moveTo>
                    <a:pt x="54" y="1"/>
                  </a:moveTo>
                  <a:cubicBezTo>
                    <a:pt x="28" y="1"/>
                    <a:pt x="1" y="16"/>
                    <a:pt x="1" y="49"/>
                  </a:cubicBezTo>
                  <a:cubicBezTo>
                    <a:pt x="1" y="75"/>
                    <a:pt x="18" y="85"/>
                    <a:pt x="38" y="85"/>
                  </a:cubicBezTo>
                  <a:cubicBezTo>
                    <a:pt x="66" y="85"/>
                    <a:pt x="99" y="65"/>
                    <a:pt x="99" y="36"/>
                  </a:cubicBezTo>
                  <a:cubicBezTo>
                    <a:pt x="99" y="13"/>
                    <a:pt x="77" y="1"/>
                    <a:pt x="5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6" name="Google Shape;8152;p67">
              <a:extLst>
                <a:ext uri="{FF2B5EF4-FFF2-40B4-BE49-F238E27FC236}">
                  <a16:creationId xmlns:a16="http://schemas.microsoft.com/office/drawing/2014/main" id="{6B251551-980B-49B3-4B48-8E195FD02FAD}"/>
                </a:ext>
              </a:extLst>
            </p:cNvPr>
            <p:cNvSpPr/>
            <p:nvPr/>
          </p:nvSpPr>
          <p:spPr>
            <a:xfrm>
              <a:off x="4317725" y="5293925"/>
              <a:ext cx="7375" cy="3825"/>
            </a:xfrm>
            <a:custGeom>
              <a:avLst/>
              <a:gdLst/>
              <a:ahLst/>
              <a:cxnLst/>
              <a:rect l="l" t="t" r="r" b="b"/>
              <a:pathLst>
                <a:path w="295" h="153" extrusionOk="0">
                  <a:moveTo>
                    <a:pt x="182" y="1"/>
                  </a:moveTo>
                  <a:cubicBezTo>
                    <a:pt x="101" y="1"/>
                    <a:pt x="1" y="33"/>
                    <a:pt x="15" y="61"/>
                  </a:cubicBezTo>
                  <a:cubicBezTo>
                    <a:pt x="22" y="92"/>
                    <a:pt x="104" y="153"/>
                    <a:pt x="175" y="153"/>
                  </a:cubicBezTo>
                  <a:cubicBezTo>
                    <a:pt x="217" y="153"/>
                    <a:pt x="255" y="132"/>
                    <a:pt x="273" y="73"/>
                  </a:cubicBezTo>
                  <a:cubicBezTo>
                    <a:pt x="295" y="20"/>
                    <a:pt x="244" y="1"/>
                    <a:pt x="18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7" name="Google Shape;8153;p67">
              <a:extLst>
                <a:ext uri="{FF2B5EF4-FFF2-40B4-BE49-F238E27FC236}">
                  <a16:creationId xmlns:a16="http://schemas.microsoft.com/office/drawing/2014/main" id="{E5B3D645-894E-9ED8-783F-D239CE7BC63C}"/>
                </a:ext>
              </a:extLst>
            </p:cNvPr>
            <p:cNvSpPr/>
            <p:nvPr/>
          </p:nvSpPr>
          <p:spPr>
            <a:xfrm>
              <a:off x="3612075" y="4460050"/>
              <a:ext cx="625" cy="25"/>
            </a:xfrm>
            <a:custGeom>
              <a:avLst/>
              <a:gdLst/>
              <a:ahLst/>
              <a:cxnLst/>
              <a:rect l="l" t="t" r="r" b="b"/>
              <a:pathLst>
                <a:path w="25" h="1" extrusionOk="0">
                  <a:moveTo>
                    <a:pt x="25" y="0"/>
                  </a:moveTo>
                  <a:cubicBezTo>
                    <a:pt x="0" y="0"/>
                    <a:pt x="12" y="0"/>
                    <a:pt x="2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8" name="Google Shape;8154;p67">
              <a:extLst>
                <a:ext uri="{FF2B5EF4-FFF2-40B4-BE49-F238E27FC236}">
                  <a16:creationId xmlns:a16="http://schemas.microsoft.com/office/drawing/2014/main" id="{97AF2530-2EBB-FB9B-2665-72A62CA9E952}"/>
                </a:ext>
              </a:extLst>
            </p:cNvPr>
            <p:cNvSpPr/>
            <p:nvPr/>
          </p:nvSpPr>
          <p:spPr>
            <a:xfrm>
              <a:off x="3020575" y="4688050"/>
              <a:ext cx="8150" cy="2825"/>
            </a:xfrm>
            <a:custGeom>
              <a:avLst/>
              <a:gdLst/>
              <a:ahLst/>
              <a:cxnLst/>
              <a:rect l="l" t="t" r="r" b="b"/>
              <a:pathLst>
                <a:path w="326" h="113" extrusionOk="0">
                  <a:moveTo>
                    <a:pt x="114" y="0"/>
                  </a:moveTo>
                  <a:cubicBezTo>
                    <a:pt x="51" y="0"/>
                    <a:pt x="0" y="5"/>
                    <a:pt x="15" y="10"/>
                  </a:cubicBezTo>
                  <a:cubicBezTo>
                    <a:pt x="41" y="19"/>
                    <a:pt x="152" y="112"/>
                    <a:pt x="233" y="112"/>
                  </a:cubicBezTo>
                  <a:cubicBezTo>
                    <a:pt x="267" y="112"/>
                    <a:pt x="296" y="95"/>
                    <a:pt x="311" y="47"/>
                  </a:cubicBezTo>
                  <a:cubicBezTo>
                    <a:pt x="326" y="11"/>
                    <a:pt x="206" y="0"/>
                    <a:pt x="11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9" name="Google Shape;8155;p67">
              <a:extLst>
                <a:ext uri="{FF2B5EF4-FFF2-40B4-BE49-F238E27FC236}">
                  <a16:creationId xmlns:a16="http://schemas.microsoft.com/office/drawing/2014/main" id="{C511D781-26C9-A0F7-E146-5D7DB214F4D6}"/>
                </a:ext>
              </a:extLst>
            </p:cNvPr>
            <p:cNvSpPr/>
            <p:nvPr/>
          </p:nvSpPr>
          <p:spPr>
            <a:xfrm>
              <a:off x="3081625" y="5437625"/>
              <a:ext cx="46550" cy="30950"/>
            </a:xfrm>
            <a:custGeom>
              <a:avLst/>
              <a:gdLst/>
              <a:ahLst/>
              <a:cxnLst/>
              <a:rect l="l" t="t" r="r" b="b"/>
              <a:pathLst>
                <a:path w="1862" h="1238" extrusionOk="0">
                  <a:moveTo>
                    <a:pt x="761" y="1"/>
                  </a:moveTo>
                  <a:cubicBezTo>
                    <a:pt x="755" y="1"/>
                    <a:pt x="749" y="5"/>
                    <a:pt x="740" y="18"/>
                  </a:cubicBezTo>
                  <a:cubicBezTo>
                    <a:pt x="715" y="67"/>
                    <a:pt x="715" y="91"/>
                    <a:pt x="666" y="91"/>
                  </a:cubicBezTo>
                  <a:cubicBezTo>
                    <a:pt x="625" y="91"/>
                    <a:pt x="611" y="80"/>
                    <a:pt x="599" y="80"/>
                  </a:cubicBezTo>
                  <a:cubicBezTo>
                    <a:pt x="593" y="80"/>
                    <a:pt x="588" y="83"/>
                    <a:pt x="580" y="91"/>
                  </a:cubicBezTo>
                  <a:cubicBezTo>
                    <a:pt x="567" y="116"/>
                    <a:pt x="592" y="153"/>
                    <a:pt x="567" y="190"/>
                  </a:cubicBezTo>
                  <a:cubicBezTo>
                    <a:pt x="543" y="239"/>
                    <a:pt x="530" y="289"/>
                    <a:pt x="530" y="338"/>
                  </a:cubicBezTo>
                  <a:cubicBezTo>
                    <a:pt x="538" y="353"/>
                    <a:pt x="546" y="364"/>
                    <a:pt x="556" y="364"/>
                  </a:cubicBezTo>
                  <a:cubicBezTo>
                    <a:pt x="563" y="364"/>
                    <a:pt x="570" y="360"/>
                    <a:pt x="580" y="350"/>
                  </a:cubicBezTo>
                  <a:cubicBezTo>
                    <a:pt x="597" y="333"/>
                    <a:pt x="680" y="310"/>
                    <a:pt x="724" y="310"/>
                  </a:cubicBezTo>
                  <a:cubicBezTo>
                    <a:pt x="744" y="310"/>
                    <a:pt x="756" y="314"/>
                    <a:pt x="752" y="326"/>
                  </a:cubicBezTo>
                  <a:cubicBezTo>
                    <a:pt x="752" y="350"/>
                    <a:pt x="740" y="412"/>
                    <a:pt x="691" y="424"/>
                  </a:cubicBezTo>
                  <a:cubicBezTo>
                    <a:pt x="629" y="436"/>
                    <a:pt x="604" y="486"/>
                    <a:pt x="604" y="547"/>
                  </a:cubicBezTo>
                  <a:cubicBezTo>
                    <a:pt x="604" y="597"/>
                    <a:pt x="654" y="609"/>
                    <a:pt x="703" y="646"/>
                  </a:cubicBezTo>
                  <a:cubicBezTo>
                    <a:pt x="746" y="678"/>
                    <a:pt x="807" y="710"/>
                    <a:pt x="790" y="710"/>
                  </a:cubicBezTo>
                  <a:cubicBezTo>
                    <a:pt x="788" y="710"/>
                    <a:pt x="783" y="709"/>
                    <a:pt x="777" y="708"/>
                  </a:cubicBezTo>
                  <a:cubicBezTo>
                    <a:pt x="741" y="693"/>
                    <a:pt x="705" y="687"/>
                    <a:pt x="669" y="687"/>
                  </a:cubicBezTo>
                  <a:cubicBezTo>
                    <a:pt x="643" y="687"/>
                    <a:pt x="618" y="690"/>
                    <a:pt x="592" y="695"/>
                  </a:cubicBezTo>
                  <a:cubicBezTo>
                    <a:pt x="567" y="708"/>
                    <a:pt x="552" y="714"/>
                    <a:pt x="538" y="714"/>
                  </a:cubicBezTo>
                  <a:cubicBezTo>
                    <a:pt x="524" y="714"/>
                    <a:pt x="512" y="708"/>
                    <a:pt x="493" y="695"/>
                  </a:cubicBezTo>
                  <a:cubicBezTo>
                    <a:pt x="457" y="671"/>
                    <a:pt x="407" y="658"/>
                    <a:pt x="469" y="658"/>
                  </a:cubicBezTo>
                  <a:cubicBezTo>
                    <a:pt x="518" y="646"/>
                    <a:pt x="481" y="621"/>
                    <a:pt x="493" y="572"/>
                  </a:cubicBezTo>
                  <a:cubicBezTo>
                    <a:pt x="493" y="535"/>
                    <a:pt x="518" y="510"/>
                    <a:pt x="493" y="486"/>
                  </a:cubicBezTo>
                  <a:cubicBezTo>
                    <a:pt x="490" y="479"/>
                    <a:pt x="488" y="476"/>
                    <a:pt x="485" y="476"/>
                  </a:cubicBezTo>
                  <a:cubicBezTo>
                    <a:pt x="478" y="476"/>
                    <a:pt x="471" y="496"/>
                    <a:pt x="444" y="523"/>
                  </a:cubicBezTo>
                  <a:cubicBezTo>
                    <a:pt x="407" y="560"/>
                    <a:pt x="407" y="597"/>
                    <a:pt x="395" y="609"/>
                  </a:cubicBezTo>
                  <a:cubicBezTo>
                    <a:pt x="391" y="613"/>
                    <a:pt x="387" y="614"/>
                    <a:pt x="382" y="614"/>
                  </a:cubicBezTo>
                  <a:cubicBezTo>
                    <a:pt x="373" y="614"/>
                    <a:pt x="362" y="609"/>
                    <a:pt x="346" y="609"/>
                  </a:cubicBezTo>
                  <a:cubicBezTo>
                    <a:pt x="321" y="597"/>
                    <a:pt x="296" y="584"/>
                    <a:pt x="259" y="584"/>
                  </a:cubicBezTo>
                  <a:cubicBezTo>
                    <a:pt x="232" y="584"/>
                    <a:pt x="190" y="564"/>
                    <a:pt x="161" y="564"/>
                  </a:cubicBezTo>
                  <a:cubicBezTo>
                    <a:pt x="151" y="564"/>
                    <a:pt x="142" y="566"/>
                    <a:pt x="136" y="572"/>
                  </a:cubicBezTo>
                  <a:cubicBezTo>
                    <a:pt x="112" y="584"/>
                    <a:pt x="1" y="671"/>
                    <a:pt x="50" y="671"/>
                  </a:cubicBezTo>
                  <a:cubicBezTo>
                    <a:pt x="80" y="671"/>
                    <a:pt x="111" y="612"/>
                    <a:pt x="134" y="612"/>
                  </a:cubicBezTo>
                  <a:cubicBezTo>
                    <a:pt x="139" y="612"/>
                    <a:pt x="144" y="615"/>
                    <a:pt x="148" y="621"/>
                  </a:cubicBezTo>
                  <a:cubicBezTo>
                    <a:pt x="157" y="638"/>
                    <a:pt x="160" y="667"/>
                    <a:pt x="173" y="667"/>
                  </a:cubicBezTo>
                  <a:cubicBezTo>
                    <a:pt x="178" y="667"/>
                    <a:pt x="186" y="661"/>
                    <a:pt x="198" y="646"/>
                  </a:cubicBezTo>
                  <a:cubicBezTo>
                    <a:pt x="206" y="633"/>
                    <a:pt x="215" y="628"/>
                    <a:pt x="223" y="628"/>
                  </a:cubicBezTo>
                  <a:cubicBezTo>
                    <a:pt x="238" y="628"/>
                    <a:pt x="251" y="646"/>
                    <a:pt x="259" y="671"/>
                  </a:cubicBezTo>
                  <a:cubicBezTo>
                    <a:pt x="284" y="695"/>
                    <a:pt x="358" y="695"/>
                    <a:pt x="309" y="720"/>
                  </a:cubicBezTo>
                  <a:cubicBezTo>
                    <a:pt x="290" y="726"/>
                    <a:pt x="266" y="726"/>
                    <a:pt x="244" y="726"/>
                  </a:cubicBezTo>
                  <a:cubicBezTo>
                    <a:pt x="222" y="726"/>
                    <a:pt x="204" y="726"/>
                    <a:pt x="198" y="732"/>
                  </a:cubicBezTo>
                  <a:cubicBezTo>
                    <a:pt x="186" y="755"/>
                    <a:pt x="164" y="820"/>
                    <a:pt x="220" y="820"/>
                  </a:cubicBezTo>
                  <a:cubicBezTo>
                    <a:pt x="224" y="820"/>
                    <a:pt x="229" y="819"/>
                    <a:pt x="235" y="818"/>
                  </a:cubicBezTo>
                  <a:cubicBezTo>
                    <a:pt x="271" y="804"/>
                    <a:pt x="286" y="785"/>
                    <a:pt x="305" y="785"/>
                  </a:cubicBezTo>
                  <a:cubicBezTo>
                    <a:pt x="318" y="785"/>
                    <a:pt x="333" y="793"/>
                    <a:pt x="358" y="818"/>
                  </a:cubicBezTo>
                  <a:cubicBezTo>
                    <a:pt x="420" y="880"/>
                    <a:pt x="444" y="868"/>
                    <a:pt x="395" y="880"/>
                  </a:cubicBezTo>
                  <a:cubicBezTo>
                    <a:pt x="346" y="880"/>
                    <a:pt x="346" y="917"/>
                    <a:pt x="395" y="917"/>
                  </a:cubicBezTo>
                  <a:cubicBezTo>
                    <a:pt x="417" y="924"/>
                    <a:pt x="458" y="936"/>
                    <a:pt x="489" y="936"/>
                  </a:cubicBezTo>
                  <a:cubicBezTo>
                    <a:pt x="509" y="936"/>
                    <a:pt x="526" y="931"/>
                    <a:pt x="530" y="917"/>
                  </a:cubicBezTo>
                  <a:cubicBezTo>
                    <a:pt x="530" y="895"/>
                    <a:pt x="539" y="877"/>
                    <a:pt x="557" y="877"/>
                  </a:cubicBezTo>
                  <a:cubicBezTo>
                    <a:pt x="569" y="877"/>
                    <a:pt x="585" y="885"/>
                    <a:pt x="604" y="905"/>
                  </a:cubicBezTo>
                  <a:cubicBezTo>
                    <a:pt x="629" y="942"/>
                    <a:pt x="654" y="991"/>
                    <a:pt x="678" y="1040"/>
                  </a:cubicBezTo>
                  <a:cubicBezTo>
                    <a:pt x="699" y="1071"/>
                    <a:pt x="811" y="1151"/>
                    <a:pt x="829" y="1151"/>
                  </a:cubicBezTo>
                  <a:cubicBezTo>
                    <a:pt x="833" y="1151"/>
                    <a:pt x="833" y="1147"/>
                    <a:pt x="826" y="1139"/>
                  </a:cubicBezTo>
                  <a:cubicBezTo>
                    <a:pt x="806" y="1098"/>
                    <a:pt x="777" y="1074"/>
                    <a:pt x="796" y="1074"/>
                  </a:cubicBezTo>
                  <a:cubicBezTo>
                    <a:pt x="799" y="1074"/>
                    <a:pt x="805" y="1075"/>
                    <a:pt x="814" y="1077"/>
                  </a:cubicBezTo>
                  <a:cubicBezTo>
                    <a:pt x="844" y="1087"/>
                    <a:pt x="1048" y="1238"/>
                    <a:pt x="1094" y="1238"/>
                  </a:cubicBezTo>
                  <a:cubicBezTo>
                    <a:pt x="1104" y="1238"/>
                    <a:pt x="1106" y="1231"/>
                    <a:pt x="1097" y="1213"/>
                  </a:cubicBezTo>
                  <a:cubicBezTo>
                    <a:pt x="1048" y="1114"/>
                    <a:pt x="900" y="979"/>
                    <a:pt x="962" y="979"/>
                  </a:cubicBezTo>
                  <a:cubicBezTo>
                    <a:pt x="1023" y="979"/>
                    <a:pt x="1183" y="1028"/>
                    <a:pt x="1257" y="1028"/>
                  </a:cubicBezTo>
                  <a:cubicBezTo>
                    <a:pt x="1319" y="1028"/>
                    <a:pt x="1381" y="1016"/>
                    <a:pt x="1442" y="991"/>
                  </a:cubicBezTo>
                  <a:lnTo>
                    <a:pt x="1467" y="991"/>
                  </a:lnTo>
                  <a:cubicBezTo>
                    <a:pt x="1504" y="966"/>
                    <a:pt x="1565" y="942"/>
                    <a:pt x="1615" y="942"/>
                  </a:cubicBezTo>
                  <a:cubicBezTo>
                    <a:pt x="1676" y="929"/>
                    <a:pt x="1861" y="831"/>
                    <a:pt x="1750" y="831"/>
                  </a:cubicBezTo>
                  <a:cubicBezTo>
                    <a:pt x="1627" y="831"/>
                    <a:pt x="1504" y="781"/>
                    <a:pt x="1430" y="695"/>
                  </a:cubicBezTo>
                  <a:cubicBezTo>
                    <a:pt x="1294" y="572"/>
                    <a:pt x="1134" y="363"/>
                    <a:pt x="1060" y="326"/>
                  </a:cubicBezTo>
                  <a:cubicBezTo>
                    <a:pt x="999" y="276"/>
                    <a:pt x="949" y="276"/>
                    <a:pt x="974" y="252"/>
                  </a:cubicBezTo>
                  <a:cubicBezTo>
                    <a:pt x="1011" y="215"/>
                    <a:pt x="1060" y="227"/>
                    <a:pt x="1023" y="178"/>
                  </a:cubicBezTo>
                  <a:cubicBezTo>
                    <a:pt x="986" y="128"/>
                    <a:pt x="974" y="128"/>
                    <a:pt x="949" y="91"/>
                  </a:cubicBezTo>
                  <a:cubicBezTo>
                    <a:pt x="912" y="67"/>
                    <a:pt x="875" y="42"/>
                    <a:pt x="838" y="42"/>
                  </a:cubicBezTo>
                  <a:cubicBezTo>
                    <a:pt x="783" y="42"/>
                    <a:pt x="776" y="1"/>
                    <a:pt x="76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0" name="Google Shape;8156;p67">
              <a:extLst>
                <a:ext uri="{FF2B5EF4-FFF2-40B4-BE49-F238E27FC236}">
                  <a16:creationId xmlns:a16="http://schemas.microsoft.com/office/drawing/2014/main" id="{12EA0ADB-83BA-22B6-A58E-D8C47F923F9C}"/>
                </a:ext>
              </a:extLst>
            </p:cNvPr>
            <p:cNvSpPr/>
            <p:nvPr/>
          </p:nvSpPr>
          <p:spPr>
            <a:xfrm>
              <a:off x="2514225" y="4416925"/>
              <a:ext cx="794450" cy="1036075"/>
            </a:xfrm>
            <a:custGeom>
              <a:avLst/>
              <a:gdLst/>
              <a:ahLst/>
              <a:cxnLst/>
              <a:rect l="l" t="t" r="r" b="b"/>
              <a:pathLst>
                <a:path w="31778" h="41443" extrusionOk="0">
                  <a:moveTo>
                    <a:pt x="11520" y="2406"/>
                  </a:moveTo>
                  <a:cubicBezTo>
                    <a:pt x="11577" y="2406"/>
                    <a:pt x="11622" y="2422"/>
                    <a:pt x="11644" y="2452"/>
                  </a:cubicBezTo>
                  <a:cubicBezTo>
                    <a:pt x="11681" y="2501"/>
                    <a:pt x="11583" y="2538"/>
                    <a:pt x="11521" y="2588"/>
                  </a:cubicBezTo>
                  <a:cubicBezTo>
                    <a:pt x="11447" y="2625"/>
                    <a:pt x="11460" y="2600"/>
                    <a:pt x="11447" y="2674"/>
                  </a:cubicBezTo>
                  <a:cubicBezTo>
                    <a:pt x="11442" y="2700"/>
                    <a:pt x="11510" y="2708"/>
                    <a:pt x="11594" y="2708"/>
                  </a:cubicBezTo>
                  <a:cubicBezTo>
                    <a:pt x="11706" y="2708"/>
                    <a:pt x="11845" y="2693"/>
                    <a:pt x="11866" y="2686"/>
                  </a:cubicBezTo>
                  <a:cubicBezTo>
                    <a:pt x="11896" y="2686"/>
                    <a:pt x="11967" y="2565"/>
                    <a:pt x="12018" y="2565"/>
                  </a:cubicBezTo>
                  <a:cubicBezTo>
                    <a:pt x="12031" y="2565"/>
                    <a:pt x="12042" y="2571"/>
                    <a:pt x="12051" y="2588"/>
                  </a:cubicBezTo>
                  <a:cubicBezTo>
                    <a:pt x="12076" y="2637"/>
                    <a:pt x="11903" y="2957"/>
                    <a:pt x="11805" y="2982"/>
                  </a:cubicBezTo>
                  <a:lnTo>
                    <a:pt x="11805" y="2970"/>
                  </a:lnTo>
                  <a:cubicBezTo>
                    <a:pt x="11780" y="2976"/>
                    <a:pt x="11763" y="2978"/>
                    <a:pt x="11750" y="2978"/>
                  </a:cubicBezTo>
                  <a:cubicBezTo>
                    <a:pt x="11711" y="2978"/>
                    <a:pt x="11709" y="2957"/>
                    <a:pt x="11644" y="2957"/>
                  </a:cubicBezTo>
                  <a:cubicBezTo>
                    <a:pt x="11558" y="2970"/>
                    <a:pt x="11558" y="2982"/>
                    <a:pt x="11521" y="3043"/>
                  </a:cubicBezTo>
                  <a:cubicBezTo>
                    <a:pt x="11484" y="3117"/>
                    <a:pt x="11570" y="3105"/>
                    <a:pt x="11607" y="3142"/>
                  </a:cubicBezTo>
                  <a:cubicBezTo>
                    <a:pt x="11632" y="3167"/>
                    <a:pt x="11632" y="3173"/>
                    <a:pt x="11617" y="3173"/>
                  </a:cubicBezTo>
                  <a:cubicBezTo>
                    <a:pt x="11601" y="3173"/>
                    <a:pt x="11570" y="3167"/>
                    <a:pt x="11533" y="3167"/>
                  </a:cubicBezTo>
                  <a:cubicBezTo>
                    <a:pt x="11447" y="3167"/>
                    <a:pt x="11349" y="3265"/>
                    <a:pt x="11287" y="3327"/>
                  </a:cubicBezTo>
                  <a:cubicBezTo>
                    <a:pt x="11268" y="3346"/>
                    <a:pt x="11253" y="3353"/>
                    <a:pt x="11242" y="3353"/>
                  </a:cubicBezTo>
                  <a:cubicBezTo>
                    <a:pt x="11217" y="3353"/>
                    <a:pt x="11216" y="3316"/>
                    <a:pt x="11250" y="3290"/>
                  </a:cubicBezTo>
                  <a:cubicBezTo>
                    <a:pt x="11287" y="3253"/>
                    <a:pt x="11398" y="3105"/>
                    <a:pt x="11373" y="3056"/>
                  </a:cubicBezTo>
                  <a:cubicBezTo>
                    <a:pt x="11366" y="3049"/>
                    <a:pt x="11356" y="3046"/>
                    <a:pt x="11345" y="3046"/>
                  </a:cubicBezTo>
                  <a:cubicBezTo>
                    <a:pt x="11295" y="3046"/>
                    <a:pt x="11209" y="3100"/>
                    <a:pt x="11139" y="3130"/>
                  </a:cubicBezTo>
                  <a:cubicBezTo>
                    <a:pt x="11053" y="3154"/>
                    <a:pt x="11090" y="3228"/>
                    <a:pt x="11065" y="3278"/>
                  </a:cubicBezTo>
                  <a:cubicBezTo>
                    <a:pt x="11052" y="3295"/>
                    <a:pt x="11024" y="3301"/>
                    <a:pt x="10987" y="3301"/>
                  </a:cubicBezTo>
                  <a:cubicBezTo>
                    <a:pt x="10916" y="3301"/>
                    <a:pt x="10817" y="3277"/>
                    <a:pt x="10745" y="3253"/>
                  </a:cubicBezTo>
                  <a:cubicBezTo>
                    <a:pt x="10634" y="3228"/>
                    <a:pt x="10708" y="3216"/>
                    <a:pt x="10770" y="3216"/>
                  </a:cubicBezTo>
                  <a:cubicBezTo>
                    <a:pt x="10776" y="3217"/>
                    <a:pt x="10782" y="3218"/>
                    <a:pt x="10788" y="3218"/>
                  </a:cubicBezTo>
                  <a:cubicBezTo>
                    <a:pt x="10836" y="3218"/>
                    <a:pt x="10856" y="3174"/>
                    <a:pt x="10856" y="3130"/>
                  </a:cubicBezTo>
                  <a:cubicBezTo>
                    <a:pt x="10856" y="3080"/>
                    <a:pt x="10917" y="3031"/>
                    <a:pt x="10954" y="2982"/>
                  </a:cubicBezTo>
                  <a:cubicBezTo>
                    <a:pt x="10991" y="2945"/>
                    <a:pt x="10905" y="2896"/>
                    <a:pt x="10893" y="2859"/>
                  </a:cubicBezTo>
                  <a:cubicBezTo>
                    <a:pt x="10886" y="2849"/>
                    <a:pt x="10895" y="2845"/>
                    <a:pt x="10913" y="2845"/>
                  </a:cubicBezTo>
                  <a:cubicBezTo>
                    <a:pt x="10961" y="2845"/>
                    <a:pt x="11073" y="2871"/>
                    <a:pt x="11127" y="2871"/>
                  </a:cubicBezTo>
                  <a:cubicBezTo>
                    <a:pt x="11188" y="2871"/>
                    <a:pt x="11102" y="2797"/>
                    <a:pt x="10991" y="2760"/>
                  </a:cubicBezTo>
                  <a:cubicBezTo>
                    <a:pt x="10967" y="2752"/>
                    <a:pt x="10941" y="2748"/>
                    <a:pt x="10915" y="2748"/>
                  </a:cubicBezTo>
                  <a:cubicBezTo>
                    <a:pt x="10863" y="2748"/>
                    <a:pt x="10811" y="2764"/>
                    <a:pt x="10770" y="2797"/>
                  </a:cubicBezTo>
                  <a:cubicBezTo>
                    <a:pt x="10714" y="2803"/>
                    <a:pt x="10656" y="2806"/>
                    <a:pt x="10597" y="2806"/>
                  </a:cubicBezTo>
                  <a:cubicBezTo>
                    <a:pt x="10539" y="2806"/>
                    <a:pt x="10480" y="2803"/>
                    <a:pt x="10425" y="2797"/>
                  </a:cubicBezTo>
                  <a:cubicBezTo>
                    <a:pt x="10338" y="2797"/>
                    <a:pt x="10388" y="2822"/>
                    <a:pt x="10314" y="2859"/>
                  </a:cubicBezTo>
                  <a:cubicBezTo>
                    <a:pt x="10303" y="2867"/>
                    <a:pt x="10295" y="2871"/>
                    <a:pt x="10290" y="2871"/>
                  </a:cubicBezTo>
                  <a:cubicBezTo>
                    <a:pt x="10265" y="2871"/>
                    <a:pt x="10293" y="2791"/>
                    <a:pt x="10314" y="2760"/>
                  </a:cubicBezTo>
                  <a:cubicBezTo>
                    <a:pt x="10330" y="2727"/>
                    <a:pt x="10363" y="2722"/>
                    <a:pt x="10412" y="2722"/>
                  </a:cubicBezTo>
                  <a:cubicBezTo>
                    <a:pt x="10437" y="2722"/>
                    <a:pt x="10466" y="2723"/>
                    <a:pt x="10498" y="2723"/>
                  </a:cubicBezTo>
                  <a:cubicBezTo>
                    <a:pt x="10597" y="2711"/>
                    <a:pt x="10609" y="2662"/>
                    <a:pt x="10720" y="2625"/>
                  </a:cubicBezTo>
                  <a:cubicBezTo>
                    <a:pt x="10794" y="2600"/>
                    <a:pt x="10868" y="2575"/>
                    <a:pt x="10954" y="2563"/>
                  </a:cubicBezTo>
                  <a:cubicBezTo>
                    <a:pt x="11102" y="2526"/>
                    <a:pt x="11250" y="2489"/>
                    <a:pt x="11398" y="2427"/>
                  </a:cubicBezTo>
                  <a:cubicBezTo>
                    <a:pt x="11442" y="2413"/>
                    <a:pt x="11483" y="2406"/>
                    <a:pt x="11520" y="2406"/>
                  </a:cubicBezTo>
                  <a:close/>
                  <a:moveTo>
                    <a:pt x="13827" y="4223"/>
                  </a:moveTo>
                  <a:cubicBezTo>
                    <a:pt x="13929" y="4223"/>
                    <a:pt x="14029" y="4247"/>
                    <a:pt x="14121" y="4288"/>
                  </a:cubicBezTo>
                  <a:cubicBezTo>
                    <a:pt x="14158" y="4313"/>
                    <a:pt x="14035" y="4313"/>
                    <a:pt x="13985" y="4313"/>
                  </a:cubicBezTo>
                  <a:cubicBezTo>
                    <a:pt x="13948" y="4306"/>
                    <a:pt x="13911" y="4303"/>
                    <a:pt x="13876" y="4303"/>
                  </a:cubicBezTo>
                  <a:cubicBezTo>
                    <a:pt x="13841" y="4303"/>
                    <a:pt x="13807" y="4306"/>
                    <a:pt x="13776" y="4313"/>
                  </a:cubicBezTo>
                  <a:cubicBezTo>
                    <a:pt x="13727" y="4337"/>
                    <a:pt x="13899" y="4337"/>
                    <a:pt x="13899" y="4362"/>
                  </a:cubicBezTo>
                  <a:cubicBezTo>
                    <a:pt x="13899" y="4399"/>
                    <a:pt x="13776" y="4448"/>
                    <a:pt x="13677" y="4460"/>
                  </a:cubicBezTo>
                  <a:cubicBezTo>
                    <a:pt x="13603" y="4473"/>
                    <a:pt x="13542" y="4497"/>
                    <a:pt x="13493" y="4559"/>
                  </a:cubicBezTo>
                  <a:cubicBezTo>
                    <a:pt x="13443" y="4596"/>
                    <a:pt x="13419" y="4658"/>
                    <a:pt x="13357" y="4670"/>
                  </a:cubicBezTo>
                  <a:cubicBezTo>
                    <a:pt x="13348" y="4672"/>
                    <a:pt x="13340" y="4672"/>
                    <a:pt x="13333" y="4672"/>
                  </a:cubicBezTo>
                  <a:cubicBezTo>
                    <a:pt x="13306" y="4672"/>
                    <a:pt x="13296" y="4661"/>
                    <a:pt x="13282" y="4661"/>
                  </a:cubicBezTo>
                  <a:cubicBezTo>
                    <a:pt x="13275" y="4661"/>
                    <a:pt x="13268" y="4663"/>
                    <a:pt x="13258" y="4670"/>
                  </a:cubicBezTo>
                  <a:cubicBezTo>
                    <a:pt x="13221" y="4682"/>
                    <a:pt x="13234" y="4719"/>
                    <a:pt x="13258" y="4731"/>
                  </a:cubicBezTo>
                  <a:cubicBezTo>
                    <a:pt x="13283" y="4731"/>
                    <a:pt x="13382" y="4768"/>
                    <a:pt x="13320" y="4818"/>
                  </a:cubicBezTo>
                  <a:cubicBezTo>
                    <a:pt x="13246" y="4879"/>
                    <a:pt x="13172" y="4867"/>
                    <a:pt x="13061" y="4892"/>
                  </a:cubicBezTo>
                  <a:cubicBezTo>
                    <a:pt x="12950" y="4916"/>
                    <a:pt x="13012" y="4929"/>
                    <a:pt x="13000" y="5003"/>
                  </a:cubicBezTo>
                  <a:cubicBezTo>
                    <a:pt x="13000" y="5064"/>
                    <a:pt x="12876" y="5113"/>
                    <a:pt x="12741" y="5138"/>
                  </a:cubicBezTo>
                  <a:cubicBezTo>
                    <a:pt x="12700" y="5146"/>
                    <a:pt x="12658" y="5150"/>
                    <a:pt x="12615" y="5150"/>
                  </a:cubicBezTo>
                  <a:cubicBezTo>
                    <a:pt x="12518" y="5150"/>
                    <a:pt x="12420" y="5128"/>
                    <a:pt x="12334" y="5076"/>
                  </a:cubicBezTo>
                  <a:cubicBezTo>
                    <a:pt x="12270" y="5001"/>
                    <a:pt x="12196" y="4963"/>
                    <a:pt x="12219" y="4963"/>
                  </a:cubicBezTo>
                  <a:cubicBezTo>
                    <a:pt x="12223" y="4963"/>
                    <a:pt x="12228" y="4964"/>
                    <a:pt x="12236" y="4966"/>
                  </a:cubicBezTo>
                  <a:cubicBezTo>
                    <a:pt x="12241" y="4967"/>
                    <a:pt x="12245" y="4967"/>
                    <a:pt x="12249" y="4967"/>
                  </a:cubicBezTo>
                  <a:cubicBezTo>
                    <a:pt x="12287" y="4967"/>
                    <a:pt x="12301" y="4931"/>
                    <a:pt x="12359" y="4931"/>
                  </a:cubicBezTo>
                  <a:cubicBezTo>
                    <a:pt x="12376" y="4931"/>
                    <a:pt x="12396" y="4933"/>
                    <a:pt x="12421" y="4941"/>
                  </a:cubicBezTo>
                  <a:cubicBezTo>
                    <a:pt x="12438" y="4949"/>
                    <a:pt x="12452" y="4952"/>
                    <a:pt x="12463" y="4952"/>
                  </a:cubicBezTo>
                  <a:cubicBezTo>
                    <a:pt x="12522" y="4952"/>
                    <a:pt x="12500" y="4855"/>
                    <a:pt x="12531" y="4793"/>
                  </a:cubicBezTo>
                  <a:cubicBezTo>
                    <a:pt x="12581" y="4719"/>
                    <a:pt x="12667" y="4744"/>
                    <a:pt x="12729" y="4707"/>
                  </a:cubicBezTo>
                  <a:cubicBezTo>
                    <a:pt x="12790" y="4682"/>
                    <a:pt x="12704" y="4608"/>
                    <a:pt x="12630" y="4584"/>
                  </a:cubicBezTo>
                  <a:cubicBezTo>
                    <a:pt x="12556" y="4547"/>
                    <a:pt x="12581" y="4522"/>
                    <a:pt x="12581" y="4460"/>
                  </a:cubicBezTo>
                  <a:cubicBezTo>
                    <a:pt x="12581" y="4411"/>
                    <a:pt x="12581" y="4436"/>
                    <a:pt x="12519" y="4423"/>
                  </a:cubicBezTo>
                  <a:cubicBezTo>
                    <a:pt x="12476" y="4413"/>
                    <a:pt x="12452" y="4345"/>
                    <a:pt x="12496" y="4345"/>
                  </a:cubicBezTo>
                  <a:cubicBezTo>
                    <a:pt x="12502" y="4345"/>
                    <a:pt x="12510" y="4346"/>
                    <a:pt x="12519" y="4350"/>
                  </a:cubicBezTo>
                  <a:cubicBezTo>
                    <a:pt x="12605" y="4374"/>
                    <a:pt x="12778" y="4448"/>
                    <a:pt x="12852" y="4473"/>
                  </a:cubicBezTo>
                  <a:cubicBezTo>
                    <a:pt x="12913" y="4497"/>
                    <a:pt x="12950" y="4547"/>
                    <a:pt x="13000" y="4596"/>
                  </a:cubicBezTo>
                  <a:cubicBezTo>
                    <a:pt x="13012" y="4605"/>
                    <a:pt x="13035" y="4609"/>
                    <a:pt x="13064" y="4609"/>
                  </a:cubicBezTo>
                  <a:cubicBezTo>
                    <a:pt x="13150" y="4609"/>
                    <a:pt x="13286" y="4574"/>
                    <a:pt x="13332" y="4547"/>
                  </a:cubicBezTo>
                  <a:cubicBezTo>
                    <a:pt x="13394" y="4510"/>
                    <a:pt x="13456" y="4460"/>
                    <a:pt x="13493" y="4399"/>
                  </a:cubicBezTo>
                  <a:cubicBezTo>
                    <a:pt x="13566" y="4313"/>
                    <a:pt x="13665" y="4251"/>
                    <a:pt x="13764" y="4226"/>
                  </a:cubicBezTo>
                  <a:cubicBezTo>
                    <a:pt x="13785" y="4224"/>
                    <a:pt x="13806" y="4223"/>
                    <a:pt x="13827" y="4223"/>
                  </a:cubicBezTo>
                  <a:close/>
                  <a:moveTo>
                    <a:pt x="16544" y="7899"/>
                  </a:moveTo>
                  <a:cubicBezTo>
                    <a:pt x="16575" y="7899"/>
                    <a:pt x="16628" y="7948"/>
                    <a:pt x="16696" y="7997"/>
                  </a:cubicBezTo>
                  <a:cubicBezTo>
                    <a:pt x="16795" y="8046"/>
                    <a:pt x="16782" y="8108"/>
                    <a:pt x="16807" y="8145"/>
                  </a:cubicBezTo>
                  <a:cubicBezTo>
                    <a:pt x="16844" y="8194"/>
                    <a:pt x="16856" y="8305"/>
                    <a:pt x="16881" y="8354"/>
                  </a:cubicBezTo>
                  <a:cubicBezTo>
                    <a:pt x="16930" y="8416"/>
                    <a:pt x="16955" y="8502"/>
                    <a:pt x="16943" y="8576"/>
                  </a:cubicBezTo>
                  <a:cubicBezTo>
                    <a:pt x="16930" y="8687"/>
                    <a:pt x="17029" y="8625"/>
                    <a:pt x="17029" y="8699"/>
                  </a:cubicBezTo>
                  <a:cubicBezTo>
                    <a:pt x="17029" y="8871"/>
                    <a:pt x="17066" y="8773"/>
                    <a:pt x="17103" y="8884"/>
                  </a:cubicBezTo>
                  <a:cubicBezTo>
                    <a:pt x="17127" y="8982"/>
                    <a:pt x="17103" y="9093"/>
                    <a:pt x="17066" y="9180"/>
                  </a:cubicBezTo>
                  <a:cubicBezTo>
                    <a:pt x="17057" y="9198"/>
                    <a:pt x="17048" y="9205"/>
                    <a:pt x="17039" y="9205"/>
                  </a:cubicBezTo>
                  <a:cubicBezTo>
                    <a:pt x="17011" y="9205"/>
                    <a:pt x="16983" y="9131"/>
                    <a:pt x="16955" y="9056"/>
                  </a:cubicBezTo>
                  <a:cubicBezTo>
                    <a:pt x="16918" y="8958"/>
                    <a:pt x="17016" y="8871"/>
                    <a:pt x="17016" y="8798"/>
                  </a:cubicBezTo>
                  <a:cubicBezTo>
                    <a:pt x="17016" y="8755"/>
                    <a:pt x="17005" y="8736"/>
                    <a:pt x="16990" y="8736"/>
                  </a:cubicBezTo>
                  <a:cubicBezTo>
                    <a:pt x="16983" y="8736"/>
                    <a:pt x="16975" y="8740"/>
                    <a:pt x="16967" y="8748"/>
                  </a:cubicBezTo>
                  <a:cubicBezTo>
                    <a:pt x="16946" y="8770"/>
                    <a:pt x="16929" y="8799"/>
                    <a:pt x="16918" y="8799"/>
                  </a:cubicBezTo>
                  <a:cubicBezTo>
                    <a:pt x="16910" y="8799"/>
                    <a:pt x="16906" y="8783"/>
                    <a:pt x="16906" y="8736"/>
                  </a:cubicBezTo>
                  <a:cubicBezTo>
                    <a:pt x="16906" y="8637"/>
                    <a:pt x="16881" y="8650"/>
                    <a:pt x="16819" y="8588"/>
                  </a:cubicBezTo>
                  <a:cubicBezTo>
                    <a:pt x="16809" y="8575"/>
                    <a:pt x="16802" y="8570"/>
                    <a:pt x="16798" y="8570"/>
                  </a:cubicBezTo>
                  <a:cubicBezTo>
                    <a:pt x="16783" y="8570"/>
                    <a:pt x="16802" y="8643"/>
                    <a:pt x="16782" y="8662"/>
                  </a:cubicBezTo>
                  <a:cubicBezTo>
                    <a:pt x="16781" y="8662"/>
                    <a:pt x="16780" y="8662"/>
                    <a:pt x="16779" y="8662"/>
                  </a:cubicBezTo>
                  <a:cubicBezTo>
                    <a:pt x="16739" y="8662"/>
                    <a:pt x="16608" y="8438"/>
                    <a:pt x="16524" y="8366"/>
                  </a:cubicBezTo>
                  <a:lnTo>
                    <a:pt x="16524" y="8354"/>
                  </a:lnTo>
                  <a:cubicBezTo>
                    <a:pt x="16450" y="8280"/>
                    <a:pt x="16524" y="8280"/>
                    <a:pt x="16573" y="8243"/>
                  </a:cubicBezTo>
                  <a:cubicBezTo>
                    <a:pt x="16602" y="8221"/>
                    <a:pt x="16588" y="8216"/>
                    <a:pt x="16558" y="8216"/>
                  </a:cubicBezTo>
                  <a:cubicBezTo>
                    <a:pt x="16538" y="8216"/>
                    <a:pt x="16511" y="8218"/>
                    <a:pt x="16487" y="8218"/>
                  </a:cubicBezTo>
                  <a:cubicBezTo>
                    <a:pt x="16437" y="8218"/>
                    <a:pt x="16450" y="8095"/>
                    <a:pt x="16474" y="8046"/>
                  </a:cubicBezTo>
                  <a:cubicBezTo>
                    <a:pt x="16499" y="7997"/>
                    <a:pt x="16487" y="7947"/>
                    <a:pt x="16524" y="7910"/>
                  </a:cubicBezTo>
                  <a:cubicBezTo>
                    <a:pt x="16529" y="7903"/>
                    <a:pt x="16536" y="7899"/>
                    <a:pt x="16544" y="7899"/>
                  </a:cubicBezTo>
                  <a:close/>
                  <a:moveTo>
                    <a:pt x="21750" y="11406"/>
                  </a:moveTo>
                  <a:cubicBezTo>
                    <a:pt x="21757" y="11406"/>
                    <a:pt x="21764" y="11407"/>
                    <a:pt x="21773" y="11410"/>
                  </a:cubicBezTo>
                  <a:cubicBezTo>
                    <a:pt x="21797" y="11422"/>
                    <a:pt x="21834" y="11447"/>
                    <a:pt x="21846" y="11471"/>
                  </a:cubicBezTo>
                  <a:cubicBezTo>
                    <a:pt x="21859" y="11508"/>
                    <a:pt x="21871" y="11533"/>
                    <a:pt x="21871" y="11570"/>
                  </a:cubicBezTo>
                  <a:cubicBezTo>
                    <a:pt x="21846" y="11644"/>
                    <a:pt x="21809" y="11693"/>
                    <a:pt x="21748" y="11730"/>
                  </a:cubicBezTo>
                  <a:cubicBezTo>
                    <a:pt x="21705" y="11736"/>
                    <a:pt x="21659" y="11739"/>
                    <a:pt x="21612" y="11739"/>
                  </a:cubicBezTo>
                  <a:cubicBezTo>
                    <a:pt x="21566" y="11739"/>
                    <a:pt x="21520" y="11736"/>
                    <a:pt x="21477" y="11730"/>
                  </a:cubicBezTo>
                  <a:cubicBezTo>
                    <a:pt x="21462" y="11724"/>
                    <a:pt x="21445" y="11722"/>
                    <a:pt x="21425" y="11722"/>
                  </a:cubicBezTo>
                  <a:cubicBezTo>
                    <a:pt x="21361" y="11722"/>
                    <a:pt x="21275" y="11748"/>
                    <a:pt x="21218" y="11767"/>
                  </a:cubicBezTo>
                  <a:lnTo>
                    <a:pt x="21181" y="11767"/>
                  </a:lnTo>
                  <a:cubicBezTo>
                    <a:pt x="21119" y="11767"/>
                    <a:pt x="21070" y="11767"/>
                    <a:pt x="21058" y="11730"/>
                  </a:cubicBezTo>
                  <a:cubicBezTo>
                    <a:pt x="21046" y="11705"/>
                    <a:pt x="21169" y="11533"/>
                    <a:pt x="21243" y="11521"/>
                  </a:cubicBezTo>
                  <a:cubicBezTo>
                    <a:pt x="21341" y="11508"/>
                    <a:pt x="21452" y="11496"/>
                    <a:pt x="21551" y="11471"/>
                  </a:cubicBezTo>
                  <a:cubicBezTo>
                    <a:pt x="21569" y="11465"/>
                    <a:pt x="21581" y="11463"/>
                    <a:pt x="21588" y="11463"/>
                  </a:cubicBezTo>
                  <a:cubicBezTo>
                    <a:pt x="21612" y="11463"/>
                    <a:pt x="21600" y="11484"/>
                    <a:pt x="21637" y="11484"/>
                  </a:cubicBezTo>
                  <a:cubicBezTo>
                    <a:pt x="21681" y="11484"/>
                    <a:pt x="21695" y="11406"/>
                    <a:pt x="21750" y="11406"/>
                  </a:cubicBezTo>
                  <a:close/>
                  <a:moveTo>
                    <a:pt x="19080" y="9740"/>
                  </a:moveTo>
                  <a:cubicBezTo>
                    <a:pt x="19083" y="9740"/>
                    <a:pt x="19085" y="9742"/>
                    <a:pt x="19086" y="9746"/>
                  </a:cubicBezTo>
                  <a:cubicBezTo>
                    <a:pt x="19086" y="9796"/>
                    <a:pt x="19111" y="9820"/>
                    <a:pt x="19197" y="9820"/>
                  </a:cubicBezTo>
                  <a:cubicBezTo>
                    <a:pt x="19243" y="9820"/>
                    <a:pt x="19296" y="9812"/>
                    <a:pt x="19344" y="9812"/>
                  </a:cubicBezTo>
                  <a:cubicBezTo>
                    <a:pt x="19400" y="9812"/>
                    <a:pt x="19449" y="9823"/>
                    <a:pt x="19468" y="9870"/>
                  </a:cubicBezTo>
                  <a:cubicBezTo>
                    <a:pt x="19505" y="9943"/>
                    <a:pt x="19530" y="10079"/>
                    <a:pt x="19592" y="10091"/>
                  </a:cubicBezTo>
                  <a:cubicBezTo>
                    <a:pt x="19653" y="10091"/>
                    <a:pt x="19789" y="10104"/>
                    <a:pt x="19801" y="10178"/>
                  </a:cubicBezTo>
                  <a:cubicBezTo>
                    <a:pt x="19801" y="10251"/>
                    <a:pt x="19875" y="10424"/>
                    <a:pt x="19875" y="10486"/>
                  </a:cubicBezTo>
                  <a:cubicBezTo>
                    <a:pt x="19875" y="10596"/>
                    <a:pt x="19949" y="10695"/>
                    <a:pt x="20048" y="10720"/>
                  </a:cubicBezTo>
                  <a:cubicBezTo>
                    <a:pt x="20195" y="10757"/>
                    <a:pt x="20590" y="10781"/>
                    <a:pt x="20688" y="10818"/>
                  </a:cubicBezTo>
                  <a:cubicBezTo>
                    <a:pt x="20774" y="10855"/>
                    <a:pt x="20799" y="10917"/>
                    <a:pt x="20873" y="11003"/>
                  </a:cubicBezTo>
                  <a:cubicBezTo>
                    <a:pt x="20935" y="11089"/>
                    <a:pt x="21021" y="11188"/>
                    <a:pt x="20984" y="11225"/>
                  </a:cubicBezTo>
                  <a:cubicBezTo>
                    <a:pt x="20964" y="11245"/>
                    <a:pt x="20943" y="11308"/>
                    <a:pt x="20909" y="11308"/>
                  </a:cubicBezTo>
                  <a:cubicBezTo>
                    <a:pt x="20902" y="11308"/>
                    <a:pt x="20894" y="11305"/>
                    <a:pt x="20885" y="11299"/>
                  </a:cubicBezTo>
                  <a:cubicBezTo>
                    <a:pt x="20832" y="11267"/>
                    <a:pt x="20604" y="11087"/>
                    <a:pt x="20575" y="11087"/>
                  </a:cubicBezTo>
                  <a:cubicBezTo>
                    <a:pt x="20570" y="11087"/>
                    <a:pt x="20571" y="11092"/>
                    <a:pt x="20577" y="11102"/>
                  </a:cubicBezTo>
                  <a:cubicBezTo>
                    <a:pt x="20614" y="11176"/>
                    <a:pt x="20676" y="11237"/>
                    <a:pt x="20639" y="11286"/>
                  </a:cubicBezTo>
                  <a:cubicBezTo>
                    <a:pt x="20602" y="11348"/>
                    <a:pt x="20577" y="11422"/>
                    <a:pt x="20577" y="11496"/>
                  </a:cubicBezTo>
                  <a:cubicBezTo>
                    <a:pt x="20590" y="11582"/>
                    <a:pt x="20577" y="11668"/>
                    <a:pt x="20540" y="11755"/>
                  </a:cubicBezTo>
                  <a:cubicBezTo>
                    <a:pt x="20491" y="11792"/>
                    <a:pt x="20442" y="11829"/>
                    <a:pt x="20380" y="11866"/>
                  </a:cubicBezTo>
                  <a:cubicBezTo>
                    <a:pt x="20380" y="11866"/>
                    <a:pt x="20368" y="11866"/>
                    <a:pt x="20368" y="11841"/>
                  </a:cubicBezTo>
                  <a:cubicBezTo>
                    <a:pt x="20356" y="11779"/>
                    <a:pt x="20343" y="11718"/>
                    <a:pt x="20343" y="11644"/>
                  </a:cubicBezTo>
                  <a:cubicBezTo>
                    <a:pt x="20343" y="11610"/>
                    <a:pt x="20323" y="11505"/>
                    <a:pt x="20291" y="11505"/>
                  </a:cubicBezTo>
                  <a:cubicBezTo>
                    <a:pt x="20288" y="11505"/>
                    <a:pt x="20285" y="11506"/>
                    <a:pt x="20282" y="11508"/>
                  </a:cubicBezTo>
                  <a:cubicBezTo>
                    <a:pt x="20239" y="11530"/>
                    <a:pt x="20149" y="11626"/>
                    <a:pt x="20102" y="11626"/>
                  </a:cubicBezTo>
                  <a:cubicBezTo>
                    <a:pt x="20095" y="11626"/>
                    <a:pt x="20089" y="11624"/>
                    <a:pt x="20084" y="11619"/>
                  </a:cubicBezTo>
                  <a:cubicBezTo>
                    <a:pt x="20035" y="11570"/>
                    <a:pt x="19998" y="11570"/>
                    <a:pt x="20048" y="11521"/>
                  </a:cubicBezTo>
                  <a:cubicBezTo>
                    <a:pt x="20097" y="11471"/>
                    <a:pt x="20195" y="11348"/>
                    <a:pt x="20183" y="11274"/>
                  </a:cubicBezTo>
                  <a:cubicBezTo>
                    <a:pt x="20158" y="11188"/>
                    <a:pt x="20183" y="11102"/>
                    <a:pt x="20109" y="11052"/>
                  </a:cubicBezTo>
                  <a:cubicBezTo>
                    <a:pt x="20045" y="11010"/>
                    <a:pt x="19899" y="10922"/>
                    <a:pt x="19837" y="10922"/>
                  </a:cubicBezTo>
                  <a:cubicBezTo>
                    <a:pt x="19827" y="10922"/>
                    <a:pt x="19819" y="10924"/>
                    <a:pt x="19813" y="10929"/>
                  </a:cubicBezTo>
                  <a:cubicBezTo>
                    <a:pt x="19789" y="10966"/>
                    <a:pt x="19752" y="11003"/>
                    <a:pt x="19715" y="11028"/>
                  </a:cubicBezTo>
                  <a:cubicBezTo>
                    <a:pt x="19668" y="11063"/>
                    <a:pt x="19710" y="11176"/>
                    <a:pt x="19672" y="11176"/>
                  </a:cubicBezTo>
                  <a:cubicBezTo>
                    <a:pt x="19670" y="11176"/>
                    <a:pt x="19668" y="11176"/>
                    <a:pt x="19666" y="11176"/>
                  </a:cubicBezTo>
                  <a:cubicBezTo>
                    <a:pt x="19641" y="11151"/>
                    <a:pt x="19604" y="11151"/>
                    <a:pt x="19579" y="11151"/>
                  </a:cubicBezTo>
                  <a:cubicBezTo>
                    <a:pt x="19530" y="11225"/>
                    <a:pt x="19493" y="11311"/>
                    <a:pt x="19468" y="11385"/>
                  </a:cubicBezTo>
                  <a:cubicBezTo>
                    <a:pt x="19444" y="11484"/>
                    <a:pt x="19431" y="11570"/>
                    <a:pt x="19431" y="11668"/>
                  </a:cubicBezTo>
                  <a:cubicBezTo>
                    <a:pt x="19444" y="11730"/>
                    <a:pt x="19493" y="12013"/>
                    <a:pt x="19456" y="12075"/>
                  </a:cubicBezTo>
                  <a:cubicBezTo>
                    <a:pt x="19419" y="12137"/>
                    <a:pt x="19333" y="12223"/>
                    <a:pt x="19308" y="12223"/>
                  </a:cubicBezTo>
                  <a:cubicBezTo>
                    <a:pt x="19284" y="12223"/>
                    <a:pt x="19232" y="12261"/>
                    <a:pt x="19200" y="12261"/>
                  </a:cubicBezTo>
                  <a:cubicBezTo>
                    <a:pt x="19184" y="12261"/>
                    <a:pt x="19173" y="12252"/>
                    <a:pt x="19173" y="12223"/>
                  </a:cubicBezTo>
                  <a:cubicBezTo>
                    <a:pt x="19173" y="12149"/>
                    <a:pt x="19111" y="12001"/>
                    <a:pt x="19111" y="11915"/>
                  </a:cubicBezTo>
                  <a:cubicBezTo>
                    <a:pt x="19123" y="11755"/>
                    <a:pt x="19136" y="11582"/>
                    <a:pt x="19173" y="11410"/>
                  </a:cubicBezTo>
                  <a:cubicBezTo>
                    <a:pt x="19193" y="11327"/>
                    <a:pt x="19214" y="11226"/>
                    <a:pt x="19191" y="11226"/>
                  </a:cubicBezTo>
                  <a:cubicBezTo>
                    <a:pt x="19186" y="11226"/>
                    <a:pt x="19180" y="11229"/>
                    <a:pt x="19173" y="11237"/>
                  </a:cubicBezTo>
                  <a:cubicBezTo>
                    <a:pt x="19140" y="11270"/>
                    <a:pt x="19096" y="11314"/>
                    <a:pt x="19081" y="11314"/>
                  </a:cubicBezTo>
                  <a:cubicBezTo>
                    <a:pt x="19074" y="11314"/>
                    <a:pt x="19074" y="11303"/>
                    <a:pt x="19086" y="11274"/>
                  </a:cubicBezTo>
                  <a:cubicBezTo>
                    <a:pt x="19136" y="11151"/>
                    <a:pt x="19197" y="11028"/>
                    <a:pt x="19271" y="10929"/>
                  </a:cubicBezTo>
                  <a:cubicBezTo>
                    <a:pt x="19321" y="10880"/>
                    <a:pt x="19296" y="10892"/>
                    <a:pt x="19407" y="10868"/>
                  </a:cubicBezTo>
                  <a:cubicBezTo>
                    <a:pt x="19521" y="10856"/>
                    <a:pt x="19592" y="10792"/>
                    <a:pt x="19690" y="10792"/>
                  </a:cubicBezTo>
                  <a:cubicBezTo>
                    <a:pt x="19698" y="10792"/>
                    <a:pt x="19706" y="10793"/>
                    <a:pt x="19715" y="10794"/>
                  </a:cubicBezTo>
                  <a:cubicBezTo>
                    <a:pt x="19793" y="10801"/>
                    <a:pt x="19917" y="10829"/>
                    <a:pt x="19984" y="10829"/>
                  </a:cubicBezTo>
                  <a:cubicBezTo>
                    <a:pt x="20021" y="10829"/>
                    <a:pt x="20041" y="10820"/>
                    <a:pt x="20023" y="10794"/>
                  </a:cubicBezTo>
                  <a:cubicBezTo>
                    <a:pt x="19986" y="10732"/>
                    <a:pt x="19961" y="10683"/>
                    <a:pt x="19924" y="10670"/>
                  </a:cubicBezTo>
                  <a:cubicBezTo>
                    <a:pt x="19911" y="10670"/>
                    <a:pt x="19875" y="10681"/>
                    <a:pt x="19846" y="10681"/>
                  </a:cubicBezTo>
                  <a:cubicBezTo>
                    <a:pt x="19821" y="10681"/>
                    <a:pt x="19801" y="10674"/>
                    <a:pt x="19801" y="10646"/>
                  </a:cubicBezTo>
                  <a:cubicBezTo>
                    <a:pt x="19801" y="10572"/>
                    <a:pt x="19813" y="10535"/>
                    <a:pt x="19764" y="10535"/>
                  </a:cubicBezTo>
                  <a:cubicBezTo>
                    <a:pt x="19703" y="10547"/>
                    <a:pt x="19407" y="10633"/>
                    <a:pt x="19345" y="10633"/>
                  </a:cubicBezTo>
                  <a:cubicBezTo>
                    <a:pt x="19259" y="10596"/>
                    <a:pt x="19173" y="10547"/>
                    <a:pt x="19099" y="10486"/>
                  </a:cubicBezTo>
                  <a:cubicBezTo>
                    <a:pt x="19049" y="10449"/>
                    <a:pt x="18963" y="10461"/>
                    <a:pt x="18988" y="10436"/>
                  </a:cubicBezTo>
                  <a:cubicBezTo>
                    <a:pt x="19013" y="10399"/>
                    <a:pt x="19148" y="10276"/>
                    <a:pt x="19099" y="10276"/>
                  </a:cubicBezTo>
                  <a:cubicBezTo>
                    <a:pt x="19013" y="10313"/>
                    <a:pt x="18926" y="10350"/>
                    <a:pt x="18865" y="10412"/>
                  </a:cubicBezTo>
                  <a:cubicBezTo>
                    <a:pt x="18803" y="10449"/>
                    <a:pt x="18741" y="10473"/>
                    <a:pt x="18680" y="10498"/>
                  </a:cubicBezTo>
                  <a:cubicBezTo>
                    <a:pt x="18648" y="10519"/>
                    <a:pt x="18616" y="10577"/>
                    <a:pt x="18553" y="10577"/>
                  </a:cubicBezTo>
                  <a:cubicBezTo>
                    <a:pt x="18543" y="10577"/>
                    <a:pt x="18532" y="10575"/>
                    <a:pt x="18520" y="10572"/>
                  </a:cubicBezTo>
                  <a:cubicBezTo>
                    <a:pt x="18433" y="10560"/>
                    <a:pt x="18421" y="10473"/>
                    <a:pt x="18372" y="10473"/>
                  </a:cubicBezTo>
                  <a:cubicBezTo>
                    <a:pt x="18335" y="10483"/>
                    <a:pt x="18241" y="10527"/>
                    <a:pt x="18187" y="10527"/>
                  </a:cubicBezTo>
                  <a:cubicBezTo>
                    <a:pt x="18170" y="10527"/>
                    <a:pt x="18156" y="10522"/>
                    <a:pt x="18150" y="10510"/>
                  </a:cubicBezTo>
                  <a:cubicBezTo>
                    <a:pt x="18138" y="10473"/>
                    <a:pt x="18372" y="10276"/>
                    <a:pt x="18470" y="10215"/>
                  </a:cubicBezTo>
                  <a:lnTo>
                    <a:pt x="18668" y="10104"/>
                  </a:lnTo>
                  <a:cubicBezTo>
                    <a:pt x="18717" y="10079"/>
                    <a:pt x="18766" y="10042"/>
                    <a:pt x="18815" y="9993"/>
                  </a:cubicBezTo>
                  <a:cubicBezTo>
                    <a:pt x="18865" y="9931"/>
                    <a:pt x="18889" y="9943"/>
                    <a:pt x="18939" y="9894"/>
                  </a:cubicBezTo>
                  <a:cubicBezTo>
                    <a:pt x="18993" y="9851"/>
                    <a:pt x="19057" y="9740"/>
                    <a:pt x="19080" y="9740"/>
                  </a:cubicBezTo>
                  <a:close/>
                  <a:moveTo>
                    <a:pt x="21181" y="11890"/>
                  </a:moveTo>
                  <a:cubicBezTo>
                    <a:pt x="21206" y="11890"/>
                    <a:pt x="21218" y="11890"/>
                    <a:pt x="21218" y="11903"/>
                  </a:cubicBezTo>
                  <a:cubicBezTo>
                    <a:pt x="21169" y="12038"/>
                    <a:pt x="20898" y="12149"/>
                    <a:pt x="20725" y="12260"/>
                  </a:cubicBezTo>
                  <a:cubicBezTo>
                    <a:pt x="20640" y="12311"/>
                    <a:pt x="20537" y="12338"/>
                    <a:pt x="20433" y="12338"/>
                  </a:cubicBezTo>
                  <a:cubicBezTo>
                    <a:pt x="20387" y="12338"/>
                    <a:pt x="20340" y="12333"/>
                    <a:pt x="20294" y="12321"/>
                  </a:cubicBezTo>
                  <a:cubicBezTo>
                    <a:pt x="20195" y="12272"/>
                    <a:pt x="20134" y="12223"/>
                    <a:pt x="20146" y="12174"/>
                  </a:cubicBezTo>
                  <a:cubicBezTo>
                    <a:pt x="20167" y="12132"/>
                    <a:pt x="20265" y="12039"/>
                    <a:pt x="20282" y="12039"/>
                  </a:cubicBezTo>
                  <a:cubicBezTo>
                    <a:pt x="20285" y="12039"/>
                    <a:pt x="20286" y="12042"/>
                    <a:pt x="20282" y="12050"/>
                  </a:cubicBezTo>
                  <a:cubicBezTo>
                    <a:pt x="20257" y="12063"/>
                    <a:pt x="20257" y="12087"/>
                    <a:pt x="20269" y="12112"/>
                  </a:cubicBezTo>
                  <a:cubicBezTo>
                    <a:pt x="20282" y="12149"/>
                    <a:pt x="20306" y="12174"/>
                    <a:pt x="20331" y="12186"/>
                  </a:cubicBezTo>
                  <a:cubicBezTo>
                    <a:pt x="20337" y="12188"/>
                    <a:pt x="20343" y="12190"/>
                    <a:pt x="20349" y="12190"/>
                  </a:cubicBezTo>
                  <a:cubicBezTo>
                    <a:pt x="20441" y="12190"/>
                    <a:pt x="20604" y="11963"/>
                    <a:pt x="20639" y="11952"/>
                  </a:cubicBezTo>
                  <a:cubicBezTo>
                    <a:pt x="20644" y="11950"/>
                    <a:pt x="20650" y="11949"/>
                    <a:pt x="20656" y="11949"/>
                  </a:cubicBezTo>
                  <a:cubicBezTo>
                    <a:pt x="20697" y="11949"/>
                    <a:pt x="20760" y="11978"/>
                    <a:pt x="20824" y="11989"/>
                  </a:cubicBezTo>
                  <a:cubicBezTo>
                    <a:pt x="20832" y="11992"/>
                    <a:pt x="20840" y="11993"/>
                    <a:pt x="20847" y="11993"/>
                  </a:cubicBezTo>
                  <a:cubicBezTo>
                    <a:pt x="20909" y="11993"/>
                    <a:pt x="20952" y="11914"/>
                    <a:pt x="20996" y="11903"/>
                  </a:cubicBezTo>
                  <a:cubicBezTo>
                    <a:pt x="21058" y="11890"/>
                    <a:pt x="21119" y="11890"/>
                    <a:pt x="21181" y="11890"/>
                  </a:cubicBezTo>
                  <a:close/>
                  <a:moveTo>
                    <a:pt x="17460" y="0"/>
                  </a:moveTo>
                  <a:cubicBezTo>
                    <a:pt x="17411" y="0"/>
                    <a:pt x="17325" y="0"/>
                    <a:pt x="17325" y="62"/>
                  </a:cubicBezTo>
                  <a:cubicBezTo>
                    <a:pt x="17325" y="111"/>
                    <a:pt x="17337" y="123"/>
                    <a:pt x="17300" y="123"/>
                  </a:cubicBezTo>
                  <a:cubicBezTo>
                    <a:pt x="17251" y="123"/>
                    <a:pt x="17152" y="185"/>
                    <a:pt x="17251" y="185"/>
                  </a:cubicBezTo>
                  <a:cubicBezTo>
                    <a:pt x="17349" y="185"/>
                    <a:pt x="17374" y="222"/>
                    <a:pt x="17337" y="222"/>
                  </a:cubicBezTo>
                  <a:cubicBezTo>
                    <a:pt x="17300" y="222"/>
                    <a:pt x="17312" y="234"/>
                    <a:pt x="17300" y="259"/>
                  </a:cubicBezTo>
                  <a:cubicBezTo>
                    <a:pt x="17291" y="277"/>
                    <a:pt x="17269" y="288"/>
                    <a:pt x="17243" y="288"/>
                  </a:cubicBezTo>
                  <a:cubicBezTo>
                    <a:pt x="17233" y="288"/>
                    <a:pt x="17224" y="287"/>
                    <a:pt x="17214" y="283"/>
                  </a:cubicBezTo>
                  <a:cubicBezTo>
                    <a:pt x="17194" y="270"/>
                    <a:pt x="17175" y="254"/>
                    <a:pt x="17153" y="254"/>
                  </a:cubicBezTo>
                  <a:cubicBezTo>
                    <a:pt x="17134" y="254"/>
                    <a:pt x="17114" y="267"/>
                    <a:pt x="17090" y="308"/>
                  </a:cubicBezTo>
                  <a:cubicBezTo>
                    <a:pt x="17029" y="407"/>
                    <a:pt x="17004" y="505"/>
                    <a:pt x="17029" y="530"/>
                  </a:cubicBezTo>
                  <a:cubicBezTo>
                    <a:pt x="17078" y="567"/>
                    <a:pt x="17127" y="592"/>
                    <a:pt x="17177" y="616"/>
                  </a:cubicBezTo>
                  <a:cubicBezTo>
                    <a:pt x="17189" y="628"/>
                    <a:pt x="17189" y="628"/>
                    <a:pt x="17127" y="653"/>
                  </a:cubicBezTo>
                  <a:cubicBezTo>
                    <a:pt x="17078" y="690"/>
                    <a:pt x="17041" y="752"/>
                    <a:pt x="17041" y="826"/>
                  </a:cubicBezTo>
                  <a:cubicBezTo>
                    <a:pt x="17078" y="924"/>
                    <a:pt x="17152" y="1010"/>
                    <a:pt x="17238" y="1072"/>
                  </a:cubicBezTo>
                  <a:cubicBezTo>
                    <a:pt x="17273" y="1072"/>
                    <a:pt x="17330" y="1159"/>
                    <a:pt x="17377" y="1159"/>
                  </a:cubicBezTo>
                  <a:cubicBezTo>
                    <a:pt x="17380" y="1159"/>
                    <a:pt x="17383" y="1159"/>
                    <a:pt x="17386" y="1158"/>
                  </a:cubicBezTo>
                  <a:cubicBezTo>
                    <a:pt x="17422" y="1149"/>
                    <a:pt x="17445" y="1120"/>
                    <a:pt x="17475" y="1120"/>
                  </a:cubicBezTo>
                  <a:cubicBezTo>
                    <a:pt x="17485" y="1120"/>
                    <a:pt x="17496" y="1124"/>
                    <a:pt x="17509" y="1134"/>
                  </a:cubicBezTo>
                  <a:cubicBezTo>
                    <a:pt x="17546" y="1183"/>
                    <a:pt x="17583" y="1220"/>
                    <a:pt x="17633" y="1245"/>
                  </a:cubicBezTo>
                  <a:cubicBezTo>
                    <a:pt x="17694" y="1257"/>
                    <a:pt x="17706" y="1282"/>
                    <a:pt x="17645" y="1294"/>
                  </a:cubicBezTo>
                  <a:cubicBezTo>
                    <a:pt x="17596" y="1294"/>
                    <a:pt x="17583" y="1294"/>
                    <a:pt x="17583" y="1343"/>
                  </a:cubicBezTo>
                  <a:cubicBezTo>
                    <a:pt x="17608" y="1392"/>
                    <a:pt x="17583" y="1442"/>
                    <a:pt x="17546" y="1454"/>
                  </a:cubicBezTo>
                  <a:cubicBezTo>
                    <a:pt x="17511" y="1478"/>
                    <a:pt x="17487" y="1603"/>
                    <a:pt x="17539" y="1603"/>
                  </a:cubicBezTo>
                  <a:cubicBezTo>
                    <a:pt x="17541" y="1603"/>
                    <a:pt x="17544" y="1602"/>
                    <a:pt x="17546" y="1602"/>
                  </a:cubicBezTo>
                  <a:cubicBezTo>
                    <a:pt x="17608" y="1590"/>
                    <a:pt x="17670" y="1565"/>
                    <a:pt x="17657" y="1516"/>
                  </a:cubicBezTo>
                  <a:cubicBezTo>
                    <a:pt x="17649" y="1474"/>
                    <a:pt x="17680" y="1449"/>
                    <a:pt x="17705" y="1449"/>
                  </a:cubicBezTo>
                  <a:cubicBezTo>
                    <a:pt x="17717" y="1449"/>
                    <a:pt x="17727" y="1454"/>
                    <a:pt x="17731" y="1466"/>
                  </a:cubicBezTo>
                  <a:cubicBezTo>
                    <a:pt x="17756" y="1516"/>
                    <a:pt x="17731" y="1651"/>
                    <a:pt x="17694" y="1688"/>
                  </a:cubicBezTo>
                  <a:cubicBezTo>
                    <a:pt x="17645" y="1713"/>
                    <a:pt x="17583" y="1750"/>
                    <a:pt x="17571" y="1799"/>
                  </a:cubicBezTo>
                  <a:cubicBezTo>
                    <a:pt x="17571" y="1848"/>
                    <a:pt x="17522" y="1885"/>
                    <a:pt x="17472" y="1885"/>
                  </a:cubicBezTo>
                  <a:cubicBezTo>
                    <a:pt x="17423" y="1898"/>
                    <a:pt x="17300" y="1910"/>
                    <a:pt x="17288" y="1984"/>
                  </a:cubicBezTo>
                  <a:cubicBezTo>
                    <a:pt x="17288" y="2045"/>
                    <a:pt x="17226" y="2045"/>
                    <a:pt x="17251" y="2070"/>
                  </a:cubicBezTo>
                  <a:cubicBezTo>
                    <a:pt x="17288" y="2107"/>
                    <a:pt x="17349" y="2169"/>
                    <a:pt x="17349" y="2230"/>
                  </a:cubicBezTo>
                  <a:cubicBezTo>
                    <a:pt x="17349" y="2279"/>
                    <a:pt x="17349" y="2312"/>
                    <a:pt x="17319" y="2312"/>
                  </a:cubicBezTo>
                  <a:cubicBezTo>
                    <a:pt x="17311" y="2312"/>
                    <a:pt x="17301" y="2309"/>
                    <a:pt x="17288" y="2304"/>
                  </a:cubicBezTo>
                  <a:cubicBezTo>
                    <a:pt x="17249" y="2275"/>
                    <a:pt x="17248" y="2231"/>
                    <a:pt x="17232" y="2231"/>
                  </a:cubicBezTo>
                  <a:cubicBezTo>
                    <a:pt x="17227" y="2231"/>
                    <a:pt x="17222" y="2235"/>
                    <a:pt x="17214" y="2243"/>
                  </a:cubicBezTo>
                  <a:cubicBezTo>
                    <a:pt x="17192" y="2264"/>
                    <a:pt x="17179" y="2277"/>
                    <a:pt x="17164" y="2277"/>
                  </a:cubicBezTo>
                  <a:cubicBezTo>
                    <a:pt x="17154" y="2277"/>
                    <a:pt x="17143" y="2270"/>
                    <a:pt x="17127" y="2255"/>
                  </a:cubicBezTo>
                  <a:cubicBezTo>
                    <a:pt x="17090" y="2218"/>
                    <a:pt x="17016" y="2193"/>
                    <a:pt x="17066" y="2132"/>
                  </a:cubicBezTo>
                  <a:cubicBezTo>
                    <a:pt x="17090" y="2095"/>
                    <a:pt x="17115" y="2033"/>
                    <a:pt x="17115" y="1984"/>
                  </a:cubicBezTo>
                  <a:cubicBezTo>
                    <a:pt x="17115" y="1935"/>
                    <a:pt x="17152" y="1885"/>
                    <a:pt x="17152" y="1848"/>
                  </a:cubicBezTo>
                  <a:cubicBezTo>
                    <a:pt x="17152" y="1835"/>
                    <a:pt x="17148" y="1825"/>
                    <a:pt x="17139" y="1825"/>
                  </a:cubicBezTo>
                  <a:cubicBezTo>
                    <a:pt x="17131" y="1825"/>
                    <a:pt x="17119" y="1832"/>
                    <a:pt x="17103" y="1848"/>
                  </a:cubicBezTo>
                  <a:cubicBezTo>
                    <a:pt x="17079" y="1872"/>
                    <a:pt x="17060" y="1891"/>
                    <a:pt x="17043" y="1891"/>
                  </a:cubicBezTo>
                  <a:cubicBezTo>
                    <a:pt x="17034" y="1891"/>
                    <a:pt x="17025" y="1886"/>
                    <a:pt x="17016" y="1873"/>
                  </a:cubicBezTo>
                  <a:cubicBezTo>
                    <a:pt x="17004" y="1824"/>
                    <a:pt x="16955" y="1836"/>
                    <a:pt x="16918" y="1787"/>
                  </a:cubicBezTo>
                  <a:cubicBezTo>
                    <a:pt x="16881" y="1737"/>
                    <a:pt x="16819" y="1700"/>
                    <a:pt x="16758" y="1688"/>
                  </a:cubicBezTo>
                  <a:cubicBezTo>
                    <a:pt x="16721" y="1688"/>
                    <a:pt x="16708" y="1762"/>
                    <a:pt x="16659" y="1762"/>
                  </a:cubicBezTo>
                  <a:cubicBezTo>
                    <a:pt x="16635" y="1762"/>
                    <a:pt x="16610" y="1750"/>
                    <a:pt x="16573" y="1737"/>
                  </a:cubicBezTo>
                  <a:cubicBezTo>
                    <a:pt x="16570" y="1734"/>
                    <a:pt x="16566" y="1733"/>
                    <a:pt x="16562" y="1733"/>
                  </a:cubicBezTo>
                  <a:cubicBezTo>
                    <a:pt x="16550" y="1733"/>
                    <a:pt x="16536" y="1747"/>
                    <a:pt x="16536" y="1774"/>
                  </a:cubicBezTo>
                  <a:cubicBezTo>
                    <a:pt x="16548" y="1824"/>
                    <a:pt x="16573" y="1799"/>
                    <a:pt x="16585" y="1848"/>
                  </a:cubicBezTo>
                  <a:cubicBezTo>
                    <a:pt x="16598" y="1910"/>
                    <a:pt x="16647" y="1947"/>
                    <a:pt x="16708" y="1947"/>
                  </a:cubicBezTo>
                  <a:cubicBezTo>
                    <a:pt x="16782" y="1947"/>
                    <a:pt x="16844" y="1972"/>
                    <a:pt x="16881" y="2033"/>
                  </a:cubicBezTo>
                  <a:cubicBezTo>
                    <a:pt x="16893" y="2082"/>
                    <a:pt x="16930" y="2132"/>
                    <a:pt x="16844" y="2132"/>
                  </a:cubicBezTo>
                  <a:cubicBezTo>
                    <a:pt x="16758" y="2132"/>
                    <a:pt x="16671" y="2008"/>
                    <a:pt x="16622" y="1984"/>
                  </a:cubicBezTo>
                  <a:cubicBezTo>
                    <a:pt x="16601" y="1968"/>
                    <a:pt x="16589" y="1959"/>
                    <a:pt x="16577" y="1959"/>
                  </a:cubicBezTo>
                  <a:cubicBezTo>
                    <a:pt x="16561" y="1959"/>
                    <a:pt x="16546" y="1974"/>
                    <a:pt x="16511" y="2008"/>
                  </a:cubicBezTo>
                  <a:cubicBezTo>
                    <a:pt x="16487" y="2028"/>
                    <a:pt x="16466" y="2034"/>
                    <a:pt x="16444" y="2034"/>
                  </a:cubicBezTo>
                  <a:cubicBezTo>
                    <a:pt x="16410" y="2034"/>
                    <a:pt x="16373" y="2021"/>
                    <a:pt x="16314" y="2021"/>
                  </a:cubicBezTo>
                  <a:cubicBezTo>
                    <a:pt x="16303" y="2019"/>
                    <a:pt x="16291" y="2019"/>
                    <a:pt x="16277" y="2019"/>
                  </a:cubicBezTo>
                  <a:cubicBezTo>
                    <a:pt x="16170" y="2019"/>
                    <a:pt x="15995" y="2058"/>
                    <a:pt x="15908" y="2058"/>
                  </a:cubicBezTo>
                  <a:cubicBezTo>
                    <a:pt x="15797" y="2058"/>
                    <a:pt x="15686" y="2045"/>
                    <a:pt x="15575" y="1996"/>
                  </a:cubicBezTo>
                  <a:cubicBezTo>
                    <a:pt x="15427" y="1922"/>
                    <a:pt x="15267" y="1922"/>
                    <a:pt x="15205" y="1885"/>
                  </a:cubicBezTo>
                  <a:cubicBezTo>
                    <a:pt x="15144" y="1848"/>
                    <a:pt x="14983" y="1836"/>
                    <a:pt x="14946" y="1750"/>
                  </a:cubicBezTo>
                  <a:cubicBezTo>
                    <a:pt x="14910" y="1663"/>
                    <a:pt x="14922" y="1540"/>
                    <a:pt x="14811" y="1516"/>
                  </a:cubicBezTo>
                  <a:cubicBezTo>
                    <a:pt x="14688" y="1528"/>
                    <a:pt x="14565" y="1553"/>
                    <a:pt x="14441" y="1602"/>
                  </a:cubicBezTo>
                  <a:cubicBezTo>
                    <a:pt x="14343" y="1614"/>
                    <a:pt x="14256" y="1627"/>
                    <a:pt x="14220" y="1676"/>
                  </a:cubicBezTo>
                  <a:cubicBezTo>
                    <a:pt x="14183" y="1725"/>
                    <a:pt x="14146" y="1762"/>
                    <a:pt x="14146" y="1787"/>
                  </a:cubicBezTo>
                  <a:cubicBezTo>
                    <a:pt x="14146" y="1811"/>
                    <a:pt x="14244" y="1811"/>
                    <a:pt x="14306" y="1836"/>
                  </a:cubicBezTo>
                  <a:cubicBezTo>
                    <a:pt x="14348" y="1844"/>
                    <a:pt x="14367" y="1870"/>
                    <a:pt x="14375" y="1870"/>
                  </a:cubicBezTo>
                  <a:cubicBezTo>
                    <a:pt x="14378" y="1870"/>
                    <a:pt x="14380" y="1864"/>
                    <a:pt x="14380" y="1848"/>
                  </a:cubicBezTo>
                  <a:cubicBezTo>
                    <a:pt x="14380" y="1804"/>
                    <a:pt x="14380" y="1760"/>
                    <a:pt x="14406" y="1760"/>
                  </a:cubicBezTo>
                  <a:cubicBezTo>
                    <a:pt x="14409" y="1760"/>
                    <a:pt x="14413" y="1761"/>
                    <a:pt x="14417" y="1762"/>
                  </a:cubicBezTo>
                  <a:cubicBezTo>
                    <a:pt x="14455" y="1772"/>
                    <a:pt x="14463" y="1811"/>
                    <a:pt x="14494" y="1811"/>
                  </a:cubicBezTo>
                  <a:cubicBezTo>
                    <a:pt x="14503" y="1811"/>
                    <a:pt x="14514" y="1807"/>
                    <a:pt x="14528" y="1799"/>
                  </a:cubicBezTo>
                  <a:cubicBezTo>
                    <a:pt x="14589" y="1750"/>
                    <a:pt x="14638" y="1713"/>
                    <a:pt x="14712" y="1676"/>
                  </a:cubicBezTo>
                  <a:cubicBezTo>
                    <a:pt x="14759" y="1656"/>
                    <a:pt x="14805" y="1643"/>
                    <a:pt x="14832" y="1643"/>
                  </a:cubicBezTo>
                  <a:cubicBezTo>
                    <a:pt x="14856" y="1643"/>
                    <a:pt x="14865" y="1653"/>
                    <a:pt x="14848" y="1676"/>
                  </a:cubicBezTo>
                  <a:cubicBezTo>
                    <a:pt x="14799" y="1737"/>
                    <a:pt x="14725" y="1750"/>
                    <a:pt x="14688" y="1811"/>
                  </a:cubicBezTo>
                  <a:cubicBezTo>
                    <a:pt x="14656" y="1854"/>
                    <a:pt x="14605" y="1888"/>
                    <a:pt x="14560" y="1888"/>
                  </a:cubicBezTo>
                  <a:cubicBezTo>
                    <a:pt x="14553" y="1888"/>
                    <a:pt x="14546" y="1887"/>
                    <a:pt x="14540" y="1885"/>
                  </a:cubicBezTo>
                  <a:cubicBezTo>
                    <a:pt x="14491" y="1898"/>
                    <a:pt x="14441" y="1910"/>
                    <a:pt x="14392" y="1935"/>
                  </a:cubicBezTo>
                  <a:cubicBezTo>
                    <a:pt x="14355" y="1972"/>
                    <a:pt x="14318" y="1996"/>
                    <a:pt x="14343" y="2070"/>
                  </a:cubicBezTo>
                  <a:cubicBezTo>
                    <a:pt x="14351" y="2091"/>
                    <a:pt x="14362" y="2095"/>
                    <a:pt x="14373" y="2095"/>
                  </a:cubicBezTo>
                  <a:cubicBezTo>
                    <a:pt x="14380" y="2095"/>
                    <a:pt x="14387" y="2093"/>
                    <a:pt x="14394" y="2093"/>
                  </a:cubicBezTo>
                  <a:cubicBezTo>
                    <a:pt x="14407" y="2093"/>
                    <a:pt x="14417" y="2100"/>
                    <a:pt x="14417" y="2144"/>
                  </a:cubicBezTo>
                  <a:cubicBezTo>
                    <a:pt x="14429" y="2243"/>
                    <a:pt x="14380" y="2280"/>
                    <a:pt x="14441" y="2317"/>
                  </a:cubicBezTo>
                  <a:cubicBezTo>
                    <a:pt x="14503" y="2366"/>
                    <a:pt x="14491" y="2341"/>
                    <a:pt x="14515" y="2403"/>
                  </a:cubicBezTo>
                  <a:cubicBezTo>
                    <a:pt x="14542" y="2457"/>
                    <a:pt x="14530" y="2491"/>
                    <a:pt x="14507" y="2491"/>
                  </a:cubicBezTo>
                  <a:cubicBezTo>
                    <a:pt x="14498" y="2491"/>
                    <a:pt x="14488" y="2487"/>
                    <a:pt x="14478" y="2477"/>
                  </a:cubicBezTo>
                  <a:cubicBezTo>
                    <a:pt x="14440" y="2448"/>
                    <a:pt x="14417" y="2419"/>
                    <a:pt x="14408" y="2419"/>
                  </a:cubicBezTo>
                  <a:cubicBezTo>
                    <a:pt x="14406" y="2419"/>
                    <a:pt x="14404" y="2422"/>
                    <a:pt x="14404" y="2427"/>
                  </a:cubicBezTo>
                  <a:cubicBezTo>
                    <a:pt x="14392" y="2452"/>
                    <a:pt x="14404" y="2514"/>
                    <a:pt x="14392" y="2526"/>
                  </a:cubicBezTo>
                  <a:cubicBezTo>
                    <a:pt x="14390" y="2530"/>
                    <a:pt x="14387" y="2532"/>
                    <a:pt x="14383" y="2532"/>
                  </a:cubicBezTo>
                  <a:cubicBezTo>
                    <a:pt x="14361" y="2532"/>
                    <a:pt x="14314" y="2483"/>
                    <a:pt x="14293" y="2452"/>
                  </a:cubicBezTo>
                  <a:cubicBezTo>
                    <a:pt x="14281" y="2427"/>
                    <a:pt x="14256" y="2403"/>
                    <a:pt x="14220" y="2390"/>
                  </a:cubicBezTo>
                  <a:cubicBezTo>
                    <a:pt x="14207" y="2378"/>
                    <a:pt x="14195" y="2366"/>
                    <a:pt x="14244" y="2366"/>
                  </a:cubicBezTo>
                  <a:cubicBezTo>
                    <a:pt x="14293" y="2366"/>
                    <a:pt x="14367" y="2366"/>
                    <a:pt x="14330" y="2304"/>
                  </a:cubicBezTo>
                  <a:cubicBezTo>
                    <a:pt x="14306" y="2243"/>
                    <a:pt x="14256" y="2267"/>
                    <a:pt x="14281" y="2243"/>
                  </a:cubicBezTo>
                  <a:cubicBezTo>
                    <a:pt x="14318" y="2230"/>
                    <a:pt x="14367" y="2243"/>
                    <a:pt x="14343" y="2206"/>
                  </a:cubicBezTo>
                  <a:cubicBezTo>
                    <a:pt x="14316" y="2170"/>
                    <a:pt x="14295" y="2147"/>
                    <a:pt x="14291" y="2147"/>
                  </a:cubicBezTo>
                  <a:cubicBezTo>
                    <a:pt x="14290" y="2147"/>
                    <a:pt x="14290" y="2150"/>
                    <a:pt x="14293" y="2156"/>
                  </a:cubicBezTo>
                  <a:cubicBezTo>
                    <a:pt x="14306" y="2181"/>
                    <a:pt x="14318" y="2230"/>
                    <a:pt x="14269" y="2230"/>
                  </a:cubicBezTo>
                  <a:cubicBezTo>
                    <a:pt x="14232" y="2218"/>
                    <a:pt x="14170" y="2230"/>
                    <a:pt x="14183" y="2206"/>
                  </a:cubicBezTo>
                  <a:cubicBezTo>
                    <a:pt x="14207" y="2181"/>
                    <a:pt x="14269" y="2132"/>
                    <a:pt x="14232" y="2132"/>
                  </a:cubicBezTo>
                  <a:cubicBezTo>
                    <a:pt x="14195" y="2132"/>
                    <a:pt x="14195" y="2156"/>
                    <a:pt x="14158" y="2169"/>
                  </a:cubicBezTo>
                  <a:cubicBezTo>
                    <a:pt x="14125" y="2169"/>
                    <a:pt x="14098" y="2196"/>
                    <a:pt x="14083" y="2196"/>
                  </a:cubicBezTo>
                  <a:cubicBezTo>
                    <a:pt x="14076" y="2196"/>
                    <a:pt x="14072" y="2189"/>
                    <a:pt x="14072" y="2169"/>
                  </a:cubicBezTo>
                  <a:cubicBezTo>
                    <a:pt x="14072" y="2095"/>
                    <a:pt x="14072" y="2058"/>
                    <a:pt x="14047" y="2058"/>
                  </a:cubicBezTo>
                  <a:cubicBezTo>
                    <a:pt x="14010" y="2058"/>
                    <a:pt x="13961" y="2058"/>
                    <a:pt x="13924" y="2033"/>
                  </a:cubicBezTo>
                  <a:cubicBezTo>
                    <a:pt x="13889" y="2010"/>
                    <a:pt x="13865" y="1921"/>
                    <a:pt x="13832" y="1921"/>
                  </a:cubicBezTo>
                  <a:cubicBezTo>
                    <a:pt x="13830" y="1921"/>
                    <a:pt x="13827" y="1921"/>
                    <a:pt x="13825" y="1922"/>
                  </a:cubicBezTo>
                  <a:cubicBezTo>
                    <a:pt x="13788" y="1935"/>
                    <a:pt x="13677" y="2045"/>
                    <a:pt x="13640" y="2058"/>
                  </a:cubicBezTo>
                  <a:cubicBezTo>
                    <a:pt x="13532" y="2067"/>
                    <a:pt x="13424" y="2071"/>
                    <a:pt x="13316" y="2071"/>
                  </a:cubicBezTo>
                  <a:cubicBezTo>
                    <a:pt x="13141" y="2071"/>
                    <a:pt x="12965" y="2061"/>
                    <a:pt x="12790" y="2045"/>
                  </a:cubicBezTo>
                  <a:cubicBezTo>
                    <a:pt x="12679" y="1996"/>
                    <a:pt x="12482" y="2045"/>
                    <a:pt x="12581" y="1972"/>
                  </a:cubicBezTo>
                  <a:cubicBezTo>
                    <a:pt x="12686" y="1901"/>
                    <a:pt x="12714" y="1798"/>
                    <a:pt x="12779" y="1798"/>
                  </a:cubicBezTo>
                  <a:cubicBezTo>
                    <a:pt x="12783" y="1798"/>
                    <a:pt x="12786" y="1798"/>
                    <a:pt x="12790" y="1799"/>
                  </a:cubicBezTo>
                  <a:cubicBezTo>
                    <a:pt x="12815" y="1807"/>
                    <a:pt x="12845" y="1813"/>
                    <a:pt x="12870" y="1813"/>
                  </a:cubicBezTo>
                  <a:cubicBezTo>
                    <a:pt x="12920" y="1813"/>
                    <a:pt x="12950" y="1791"/>
                    <a:pt x="12876" y="1725"/>
                  </a:cubicBezTo>
                  <a:cubicBezTo>
                    <a:pt x="12778" y="1627"/>
                    <a:pt x="12753" y="1516"/>
                    <a:pt x="12630" y="1516"/>
                  </a:cubicBezTo>
                  <a:cubicBezTo>
                    <a:pt x="12535" y="1506"/>
                    <a:pt x="12491" y="1467"/>
                    <a:pt x="12459" y="1467"/>
                  </a:cubicBezTo>
                  <a:cubicBezTo>
                    <a:pt x="12450" y="1467"/>
                    <a:pt x="12441" y="1470"/>
                    <a:pt x="12433" y="1479"/>
                  </a:cubicBezTo>
                  <a:cubicBezTo>
                    <a:pt x="12396" y="1516"/>
                    <a:pt x="12445" y="1540"/>
                    <a:pt x="12347" y="1540"/>
                  </a:cubicBezTo>
                  <a:cubicBezTo>
                    <a:pt x="12248" y="1540"/>
                    <a:pt x="12273" y="1516"/>
                    <a:pt x="12211" y="1503"/>
                  </a:cubicBezTo>
                  <a:cubicBezTo>
                    <a:pt x="12063" y="1466"/>
                    <a:pt x="11928" y="1429"/>
                    <a:pt x="11780" y="1368"/>
                  </a:cubicBezTo>
                  <a:cubicBezTo>
                    <a:pt x="11694" y="1318"/>
                    <a:pt x="11583" y="1355"/>
                    <a:pt x="11496" y="1318"/>
                  </a:cubicBezTo>
                  <a:cubicBezTo>
                    <a:pt x="11410" y="1269"/>
                    <a:pt x="11238" y="1109"/>
                    <a:pt x="11152" y="1084"/>
                  </a:cubicBezTo>
                  <a:cubicBezTo>
                    <a:pt x="11075" y="1069"/>
                    <a:pt x="10994" y="1059"/>
                    <a:pt x="10915" y="1059"/>
                  </a:cubicBezTo>
                  <a:cubicBezTo>
                    <a:pt x="10865" y="1059"/>
                    <a:pt x="10817" y="1063"/>
                    <a:pt x="10770" y="1072"/>
                  </a:cubicBezTo>
                  <a:cubicBezTo>
                    <a:pt x="10720" y="1097"/>
                    <a:pt x="10659" y="1257"/>
                    <a:pt x="10609" y="1269"/>
                  </a:cubicBezTo>
                  <a:cubicBezTo>
                    <a:pt x="10591" y="1275"/>
                    <a:pt x="10539" y="1282"/>
                    <a:pt x="10492" y="1282"/>
                  </a:cubicBezTo>
                  <a:cubicBezTo>
                    <a:pt x="10446" y="1282"/>
                    <a:pt x="10406" y="1275"/>
                    <a:pt x="10412" y="1257"/>
                  </a:cubicBezTo>
                  <a:cubicBezTo>
                    <a:pt x="10412" y="1208"/>
                    <a:pt x="10560" y="1109"/>
                    <a:pt x="10498" y="1109"/>
                  </a:cubicBezTo>
                  <a:cubicBezTo>
                    <a:pt x="10478" y="1105"/>
                    <a:pt x="10459" y="1105"/>
                    <a:pt x="10442" y="1105"/>
                  </a:cubicBezTo>
                  <a:cubicBezTo>
                    <a:pt x="10409" y="1105"/>
                    <a:pt x="10388" y="1105"/>
                    <a:pt x="10388" y="1072"/>
                  </a:cubicBezTo>
                  <a:cubicBezTo>
                    <a:pt x="10399" y="1025"/>
                    <a:pt x="10388" y="874"/>
                    <a:pt x="10377" y="874"/>
                  </a:cubicBezTo>
                  <a:cubicBezTo>
                    <a:pt x="10376" y="874"/>
                    <a:pt x="10376" y="874"/>
                    <a:pt x="10375" y="875"/>
                  </a:cubicBezTo>
                  <a:cubicBezTo>
                    <a:pt x="10351" y="900"/>
                    <a:pt x="10314" y="924"/>
                    <a:pt x="10277" y="924"/>
                  </a:cubicBezTo>
                  <a:cubicBezTo>
                    <a:pt x="10252" y="924"/>
                    <a:pt x="10190" y="961"/>
                    <a:pt x="10190" y="998"/>
                  </a:cubicBezTo>
                  <a:cubicBezTo>
                    <a:pt x="10193" y="1003"/>
                    <a:pt x="10194" y="1005"/>
                    <a:pt x="10195" y="1005"/>
                  </a:cubicBezTo>
                  <a:cubicBezTo>
                    <a:pt x="10200" y="1005"/>
                    <a:pt x="10198" y="971"/>
                    <a:pt x="10227" y="961"/>
                  </a:cubicBezTo>
                  <a:cubicBezTo>
                    <a:pt x="10242" y="961"/>
                    <a:pt x="10259" y="959"/>
                    <a:pt x="10272" y="959"/>
                  </a:cubicBezTo>
                  <a:cubicBezTo>
                    <a:pt x="10292" y="959"/>
                    <a:pt x="10304" y="964"/>
                    <a:pt x="10289" y="986"/>
                  </a:cubicBezTo>
                  <a:cubicBezTo>
                    <a:pt x="10277" y="1023"/>
                    <a:pt x="10203" y="1072"/>
                    <a:pt x="10227" y="1072"/>
                  </a:cubicBezTo>
                  <a:cubicBezTo>
                    <a:pt x="10252" y="1084"/>
                    <a:pt x="10326" y="1109"/>
                    <a:pt x="10301" y="1109"/>
                  </a:cubicBezTo>
                  <a:cubicBezTo>
                    <a:pt x="10277" y="1109"/>
                    <a:pt x="10190" y="1109"/>
                    <a:pt x="10190" y="1158"/>
                  </a:cubicBezTo>
                  <a:cubicBezTo>
                    <a:pt x="10190" y="1208"/>
                    <a:pt x="10166" y="1294"/>
                    <a:pt x="10129" y="1294"/>
                  </a:cubicBezTo>
                  <a:cubicBezTo>
                    <a:pt x="10104" y="1282"/>
                    <a:pt x="9895" y="1183"/>
                    <a:pt x="9882" y="1121"/>
                  </a:cubicBezTo>
                  <a:cubicBezTo>
                    <a:pt x="9858" y="1035"/>
                    <a:pt x="9821" y="937"/>
                    <a:pt x="9772" y="863"/>
                  </a:cubicBezTo>
                  <a:cubicBezTo>
                    <a:pt x="9685" y="776"/>
                    <a:pt x="9599" y="715"/>
                    <a:pt x="9500" y="653"/>
                  </a:cubicBezTo>
                  <a:cubicBezTo>
                    <a:pt x="9463" y="653"/>
                    <a:pt x="9463" y="690"/>
                    <a:pt x="9513" y="739"/>
                  </a:cubicBezTo>
                  <a:cubicBezTo>
                    <a:pt x="9562" y="801"/>
                    <a:pt x="9648" y="850"/>
                    <a:pt x="9648" y="863"/>
                  </a:cubicBezTo>
                  <a:cubicBezTo>
                    <a:pt x="9652" y="867"/>
                    <a:pt x="9644" y="868"/>
                    <a:pt x="9631" y="868"/>
                  </a:cubicBezTo>
                  <a:cubicBezTo>
                    <a:pt x="9604" y="868"/>
                    <a:pt x="9558" y="863"/>
                    <a:pt x="9550" y="863"/>
                  </a:cubicBezTo>
                  <a:cubicBezTo>
                    <a:pt x="9525" y="863"/>
                    <a:pt x="9451" y="887"/>
                    <a:pt x="9451" y="924"/>
                  </a:cubicBezTo>
                  <a:cubicBezTo>
                    <a:pt x="9439" y="961"/>
                    <a:pt x="9463" y="1023"/>
                    <a:pt x="9427" y="1023"/>
                  </a:cubicBezTo>
                  <a:cubicBezTo>
                    <a:pt x="9393" y="1034"/>
                    <a:pt x="9320" y="1125"/>
                    <a:pt x="9288" y="1125"/>
                  </a:cubicBezTo>
                  <a:cubicBezTo>
                    <a:pt x="9284" y="1125"/>
                    <a:pt x="9281" y="1124"/>
                    <a:pt x="9279" y="1121"/>
                  </a:cubicBezTo>
                  <a:cubicBezTo>
                    <a:pt x="9246" y="1111"/>
                    <a:pt x="9290" y="1043"/>
                    <a:pt x="9284" y="1043"/>
                  </a:cubicBezTo>
                  <a:cubicBezTo>
                    <a:pt x="9283" y="1043"/>
                    <a:pt x="9282" y="1044"/>
                    <a:pt x="9279" y="1047"/>
                  </a:cubicBezTo>
                  <a:cubicBezTo>
                    <a:pt x="9242" y="1072"/>
                    <a:pt x="9106" y="1060"/>
                    <a:pt x="9069" y="1097"/>
                  </a:cubicBezTo>
                  <a:cubicBezTo>
                    <a:pt x="9008" y="1158"/>
                    <a:pt x="8946" y="1232"/>
                    <a:pt x="8897" y="1306"/>
                  </a:cubicBezTo>
                  <a:cubicBezTo>
                    <a:pt x="8865" y="1330"/>
                    <a:pt x="8848" y="1344"/>
                    <a:pt x="8837" y="1344"/>
                  </a:cubicBezTo>
                  <a:cubicBezTo>
                    <a:pt x="8831" y="1344"/>
                    <a:pt x="8827" y="1340"/>
                    <a:pt x="8823" y="1331"/>
                  </a:cubicBezTo>
                  <a:cubicBezTo>
                    <a:pt x="8810" y="1318"/>
                    <a:pt x="8810" y="1269"/>
                    <a:pt x="8798" y="1257"/>
                  </a:cubicBezTo>
                  <a:cubicBezTo>
                    <a:pt x="8798" y="1245"/>
                    <a:pt x="8795" y="1238"/>
                    <a:pt x="8790" y="1238"/>
                  </a:cubicBezTo>
                  <a:cubicBezTo>
                    <a:pt x="8786" y="1238"/>
                    <a:pt x="8780" y="1245"/>
                    <a:pt x="8773" y="1257"/>
                  </a:cubicBezTo>
                  <a:cubicBezTo>
                    <a:pt x="8767" y="1269"/>
                    <a:pt x="8730" y="1269"/>
                    <a:pt x="8692" y="1269"/>
                  </a:cubicBezTo>
                  <a:cubicBezTo>
                    <a:pt x="8653" y="1269"/>
                    <a:pt x="8613" y="1269"/>
                    <a:pt x="8601" y="1282"/>
                  </a:cubicBezTo>
                  <a:cubicBezTo>
                    <a:pt x="8576" y="1318"/>
                    <a:pt x="8576" y="1368"/>
                    <a:pt x="8539" y="1368"/>
                  </a:cubicBezTo>
                  <a:cubicBezTo>
                    <a:pt x="8502" y="1368"/>
                    <a:pt x="8428" y="1442"/>
                    <a:pt x="8404" y="1479"/>
                  </a:cubicBezTo>
                  <a:cubicBezTo>
                    <a:pt x="8367" y="1503"/>
                    <a:pt x="8441" y="1516"/>
                    <a:pt x="8453" y="1540"/>
                  </a:cubicBezTo>
                  <a:cubicBezTo>
                    <a:pt x="8453" y="1577"/>
                    <a:pt x="8367" y="1602"/>
                    <a:pt x="8330" y="1602"/>
                  </a:cubicBezTo>
                  <a:cubicBezTo>
                    <a:pt x="8281" y="1602"/>
                    <a:pt x="8182" y="1590"/>
                    <a:pt x="8244" y="1516"/>
                  </a:cubicBezTo>
                  <a:cubicBezTo>
                    <a:pt x="8293" y="1442"/>
                    <a:pt x="8342" y="1442"/>
                    <a:pt x="8379" y="1405"/>
                  </a:cubicBezTo>
                  <a:cubicBezTo>
                    <a:pt x="8404" y="1368"/>
                    <a:pt x="8453" y="1380"/>
                    <a:pt x="8502" y="1318"/>
                  </a:cubicBezTo>
                  <a:cubicBezTo>
                    <a:pt x="8539" y="1257"/>
                    <a:pt x="8576" y="1195"/>
                    <a:pt x="8638" y="1183"/>
                  </a:cubicBezTo>
                  <a:cubicBezTo>
                    <a:pt x="8675" y="1175"/>
                    <a:pt x="8717" y="1163"/>
                    <a:pt x="8745" y="1163"/>
                  </a:cubicBezTo>
                  <a:cubicBezTo>
                    <a:pt x="8762" y="1163"/>
                    <a:pt x="8773" y="1168"/>
                    <a:pt x="8773" y="1183"/>
                  </a:cubicBezTo>
                  <a:cubicBezTo>
                    <a:pt x="8773" y="1200"/>
                    <a:pt x="8779" y="1209"/>
                    <a:pt x="8787" y="1209"/>
                  </a:cubicBezTo>
                  <a:cubicBezTo>
                    <a:pt x="8796" y="1209"/>
                    <a:pt x="8810" y="1197"/>
                    <a:pt x="8823" y="1171"/>
                  </a:cubicBezTo>
                  <a:cubicBezTo>
                    <a:pt x="8884" y="1097"/>
                    <a:pt x="8958" y="1047"/>
                    <a:pt x="9045" y="1010"/>
                  </a:cubicBezTo>
                  <a:cubicBezTo>
                    <a:pt x="9106" y="973"/>
                    <a:pt x="9168" y="973"/>
                    <a:pt x="9180" y="949"/>
                  </a:cubicBezTo>
                  <a:cubicBezTo>
                    <a:pt x="9180" y="924"/>
                    <a:pt x="9192" y="875"/>
                    <a:pt x="9155" y="875"/>
                  </a:cubicBezTo>
                  <a:cubicBezTo>
                    <a:pt x="9106" y="887"/>
                    <a:pt x="9057" y="900"/>
                    <a:pt x="8995" y="900"/>
                  </a:cubicBezTo>
                  <a:cubicBezTo>
                    <a:pt x="8934" y="900"/>
                    <a:pt x="8872" y="912"/>
                    <a:pt x="8823" y="949"/>
                  </a:cubicBezTo>
                  <a:cubicBezTo>
                    <a:pt x="8798" y="986"/>
                    <a:pt x="8773" y="1035"/>
                    <a:pt x="8712" y="1035"/>
                  </a:cubicBezTo>
                  <a:cubicBezTo>
                    <a:pt x="8638" y="1035"/>
                    <a:pt x="8576" y="1097"/>
                    <a:pt x="8527" y="1097"/>
                  </a:cubicBezTo>
                  <a:cubicBezTo>
                    <a:pt x="8465" y="1097"/>
                    <a:pt x="8404" y="1121"/>
                    <a:pt x="8367" y="1171"/>
                  </a:cubicBezTo>
                  <a:cubicBezTo>
                    <a:pt x="8330" y="1232"/>
                    <a:pt x="8219" y="1257"/>
                    <a:pt x="8194" y="1282"/>
                  </a:cubicBezTo>
                  <a:cubicBezTo>
                    <a:pt x="8172" y="1304"/>
                    <a:pt x="8135" y="1327"/>
                    <a:pt x="8116" y="1327"/>
                  </a:cubicBezTo>
                  <a:cubicBezTo>
                    <a:pt x="8104" y="1327"/>
                    <a:pt x="8099" y="1318"/>
                    <a:pt x="8108" y="1294"/>
                  </a:cubicBezTo>
                  <a:cubicBezTo>
                    <a:pt x="8133" y="1245"/>
                    <a:pt x="8207" y="1220"/>
                    <a:pt x="8157" y="1220"/>
                  </a:cubicBezTo>
                  <a:cubicBezTo>
                    <a:pt x="8108" y="1208"/>
                    <a:pt x="8059" y="1183"/>
                    <a:pt x="8022" y="1146"/>
                  </a:cubicBezTo>
                  <a:cubicBezTo>
                    <a:pt x="8020" y="1142"/>
                    <a:pt x="8018" y="1140"/>
                    <a:pt x="8016" y="1140"/>
                  </a:cubicBezTo>
                  <a:cubicBezTo>
                    <a:pt x="8006" y="1140"/>
                    <a:pt x="7995" y="1185"/>
                    <a:pt x="7985" y="1195"/>
                  </a:cubicBezTo>
                  <a:cubicBezTo>
                    <a:pt x="7948" y="1232"/>
                    <a:pt x="7899" y="1245"/>
                    <a:pt x="7849" y="1257"/>
                  </a:cubicBezTo>
                  <a:cubicBezTo>
                    <a:pt x="7812" y="1257"/>
                    <a:pt x="7763" y="1282"/>
                    <a:pt x="7726" y="1318"/>
                  </a:cubicBezTo>
                  <a:cubicBezTo>
                    <a:pt x="7714" y="1343"/>
                    <a:pt x="7615" y="1355"/>
                    <a:pt x="7640" y="1392"/>
                  </a:cubicBezTo>
                  <a:cubicBezTo>
                    <a:pt x="7652" y="1417"/>
                    <a:pt x="7714" y="1392"/>
                    <a:pt x="7702" y="1429"/>
                  </a:cubicBezTo>
                  <a:cubicBezTo>
                    <a:pt x="7689" y="1479"/>
                    <a:pt x="7652" y="1491"/>
                    <a:pt x="7714" y="1491"/>
                  </a:cubicBezTo>
                  <a:cubicBezTo>
                    <a:pt x="7738" y="1491"/>
                    <a:pt x="7775" y="1497"/>
                    <a:pt x="7811" y="1497"/>
                  </a:cubicBezTo>
                  <a:cubicBezTo>
                    <a:pt x="7846" y="1497"/>
                    <a:pt x="7880" y="1491"/>
                    <a:pt x="7899" y="1466"/>
                  </a:cubicBezTo>
                  <a:cubicBezTo>
                    <a:pt x="7948" y="1417"/>
                    <a:pt x="7997" y="1380"/>
                    <a:pt x="8047" y="1355"/>
                  </a:cubicBezTo>
                  <a:lnTo>
                    <a:pt x="8047" y="1355"/>
                  </a:lnTo>
                  <a:cubicBezTo>
                    <a:pt x="8010" y="1380"/>
                    <a:pt x="7948" y="1454"/>
                    <a:pt x="7948" y="1479"/>
                  </a:cubicBezTo>
                  <a:cubicBezTo>
                    <a:pt x="7959" y="1511"/>
                    <a:pt x="8026" y="1609"/>
                    <a:pt x="8018" y="1609"/>
                  </a:cubicBezTo>
                  <a:cubicBezTo>
                    <a:pt x="8017" y="1609"/>
                    <a:pt x="8014" y="1607"/>
                    <a:pt x="8010" y="1602"/>
                  </a:cubicBezTo>
                  <a:cubicBezTo>
                    <a:pt x="7960" y="1577"/>
                    <a:pt x="8010" y="1540"/>
                    <a:pt x="7923" y="1540"/>
                  </a:cubicBezTo>
                  <a:cubicBezTo>
                    <a:pt x="7914" y="1539"/>
                    <a:pt x="7906" y="1539"/>
                    <a:pt x="7898" y="1539"/>
                  </a:cubicBezTo>
                  <a:cubicBezTo>
                    <a:pt x="7818" y="1539"/>
                    <a:pt x="7786" y="1591"/>
                    <a:pt x="7763" y="1602"/>
                  </a:cubicBezTo>
                  <a:cubicBezTo>
                    <a:pt x="7738" y="1602"/>
                    <a:pt x="7665" y="1565"/>
                    <a:pt x="7615" y="1540"/>
                  </a:cubicBezTo>
                  <a:cubicBezTo>
                    <a:pt x="7554" y="1528"/>
                    <a:pt x="7381" y="1540"/>
                    <a:pt x="7307" y="1503"/>
                  </a:cubicBezTo>
                  <a:cubicBezTo>
                    <a:pt x="7221" y="1454"/>
                    <a:pt x="6999" y="1331"/>
                    <a:pt x="6938" y="1282"/>
                  </a:cubicBezTo>
                  <a:cubicBezTo>
                    <a:pt x="6876" y="1245"/>
                    <a:pt x="6864" y="1195"/>
                    <a:pt x="6901" y="1183"/>
                  </a:cubicBezTo>
                  <a:cubicBezTo>
                    <a:pt x="6925" y="1183"/>
                    <a:pt x="6888" y="1171"/>
                    <a:pt x="6839" y="1171"/>
                  </a:cubicBezTo>
                  <a:cubicBezTo>
                    <a:pt x="6771" y="1183"/>
                    <a:pt x="6703" y="1189"/>
                    <a:pt x="6636" y="1189"/>
                  </a:cubicBezTo>
                  <a:cubicBezTo>
                    <a:pt x="6568" y="1189"/>
                    <a:pt x="6500" y="1183"/>
                    <a:pt x="6432" y="1171"/>
                  </a:cubicBezTo>
                  <a:cubicBezTo>
                    <a:pt x="6420" y="1171"/>
                    <a:pt x="6395" y="1171"/>
                    <a:pt x="6383" y="1158"/>
                  </a:cubicBezTo>
                  <a:cubicBezTo>
                    <a:pt x="6285" y="1109"/>
                    <a:pt x="6137" y="1023"/>
                    <a:pt x="6038" y="986"/>
                  </a:cubicBezTo>
                  <a:cubicBezTo>
                    <a:pt x="6015" y="976"/>
                    <a:pt x="5973" y="972"/>
                    <a:pt x="5923" y="972"/>
                  </a:cubicBezTo>
                  <a:cubicBezTo>
                    <a:pt x="5789" y="972"/>
                    <a:pt x="5596" y="998"/>
                    <a:pt x="5533" y="998"/>
                  </a:cubicBezTo>
                  <a:cubicBezTo>
                    <a:pt x="5447" y="998"/>
                    <a:pt x="5250" y="912"/>
                    <a:pt x="5077" y="900"/>
                  </a:cubicBezTo>
                  <a:cubicBezTo>
                    <a:pt x="4892" y="875"/>
                    <a:pt x="4720" y="838"/>
                    <a:pt x="4547" y="776"/>
                  </a:cubicBezTo>
                  <a:cubicBezTo>
                    <a:pt x="4436" y="752"/>
                    <a:pt x="4313" y="752"/>
                    <a:pt x="4190" y="752"/>
                  </a:cubicBezTo>
                  <a:cubicBezTo>
                    <a:pt x="4116" y="764"/>
                    <a:pt x="4030" y="776"/>
                    <a:pt x="3956" y="776"/>
                  </a:cubicBezTo>
                  <a:cubicBezTo>
                    <a:pt x="3907" y="776"/>
                    <a:pt x="3820" y="715"/>
                    <a:pt x="3771" y="715"/>
                  </a:cubicBezTo>
                  <a:cubicBezTo>
                    <a:pt x="3734" y="702"/>
                    <a:pt x="3623" y="715"/>
                    <a:pt x="3660" y="678"/>
                  </a:cubicBezTo>
                  <a:cubicBezTo>
                    <a:pt x="3697" y="653"/>
                    <a:pt x="3709" y="604"/>
                    <a:pt x="3709" y="567"/>
                  </a:cubicBezTo>
                  <a:cubicBezTo>
                    <a:pt x="3709" y="542"/>
                    <a:pt x="3549" y="555"/>
                    <a:pt x="3537" y="542"/>
                  </a:cubicBezTo>
                  <a:lnTo>
                    <a:pt x="3389" y="542"/>
                  </a:lnTo>
                  <a:cubicBezTo>
                    <a:pt x="3335" y="550"/>
                    <a:pt x="3265" y="573"/>
                    <a:pt x="3222" y="573"/>
                  </a:cubicBezTo>
                  <a:cubicBezTo>
                    <a:pt x="3196" y="573"/>
                    <a:pt x="3180" y="565"/>
                    <a:pt x="3180" y="542"/>
                  </a:cubicBezTo>
                  <a:cubicBezTo>
                    <a:pt x="3180" y="493"/>
                    <a:pt x="3180" y="456"/>
                    <a:pt x="3118" y="456"/>
                  </a:cubicBezTo>
                  <a:cubicBezTo>
                    <a:pt x="3102" y="456"/>
                    <a:pt x="3088" y="455"/>
                    <a:pt x="3076" y="455"/>
                  </a:cubicBezTo>
                  <a:cubicBezTo>
                    <a:pt x="3051" y="455"/>
                    <a:pt x="3032" y="460"/>
                    <a:pt x="3007" y="493"/>
                  </a:cubicBezTo>
                  <a:cubicBezTo>
                    <a:pt x="2978" y="531"/>
                    <a:pt x="2957" y="562"/>
                    <a:pt x="2925" y="562"/>
                  </a:cubicBezTo>
                  <a:cubicBezTo>
                    <a:pt x="2917" y="562"/>
                    <a:pt x="2907" y="560"/>
                    <a:pt x="2896" y="555"/>
                  </a:cubicBezTo>
                  <a:cubicBezTo>
                    <a:pt x="2847" y="530"/>
                    <a:pt x="2798" y="493"/>
                    <a:pt x="2822" y="468"/>
                  </a:cubicBezTo>
                  <a:cubicBezTo>
                    <a:pt x="2859" y="456"/>
                    <a:pt x="2970" y="444"/>
                    <a:pt x="2945" y="407"/>
                  </a:cubicBezTo>
                  <a:cubicBezTo>
                    <a:pt x="2933" y="382"/>
                    <a:pt x="2859" y="370"/>
                    <a:pt x="2699" y="333"/>
                  </a:cubicBezTo>
                  <a:cubicBezTo>
                    <a:pt x="2693" y="331"/>
                    <a:pt x="2688" y="331"/>
                    <a:pt x="2682" y="331"/>
                  </a:cubicBezTo>
                  <a:cubicBezTo>
                    <a:pt x="2596" y="331"/>
                    <a:pt x="2556" y="508"/>
                    <a:pt x="2428" y="555"/>
                  </a:cubicBezTo>
                  <a:cubicBezTo>
                    <a:pt x="2395" y="568"/>
                    <a:pt x="2360" y="572"/>
                    <a:pt x="2324" y="572"/>
                  </a:cubicBezTo>
                  <a:cubicBezTo>
                    <a:pt x="2255" y="572"/>
                    <a:pt x="2182" y="556"/>
                    <a:pt x="2110" y="556"/>
                  </a:cubicBezTo>
                  <a:cubicBezTo>
                    <a:pt x="2080" y="556"/>
                    <a:pt x="2051" y="559"/>
                    <a:pt x="2021" y="567"/>
                  </a:cubicBezTo>
                  <a:cubicBezTo>
                    <a:pt x="1898" y="604"/>
                    <a:pt x="1874" y="678"/>
                    <a:pt x="1910" y="702"/>
                  </a:cubicBezTo>
                  <a:cubicBezTo>
                    <a:pt x="1960" y="715"/>
                    <a:pt x="2009" y="739"/>
                    <a:pt x="1984" y="764"/>
                  </a:cubicBezTo>
                  <a:cubicBezTo>
                    <a:pt x="1980" y="768"/>
                    <a:pt x="1974" y="770"/>
                    <a:pt x="1968" y="770"/>
                  </a:cubicBezTo>
                  <a:cubicBezTo>
                    <a:pt x="1943" y="770"/>
                    <a:pt x="1906" y="746"/>
                    <a:pt x="1892" y="746"/>
                  </a:cubicBezTo>
                  <a:cubicBezTo>
                    <a:pt x="1888" y="746"/>
                    <a:pt x="1886" y="747"/>
                    <a:pt x="1886" y="752"/>
                  </a:cubicBezTo>
                  <a:cubicBezTo>
                    <a:pt x="1886" y="776"/>
                    <a:pt x="1935" y="863"/>
                    <a:pt x="1910" y="863"/>
                  </a:cubicBezTo>
                  <a:cubicBezTo>
                    <a:pt x="1888" y="863"/>
                    <a:pt x="1865" y="724"/>
                    <a:pt x="1822" y="724"/>
                  </a:cubicBezTo>
                  <a:cubicBezTo>
                    <a:pt x="1819" y="724"/>
                    <a:pt x="1815" y="725"/>
                    <a:pt x="1812" y="727"/>
                  </a:cubicBezTo>
                  <a:cubicBezTo>
                    <a:pt x="1763" y="752"/>
                    <a:pt x="1701" y="863"/>
                    <a:pt x="1615" y="875"/>
                  </a:cubicBezTo>
                  <a:cubicBezTo>
                    <a:pt x="1598" y="880"/>
                    <a:pt x="1583" y="881"/>
                    <a:pt x="1567" y="881"/>
                  </a:cubicBezTo>
                  <a:cubicBezTo>
                    <a:pt x="1534" y="881"/>
                    <a:pt x="1502" y="874"/>
                    <a:pt x="1470" y="874"/>
                  </a:cubicBezTo>
                  <a:cubicBezTo>
                    <a:pt x="1437" y="874"/>
                    <a:pt x="1404" y="881"/>
                    <a:pt x="1368" y="912"/>
                  </a:cubicBezTo>
                  <a:cubicBezTo>
                    <a:pt x="1282" y="998"/>
                    <a:pt x="1171" y="1084"/>
                    <a:pt x="1159" y="1171"/>
                  </a:cubicBezTo>
                  <a:cubicBezTo>
                    <a:pt x="1134" y="1257"/>
                    <a:pt x="1159" y="1355"/>
                    <a:pt x="1036" y="1442"/>
                  </a:cubicBezTo>
                  <a:cubicBezTo>
                    <a:pt x="974" y="1503"/>
                    <a:pt x="888" y="1540"/>
                    <a:pt x="802" y="1553"/>
                  </a:cubicBezTo>
                  <a:cubicBezTo>
                    <a:pt x="765" y="1553"/>
                    <a:pt x="530" y="1577"/>
                    <a:pt x="481" y="1577"/>
                  </a:cubicBezTo>
                  <a:cubicBezTo>
                    <a:pt x="420" y="1590"/>
                    <a:pt x="457" y="1663"/>
                    <a:pt x="420" y="1713"/>
                  </a:cubicBezTo>
                  <a:cubicBezTo>
                    <a:pt x="383" y="1762"/>
                    <a:pt x="333" y="1799"/>
                    <a:pt x="346" y="1811"/>
                  </a:cubicBezTo>
                  <a:cubicBezTo>
                    <a:pt x="370" y="1836"/>
                    <a:pt x="457" y="1848"/>
                    <a:pt x="481" y="1885"/>
                  </a:cubicBezTo>
                  <a:cubicBezTo>
                    <a:pt x="518" y="1922"/>
                    <a:pt x="555" y="1935"/>
                    <a:pt x="629" y="1972"/>
                  </a:cubicBezTo>
                  <a:cubicBezTo>
                    <a:pt x="691" y="2021"/>
                    <a:pt x="974" y="2206"/>
                    <a:pt x="999" y="2280"/>
                  </a:cubicBezTo>
                  <a:cubicBezTo>
                    <a:pt x="1023" y="2366"/>
                    <a:pt x="1036" y="2403"/>
                    <a:pt x="1073" y="2427"/>
                  </a:cubicBezTo>
                  <a:cubicBezTo>
                    <a:pt x="1106" y="2436"/>
                    <a:pt x="1174" y="2456"/>
                    <a:pt x="1226" y="2456"/>
                  </a:cubicBezTo>
                  <a:cubicBezTo>
                    <a:pt x="1250" y="2456"/>
                    <a:pt x="1270" y="2451"/>
                    <a:pt x="1282" y="2440"/>
                  </a:cubicBezTo>
                  <a:cubicBezTo>
                    <a:pt x="1301" y="2415"/>
                    <a:pt x="1313" y="2406"/>
                    <a:pt x="1324" y="2406"/>
                  </a:cubicBezTo>
                  <a:cubicBezTo>
                    <a:pt x="1334" y="2406"/>
                    <a:pt x="1344" y="2415"/>
                    <a:pt x="1356" y="2427"/>
                  </a:cubicBezTo>
                  <a:cubicBezTo>
                    <a:pt x="1359" y="2430"/>
                    <a:pt x="1368" y="2431"/>
                    <a:pt x="1379" y="2431"/>
                  </a:cubicBezTo>
                  <a:cubicBezTo>
                    <a:pt x="1390" y="2431"/>
                    <a:pt x="1405" y="2430"/>
                    <a:pt x="1419" y="2430"/>
                  </a:cubicBezTo>
                  <a:cubicBezTo>
                    <a:pt x="1448" y="2430"/>
                    <a:pt x="1479" y="2434"/>
                    <a:pt x="1492" y="2452"/>
                  </a:cubicBezTo>
                  <a:cubicBezTo>
                    <a:pt x="1513" y="2474"/>
                    <a:pt x="1487" y="2555"/>
                    <a:pt x="1446" y="2555"/>
                  </a:cubicBezTo>
                  <a:cubicBezTo>
                    <a:pt x="1441" y="2555"/>
                    <a:pt x="1435" y="2553"/>
                    <a:pt x="1430" y="2551"/>
                  </a:cubicBezTo>
                  <a:cubicBezTo>
                    <a:pt x="1403" y="2542"/>
                    <a:pt x="1362" y="2512"/>
                    <a:pt x="1333" y="2512"/>
                  </a:cubicBezTo>
                  <a:cubicBezTo>
                    <a:pt x="1322" y="2512"/>
                    <a:pt x="1313" y="2516"/>
                    <a:pt x="1307" y="2526"/>
                  </a:cubicBezTo>
                  <a:cubicBezTo>
                    <a:pt x="1270" y="2563"/>
                    <a:pt x="1307" y="2563"/>
                    <a:pt x="1368" y="2612"/>
                  </a:cubicBezTo>
                  <a:cubicBezTo>
                    <a:pt x="1430" y="2662"/>
                    <a:pt x="1455" y="2735"/>
                    <a:pt x="1504" y="2735"/>
                  </a:cubicBezTo>
                  <a:cubicBezTo>
                    <a:pt x="1541" y="2723"/>
                    <a:pt x="1565" y="2698"/>
                    <a:pt x="1602" y="2662"/>
                  </a:cubicBezTo>
                  <a:cubicBezTo>
                    <a:pt x="1627" y="2643"/>
                    <a:pt x="1667" y="2637"/>
                    <a:pt x="1707" y="2637"/>
                  </a:cubicBezTo>
                  <a:cubicBezTo>
                    <a:pt x="1747" y="2637"/>
                    <a:pt x="1787" y="2643"/>
                    <a:pt x="1812" y="2649"/>
                  </a:cubicBezTo>
                  <a:cubicBezTo>
                    <a:pt x="1874" y="2649"/>
                    <a:pt x="1874" y="2735"/>
                    <a:pt x="1787" y="2735"/>
                  </a:cubicBezTo>
                  <a:cubicBezTo>
                    <a:pt x="1701" y="2748"/>
                    <a:pt x="1627" y="2760"/>
                    <a:pt x="1652" y="2809"/>
                  </a:cubicBezTo>
                  <a:cubicBezTo>
                    <a:pt x="1659" y="2839"/>
                    <a:pt x="1658" y="2855"/>
                    <a:pt x="1647" y="2855"/>
                  </a:cubicBezTo>
                  <a:cubicBezTo>
                    <a:pt x="1640" y="2855"/>
                    <a:pt x="1629" y="2849"/>
                    <a:pt x="1615" y="2834"/>
                  </a:cubicBezTo>
                  <a:cubicBezTo>
                    <a:pt x="1606" y="2828"/>
                    <a:pt x="1599" y="2826"/>
                    <a:pt x="1591" y="2826"/>
                  </a:cubicBezTo>
                  <a:cubicBezTo>
                    <a:pt x="1565" y="2826"/>
                    <a:pt x="1539" y="2855"/>
                    <a:pt x="1492" y="2883"/>
                  </a:cubicBezTo>
                  <a:cubicBezTo>
                    <a:pt x="1411" y="2900"/>
                    <a:pt x="1331" y="2910"/>
                    <a:pt x="1253" y="2910"/>
                  </a:cubicBezTo>
                  <a:cubicBezTo>
                    <a:pt x="1162" y="2910"/>
                    <a:pt x="1072" y="2897"/>
                    <a:pt x="986" y="2871"/>
                  </a:cubicBezTo>
                  <a:cubicBezTo>
                    <a:pt x="925" y="2834"/>
                    <a:pt x="949" y="2785"/>
                    <a:pt x="986" y="2735"/>
                  </a:cubicBezTo>
                  <a:cubicBezTo>
                    <a:pt x="1023" y="2698"/>
                    <a:pt x="1011" y="2674"/>
                    <a:pt x="962" y="2674"/>
                  </a:cubicBezTo>
                  <a:cubicBezTo>
                    <a:pt x="839" y="2686"/>
                    <a:pt x="715" y="2723"/>
                    <a:pt x="592" y="2760"/>
                  </a:cubicBezTo>
                  <a:cubicBezTo>
                    <a:pt x="543" y="2785"/>
                    <a:pt x="518" y="2797"/>
                    <a:pt x="555" y="2834"/>
                  </a:cubicBezTo>
                  <a:cubicBezTo>
                    <a:pt x="583" y="2852"/>
                    <a:pt x="576" y="2884"/>
                    <a:pt x="546" y="2884"/>
                  </a:cubicBezTo>
                  <a:cubicBezTo>
                    <a:pt x="535" y="2884"/>
                    <a:pt x="522" y="2880"/>
                    <a:pt x="506" y="2871"/>
                  </a:cubicBezTo>
                  <a:cubicBezTo>
                    <a:pt x="485" y="2863"/>
                    <a:pt x="462" y="2859"/>
                    <a:pt x="438" y="2859"/>
                  </a:cubicBezTo>
                  <a:cubicBezTo>
                    <a:pt x="389" y="2859"/>
                    <a:pt x="337" y="2875"/>
                    <a:pt x="296" y="2908"/>
                  </a:cubicBezTo>
                  <a:cubicBezTo>
                    <a:pt x="247" y="2945"/>
                    <a:pt x="272" y="2970"/>
                    <a:pt x="210" y="2982"/>
                  </a:cubicBezTo>
                  <a:cubicBezTo>
                    <a:pt x="149" y="3007"/>
                    <a:pt x="87" y="3068"/>
                    <a:pt x="50" y="3093"/>
                  </a:cubicBezTo>
                  <a:cubicBezTo>
                    <a:pt x="13" y="3117"/>
                    <a:pt x="1" y="3142"/>
                    <a:pt x="87" y="3179"/>
                  </a:cubicBezTo>
                  <a:cubicBezTo>
                    <a:pt x="173" y="3204"/>
                    <a:pt x="259" y="3228"/>
                    <a:pt x="346" y="3241"/>
                  </a:cubicBezTo>
                  <a:cubicBezTo>
                    <a:pt x="420" y="3241"/>
                    <a:pt x="432" y="3265"/>
                    <a:pt x="383" y="3302"/>
                  </a:cubicBezTo>
                  <a:cubicBezTo>
                    <a:pt x="333" y="3339"/>
                    <a:pt x="247" y="3364"/>
                    <a:pt x="309" y="3401"/>
                  </a:cubicBezTo>
                  <a:cubicBezTo>
                    <a:pt x="346" y="3438"/>
                    <a:pt x="383" y="3487"/>
                    <a:pt x="395" y="3549"/>
                  </a:cubicBezTo>
                  <a:cubicBezTo>
                    <a:pt x="407" y="3586"/>
                    <a:pt x="543" y="3598"/>
                    <a:pt x="617" y="3610"/>
                  </a:cubicBezTo>
                  <a:cubicBezTo>
                    <a:pt x="628" y="3614"/>
                    <a:pt x="638" y="3615"/>
                    <a:pt x="649" y="3615"/>
                  </a:cubicBezTo>
                  <a:cubicBezTo>
                    <a:pt x="700" y="3615"/>
                    <a:pt x="751" y="3581"/>
                    <a:pt x="833" y="3581"/>
                  </a:cubicBezTo>
                  <a:cubicBezTo>
                    <a:pt x="850" y="3581"/>
                    <a:pt x="868" y="3582"/>
                    <a:pt x="888" y="3586"/>
                  </a:cubicBezTo>
                  <a:cubicBezTo>
                    <a:pt x="962" y="3598"/>
                    <a:pt x="1023" y="3598"/>
                    <a:pt x="1097" y="3598"/>
                  </a:cubicBezTo>
                  <a:cubicBezTo>
                    <a:pt x="1116" y="3598"/>
                    <a:pt x="1120" y="3577"/>
                    <a:pt x="1137" y="3577"/>
                  </a:cubicBezTo>
                  <a:cubicBezTo>
                    <a:pt x="1143" y="3577"/>
                    <a:pt x="1150" y="3579"/>
                    <a:pt x="1159" y="3586"/>
                  </a:cubicBezTo>
                  <a:cubicBezTo>
                    <a:pt x="1182" y="3597"/>
                    <a:pt x="1215" y="3661"/>
                    <a:pt x="1239" y="3661"/>
                  </a:cubicBezTo>
                  <a:cubicBezTo>
                    <a:pt x="1241" y="3661"/>
                    <a:pt x="1243" y="3660"/>
                    <a:pt x="1245" y="3660"/>
                  </a:cubicBezTo>
                  <a:cubicBezTo>
                    <a:pt x="1257" y="3660"/>
                    <a:pt x="1319" y="3561"/>
                    <a:pt x="1381" y="3536"/>
                  </a:cubicBezTo>
                  <a:lnTo>
                    <a:pt x="1553" y="3475"/>
                  </a:lnTo>
                  <a:cubicBezTo>
                    <a:pt x="1590" y="3462"/>
                    <a:pt x="1602" y="3413"/>
                    <a:pt x="1627" y="3413"/>
                  </a:cubicBezTo>
                  <a:cubicBezTo>
                    <a:pt x="1676" y="3438"/>
                    <a:pt x="1701" y="3475"/>
                    <a:pt x="1701" y="3512"/>
                  </a:cubicBezTo>
                  <a:cubicBezTo>
                    <a:pt x="1701" y="3549"/>
                    <a:pt x="1652" y="3610"/>
                    <a:pt x="1615" y="3610"/>
                  </a:cubicBezTo>
                  <a:cubicBezTo>
                    <a:pt x="1578" y="3623"/>
                    <a:pt x="1652" y="3721"/>
                    <a:pt x="1664" y="3770"/>
                  </a:cubicBezTo>
                  <a:cubicBezTo>
                    <a:pt x="1701" y="3807"/>
                    <a:pt x="1713" y="3869"/>
                    <a:pt x="1713" y="3918"/>
                  </a:cubicBezTo>
                  <a:cubicBezTo>
                    <a:pt x="1689" y="4017"/>
                    <a:pt x="1602" y="4091"/>
                    <a:pt x="1504" y="4091"/>
                  </a:cubicBezTo>
                  <a:cubicBezTo>
                    <a:pt x="1415" y="4091"/>
                    <a:pt x="1374" y="4059"/>
                    <a:pt x="1354" y="4059"/>
                  </a:cubicBezTo>
                  <a:cubicBezTo>
                    <a:pt x="1350" y="4059"/>
                    <a:pt x="1346" y="4061"/>
                    <a:pt x="1344" y="4066"/>
                  </a:cubicBezTo>
                  <a:cubicBezTo>
                    <a:pt x="1331" y="4078"/>
                    <a:pt x="1257" y="4226"/>
                    <a:pt x="1196" y="4251"/>
                  </a:cubicBezTo>
                  <a:cubicBezTo>
                    <a:pt x="1177" y="4254"/>
                    <a:pt x="1159" y="4256"/>
                    <a:pt x="1141" y="4256"/>
                  </a:cubicBezTo>
                  <a:cubicBezTo>
                    <a:pt x="1086" y="4256"/>
                    <a:pt x="1033" y="4242"/>
                    <a:pt x="986" y="4214"/>
                  </a:cubicBezTo>
                  <a:cubicBezTo>
                    <a:pt x="971" y="4199"/>
                    <a:pt x="951" y="4192"/>
                    <a:pt x="931" y="4192"/>
                  </a:cubicBezTo>
                  <a:cubicBezTo>
                    <a:pt x="902" y="4192"/>
                    <a:pt x="872" y="4205"/>
                    <a:pt x="851" y="4226"/>
                  </a:cubicBezTo>
                  <a:cubicBezTo>
                    <a:pt x="814" y="4276"/>
                    <a:pt x="888" y="4276"/>
                    <a:pt x="851" y="4288"/>
                  </a:cubicBezTo>
                  <a:cubicBezTo>
                    <a:pt x="814" y="4300"/>
                    <a:pt x="777" y="4350"/>
                    <a:pt x="752" y="4374"/>
                  </a:cubicBezTo>
                  <a:cubicBezTo>
                    <a:pt x="734" y="4393"/>
                    <a:pt x="752" y="4393"/>
                    <a:pt x="777" y="4393"/>
                  </a:cubicBezTo>
                  <a:cubicBezTo>
                    <a:pt x="802" y="4393"/>
                    <a:pt x="832" y="4393"/>
                    <a:pt x="839" y="4411"/>
                  </a:cubicBezTo>
                  <a:cubicBezTo>
                    <a:pt x="839" y="4448"/>
                    <a:pt x="789" y="4423"/>
                    <a:pt x="789" y="4460"/>
                  </a:cubicBezTo>
                  <a:cubicBezTo>
                    <a:pt x="789" y="4497"/>
                    <a:pt x="789" y="4510"/>
                    <a:pt x="728" y="4522"/>
                  </a:cubicBezTo>
                  <a:cubicBezTo>
                    <a:pt x="654" y="4559"/>
                    <a:pt x="592" y="4621"/>
                    <a:pt x="555" y="4695"/>
                  </a:cubicBezTo>
                  <a:cubicBezTo>
                    <a:pt x="555" y="4756"/>
                    <a:pt x="580" y="4744"/>
                    <a:pt x="580" y="4781"/>
                  </a:cubicBezTo>
                  <a:cubicBezTo>
                    <a:pt x="567" y="4818"/>
                    <a:pt x="481" y="4867"/>
                    <a:pt x="469" y="4892"/>
                  </a:cubicBezTo>
                  <a:cubicBezTo>
                    <a:pt x="494" y="4966"/>
                    <a:pt x="530" y="5027"/>
                    <a:pt x="580" y="5089"/>
                  </a:cubicBezTo>
                  <a:cubicBezTo>
                    <a:pt x="582" y="5093"/>
                    <a:pt x="585" y="5094"/>
                    <a:pt x="588" y="5094"/>
                  </a:cubicBezTo>
                  <a:cubicBezTo>
                    <a:pt x="614" y="5094"/>
                    <a:pt x="657" y="4962"/>
                    <a:pt x="691" y="4929"/>
                  </a:cubicBezTo>
                  <a:cubicBezTo>
                    <a:pt x="719" y="4900"/>
                    <a:pt x="764" y="4872"/>
                    <a:pt x="780" y="4872"/>
                  </a:cubicBezTo>
                  <a:cubicBezTo>
                    <a:pt x="792" y="4872"/>
                    <a:pt x="789" y="4887"/>
                    <a:pt x="752" y="4929"/>
                  </a:cubicBezTo>
                  <a:cubicBezTo>
                    <a:pt x="654" y="5027"/>
                    <a:pt x="654" y="5052"/>
                    <a:pt x="703" y="5113"/>
                  </a:cubicBezTo>
                  <a:cubicBezTo>
                    <a:pt x="752" y="5175"/>
                    <a:pt x="814" y="5224"/>
                    <a:pt x="888" y="5249"/>
                  </a:cubicBezTo>
                  <a:cubicBezTo>
                    <a:pt x="910" y="5249"/>
                    <a:pt x="1016" y="5135"/>
                    <a:pt x="1024" y="5135"/>
                  </a:cubicBezTo>
                  <a:cubicBezTo>
                    <a:pt x="1024" y="5135"/>
                    <a:pt x="1024" y="5136"/>
                    <a:pt x="1023" y="5138"/>
                  </a:cubicBezTo>
                  <a:cubicBezTo>
                    <a:pt x="1011" y="5163"/>
                    <a:pt x="999" y="5237"/>
                    <a:pt x="1023" y="5237"/>
                  </a:cubicBezTo>
                  <a:cubicBezTo>
                    <a:pt x="1048" y="5249"/>
                    <a:pt x="1110" y="5274"/>
                    <a:pt x="1085" y="5298"/>
                  </a:cubicBezTo>
                  <a:cubicBezTo>
                    <a:pt x="1062" y="5314"/>
                    <a:pt x="1039" y="5324"/>
                    <a:pt x="1016" y="5324"/>
                  </a:cubicBezTo>
                  <a:cubicBezTo>
                    <a:pt x="1002" y="5324"/>
                    <a:pt x="988" y="5320"/>
                    <a:pt x="974" y="5311"/>
                  </a:cubicBezTo>
                  <a:cubicBezTo>
                    <a:pt x="960" y="5303"/>
                    <a:pt x="954" y="5296"/>
                    <a:pt x="942" y="5296"/>
                  </a:cubicBezTo>
                  <a:cubicBezTo>
                    <a:pt x="933" y="5296"/>
                    <a:pt x="921" y="5300"/>
                    <a:pt x="900" y="5311"/>
                  </a:cubicBezTo>
                  <a:cubicBezTo>
                    <a:pt x="896" y="5314"/>
                    <a:pt x="891" y="5316"/>
                    <a:pt x="886" y="5316"/>
                  </a:cubicBezTo>
                  <a:cubicBezTo>
                    <a:pt x="846" y="5316"/>
                    <a:pt x="799" y="5204"/>
                    <a:pt x="758" y="5204"/>
                  </a:cubicBezTo>
                  <a:cubicBezTo>
                    <a:pt x="752" y="5204"/>
                    <a:pt x="746" y="5206"/>
                    <a:pt x="740" y="5212"/>
                  </a:cubicBezTo>
                  <a:cubicBezTo>
                    <a:pt x="703" y="5261"/>
                    <a:pt x="654" y="5372"/>
                    <a:pt x="666" y="5385"/>
                  </a:cubicBezTo>
                  <a:cubicBezTo>
                    <a:pt x="691" y="5397"/>
                    <a:pt x="740" y="5421"/>
                    <a:pt x="789" y="5446"/>
                  </a:cubicBezTo>
                  <a:cubicBezTo>
                    <a:pt x="839" y="5471"/>
                    <a:pt x="900" y="5619"/>
                    <a:pt x="962" y="5643"/>
                  </a:cubicBezTo>
                  <a:cubicBezTo>
                    <a:pt x="971" y="5648"/>
                    <a:pt x="982" y="5650"/>
                    <a:pt x="994" y="5650"/>
                  </a:cubicBezTo>
                  <a:cubicBezTo>
                    <a:pt x="1044" y="5650"/>
                    <a:pt x="1112" y="5616"/>
                    <a:pt x="1171" y="5606"/>
                  </a:cubicBezTo>
                  <a:cubicBezTo>
                    <a:pt x="1245" y="5594"/>
                    <a:pt x="1307" y="5606"/>
                    <a:pt x="1307" y="5545"/>
                  </a:cubicBezTo>
                  <a:cubicBezTo>
                    <a:pt x="1294" y="5471"/>
                    <a:pt x="1319" y="5385"/>
                    <a:pt x="1356" y="5323"/>
                  </a:cubicBezTo>
                  <a:cubicBezTo>
                    <a:pt x="1388" y="5291"/>
                    <a:pt x="1430" y="5272"/>
                    <a:pt x="1451" y="5272"/>
                  </a:cubicBezTo>
                  <a:cubicBezTo>
                    <a:pt x="1470" y="5272"/>
                    <a:pt x="1471" y="5288"/>
                    <a:pt x="1430" y="5323"/>
                  </a:cubicBezTo>
                  <a:cubicBezTo>
                    <a:pt x="1356" y="5385"/>
                    <a:pt x="1294" y="5458"/>
                    <a:pt x="1368" y="5557"/>
                  </a:cubicBezTo>
                  <a:cubicBezTo>
                    <a:pt x="1442" y="5668"/>
                    <a:pt x="1492" y="5754"/>
                    <a:pt x="1479" y="5791"/>
                  </a:cubicBezTo>
                  <a:cubicBezTo>
                    <a:pt x="1467" y="5816"/>
                    <a:pt x="1418" y="5865"/>
                    <a:pt x="1430" y="5890"/>
                  </a:cubicBezTo>
                  <a:cubicBezTo>
                    <a:pt x="1430" y="5914"/>
                    <a:pt x="1516" y="5951"/>
                    <a:pt x="1504" y="5976"/>
                  </a:cubicBezTo>
                  <a:cubicBezTo>
                    <a:pt x="1504" y="5988"/>
                    <a:pt x="1479" y="6050"/>
                    <a:pt x="1442" y="6075"/>
                  </a:cubicBezTo>
                  <a:cubicBezTo>
                    <a:pt x="1422" y="6094"/>
                    <a:pt x="1379" y="6162"/>
                    <a:pt x="1414" y="6162"/>
                  </a:cubicBezTo>
                  <a:cubicBezTo>
                    <a:pt x="1422" y="6162"/>
                    <a:pt x="1435" y="6158"/>
                    <a:pt x="1455" y="6148"/>
                  </a:cubicBezTo>
                  <a:cubicBezTo>
                    <a:pt x="1555" y="6104"/>
                    <a:pt x="1645" y="6009"/>
                    <a:pt x="1661" y="6009"/>
                  </a:cubicBezTo>
                  <a:cubicBezTo>
                    <a:pt x="1663" y="6009"/>
                    <a:pt x="1664" y="6011"/>
                    <a:pt x="1664" y="6013"/>
                  </a:cubicBezTo>
                  <a:cubicBezTo>
                    <a:pt x="1664" y="6036"/>
                    <a:pt x="1633" y="6151"/>
                    <a:pt x="1637" y="6151"/>
                  </a:cubicBezTo>
                  <a:cubicBezTo>
                    <a:pt x="1638" y="6151"/>
                    <a:pt x="1638" y="6150"/>
                    <a:pt x="1639" y="6148"/>
                  </a:cubicBezTo>
                  <a:cubicBezTo>
                    <a:pt x="1664" y="6124"/>
                    <a:pt x="1713" y="6013"/>
                    <a:pt x="1763" y="6001"/>
                  </a:cubicBezTo>
                  <a:cubicBezTo>
                    <a:pt x="1781" y="5993"/>
                    <a:pt x="1794" y="5990"/>
                    <a:pt x="1806" y="5990"/>
                  </a:cubicBezTo>
                  <a:cubicBezTo>
                    <a:pt x="1835" y="5990"/>
                    <a:pt x="1851" y="6008"/>
                    <a:pt x="1886" y="6025"/>
                  </a:cubicBezTo>
                  <a:cubicBezTo>
                    <a:pt x="1935" y="6038"/>
                    <a:pt x="1972" y="6050"/>
                    <a:pt x="2009" y="6062"/>
                  </a:cubicBezTo>
                  <a:cubicBezTo>
                    <a:pt x="2034" y="6087"/>
                    <a:pt x="2095" y="6198"/>
                    <a:pt x="2120" y="6210"/>
                  </a:cubicBezTo>
                  <a:cubicBezTo>
                    <a:pt x="2127" y="6215"/>
                    <a:pt x="2132" y="6217"/>
                    <a:pt x="2138" y="6217"/>
                  </a:cubicBezTo>
                  <a:cubicBezTo>
                    <a:pt x="2161" y="6217"/>
                    <a:pt x="2169" y="6174"/>
                    <a:pt x="2169" y="6124"/>
                  </a:cubicBezTo>
                  <a:cubicBezTo>
                    <a:pt x="2169" y="6075"/>
                    <a:pt x="2243" y="6013"/>
                    <a:pt x="2243" y="5964"/>
                  </a:cubicBezTo>
                  <a:cubicBezTo>
                    <a:pt x="2251" y="5922"/>
                    <a:pt x="2254" y="5892"/>
                    <a:pt x="2259" y="5892"/>
                  </a:cubicBezTo>
                  <a:cubicBezTo>
                    <a:pt x="2261" y="5892"/>
                    <a:pt x="2264" y="5898"/>
                    <a:pt x="2268" y="5914"/>
                  </a:cubicBezTo>
                  <a:cubicBezTo>
                    <a:pt x="2268" y="5964"/>
                    <a:pt x="2317" y="5964"/>
                    <a:pt x="2354" y="5976"/>
                  </a:cubicBezTo>
                  <a:cubicBezTo>
                    <a:pt x="2373" y="5982"/>
                    <a:pt x="2376" y="5982"/>
                    <a:pt x="2368" y="5982"/>
                  </a:cubicBezTo>
                  <a:cubicBezTo>
                    <a:pt x="2360" y="5982"/>
                    <a:pt x="2342" y="5982"/>
                    <a:pt x="2317" y="5988"/>
                  </a:cubicBezTo>
                  <a:cubicBezTo>
                    <a:pt x="2255" y="6013"/>
                    <a:pt x="2243" y="6050"/>
                    <a:pt x="2268" y="6087"/>
                  </a:cubicBezTo>
                  <a:cubicBezTo>
                    <a:pt x="2286" y="6111"/>
                    <a:pt x="2317" y="6124"/>
                    <a:pt x="2348" y="6124"/>
                  </a:cubicBezTo>
                  <a:cubicBezTo>
                    <a:pt x="2379" y="6124"/>
                    <a:pt x="2409" y="6111"/>
                    <a:pt x="2428" y="6087"/>
                  </a:cubicBezTo>
                  <a:cubicBezTo>
                    <a:pt x="2455" y="6060"/>
                    <a:pt x="2478" y="6052"/>
                    <a:pt x="2496" y="6052"/>
                  </a:cubicBezTo>
                  <a:cubicBezTo>
                    <a:pt x="2516" y="6052"/>
                    <a:pt x="2532" y="6061"/>
                    <a:pt x="2545" y="6061"/>
                  </a:cubicBezTo>
                  <a:cubicBezTo>
                    <a:pt x="2552" y="6061"/>
                    <a:pt x="2558" y="6058"/>
                    <a:pt x="2564" y="6050"/>
                  </a:cubicBezTo>
                  <a:cubicBezTo>
                    <a:pt x="2587" y="6015"/>
                    <a:pt x="2665" y="5926"/>
                    <a:pt x="2684" y="5926"/>
                  </a:cubicBezTo>
                  <a:cubicBezTo>
                    <a:pt x="2685" y="5926"/>
                    <a:pt x="2686" y="5926"/>
                    <a:pt x="2687" y="5927"/>
                  </a:cubicBezTo>
                  <a:cubicBezTo>
                    <a:pt x="2687" y="5939"/>
                    <a:pt x="2637" y="5976"/>
                    <a:pt x="2613" y="6025"/>
                  </a:cubicBezTo>
                  <a:cubicBezTo>
                    <a:pt x="2588" y="6075"/>
                    <a:pt x="2539" y="6173"/>
                    <a:pt x="2514" y="6222"/>
                  </a:cubicBezTo>
                  <a:cubicBezTo>
                    <a:pt x="2502" y="6259"/>
                    <a:pt x="2490" y="6309"/>
                    <a:pt x="2527" y="6309"/>
                  </a:cubicBezTo>
                  <a:cubicBezTo>
                    <a:pt x="2576" y="6309"/>
                    <a:pt x="2551" y="6346"/>
                    <a:pt x="2514" y="6346"/>
                  </a:cubicBezTo>
                  <a:cubicBezTo>
                    <a:pt x="2477" y="6346"/>
                    <a:pt x="2477" y="6370"/>
                    <a:pt x="2465" y="6420"/>
                  </a:cubicBezTo>
                  <a:cubicBezTo>
                    <a:pt x="2440" y="6456"/>
                    <a:pt x="2428" y="6567"/>
                    <a:pt x="2465" y="6567"/>
                  </a:cubicBezTo>
                  <a:cubicBezTo>
                    <a:pt x="2514" y="6567"/>
                    <a:pt x="2527" y="6592"/>
                    <a:pt x="2453" y="6604"/>
                  </a:cubicBezTo>
                  <a:cubicBezTo>
                    <a:pt x="2354" y="6654"/>
                    <a:pt x="2280" y="6728"/>
                    <a:pt x="2231" y="6814"/>
                  </a:cubicBezTo>
                  <a:cubicBezTo>
                    <a:pt x="2182" y="6912"/>
                    <a:pt x="2120" y="6888"/>
                    <a:pt x="2046" y="6937"/>
                  </a:cubicBezTo>
                  <a:cubicBezTo>
                    <a:pt x="1947" y="6999"/>
                    <a:pt x="1861" y="7073"/>
                    <a:pt x="1800" y="7171"/>
                  </a:cubicBezTo>
                  <a:cubicBezTo>
                    <a:pt x="1775" y="7220"/>
                    <a:pt x="1787" y="7245"/>
                    <a:pt x="1800" y="7257"/>
                  </a:cubicBezTo>
                  <a:cubicBezTo>
                    <a:pt x="1812" y="7257"/>
                    <a:pt x="1812" y="7282"/>
                    <a:pt x="1775" y="7282"/>
                  </a:cubicBezTo>
                  <a:cubicBezTo>
                    <a:pt x="1750" y="7282"/>
                    <a:pt x="1726" y="7293"/>
                    <a:pt x="1705" y="7293"/>
                  </a:cubicBezTo>
                  <a:cubicBezTo>
                    <a:pt x="1694" y="7293"/>
                    <a:pt x="1685" y="7290"/>
                    <a:pt x="1676" y="7282"/>
                  </a:cubicBezTo>
                  <a:cubicBezTo>
                    <a:pt x="1652" y="7257"/>
                    <a:pt x="1664" y="7245"/>
                    <a:pt x="1615" y="7245"/>
                  </a:cubicBezTo>
                  <a:cubicBezTo>
                    <a:pt x="1529" y="7245"/>
                    <a:pt x="1455" y="7270"/>
                    <a:pt x="1393" y="7331"/>
                  </a:cubicBezTo>
                  <a:cubicBezTo>
                    <a:pt x="1344" y="7381"/>
                    <a:pt x="1319" y="7430"/>
                    <a:pt x="1282" y="7491"/>
                  </a:cubicBezTo>
                  <a:cubicBezTo>
                    <a:pt x="1282" y="7501"/>
                    <a:pt x="1266" y="7583"/>
                    <a:pt x="1311" y="7583"/>
                  </a:cubicBezTo>
                  <a:cubicBezTo>
                    <a:pt x="1322" y="7583"/>
                    <a:pt x="1336" y="7578"/>
                    <a:pt x="1356" y="7565"/>
                  </a:cubicBezTo>
                  <a:cubicBezTo>
                    <a:pt x="1418" y="7504"/>
                    <a:pt x="1479" y="7442"/>
                    <a:pt x="1529" y="7368"/>
                  </a:cubicBezTo>
                  <a:cubicBezTo>
                    <a:pt x="1541" y="7362"/>
                    <a:pt x="1559" y="7359"/>
                    <a:pt x="1573" y="7359"/>
                  </a:cubicBezTo>
                  <a:cubicBezTo>
                    <a:pt x="1587" y="7359"/>
                    <a:pt x="1596" y="7362"/>
                    <a:pt x="1590" y="7368"/>
                  </a:cubicBezTo>
                  <a:cubicBezTo>
                    <a:pt x="1565" y="7393"/>
                    <a:pt x="1516" y="7467"/>
                    <a:pt x="1578" y="7467"/>
                  </a:cubicBezTo>
                  <a:cubicBezTo>
                    <a:pt x="1623" y="7456"/>
                    <a:pt x="1647" y="7404"/>
                    <a:pt x="1660" y="7404"/>
                  </a:cubicBezTo>
                  <a:cubicBezTo>
                    <a:pt x="1662" y="7404"/>
                    <a:pt x="1663" y="7404"/>
                    <a:pt x="1664" y="7405"/>
                  </a:cubicBezTo>
                  <a:cubicBezTo>
                    <a:pt x="1689" y="7418"/>
                    <a:pt x="1689" y="7467"/>
                    <a:pt x="1713" y="7479"/>
                  </a:cubicBezTo>
                  <a:cubicBezTo>
                    <a:pt x="1720" y="7481"/>
                    <a:pt x="1727" y="7482"/>
                    <a:pt x="1736" y="7482"/>
                  </a:cubicBezTo>
                  <a:cubicBezTo>
                    <a:pt x="1777" y="7482"/>
                    <a:pt x="1832" y="7458"/>
                    <a:pt x="1812" y="7418"/>
                  </a:cubicBezTo>
                  <a:cubicBezTo>
                    <a:pt x="1787" y="7368"/>
                    <a:pt x="1824" y="7393"/>
                    <a:pt x="1861" y="7356"/>
                  </a:cubicBezTo>
                  <a:cubicBezTo>
                    <a:pt x="1870" y="7328"/>
                    <a:pt x="1900" y="7314"/>
                    <a:pt x="1925" y="7314"/>
                  </a:cubicBezTo>
                  <a:cubicBezTo>
                    <a:pt x="1934" y="7314"/>
                    <a:pt x="1941" y="7316"/>
                    <a:pt x="1947" y="7319"/>
                  </a:cubicBezTo>
                  <a:cubicBezTo>
                    <a:pt x="1984" y="7319"/>
                    <a:pt x="2009" y="7294"/>
                    <a:pt x="2034" y="7257"/>
                  </a:cubicBezTo>
                  <a:cubicBezTo>
                    <a:pt x="2071" y="7220"/>
                    <a:pt x="2317" y="7171"/>
                    <a:pt x="2305" y="7134"/>
                  </a:cubicBezTo>
                  <a:cubicBezTo>
                    <a:pt x="2280" y="7097"/>
                    <a:pt x="2243" y="7073"/>
                    <a:pt x="2280" y="7036"/>
                  </a:cubicBezTo>
                  <a:cubicBezTo>
                    <a:pt x="2329" y="6999"/>
                    <a:pt x="2761" y="6777"/>
                    <a:pt x="2761" y="6752"/>
                  </a:cubicBezTo>
                  <a:cubicBezTo>
                    <a:pt x="2761" y="6715"/>
                    <a:pt x="2662" y="6691"/>
                    <a:pt x="2724" y="6666"/>
                  </a:cubicBezTo>
                  <a:cubicBezTo>
                    <a:pt x="2810" y="6641"/>
                    <a:pt x="2884" y="6604"/>
                    <a:pt x="2945" y="6555"/>
                  </a:cubicBezTo>
                  <a:cubicBezTo>
                    <a:pt x="3007" y="6493"/>
                    <a:pt x="3155" y="6370"/>
                    <a:pt x="3217" y="6358"/>
                  </a:cubicBezTo>
                  <a:cubicBezTo>
                    <a:pt x="3266" y="6358"/>
                    <a:pt x="3290" y="6358"/>
                    <a:pt x="3290" y="6247"/>
                  </a:cubicBezTo>
                  <a:cubicBezTo>
                    <a:pt x="3303" y="6148"/>
                    <a:pt x="3414" y="6185"/>
                    <a:pt x="3451" y="6124"/>
                  </a:cubicBezTo>
                  <a:cubicBezTo>
                    <a:pt x="3475" y="6050"/>
                    <a:pt x="3364" y="5988"/>
                    <a:pt x="3315" y="5976"/>
                  </a:cubicBezTo>
                  <a:cubicBezTo>
                    <a:pt x="3266" y="5964"/>
                    <a:pt x="3290" y="5840"/>
                    <a:pt x="3352" y="5791"/>
                  </a:cubicBezTo>
                  <a:cubicBezTo>
                    <a:pt x="3414" y="5742"/>
                    <a:pt x="3500" y="5717"/>
                    <a:pt x="3549" y="5668"/>
                  </a:cubicBezTo>
                  <a:cubicBezTo>
                    <a:pt x="3611" y="5619"/>
                    <a:pt x="3660" y="5545"/>
                    <a:pt x="3586" y="5471"/>
                  </a:cubicBezTo>
                  <a:cubicBezTo>
                    <a:pt x="3554" y="5448"/>
                    <a:pt x="3546" y="5440"/>
                    <a:pt x="3549" y="5440"/>
                  </a:cubicBezTo>
                  <a:cubicBezTo>
                    <a:pt x="3555" y="5440"/>
                    <a:pt x="3595" y="5463"/>
                    <a:pt x="3611" y="5471"/>
                  </a:cubicBezTo>
                  <a:cubicBezTo>
                    <a:pt x="3615" y="5473"/>
                    <a:pt x="3620" y="5474"/>
                    <a:pt x="3627" y="5474"/>
                  </a:cubicBezTo>
                  <a:cubicBezTo>
                    <a:pt x="3659" y="5474"/>
                    <a:pt x="3713" y="5448"/>
                    <a:pt x="3734" y="5397"/>
                  </a:cubicBezTo>
                  <a:cubicBezTo>
                    <a:pt x="3783" y="5323"/>
                    <a:pt x="3845" y="5249"/>
                    <a:pt x="3907" y="5200"/>
                  </a:cubicBezTo>
                  <a:cubicBezTo>
                    <a:pt x="3968" y="5138"/>
                    <a:pt x="4042" y="5076"/>
                    <a:pt x="4128" y="5040"/>
                  </a:cubicBezTo>
                  <a:cubicBezTo>
                    <a:pt x="4135" y="5038"/>
                    <a:pt x="4142" y="5038"/>
                    <a:pt x="4148" y="5038"/>
                  </a:cubicBezTo>
                  <a:cubicBezTo>
                    <a:pt x="4201" y="5038"/>
                    <a:pt x="4246" y="5076"/>
                    <a:pt x="4301" y="5076"/>
                  </a:cubicBezTo>
                  <a:cubicBezTo>
                    <a:pt x="4375" y="5089"/>
                    <a:pt x="4362" y="5175"/>
                    <a:pt x="4276" y="5175"/>
                  </a:cubicBezTo>
                  <a:cubicBezTo>
                    <a:pt x="4219" y="5175"/>
                    <a:pt x="4189" y="5159"/>
                    <a:pt x="4160" y="5159"/>
                  </a:cubicBezTo>
                  <a:cubicBezTo>
                    <a:pt x="4146" y="5159"/>
                    <a:pt x="4132" y="5163"/>
                    <a:pt x="4116" y="5175"/>
                  </a:cubicBezTo>
                  <a:cubicBezTo>
                    <a:pt x="4079" y="5212"/>
                    <a:pt x="3968" y="5274"/>
                    <a:pt x="3980" y="5372"/>
                  </a:cubicBezTo>
                  <a:cubicBezTo>
                    <a:pt x="3980" y="5458"/>
                    <a:pt x="3882" y="5545"/>
                    <a:pt x="3857" y="5643"/>
                  </a:cubicBezTo>
                  <a:cubicBezTo>
                    <a:pt x="3839" y="5716"/>
                    <a:pt x="3828" y="5735"/>
                    <a:pt x="3853" y="5735"/>
                  </a:cubicBezTo>
                  <a:cubicBezTo>
                    <a:pt x="3861" y="5735"/>
                    <a:pt x="3875" y="5733"/>
                    <a:pt x="3894" y="5730"/>
                  </a:cubicBezTo>
                  <a:cubicBezTo>
                    <a:pt x="3904" y="5728"/>
                    <a:pt x="3914" y="5727"/>
                    <a:pt x="3923" y="5727"/>
                  </a:cubicBezTo>
                  <a:cubicBezTo>
                    <a:pt x="3982" y="5727"/>
                    <a:pt x="4018" y="5758"/>
                    <a:pt x="3943" y="5779"/>
                  </a:cubicBezTo>
                  <a:cubicBezTo>
                    <a:pt x="3870" y="5816"/>
                    <a:pt x="3820" y="5877"/>
                    <a:pt x="3833" y="5890"/>
                  </a:cubicBezTo>
                  <a:cubicBezTo>
                    <a:pt x="3857" y="5898"/>
                    <a:pt x="3883" y="5902"/>
                    <a:pt x="3909" y="5902"/>
                  </a:cubicBezTo>
                  <a:cubicBezTo>
                    <a:pt x="3961" y="5902"/>
                    <a:pt x="4013" y="5886"/>
                    <a:pt x="4054" y="5853"/>
                  </a:cubicBezTo>
                  <a:cubicBezTo>
                    <a:pt x="4128" y="5791"/>
                    <a:pt x="4178" y="5766"/>
                    <a:pt x="4239" y="5730"/>
                  </a:cubicBezTo>
                  <a:cubicBezTo>
                    <a:pt x="4313" y="5668"/>
                    <a:pt x="4399" y="5619"/>
                    <a:pt x="4486" y="5594"/>
                  </a:cubicBezTo>
                  <a:cubicBezTo>
                    <a:pt x="4535" y="5569"/>
                    <a:pt x="4658" y="5569"/>
                    <a:pt x="4695" y="5508"/>
                  </a:cubicBezTo>
                  <a:cubicBezTo>
                    <a:pt x="4720" y="5458"/>
                    <a:pt x="4658" y="5323"/>
                    <a:pt x="4658" y="5286"/>
                  </a:cubicBezTo>
                  <a:cubicBezTo>
                    <a:pt x="4658" y="5251"/>
                    <a:pt x="4725" y="5149"/>
                    <a:pt x="4763" y="5149"/>
                  </a:cubicBezTo>
                  <a:cubicBezTo>
                    <a:pt x="4765" y="5149"/>
                    <a:pt x="4767" y="5150"/>
                    <a:pt x="4769" y="5150"/>
                  </a:cubicBezTo>
                  <a:cubicBezTo>
                    <a:pt x="4818" y="5163"/>
                    <a:pt x="4880" y="5163"/>
                    <a:pt x="4929" y="5163"/>
                  </a:cubicBezTo>
                  <a:cubicBezTo>
                    <a:pt x="5040" y="5187"/>
                    <a:pt x="5126" y="5224"/>
                    <a:pt x="5213" y="5286"/>
                  </a:cubicBezTo>
                  <a:cubicBezTo>
                    <a:pt x="5235" y="5320"/>
                    <a:pt x="5360" y="5425"/>
                    <a:pt x="5400" y="5425"/>
                  </a:cubicBezTo>
                  <a:cubicBezTo>
                    <a:pt x="5404" y="5425"/>
                    <a:pt x="5408" y="5424"/>
                    <a:pt x="5410" y="5421"/>
                  </a:cubicBezTo>
                  <a:cubicBezTo>
                    <a:pt x="5420" y="5412"/>
                    <a:pt x="5493" y="5315"/>
                    <a:pt x="5515" y="5315"/>
                  </a:cubicBezTo>
                  <a:cubicBezTo>
                    <a:pt x="5521" y="5315"/>
                    <a:pt x="5523" y="5321"/>
                    <a:pt x="5521" y="5335"/>
                  </a:cubicBezTo>
                  <a:cubicBezTo>
                    <a:pt x="5496" y="5421"/>
                    <a:pt x="5570" y="5495"/>
                    <a:pt x="5619" y="5532"/>
                  </a:cubicBezTo>
                  <a:cubicBezTo>
                    <a:pt x="5682" y="5556"/>
                    <a:pt x="5749" y="5564"/>
                    <a:pt x="5815" y="5564"/>
                  </a:cubicBezTo>
                  <a:cubicBezTo>
                    <a:pt x="5853" y="5564"/>
                    <a:pt x="5891" y="5562"/>
                    <a:pt x="5927" y="5557"/>
                  </a:cubicBezTo>
                  <a:cubicBezTo>
                    <a:pt x="6013" y="5557"/>
                    <a:pt x="6038" y="5532"/>
                    <a:pt x="6063" y="5532"/>
                  </a:cubicBezTo>
                  <a:cubicBezTo>
                    <a:pt x="6094" y="5532"/>
                    <a:pt x="6176" y="5575"/>
                    <a:pt x="6231" y="5575"/>
                  </a:cubicBezTo>
                  <a:cubicBezTo>
                    <a:pt x="6242" y="5575"/>
                    <a:pt x="6252" y="5573"/>
                    <a:pt x="6260" y="5569"/>
                  </a:cubicBezTo>
                  <a:cubicBezTo>
                    <a:pt x="6269" y="5565"/>
                    <a:pt x="6275" y="5563"/>
                    <a:pt x="6278" y="5563"/>
                  </a:cubicBezTo>
                  <a:cubicBezTo>
                    <a:pt x="6295" y="5563"/>
                    <a:pt x="6271" y="5603"/>
                    <a:pt x="6322" y="5643"/>
                  </a:cubicBezTo>
                  <a:cubicBezTo>
                    <a:pt x="6368" y="5674"/>
                    <a:pt x="6464" y="5706"/>
                    <a:pt x="6544" y="5706"/>
                  </a:cubicBezTo>
                  <a:cubicBezTo>
                    <a:pt x="6591" y="5706"/>
                    <a:pt x="6632" y="5695"/>
                    <a:pt x="6654" y="5668"/>
                  </a:cubicBezTo>
                  <a:cubicBezTo>
                    <a:pt x="6701" y="5629"/>
                    <a:pt x="6744" y="5599"/>
                    <a:pt x="6768" y="5599"/>
                  </a:cubicBezTo>
                  <a:cubicBezTo>
                    <a:pt x="6782" y="5599"/>
                    <a:pt x="6790" y="5609"/>
                    <a:pt x="6790" y="5631"/>
                  </a:cubicBezTo>
                  <a:cubicBezTo>
                    <a:pt x="6790" y="5680"/>
                    <a:pt x="6716" y="5754"/>
                    <a:pt x="6740" y="5791"/>
                  </a:cubicBezTo>
                  <a:cubicBezTo>
                    <a:pt x="6851" y="5840"/>
                    <a:pt x="6962" y="5914"/>
                    <a:pt x="7073" y="5976"/>
                  </a:cubicBezTo>
                  <a:cubicBezTo>
                    <a:pt x="7184" y="6087"/>
                    <a:pt x="7295" y="6198"/>
                    <a:pt x="7418" y="6284"/>
                  </a:cubicBezTo>
                  <a:cubicBezTo>
                    <a:pt x="7421" y="6285"/>
                    <a:pt x="7424" y="6285"/>
                    <a:pt x="7428" y="6285"/>
                  </a:cubicBezTo>
                  <a:cubicBezTo>
                    <a:pt x="7469" y="6285"/>
                    <a:pt x="7554" y="6221"/>
                    <a:pt x="7554" y="6198"/>
                  </a:cubicBezTo>
                  <a:cubicBezTo>
                    <a:pt x="7554" y="6173"/>
                    <a:pt x="7504" y="6099"/>
                    <a:pt x="7504" y="6075"/>
                  </a:cubicBezTo>
                  <a:cubicBezTo>
                    <a:pt x="7504" y="6070"/>
                    <a:pt x="7509" y="6068"/>
                    <a:pt x="7515" y="6068"/>
                  </a:cubicBezTo>
                  <a:cubicBezTo>
                    <a:pt x="7543" y="6068"/>
                    <a:pt x="7615" y="6102"/>
                    <a:pt x="7615" y="6111"/>
                  </a:cubicBezTo>
                  <a:cubicBezTo>
                    <a:pt x="7628" y="6124"/>
                    <a:pt x="7665" y="6222"/>
                    <a:pt x="7689" y="6222"/>
                  </a:cubicBezTo>
                  <a:cubicBezTo>
                    <a:pt x="7726" y="6235"/>
                    <a:pt x="7775" y="6235"/>
                    <a:pt x="7812" y="6235"/>
                  </a:cubicBezTo>
                  <a:cubicBezTo>
                    <a:pt x="7812" y="6222"/>
                    <a:pt x="7763" y="6050"/>
                    <a:pt x="7751" y="5988"/>
                  </a:cubicBezTo>
                  <a:cubicBezTo>
                    <a:pt x="7742" y="5943"/>
                    <a:pt x="7733" y="5891"/>
                    <a:pt x="7743" y="5891"/>
                  </a:cubicBezTo>
                  <a:cubicBezTo>
                    <a:pt x="7747" y="5891"/>
                    <a:pt x="7753" y="5898"/>
                    <a:pt x="7763" y="5914"/>
                  </a:cubicBezTo>
                  <a:cubicBezTo>
                    <a:pt x="7825" y="6025"/>
                    <a:pt x="7886" y="6148"/>
                    <a:pt x="7948" y="6259"/>
                  </a:cubicBezTo>
                  <a:cubicBezTo>
                    <a:pt x="7985" y="6306"/>
                    <a:pt x="8009" y="6346"/>
                    <a:pt x="8034" y="6346"/>
                  </a:cubicBezTo>
                  <a:cubicBezTo>
                    <a:pt x="8042" y="6346"/>
                    <a:pt x="8050" y="6342"/>
                    <a:pt x="8059" y="6333"/>
                  </a:cubicBezTo>
                  <a:cubicBezTo>
                    <a:pt x="8088" y="6294"/>
                    <a:pt x="8125" y="6232"/>
                    <a:pt x="8127" y="6232"/>
                  </a:cubicBezTo>
                  <a:lnTo>
                    <a:pt x="8127" y="6232"/>
                  </a:lnTo>
                  <a:cubicBezTo>
                    <a:pt x="8128" y="6232"/>
                    <a:pt x="8126" y="6237"/>
                    <a:pt x="8120" y="6247"/>
                  </a:cubicBezTo>
                  <a:cubicBezTo>
                    <a:pt x="8108" y="6321"/>
                    <a:pt x="8133" y="6395"/>
                    <a:pt x="8194" y="6456"/>
                  </a:cubicBezTo>
                  <a:cubicBezTo>
                    <a:pt x="8256" y="6506"/>
                    <a:pt x="8256" y="6543"/>
                    <a:pt x="8281" y="6543"/>
                  </a:cubicBezTo>
                  <a:cubicBezTo>
                    <a:pt x="8305" y="6543"/>
                    <a:pt x="8281" y="6580"/>
                    <a:pt x="8268" y="6592"/>
                  </a:cubicBezTo>
                  <a:cubicBezTo>
                    <a:pt x="8244" y="6617"/>
                    <a:pt x="8268" y="6654"/>
                    <a:pt x="8293" y="6654"/>
                  </a:cubicBezTo>
                  <a:cubicBezTo>
                    <a:pt x="8318" y="6666"/>
                    <a:pt x="8318" y="6678"/>
                    <a:pt x="8293" y="6691"/>
                  </a:cubicBezTo>
                  <a:cubicBezTo>
                    <a:pt x="8268" y="6703"/>
                    <a:pt x="8231" y="6740"/>
                    <a:pt x="8268" y="6752"/>
                  </a:cubicBezTo>
                  <a:cubicBezTo>
                    <a:pt x="8318" y="6777"/>
                    <a:pt x="8367" y="6814"/>
                    <a:pt x="8404" y="6863"/>
                  </a:cubicBezTo>
                  <a:cubicBezTo>
                    <a:pt x="8465" y="6949"/>
                    <a:pt x="8527" y="7036"/>
                    <a:pt x="8613" y="7110"/>
                  </a:cubicBezTo>
                  <a:cubicBezTo>
                    <a:pt x="8619" y="7110"/>
                    <a:pt x="8635" y="7106"/>
                    <a:pt x="8647" y="7106"/>
                  </a:cubicBezTo>
                  <a:cubicBezTo>
                    <a:pt x="8660" y="7106"/>
                    <a:pt x="8669" y="7110"/>
                    <a:pt x="8663" y="7122"/>
                  </a:cubicBezTo>
                  <a:cubicBezTo>
                    <a:pt x="8613" y="7183"/>
                    <a:pt x="8589" y="7257"/>
                    <a:pt x="8576" y="7331"/>
                  </a:cubicBezTo>
                  <a:cubicBezTo>
                    <a:pt x="8576" y="7353"/>
                    <a:pt x="8583" y="7363"/>
                    <a:pt x="8592" y="7363"/>
                  </a:cubicBezTo>
                  <a:cubicBezTo>
                    <a:pt x="8604" y="7363"/>
                    <a:pt x="8619" y="7347"/>
                    <a:pt x="8626" y="7319"/>
                  </a:cubicBezTo>
                  <a:cubicBezTo>
                    <a:pt x="8633" y="7291"/>
                    <a:pt x="8644" y="7262"/>
                    <a:pt x="8657" y="7262"/>
                  </a:cubicBezTo>
                  <a:cubicBezTo>
                    <a:pt x="8666" y="7262"/>
                    <a:pt x="8677" y="7277"/>
                    <a:pt x="8687" y="7319"/>
                  </a:cubicBezTo>
                  <a:cubicBezTo>
                    <a:pt x="8706" y="7405"/>
                    <a:pt x="8726" y="7454"/>
                    <a:pt x="8733" y="7454"/>
                  </a:cubicBezTo>
                  <a:cubicBezTo>
                    <a:pt x="8735" y="7454"/>
                    <a:pt x="8737" y="7450"/>
                    <a:pt x="8737" y="7442"/>
                  </a:cubicBezTo>
                  <a:cubicBezTo>
                    <a:pt x="8746" y="7413"/>
                    <a:pt x="8741" y="7369"/>
                    <a:pt x="8744" y="7369"/>
                  </a:cubicBezTo>
                  <a:lnTo>
                    <a:pt x="8744" y="7369"/>
                  </a:lnTo>
                  <a:cubicBezTo>
                    <a:pt x="8745" y="7369"/>
                    <a:pt x="8746" y="7373"/>
                    <a:pt x="8749" y="7381"/>
                  </a:cubicBezTo>
                  <a:cubicBezTo>
                    <a:pt x="8761" y="7405"/>
                    <a:pt x="8773" y="7479"/>
                    <a:pt x="8823" y="7479"/>
                  </a:cubicBezTo>
                  <a:cubicBezTo>
                    <a:pt x="8829" y="7481"/>
                    <a:pt x="8833" y="7482"/>
                    <a:pt x="8836" y="7482"/>
                  </a:cubicBezTo>
                  <a:cubicBezTo>
                    <a:pt x="8845" y="7482"/>
                    <a:pt x="8847" y="7477"/>
                    <a:pt x="8851" y="7477"/>
                  </a:cubicBezTo>
                  <a:cubicBezTo>
                    <a:pt x="8856" y="7477"/>
                    <a:pt x="8863" y="7482"/>
                    <a:pt x="8884" y="7504"/>
                  </a:cubicBezTo>
                  <a:cubicBezTo>
                    <a:pt x="8914" y="7534"/>
                    <a:pt x="8958" y="7550"/>
                    <a:pt x="8990" y="7550"/>
                  </a:cubicBezTo>
                  <a:cubicBezTo>
                    <a:pt x="9011" y="7550"/>
                    <a:pt x="9027" y="7543"/>
                    <a:pt x="9032" y="7528"/>
                  </a:cubicBezTo>
                  <a:cubicBezTo>
                    <a:pt x="9053" y="7508"/>
                    <a:pt x="9048" y="7461"/>
                    <a:pt x="9053" y="7461"/>
                  </a:cubicBezTo>
                  <a:cubicBezTo>
                    <a:pt x="9054" y="7461"/>
                    <a:pt x="9055" y="7463"/>
                    <a:pt x="9057" y="7467"/>
                  </a:cubicBezTo>
                  <a:cubicBezTo>
                    <a:pt x="9069" y="7491"/>
                    <a:pt x="9069" y="7504"/>
                    <a:pt x="9082" y="7516"/>
                  </a:cubicBezTo>
                  <a:cubicBezTo>
                    <a:pt x="9082" y="7541"/>
                    <a:pt x="9106" y="7565"/>
                    <a:pt x="9118" y="7578"/>
                  </a:cubicBezTo>
                  <a:cubicBezTo>
                    <a:pt x="9143" y="7578"/>
                    <a:pt x="9082" y="7602"/>
                    <a:pt x="9045" y="7639"/>
                  </a:cubicBezTo>
                  <a:cubicBezTo>
                    <a:pt x="9008" y="7676"/>
                    <a:pt x="8946" y="7750"/>
                    <a:pt x="8971" y="7775"/>
                  </a:cubicBezTo>
                  <a:cubicBezTo>
                    <a:pt x="8995" y="7812"/>
                    <a:pt x="9057" y="7935"/>
                    <a:pt x="9082" y="7935"/>
                  </a:cubicBezTo>
                  <a:cubicBezTo>
                    <a:pt x="9118" y="7935"/>
                    <a:pt x="9106" y="7935"/>
                    <a:pt x="9082" y="7960"/>
                  </a:cubicBezTo>
                  <a:cubicBezTo>
                    <a:pt x="9062" y="7988"/>
                    <a:pt x="9043" y="8017"/>
                    <a:pt x="9024" y="8017"/>
                  </a:cubicBezTo>
                  <a:cubicBezTo>
                    <a:pt x="9019" y="8017"/>
                    <a:pt x="9013" y="8015"/>
                    <a:pt x="9008" y="8009"/>
                  </a:cubicBezTo>
                  <a:cubicBezTo>
                    <a:pt x="8988" y="7980"/>
                    <a:pt x="8977" y="7936"/>
                    <a:pt x="8961" y="7936"/>
                  </a:cubicBezTo>
                  <a:cubicBezTo>
                    <a:pt x="8956" y="7936"/>
                    <a:pt x="8951" y="7939"/>
                    <a:pt x="8946" y="7947"/>
                  </a:cubicBezTo>
                  <a:cubicBezTo>
                    <a:pt x="8934" y="7997"/>
                    <a:pt x="8971" y="7997"/>
                    <a:pt x="8995" y="8034"/>
                  </a:cubicBezTo>
                  <a:cubicBezTo>
                    <a:pt x="9020" y="8058"/>
                    <a:pt x="8995" y="8108"/>
                    <a:pt x="8995" y="8120"/>
                  </a:cubicBezTo>
                  <a:cubicBezTo>
                    <a:pt x="8995" y="8145"/>
                    <a:pt x="9032" y="8231"/>
                    <a:pt x="9069" y="8280"/>
                  </a:cubicBezTo>
                  <a:cubicBezTo>
                    <a:pt x="9079" y="8290"/>
                    <a:pt x="9087" y="8293"/>
                    <a:pt x="9093" y="8293"/>
                  </a:cubicBezTo>
                  <a:cubicBezTo>
                    <a:pt x="9113" y="8293"/>
                    <a:pt x="9125" y="8261"/>
                    <a:pt x="9143" y="8243"/>
                  </a:cubicBezTo>
                  <a:cubicBezTo>
                    <a:pt x="9180" y="8231"/>
                    <a:pt x="9229" y="8243"/>
                    <a:pt x="9242" y="8218"/>
                  </a:cubicBezTo>
                  <a:cubicBezTo>
                    <a:pt x="9242" y="8189"/>
                    <a:pt x="9258" y="8134"/>
                    <a:pt x="9264" y="8134"/>
                  </a:cubicBezTo>
                  <a:cubicBezTo>
                    <a:pt x="9265" y="8134"/>
                    <a:pt x="9266" y="8137"/>
                    <a:pt x="9266" y="8145"/>
                  </a:cubicBezTo>
                  <a:cubicBezTo>
                    <a:pt x="9266" y="8194"/>
                    <a:pt x="9316" y="8206"/>
                    <a:pt x="9340" y="8243"/>
                  </a:cubicBezTo>
                  <a:cubicBezTo>
                    <a:pt x="9353" y="8280"/>
                    <a:pt x="9340" y="8268"/>
                    <a:pt x="9316" y="8317"/>
                  </a:cubicBezTo>
                  <a:cubicBezTo>
                    <a:pt x="9316" y="8366"/>
                    <a:pt x="9303" y="8416"/>
                    <a:pt x="9279" y="8465"/>
                  </a:cubicBezTo>
                  <a:cubicBezTo>
                    <a:pt x="9262" y="8498"/>
                    <a:pt x="9268" y="8514"/>
                    <a:pt x="9284" y="8514"/>
                  </a:cubicBezTo>
                  <a:cubicBezTo>
                    <a:pt x="9292" y="8514"/>
                    <a:pt x="9303" y="8510"/>
                    <a:pt x="9316" y="8502"/>
                  </a:cubicBezTo>
                  <a:cubicBezTo>
                    <a:pt x="9340" y="8477"/>
                    <a:pt x="9365" y="8440"/>
                    <a:pt x="9402" y="8440"/>
                  </a:cubicBezTo>
                  <a:cubicBezTo>
                    <a:pt x="9427" y="8440"/>
                    <a:pt x="9439" y="8428"/>
                    <a:pt x="9427" y="8391"/>
                  </a:cubicBezTo>
                  <a:cubicBezTo>
                    <a:pt x="9427" y="8374"/>
                    <a:pt x="9427" y="8351"/>
                    <a:pt x="9435" y="8351"/>
                  </a:cubicBezTo>
                  <a:cubicBezTo>
                    <a:pt x="9438" y="8351"/>
                    <a:pt x="9444" y="8355"/>
                    <a:pt x="9451" y="8366"/>
                  </a:cubicBezTo>
                  <a:cubicBezTo>
                    <a:pt x="9463" y="8391"/>
                    <a:pt x="9488" y="8428"/>
                    <a:pt x="9513" y="8440"/>
                  </a:cubicBezTo>
                  <a:cubicBezTo>
                    <a:pt x="9537" y="8465"/>
                    <a:pt x="9463" y="8453"/>
                    <a:pt x="9500" y="8526"/>
                  </a:cubicBezTo>
                  <a:cubicBezTo>
                    <a:pt x="9525" y="8588"/>
                    <a:pt x="9525" y="8600"/>
                    <a:pt x="9562" y="8625"/>
                  </a:cubicBezTo>
                  <a:cubicBezTo>
                    <a:pt x="9574" y="8634"/>
                    <a:pt x="9588" y="8638"/>
                    <a:pt x="9601" y="8638"/>
                  </a:cubicBezTo>
                  <a:cubicBezTo>
                    <a:pt x="9644" y="8638"/>
                    <a:pt x="9691" y="8601"/>
                    <a:pt x="9710" y="8563"/>
                  </a:cubicBezTo>
                  <a:cubicBezTo>
                    <a:pt x="9723" y="8546"/>
                    <a:pt x="9730" y="8540"/>
                    <a:pt x="9732" y="8540"/>
                  </a:cubicBezTo>
                  <a:cubicBezTo>
                    <a:pt x="9737" y="8540"/>
                    <a:pt x="9726" y="8564"/>
                    <a:pt x="9710" y="8588"/>
                  </a:cubicBezTo>
                  <a:cubicBezTo>
                    <a:pt x="9693" y="8621"/>
                    <a:pt x="9693" y="8621"/>
                    <a:pt x="9710" y="8621"/>
                  </a:cubicBezTo>
                  <a:cubicBezTo>
                    <a:pt x="9718" y="8621"/>
                    <a:pt x="9730" y="8621"/>
                    <a:pt x="9747" y="8625"/>
                  </a:cubicBezTo>
                  <a:cubicBezTo>
                    <a:pt x="9808" y="8625"/>
                    <a:pt x="9821" y="8637"/>
                    <a:pt x="9747" y="8650"/>
                  </a:cubicBezTo>
                  <a:cubicBezTo>
                    <a:pt x="9685" y="8650"/>
                    <a:pt x="9685" y="8687"/>
                    <a:pt x="9636" y="8711"/>
                  </a:cubicBezTo>
                  <a:cubicBezTo>
                    <a:pt x="9587" y="8736"/>
                    <a:pt x="9537" y="8773"/>
                    <a:pt x="9562" y="8835"/>
                  </a:cubicBezTo>
                  <a:cubicBezTo>
                    <a:pt x="9574" y="8863"/>
                    <a:pt x="9596" y="8873"/>
                    <a:pt x="9619" y="8873"/>
                  </a:cubicBezTo>
                  <a:cubicBezTo>
                    <a:pt x="9645" y="8873"/>
                    <a:pt x="9672" y="8860"/>
                    <a:pt x="9685" y="8847"/>
                  </a:cubicBezTo>
                  <a:cubicBezTo>
                    <a:pt x="9693" y="8839"/>
                    <a:pt x="9706" y="8836"/>
                    <a:pt x="9720" y="8836"/>
                  </a:cubicBezTo>
                  <a:cubicBezTo>
                    <a:pt x="9748" y="8836"/>
                    <a:pt x="9784" y="8847"/>
                    <a:pt x="9808" y="8847"/>
                  </a:cubicBezTo>
                  <a:cubicBezTo>
                    <a:pt x="9845" y="8847"/>
                    <a:pt x="9870" y="8871"/>
                    <a:pt x="9821" y="8871"/>
                  </a:cubicBezTo>
                  <a:cubicBezTo>
                    <a:pt x="9772" y="8871"/>
                    <a:pt x="9722" y="8884"/>
                    <a:pt x="9673" y="8908"/>
                  </a:cubicBezTo>
                  <a:cubicBezTo>
                    <a:pt x="9636" y="8945"/>
                    <a:pt x="9599" y="8995"/>
                    <a:pt x="9661" y="8995"/>
                  </a:cubicBezTo>
                  <a:cubicBezTo>
                    <a:pt x="9722" y="8995"/>
                    <a:pt x="9772" y="9019"/>
                    <a:pt x="9698" y="9019"/>
                  </a:cubicBezTo>
                  <a:cubicBezTo>
                    <a:pt x="9624" y="9019"/>
                    <a:pt x="9636" y="9093"/>
                    <a:pt x="9710" y="9130"/>
                  </a:cubicBezTo>
                  <a:cubicBezTo>
                    <a:pt x="9755" y="9148"/>
                    <a:pt x="9807" y="9160"/>
                    <a:pt x="9855" y="9160"/>
                  </a:cubicBezTo>
                  <a:cubicBezTo>
                    <a:pt x="9873" y="9160"/>
                    <a:pt x="9891" y="9158"/>
                    <a:pt x="9907" y="9155"/>
                  </a:cubicBezTo>
                  <a:cubicBezTo>
                    <a:pt x="9969" y="9155"/>
                    <a:pt x="9944" y="9216"/>
                    <a:pt x="9993" y="9229"/>
                  </a:cubicBezTo>
                  <a:cubicBezTo>
                    <a:pt x="10002" y="9232"/>
                    <a:pt x="10010" y="9234"/>
                    <a:pt x="10018" y="9234"/>
                  </a:cubicBezTo>
                  <a:cubicBezTo>
                    <a:pt x="10071" y="9234"/>
                    <a:pt x="10117" y="9173"/>
                    <a:pt x="10117" y="9130"/>
                  </a:cubicBezTo>
                  <a:cubicBezTo>
                    <a:pt x="10121" y="9113"/>
                    <a:pt x="10125" y="9106"/>
                    <a:pt x="10129" y="9106"/>
                  </a:cubicBezTo>
                  <a:cubicBezTo>
                    <a:pt x="10136" y="9106"/>
                    <a:pt x="10141" y="9127"/>
                    <a:pt x="10141" y="9143"/>
                  </a:cubicBezTo>
                  <a:cubicBezTo>
                    <a:pt x="10141" y="9180"/>
                    <a:pt x="10092" y="9229"/>
                    <a:pt x="10080" y="9253"/>
                  </a:cubicBezTo>
                  <a:cubicBezTo>
                    <a:pt x="10055" y="9278"/>
                    <a:pt x="10104" y="9290"/>
                    <a:pt x="10129" y="9315"/>
                  </a:cubicBezTo>
                  <a:cubicBezTo>
                    <a:pt x="10145" y="9325"/>
                    <a:pt x="10163" y="9330"/>
                    <a:pt x="10179" y="9330"/>
                  </a:cubicBezTo>
                  <a:cubicBezTo>
                    <a:pt x="10225" y="9330"/>
                    <a:pt x="10264" y="9295"/>
                    <a:pt x="10264" y="9241"/>
                  </a:cubicBezTo>
                  <a:cubicBezTo>
                    <a:pt x="10264" y="9182"/>
                    <a:pt x="10282" y="9140"/>
                    <a:pt x="10293" y="9140"/>
                  </a:cubicBezTo>
                  <a:cubicBezTo>
                    <a:pt x="10298" y="9140"/>
                    <a:pt x="10301" y="9148"/>
                    <a:pt x="10301" y="9167"/>
                  </a:cubicBezTo>
                  <a:cubicBezTo>
                    <a:pt x="10301" y="9216"/>
                    <a:pt x="10289" y="9266"/>
                    <a:pt x="10277" y="9315"/>
                  </a:cubicBezTo>
                  <a:cubicBezTo>
                    <a:pt x="10270" y="9335"/>
                    <a:pt x="10282" y="9345"/>
                    <a:pt x="10300" y="9345"/>
                  </a:cubicBezTo>
                  <a:cubicBezTo>
                    <a:pt x="10315" y="9345"/>
                    <a:pt x="10334" y="9338"/>
                    <a:pt x="10351" y="9327"/>
                  </a:cubicBezTo>
                  <a:cubicBezTo>
                    <a:pt x="10364" y="9314"/>
                    <a:pt x="10378" y="9304"/>
                    <a:pt x="10381" y="9304"/>
                  </a:cubicBezTo>
                  <a:cubicBezTo>
                    <a:pt x="10384" y="9304"/>
                    <a:pt x="10380" y="9311"/>
                    <a:pt x="10363" y="9327"/>
                  </a:cubicBezTo>
                  <a:cubicBezTo>
                    <a:pt x="10338" y="9377"/>
                    <a:pt x="10326" y="9426"/>
                    <a:pt x="10363" y="9475"/>
                  </a:cubicBezTo>
                  <a:cubicBezTo>
                    <a:pt x="10371" y="9517"/>
                    <a:pt x="10430" y="9575"/>
                    <a:pt x="10471" y="9575"/>
                  </a:cubicBezTo>
                  <a:cubicBezTo>
                    <a:pt x="10491" y="9575"/>
                    <a:pt x="10507" y="9561"/>
                    <a:pt x="10511" y="9525"/>
                  </a:cubicBezTo>
                  <a:cubicBezTo>
                    <a:pt x="10519" y="9450"/>
                    <a:pt x="10527" y="9409"/>
                    <a:pt x="10532" y="9409"/>
                  </a:cubicBezTo>
                  <a:cubicBezTo>
                    <a:pt x="10534" y="9409"/>
                    <a:pt x="10535" y="9418"/>
                    <a:pt x="10535" y="9438"/>
                  </a:cubicBezTo>
                  <a:cubicBezTo>
                    <a:pt x="10548" y="9488"/>
                    <a:pt x="10548" y="9537"/>
                    <a:pt x="10572" y="9586"/>
                  </a:cubicBezTo>
                  <a:cubicBezTo>
                    <a:pt x="10572" y="9635"/>
                    <a:pt x="10523" y="9623"/>
                    <a:pt x="10511" y="9635"/>
                  </a:cubicBezTo>
                  <a:cubicBezTo>
                    <a:pt x="10511" y="9648"/>
                    <a:pt x="10535" y="9660"/>
                    <a:pt x="10585" y="9672"/>
                  </a:cubicBezTo>
                  <a:cubicBezTo>
                    <a:pt x="10604" y="9672"/>
                    <a:pt x="10626" y="9674"/>
                    <a:pt x="10646" y="9674"/>
                  </a:cubicBezTo>
                  <a:cubicBezTo>
                    <a:pt x="10675" y="9674"/>
                    <a:pt x="10701" y="9670"/>
                    <a:pt x="10708" y="9648"/>
                  </a:cubicBezTo>
                  <a:cubicBezTo>
                    <a:pt x="10708" y="9628"/>
                    <a:pt x="10708" y="9615"/>
                    <a:pt x="10710" y="9615"/>
                  </a:cubicBezTo>
                  <a:cubicBezTo>
                    <a:pt x="10711" y="9615"/>
                    <a:pt x="10715" y="9625"/>
                    <a:pt x="10720" y="9648"/>
                  </a:cubicBezTo>
                  <a:cubicBezTo>
                    <a:pt x="10745" y="9697"/>
                    <a:pt x="10757" y="9734"/>
                    <a:pt x="10770" y="9783"/>
                  </a:cubicBezTo>
                  <a:cubicBezTo>
                    <a:pt x="10782" y="9808"/>
                    <a:pt x="10794" y="9833"/>
                    <a:pt x="10819" y="9857"/>
                  </a:cubicBezTo>
                  <a:cubicBezTo>
                    <a:pt x="10843" y="9882"/>
                    <a:pt x="10868" y="9906"/>
                    <a:pt x="10868" y="9931"/>
                  </a:cubicBezTo>
                  <a:cubicBezTo>
                    <a:pt x="10868" y="9956"/>
                    <a:pt x="10905" y="10079"/>
                    <a:pt x="10905" y="10153"/>
                  </a:cubicBezTo>
                  <a:cubicBezTo>
                    <a:pt x="10905" y="10227"/>
                    <a:pt x="10942" y="10412"/>
                    <a:pt x="10880" y="10424"/>
                  </a:cubicBezTo>
                  <a:cubicBezTo>
                    <a:pt x="10852" y="10435"/>
                    <a:pt x="10810" y="10444"/>
                    <a:pt x="10777" y="10444"/>
                  </a:cubicBezTo>
                  <a:cubicBezTo>
                    <a:pt x="10739" y="10444"/>
                    <a:pt x="10713" y="10432"/>
                    <a:pt x="10733" y="10399"/>
                  </a:cubicBezTo>
                  <a:cubicBezTo>
                    <a:pt x="10782" y="10338"/>
                    <a:pt x="10868" y="10215"/>
                    <a:pt x="10819" y="10190"/>
                  </a:cubicBezTo>
                  <a:cubicBezTo>
                    <a:pt x="10770" y="10153"/>
                    <a:pt x="10609" y="10178"/>
                    <a:pt x="10535" y="10141"/>
                  </a:cubicBezTo>
                  <a:cubicBezTo>
                    <a:pt x="10482" y="10114"/>
                    <a:pt x="10417" y="10062"/>
                    <a:pt x="10379" y="10062"/>
                  </a:cubicBezTo>
                  <a:cubicBezTo>
                    <a:pt x="10365" y="10062"/>
                    <a:pt x="10354" y="10070"/>
                    <a:pt x="10351" y="10091"/>
                  </a:cubicBezTo>
                  <a:cubicBezTo>
                    <a:pt x="10363" y="10227"/>
                    <a:pt x="10412" y="10375"/>
                    <a:pt x="10486" y="10498"/>
                  </a:cubicBezTo>
                  <a:cubicBezTo>
                    <a:pt x="10560" y="10609"/>
                    <a:pt x="10462" y="10695"/>
                    <a:pt x="10523" y="10744"/>
                  </a:cubicBezTo>
                  <a:cubicBezTo>
                    <a:pt x="10585" y="10794"/>
                    <a:pt x="10745" y="10806"/>
                    <a:pt x="10683" y="10818"/>
                  </a:cubicBezTo>
                  <a:cubicBezTo>
                    <a:pt x="10597" y="10818"/>
                    <a:pt x="10535" y="10880"/>
                    <a:pt x="10535" y="10966"/>
                  </a:cubicBezTo>
                  <a:cubicBezTo>
                    <a:pt x="10535" y="11065"/>
                    <a:pt x="10560" y="11225"/>
                    <a:pt x="10560" y="11274"/>
                  </a:cubicBezTo>
                  <a:cubicBezTo>
                    <a:pt x="10548" y="11422"/>
                    <a:pt x="10535" y="11558"/>
                    <a:pt x="10498" y="11705"/>
                  </a:cubicBezTo>
                  <a:cubicBezTo>
                    <a:pt x="10474" y="11816"/>
                    <a:pt x="10412" y="11890"/>
                    <a:pt x="10425" y="11989"/>
                  </a:cubicBezTo>
                  <a:cubicBezTo>
                    <a:pt x="10412" y="12075"/>
                    <a:pt x="10425" y="12161"/>
                    <a:pt x="10462" y="12248"/>
                  </a:cubicBezTo>
                  <a:cubicBezTo>
                    <a:pt x="10498" y="12346"/>
                    <a:pt x="10523" y="12445"/>
                    <a:pt x="10511" y="12556"/>
                  </a:cubicBezTo>
                  <a:cubicBezTo>
                    <a:pt x="10511" y="12630"/>
                    <a:pt x="10449" y="12765"/>
                    <a:pt x="10462" y="12814"/>
                  </a:cubicBezTo>
                  <a:cubicBezTo>
                    <a:pt x="10474" y="12864"/>
                    <a:pt x="10560" y="12938"/>
                    <a:pt x="10560" y="13036"/>
                  </a:cubicBezTo>
                  <a:cubicBezTo>
                    <a:pt x="10560" y="13135"/>
                    <a:pt x="10585" y="13233"/>
                    <a:pt x="10634" y="13320"/>
                  </a:cubicBezTo>
                  <a:cubicBezTo>
                    <a:pt x="10696" y="13393"/>
                    <a:pt x="10720" y="13393"/>
                    <a:pt x="10770" y="13480"/>
                  </a:cubicBezTo>
                  <a:cubicBezTo>
                    <a:pt x="10807" y="13566"/>
                    <a:pt x="10807" y="13628"/>
                    <a:pt x="10831" y="13628"/>
                  </a:cubicBezTo>
                  <a:cubicBezTo>
                    <a:pt x="10851" y="13628"/>
                    <a:pt x="10871" y="13580"/>
                    <a:pt x="10884" y="13580"/>
                  </a:cubicBezTo>
                  <a:cubicBezTo>
                    <a:pt x="10887" y="13580"/>
                    <a:pt x="10890" y="13583"/>
                    <a:pt x="10893" y="13591"/>
                  </a:cubicBezTo>
                  <a:cubicBezTo>
                    <a:pt x="10917" y="13628"/>
                    <a:pt x="10979" y="13714"/>
                    <a:pt x="10954" y="13726"/>
                  </a:cubicBezTo>
                  <a:cubicBezTo>
                    <a:pt x="10951" y="13728"/>
                    <a:pt x="10948" y="13728"/>
                    <a:pt x="10945" y="13728"/>
                  </a:cubicBezTo>
                  <a:cubicBezTo>
                    <a:pt x="10927" y="13728"/>
                    <a:pt x="10905" y="13712"/>
                    <a:pt x="10895" y="13712"/>
                  </a:cubicBezTo>
                  <a:cubicBezTo>
                    <a:pt x="10891" y="13712"/>
                    <a:pt x="10889" y="13716"/>
                    <a:pt x="10893" y="13726"/>
                  </a:cubicBezTo>
                  <a:cubicBezTo>
                    <a:pt x="10905" y="13800"/>
                    <a:pt x="10930" y="13862"/>
                    <a:pt x="10967" y="13923"/>
                  </a:cubicBezTo>
                  <a:cubicBezTo>
                    <a:pt x="11016" y="13960"/>
                    <a:pt x="11065" y="13960"/>
                    <a:pt x="11065" y="13997"/>
                  </a:cubicBezTo>
                  <a:cubicBezTo>
                    <a:pt x="11065" y="14046"/>
                    <a:pt x="11016" y="14108"/>
                    <a:pt x="11041" y="14157"/>
                  </a:cubicBezTo>
                  <a:cubicBezTo>
                    <a:pt x="11078" y="14207"/>
                    <a:pt x="11287" y="14453"/>
                    <a:pt x="11324" y="14539"/>
                  </a:cubicBezTo>
                  <a:cubicBezTo>
                    <a:pt x="11349" y="14626"/>
                    <a:pt x="11324" y="14675"/>
                    <a:pt x="11386" y="14687"/>
                  </a:cubicBezTo>
                  <a:cubicBezTo>
                    <a:pt x="11509" y="14736"/>
                    <a:pt x="11620" y="14786"/>
                    <a:pt x="11718" y="14847"/>
                  </a:cubicBezTo>
                  <a:cubicBezTo>
                    <a:pt x="11780" y="14884"/>
                    <a:pt x="11817" y="14847"/>
                    <a:pt x="11891" y="14897"/>
                  </a:cubicBezTo>
                  <a:cubicBezTo>
                    <a:pt x="11952" y="14946"/>
                    <a:pt x="12137" y="15131"/>
                    <a:pt x="12137" y="15205"/>
                  </a:cubicBezTo>
                  <a:cubicBezTo>
                    <a:pt x="12150" y="15242"/>
                    <a:pt x="12150" y="15291"/>
                    <a:pt x="12174" y="15328"/>
                  </a:cubicBezTo>
                  <a:cubicBezTo>
                    <a:pt x="12186" y="15402"/>
                    <a:pt x="12211" y="15463"/>
                    <a:pt x="12248" y="15525"/>
                  </a:cubicBezTo>
                  <a:cubicBezTo>
                    <a:pt x="12310" y="15599"/>
                    <a:pt x="12421" y="15895"/>
                    <a:pt x="12482" y="16018"/>
                  </a:cubicBezTo>
                  <a:cubicBezTo>
                    <a:pt x="12531" y="16141"/>
                    <a:pt x="12507" y="16166"/>
                    <a:pt x="12568" y="16227"/>
                  </a:cubicBezTo>
                  <a:cubicBezTo>
                    <a:pt x="12679" y="16314"/>
                    <a:pt x="12778" y="16412"/>
                    <a:pt x="12864" y="16535"/>
                  </a:cubicBezTo>
                  <a:cubicBezTo>
                    <a:pt x="12889" y="16622"/>
                    <a:pt x="12901" y="16708"/>
                    <a:pt x="12901" y="16794"/>
                  </a:cubicBezTo>
                  <a:cubicBezTo>
                    <a:pt x="12912" y="16828"/>
                    <a:pt x="12913" y="16841"/>
                    <a:pt x="12907" y="16841"/>
                  </a:cubicBezTo>
                  <a:cubicBezTo>
                    <a:pt x="12899" y="16841"/>
                    <a:pt x="12879" y="16821"/>
                    <a:pt x="12852" y="16794"/>
                  </a:cubicBezTo>
                  <a:cubicBezTo>
                    <a:pt x="12834" y="16777"/>
                    <a:pt x="12795" y="16765"/>
                    <a:pt x="12761" y="16765"/>
                  </a:cubicBezTo>
                  <a:cubicBezTo>
                    <a:pt x="12723" y="16765"/>
                    <a:pt x="12691" y="16780"/>
                    <a:pt x="12704" y="16819"/>
                  </a:cubicBezTo>
                  <a:cubicBezTo>
                    <a:pt x="12766" y="16917"/>
                    <a:pt x="12864" y="17004"/>
                    <a:pt x="12975" y="17053"/>
                  </a:cubicBezTo>
                  <a:cubicBezTo>
                    <a:pt x="13024" y="17053"/>
                    <a:pt x="13086" y="17065"/>
                    <a:pt x="13123" y="17102"/>
                  </a:cubicBezTo>
                  <a:cubicBezTo>
                    <a:pt x="13209" y="17188"/>
                    <a:pt x="13295" y="17275"/>
                    <a:pt x="13369" y="17373"/>
                  </a:cubicBezTo>
                  <a:cubicBezTo>
                    <a:pt x="13394" y="17423"/>
                    <a:pt x="13394" y="17484"/>
                    <a:pt x="13369" y="17546"/>
                  </a:cubicBezTo>
                  <a:cubicBezTo>
                    <a:pt x="13332" y="17595"/>
                    <a:pt x="13295" y="17620"/>
                    <a:pt x="13345" y="17657"/>
                  </a:cubicBezTo>
                  <a:cubicBezTo>
                    <a:pt x="13382" y="17706"/>
                    <a:pt x="13542" y="17817"/>
                    <a:pt x="13591" y="17878"/>
                  </a:cubicBezTo>
                  <a:cubicBezTo>
                    <a:pt x="13653" y="17940"/>
                    <a:pt x="13776" y="18063"/>
                    <a:pt x="13825" y="18137"/>
                  </a:cubicBezTo>
                  <a:cubicBezTo>
                    <a:pt x="13859" y="18188"/>
                    <a:pt x="13876" y="18216"/>
                    <a:pt x="13895" y="18216"/>
                  </a:cubicBezTo>
                  <a:cubicBezTo>
                    <a:pt x="13903" y="18216"/>
                    <a:pt x="13912" y="18210"/>
                    <a:pt x="13924" y="18199"/>
                  </a:cubicBezTo>
                  <a:cubicBezTo>
                    <a:pt x="13948" y="18162"/>
                    <a:pt x="14010" y="18088"/>
                    <a:pt x="13973" y="18051"/>
                  </a:cubicBezTo>
                  <a:cubicBezTo>
                    <a:pt x="13936" y="18002"/>
                    <a:pt x="13911" y="17989"/>
                    <a:pt x="13899" y="17940"/>
                  </a:cubicBezTo>
                  <a:cubicBezTo>
                    <a:pt x="13899" y="17891"/>
                    <a:pt x="13899" y="17854"/>
                    <a:pt x="13850" y="17841"/>
                  </a:cubicBezTo>
                  <a:cubicBezTo>
                    <a:pt x="13788" y="17817"/>
                    <a:pt x="13690" y="17854"/>
                    <a:pt x="13677" y="17768"/>
                  </a:cubicBezTo>
                  <a:cubicBezTo>
                    <a:pt x="13653" y="17669"/>
                    <a:pt x="13702" y="17644"/>
                    <a:pt x="13702" y="17620"/>
                  </a:cubicBezTo>
                  <a:cubicBezTo>
                    <a:pt x="13702" y="17595"/>
                    <a:pt x="13677" y="17607"/>
                    <a:pt x="13665" y="17583"/>
                  </a:cubicBezTo>
                  <a:cubicBezTo>
                    <a:pt x="13603" y="17484"/>
                    <a:pt x="13566" y="17386"/>
                    <a:pt x="13542" y="17287"/>
                  </a:cubicBezTo>
                  <a:cubicBezTo>
                    <a:pt x="13530" y="17213"/>
                    <a:pt x="13505" y="17151"/>
                    <a:pt x="13456" y="17090"/>
                  </a:cubicBezTo>
                  <a:cubicBezTo>
                    <a:pt x="13419" y="17053"/>
                    <a:pt x="13258" y="16843"/>
                    <a:pt x="13221" y="16806"/>
                  </a:cubicBezTo>
                  <a:cubicBezTo>
                    <a:pt x="13197" y="16770"/>
                    <a:pt x="13172" y="16597"/>
                    <a:pt x="13123" y="16535"/>
                  </a:cubicBezTo>
                  <a:cubicBezTo>
                    <a:pt x="13086" y="16486"/>
                    <a:pt x="13037" y="16461"/>
                    <a:pt x="13012" y="16425"/>
                  </a:cubicBezTo>
                  <a:cubicBezTo>
                    <a:pt x="12987" y="16351"/>
                    <a:pt x="12950" y="16289"/>
                    <a:pt x="12901" y="16227"/>
                  </a:cubicBezTo>
                  <a:cubicBezTo>
                    <a:pt x="12827" y="16166"/>
                    <a:pt x="12778" y="16129"/>
                    <a:pt x="12766" y="16055"/>
                  </a:cubicBezTo>
                  <a:cubicBezTo>
                    <a:pt x="12753" y="15981"/>
                    <a:pt x="12704" y="15661"/>
                    <a:pt x="12692" y="15611"/>
                  </a:cubicBezTo>
                  <a:cubicBezTo>
                    <a:pt x="12692" y="15574"/>
                    <a:pt x="12692" y="15537"/>
                    <a:pt x="12724" y="15537"/>
                  </a:cubicBezTo>
                  <a:cubicBezTo>
                    <a:pt x="12734" y="15537"/>
                    <a:pt x="12748" y="15541"/>
                    <a:pt x="12766" y="15550"/>
                  </a:cubicBezTo>
                  <a:cubicBezTo>
                    <a:pt x="12832" y="15594"/>
                    <a:pt x="12839" y="15638"/>
                    <a:pt x="12866" y="15638"/>
                  </a:cubicBezTo>
                  <a:cubicBezTo>
                    <a:pt x="12869" y="15638"/>
                    <a:pt x="12873" y="15637"/>
                    <a:pt x="12876" y="15636"/>
                  </a:cubicBezTo>
                  <a:cubicBezTo>
                    <a:pt x="12897" y="15629"/>
                    <a:pt x="12921" y="15619"/>
                    <a:pt x="12942" y="15619"/>
                  </a:cubicBezTo>
                  <a:cubicBezTo>
                    <a:pt x="12960" y="15619"/>
                    <a:pt x="12976" y="15626"/>
                    <a:pt x="12987" y="15648"/>
                  </a:cubicBezTo>
                  <a:cubicBezTo>
                    <a:pt x="13024" y="15698"/>
                    <a:pt x="13098" y="15673"/>
                    <a:pt x="13123" y="15710"/>
                  </a:cubicBezTo>
                  <a:cubicBezTo>
                    <a:pt x="13148" y="15747"/>
                    <a:pt x="13148" y="15919"/>
                    <a:pt x="13209" y="16092"/>
                  </a:cubicBezTo>
                  <a:cubicBezTo>
                    <a:pt x="13283" y="16264"/>
                    <a:pt x="13295" y="16314"/>
                    <a:pt x="13283" y="16351"/>
                  </a:cubicBezTo>
                  <a:cubicBezTo>
                    <a:pt x="13272" y="16383"/>
                    <a:pt x="13223" y="16454"/>
                    <a:pt x="13245" y="16454"/>
                  </a:cubicBezTo>
                  <a:cubicBezTo>
                    <a:pt x="13248" y="16454"/>
                    <a:pt x="13252" y="16452"/>
                    <a:pt x="13258" y="16449"/>
                  </a:cubicBezTo>
                  <a:cubicBezTo>
                    <a:pt x="13305" y="16421"/>
                    <a:pt x="13295" y="16345"/>
                    <a:pt x="13314" y="16345"/>
                  </a:cubicBezTo>
                  <a:cubicBezTo>
                    <a:pt x="13320" y="16345"/>
                    <a:pt x="13329" y="16354"/>
                    <a:pt x="13345" y="16375"/>
                  </a:cubicBezTo>
                  <a:cubicBezTo>
                    <a:pt x="13382" y="16449"/>
                    <a:pt x="13443" y="16523"/>
                    <a:pt x="13493" y="16585"/>
                  </a:cubicBezTo>
                  <a:cubicBezTo>
                    <a:pt x="13542" y="16646"/>
                    <a:pt x="13603" y="16696"/>
                    <a:pt x="13665" y="16720"/>
                  </a:cubicBezTo>
                  <a:cubicBezTo>
                    <a:pt x="13714" y="16745"/>
                    <a:pt x="13665" y="16794"/>
                    <a:pt x="13714" y="16868"/>
                  </a:cubicBezTo>
                  <a:cubicBezTo>
                    <a:pt x="13764" y="16930"/>
                    <a:pt x="13838" y="16942"/>
                    <a:pt x="13862" y="16991"/>
                  </a:cubicBezTo>
                  <a:cubicBezTo>
                    <a:pt x="13875" y="17041"/>
                    <a:pt x="13887" y="17102"/>
                    <a:pt x="13924" y="17115"/>
                  </a:cubicBezTo>
                  <a:cubicBezTo>
                    <a:pt x="13934" y="17115"/>
                    <a:pt x="13951" y="17111"/>
                    <a:pt x="13968" y="17111"/>
                  </a:cubicBezTo>
                  <a:cubicBezTo>
                    <a:pt x="13994" y="17111"/>
                    <a:pt x="14017" y="17119"/>
                    <a:pt x="14010" y="17164"/>
                  </a:cubicBezTo>
                  <a:cubicBezTo>
                    <a:pt x="14010" y="17225"/>
                    <a:pt x="13973" y="17250"/>
                    <a:pt x="13985" y="17312"/>
                  </a:cubicBezTo>
                  <a:cubicBezTo>
                    <a:pt x="14010" y="17386"/>
                    <a:pt x="14084" y="17423"/>
                    <a:pt x="14133" y="17447"/>
                  </a:cubicBezTo>
                  <a:cubicBezTo>
                    <a:pt x="14170" y="17484"/>
                    <a:pt x="14183" y="17521"/>
                    <a:pt x="14207" y="17521"/>
                  </a:cubicBezTo>
                  <a:cubicBezTo>
                    <a:pt x="14256" y="17546"/>
                    <a:pt x="14293" y="17595"/>
                    <a:pt x="14306" y="17644"/>
                  </a:cubicBezTo>
                  <a:cubicBezTo>
                    <a:pt x="14318" y="17681"/>
                    <a:pt x="14343" y="17706"/>
                    <a:pt x="14380" y="17731"/>
                  </a:cubicBezTo>
                  <a:cubicBezTo>
                    <a:pt x="14429" y="17792"/>
                    <a:pt x="14478" y="17841"/>
                    <a:pt x="14528" y="17903"/>
                  </a:cubicBezTo>
                  <a:cubicBezTo>
                    <a:pt x="14577" y="17977"/>
                    <a:pt x="14749" y="18162"/>
                    <a:pt x="14799" y="18236"/>
                  </a:cubicBezTo>
                  <a:cubicBezTo>
                    <a:pt x="14860" y="18322"/>
                    <a:pt x="14922" y="18396"/>
                    <a:pt x="14910" y="18458"/>
                  </a:cubicBezTo>
                  <a:cubicBezTo>
                    <a:pt x="14910" y="18519"/>
                    <a:pt x="14836" y="18556"/>
                    <a:pt x="14885" y="18568"/>
                  </a:cubicBezTo>
                  <a:cubicBezTo>
                    <a:pt x="14922" y="18568"/>
                    <a:pt x="14959" y="18568"/>
                    <a:pt x="14971" y="18618"/>
                  </a:cubicBezTo>
                  <a:cubicBezTo>
                    <a:pt x="14996" y="18667"/>
                    <a:pt x="14946" y="18753"/>
                    <a:pt x="14922" y="18803"/>
                  </a:cubicBezTo>
                  <a:cubicBezTo>
                    <a:pt x="14910" y="18852"/>
                    <a:pt x="14971" y="18839"/>
                    <a:pt x="14959" y="18864"/>
                  </a:cubicBezTo>
                  <a:cubicBezTo>
                    <a:pt x="14946" y="18901"/>
                    <a:pt x="14873" y="18975"/>
                    <a:pt x="14897" y="19024"/>
                  </a:cubicBezTo>
                  <a:cubicBezTo>
                    <a:pt x="14959" y="19135"/>
                    <a:pt x="15033" y="19234"/>
                    <a:pt x="15131" y="19332"/>
                  </a:cubicBezTo>
                  <a:cubicBezTo>
                    <a:pt x="15181" y="19357"/>
                    <a:pt x="15255" y="19357"/>
                    <a:pt x="15316" y="19443"/>
                  </a:cubicBezTo>
                  <a:cubicBezTo>
                    <a:pt x="15365" y="19517"/>
                    <a:pt x="15439" y="19591"/>
                    <a:pt x="15526" y="19628"/>
                  </a:cubicBezTo>
                  <a:cubicBezTo>
                    <a:pt x="15600" y="19653"/>
                    <a:pt x="15747" y="19665"/>
                    <a:pt x="15784" y="19690"/>
                  </a:cubicBezTo>
                  <a:cubicBezTo>
                    <a:pt x="15920" y="19788"/>
                    <a:pt x="16055" y="19887"/>
                    <a:pt x="16203" y="19973"/>
                  </a:cubicBezTo>
                  <a:cubicBezTo>
                    <a:pt x="16339" y="20035"/>
                    <a:pt x="16474" y="20096"/>
                    <a:pt x="16598" y="20158"/>
                  </a:cubicBezTo>
                  <a:cubicBezTo>
                    <a:pt x="16721" y="20219"/>
                    <a:pt x="16869" y="20244"/>
                    <a:pt x="16930" y="20293"/>
                  </a:cubicBezTo>
                  <a:cubicBezTo>
                    <a:pt x="16966" y="20309"/>
                    <a:pt x="17007" y="20316"/>
                    <a:pt x="17048" y="20316"/>
                  </a:cubicBezTo>
                  <a:cubicBezTo>
                    <a:pt x="17105" y="20316"/>
                    <a:pt x="17163" y="20303"/>
                    <a:pt x="17214" y="20281"/>
                  </a:cubicBezTo>
                  <a:cubicBezTo>
                    <a:pt x="17275" y="20232"/>
                    <a:pt x="17325" y="20170"/>
                    <a:pt x="17411" y="20170"/>
                  </a:cubicBezTo>
                  <a:cubicBezTo>
                    <a:pt x="17425" y="20168"/>
                    <a:pt x="17440" y="20167"/>
                    <a:pt x="17454" y="20167"/>
                  </a:cubicBezTo>
                  <a:cubicBezTo>
                    <a:pt x="17525" y="20167"/>
                    <a:pt x="17596" y="20193"/>
                    <a:pt x="17657" y="20244"/>
                  </a:cubicBezTo>
                  <a:cubicBezTo>
                    <a:pt x="17756" y="20318"/>
                    <a:pt x="17830" y="20343"/>
                    <a:pt x="17879" y="20404"/>
                  </a:cubicBezTo>
                  <a:cubicBezTo>
                    <a:pt x="17928" y="20478"/>
                    <a:pt x="17990" y="20564"/>
                    <a:pt x="18051" y="20626"/>
                  </a:cubicBezTo>
                  <a:cubicBezTo>
                    <a:pt x="18064" y="20638"/>
                    <a:pt x="18076" y="20651"/>
                    <a:pt x="18088" y="20663"/>
                  </a:cubicBezTo>
                  <a:cubicBezTo>
                    <a:pt x="18162" y="20737"/>
                    <a:pt x="18224" y="20799"/>
                    <a:pt x="18286" y="20823"/>
                  </a:cubicBezTo>
                  <a:cubicBezTo>
                    <a:pt x="18372" y="20823"/>
                    <a:pt x="18470" y="20836"/>
                    <a:pt x="18557" y="20873"/>
                  </a:cubicBezTo>
                  <a:lnTo>
                    <a:pt x="18581" y="20885"/>
                  </a:lnTo>
                  <a:cubicBezTo>
                    <a:pt x="18668" y="20934"/>
                    <a:pt x="18766" y="20983"/>
                    <a:pt x="18865" y="21020"/>
                  </a:cubicBezTo>
                  <a:cubicBezTo>
                    <a:pt x="18903" y="21036"/>
                    <a:pt x="18950" y="21046"/>
                    <a:pt x="18996" y="21046"/>
                  </a:cubicBezTo>
                  <a:cubicBezTo>
                    <a:pt x="19023" y="21046"/>
                    <a:pt x="19051" y="21042"/>
                    <a:pt x="19074" y="21033"/>
                  </a:cubicBezTo>
                  <a:lnTo>
                    <a:pt x="19099" y="21020"/>
                  </a:lnTo>
                  <a:cubicBezTo>
                    <a:pt x="19123" y="21008"/>
                    <a:pt x="19157" y="21002"/>
                    <a:pt x="19182" y="21002"/>
                  </a:cubicBezTo>
                  <a:cubicBezTo>
                    <a:pt x="19207" y="21002"/>
                    <a:pt x="19222" y="21008"/>
                    <a:pt x="19210" y="21020"/>
                  </a:cubicBezTo>
                  <a:cubicBezTo>
                    <a:pt x="19185" y="21045"/>
                    <a:pt x="19148" y="21107"/>
                    <a:pt x="19160" y="21144"/>
                  </a:cubicBezTo>
                  <a:lnTo>
                    <a:pt x="19173" y="21156"/>
                  </a:lnTo>
                  <a:cubicBezTo>
                    <a:pt x="19210" y="21181"/>
                    <a:pt x="19308" y="21353"/>
                    <a:pt x="19394" y="21452"/>
                  </a:cubicBezTo>
                  <a:cubicBezTo>
                    <a:pt x="19481" y="21538"/>
                    <a:pt x="19567" y="21587"/>
                    <a:pt x="19616" y="21636"/>
                  </a:cubicBezTo>
                  <a:cubicBezTo>
                    <a:pt x="19629" y="21649"/>
                    <a:pt x="19641" y="21661"/>
                    <a:pt x="19653" y="21673"/>
                  </a:cubicBezTo>
                  <a:cubicBezTo>
                    <a:pt x="19678" y="21710"/>
                    <a:pt x="19616" y="21723"/>
                    <a:pt x="19616" y="21760"/>
                  </a:cubicBezTo>
                  <a:cubicBezTo>
                    <a:pt x="19604" y="21797"/>
                    <a:pt x="19555" y="21846"/>
                    <a:pt x="19567" y="21895"/>
                  </a:cubicBezTo>
                  <a:cubicBezTo>
                    <a:pt x="19567" y="21932"/>
                    <a:pt x="19567" y="21969"/>
                    <a:pt x="19604" y="21969"/>
                  </a:cubicBezTo>
                  <a:cubicBezTo>
                    <a:pt x="19653" y="21981"/>
                    <a:pt x="19641" y="22018"/>
                    <a:pt x="19678" y="22031"/>
                  </a:cubicBezTo>
                  <a:cubicBezTo>
                    <a:pt x="19689" y="22042"/>
                    <a:pt x="19702" y="22046"/>
                    <a:pt x="19715" y="22046"/>
                  </a:cubicBezTo>
                  <a:cubicBezTo>
                    <a:pt x="19746" y="22046"/>
                    <a:pt x="19776" y="22020"/>
                    <a:pt x="19776" y="21994"/>
                  </a:cubicBezTo>
                  <a:cubicBezTo>
                    <a:pt x="19776" y="21969"/>
                    <a:pt x="19690" y="21920"/>
                    <a:pt x="19678" y="21895"/>
                  </a:cubicBezTo>
                  <a:cubicBezTo>
                    <a:pt x="19675" y="21889"/>
                    <a:pt x="19675" y="21887"/>
                    <a:pt x="19678" y="21887"/>
                  </a:cubicBezTo>
                  <a:cubicBezTo>
                    <a:pt x="19687" y="21887"/>
                    <a:pt x="19721" y="21913"/>
                    <a:pt x="19739" y="21932"/>
                  </a:cubicBezTo>
                  <a:cubicBezTo>
                    <a:pt x="19764" y="21944"/>
                    <a:pt x="19813" y="21969"/>
                    <a:pt x="19838" y="22043"/>
                  </a:cubicBezTo>
                  <a:cubicBezTo>
                    <a:pt x="19863" y="22105"/>
                    <a:pt x="19875" y="22105"/>
                    <a:pt x="19912" y="22105"/>
                  </a:cubicBezTo>
                  <a:cubicBezTo>
                    <a:pt x="19974" y="22117"/>
                    <a:pt x="20023" y="22154"/>
                    <a:pt x="20048" y="22203"/>
                  </a:cubicBezTo>
                  <a:cubicBezTo>
                    <a:pt x="20072" y="22277"/>
                    <a:pt x="20084" y="22339"/>
                    <a:pt x="20121" y="22388"/>
                  </a:cubicBezTo>
                  <a:cubicBezTo>
                    <a:pt x="20149" y="22406"/>
                    <a:pt x="20182" y="22418"/>
                    <a:pt x="20213" y="22418"/>
                  </a:cubicBezTo>
                  <a:cubicBezTo>
                    <a:pt x="20224" y="22418"/>
                    <a:pt x="20235" y="22416"/>
                    <a:pt x="20245" y="22413"/>
                  </a:cubicBezTo>
                  <a:cubicBezTo>
                    <a:pt x="20269" y="22413"/>
                    <a:pt x="20282" y="22413"/>
                    <a:pt x="20306" y="22425"/>
                  </a:cubicBezTo>
                  <a:cubicBezTo>
                    <a:pt x="20393" y="22437"/>
                    <a:pt x="20466" y="22462"/>
                    <a:pt x="20540" y="22511"/>
                  </a:cubicBezTo>
                  <a:cubicBezTo>
                    <a:pt x="20574" y="22556"/>
                    <a:pt x="20628" y="22611"/>
                    <a:pt x="20638" y="22611"/>
                  </a:cubicBezTo>
                  <a:cubicBezTo>
                    <a:pt x="20638" y="22611"/>
                    <a:pt x="20639" y="22611"/>
                    <a:pt x="20639" y="22610"/>
                  </a:cubicBezTo>
                  <a:cubicBezTo>
                    <a:pt x="20639" y="22592"/>
                    <a:pt x="20653" y="22560"/>
                    <a:pt x="20665" y="22560"/>
                  </a:cubicBezTo>
                  <a:cubicBezTo>
                    <a:pt x="20669" y="22560"/>
                    <a:pt x="20673" y="22563"/>
                    <a:pt x="20676" y="22573"/>
                  </a:cubicBezTo>
                  <a:cubicBezTo>
                    <a:pt x="20688" y="22610"/>
                    <a:pt x="20676" y="22708"/>
                    <a:pt x="20738" y="22721"/>
                  </a:cubicBezTo>
                  <a:cubicBezTo>
                    <a:pt x="20811" y="22721"/>
                    <a:pt x="20836" y="22696"/>
                    <a:pt x="20861" y="22684"/>
                  </a:cubicBezTo>
                  <a:cubicBezTo>
                    <a:pt x="20898" y="22671"/>
                    <a:pt x="20947" y="22671"/>
                    <a:pt x="20910" y="22622"/>
                  </a:cubicBezTo>
                  <a:cubicBezTo>
                    <a:pt x="20873" y="22573"/>
                    <a:pt x="20811" y="22524"/>
                    <a:pt x="20824" y="22487"/>
                  </a:cubicBezTo>
                  <a:cubicBezTo>
                    <a:pt x="20848" y="22450"/>
                    <a:pt x="20885" y="22425"/>
                    <a:pt x="20910" y="22400"/>
                  </a:cubicBezTo>
                  <a:cubicBezTo>
                    <a:pt x="20947" y="22351"/>
                    <a:pt x="20984" y="22302"/>
                    <a:pt x="21033" y="22265"/>
                  </a:cubicBezTo>
                  <a:cubicBezTo>
                    <a:pt x="21054" y="22234"/>
                    <a:pt x="21090" y="22212"/>
                    <a:pt x="21124" y="22212"/>
                  </a:cubicBezTo>
                  <a:cubicBezTo>
                    <a:pt x="21131" y="22212"/>
                    <a:pt x="21138" y="22213"/>
                    <a:pt x="21144" y="22216"/>
                  </a:cubicBezTo>
                  <a:cubicBezTo>
                    <a:pt x="21181" y="22216"/>
                    <a:pt x="21206" y="22277"/>
                    <a:pt x="21230" y="22302"/>
                  </a:cubicBezTo>
                  <a:cubicBezTo>
                    <a:pt x="21237" y="22305"/>
                    <a:pt x="21243" y="22306"/>
                    <a:pt x="21249" y="22306"/>
                  </a:cubicBezTo>
                  <a:cubicBezTo>
                    <a:pt x="21255" y="22306"/>
                    <a:pt x="21260" y="22305"/>
                    <a:pt x="21266" y="22305"/>
                  </a:cubicBezTo>
                  <a:cubicBezTo>
                    <a:pt x="21277" y="22305"/>
                    <a:pt x="21286" y="22308"/>
                    <a:pt x="21292" y="22326"/>
                  </a:cubicBezTo>
                  <a:cubicBezTo>
                    <a:pt x="21292" y="22376"/>
                    <a:pt x="21341" y="22376"/>
                    <a:pt x="21341" y="22413"/>
                  </a:cubicBezTo>
                  <a:cubicBezTo>
                    <a:pt x="21341" y="22450"/>
                    <a:pt x="21317" y="22450"/>
                    <a:pt x="21317" y="22487"/>
                  </a:cubicBezTo>
                  <a:cubicBezTo>
                    <a:pt x="21341" y="22573"/>
                    <a:pt x="21391" y="22659"/>
                    <a:pt x="21452" y="22733"/>
                  </a:cubicBezTo>
                  <a:cubicBezTo>
                    <a:pt x="21526" y="22795"/>
                    <a:pt x="21563" y="22869"/>
                    <a:pt x="21588" y="22967"/>
                  </a:cubicBezTo>
                  <a:lnTo>
                    <a:pt x="21588" y="23177"/>
                  </a:lnTo>
                  <a:cubicBezTo>
                    <a:pt x="21588" y="23226"/>
                    <a:pt x="21575" y="23497"/>
                    <a:pt x="21563" y="23559"/>
                  </a:cubicBezTo>
                  <a:cubicBezTo>
                    <a:pt x="21551" y="23633"/>
                    <a:pt x="21637" y="23682"/>
                    <a:pt x="21612" y="23731"/>
                  </a:cubicBezTo>
                  <a:cubicBezTo>
                    <a:pt x="21588" y="23780"/>
                    <a:pt x="21489" y="24027"/>
                    <a:pt x="21428" y="24051"/>
                  </a:cubicBezTo>
                  <a:cubicBezTo>
                    <a:pt x="21366" y="24076"/>
                    <a:pt x="21317" y="24051"/>
                    <a:pt x="21280" y="24101"/>
                  </a:cubicBezTo>
                  <a:cubicBezTo>
                    <a:pt x="21243" y="24150"/>
                    <a:pt x="21255" y="24212"/>
                    <a:pt x="21243" y="24236"/>
                  </a:cubicBezTo>
                  <a:cubicBezTo>
                    <a:pt x="21218" y="24261"/>
                    <a:pt x="21193" y="24261"/>
                    <a:pt x="21181" y="24298"/>
                  </a:cubicBezTo>
                  <a:cubicBezTo>
                    <a:pt x="21181" y="24323"/>
                    <a:pt x="21181" y="24335"/>
                    <a:pt x="21181" y="24347"/>
                  </a:cubicBezTo>
                  <a:cubicBezTo>
                    <a:pt x="21181" y="24396"/>
                    <a:pt x="21193" y="24446"/>
                    <a:pt x="21169" y="24458"/>
                  </a:cubicBezTo>
                  <a:cubicBezTo>
                    <a:pt x="21119" y="24458"/>
                    <a:pt x="21070" y="24470"/>
                    <a:pt x="21033" y="24495"/>
                  </a:cubicBezTo>
                  <a:cubicBezTo>
                    <a:pt x="20996" y="24532"/>
                    <a:pt x="20935" y="24520"/>
                    <a:pt x="20935" y="24557"/>
                  </a:cubicBezTo>
                  <a:cubicBezTo>
                    <a:pt x="20935" y="24618"/>
                    <a:pt x="20935" y="24668"/>
                    <a:pt x="20910" y="24729"/>
                  </a:cubicBezTo>
                  <a:cubicBezTo>
                    <a:pt x="20898" y="24766"/>
                    <a:pt x="20799" y="24815"/>
                    <a:pt x="20811" y="24852"/>
                  </a:cubicBezTo>
                  <a:cubicBezTo>
                    <a:pt x="20824" y="24889"/>
                    <a:pt x="20824" y="24926"/>
                    <a:pt x="20811" y="24963"/>
                  </a:cubicBezTo>
                  <a:cubicBezTo>
                    <a:pt x="20774" y="25000"/>
                    <a:pt x="20750" y="25037"/>
                    <a:pt x="20738" y="25086"/>
                  </a:cubicBezTo>
                  <a:cubicBezTo>
                    <a:pt x="20713" y="25123"/>
                    <a:pt x="20750" y="25197"/>
                    <a:pt x="20738" y="25247"/>
                  </a:cubicBezTo>
                  <a:cubicBezTo>
                    <a:pt x="20713" y="25284"/>
                    <a:pt x="20688" y="25370"/>
                    <a:pt x="20713" y="25394"/>
                  </a:cubicBezTo>
                  <a:cubicBezTo>
                    <a:pt x="20747" y="25429"/>
                    <a:pt x="20782" y="25507"/>
                    <a:pt x="20816" y="25507"/>
                  </a:cubicBezTo>
                  <a:cubicBezTo>
                    <a:pt x="20819" y="25507"/>
                    <a:pt x="20821" y="25506"/>
                    <a:pt x="20824" y="25505"/>
                  </a:cubicBezTo>
                  <a:cubicBezTo>
                    <a:pt x="20848" y="25505"/>
                    <a:pt x="20898" y="25407"/>
                    <a:pt x="20922" y="25382"/>
                  </a:cubicBezTo>
                  <a:cubicBezTo>
                    <a:pt x="20935" y="25364"/>
                    <a:pt x="20941" y="25354"/>
                    <a:pt x="20942" y="25354"/>
                  </a:cubicBezTo>
                  <a:lnTo>
                    <a:pt x="20942" y="25354"/>
                  </a:lnTo>
                  <a:cubicBezTo>
                    <a:pt x="20944" y="25354"/>
                    <a:pt x="20941" y="25364"/>
                    <a:pt x="20935" y="25382"/>
                  </a:cubicBezTo>
                  <a:cubicBezTo>
                    <a:pt x="20922" y="25419"/>
                    <a:pt x="20935" y="25431"/>
                    <a:pt x="20959" y="25431"/>
                  </a:cubicBezTo>
                  <a:cubicBezTo>
                    <a:pt x="20972" y="25444"/>
                    <a:pt x="20996" y="25431"/>
                    <a:pt x="20972" y="25493"/>
                  </a:cubicBezTo>
                  <a:cubicBezTo>
                    <a:pt x="20959" y="25542"/>
                    <a:pt x="20947" y="25592"/>
                    <a:pt x="20935" y="25653"/>
                  </a:cubicBezTo>
                  <a:cubicBezTo>
                    <a:pt x="20918" y="25686"/>
                    <a:pt x="20907" y="25686"/>
                    <a:pt x="20895" y="25686"/>
                  </a:cubicBezTo>
                  <a:cubicBezTo>
                    <a:pt x="20888" y="25686"/>
                    <a:pt x="20881" y="25686"/>
                    <a:pt x="20873" y="25690"/>
                  </a:cubicBezTo>
                  <a:cubicBezTo>
                    <a:pt x="20861" y="25690"/>
                    <a:pt x="20861" y="25690"/>
                    <a:pt x="20848" y="25703"/>
                  </a:cubicBezTo>
                  <a:cubicBezTo>
                    <a:pt x="20799" y="25739"/>
                    <a:pt x="20762" y="25776"/>
                    <a:pt x="20725" y="25826"/>
                  </a:cubicBezTo>
                  <a:cubicBezTo>
                    <a:pt x="20688" y="25875"/>
                    <a:pt x="20590" y="25974"/>
                    <a:pt x="20627" y="26072"/>
                  </a:cubicBezTo>
                  <a:cubicBezTo>
                    <a:pt x="20651" y="26183"/>
                    <a:pt x="20750" y="26319"/>
                    <a:pt x="20713" y="26356"/>
                  </a:cubicBezTo>
                  <a:cubicBezTo>
                    <a:pt x="20688" y="26380"/>
                    <a:pt x="20639" y="26380"/>
                    <a:pt x="20651" y="26429"/>
                  </a:cubicBezTo>
                  <a:cubicBezTo>
                    <a:pt x="20651" y="26479"/>
                    <a:pt x="20861" y="26516"/>
                    <a:pt x="20959" y="26713"/>
                  </a:cubicBezTo>
                  <a:cubicBezTo>
                    <a:pt x="21009" y="26824"/>
                    <a:pt x="21070" y="26947"/>
                    <a:pt x="21144" y="27058"/>
                  </a:cubicBezTo>
                  <a:cubicBezTo>
                    <a:pt x="21181" y="27107"/>
                    <a:pt x="21304" y="27440"/>
                    <a:pt x="21354" y="27575"/>
                  </a:cubicBezTo>
                  <a:cubicBezTo>
                    <a:pt x="21391" y="27723"/>
                    <a:pt x="21723" y="28352"/>
                    <a:pt x="21760" y="28413"/>
                  </a:cubicBezTo>
                  <a:cubicBezTo>
                    <a:pt x="21809" y="28487"/>
                    <a:pt x="21834" y="28586"/>
                    <a:pt x="21809" y="28610"/>
                  </a:cubicBezTo>
                  <a:cubicBezTo>
                    <a:pt x="21807" y="28616"/>
                    <a:pt x="21804" y="28618"/>
                    <a:pt x="21802" y="28618"/>
                  </a:cubicBezTo>
                  <a:cubicBezTo>
                    <a:pt x="21796" y="28618"/>
                    <a:pt x="21791" y="28608"/>
                    <a:pt x="21788" y="28608"/>
                  </a:cubicBezTo>
                  <a:cubicBezTo>
                    <a:pt x="21786" y="28608"/>
                    <a:pt x="21785" y="28612"/>
                    <a:pt x="21785" y="28623"/>
                  </a:cubicBezTo>
                  <a:cubicBezTo>
                    <a:pt x="21834" y="28746"/>
                    <a:pt x="21908" y="28857"/>
                    <a:pt x="21994" y="28955"/>
                  </a:cubicBezTo>
                  <a:cubicBezTo>
                    <a:pt x="22019" y="28992"/>
                    <a:pt x="22044" y="29029"/>
                    <a:pt x="22068" y="29066"/>
                  </a:cubicBezTo>
                  <a:cubicBezTo>
                    <a:pt x="22093" y="29103"/>
                    <a:pt x="22499" y="29313"/>
                    <a:pt x="22573" y="29387"/>
                  </a:cubicBezTo>
                  <a:cubicBezTo>
                    <a:pt x="22660" y="29473"/>
                    <a:pt x="22980" y="29645"/>
                    <a:pt x="22980" y="29695"/>
                  </a:cubicBezTo>
                  <a:cubicBezTo>
                    <a:pt x="22980" y="29732"/>
                    <a:pt x="23017" y="29756"/>
                    <a:pt x="23054" y="29793"/>
                  </a:cubicBezTo>
                  <a:cubicBezTo>
                    <a:pt x="23103" y="29843"/>
                    <a:pt x="23214" y="29892"/>
                    <a:pt x="23226" y="29929"/>
                  </a:cubicBezTo>
                  <a:cubicBezTo>
                    <a:pt x="23239" y="29966"/>
                    <a:pt x="23239" y="30126"/>
                    <a:pt x="23239" y="30200"/>
                  </a:cubicBezTo>
                  <a:cubicBezTo>
                    <a:pt x="23251" y="30360"/>
                    <a:pt x="23263" y="30520"/>
                    <a:pt x="23263" y="30680"/>
                  </a:cubicBezTo>
                  <a:cubicBezTo>
                    <a:pt x="23276" y="30878"/>
                    <a:pt x="23263" y="31087"/>
                    <a:pt x="23214" y="31284"/>
                  </a:cubicBezTo>
                  <a:cubicBezTo>
                    <a:pt x="23177" y="31333"/>
                    <a:pt x="23140" y="31370"/>
                    <a:pt x="23153" y="31395"/>
                  </a:cubicBezTo>
                  <a:cubicBezTo>
                    <a:pt x="23177" y="31543"/>
                    <a:pt x="23189" y="31691"/>
                    <a:pt x="23189" y="31839"/>
                  </a:cubicBezTo>
                  <a:cubicBezTo>
                    <a:pt x="23177" y="31986"/>
                    <a:pt x="23140" y="32110"/>
                    <a:pt x="23128" y="32196"/>
                  </a:cubicBezTo>
                  <a:cubicBezTo>
                    <a:pt x="23128" y="32282"/>
                    <a:pt x="22992" y="32911"/>
                    <a:pt x="22955" y="33009"/>
                  </a:cubicBezTo>
                  <a:cubicBezTo>
                    <a:pt x="22931" y="33120"/>
                    <a:pt x="23029" y="33317"/>
                    <a:pt x="23005" y="33366"/>
                  </a:cubicBezTo>
                  <a:cubicBezTo>
                    <a:pt x="22980" y="33428"/>
                    <a:pt x="22894" y="33465"/>
                    <a:pt x="22894" y="33539"/>
                  </a:cubicBezTo>
                  <a:cubicBezTo>
                    <a:pt x="22894" y="33601"/>
                    <a:pt x="22931" y="34069"/>
                    <a:pt x="22931" y="34130"/>
                  </a:cubicBezTo>
                  <a:cubicBezTo>
                    <a:pt x="22918" y="34217"/>
                    <a:pt x="22906" y="34303"/>
                    <a:pt x="22894" y="34389"/>
                  </a:cubicBezTo>
                  <a:cubicBezTo>
                    <a:pt x="22906" y="34438"/>
                    <a:pt x="22906" y="34500"/>
                    <a:pt x="22894" y="34549"/>
                  </a:cubicBezTo>
                  <a:cubicBezTo>
                    <a:pt x="22857" y="34623"/>
                    <a:pt x="22598" y="35375"/>
                    <a:pt x="22561" y="35486"/>
                  </a:cubicBezTo>
                  <a:cubicBezTo>
                    <a:pt x="22536" y="35535"/>
                    <a:pt x="22499" y="35597"/>
                    <a:pt x="22450" y="35634"/>
                  </a:cubicBezTo>
                  <a:cubicBezTo>
                    <a:pt x="22413" y="35671"/>
                    <a:pt x="22401" y="35732"/>
                    <a:pt x="22413" y="35781"/>
                  </a:cubicBezTo>
                  <a:cubicBezTo>
                    <a:pt x="22438" y="35843"/>
                    <a:pt x="22475" y="36028"/>
                    <a:pt x="22499" y="36102"/>
                  </a:cubicBezTo>
                  <a:cubicBezTo>
                    <a:pt x="22524" y="36200"/>
                    <a:pt x="22524" y="36299"/>
                    <a:pt x="22499" y="36385"/>
                  </a:cubicBezTo>
                  <a:cubicBezTo>
                    <a:pt x="22463" y="36447"/>
                    <a:pt x="22438" y="36521"/>
                    <a:pt x="22413" y="36582"/>
                  </a:cubicBezTo>
                  <a:cubicBezTo>
                    <a:pt x="22376" y="36693"/>
                    <a:pt x="22352" y="36816"/>
                    <a:pt x="22352" y="36927"/>
                  </a:cubicBezTo>
                  <a:cubicBezTo>
                    <a:pt x="22364" y="37001"/>
                    <a:pt x="22401" y="37075"/>
                    <a:pt x="22450" y="37124"/>
                  </a:cubicBezTo>
                  <a:cubicBezTo>
                    <a:pt x="22455" y="37128"/>
                    <a:pt x="22459" y="37129"/>
                    <a:pt x="22464" y="37129"/>
                  </a:cubicBezTo>
                  <a:cubicBezTo>
                    <a:pt x="22497" y="37129"/>
                    <a:pt x="22530" y="37061"/>
                    <a:pt x="22573" y="37051"/>
                  </a:cubicBezTo>
                  <a:cubicBezTo>
                    <a:pt x="22593" y="37043"/>
                    <a:pt x="22616" y="37040"/>
                    <a:pt x="22640" y="37040"/>
                  </a:cubicBezTo>
                  <a:cubicBezTo>
                    <a:pt x="22692" y="37040"/>
                    <a:pt x="22742" y="37054"/>
                    <a:pt x="22734" y="37063"/>
                  </a:cubicBezTo>
                  <a:cubicBezTo>
                    <a:pt x="22721" y="37087"/>
                    <a:pt x="22610" y="37137"/>
                    <a:pt x="22635" y="37174"/>
                  </a:cubicBezTo>
                  <a:cubicBezTo>
                    <a:pt x="22660" y="37223"/>
                    <a:pt x="22684" y="37260"/>
                    <a:pt x="22660" y="37272"/>
                  </a:cubicBezTo>
                  <a:cubicBezTo>
                    <a:pt x="22647" y="37297"/>
                    <a:pt x="22623" y="37297"/>
                    <a:pt x="22623" y="37371"/>
                  </a:cubicBezTo>
                  <a:cubicBezTo>
                    <a:pt x="22610" y="37445"/>
                    <a:pt x="22573" y="37617"/>
                    <a:pt x="22561" y="37654"/>
                  </a:cubicBezTo>
                  <a:cubicBezTo>
                    <a:pt x="22561" y="37704"/>
                    <a:pt x="22598" y="37790"/>
                    <a:pt x="22586" y="37827"/>
                  </a:cubicBezTo>
                  <a:cubicBezTo>
                    <a:pt x="22573" y="37864"/>
                    <a:pt x="22524" y="37913"/>
                    <a:pt x="22524" y="37938"/>
                  </a:cubicBezTo>
                  <a:cubicBezTo>
                    <a:pt x="22524" y="37962"/>
                    <a:pt x="22647" y="38036"/>
                    <a:pt x="22623" y="38049"/>
                  </a:cubicBezTo>
                  <a:cubicBezTo>
                    <a:pt x="22610" y="38073"/>
                    <a:pt x="22499" y="38086"/>
                    <a:pt x="22499" y="38122"/>
                  </a:cubicBezTo>
                  <a:cubicBezTo>
                    <a:pt x="22512" y="38159"/>
                    <a:pt x="22512" y="38172"/>
                    <a:pt x="22524" y="38184"/>
                  </a:cubicBezTo>
                  <a:cubicBezTo>
                    <a:pt x="22512" y="38184"/>
                    <a:pt x="22512" y="38196"/>
                    <a:pt x="22499" y="38209"/>
                  </a:cubicBezTo>
                  <a:cubicBezTo>
                    <a:pt x="22487" y="38246"/>
                    <a:pt x="22475" y="38307"/>
                    <a:pt x="22524" y="38320"/>
                  </a:cubicBezTo>
                  <a:cubicBezTo>
                    <a:pt x="22554" y="38340"/>
                    <a:pt x="22576" y="38360"/>
                    <a:pt x="22550" y="38360"/>
                  </a:cubicBezTo>
                  <a:cubicBezTo>
                    <a:pt x="22544" y="38360"/>
                    <a:pt x="22535" y="38359"/>
                    <a:pt x="22524" y="38357"/>
                  </a:cubicBezTo>
                  <a:cubicBezTo>
                    <a:pt x="22516" y="38355"/>
                    <a:pt x="22508" y="38354"/>
                    <a:pt x="22501" y="38354"/>
                  </a:cubicBezTo>
                  <a:cubicBezTo>
                    <a:pt x="22453" y="38354"/>
                    <a:pt x="22424" y="38388"/>
                    <a:pt x="22413" y="38431"/>
                  </a:cubicBezTo>
                  <a:cubicBezTo>
                    <a:pt x="22413" y="38455"/>
                    <a:pt x="22450" y="38517"/>
                    <a:pt x="22450" y="38554"/>
                  </a:cubicBezTo>
                  <a:cubicBezTo>
                    <a:pt x="22463" y="38615"/>
                    <a:pt x="22450" y="38665"/>
                    <a:pt x="22426" y="38714"/>
                  </a:cubicBezTo>
                  <a:cubicBezTo>
                    <a:pt x="22418" y="38724"/>
                    <a:pt x="22412" y="38728"/>
                    <a:pt x="22405" y="38728"/>
                  </a:cubicBezTo>
                  <a:cubicBezTo>
                    <a:pt x="22379" y="38728"/>
                    <a:pt x="22362" y="38660"/>
                    <a:pt x="22352" y="38640"/>
                  </a:cubicBezTo>
                  <a:cubicBezTo>
                    <a:pt x="22352" y="38615"/>
                    <a:pt x="22241" y="38554"/>
                    <a:pt x="22241" y="38504"/>
                  </a:cubicBezTo>
                  <a:cubicBezTo>
                    <a:pt x="22241" y="38474"/>
                    <a:pt x="22249" y="38452"/>
                    <a:pt x="22238" y="38452"/>
                  </a:cubicBezTo>
                  <a:cubicBezTo>
                    <a:pt x="22236" y="38452"/>
                    <a:pt x="22233" y="38453"/>
                    <a:pt x="22228" y="38455"/>
                  </a:cubicBezTo>
                  <a:cubicBezTo>
                    <a:pt x="22191" y="38480"/>
                    <a:pt x="22142" y="38504"/>
                    <a:pt x="22118" y="38554"/>
                  </a:cubicBezTo>
                  <a:cubicBezTo>
                    <a:pt x="22093" y="38566"/>
                    <a:pt x="22130" y="38603"/>
                    <a:pt x="22130" y="38628"/>
                  </a:cubicBezTo>
                  <a:cubicBezTo>
                    <a:pt x="22130" y="38665"/>
                    <a:pt x="22105" y="38665"/>
                    <a:pt x="22056" y="38689"/>
                  </a:cubicBezTo>
                  <a:cubicBezTo>
                    <a:pt x="22019" y="38702"/>
                    <a:pt x="21933" y="38763"/>
                    <a:pt x="21933" y="38800"/>
                  </a:cubicBezTo>
                  <a:cubicBezTo>
                    <a:pt x="21933" y="38843"/>
                    <a:pt x="21961" y="38876"/>
                    <a:pt x="21976" y="38876"/>
                  </a:cubicBezTo>
                  <a:cubicBezTo>
                    <a:pt x="21978" y="38876"/>
                    <a:pt x="21980" y="38876"/>
                    <a:pt x="21982" y="38874"/>
                  </a:cubicBezTo>
                  <a:cubicBezTo>
                    <a:pt x="22007" y="38862"/>
                    <a:pt x="21970" y="38812"/>
                    <a:pt x="21982" y="38788"/>
                  </a:cubicBezTo>
                  <a:cubicBezTo>
                    <a:pt x="21985" y="38781"/>
                    <a:pt x="21992" y="38778"/>
                    <a:pt x="22000" y="38778"/>
                  </a:cubicBezTo>
                  <a:cubicBezTo>
                    <a:pt x="22022" y="38778"/>
                    <a:pt x="22057" y="38798"/>
                    <a:pt x="22093" y="38825"/>
                  </a:cubicBezTo>
                  <a:cubicBezTo>
                    <a:pt x="22105" y="38849"/>
                    <a:pt x="22142" y="38862"/>
                    <a:pt x="22179" y="38862"/>
                  </a:cubicBezTo>
                  <a:cubicBezTo>
                    <a:pt x="22204" y="38862"/>
                    <a:pt x="22241" y="38837"/>
                    <a:pt x="22265" y="38837"/>
                  </a:cubicBezTo>
                  <a:cubicBezTo>
                    <a:pt x="22278" y="38837"/>
                    <a:pt x="22315" y="38923"/>
                    <a:pt x="22302" y="38960"/>
                  </a:cubicBezTo>
                  <a:cubicBezTo>
                    <a:pt x="22302" y="38997"/>
                    <a:pt x="22228" y="39022"/>
                    <a:pt x="22228" y="39059"/>
                  </a:cubicBezTo>
                  <a:cubicBezTo>
                    <a:pt x="22228" y="39096"/>
                    <a:pt x="22191" y="39157"/>
                    <a:pt x="22204" y="39182"/>
                  </a:cubicBezTo>
                  <a:cubicBezTo>
                    <a:pt x="22209" y="39193"/>
                    <a:pt x="22230" y="39196"/>
                    <a:pt x="22254" y="39196"/>
                  </a:cubicBezTo>
                  <a:cubicBezTo>
                    <a:pt x="22288" y="39196"/>
                    <a:pt x="22330" y="39189"/>
                    <a:pt x="22352" y="39182"/>
                  </a:cubicBezTo>
                  <a:cubicBezTo>
                    <a:pt x="22354" y="39181"/>
                    <a:pt x="22357" y="39181"/>
                    <a:pt x="22360" y="39181"/>
                  </a:cubicBezTo>
                  <a:cubicBezTo>
                    <a:pt x="22399" y="39181"/>
                    <a:pt x="22510" y="39238"/>
                    <a:pt x="22487" y="39305"/>
                  </a:cubicBezTo>
                  <a:cubicBezTo>
                    <a:pt x="22476" y="39346"/>
                    <a:pt x="22469" y="39359"/>
                    <a:pt x="22462" y="39359"/>
                  </a:cubicBezTo>
                  <a:cubicBezTo>
                    <a:pt x="22454" y="39359"/>
                    <a:pt x="22445" y="39343"/>
                    <a:pt x="22426" y="39330"/>
                  </a:cubicBezTo>
                  <a:cubicBezTo>
                    <a:pt x="22396" y="39320"/>
                    <a:pt x="22326" y="39286"/>
                    <a:pt x="22294" y="39286"/>
                  </a:cubicBezTo>
                  <a:cubicBezTo>
                    <a:pt x="22286" y="39286"/>
                    <a:pt x="22280" y="39288"/>
                    <a:pt x="22278" y="39293"/>
                  </a:cubicBezTo>
                  <a:cubicBezTo>
                    <a:pt x="22253" y="39330"/>
                    <a:pt x="22204" y="39367"/>
                    <a:pt x="22241" y="39404"/>
                  </a:cubicBezTo>
                  <a:cubicBezTo>
                    <a:pt x="22290" y="39441"/>
                    <a:pt x="22302" y="39490"/>
                    <a:pt x="22290" y="39502"/>
                  </a:cubicBezTo>
                  <a:cubicBezTo>
                    <a:pt x="22265" y="39515"/>
                    <a:pt x="22278" y="39576"/>
                    <a:pt x="22265" y="39601"/>
                  </a:cubicBezTo>
                  <a:cubicBezTo>
                    <a:pt x="22253" y="39626"/>
                    <a:pt x="22204" y="39737"/>
                    <a:pt x="22241" y="39749"/>
                  </a:cubicBezTo>
                  <a:cubicBezTo>
                    <a:pt x="22243" y="39750"/>
                    <a:pt x="22246" y="39751"/>
                    <a:pt x="22248" y="39751"/>
                  </a:cubicBezTo>
                  <a:cubicBezTo>
                    <a:pt x="22268" y="39751"/>
                    <a:pt x="22279" y="39708"/>
                    <a:pt x="22290" y="39675"/>
                  </a:cubicBezTo>
                  <a:cubicBezTo>
                    <a:pt x="22298" y="39659"/>
                    <a:pt x="22321" y="39633"/>
                    <a:pt x="22337" y="39633"/>
                  </a:cubicBezTo>
                  <a:cubicBezTo>
                    <a:pt x="22345" y="39633"/>
                    <a:pt x="22352" y="39641"/>
                    <a:pt x="22352" y="39663"/>
                  </a:cubicBezTo>
                  <a:cubicBezTo>
                    <a:pt x="22352" y="39724"/>
                    <a:pt x="22290" y="39823"/>
                    <a:pt x="22327" y="39823"/>
                  </a:cubicBezTo>
                  <a:cubicBezTo>
                    <a:pt x="22364" y="39823"/>
                    <a:pt x="22389" y="39835"/>
                    <a:pt x="22327" y="39847"/>
                  </a:cubicBezTo>
                  <a:cubicBezTo>
                    <a:pt x="22265" y="39872"/>
                    <a:pt x="22265" y="39872"/>
                    <a:pt x="22278" y="39934"/>
                  </a:cubicBezTo>
                  <a:cubicBezTo>
                    <a:pt x="22290" y="39983"/>
                    <a:pt x="22327" y="39983"/>
                    <a:pt x="22327" y="39995"/>
                  </a:cubicBezTo>
                  <a:cubicBezTo>
                    <a:pt x="22339" y="40008"/>
                    <a:pt x="22327" y="40020"/>
                    <a:pt x="22290" y="40020"/>
                  </a:cubicBezTo>
                  <a:cubicBezTo>
                    <a:pt x="22241" y="40020"/>
                    <a:pt x="22204" y="40057"/>
                    <a:pt x="22241" y="40082"/>
                  </a:cubicBezTo>
                  <a:cubicBezTo>
                    <a:pt x="22265" y="40106"/>
                    <a:pt x="22241" y="40119"/>
                    <a:pt x="22241" y="40143"/>
                  </a:cubicBezTo>
                  <a:cubicBezTo>
                    <a:pt x="22228" y="40168"/>
                    <a:pt x="22278" y="40180"/>
                    <a:pt x="22315" y="40205"/>
                  </a:cubicBezTo>
                  <a:cubicBezTo>
                    <a:pt x="22329" y="40212"/>
                    <a:pt x="22339" y="40219"/>
                    <a:pt x="22350" y="40219"/>
                  </a:cubicBezTo>
                  <a:cubicBezTo>
                    <a:pt x="22358" y="40219"/>
                    <a:pt x="22366" y="40215"/>
                    <a:pt x="22376" y="40205"/>
                  </a:cubicBezTo>
                  <a:cubicBezTo>
                    <a:pt x="22389" y="40199"/>
                    <a:pt x="22398" y="40196"/>
                    <a:pt x="22401" y="40196"/>
                  </a:cubicBezTo>
                  <a:cubicBezTo>
                    <a:pt x="22404" y="40196"/>
                    <a:pt x="22401" y="40199"/>
                    <a:pt x="22389" y="40205"/>
                  </a:cubicBezTo>
                  <a:cubicBezTo>
                    <a:pt x="22369" y="40225"/>
                    <a:pt x="22365" y="40261"/>
                    <a:pt x="22377" y="40261"/>
                  </a:cubicBezTo>
                  <a:cubicBezTo>
                    <a:pt x="22380" y="40261"/>
                    <a:pt x="22384" y="40259"/>
                    <a:pt x="22389" y="40254"/>
                  </a:cubicBezTo>
                  <a:cubicBezTo>
                    <a:pt x="22398" y="40251"/>
                    <a:pt x="22405" y="40249"/>
                    <a:pt x="22408" y="40249"/>
                  </a:cubicBezTo>
                  <a:cubicBezTo>
                    <a:pt x="22417" y="40249"/>
                    <a:pt x="22403" y="40261"/>
                    <a:pt x="22376" y="40279"/>
                  </a:cubicBezTo>
                  <a:cubicBezTo>
                    <a:pt x="22352" y="40303"/>
                    <a:pt x="22364" y="40340"/>
                    <a:pt x="22339" y="40353"/>
                  </a:cubicBezTo>
                  <a:cubicBezTo>
                    <a:pt x="22302" y="40377"/>
                    <a:pt x="22278" y="40402"/>
                    <a:pt x="22278" y="40427"/>
                  </a:cubicBezTo>
                  <a:cubicBezTo>
                    <a:pt x="22278" y="40451"/>
                    <a:pt x="22265" y="40501"/>
                    <a:pt x="22278" y="40501"/>
                  </a:cubicBezTo>
                  <a:cubicBezTo>
                    <a:pt x="22315" y="40476"/>
                    <a:pt x="22352" y="40464"/>
                    <a:pt x="22376" y="40439"/>
                  </a:cubicBezTo>
                  <a:cubicBezTo>
                    <a:pt x="22402" y="40422"/>
                    <a:pt x="22416" y="40393"/>
                    <a:pt x="22418" y="40393"/>
                  </a:cubicBezTo>
                  <a:lnTo>
                    <a:pt x="22418" y="40393"/>
                  </a:lnTo>
                  <a:cubicBezTo>
                    <a:pt x="22419" y="40393"/>
                    <a:pt x="22417" y="40399"/>
                    <a:pt x="22413" y="40414"/>
                  </a:cubicBezTo>
                  <a:cubicBezTo>
                    <a:pt x="22401" y="40451"/>
                    <a:pt x="22463" y="40525"/>
                    <a:pt x="22413" y="40550"/>
                  </a:cubicBezTo>
                  <a:cubicBezTo>
                    <a:pt x="22364" y="40562"/>
                    <a:pt x="22352" y="40587"/>
                    <a:pt x="22315" y="40599"/>
                  </a:cubicBezTo>
                  <a:cubicBezTo>
                    <a:pt x="22265" y="40624"/>
                    <a:pt x="22253" y="40624"/>
                    <a:pt x="22315" y="40624"/>
                  </a:cubicBezTo>
                  <a:cubicBezTo>
                    <a:pt x="22330" y="40624"/>
                    <a:pt x="22342" y="40623"/>
                    <a:pt x="22353" y="40623"/>
                  </a:cubicBezTo>
                  <a:cubicBezTo>
                    <a:pt x="22384" y="40623"/>
                    <a:pt x="22398" y="40630"/>
                    <a:pt x="22426" y="40685"/>
                  </a:cubicBezTo>
                  <a:cubicBezTo>
                    <a:pt x="22445" y="40734"/>
                    <a:pt x="22457" y="40767"/>
                    <a:pt x="22473" y="40767"/>
                  </a:cubicBezTo>
                  <a:cubicBezTo>
                    <a:pt x="22477" y="40767"/>
                    <a:pt x="22482" y="40765"/>
                    <a:pt x="22487" y="40759"/>
                  </a:cubicBezTo>
                  <a:cubicBezTo>
                    <a:pt x="22524" y="40722"/>
                    <a:pt x="22536" y="40685"/>
                    <a:pt x="22536" y="40636"/>
                  </a:cubicBezTo>
                  <a:cubicBezTo>
                    <a:pt x="22536" y="40599"/>
                    <a:pt x="22536" y="40574"/>
                    <a:pt x="22536" y="40537"/>
                  </a:cubicBezTo>
                  <a:cubicBezTo>
                    <a:pt x="22549" y="40550"/>
                    <a:pt x="22561" y="40562"/>
                    <a:pt x="22573" y="40587"/>
                  </a:cubicBezTo>
                  <a:cubicBezTo>
                    <a:pt x="22583" y="40607"/>
                    <a:pt x="22601" y="40659"/>
                    <a:pt x="22608" y="40659"/>
                  </a:cubicBezTo>
                  <a:cubicBezTo>
                    <a:pt x="22609" y="40659"/>
                    <a:pt x="22610" y="40656"/>
                    <a:pt x="22610" y="40648"/>
                  </a:cubicBezTo>
                  <a:cubicBezTo>
                    <a:pt x="22610" y="40627"/>
                    <a:pt x="22619" y="40569"/>
                    <a:pt x="22622" y="40569"/>
                  </a:cubicBezTo>
                  <a:cubicBezTo>
                    <a:pt x="22622" y="40569"/>
                    <a:pt x="22623" y="40571"/>
                    <a:pt x="22623" y="40574"/>
                  </a:cubicBezTo>
                  <a:cubicBezTo>
                    <a:pt x="22623" y="40596"/>
                    <a:pt x="22614" y="40653"/>
                    <a:pt x="22619" y="40653"/>
                  </a:cubicBezTo>
                  <a:cubicBezTo>
                    <a:pt x="22620" y="40653"/>
                    <a:pt x="22621" y="40652"/>
                    <a:pt x="22623" y="40648"/>
                  </a:cubicBezTo>
                  <a:cubicBezTo>
                    <a:pt x="22644" y="40638"/>
                    <a:pt x="22675" y="40570"/>
                    <a:pt x="22683" y="40570"/>
                  </a:cubicBezTo>
                  <a:cubicBezTo>
                    <a:pt x="22684" y="40570"/>
                    <a:pt x="22684" y="40571"/>
                    <a:pt x="22684" y="40574"/>
                  </a:cubicBezTo>
                  <a:cubicBezTo>
                    <a:pt x="22684" y="40599"/>
                    <a:pt x="22721" y="40574"/>
                    <a:pt x="22697" y="40611"/>
                  </a:cubicBezTo>
                  <a:cubicBezTo>
                    <a:pt x="22675" y="40644"/>
                    <a:pt x="22653" y="40714"/>
                    <a:pt x="22665" y="40714"/>
                  </a:cubicBezTo>
                  <a:cubicBezTo>
                    <a:pt x="22667" y="40714"/>
                    <a:pt x="22669" y="40713"/>
                    <a:pt x="22672" y="40710"/>
                  </a:cubicBezTo>
                  <a:cubicBezTo>
                    <a:pt x="22673" y="40709"/>
                    <a:pt x="22674" y="40708"/>
                    <a:pt x="22674" y="40708"/>
                  </a:cubicBezTo>
                  <a:lnTo>
                    <a:pt x="22674" y="40708"/>
                  </a:lnTo>
                  <a:cubicBezTo>
                    <a:pt x="22677" y="40708"/>
                    <a:pt x="22650" y="40750"/>
                    <a:pt x="22672" y="40772"/>
                  </a:cubicBezTo>
                  <a:cubicBezTo>
                    <a:pt x="22684" y="40796"/>
                    <a:pt x="22709" y="40821"/>
                    <a:pt x="22684" y="40833"/>
                  </a:cubicBezTo>
                  <a:cubicBezTo>
                    <a:pt x="22672" y="40846"/>
                    <a:pt x="22635" y="40919"/>
                    <a:pt x="22660" y="40919"/>
                  </a:cubicBezTo>
                  <a:cubicBezTo>
                    <a:pt x="22734" y="40919"/>
                    <a:pt x="22808" y="40919"/>
                    <a:pt x="22881" y="40932"/>
                  </a:cubicBezTo>
                  <a:cubicBezTo>
                    <a:pt x="22906" y="40944"/>
                    <a:pt x="22918" y="41006"/>
                    <a:pt x="22955" y="41018"/>
                  </a:cubicBezTo>
                  <a:cubicBezTo>
                    <a:pt x="22980" y="41030"/>
                    <a:pt x="23005" y="41055"/>
                    <a:pt x="22992" y="41092"/>
                  </a:cubicBezTo>
                  <a:cubicBezTo>
                    <a:pt x="22955" y="41129"/>
                    <a:pt x="22918" y="41166"/>
                    <a:pt x="22881" y="41203"/>
                  </a:cubicBezTo>
                  <a:cubicBezTo>
                    <a:pt x="22862" y="41213"/>
                    <a:pt x="22825" y="41231"/>
                    <a:pt x="22806" y="41231"/>
                  </a:cubicBezTo>
                  <a:cubicBezTo>
                    <a:pt x="22801" y="41231"/>
                    <a:pt x="22798" y="41230"/>
                    <a:pt x="22795" y="41227"/>
                  </a:cubicBezTo>
                  <a:cubicBezTo>
                    <a:pt x="22777" y="41215"/>
                    <a:pt x="22761" y="41209"/>
                    <a:pt x="22747" y="41209"/>
                  </a:cubicBezTo>
                  <a:cubicBezTo>
                    <a:pt x="22734" y="41209"/>
                    <a:pt x="22721" y="41215"/>
                    <a:pt x="22709" y="41227"/>
                  </a:cubicBezTo>
                  <a:cubicBezTo>
                    <a:pt x="22672" y="41227"/>
                    <a:pt x="22647" y="41301"/>
                    <a:pt x="22660" y="41301"/>
                  </a:cubicBezTo>
                  <a:cubicBezTo>
                    <a:pt x="22681" y="41301"/>
                    <a:pt x="22693" y="41329"/>
                    <a:pt x="22719" y="41329"/>
                  </a:cubicBezTo>
                  <a:cubicBezTo>
                    <a:pt x="22724" y="41329"/>
                    <a:pt x="22728" y="41328"/>
                    <a:pt x="22734" y="41326"/>
                  </a:cubicBezTo>
                  <a:lnTo>
                    <a:pt x="22783" y="41326"/>
                  </a:lnTo>
                  <a:cubicBezTo>
                    <a:pt x="22746" y="41326"/>
                    <a:pt x="22734" y="41363"/>
                    <a:pt x="22771" y="41363"/>
                  </a:cubicBezTo>
                  <a:cubicBezTo>
                    <a:pt x="22792" y="41363"/>
                    <a:pt x="22814" y="41402"/>
                    <a:pt x="22845" y="41402"/>
                  </a:cubicBezTo>
                  <a:cubicBezTo>
                    <a:pt x="22849" y="41402"/>
                    <a:pt x="22853" y="41401"/>
                    <a:pt x="22857" y="41400"/>
                  </a:cubicBezTo>
                  <a:cubicBezTo>
                    <a:pt x="22894" y="41400"/>
                    <a:pt x="22894" y="41400"/>
                    <a:pt x="22894" y="41425"/>
                  </a:cubicBezTo>
                  <a:cubicBezTo>
                    <a:pt x="22894" y="41433"/>
                    <a:pt x="22894" y="41442"/>
                    <a:pt x="22907" y="41442"/>
                  </a:cubicBezTo>
                  <a:cubicBezTo>
                    <a:pt x="22912" y="41442"/>
                    <a:pt x="22920" y="41441"/>
                    <a:pt x="22931" y="41437"/>
                  </a:cubicBezTo>
                  <a:cubicBezTo>
                    <a:pt x="22968" y="41425"/>
                    <a:pt x="23017" y="41437"/>
                    <a:pt x="23042" y="41363"/>
                  </a:cubicBezTo>
                  <a:cubicBezTo>
                    <a:pt x="23079" y="41301"/>
                    <a:pt x="23017" y="41203"/>
                    <a:pt x="23079" y="41092"/>
                  </a:cubicBezTo>
                  <a:cubicBezTo>
                    <a:pt x="23128" y="40981"/>
                    <a:pt x="23153" y="40993"/>
                    <a:pt x="23214" y="40981"/>
                  </a:cubicBezTo>
                  <a:cubicBezTo>
                    <a:pt x="23276" y="40956"/>
                    <a:pt x="23387" y="40932"/>
                    <a:pt x="23399" y="40882"/>
                  </a:cubicBezTo>
                  <a:cubicBezTo>
                    <a:pt x="23399" y="40858"/>
                    <a:pt x="23411" y="40833"/>
                    <a:pt x="23424" y="40809"/>
                  </a:cubicBezTo>
                  <a:cubicBezTo>
                    <a:pt x="23431" y="40793"/>
                    <a:pt x="23453" y="40783"/>
                    <a:pt x="23474" y="40783"/>
                  </a:cubicBezTo>
                  <a:cubicBezTo>
                    <a:pt x="23487" y="40783"/>
                    <a:pt x="23500" y="40787"/>
                    <a:pt x="23510" y="40796"/>
                  </a:cubicBezTo>
                  <a:cubicBezTo>
                    <a:pt x="23568" y="40835"/>
                    <a:pt x="23626" y="40881"/>
                    <a:pt x="23642" y="40881"/>
                  </a:cubicBezTo>
                  <a:cubicBezTo>
                    <a:pt x="23647" y="40881"/>
                    <a:pt x="23648" y="40878"/>
                    <a:pt x="23645" y="40870"/>
                  </a:cubicBezTo>
                  <a:cubicBezTo>
                    <a:pt x="23633" y="40821"/>
                    <a:pt x="23485" y="40636"/>
                    <a:pt x="23485" y="40513"/>
                  </a:cubicBezTo>
                  <a:cubicBezTo>
                    <a:pt x="23485" y="40402"/>
                    <a:pt x="23424" y="40229"/>
                    <a:pt x="23510" y="40143"/>
                  </a:cubicBezTo>
                  <a:cubicBezTo>
                    <a:pt x="23596" y="40069"/>
                    <a:pt x="23658" y="40069"/>
                    <a:pt x="23621" y="40020"/>
                  </a:cubicBezTo>
                  <a:cubicBezTo>
                    <a:pt x="23608" y="40003"/>
                    <a:pt x="23596" y="39998"/>
                    <a:pt x="23586" y="39998"/>
                  </a:cubicBezTo>
                  <a:cubicBezTo>
                    <a:pt x="23570" y="39998"/>
                    <a:pt x="23556" y="40010"/>
                    <a:pt x="23543" y="40010"/>
                  </a:cubicBezTo>
                  <a:cubicBezTo>
                    <a:pt x="23540" y="40010"/>
                    <a:pt x="23537" y="40009"/>
                    <a:pt x="23534" y="40008"/>
                  </a:cubicBezTo>
                  <a:cubicBezTo>
                    <a:pt x="23498" y="39995"/>
                    <a:pt x="23510" y="39971"/>
                    <a:pt x="23534" y="39971"/>
                  </a:cubicBezTo>
                  <a:cubicBezTo>
                    <a:pt x="23571" y="39971"/>
                    <a:pt x="23584" y="39971"/>
                    <a:pt x="23584" y="39946"/>
                  </a:cubicBezTo>
                  <a:cubicBezTo>
                    <a:pt x="23584" y="39928"/>
                    <a:pt x="23587" y="39918"/>
                    <a:pt x="23590" y="39918"/>
                  </a:cubicBezTo>
                  <a:cubicBezTo>
                    <a:pt x="23593" y="39918"/>
                    <a:pt x="23596" y="39928"/>
                    <a:pt x="23596" y="39946"/>
                  </a:cubicBezTo>
                  <a:cubicBezTo>
                    <a:pt x="23596" y="39983"/>
                    <a:pt x="23621" y="40008"/>
                    <a:pt x="23658" y="40020"/>
                  </a:cubicBezTo>
                  <a:cubicBezTo>
                    <a:pt x="23671" y="40027"/>
                    <a:pt x="23685" y="40030"/>
                    <a:pt x="23699" y="40030"/>
                  </a:cubicBezTo>
                  <a:cubicBezTo>
                    <a:pt x="23734" y="40030"/>
                    <a:pt x="23767" y="40010"/>
                    <a:pt x="23793" y="39983"/>
                  </a:cubicBezTo>
                  <a:cubicBezTo>
                    <a:pt x="23818" y="39934"/>
                    <a:pt x="23793" y="39749"/>
                    <a:pt x="23818" y="39700"/>
                  </a:cubicBezTo>
                  <a:cubicBezTo>
                    <a:pt x="23843" y="39601"/>
                    <a:pt x="23904" y="39527"/>
                    <a:pt x="23978" y="39478"/>
                  </a:cubicBezTo>
                  <a:cubicBezTo>
                    <a:pt x="24077" y="39429"/>
                    <a:pt x="24237" y="39330"/>
                    <a:pt x="24237" y="39293"/>
                  </a:cubicBezTo>
                  <a:cubicBezTo>
                    <a:pt x="24249" y="39268"/>
                    <a:pt x="24224" y="39219"/>
                    <a:pt x="24200" y="39219"/>
                  </a:cubicBezTo>
                  <a:cubicBezTo>
                    <a:pt x="24175" y="39219"/>
                    <a:pt x="24175" y="39219"/>
                    <a:pt x="24200" y="39194"/>
                  </a:cubicBezTo>
                  <a:cubicBezTo>
                    <a:pt x="24237" y="39170"/>
                    <a:pt x="24274" y="39133"/>
                    <a:pt x="24286" y="39084"/>
                  </a:cubicBezTo>
                  <a:cubicBezTo>
                    <a:pt x="24298" y="39034"/>
                    <a:pt x="24261" y="38973"/>
                    <a:pt x="24212" y="38960"/>
                  </a:cubicBezTo>
                  <a:cubicBezTo>
                    <a:pt x="24151" y="38936"/>
                    <a:pt x="24064" y="38948"/>
                    <a:pt x="24027" y="38923"/>
                  </a:cubicBezTo>
                  <a:cubicBezTo>
                    <a:pt x="23990" y="38899"/>
                    <a:pt x="24003" y="38874"/>
                    <a:pt x="23978" y="38862"/>
                  </a:cubicBezTo>
                  <a:cubicBezTo>
                    <a:pt x="23904" y="38825"/>
                    <a:pt x="23843" y="38751"/>
                    <a:pt x="23843" y="38665"/>
                  </a:cubicBezTo>
                  <a:cubicBezTo>
                    <a:pt x="23843" y="38554"/>
                    <a:pt x="23892" y="38443"/>
                    <a:pt x="23966" y="38357"/>
                  </a:cubicBezTo>
                  <a:cubicBezTo>
                    <a:pt x="24035" y="38299"/>
                    <a:pt x="24160" y="38208"/>
                    <a:pt x="24215" y="38208"/>
                  </a:cubicBezTo>
                  <a:cubicBezTo>
                    <a:pt x="24218" y="38208"/>
                    <a:pt x="24222" y="38208"/>
                    <a:pt x="24224" y="38209"/>
                  </a:cubicBezTo>
                  <a:cubicBezTo>
                    <a:pt x="24262" y="38218"/>
                    <a:pt x="24278" y="38242"/>
                    <a:pt x="24294" y="38242"/>
                  </a:cubicBezTo>
                  <a:cubicBezTo>
                    <a:pt x="24300" y="38242"/>
                    <a:pt x="24305" y="38239"/>
                    <a:pt x="24311" y="38233"/>
                  </a:cubicBezTo>
                  <a:cubicBezTo>
                    <a:pt x="24335" y="38209"/>
                    <a:pt x="24298" y="38086"/>
                    <a:pt x="24348" y="38036"/>
                  </a:cubicBezTo>
                  <a:cubicBezTo>
                    <a:pt x="24385" y="37987"/>
                    <a:pt x="24409" y="37925"/>
                    <a:pt x="24409" y="37864"/>
                  </a:cubicBezTo>
                  <a:cubicBezTo>
                    <a:pt x="24385" y="37814"/>
                    <a:pt x="24360" y="37777"/>
                    <a:pt x="24385" y="37741"/>
                  </a:cubicBezTo>
                  <a:cubicBezTo>
                    <a:pt x="24434" y="37691"/>
                    <a:pt x="24471" y="37642"/>
                    <a:pt x="24520" y="37605"/>
                  </a:cubicBezTo>
                  <a:cubicBezTo>
                    <a:pt x="24569" y="37556"/>
                    <a:pt x="24619" y="37568"/>
                    <a:pt x="24582" y="37531"/>
                  </a:cubicBezTo>
                  <a:cubicBezTo>
                    <a:pt x="24545" y="37494"/>
                    <a:pt x="24496" y="37482"/>
                    <a:pt x="24496" y="37432"/>
                  </a:cubicBezTo>
                  <a:cubicBezTo>
                    <a:pt x="24502" y="37405"/>
                    <a:pt x="24532" y="37397"/>
                    <a:pt x="24561" y="37397"/>
                  </a:cubicBezTo>
                  <a:cubicBezTo>
                    <a:pt x="24584" y="37397"/>
                    <a:pt x="24608" y="37402"/>
                    <a:pt x="24619" y="37408"/>
                  </a:cubicBezTo>
                  <a:cubicBezTo>
                    <a:pt x="24643" y="37420"/>
                    <a:pt x="24693" y="37494"/>
                    <a:pt x="24730" y="37494"/>
                  </a:cubicBezTo>
                  <a:cubicBezTo>
                    <a:pt x="24779" y="37482"/>
                    <a:pt x="24816" y="37420"/>
                    <a:pt x="24804" y="37371"/>
                  </a:cubicBezTo>
                  <a:cubicBezTo>
                    <a:pt x="24791" y="37309"/>
                    <a:pt x="24791" y="37272"/>
                    <a:pt x="24754" y="37272"/>
                  </a:cubicBezTo>
                  <a:cubicBezTo>
                    <a:pt x="24717" y="37272"/>
                    <a:pt x="24693" y="37334"/>
                    <a:pt x="24656" y="37334"/>
                  </a:cubicBezTo>
                  <a:cubicBezTo>
                    <a:pt x="24606" y="37334"/>
                    <a:pt x="24569" y="37322"/>
                    <a:pt x="24533" y="37297"/>
                  </a:cubicBezTo>
                  <a:cubicBezTo>
                    <a:pt x="24483" y="37260"/>
                    <a:pt x="24459" y="37198"/>
                    <a:pt x="24459" y="37137"/>
                  </a:cubicBezTo>
                  <a:cubicBezTo>
                    <a:pt x="24459" y="37038"/>
                    <a:pt x="24422" y="36890"/>
                    <a:pt x="24434" y="36829"/>
                  </a:cubicBezTo>
                  <a:cubicBezTo>
                    <a:pt x="24434" y="36800"/>
                    <a:pt x="24447" y="36788"/>
                    <a:pt x="24467" y="36788"/>
                  </a:cubicBezTo>
                  <a:cubicBezTo>
                    <a:pt x="24481" y="36788"/>
                    <a:pt x="24500" y="36794"/>
                    <a:pt x="24520" y="36804"/>
                  </a:cubicBezTo>
                  <a:cubicBezTo>
                    <a:pt x="24606" y="36866"/>
                    <a:pt x="24717" y="36903"/>
                    <a:pt x="24828" y="36927"/>
                  </a:cubicBezTo>
                  <a:cubicBezTo>
                    <a:pt x="24902" y="36927"/>
                    <a:pt x="24988" y="36903"/>
                    <a:pt x="25050" y="36853"/>
                  </a:cubicBezTo>
                  <a:cubicBezTo>
                    <a:pt x="25087" y="36829"/>
                    <a:pt x="25099" y="36792"/>
                    <a:pt x="25099" y="36755"/>
                  </a:cubicBezTo>
                  <a:cubicBezTo>
                    <a:pt x="25087" y="36706"/>
                    <a:pt x="25075" y="36669"/>
                    <a:pt x="25075" y="36619"/>
                  </a:cubicBezTo>
                  <a:cubicBezTo>
                    <a:pt x="25075" y="36570"/>
                    <a:pt x="25173" y="36447"/>
                    <a:pt x="25173" y="36410"/>
                  </a:cubicBezTo>
                  <a:cubicBezTo>
                    <a:pt x="25173" y="36385"/>
                    <a:pt x="25087" y="36287"/>
                    <a:pt x="25099" y="36213"/>
                  </a:cubicBezTo>
                  <a:cubicBezTo>
                    <a:pt x="25113" y="36165"/>
                    <a:pt x="25138" y="36148"/>
                    <a:pt x="25159" y="36148"/>
                  </a:cubicBezTo>
                  <a:cubicBezTo>
                    <a:pt x="25177" y="36148"/>
                    <a:pt x="25192" y="36159"/>
                    <a:pt x="25198" y="36176"/>
                  </a:cubicBezTo>
                  <a:cubicBezTo>
                    <a:pt x="25198" y="36215"/>
                    <a:pt x="25206" y="36277"/>
                    <a:pt x="25209" y="36277"/>
                  </a:cubicBezTo>
                  <a:cubicBezTo>
                    <a:pt x="25210" y="36277"/>
                    <a:pt x="25210" y="36272"/>
                    <a:pt x="25210" y="36262"/>
                  </a:cubicBezTo>
                  <a:cubicBezTo>
                    <a:pt x="25223" y="36213"/>
                    <a:pt x="25210" y="36213"/>
                    <a:pt x="25309" y="36213"/>
                  </a:cubicBezTo>
                  <a:cubicBezTo>
                    <a:pt x="25444" y="36213"/>
                    <a:pt x="25568" y="36188"/>
                    <a:pt x="25703" y="36139"/>
                  </a:cubicBezTo>
                  <a:cubicBezTo>
                    <a:pt x="25826" y="36114"/>
                    <a:pt x="25962" y="36065"/>
                    <a:pt x="26085" y="36016"/>
                  </a:cubicBezTo>
                  <a:cubicBezTo>
                    <a:pt x="26147" y="35966"/>
                    <a:pt x="26233" y="35954"/>
                    <a:pt x="26245" y="35880"/>
                  </a:cubicBezTo>
                  <a:cubicBezTo>
                    <a:pt x="26270" y="35794"/>
                    <a:pt x="26319" y="35720"/>
                    <a:pt x="26393" y="35658"/>
                  </a:cubicBezTo>
                  <a:cubicBezTo>
                    <a:pt x="26442" y="35621"/>
                    <a:pt x="26467" y="35560"/>
                    <a:pt x="26467" y="35498"/>
                  </a:cubicBezTo>
                  <a:cubicBezTo>
                    <a:pt x="26467" y="35424"/>
                    <a:pt x="26467" y="35375"/>
                    <a:pt x="26405" y="35350"/>
                  </a:cubicBezTo>
                  <a:cubicBezTo>
                    <a:pt x="26356" y="35338"/>
                    <a:pt x="26282" y="35301"/>
                    <a:pt x="26282" y="35239"/>
                  </a:cubicBezTo>
                  <a:cubicBezTo>
                    <a:pt x="26282" y="35178"/>
                    <a:pt x="26356" y="35067"/>
                    <a:pt x="26344" y="35042"/>
                  </a:cubicBezTo>
                  <a:cubicBezTo>
                    <a:pt x="26307" y="34968"/>
                    <a:pt x="26245" y="34907"/>
                    <a:pt x="26159" y="34857"/>
                  </a:cubicBezTo>
                  <a:cubicBezTo>
                    <a:pt x="26085" y="34833"/>
                    <a:pt x="26023" y="34833"/>
                    <a:pt x="26036" y="34771"/>
                  </a:cubicBezTo>
                  <a:cubicBezTo>
                    <a:pt x="26036" y="34734"/>
                    <a:pt x="26060" y="34709"/>
                    <a:pt x="26085" y="34697"/>
                  </a:cubicBezTo>
                  <a:lnTo>
                    <a:pt x="26147" y="34697"/>
                  </a:lnTo>
                  <a:cubicBezTo>
                    <a:pt x="26221" y="34734"/>
                    <a:pt x="26294" y="34746"/>
                    <a:pt x="26381" y="34759"/>
                  </a:cubicBezTo>
                  <a:cubicBezTo>
                    <a:pt x="26405" y="34759"/>
                    <a:pt x="26467" y="34820"/>
                    <a:pt x="26516" y="34845"/>
                  </a:cubicBezTo>
                  <a:cubicBezTo>
                    <a:pt x="26556" y="34865"/>
                    <a:pt x="26572" y="34901"/>
                    <a:pt x="26609" y="34901"/>
                  </a:cubicBezTo>
                  <a:cubicBezTo>
                    <a:pt x="26618" y="34901"/>
                    <a:pt x="26628" y="34899"/>
                    <a:pt x="26639" y="34894"/>
                  </a:cubicBezTo>
                  <a:cubicBezTo>
                    <a:pt x="26689" y="34882"/>
                    <a:pt x="26689" y="34870"/>
                    <a:pt x="26763" y="34870"/>
                  </a:cubicBezTo>
                  <a:cubicBezTo>
                    <a:pt x="26824" y="34870"/>
                    <a:pt x="26854" y="34901"/>
                    <a:pt x="26894" y="34901"/>
                  </a:cubicBezTo>
                  <a:cubicBezTo>
                    <a:pt x="26909" y="34901"/>
                    <a:pt x="26926" y="34896"/>
                    <a:pt x="26947" y="34882"/>
                  </a:cubicBezTo>
                  <a:cubicBezTo>
                    <a:pt x="27021" y="34833"/>
                    <a:pt x="27145" y="34783"/>
                    <a:pt x="27182" y="34697"/>
                  </a:cubicBezTo>
                  <a:cubicBezTo>
                    <a:pt x="27206" y="34648"/>
                    <a:pt x="27231" y="34599"/>
                    <a:pt x="27268" y="34549"/>
                  </a:cubicBezTo>
                  <a:cubicBezTo>
                    <a:pt x="27305" y="34500"/>
                    <a:pt x="27329" y="34463"/>
                    <a:pt x="27366" y="34426"/>
                  </a:cubicBezTo>
                  <a:cubicBezTo>
                    <a:pt x="27428" y="34340"/>
                    <a:pt x="27465" y="34143"/>
                    <a:pt x="27514" y="34069"/>
                  </a:cubicBezTo>
                  <a:cubicBezTo>
                    <a:pt x="27564" y="34007"/>
                    <a:pt x="27613" y="33946"/>
                    <a:pt x="27687" y="33909"/>
                  </a:cubicBezTo>
                  <a:cubicBezTo>
                    <a:pt x="27798" y="33810"/>
                    <a:pt x="27884" y="33699"/>
                    <a:pt x="27958" y="33564"/>
                  </a:cubicBezTo>
                  <a:cubicBezTo>
                    <a:pt x="27995" y="33477"/>
                    <a:pt x="28032" y="33231"/>
                    <a:pt x="28143" y="33132"/>
                  </a:cubicBezTo>
                  <a:cubicBezTo>
                    <a:pt x="28254" y="33021"/>
                    <a:pt x="28364" y="32960"/>
                    <a:pt x="28389" y="32886"/>
                  </a:cubicBezTo>
                  <a:cubicBezTo>
                    <a:pt x="28401" y="32787"/>
                    <a:pt x="28414" y="32701"/>
                    <a:pt x="28426" y="32602"/>
                  </a:cubicBezTo>
                  <a:cubicBezTo>
                    <a:pt x="28438" y="32516"/>
                    <a:pt x="28377" y="32430"/>
                    <a:pt x="28401" y="32307"/>
                  </a:cubicBezTo>
                  <a:cubicBezTo>
                    <a:pt x="28426" y="32233"/>
                    <a:pt x="28438" y="32159"/>
                    <a:pt x="28438" y="32085"/>
                  </a:cubicBezTo>
                  <a:cubicBezTo>
                    <a:pt x="28438" y="32036"/>
                    <a:pt x="28401" y="32060"/>
                    <a:pt x="28426" y="32011"/>
                  </a:cubicBezTo>
                  <a:cubicBezTo>
                    <a:pt x="28451" y="31974"/>
                    <a:pt x="28500" y="32011"/>
                    <a:pt x="28549" y="31962"/>
                  </a:cubicBezTo>
                  <a:cubicBezTo>
                    <a:pt x="28611" y="31876"/>
                    <a:pt x="28672" y="31789"/>
                    <a:pt x="28746" y="31715"/>
                  </a:cubicBezTo>
                  <a:cubicBezTo>
                    <a:pt x="28783" y="31691"/>
                    <a:pt x="28820" y="31654"/>
                    <a:pt x="28857" y="31629"/>
                  </a:cubicBezTo>
                  <a:cubicBezTo>
                    <a:pt x="28894" y="31617"/>
                    <a:pt x="29017" y="31506"/>
                    <a:pt x="29079" y="31506"/>
                  </a:cubicBezTo>
                  <a:cubicBezTo>
                    <a:pt x="29137" y="31506"/>
                    <a:pt x="29202" y="31558"/>
                    <a:pt x="29222" y="31558"/>
                  </a:cubicBezTo>
                  <a:cubicBezTo>
                    <a:pt x="29228" y="31558"/>
                    <a:pt x="29230" y="31554"/>
                    <a:pt x="29227" y="31543"/>
                  </a:cubicBezTo>
                  <a:cubicBezTo>
                    <a:pt x="29215" y="31494"/>
                    <a:pt x="29165" y="31494"/>
                    <a:pt x="29190" y="31457"/>
                  </a:cubicBezTo>
                  <a:cubicBezTo>
                    <a:pt x="29215" y="31432"/>
                    <a:pt x="29276" y="31432"/>
                    <a:pt x="29338" y="31395"/>
                  </a:cubicBezTo>
                  <a:cubicBezTo>
                    <a:pt x="29412" y="31370"/>
                    <a:pt x="29412" y="31346"/>
                    <a:pt x="29387" y="31321"/>
                  </a:cubicBezTo>
                  <a:cubicBezTo>
                    <a:pt x="29375" y="31296"/>
                    <a:pt x="29436" y="31284"/>
                    <a:pt x="29449" y="31272"/>
                  </a:cubicBezTo>
                  <a:cubicBezTo>
                    <a:pt x="29453" y="31264"/>
                    <a:pt x="29455" y="31261"/>
                    <a:pt x="29457" y="31261"/>
                  </a:cubicBezTo>
                  <a:cubicBezTo>
                    <a:pt x="29461" y="31261"/>
                    <a:pt x="29461" y="31276"/>
                    <a:pt x="29461" y="31284"/>
                  </a:cubicBezTo>
                  <a:cubicBezTo>
                    <a:pt x="29461" y="31299"/>
                    <a:pt x="29478" y="31305"/>
                    <a:pt x="29507" y="31305"/>
                  </a:cubicBezTo>
                  <a:cubicBezTo>
                    <a:pt x="29527" y="31305"/>
                    <a:pt x="29554" y="31302"/>
                    <a:pt x="29584" y="31296"/>
                  </a:cubicBezTo>
                  <a:cubicBezTo>
                    <a:pt x="29658" y="31284"/>
                    <a:pt x="29695" y="31223"/>
                    <a:pt x="29732" y="31210"/>
                  </a:cubicBezTo>
                  <a:cubicBezTo>
                    <a:pt x="29739" y="31208"/>
                    <a:pt x="29744" y="31208"/>
                    <a:pt x="29747" y="31208"/>
                  </a:cubicBezTo>
                  <a:cubicBezTo>
                    <a:pt x="29769" y="31208"/>
                    <a:pt x="29734" y="31237"/>
                    <a:pt x="29744" y="31247"/>
                  </a:cubicBezTo>
                  <a:cubicBezTo>
                    <a:pt x="29753" y="31265"/>
                    <a:pt x="29787" y="31282"/>
                    <a:pt x="29836" y="31282"/>
                  </a:cubicBezTo>
                  <a:cubicBezTo>
                    <a:pt x="29856" y="31282"/>
                    <a:pt x="29879" y="31279"/>
                    <a:pt x="29905" y="31272"/>
                  </a:cubicBezTo>
                  <a:cubicBezTo>
                    <a:pt x="29991" y="31235"/>
                    <a:pt x="30040" y="31272"/>
                    <a:pt x="30040" y="31198"/>
                  </a:cubicBezTo>
                  <a:cubicBezTo>
                    <a:pt x="30040" y="31124"/>
                    <a:pt x="30139" y="31050"/>
                    <a:pt x="30176" y="31025"/>
                  </a:cubicBezTo>
                  <a:cubicBezTo>
                    <a:pt x="30225" y="30976"/>
                    <a:pt x="30250" y="30914"/>
                    <a:pt x="30250" y="30841"/>
                  </a:cubicBezTo>
                  <a:cubicBezTo>
                    <a:pt x="30262" y="30754"/>
                    <a:pt x="30299" y="30680"/>
                    <a:pt x="30373" y="30619"/>
                  </a:cubicBezTo>
                  <a:cubicBezTo>
                    <a:pt x="30422" y="30557"/>
                    <a:pt x="30459" y="30483"/>
                    <a:pt x="30496" y="30409"/>
                  </a:cubicBezTo>
                  <a:cubicBezTo>
                    <a:pt x="30521" y="30360"/>
                    <a:pt x="30533" y="30360"/>
                    <a:pt x="30558" y="30311"/>
                  </a:cubicBezTo>
                  <a:cubicBezTo>
                    <a:pt x="30570" y="30212"/>
                    <a:pt x="30570" y="30126"/>
                    <a:pt x="30558" y="30040"/>
                  </a:cubicBezTo>
                  <a:cubicBezTo>
                    <a:pt x="30558" y="29966"/>
                    <a:pt x="30582" y="29892"/>
                    <a:pt x="30632" y="29830"/>
                  </a:cubicBezTo>
                  <a:cubicBezTo>
                    <a:pt x="30656" y="29806"/>
                    <a:pt x="30718" y="29806"/>
                    <a:pt x="30718" y="29695"/>
                  </a:cubicBezTo>
                  <a:cubicBezTo>
                    <a:pt x="30706" y="29559"/>
                    <a:pt x="30718" y="29436"/>
                    <a:pt x="30742" y="29313"/>
                  </a:cubicBezTo>
                  <a:cubicBezTo>
                    <a:pt x="30792" y="29202"/>
                    <a:pt x="30742" y="28968"/>
                    <a:pt x="30742" y="28832"/>
                  </a:cubicBezTo>
                  <a:cubicBezTo>
                    <a:pt x="30742" y="28709"/>
                    <a:pt x="30742" y="28598"/>
                    <a:pt x="30755" y="28475"/>
                  </a:cubicBezTo>
                  <a:cubicBezTo>
                    <a:pt x="30779" y="28426"/>
                    <a:pt x="30829" y="28426"/>
                    <a:pt x="30792" y="28389"/>
                  </a:cubicBezTo>
                  <a:cubicBezTo>
                    <a:pt x="30761" y="28348"/>
                    <a:pt x="30739" y="28324"/>
                    <a:pt x="30746" y="28324"/>
                  </a:cubicBezTo>
                  <a:cubicBezTo>
                    <a:pt x="30748" y="28324"/>
                    <a:pt x="30751" y="28325"/>
                    <a:pt x="30755" y="28327"/>
                  </a:cubicBezTo>
                  <a:cubicBezTo>
                    <a:pt x="30785" y="28327"/>
                    <a:pt x="30832" y="28385"/>
                    <a:pt x="30841" y="28385"/>
                  </a:cubicBezTo>
                  <a:cubicBezTo>
                    <a:pt x="30843" y="28385"/>
                    <a:pt x="30843" y="28383"/>
                    <a:pt x="30841" y="28376"/>
                  </a:cubicBezTo>
                  <a:cubicBezTo>
                    <a:pt x="30831" y="28346"/>
                    <a:pt x="30837" y="28308"/>
                    <a:pt x="30840" y="28308"/>
                  </a:cubicBezTo>
                  <a:lnTo>
                    <a:pt x="30840" y="28308"/>
                  </a:lnTo>
                  <a:cubicBezTo>
                    <a:pt x="30841" y="28308"/>
                    <a:pt x="30841" y="28310"/>
                    <a:pt x="30841" y="28315"/>
                  </a:cubicBezTo>
                  <a:cubicBezTo>
                    <a:pt x="30841" y="28324"/>
                    <a:pt x="30843" y="28326"/>
                    <a:pt x="30846" y="28326"/>
                  </a:cubicBezTo>
                  <a:cubicBezTo>
                    <a:pt x="30850" y="28326"/>
                    <a:pt x="30855" y="28323"/>
                    <a:pt x="30863" y="28323"/>
                  </a:cubicBezTo>
                  <a:cubicBezTo>
                    <a:pt x="30867" y="28323"/>
                    <a:pt x="30872" y="28324"/>
                    <a:pt x="30878" y="28327"/>
                  </a:cubicBezTo>
                  <a:cubicBezTo>
                    <a:pt x="30890" y="28339"/>
                    <a:pt x="30899" y="28350"/>
                    <a:pt x="30910" y="28350"/>
                  </a:cubicBezTo>
                  <a:cubicBezTo>
                    <a:pt x="30922" y="28350"/>
                    <a:pt x="30938" y="28336"/>
                    <a:pt x="30964" y="28290"/>
                  </a:cubicBezTo>
                  <a:cubicBezTo>
                    <a:pt x="31014" y="28204"/>
                    <a:pt x="31063" y="28105"/>
                    <a:pt x="31124" y="27982"/>
                  </a:cubicBezTo>
                  <a:cubicBezTo>
                    <a:pt x="31149" y="27871"/>
                    <a:pt x="31223" y="27773"/>
                    <a:pt x="31309" y="27711"/>
                  </a:cubicBezTo>
                  <a:cubicBezTo>
                    <a:pt x="31383" y="27662"/>
                    <a:pt x="31445" y="27600"/>
                    <a:pt x="31482" y="27526"/>
                  </a:cubicBezTo>
                  <a:cubicBezTo>
                    <a:pt x="31593" y="27378"/>
                    <a:pt x="31679" y="27230"/>
                    <a:pt x="31728" y="27058"/>
                  </a:cubicBezTo>
                  <a:cubicBezTo>
                    <a:pt x="31777" y="26861"/>
                    <a:pt x="31753" y="26651"/>
                    <a:pt x="31691" y="26466"/>
                  </a:cubicBezTo>
                  <a:cubicBezTo>
                    <a:pt x="31630" y="26146"/>
                    <a:pt x="31667" y="26084"/>
                    <a:pt x="31531" y="26084"/>
                  </a:cubicBezTo>
                  <a:cubicBezTo>
                    <a:pt x="31517" y="26086"/>
                    <a:pt x="31503" y="26086"/>
                    <a:pt x="31490" y="26086"/>
                  </a:cubicBezTo>
                  <a:cubicBezTo>
                    <a:pt x="31368" y="26086"/>
                    <a:pt x="31250" y="26039"/>
                    <a:pt x="31161" y="25961"/>
                  </a:cubicBezTo>
                  <a:cubicBezTo>
                    <a:pt x="31087" y="25850"/>
                    <a:pt x="30989" y="25764"/>
                    <a:pt x="30890" y="25678"/>
                  </a:cubicBezTo>
                  <a:cubicBezTo>
                    <a:pt x="30792" y="25616"/>
                    <a:pt x="30582" y="25456"/>
                    <a:pt x="30471" y="25444"/>
                  </a:cubicBezTo>
                  <a:cubicBezTo>
                    <a:pt x="30382" y="25444"/>
                    <a:pt x="30343" y="25495"/>
                    <a:pt x="30253" y="25495"/>
                  </a:cubicBezTo>
                  <a:cubicBezTo>
                    <a:pt x="30245" y="25495"/>
                    <a:pt x="30235" y="25494"/>
                    <a:pt x="30225" y="25493"/>
                  </a:cubicBezTo>
                  <a:cubicBezTo>
                    <a:pt x="30077" y="25456"/>
                    <a:pt x="29942" y="25407"/>
                    <a:pt x="29818" y="25345"/>
                  </a:cubicBezTo>
                  <a:cubicBezTo>
                    <a:pt x="29802" y="25337"/>
                    <a:pt x="29786" y="25334"/>
                    <a:pt x="29770" y="25334"/>
                  </a:cubicBezTo>
                  <a:cubicBezTo>
                    <a:pt x="29718" y="25334"/>
                    <a:pt x="29674" y="25373"/>
                    <a:pt x="29646" y="25382"/>
                  </a:cubicBezTo>
                  <a:cubicBezTo>
                    <a:pt x="29609" y="25382"/>
                    <a:pt x="29498" y="25284"/>
                    <a:pt x="29473" y="25247"/>
                  </a:cubicBezTo>
                  <a:cubicBezTo>
                    <a:pt x="29436" y="25173"/>
                    <a:pt x="29375" y="25123"/>
                    <a:pt x="29301" y="25086"/>
                  </a:cubicBezTo>
                  <a:cubicBezTo>
                    <a:pt x="29190" y="25037"/>
                    <a:pt x="28919" y="24889"/>
                    <a:pt x="28845" y="24865"/>
                  </a:cubicBezTo>
                  <a:cubicBezTo>
                    <a:pt x="28808" y="24858"/>
                    <a:pt x="28756" y="24846"/>
                    <a:pt x="28706" y="24846"/>
                  </a:cubicBezTo>
                  <a:cubicBezTo>
                    <a:pt x="28657" y="24846"/>
                    <a:pt x="28611" y="24858"/>
                    <a:pt x="28586" y="24902"/>
                  </a:cubicBezTo>
                  <a:cubicBezTo>
                    <a:pt x="28549" y="25000"/>
                    <a:pt x="28488" y="25086"/>
                    <a:pt x="28414" y="25160"/>
                  </a:cubicBezTo>
                  <a:cubicBezTo>
                    <a:pt x="28364" y="25197"/>
                    <a:pt x="28327" y="25259"/>
                    <a:pt x="28315" y="25321"/>
                  </a:cubicBezTo>
                  <a:cubicBezTo>
                    <a:pt x="28302" y="25340"/>
                    <a:pt x="28289" y="25353"/>
                    <a:pt x="28279" y="25353"/>
                  </a:cubicBezTo>
                  <a:cubicBezTo>
                    <a:pt x="28271" y="25353"/>
                    <a:pt x="28266" y="25343"/>
                    <a:pt x="28266" y="25321"/>
                  </a:cubicBezTo>
                  <a:cubicBezTo>
                    <a:pt x="28254" y="25284"/>
                    <a:pt x="28241" y="25259"/>
                    <a:pt x="28217" y="25247"/>
                  </a:cubicBezTo>
                  <a:cubicBezTo>
                    <a:pt x="28192" y="25222"/>
                    <a:pt x="28180" y="25197"/>
                    <a:pt x="28167" y="25185"/>
                  </a:cubicBezTo>
                  <a:cubicBezTo>
                    <a:pt x="28153" y="25170"/>
                    <a:pt x="28129" y="25151"/>
                    <a:pt x="28110" y="25151"/>
                  </a:cubicBezTo>
                  <a:cubicBezTo>
                    <a:pt x="28097" y="25151"/>
                    <a:pt x="28086" y="25160"/>
                    <a:pt x="28081" y="25185"/>
                  </a:cubicBezTo>
                  <a:cubicBezTo>
                    <a:pt x="28072" y="25222"/>
                    <a:pt x="28076" y="25265"/>
                    <a:pt x="28069" y="25265"/>
                  </a:cubicBezTo>
                  <a:cubicBezTo>
                    <a:pt x="28067" y="25265"/>
                    <a:pt x="28063" y="25259"/>
                    <a:pt x="28056" y="25247"/>
                  </a:cubicBezTo>
                  <a:cubicBezTo>
                    <a:pt x="28044" y="25222"/>
                    <a:pt x="28019" y="25197"/>
                    <a:pt x="28007" y="25173"/>
                  </a:cubicBezTo>
                  <a:cubicBezTo>
                    <a:pt x="27982" y="25148"/>
                    <a:pt x="27982" y="25136"/>
                    <a:pt x="27958" y="25099"/>
                  </a:cubicBezTo>
                  <a:cubicBezTo>
                    <a:pt x="27933" y="25049"/>
                    <a:pt x="27921" y="25013"/>
                    <a:pt x="27933" y="24963"/>
                  </a:cubicBezTo>
                  <a:cubicBezTo>
                    <a:pt x="27933" y="24926"/>
                    <a:pt x="27933" y="24852"/>
                    <a:pt x="27917" y="24852"/>
                  </a:cubicBezTo>
                  <a:cubicBezTo>
                    <a:pt x="27912" y="24852"/>
                    <a:pt x="27905" y="24859"/>
                    <a:pt x="27896" y="24877"/>
                  </a:cubicBezTo>
                  <a:cubicBezTo>
                    <a:pt x="27859" y="24939"/>
                    <a:pt x="27810" y="25049"/>
                    <a:pt x="27748" y="25074"/>
                  </a:cubicBezTo>
                  <a:cubicBezTo>
                    <a:pt x="27732" y="25078"/>
                    <a:pt x="27721" y="25081"/>
                    <a:pt x="27716" y="25081"/>
                  </a:cubicBezTo>
                  <a:cubicBezTo>
                    <a:pt x="27705" y="25081"/>
                    <a:pt x="27716" y="25070"/>
                    <a:pt x="27748" y="25037"/>
                  </a:cubicBezTo>
                  <a:cubicBezTo>
                    <a:pt x="27810" y="25000"/>
                    <a:pt x="27847" y="24939"/>
                    <a:pt x="27872" y="24865"/>
                  </a:cubicBezTo>
                  <a:cubicBezTo>
                    <a:pt x="27872" y="24836"/>
                    <a:pt x="27850" y="24824"/>
                    <a:pt x="27830" y="24824"/>
                  </a:cubicBezTo>
                  <a:cubicBezTo>
                    <a:pt x="27816" y="24824"/>
                    <a:pt x="27803" y="24830"/>
                    <a:pt x="27798" y="24840"/>
                  </a:cubicBezTo>
                  <a:cubicBezTo>
                    <a:pt x="27785" y="24877"/>
                    <a:pt x="27748" y="25000"/>
                    <a:pt x="27687" y="25025"/>
                  </a:cubicBezTo>
                  <a:cubicBezTo>
                    <a:pt x="27669" y="25035"/>
                    <a:pt x="27659" y="25040"/>
                    <a:pt x="27654" y="25040"/>
                  </a:cubicBezTo>
                  <a:cubicBezTo>
                    <a:pt x="27641" y="25040"/>
                    <a:pt x="27664" y="25011"/>
                    <a:pt x="27699" y="24976"/>
                  </a:cubicBezTo>
                  <a:cubicBezTo>
                    <a:pt x="27748" y="24939"/>
                    <a:pt x="27736" y="24889"/>
                    <a:pt x="27761" y="24828"/>
                  </a:cubicBezTo>
                  <a:cubicBezTo>
                    <a:pt x="27785" y="24766"/>
                    <a:pt x="27822" y="24778"/>
                    <a:pt x="27847" y="24717"/>
                  </a:cubicBezTo>
                  <a:cubicBezTo>
                    <a:pt x="27872" y="24655"/>
                    <a:pt x="27847" y="24643"/>
                    <a:pt x="27884" y="24631"/>
                  </a:cubicBezTo>
                  <a:cubicBezTo>
                    <a:pt x="27921" y="24631"/>
                    <a:pt x="27958" y="24594"/>
                    <a:pt x="27982" y="24557"/>
                  </a:cubicBezTo>
                  <a:cubicBezTo>
                    <a:pt x="27990" y="24541"/>
                    <a:pt x="28013" y="24525"/>
                    <a:pt x="28032" y="24525"/>
                  </a:cubicBezTo>
                  <a:cubicBezTo>
                    <a:pt x="28042" y="24525"/>
                    <a:pt x="28052" y="24531"/>
                    <a:pt x="28056" y="24544"/>
                  </a:cubicBezTo>
                  <a:cubicBezTo>
                    <a:pt x="28061" y="24557"/>
                    <a:pt x="28068" y="24563"/>
                    <a:pt x="28076" y="24563"/>
                  </a:cubicBezTo>
                  <a:cubicBezTo>
                    <a:pt x="28092" y="24563"/>
                    <a:pt x="28110" y="24544"/>
                    <a:pt x="28118" y="24520"/>
                  </a:cubicBezTo>
                  <a:cubicBezTo>
                    <a:pt x="28143" y="24495"/>
                    <a:pt x="28143" y="24446"/>
                    <a:pt x="28118" y="24421"/>
                  </a:cubicBezTo>
                  <a:cubicBezTo>
                    <a:pt x="28093" y="24384"/>
                    <a:pt x="28167" y="24323"/>
                    <a:pt x="28167" y="24249"/>
                  </a:cubicBezTo>
                  <a:cubicBezTo>
                    <a:pt x="28167" y="24175"/>
                    <a:pt x="28081" y="24125"/>
                    <a:pt x="28007" y="24101"/>
                  </a:cubicBezTo>
                  <a:cubicBezTo>
                    <a:pt x="27933" y="24064"/>
                    <a:pt x="27921" y="23891"/>
                    <a:pt x="27909" y="23793"/>
                  </a:cubicBezTo>
                  <a:cubicBezTo>
                    <a:pt x="27896" y="23682"/>
                    <a:pt x="27909" y="23559"/>
                    <a:pt x="27847" y="23509"/>
                  </a:cubicBezTo>
                  <a:cubicBezTo>
                    <a:pt x="27835" y="23485"/>
                    <a:pt x="27810" y="23472"/>
                    <a:pt x="27798" y="23460"/>
                  </a:cubicBezTo>
                  <a:cubicBezTo>
                    <a:pt x="27736" y="23423"/>
                    <a:pt x="27674" y="23374"/>
                    <a:pt x="27613" y="23324"/>
                  </a:cubicBezTo>
                  <a:cubicBezTo>
                    <a:pt x="27551" y="23263"/>
                    <a:pt x="27477" y="23140"/>
                    <a:pt x="27391" y="23103"/>
                  </a:cubicBezTo>
                  <a:cubicBezTo>
                    <a:pt x="27342" y="23078"/>
                    <a:pt x="27292" y="23066"/>
                    <a:pt x="27231" y="23041"/>
                  </a:cubicBezTo>
                  <a:cubicBezTo>
                    <a:pt x="27157" y="23016"/>
                    <a:pt x="27083" y="22992"/>
                    <a:pt x="27009" y="22979"/>
                  </a:cubicBezTo>
                  <a:lnTo>
                    <a:pt x="26837" y="22979"/>
                  </a:lnTo>
                  <a:cubicBezTo>
                    <a:pt x="26760" y="23001"/>
                    <a:pt x="26751" y="23043"/>
                    <a:pt x="26724" y="23043"/>
                  </a:cubicBezTo>
                  <a:cubicBezTo>
                    <a:pt x="26721" y="23043"/>
                    <a:pt x="26717" y="23042"/>
                    <a:pt x="26713" y="23041"/>
                  </a:cubicBezTo>
                  <a:cubicBezTo>
                    <a:pt x="26708" y="23043"/>
                    <a:pt x="26703" y="23044"/>
                    <a:pt x="26699" y="23044"/>
                  </a:cubicBezTo>
                  <a:cubicBezTo>
                    <a:pt x="26667" y="23044"/>
                    <a:pt x="26638" y="23011"/>
                    <a:pt x="26627" y="22979"/>
                  </a:cubicBezTo>
                  <a:cubicBezTo>
                    <a:pt x="26609" y="22944"/>
                    <a:pt x="26598" y="22915"/>
                    <a:pt x="26584" y="22915"/>
                  </a:cubicBezTo>
                  <a:cubicBezTo>
                    <a:pt x="26579" y="22915"/>
                    <a:pt x="26573" y="22920"/>
                    <a:pt x="26566" y="22930"/>
                  </a:cubicBezTo>
                  <a:cubicBezTo>
                    <a:pt x="26556" y="22958"/>
                    <a:pt x="26540" y="22993"/>
                    <a:pt x="26512" y="22993"/>
                  </a:cubicBezTo>
                  <a:cubicBezTo>
                    <a:pt x="26502" y="22993"/>
                    <a:pt x="26492" y="22989"/>
                    <a:pt x="26479" y="22979"/>
                  </a:cubicBezTo>
                  <a:lnTo>
                    <a:pt x="26455" y="22967"/>
                  </a:lnTo>
                  <a:cubicBezTo>
                    <a:pt x="26405" y="22943"/>
                    <a:pt x="26368" y="22906"/>
                    <a:pt x="26344" y="22856"/>
                  </a:cubicBezTo>
                  <a:cubicBezTo>
                    <a:pt x="26270" y="22770"/>
                    <a:pt x="26221" y="22782"/>
                    <a:pt x="26171" y="22733"/>
                  </a:cubicBezTo>
                  <a:cubicBezTo>
                    <a:pt x="26122" y="22684"/>
                    <a:pt x="26134" y="22634"/>
                    <a:pt x="26085" y="22573"/>
                  </a:cubicBezTo>
                  <a:cubicBezTo>
                    <a:pt x="26011" y="22437"/>
                    <a:pt x="25913" y="22339"/>
                    <a:pt x="25777" y="22265"/>
                  </a:cubicBezTo>
                  <a:cubicBezTo>
                    <a:pt x="25771" y="22259"/>
                    <a:pt x="25765" y="22256"/>
                    <a:pt x="25758" y="22256"/>
                  </a:cubicBezTo>
                  <a:cubicBezTo>
                    <a:pt x="25752" y="22256"/>
                    <a:pt x="25746" y="22259"/>
                    <a:pt x="25740" y="22265"/>
                  </a:cubicBezTo>
                  <a:cubicBezTo>
                    <a:pt x="25703" y="22259"/>
                    <a:pt x="25666" y="22256"/>
                    <a:pt x="25629" y="22256"/>
                  </a:cubicBezTo>
                  <a:cubicBezTo>
                    <a:pt x="25592" y="22256"/>
                    <a:pt x="25555" y="22259"/>
                    <a:pt x="25518" y="22265"/>
                  </a:cubicBezTo>
                  <a:cubicBezTo>
                    <a:pt x="25500" y="22269"/>
                    <a:pt x="25466" y="22272"/>
                    <a:pt x="25433" y="22272"/>
                  </a:cubicBezTo>
                  <a:cubicBezTo>
                    <a:pt x="25376" y="22272"/>
                    <a:pt x="25323" y="22264"/>
                    <a:pt x="25370" y="22240"/>
                  </a:cubicBezTo>
                  <a:cubicBezTo>
                    <a:pt x="25444" y="22203"/>
                    <a:pt x="25481" y="22228"/>
                    <a:pt x="25494" y="22142"/>
                  </a:cubicBezTo>
                  <a:cubicBezTo>
                    <a:pt x="25506" y="22068"/>
                    <a:pt x="25555" y="22031"/>
                    <a:pt x="25494" y="21994"/>
                  </a:cubicBezTo>
                  <a:cubicBezTo>
                    <a:pt x="25437" y="21949"/>
                    <a:pt x="25391" y="21894"/>
                    <a:pt x="25365" y="21894"/>
                  </a:cubicBezTo>
                  <a:cubicBezTo>
                    <a:pt x="25363" y="21894"/>
                    <a:pt x="25360" y="21894"/>
                    <a:pt x="25358" y="21895"/>
                  </a:cubicBezTo>
                  <a:cubicBezTo>
                    <a:pt x="25326" y="21906"/>
                    <a:pt x="25349" y="21935"/>
                    <a:pt x="25340" y="21935"/>
                  </a:cubicBezTo>
                  <a:cubicBezTo>
                    <a:pt x="25339" y="21935"/>
                    <a:pt x="25337" y="21934"/>
                    <a:pt x="25333" y="21932"/>
                  </a:cubicBezTo>
                  <a:cubicBezTo>
                    <a:pt x="25321" y="21920"/>
                    <a:pt x="25284" y="21908"/>
                    <a:pt x="25272" y="21871"/>
                  </a:cubicBezTo>
                  <a:cubicBezTo>
                    <a:pt x="25269" y="21865"/>
                    <a:pt x="25266" y="21862"/>
                    <a:pt x="25263" y="21862"/>
                  </a:cubicBezTo>
                  <a:cubicBezTo>
                    <a:pt x="25253" y="21862"/>
                    <a:pt x="25241" y="21889"/>
                    <a:pt x="25223" y="21908"/>
                  </a:cubicBezTo>
                  <a:cubicBezTo>
                    <a:pt x="25218" y="21917"/>
                    <a:pt x="25215" y="21921"/>
                    <a:pt x="25213" y="21921"/>
                  </a:cubicBezTo>
                  <a:cubicBezTo>
                    <a:pt x="25210" y="21921"/>
                    <a:pt x="25210" y="21910"/>
                    <a:pt x="25210" y="21895"/>
                  </a:cubicBezTo>
                  <a:cubicBezTo>
                    <a:pt x="25198" y="21846"/>
                    <a:pt x="25173" y="21809"/>
                    <a:pt x="25136" y="21797"/>
                  </a:cubicBezTo>
                  <a:cubicBezTo>
                    <a:pt x="25103" y="21797"/>
                    <a:pt x="25079" y="21848"/>
                    <a:pt x="25066" y="21848"/>
                  </a:cubicBezTo>
                  <a:cubicBezTo>
                    <a:pt x="25065" y="21848"/>
                    <a:pt x="25063" y="21847"/>
                    <a:pt x="25062" y="21846"/>
                  </a:cubicBezTo>
                  <a:cubicBezTo>
                    <a:pt x="25038" y="21834"/>
                    <a:pt x="25050" y="21809"/>
                    <a:pt x="25062" y="21772"/>
                  </a:cubicBezTo>
                  <a:cubicBezTo>
                    <a:pt x="25087" y="21735"/>
                    <a:pt x="25013" y="21735"/>
                    <a:pt x="25062" y="21698"/>
                  </a:cubicBezTo>
                  <a:cubicBezTo>
                    <a:pt x="25124" y="21661"/>
                    <a:pt x="25259" y="21698"/>
                    <a:pt x="25235" y="21649"/>
                  </a:cubicBezTo>
                  <a:cubicBezTo>
                    <a:pt x="25220" y="21627"/>
                    <a:pt x="25210" y="21622"/>
                    <a:pt x="25188" y="21622"/>
                  </a:cubicBezTo>
                  <a:cubicBezTo>
                    <a:pt x="25173" y="21622"/>
                    <a:pt x="25154" y="21624"/>
                    <a:pt x="25124" y="21624"/>
                  </a:cubicBezTo>
                  <a:cubicBezTo>
                    <a:pt x="25084" y="21624"/>
                    <a:pt x="25026" y="21616"/>
                    <a:pt x="24966" y="21616"/>
                  </a:cubicBezTo>
                  <a:cubicBezTo>
                    <a:pt x="24897" y="21616"/>
                    <a:pt x="24825" y="21627"/>
                    <a:pt x="24779" y="21673"/>
                  </a:cubicBezTo>
                  <a:cubicBezTo>
                    <a:pt x="24704" y="21748"/>
                    <a:pt x="24639" y="21814"/>
                    <a:pt x="24582" y="21814"/>
                  </a:cubicBezTo>
                  <a:cubicBezTo>
                    <a:pt x="24574" y="21814"/>
                    <a:pt x="24565" y="21812"/>
                    <a:pt x="24557" y="21809"/>
                  </a:cubicBezTo>
                  <a:cubicBezTo>
                    <a:pt x="24483" y="21809"/>
                    <a:pt x="24409" y="21784"/>
                    <a:pt x="24348" y="21747"/>
                  </a:cubicBezTo>
                  <a:cubicBezTo>
                    <a:pt x="24311" y="21710"/>
                    <a:pt x="24274" y="21649"/>
                    <a:pt x="24224" y="21649"/>
                  </a:cubicBezTo>
                  <a:cubicBezTo>
                    <a:pt x="24163" y="21649"/>
                    <a:pt x="23929" y="21686"/>
                    <a:pt x="23855" y="21686"/>
                  </a:cubicBezTo>
                  <a:cubicBezTo>
                    <a:pt x="23769" y="21686"/>
                    <a:pt x="23744" y="21686"/>
                    <a:pt x="23732" y="21624"/>
                  </a:cubicBezTo>
                  <a:cubicBezTo>
                    <a:pt x="23719" y="21550"/>
                    <a:pt x="23682" y="21415"/>
                    <a:pt x="23608" y="21415"/>
                  </a:cubicBezTo>
                  <a:cubicBezTo>
                    <a:pt x="23559" y="21409"/>
                    <a:pt x="23513" y="21405"/>
                    <a:pt x="23467" y="21405"/>
                  </a:cubicBezTo>
                  <a:cubicBezTo>
                    <a:pt x="23421" y="21405"/>
                    <a:pt x="23374" y="21409"/>
                    <a:pt x="23325" y="21415"/>
                  </a:cubicBezTo>
                  <a:cubicBezTo>
                    <a:pt x="23239" y="21439"/>
                    <a:pt x="23128" y="21501"/>
                    <a:pt x="23103" y="21513"/>
                  </a:cubicBezTo>
                  <a:cubicBezTo>
                    <a:pt x="23079" y="21526"/>
                    <a:pt x="22968" y="21587"/>
                    <a:pt x="22968" y="21636"/>
                  </a:cubicBezTo>
                  <a:cubicBezTo>
                    <a:pt x="22968" y="21698"/>
                    <a:pt x="23103" y="21858"/>
                    <a:pt x="23091" y="21908"/>
                  </a:cubicBezTo>
                  <a:cubicBezTo>
                    <a:pt x="23091" y="21957"/>
                    <a:pt x="23079" y="22105"/>
                    <a:pt x="23017" y="22105"/>
                  </a:cubicBezTo>
                  <a:cubicBezTo>
                    <a:pt x="22955" y="22105"/>
                    <a:pt x="22820" y="21932"/>
                    <a:pt x="22820" y="21895"/>
                  </a:cubicBezTo>
                  <a:cubicBezTo>
                    <a:pt x="22820" y="21846"/>
                    <a:pt x="22943" y="21686"/>
                    <a:pt x="22943" y="21649"/>
                  </a:cubicBezTo>
                  <a:cubicBezTo>
                    <a:pt x="22943" y="21599"/>
                    <a:pt x="22857" y="21513"/>
                    <a:pt x="22844" y="21476"/>
                  </a:cubicBezTo>
                  <a:lnTo>
                    <a:pt x="22844" y="21464"/>
                  </a:lnTo>
                  <a:cubicBezTo>
                    <a:pt x="22857" y="21402"/>
                    <a:pt x="22906" y="21365"/>
                    <a:pt x="22955" y="21341"/>
                  </a:cubicBezTo>
                  <a:cubicBezTo>
                    <a:pt x="23005" y="21328"/>
                    <a:pt x="23103" y="21230"/>
                    <a:pt x="23054" y="21193"/>
                  </a:cubicBezTo>
                  <a:cubicBezTo>
                    <a:pt x="23029" y="21168"/>
                    <a:pt x="22995" y="21156"/>
                    <a:pt x="22962" y="21156"/>
                  </a:cubicBezTo>
                  <a:cubicBezTo>
                    <a:pt x="22928" y="21156"/>
                    <a:pt x="22894" y="21168"/>
                    <a:pt x="22869" y="21193"/>
                  </a:cubicBezTo>
                  <a:cubicBezTo>
                    <a:pt x="22832" y="21230"/>
                    <a:pt x="22795" y="21291"/>
                    <a:pt x="22771" y="21304"/>
                  </a:cubicBezTo>
                  <a:cubicBezTo>
                    <a:pt x="22746" y="21316"/>
                    <a:pt x="22709" y="21341"/>
                    <a:pt x="22684" y="21365"/>
                  </a:cubicBezTo>
                  <a:cubicBezTo>
                    <a:pt x="22660" y="21378"/>
                    <a:pt x="22610" y="21476"/>
                    <a:pt x="22573" y="21489"/>
                  </a:cubicBezTo>
                  <a:cubicBezTo>
                    <a:pt x="22567" y="21490"/>
                    <a:pt x="22560" y="21491"/>
                    <a:pt x="22552" y="21491"/>
                  </a:cubicBezTo>
                  <a:cubicBezTo>
                    <a:pt x="22520" y="21491"/>
                    <a:pt x="22474" y="21481"/>
                    <a:pt x="22433" y="21481"/>
                  </a:cubicBezTo>
                  <a:cubicBezTo>
                    <a:pt x="22398" y="21481"/>
                    <a:pt x="22367" y="21488"/>
                    <a:pt x="22352" y="21513"/>
                  </a:cubicBezTo>
                  <a:cubicBezTo>
                    <a:pt x="22331" y="21566"/>
                    <a:pt x="22310" y="21645"/>
                    <a:pt x="22281" y="21645"/>
                  </a:cubicBezTo>
                  <a:cubicBezTo>
                    <a:pt x="22276" y="21645"/>
                    <a:pt x="22271" y="21642"/>
                    <a:pt x="22265" y="21636"/>
                  </a:cubicBezTo>
                  <a:cubicBezTo>
                    <a:pt x="22241" y="21599"/>
                    <a:pt x="22253" y="21563"/>
                    <a:pt x="22216" y="21550"/>
                  </a:cubicBezTo>
                  <a:cubicBezTo>
                    <a:pt x="22209" y="21548"/>
                    <a:pt x="22203" y="21547"/>
                    <a:pt x="22196" y="21547"/>
                  </a:cubicBezTo>
                  <a:cubicBezTo>
                    <a:pt x="22166" y="21547"/>
                    <a:pt x="22138" y="21567"/>
                    <a:pt x="22118" y="21587"/>
                  </a:cubicBezTo>
                  <a:cubicBezTo>
                    <a:pt x="22068" y="21636"/>
                    <a:pt x="22031" y="21698"/>
                    <a:pt x="22007" y="21772"/>
                  </a:cubicBezTo>
                  <a:cubicBezTo>
                    <a:pt x="21994" y="21858"/>
                    <a:pt x="22019" y="21932"/>
                    <a:pt x="21970" y="21994"/>
                  </a:cubicBezTo>
                  <a:cubicBezTo>
                    <a:pt x="21883" y="22068"/>
                    <a:pt x="21809" y="22154"/>
                    <a:pt x="21760" y="22240"/>
                  </a:cubicBezTo>
                  <a:cubicBezTo>
                    <a:pt x="21725" y="22322"/>
                    <a:pt x="21723" y="22426"/>
                    <a:pt x="21702" y="22426"/>
                  </a:cubicBezTo>
                  <a:cubicBezTo>
                    <a:pt x="21701" y="22426"/>
                    <a:pt x="21700" y="22426"/>
                    <a:pt x="21699" y="22425"/>
                  </a:cubicBezTo>
                  <a:cubicBezTo>
                    <a:pt x="21674" y="22413"/>
                    <a:pt x="21588" y="22228"/>
                    <a:pt x="21538" y="22166"/>
                  </a:cubicBezTo>
                  <a:cubicBezTo>
                    <a:pt x="21490" y="22118"/>
                    <a:pt x="21433" y="22069"/>
                    <a:pt x="21412" y="22069"/>
                  </a:cubicBezTo>
                  <a:cubicBezTo>
                    <a:pt x="21406" y="22069"/>
                    <a:pt x="21403" y="22072"/>
                    <a:pt x="21403" y="22080"/>
                  </a:cubicBezTo>
                  <a:cubicBezTo>
                    <a:pt x="21403" y="22087"/>
                    <a:pt x="21398" y="22090"/>
                    <a:pt x="21390" y="22090"/>
                  </a:cubicBezTo>
                  <a:cubicBezTo>
                    <a:pt x="21370" y="22090"/>
                    <a:pt x="21331" y="22070"/>
                    <a:pt x="21304" y="22043"/>
                  </a:cubicBezTo>
                  <a:cubicBezTo>
                    <a:pt x="21230" y="22006"/>
                    <a:pt x="21156" y="21981"/>
                    <a:pt x="21083" y="21969"/>
                  </a:cubicBezTo>
                  <a:cubicBezTo>
                    <a:pt x="21074" y="21967"/>
                    <a:pt x="21065" y="21966"/>
                    <a:pt x="21057" y="21966"/>
                  </a:cubicBezTo>
                  <a:cubicBezTo>
                    <a:pt x="21021" y="21966"/>
                    <a:pt x="20992" y="21988"/>
                    <a:pt x="20972" y="22018"/>
                  </a:cubicBezTo>
                  <a:cubicBezTo>
                    <a:pt x="20922" y="22055"/>
                    <a:pt x="20873" y="22080"/>
                    <a:pt x="20824" y="22117"/>
                  </a:cubicBezTo>
                  <a:cubicBezTo>
                    <a:pt x="20799" y="22117"/>
                    <a:pt x="20799" y="22154"/>
                    <a:pt x="20738" y="22154"/>
                  </a:cubicBezTo>
                  <a:cubicBezTo>
                    <a:pt x="20721" y="22158"/>
                    <a:pt x="20698" y="22161"/>
                    <a:pt x="20673" y="22161"/>
                  </a:cubicBezTo>
                  <a:cubicBezTo>
                    <a:pt x="20623" y="22161"/>
                    <a:pt x="20565" y="22150"/>
                    <a:pt x="20540" y="22117"/>
                  </a:cubicBezTo>
                  <a:cubicBezTo>
                    <a:pt x="20491" y="22080"/>
                    <a:pt x="20442" y="22068"/>
                    <a:pt x="20393" y="22055"/>
                  </a:cubicBezTo>
                  <a:cubicBezTo>
                    <a:pt x="20368" y="22055"/>
                    <a:pt x="20343" y="22018"/>
                    <a:pt x="20306" y="21969"/>
                  </a:cubicBezTo>
                  <a:cubicBezTo>
                    <a:pt x="20294" y="21944"/>
                    <a:pt x="20269" y="21908"/>
                    <a:pt x="20257" y="21871"/>
                  </a:cubicBezTo>
                  <a:cubicBezTo>
                    <a:pt x="20220" y="21821"/>
                    <a:pt x="20121" y="21723"/>
                    <a:pt x="20060" y="21624"/>
                  </a:cubicBezTo>
                  <a:cubicBezTo>
                    <a:pt x="20035" y="21599"/>
                    <a:pt x="20023" y="21563"/>
                    <a:pt x="20011" y="21538"/>
                  </a:cubicBezTo>
                  <a:cubicBezTo>
                    <a:pt x="19986" y="21464"/>
                    <a:pt x="20060" y="21378"/>
                    <a:pt x="20072" y="21267"/>
                  </a:cubicBezTo>
                  <a:cubicBezTo>
                    <a:pt x="20097" y="21131"/>
                    <a:pt x="20109" y="20996"/>
                    <a:pt x="20121" y="20860"/>
                  </a:cubicBezTo>
                  <a:cubicBezTo>
                    <a:pt x="20121" y="20762"/>
                    <a:pt x="20195" y="20675"/>
                    <a:pt x="20195" y="20589"/>
                  </a:cubicBezTo>
                  <a:cubicBezTo>
                    <a:pt x="20183" y="20503"/>
                    <a:pt x="20195" y="20491"/>
                    <a:pt x="20195" y="20454"/>
                  </a:cubicBezTo>
                  <a:cubicBezTo>
                    <a:pt x="20195" y="20429"/>
                    <a:pt x="20195" y="20429"/>
                    <a:pt x="20171" y="20417"/>
                  </a:cubicBezTo>
                  <a:cubicBezTo>
                    <a:pt x="20158" y="20417"/>
                    <a:pt x="20146" y="20404"/>
                    <a:pt x="20134" y="20404"/>
                  </a:cubicBezTo>
                  <a:cubicBezTo>
                    <a:pt x="20072" y="20392"/>
                    <a:pt x="19998" y="20269"/>
                    <a:pt x="19924" y="20219"/>
                  </a:cubicBezTo>
                  <a:cubicBezTo>
                    <a:pt x="19859" y="20187"/>
                    <a:pt x="19787" y="20170"/>
                    <a:pt x="19718" y="20170"/>
                  </a:cubicBezTo>
                  <a:cubicBezTo>
                    <a:pt x="19683" y="20170"/>
                    <a:pt x="19649" y="20174"/>
                    <a:pt x="19616" y="20183"/>
                  </a:cubicBezTo>
                  <a:cubicBezTo>
                    <a:pt x="19510" y="20204"/>
                    <a:pt x="19450" y="20261"/>
                    <a:pt x="19380" y="20261"/>
                  </a:cubicBezTo>
                  <a:cubicBezTo>
                    <a:pt x="19369" y="20261"/>
                    <a:pt x="19357" y="20260"/>
                    <a:pt x="19345" y="20256"/>
                  </a:cubicBezTo>
                  <a:cubicBezTo>
                    <a:pt x="19268" y="20234"/>
                    <a:pt x="19250" y="20193"/>
                    <a:pt x="19186" y="20193"/>
                  </a:cubicBezTo>
                  <a:cubicBezTo>
                    <a:pt x="19178" y="20193"/>
                    <a:pt x="19170" y="20194"/>
                    <a:pt x="19160" y="20195"/>
                  </a:cubicBezTo>
                  <a:cubicBezTo>
                    <a:pt x="19073" y="20206"/>
                    <a:pt x="19034" y="20246"/>
                    <a:pt x="18974" y="20246"/>
                  </a:cubicBezTo>
                  <a:cubicBezTo>
                    <a:pt x="18967" y="20246"/>
                    <a:pt x="18959" y="20245"/>
                    <a:pt x="18951" y="20244"/>
                  </a:cubicBezTo>
                  <a:lnTo>
                    <a:pt x="18926" y="20232"/>
                  </a:lnTo>
                  <a:cubicBezTo>
                    <a:pt x="18889" y="20219"/>
                    <a:pt x="18865" y="20195"/>
                    <a:pt x="18840" y="20183"/>
                  </a:cubicBezTo>
                  <a:cubicBezTo>
                    <a:pt x="18815" y="20158"/>
                    <a:pt x="18815" y="20133"/>
                    <a:pt x="18865" y="20109"/>
                  </a:cubicBezTo>
                  <a:cubicBezTo>
                    <a:pt x="18951" y="20022"/>
                    <a:pt x="19000" y="19899"/>
                    <a:pt x="19000" y="19764"/>
                  </a:cubicBezTo>
                  <a:cubicBezTo>
                    <a:pt x="18988" y="19677"/>
                    <a:pt x="19013" y="19591"/>
                    <a:pt x="19062" y="19517"/>
                  </a:cubicBezTo>
                  <a:cubicBezTo>
                    <a:pt x="19111" y="19443"/>
                    <a:pt x="19136" y="19357"/>
                    <a:pt x="19148" y="19271"/>
                  </a:cubicBezTo>
                  <a:cubicBezTo>
                    <a:pt x="19148" y="19209"/>
                    <a:pt x="19111" y="19012"/>
                    <a:pt x="19185" y="18901"/>
                  </a:cubicBezTo>
                  <a:cubicBezTo>
                    <a:pt x="19259" y="18803"/>
                    <a:pt x="19333" y="18741"/>
                    <a:pt x="19333" y="18679"/>
                  </a:cubicBezTo>
                  <a:cubicBezTo>
                    <a:pt x="19321" y="18618"/>
                    <a:pt x="19333" y="18556"/>
                    <a:pt x="19197" y="18556"/>
                  </a:cubicBezTo>
                  <a:cubicBezTo>
                    <a:pt x="19049" y="18568"/>
                    <a:pt x="18606" y="18605"/>
                    <a:pt x="18520" y="18716"/>
                  </a:cubicBezTo>
                  <a:cubicBezTo>
                    <a:pt x="18446" y="18815"/>
                    <a:pt x="18483" y="19024"/>
                    <a:pt x="18446" y="19086"/>
                  </a:cubicBezTo>
                  <a:cubicBezTo>
                    <a:pt x="18384" y="19172"/>
                    <a:pt x="18323" y="19246"/>
                    <a:pt x="18261" y="19332"/>
                  </a:cubicBezTo>
                  <a:cubicBezTo>
                    <a:pt x="18249" y="19345"/>
                    <a:pt x="18273" y="19406"/>
                    <a:pt x="18236" y="19431"/>
                  </a:cubicBezTo>
                  <a:cubicBezTo>
                    <a:pt x="18232" y="19432"/>
                    <a:pt x="18228" y="19433"/>
                    <a:pt x="18224" y="19433"/>
                  </a:cubicBezTo>
                  <a:cubicBezTo>
                    <a:pt x="18191" y="19433"/>
                    <a:pt x="18156" y="19393"/>
                    <a:pt x="18101" y="19382"/>
                  </a:cubicBezTo>
                  <a:cubicBezTo>
                    <a:pt x="17978" y="19382"/>
                    <a:pt x="17854" y="19406"/>
                    <a:pt x="17743" y="19456"/>
                  </a:cubicBezTo>
                  <a:cubicBezTo>
                    <a:pt x="17667" y="19481"/>
                    <a:pt x="17613" y="19519"/>
                    <a:pt x="17571" y="19519"/>
                  </a:cubicBezTo>
                  <a:cubicBezTo>
                    <a:pt x="17553" y="19519"/>
                    <a:pt x="17537" y="19511"/>
                    <a:pt x="17522" y="19493"/>
                  </a:cubicBezTo>
                  <a:cubicBezTo>
                    <a:pt x="17460" y="19443"/>
                    <a:pt x="17435" y="19382"/>
                    <a:pt x="17349" y="19357"/>
                  </a:cubicBezTo>
                  <a:cubicBezTo>
                    <a:pt x="17263" y="19345"/>
                    <a:pt x="17127" y="19345"/>
                    <a:pt x="17090" y="19184"/>
                  </a:cubicBezTo>
                  <a:cubicBezTo>
                    <a:pt x="17053" y="19061"/>
                    <a:pt x="17004" y="18950"/>
                    <a:pt x="16930" y="18852"/>
                  </a:cubicBezTo>
                  <a:cubicBezTo>
                    <a:pt x="16856" y="18704"/>
                    <a:pt x="16807" y="18556"/>
                    <a:pt x="16782" y="18396"/>
                  </a:cubicBezTo>
                  <a:cubicBezTo>
                    <a:pt x="16745" y="18248"/>
                    <a:pt x="16733" y="18088"/>
                    <a:pt x="16758" y="17940"/>
                  </a:cubicBezTo>
                  <a:cubicBezTo>
                    <a:pt x="16745" y="17829"/>
                    <a:pt x="16745" y="17706"/>
                    <a:pt x="16745" y="17595"/>
                  </a:cubicBezTo>
                  <a:cubicBezTo>
                    <a:pt x="16758" y="17509"/>
                    <a:pt x="16869" y="17423"/>
                    <a:pt x="16881" y="17312"/>
                  </a:cubicBezTo>
                  <a:cubicBezTo>
                    <a:pt x="16881" y="17275"/>
                    <a:pt x="16881" y="17250"/>
                    <a:pt x="16881" y="17225"/>
                  </a:cubicBezTo>
                  <a:cubicBezTo>
                    <a:pt x="16869" y="17102"/>
                    <a:pt x="16795" y="16917"/>
                    <a:pt x="16782" y="16856"/>
                  </a:cubicBezTo>
                  <a:cubicBezTo>
                    <a:pt x="16777" y="16825"/>
                    <a:pt x="16779" y="16820"/>
                    <a:pt x="16784" y="16820"/>
                  </a:cubicBezTo>
                  <a:cubicBezTo>
                    <a:pt x="16787" y="16820"/>
                    <a:pt x="16792" y="16821"/>
                    <a:pt x="16797" y="16821"/>
                  </a:cubicBezTo>
                  <a:cubicBezTo>
                    <a:pt x="16806" y="16821"/>
                    <a:pt x="16818" y="16817"/>
                    <a:pt x="16832" y="16794"/>
                  </a:cubicBezTo>
                  <a:cubicBezTo>
                    <a:pt x="16869" y="16733"/>
                    <a:pt x="16819" y="16708"/>
                    <a:pt x="16844" y="16671"/>
                  </a:cubicBezTo>
                  <a:cubicBezTo>
                    <a:pt x="16869" y="16646"/>
                    <a:pt x="16893" y="16659"/>
                    <a:pt x="16918" y="16622"/>
                  </a:cubicBezTo>
                  <a:cubicBezTo>
                    <a:pt x="16955" y="16597"/>
                    <a:pt x="17078" y="16535"/>
                    <a:pt x="17078" y="16474"/>
                  </a:cubicBezTo>
                  <a:cubicBezTo>
                    <a:pt x="17078" y="16435"/>
                    <a:pt x="17085" y="16420"/>
                    <a:pt x="17095" y="16420"/>
                  </a:cubicBezTo>
                  <a:cubicBezTo>
                    <a:pt x="17104" y="16420"/>
                    <a:pt x="17116" y="16432"/>
                    <a:pt x="17127" y="16449"/>
                  </a:cubicBezTo>
                  <a:cubicBezTo>
                    <a:pt x="17130" y="16452"/>
                    <a:pt x="17135" y="16453"/>
                    <a:pt x="17141" y="16453"/>
                  </a:cubicBezTo>
                  <a:cubicBezTo>
                    <a:pt x="17184" y="16453"/>
                    <a:pt x="17298" y="16380"/>
                    <a:pt x="17374" y="16326"/>
                  </a:cubicBezTo>
                  <a:cubicBezTo>
                    <a:pt x="17448" y="16277"/>
                    <a:pt x="17509" y="16215"/>
                    <a:pt x="17460" y="16190"/>
                  </a:cubicBezTo>
                  <a:cubicBezTo>
                    <a:pt x="17429" y="16170"/>
                    <a:pt x="17372" y="16123"/>
                    <a:pt x="17398" y="16123"/>
                  </a:cubicBezTo>
                  <a:cubicBezTo>
                    <a:pt x="17403" y="16123"/>
                    <a:pt x="17411" y="16125"/>
                    <a:pt x="17423" y="16129"/>
                  </a:cubicBezTo>
                  <a:cubicBezTo>
                    <a:pt x="17477" y="16138"/>
                    <a:pt x="17492" y="16167"/>
                    <a:pt x="17520" y="16167"/>
                  </a:cubicBezTo>
                  <a:cubicBezTo>
                    <a:pt x="17530" y="16167"/>
                    <a:pt x="17542" y="16163"/>
                    <a:pt x="17559" y="16153"/>
                  </a:cubicBezTo>
                  <a:cubicBezTo>
                    <a:pt x="17620" y="16116"/>
                    <a:pt x="17633" y="16067"/>
                    <a:pt x="17719" y="16067"/>
                  </a:cubicBezTo>
                  <a:cubicBezTo>
                    <a:pt x="17817" y="16067"/>
                    <a:pt x="17891" y="16067"/>
                    <a:pt x="17941" y="16129"/>
                  </a:cubicBezTo>
                  <a:cubicBezTo>
                    <a:pt x="17974" y="16162"/>
                    <a:pt x="17996" y="16174"/>
                    <a:pt x="18015" y="16174"/>
                  </a:cubicBezTo>
                  <a:cubicBezTo>
                    <a:pt x="18032" y="16174"/>
                    <a:pt x="18047" y="16165"/>
                    <a:pt x="18064" y="16153"/>
                  </a:cubicBezTo>
                  <a:cubicBezTo>
                    <a:pt x="18090" y="16136"/>
                    <a:pt x="18121" y="16113"/>
                    <a:pt x="18159" y="16113"/>
                  </a:cubicBezTo>
                  <a:cubicBezTo>
                    <a:pt x="18175" y="16113"/>
                    <a:pt x="18193" y="16118"/>
                    <a:pt x="18212" y="16129"/>
                  </a:cubicBezTo>
                  <a:cubicBezTo>
                    <a:pt x="18282" y="16164"/>
                    <a:pt x="18330" y="16265"/>
                    <a:pt x="18387" y="16265"/>
                  </a:cubicBezTo>
                  <a:cubicBezTo>
                    <a:pt x="18390" y="16265"/>
                    <a:pt x="18393" y="16265"/>
                    <a:pt x="18396" y="16264"/>
                  </a:cubicBezTo>
                  <a:cubicBezTo>
                    <a:pt x="18455" y="16264"/>
                    <a:pt x="18548" y="16140"/>
                    <a:pt x="18588" y="16140"/>
                  </a:cubicBezTo>
                  <a:cubicBezTo>
                    <a:pt x="18590" y="16140"/>
                    <a:pt x="18592" y="16141"/>
                    <a:pt x="18594" y="16141"/>
                  </a:cubicBezTo>
                  <a:cubicBezTo>
                    <a:pt x="18631" y="16166"/>
                    <a:pt x="18754" y="16289"/>
                    <a:pt x="18741" y="16314"/>
                  </a:cubicBezTo>
                  <a:cubicBezTo>
                    <a:pt x="18739" y="16318"/>
                    <a:pt x="18739" y="16320"/>
                    <a:pt x="18742" y="16320"/>
                  </a:cubicBezTo>
                  <a:cubicBezTo>
                    <a:pt x="18751" y="16320"/>
                    <a:pt x="18793" y="16284"/>
                    <a:pt x="18803" y="16264"/>
                  </a:cubicBezTo>
                  <a:cubicBezTo>
                    <a:pt x="18815" y="16252"/>
                    <a:pt x="18803" y="16264"/>
                    <a:pt x="18778" y="16227"/>
                  </a:cubicBezTo>
                  <a:cubicBezTo>
                    <a:pt x="18741" y="16190"/>
                    <a:pt x="18655" y="16141"/>
                    <a:pt x="18692" y="16116"/>
                  </a:cubicBezTo>
                  <a:cubicBezTo>
                    <a:pt x="18729" y="16092"/>
                    <a:pt x="18741" y="16116"/>
                    <a:pt x="18705" y="16080"/>
                  </a:cubicBezTo>
                  <a:cubicBezTo>
                    <a:pt x="18692" y="16055"/>
                    <a:pt x="18680" y="16030"/>
                    <a:pt x="18680" y="15993"/>
                  </a:cubicBezTo>
                  <a:cubicBezTo>
                    <a:pt x="18680" y="15978"/>
                    <a:pt x="18670" y="15968"/>
                    <a:pt x="18657" y="15968"/>
                  </a:cubicBezTo>
                  <a:cubicBezTo>
                    <a:pt x="18649" y="15968"/>
                    <a:pt x="18640" y="15972"/>
                    <a:pt x="18631" y="15981"/>
                  </a:cubicBezTo>
                  <a:cubicBezTo>
                    <a:pt x="18620" y="15986"/>
                    <a:pt x="18586" y="15992"/>
                    <a:pt x="18553" y="15992"/>
                  </a:cubicBezTo>
                  <a:cubicBezTo>
                    <a:pt x="18512" y="15992"/>
                    <a:pt x="18470" y="15984"/>
                    <a:pt x="18470" y="15956"/>
                  </a:cubicBezTo>
                  <a:cubicBezTo>
                    <a:pt x="18481" y="15926"/>
                    <a:pt x="18516" y="15904"/>
                    <a:pt x="18548" y="15904"/>
                  </a:cubicBezTo>
                  <a:cubicBezTo>
                    <a:pt x="18555" y="15904"/>
                    <a:pt x="18562" y="15905"/>
                    <a:pt x="18569" y="15907"/>
                  </a:cubicBezTo>
                  <a:cubicBezTo>
                    <a:pt x="18596" y="15925"/>
                    <a:pt x="18603" y="15957"/>
                    <a:pt x="18641" y="15957"/>
                  </a:cubicBezTo>
                  <a:cubicBezTo>
                    <a:pt x="18654" y="15957"/>
                    <a:pt x="18670" y="15953"/>
                    <a:pt x="18692" y="15944"/>
                  </a:cubicBezTo>
                  <a:cubicBezTo>
                    <a:pt x="18766" y="15919"/>
                    <a:pt x="18852" y="15907"/>
                    <a:pt x="18939" y="15907"/>
                  </a:cubicBezTo>
                  <a:cubicBezTo>
                    <a:pt x="18991" y="15907"/>
                    <a:pt x="19035" y="15880"/>
                    <a:pt x="19062" y="15880"/>
                  </a:cubicBezTo>
                  <a:cubicBezTo>
                    <a:pt x="19067" y="15880"/>
                    <a:pt x="19071" y="15881"/>
                    <a:pt x="19074" y="15882"/>
                  </a:cubicBezTo>
                  <a:cubicBezTo>
                    <a:pt x="19099" y="15895"/>
                    <a:pt x="19074" y="15932"/>
                    <a:pt x="19111" y="15932"/>
                  </a:cubicBezTo>
                  <a:cubicBezTo>
                    <a:pt x="19148" y="15932"/>
                    <a:pt x="19210" y="15907"/>
                    <a:pt x="19296" y="15907"/>
                  </a:cubicBezTo>
                  <a:cubicBezTo>
                    <a:pt x="19333" y="15907"/>
                    <a:pt x="19385" y="15901"/>
                    <a:pt x="19436" y="15901"/>
                  </a:cubicBezTo>
                  <a:cubicBezTo>
                    <a:pt x="19487" y="15901"/>
                    <a:pt x="19536" y="15907"/>
                    <a:pt x="19567" y="15932"/>
                  </a:cubicBezTo>
                  <a:cubicBezTo>
                    <a:pt x="19629" y="15981"/>
                    <a:pt x="19653" y="16055"/>
                    <a:pt x="19690" y="16080"/>
                  </a:cubicBezTo>
                  <a:cubicBezTo>
                    <a:pt x="19716" y="16097"/>
                    <a:pt x="19730" y="16114"/>
                    <a:pt x="19758" y="16114"/>
                  </a:cubicBezTo>
                  <a:cubicBezTo>
                    <a:pt x="19769" y="16114"/>
                    <a:pt x="19783" y="16111"/>
                    <a:pt x="19801" y="16104"/>
                  </a:cubicBezTo>
                  <a:cubicBezTo>
                    <a:pt x="19863" y="16080"/>
                    <a:pt x="19961" y="15993"/>
                    <a:pt x="19986" y="15993"/>
                  </a:cubicBezTo>
                  <a:cubicBezTo>
                    <a:pt x="20011" y="16006"/>
                    <a:pt x="20097" y="16153"/>
                    <a:pt x="20158" y="16203"/>
                  </a:cubicBezTo>
                  <a:cubicBezTo>
                    <a:pt x="20220" y="16252"/>
                    <a:pt x="20331" y="16351"/>
                    <a:pt x="20319" y="16400"/>
                  </a:cubicBezTo>
                  <a:cubicBezTo>
                    <a:pt x="20319" y="16461"/>
                    <a:pt x="20294" y="16560"/>
                    <a:pt x="20294" y="16597"/>
                  </a:cubicBezTo>
                  <a:cubicBezTo>
                    <a:pt x="20294" y="16634"/>
                    <a:pt x="20343" y="16671"/>
                    <a:pt x="20356" y="16696"/>
                  </a:cubicBezTo>
                  <a:cubicBezTo>
                    <a:pt x="20359" y="16702"/>
                    <a:pt x="20359" y="16703"/>
                    <a:pt x="20357" y="16703"/>
                  </a:cubicBezTo>
                  <a:cubicBezTo>
                    <a:pt x="20355" y="16703"/>
                    <a:pt x="20352" y="16702"/>
                    <a:pt x="20348" y="16702"/>
                  </a:cubicBezTo>
                  <a:cubicBezTo>
                    <a:pt x="20340" y="16702"/>
                    <a:pt x="20331" y="16708"/>
                    <a:pt x="20331" y="16745"/>
                  </a:cubicBezTo>
                  <a:cubicBezTo>
                    <a:pt x="20331" y="16819"/>
                    <a:pt x="20331" y="16880"/>
                    <a:pt x="20380" y="16930"/>
                  </a:cubicBezTo>
                  <a:cubicBezTo>
                    <a:pt x="20429" y="16979"/>
                    <a:pt x="20466" y="16954"/>
                    <a:pt x="20466" y="16991"/>
                  </a:cubicBezTo>
                  <a:cubicBezTo>
                    <a:pt x="20466" y="17011"/>
                    <a:pt x="20470" y="17015"/>
                    <a:pt x="20476" y="17015"/>
                  </a:cubicBezTo>
                  <a:cubicBezTo>
                    <a:pt x="20480" y="17015"/>
                    <a:pt x="20484" y="17013"/>
                    <a:pt x="20488" y="17013"/>
                  </a:cubicBezTo>
                  <a:cubicBezTo>
                    <a:pt x="20494" y="17013"/>
                    <a:pt x="20499" y="17016"/>
                    <a:pt x="20503" y="17028"/>
                  </a:cubicBezTo>
                  <a:cubicBezTo>
                    <a:pt x="20516" y="17053"/>
                    <a:pt x="20491" y="17115"/>
                    <a:pt x="20503" y="17176"/>
                  </a:cubicBezTo>
                  <a:cubicBezTo>
                    <a:pt x="20528" y="17250"/>
                    <a:pt x="20602" y="17250"/>
                    <a:pt x="20627" y="17287"/>
                  </a:cubicBezTo>
                  <a:cubicBezTo>
                    <a:pt x="20651" y="17361"/>
                    <a:pt x="20688" y="17435"/>
                    <a:pt x="20725" y="17496"/>
                  </a:cubicBezTo>
                  <a:cubicBezTo>
                    <a:pt x="20727" y="17497"/>
                    <a:pt x="20729" y="17498"/>
                    <a:pt x="20731" y="17498"/>
                  </a:cubicBezTo>
                  <a:cubicBezTo>
                    <a:pt x="20755" y="17498"/>
                    <a:pt x="20793" y="17446"/>
                    <a:pt x="20808" y="17446"/>
                  </a:cubicBezTo>
                  <a:cubicBezTo>
                    <a:pt x="20809" y="17446"/>
                    <a:pt x="20811" y="17446"/>
                    <a:pt x="20811" y="17447"/>
                  </a:cubicBezTo>
                  <a:cubicBezTo>
                    <a:pt x="20836" y="17460"/>
                    <a:pt x="20811" y="17509"/>
                    <a:pt x="20811" y="17533"/>
                  </a:cubicBezTo>
                  <a:cubicBezTo>
                    <a:pt x="20811" y="17538"/>
                    <a:pt x="20816" y="17541"/>
                    <a:pt x="20823" y="17541"/>
                  </a:cubicBezTo>
                  <a:cubicBezTo>
                    <a:pt x="20834" y="17541"/>
                    <a:pt x="20848" y="17532"/>
                    <a:pt x="20848" y="17509"/>
                  </a:cubicBezTo>
                  <a:cubicBezTo>
                    <a:pt x="20848" y="17423"/>
                    <a:pt x="20861" y="17349"/>
                    <a:pt x="20898" y="17262"/>
                  </a:cubicBezTo>
                  <a:cubicBezTo>
                    <a:pt x="20947" y="17115"/>
                    <a:pt x="20947" y="16942"/>
                    <a:pt x="20885" y="16794"/>
                  </a:cubicBezTo>
                  <a:cubicBezTo>
                    <a:pt x="20836" y="16696"/>
                    <a:pt x="20799" y="16597"/>
                    <a:pt x="20774" y="16486"/>
                  </a:cubicBezTo>
                  <a:cubicBezTo>
                    <a:pt x="20750" y="16363"/>
                    <a:pt x="20713" y="16252"/>
                    <a:pt x="20664" y="16129"/>
                  </a:cubicBezTo>
                  <a:cubicBezTo>
                    <a:pt x="20602" y="15993"/>
                    <a:pt x="20577" y="15833"/>
                    <a:pt x="20577" y="15685"/>
                  </a:cubicBezTo>
                  <a:cubicBezTo>
                    <a:pt x="20602" y="15562"/>
                    <a:pt x="20651" y="15463"/>
                    <a:pt x="20725" y="15365"/>
                  </a:cubicBezTo>
                  <a:cubicBezTo>
                    <a:pt x="20774" y="15266"/>
                    <a:pt x="20898" y="15217"/>
                    <a:pt x="20935" y="15168"/>
                  </a:cubicBezTo>
                  <a:cubicBezTo>
                    <a:pt x="20996" y="15131"/>
                    <a:pt x="21046" y="15069"/>
                    <a:pt x="21095" y="15020"/>
                  </a:cubicBezTo>
                  <a:cubicBezTo>
                    <a:pt x="21132" y="14971"/>
                    <a:pt x="21107" y="14958"/>
                    <a:pt x="21144" y="14934"/>
                  </a:cubicBezTo>
                  <a:cubicBezTo>
                    <a:pt x="21193" y="14884"/>
                    <a:pt x="21243" y="14847"/>
                    <a:pt x="21304" y="14823"/>
                  </a:cubicBezTo>
                  <a:cubicBezTo>
                    <a:pt x="21354" y="14786"/>
                    <a:pt x="21403" y="14786"/>
                    <a:pt x="21428" y="14761"/>
                  </a:cubicBezTo>
                  <a:cubicBezTo>
                    <a:pt x="21489" y="14687"/>
                    <a:pt x="21551" y="14626"/>
                    <a:pt x="21625" y="14564"/>
                  </a:cubicBezTo>
                  <a:cubicBezTo>
                    <a:pt x="21686" y="14539"/>
                    <a:pt x="21773" y="14564"/>
                    <a:pt x="21809" y="14527"/>
                  </a:cubicBezTo>
                  <a:cubicBezTo>
                    <a:pt x="21831" y="14494"/>
                    <a:pt x="21854" y="14451"/>
                    <a:pt x="21832" y="14451"/>
                  </a:cubicBezTo>
                  <a:cubicBezTo>
                    <a:pt x="21829" y="14451"/>
                    <a:pt x="21826" y="14452"/>
                    <a:pt x="21822" y="14453"/>
                  </a:cubicBezTo>
                  <a:cubicBezTo>
                    <a:pt x="21782" y="14473"/>
                    <a:pt x="21692" y="14493"/>
                    <a:pt x="21667" y="14493"/>
                  </a:cubicBezTo>
                  <a:cubicBezTo>
                    <a:pt x="21662" y="14493"/>
                    <a:pt x="21659" y="14492"/>
                    <a:pt x="21662" y="14490"/>
                  </a:cubicBezTo>
                  <a:cubicBezTo>
                    <a:pt x="21674" y="14465"/>
                    <a:pt x="21723" y="14465"/>
                    <a:pt x="21736" y="14441"/>
                  </a:cubicBezTo>
                  <a:cubicBezTo>
                    <a:pt x="21736" y="14404"/>
                    <a:pt x="21736" y="14367"/>
                    <a:pt x="21711" y="14342"/>
                  </a:cubicBezTo>
                  <a:cubicBezTo>
                    <a:pt x="21691" y="14322"/>
                    <a:pt x="21687" y="14302"/>
                    <a:pt x="21707" y="14302"/>
                  </a:cubicBezTo>
                  <a:cubicBezTo>
                    <a:pt x="21711" y="14302"/>
                    <a:pt x="21716" y="14303"/>
                    <a:pt x="21723" y="14305"/>
                  </a:cubicBezTo>
                  <a:cubicBezTo>
                    <a:pt x="21740" y="14305"/>
                    <a:pt x="21745" y="14311"/>
                    <a:pt x="21747" y="14311"/>
                  </a:cubicBezTo>
                  <a:cubicBezTo>
                    <a:pt x="21748" y="14311"/>
                    <a:pt x="21748" y="14309"/>
                    <a:pt x="21748" y="14305"/>
                  </a:cubicBezTo>
                  <a:cubicBezTo>
                    <a:pt x="21757" y="14288"/>
                    <a:pt x="21765" y="14270"/>
                    <a:pt x="21770" y="14270"/>
                  </a:cubicBezTo>
                  <a:cubicBezTo>
                    <a:pt x="21771" y="14270"/>
                    <a:pt x="21773" y="14273"/>
                    <a:pt x="21773" y="14281"/>
                  </a:cubicBezTo>
                  <a:cubicBezTo>
                    <a:pt x="21773" y="14318"/>
                    <a:pt x="21785" y="14342"/>
                    <a:pt x="21809" y="14342"/>
                  </a:cubicBezTo>
                  <a:cubicBezTo>
                    <a:pt x="21834" y="14342"/>
                    <a:pt x="21871" y="14318"/>
                    <a:pt x="21920" y="14268"/>
                  </a:cubicBezTo>
                  <a:cubicBezTo>
                    <a:pt x="21945" y="14231"/>
                    <a:pt x="21970" y="14194"/>
                    <a:pt x="21982" y="14145"/>
                  </a:cubicBezTo>
                  <a:cubicBezTo>
                    <a:pt x="21982" y="14142"/>
                    <a:pt x="21978" y="14140"/>
                    <a:pt x="21973" y="14140"/>
                  </a:cubicBezTo>
                  <a:cubicBezTo>
                    <a:pt x="21958" y="14140"/>
                    <a:pt x="21929" y="14152"/>
                    <a:pt x="21920" y="14170"/>
                  </a:cubicBezTo>
                  <a:cubicBezTo>
                    <a:pt x="21913" y="14184"/>
                    <a:pt x="21897" y="14190"/>
                    <a:pt x="21883" y="14190"/>
                  </a:cubicBezTo>
                  <a:cubicBezTo>
                    <a:pt x="21873" y="14190"/>
                    <a:pt x="21864" y="14187"/>
                    <a:pt x="21859" y="14182"/>
                  </a:cubicBezTo>
                  <a:cubicBezTo>
                    <a:pt x="21846" y="14157"/>
                    <a:pt x="21871" y="14157"/>
                    <a:pt x="21822" y="14157"/>
                  </a:cubicBezTo>
                  <a:cubicBezTo>
                    <a:pt x="21789" y="14157"/>
                    <a:pt x="21756" y="14163"/>
                    <a:pt x="21734" y="14163"/>
                  </a:cubicBezTo>
                  <a:cubicBezTo>
                    <a:pt x="21723" y="14163"/>
                    <a:pt x="21715" y="14161"/>
                    <a:pt x="21711" y="14157"/>
                  </a:cubicBezTo>
                  <a:cubicBezTo>
                    <a:pt x="21701" y="14147"/>
                    <a:pt x="21690" y="14102"/>
                    <a:pt x="21709" y="14102"/>
                  </a:cubicBezTo>
                  <a:cubicBezTo>
                    <a:pt x="21712" y="14102"/>
                    <a:pt x="21717" y="14104"/>
                    <a:pt x="21723" y="14108"/>
                  </a:cubicBezTo>
                  <a:cubicBezTo>
                    <a:pt x="21747" y="14124"/>
                    <a:pt x="21771" y="14145"/>
                    <a:pt x="21791" y="14145"/>
                  </a:cubicBezTo>
                  <a:cubicBezTo>
                    <a:pt x="21802" y="14145"/>
                    <a:pt x="21813" y="14138"/>
                    <a:pt x="21822" y="14120"/>
                  </a:cubicBezTo>
                  <a:cubicBezTo>
                    <a:pt x="21846" y="14088"/>
                    <a:pt x="21855" y="14077"/>
                    <a:pt x="21868" y="14077"/>
                  </a:cubicBezTo>
                  <a:cubicBezTo>
                    <a:pt x="21875" y="14077"/>
                    <a:pt x="21883" y="14079"/>
                    <a:pt x="21896" y="14083"/>
                  </a:cubicBezTo>
                  <a:cubicBezTo>
                    <a:pt x="21911" y="14083"/>
                    <a:pt x="21919" y="14085"/>
                    <a:pt x="21924" y="14085"/>
                  </a:cubicBezTo>
                  <a:cubicBezTo>
                    <a:pt x="21931" y="14085"/>
                    <a:pt x="21928" y="14081"/>
                    <a:pt x="21920" y="14059"/>
                  </a:cubicBezTo>
                  <a:cubicBezTo>
                    <a:pt x="21896" y="14010"/>
                    <a:pt x="21871" y="14010"/>
                    <a:pt x="21896" y="13960"/>
                  </a:cubicBezTo>
                  <a:cubicBezTo>
                    <a:pt x="21908" y="13923"/>
                    <a:pt x="21908" y="13862"/>
                    <a:pt x="21871" y="13849"/>
                  </a:cubicBezTo>
                  <a:cubicBezTo>
                    <a:pt x="21846" y="13837"/>
                    <a:pt x="21760" y="13849"/>
                    <a:pt x="21723" y="13812"/>
                  </a:cubicBezTo>
                  <a:cubicBezTo>
                    <a:pt x="21686" y="13775"/>
                    <a:pt x="21662" y="13751"/>
                    <a:pt x="21625" y="13726"/>
                  </a:cubicBezTo>
                  <a:cubicBezTo>
                    <a:pt x="21588" y="13714"/>
                    <a:pt x="21637" y="13701"/>
                    <a:pt x="21662" y="13701"/>
                  </a:cubicBezTo>
                  <a:cubicBezTo>
                    <a:pt x="21678" y="13701"/>
                    <a:pt x="21716" y="13712"/>
                    <a:pt x="21747" y="13712"/>
                  </a:cubicBezTo>
                  <a:cubicBezTo>
                    <a:pt x="21763" y="13712"/>
                    <a:pt x="21777" y="13710"/>
                    <a:pt x="21785" y="13701"/>
                  </a:cubicBezTo>
                  <a:cubicBezTo>
                    <a:pt x="21809" y="13677"/>
                    <a:pt x="21785" y="13652"/>
                    <a:pt x="21760" y="13628"/>
                  </a:cubicBezTo>
                  <a:cubicBezTo>
                    <a:pt x="21686" y="13566"/>
                    <a:pt x="21625" y="13504"/>
                    <a:pt x="21575" y="13430"/>
                  </a:cubicBezTo>
                  <a:cubicBezTo>
                    <a:pt x="21551" y="13381"/>
                    <a:pt x="21551" y="13332"/>
                    <a:pt x="21588" y="13295"/>
                  </a:cubicBezTo>
                  <a:cubicBezTo>
                    <a:pt x="21612" y="13258"/>
                    <a:pt x="21625" y="13221"/>
                    <a:pt x="21625" y="13184"/>
                  </a:cubicBezTo>
                  <a:cubicBezTo>
                    <a:pt x="21625" y="13176"/>
                    <a:pt x="21626" y="13173"/>
                    <a:pt x="21629" y="13173"/>
                  </a:cubicBezTo>
                  <a:cubicBezTo>
                    <a:pt x="21638" y="13173"/>
                    <a:pt x="21659" y="13217"/>
                    <a:pt x="21649" y="13246"/>
                  </a:cubicBezTo>
                  <a:cubicBezTo>
                    <a:pt x="21637" y="13270"/>
                    <a:pt x="21612" y="13270"/>
                    <a:pt x="21625" y="13307"/>
                  </a:cubicBezTo>
                  <a:cubicBezTo>
                    <a:pt x="21636" y="13353"/>
                    <a:pt x="21711" y="13419"/>
                    <a:pt x="21732" y="13419"/>
                  </a:cubicBezTo>
                  <a:cubicBezTo>
                    <a:pt x="21733" y="13419"/>
                    <a:pt x="21735" y="13419"/>
                    <a:pt x="21736" y="13418"/>
                  </a:cubicBezTo>
                  <a:cubicBezTo>
                    <a:pt x="21748" y="13406"/>
                    <a:pt x="21748" y="13332"/>
                    <a:pt x="21760" y="13270"/>
                  </a:cubicBezTo>
                  <a:cubicBezTo>
                    <a:pt x="21760" y="13209"/>
                    <a:pt x="21760" y="13122"/>
                    <a:pt x="21773" y="13098"/>
                  </a:cubicBezTo>
                  <a:cubicBezTo>
                    <a:pt x="21793" y="13077"/>
                    <a:pt x="21857" y="12988"/>
                    <a:pt x="21877" y="12988"/>
                  </a:cubicBezTo>
                  <a:cubicBezTo>
                    <a:pt x="21881" y="12988"/>
                    <a:pt x="21883" y="12991"/>
                    <a:pt x="21883" y="12999"/>
                  </a:cubicBezTo>
                  <a:cubicBezTo>
                    <a:pt x="21871" y="13036"/>
                    <a:pt x="21809" y="13024"/>
                    <a:pt x="21834" y="13147"/>
                  </a:cubicBezTo>
                  <a:cubicBezTo>
                    <a:pt x="21846" y="13270"/>
                    <a:pt x="21809" y="13320"/>
                    <a:pt x="21871" y="13381"/>
                  </a:cubicBezTo>
                  <a:cubicBezTo>
                    <a:pt x="21920" y="13418"/>
                    <a:pt x="21957" y="13492"/>
                    <a:pt x="21970" y="13566"/>
                  </a:cubicBezTo>
                  <a:cubicBezTo>
                    <a:pt x="21957" y="13615"/>
                    <a:pt x="21896" y="13665"/>
                    <a:pt x="21883" y="13726"/>
                  </a:cubicBezTo>
                  <a:cubicBezTo>
                    <a:pt x="21883" y="13752"/>
                    <a:pt x="21883" y="13774"/>
                    <a:pt x="21883" y="13788"/>
                  </a:cubicBezTo>
                  <a:cubicBezTo>
                    <a:pt x="21883" y="13763"/>
                    <a:pt x="21957" y="13665"/>
                    <a:pt x="21994" y="13615"/>
                  </a:cubicBezTo>
                  <a:cubicBezTo>
                    <a:pt x="22019" y="13578"/>
                    <a:pt x="22130" y="13393"/>
                    <a:pt x="22105" y="13332"/>
                  </a:cubicBezTo>
                  <a:cubicBezTo>
                    <a:pt x="22093" y="13258"/>
                    <a:pt x="21994" y="13098"/>
                    <a:pt x="21982" y="13036"/>
                  </a:cubicBezTo>
                  <a:cubicBezTo>
                    <a:pt x="21970" y="12975"/>
                    <a:pt x="21970" y="12950"/>
                    <a:pt x="22007" y="12913"/>
                  </a:cubicBezTo>
                  <a:cubicBezTo>
                    <a:pt x="22030" y="12897"/>
                    <a:pt x="22073" y="12882"/>
                    <a:pt x="22092" y="12882"/>
                  </a:cubicBezTo>
                  <a:cubicBezTo>
                    <a:pt x="22103" y="12882"/>
                    <a:pt x="22106" y="12887"/>
                    <a:pt x="22093" y="12901"/>
                  </a:cubicBezTo>
                  <a:cubicBezTo>
                    <a:pt x="22044" y="12938"/>
                    <a:pt x="22007" y="12913"/>
                    <a:pt x="22019" y="12975"/>
                  </a:cubicBezTo>
                  <a:cubicBezTo>
                    <a:pt x="22019" y="13036"/>
                    <a:pt x="22044" y="13073"/>
                    <a:pt x="22093" y="13110"/>
                  </a:cubicBezTo>
                  <a:cubicBezTo>
                    <a:pt x="22120" y="13137"/>
                    <a:pt x="22134" y="13178"/>
                    <a:pt x="22149" y="13178"/>
                  </a:cubicBezTo>
                  <a:cubicBezTo>
                    <a:pt x="22155" y="13178"/>
                    <a:pt x="22160" y="13172"/>
                    <a:pt x="22167" y="13159"/>
                  </a:cubicBezTo>
                  <a:cubicBezTo>
                    <a:pt x="22204" y="13110"/>
                    <a:pt x="22253" y="13048"/>
                    <a:pt x="22302" y="12962"/>
                  </a:cubicBezTo>
                  <a:cubicBezTo>
                    <a:pt x="22339" y="12901"/>
                    <a:pt x="22364" y="12814"/>
                    <a:pt x="22352" y="12740"/>
                  </a:cubicBezTo>
                  <a:cubicBezTo>
                    <a:pt x="22327" y="12679"/>
                    <a:pt x="22302" y="12630"/>
                    <a:pt x="22327" y="12617"/>
                  </a:cubicBezTo>
                  <a:cubicBezTo>
                    <a:pt x="22339" y="12580"/>
                    <a:pt x="22352" y="12556"/>
                    <a:pt x="22364" y="12519"/>
                  </a:cubicBezTo>
                  <a:cubicBezTo>
                    <a:pt x="22368" y="12505"/>
                    <a:pt x="22371" y="12500"/>
                    <a:pt x="22373" y="12500"/>
                  </a:cubicBezTo>
                  <a:cubicBezTo>
                    <a:pt x="22376" y="12500"/>
                    <a:pt x="22376" y="12515"/>
                    <a:pt x="22376" y="12531"/>
                  </a:cubicBezTo>
                  <a:cubicBezTo>
                    <a:pt x="22376" y="12560"/>
                    <a:pt x="22354" y="12604"/>
                    <a:pt x="22362" y="12604"/>
                  </a:cubicBezTo>
                  <a:cubicBezTo>
                    <a:pt x="22364" y="12604"/>
                    <a:pt x="22368" y="12601"/>
                    <a:pt x="22376" y="12593"/>
                  </a:cubicBezTo>
                  <a:cubicBezTo>
                    <a:pt x="22426" y="12556"/>
                    <a:pt x="22475" y="12519"/>
                    <a:pt x="22524" y="12482"/>
                  </a:cubicBezTo>
                  <a:cubicBezTo>
                    <a:pt x="22586" y="12432"/>
                    <a:pt x="22660" y="12408"/>
                    <a:pt x="22746" y="12408"/>
                  </a:cubicBezTo>
                  <a:cubicBezTo>
                    <a:pt x="22795" y="12408"/>
                    <a:pt x="22848" y="12414"/>
                    <a:pt x="22889" y="12414"/>
                  </a:cubicBezTo>
                  <a:cubicBezTo>
                    <a:pt x="22931" y="12414"/>
                    <a:pt x="22962" y="12408"/>
                    <a:pt x="22968" y="12383"/>
                  </a:cubicBezTo>
                  <a:cubicBezTo>
                    <a:pt x="22978" y="12332"/>
                    <a:pt x="22963" y="12263"/>
                    <a:pt x="22979" y="12263"/>
                  </a:cubicBezTo>
                  <a:cubicBezTo>
                    <a:pt x="22982" y="12263"/>
                    <a:pt x="22986" y="12266"/>
                    <a:pt x="22992" y="12272"/>
                  </a:cubicBezTo>
                  <a:cubicBezTo>
                    <a:pt x="23029" y="12309"/>
                    <a:pt x="22980" y="12358"/>
                    <a:pt x="23029" y="12358"/>
                  </a:cubicBezTo>
                  <a:cubicBezTo>
                    <a:pt x="23066" y="12358"/>
                    <a:pt x="23116" y="12346"/>
                    <a:pt x="23140" y="12309"/>
                  </a:cubicBezTo>
                  <a:cubicBezTo>
                    <a:pt x="23147" y="12302"/>
                    <a:pt x="23153" y="12299"/>
                    <a:pt x="23156" y="12299"/>
                  </a:cubicBezTo>
                  <a:cubicBezTo>
                    <a:pt x="23165" y="12299"/>
                    <a:pt x="23165" y="12316"/>
                    <a:pt x="23165" y="12334"/>
                  </a:cubicBezTo>
                  <a:cubicBezTo>
                    <a:pt x="23165" y="12344"/>
                    <a:pt x="23169" y="12348"/>
                    <a:pt x="23177" y="12348"/>
                  </a:cubicBezTo>
                  <a:cubicBezTo>
                    <a:pt x="23188" y="12348"/>
                    <a:pt x="23205" y="12341"/>
                    <a:pt x="23226" y="12334"/>
                  </a:cubicBezTo>
                  <a:cubicBezTo>
                    <a:pt x="23263" y="12321"/>
                    <a:pt x="23337" y="12285"/>
                    <a:pt x="23337" y="12260"/>
                  </a:cubicBezTo>
                  <a:cubicBezTo>
                    <a:pt x="23350" y="12235"/>
                    <a:pt x="23362" y="12198"/>
                    <a:pt x="23313" y="12186"/>
                  </a:cubicBezTo>
                  <a:cubicBezTo>
                    <a:pt x="23300" y="12182"/>
                    <a:pt x="23289" y="12180"/>
                    <a:pt x="23281" y="12180"/>
                  </a:cubicBezTo>
                  <a:cubicBezTo>
                    <a:pt x="23265" y="12180"/>
                    <a:pt x="23259" y="12186"/>
                    <a:pt x="23276" y="12186"/>
                  </a:cubicBezTo>
                  <a:cubicBezTo>
                    <a:pt x="23288" y="12186"/>
                    <a:pt x="23288" y="12248"/>
                    <a:pt x="23263" y="12260"/>
                  </a:cubicBezTo>
                  <a:cubicBezTo>
                    <a:pt x="23250" y="12264"/>
                    <a:pt x="23238" y="12267"/>
                    <a:pt x="23228" y="12267"/>
                  </a:cubicBezTo>
                  <a:cubicBezTo>
                    <a:pt x="23212" y="12267"/>
                    <a:pt x="23202" y="12259"/>
                    <a:pt x="23202" y="12235"/>
                  </a:cubicBezTo>
                  <a:cubicBezTo>
                    <a:pt x="23177" y="12186"/>
                    <a:pt x="23153" y="12137"/>
                    <a:pt x="23116" y="12100"/>
                  </a:cubicBezTo>
                  <a:cubicBezTo>
                    <a:pt x="23091" y="12075"/>
                    <a:pt x="23091" y="12063"/>
                    <a:pt x="23116" y="12038"/>
                  </a:cubicBezTo>
                  <a:cubicBezTo>
                    <a:pt x="23140" y="12013"/>
                    <a:pt x="23153" y="11976"/>
                    <a:pt x="23140" y="11952"/>
                  </a:cubicBezTo>
                  <a:cubicBezTo>
                    <a:pt x="23128" y="11915"/>
                    <a:pt x="23103" y="11927"/>
                    <a:pt x="23140" y="11866"/>
                  </a:cubicBezTo>
                  <a:cubicBezTo>
                    <a:pt x="23165" y="11829"/>
                    <a:pt x="23177" y="11792"/>
                    <a:pt x="23202" y="11742"/>
                  </a:cubicBezTo>
                  <a:cubicBezTo>
                    <a:pt x="23226" y="11693"/>
                    <a:pt x="23239" y="11681"/>
                    <a:pt x="23263" y="11644"/>
                  </a:cubicBezTo>
                  <a:cubicBezTo>
                    <a:pt x="23276" y="11595"/>
                    <a:pt x="23300" y="11582"/>
                    <a:pt x="23325" y="11582"/>
                  </a:cubicBezTo>
                  <a:cubicBezTo>
                    <a:pt x="23350" y="11582"/>
                    <a:pt x="23374" y="11545"/>
                    <a:pt x="23387" y="11533"/>
                  </a:cubicBezTo>
                  <a:cubicBezTo>
                    <a:pt x="23393" y="11527"/>
                    <a:pt x="23393" y="11524"/>
                    <a:pt x="23393" y="11524"/>
                  </a:cubicBezTo>
                  <a:cubicBezTo>
                    <a:pt x="23393" y="11524"/>
                    <a:pt x="23393" y="11527"/>
                    <a:pt x="23399" y="11533"/>
                  </a:cubicBezTo>
                  <a:cubicBezTo>
                    <a:pt x="23406" y="11536"/>
                    <a:pt x="23416" y="11539"/>
                    <a:pt x="23428" y="11539"/>
                  </a:cubicBezTo>
                  <a:cubicBezTo>
                    <a:pt x="23458" y="11539"/>
                    <a:pt x="23499" y="11524"/>
                    <a:pt x="23534" y="11471"/>
                  </a:cubicBezTo>
                  <a:cubicBezTo>
                    <a:pt x="23566" y="11398"/>
                    <a:pt x="23562" y="11343"/>
                    <a:pt x="23582" y="11343"/>
                  </a:cubicBezTo>
                  <a:cubicBezTo>
                    <a:pt x="23586" y="11343"/>
                    <a:pt x="23591" y="11344"/>
                    <a:pt x="23596" y="11348"/>
                  </a:cubicBezTo>
                  <a:cubicBezTo>
                    <a:pt x="23621" y="11373"/>
                    <a:pt x="23621" y="11434"/>
                    <a:pt x="23658" y="11434"/>
                  </a:cubicBezTo>
                  <a:cubicBezTo>
                    <a:pt x="23707" y="11434"/>
                    <a:pt x="23732" y="11397"/>
                    <a:pt x="23769" y="11373"/>
                  </a:cubicBezTo>
                  <a:cubicBezTo>
                    <a:pt x="23806" y="11348"/>
                    <a:pt x="23843" y="11373"/>
                    <a:pt x="23904" y="11311"/>
                  </a:cubicBezTo>
                  <a:cubicBezTo>
                    <a:pt x="23978" y="11250"/>
                    <a:pt x="24015" y="11262"/>
                    <a:pt x="24052" y="11213"/>
                  </a:cubicBezTo>
                  <a:cubicBezTo>
                    <a:pt x="24052" y="11213"/>
                    <a:pt x="24052" y="11200"/>
                    <a:pt x="24052" y="11188"/>
                  </a:cubicBezTo>
                  <a:cubicBezTo>
                    <a:pt x="24077" y="11163"/>
                    <a:pt x="24052" y="11163"/>
                    <a:pt x="24101" y="11139"/>
                  </a:cubicBezTo>
                  <a:cubicBezTo>
                    <a:pt x="24163" y="11126"/>
                    <a:pt x="24200" y="11102"/>
                    <a:pt x="24249" y="11065"/>
                  </a:cubicBezTo>
                  <a:cubicBezTo>
                    <a:pt x="24268" y="11052"/>
                    <a:pt x="24268" y="11046"/>
                    <a:pt x="24269" y="11046"/>
                  </a:cubicBezTo>
                  <a:cubicBezTo>
                    <a:pt x="24271" y="11046"/>
                    <a:pt x="24274" y="11052"/>
                    <a:pt x="24298" y="11065"/>
                  </a:cubicBezTo>
                  <a:cubicBezTo>
                    <a:pt x="24304" y="11068"/>
                    <a:pt x="24311" y="11069"/>
                    <a:pt x="24317" y="11069"/>
                  </a:cubicBezTo>
                  <a:cubicBezTo>
                    <a:pt x="24363" y="11069"/>
                    <a:pt x="24417" y="11000"/>
                    <a:pt x="24471" y="10978"/>
                  </a:cubicBezTo>
                  <a:cubicBezTo>
                    <a:pt x="24502" y="10960"/>
                    <a:pt x="24523" y="10960"/>
                    <a:pt x="24543" y="10960"/>
                  </a:cubicBezTo>
                  <a:cubicBezTo>
                    <a:pt x="24563" y="10960"/>
                    <a:pt x="24582" y="10960"/>
                    <a:pt x="24606" y="10941"/>
                  </a:cubicBezTo>
                  <a:cubicBezTo>
                    <a:pt x="24643" y="10917"/>
                    <a:pt x="24656" y="10941"/>
                    <a:pt x="24619" y="10905"/>
                  </a:cubicBezTo>
                  <a:cubicBezTo>
                    <a:pt x="24598" y="10863"/>
                    <a:pt x="24568" y="10813"/>
                    <a:pt x="24574" y="10813"/>
                  </a:cubicBezTo>
                  <a:cubicBezTo>
                    <a:pt x="24576" y="10813"/>
                    <a:pt x="24578" y="10814"/>
                    <a:pt x="24582" y="10818"/>
                  </a:cubicBezTo>
                  <a:cubicBezTo>
                    <a:pt x="24606" y="10843"/>
                    <a:pt x="24619" y="10892"/>
                    <a:pt x="24656" y="10892"/>
                  </a:cubicBezTo>
                  <a:cubicBezTo>
                    <a:pt x="24693" y="10892"/>
                    <a:pt x="24717" y="10892"/>
                    <a:pt x="24656" y="10941"/>
                  </a:cubicBezTo>
                  <a:cubicBezTo>
                    <a:pt x="24606" y="10991"/>
                    <a:pt x="24533" y="11003"/>
                    <a:pt x="24557" y="11015"/>
                  </a:cubicBezTo>
                  <a:cubicBezTo>
                    <a:pt x="24594" y="11028"/>
                    <a:pt x="24594" y="11028"/>
                    <a:pt x="24643" y="11028"/>
                  </a:cubicBezTo>
                  <a:cubicBezTo>
                    <a:pt x="24676" y="11028"/>
                    <a:pt x="24747" y="11022"/>
                    <a:pt x="24799" y="11022"/>
                  </a:cubicBezTo>
                  <a:cubicBezTo>
                    <a:pt x="24824" y="11022"/>
                    <a:pt x="24845" y="11024"/>
                    <a:pt x="24853" y="11028"/>
                  </a:cubicBezTo>
                  <a:cubicBezTo>
                    <a:pt x="24878" y="11040"/>
                    <a:pt x="24878" y="11052"/>
                    <a:pt x="24865" y="11065"/>
                  </a:cubicBezTo>
                  <a:cubicBezTo>
                    <a:pt x="24853" y="11065"/>
                    <a:pt x="24841" y="11077"/>
                    <a:pt x="24878" y="11089"/>
                  </a:cubicBezTo>
                  <a:cubicBezTo>
                    <a:pt x="24902" y="11089"/>
                    <a:pt x="24828" y="11102"/>
                    <a:pt x="24804" y="11102"/>
                  </a:cubicBezTo>
                  <a:cubicBezTo>
                    <a:pt x="24779" y="11102"/>
                    <a:pt x="24767" y="11102"/>
                    <a:pt x="24742" y="11126"/>
                  </a:cubicBezTo>
                  <a:cubicBezTo>
                    <a:pt x="24724" y="11145"/>
                    <a:pt x="24726" y="11177"/>
                    <a:pt x="24723" y="11177"/>
                  </a:cubicBezTo>
                  <a:cubicBezTo>
                    <a:pt x="24722" y="11177"/>
                    <a:pt x="24720" y="11173"/>
                    <a:pt x="24717" y="11163"/>
                  </a:cubicBezTo>
                  <a:cubicBezTo>
                    <a:pt x="24693" y="11139"/>
                    <a:pt x="24668" y="11114"/>
                    <a:pt x="24668" y="11089"/>
                  </a:cubicBezTo>
                  <a:cubicBezTo>
                    <a:pt x="24659" y="11080"/>
                    <a:pt x="24664" y="11056"/>
                    <a:pt x="24656" y="11056"/>
                  </a:cubicBezTo>
                  <a:cubicBezTo>
                    <a:pt x="24653" y="11056"/>
                    <a:pt x="24649" y="11059"/>
                    <a:pt x="24643" y="11065"/>
                  </a:cubicBezTo>
                  <a:cubicBezTo>
                    <a:pt x="24627" y="11089"/>
                    <a:pt x="24622" y="11102"/>
                    <a:pt x="24617" y="11102"/>
                  </a:cubicBezTo>
                  <a:cubicBezTo>
                    <a:pt x="24614" y="11102"/>
                    <a:pt x="24611" y="11098"/>
                    <a:pt x="24606" y="11089"/>
                  </a:cubicBezTo>
                  <a:cubicBezTo>
                    <a:pt x="24600" y="11071"/>
                    <a:pt x="24597" y="11059"/>
                    <a:pt x="24591" y="11059"/>
                  </a:cubicBezTo>
                  <a:cubicBezTo>
                    <a:pt x="24585" y="11059"/>
                    <a:pt x="24576" y="11071"/>
                    <a:pt x="24557" y="11102"/>
                  </a:cubicBezTo>
                  <a:cubicBezTo>
                    <a:pt x="24520" y="11151"/>
                    <a:pt x="24520" y="11151"/>
                    <a:pt x="24483" y="11176"/>
                  </a:cubicBezTo>
                  <a:cubicBezTo>
                    <a:pt x="24434" y="11213"/>
                    <a:pt x="24372" y="11237"/>
                    <a:pt x="24323" y="11274"/>
                  </a:cubicBezTo>
                  <a:cubicBezTo>
                    <a:pt x="24286" y="11323"/>
                    <a:pt x="24261" y="11373"/>
                    <a:pt x="24249" y="11434"/>
                  </a:cubicBezTo>
                  <a:cubicBezTo>
                    <a:pt x="24224" y="11484"/>
                    <a:pt x="24237" y="11545"/>
                    <a:pt x="24261" y="11595"/>
                  </a:cubicBezTo>
                  <a:cubicBezTo>
                    <a:pt x="24298" y="11631"/>
                    <a:pt x="24335" y="11656"/>
                    <a:pt x="24385" y="11668"/>
                  </a:cubicBezTo>
                  <a:cubicBezTo>
                    <a:pt x="24409" y="11668"/>
                    <a:pt x="24422" y="11644"/>
                    <a:pt x="24459" y="11619"/>
                  </a:cubicBezTo>
                  <a:cubicBezTo>
                    <a:pt x="24520" y="11558"/>
                    <a:pt x="24582" y="11496"/>
                    <a:pt x="24631" y="11434"/>
                  </a:cubicBezTo>
                  <a:cubicBezTo>
                    <a:pt x="24675" y="11391"/>
                    <a:pt x="24766" y="11280"/>
                    <a:pt x="24778" y="11280"/>
                  </a:cubicBezTo>
                  <a:cubicBezTo>
                    <a:pt x="24780" y="11280"/>
                    <a:pt x="24780" y="11282"/>
                    <a:pt x="24779" y="11286"/>
                  </a:cubicBezTo>
                  <a:cubicBezTo>
                    <a:pt x="24767" y="11311"/>
                    <a:pt x="24754" y="11336"/>
                    <a:pt x="24779" y="11348"/>
                  </a:cubicBezTo>
                  <a:cubicBezTo>
                    <a:pt x="24789" y="11348"/>
                    <a:pt x="24807" y="11350"/>
                    <a:pt x="24825" y="11350"/>
                  </a:cubicBezTo>
                  <a:cubicBezTo>
                    <a:pt x="24853" y="11350"/>
                    <a:pt x="24882" y="11346"/>
                    <a:pt x="24890" y="11323"/>
                  </a:cubicBezTo>
                  <a:cubicBezTo>
                    <a:pt x="24914" y="11286"/>
                    <a:pt x="24902" y="11299"/>
                    <a:pt x="24964" y="11274"/>
                  </a:cubicBezTo>
                  <a:cubicBezTo>
                    <a:pt x="25062" y="11250"/>
                    <a:pt x="25161" y="11200"/>
                    <a:pt x="25247" y="11151"/>
                  </a:cubicBezTo>
                  <a:cubicBezTo>
                    <a:pt x="25321" y="11114"/>
                    <a:pt x="25407" y="11114"/>
                    <a:pt x="25432" y="11089"/>
                  </a:cubicBezTo>
                  <a:cubicBezTo>
                    <a:pt x="25457" y="11077"/>
                    <a:pt x="25444" y="11065"/>
                    <a:pt x="25432" y="11040"/>
                  </a:cubicBezTo>
                  <a:cubicBezTo>
                    <a:pt x="25420" y="11028"/>
                    <a:pt x="25395" y="11028"/>
                    <a:pt x="25420" y="11003"/>
                  </a:cubicBezTo>
                  <a:cubicBezTo>
                    <a:pt x="25444" y="10978"/>
                    <a:pt x="25457" y="10966"/>
                    <a:pt x="25420" y="10966"/>
                  </a:cubicBezTo>
                  <a:cubicBezTo>
                    <a:pt x="25403" y="10966"/>
                    <a:pt x="25377" y="10971"/>
                    <a:pt x="25352" y="10971"/>
                  </a:cubicBezTo>
                  <a:cubicBezTo>
                    <a:pt x="25321" y="10971"/>
                    <a:pt x="25291" y="10963"/>
                    <a:pt x="25284" y="10929"/>
                  </a:cubicBezTo>
                  <a:cubicBezTo>
                    <a:pt x="25278" y="10900"/>
                    <a:pt x="25267" y="10890"/>
                    <a:pt x="25253" y="10890"/>
                  </a:cubicBezTo>
                  <a:cubicBezTo>
                    <a:pt x="25237" y="10890"/>
                    <a:pt x="25218" y="10904"/>
                    <a:pt x="25198" y="10917"/>
                  </a:cubicBezTo>
                  <a:cubicBezTo>
                    <a:pt x="25180" y="10935"/>
                    <a:pt x="25155" y="10946"/>
                    <a:pt x="25124" y="10946"/>
                  </a:cubicBezTo>
                  <a:cubicBezTo>
                    <a:pt x="25112" y="10946"/>
                    <a:pt x="25100" y="10945"/>
                    <a:pt x="25087" y="10941"/>
                  </a:cubicBezTo>
                  <a:cubicBezTo>
                    <a:pt x="25050" y="10941"/>
                    <a:pt x="25050" y="10917"/>
                    <a:pt x="24988" y="10905"/>
                  </a:cubicBezTo>
                  <a:cubicBezTo>
                    <a:pt x="24914" y="10892"/>
                    <a:pt x="24804" y="10905"/>
                    <a:pt x="24791" y="10868"/>
                  </a:cubicBezTo>
                  <a:cubicBezTo>
                    <a:pt x="24779" y="10818"/>
                    <a:pt x="24779" y="10818"/>
                    <a:pt x="24791" y="10794"/>
                  </a:cubicBezTo>
                  <a:cubicBezTo>
                    <a:pt x="24804" y="10781"/>
                    <a:pt x="24779" y="10769"/>
                    <a:pt x="24742" y="10757"/>
                  </a:cubicBezTo>
                  <a:cubicBezTo>
                    <a:pt x="24717" y="10757"/>
                    <a:pt x="24643" y="10757"/>
                    <a:pt x="24619" y="10695"/>
                  </a:cubicBezTo>
                  <a:cubicBezTo>
                    <a:pt x="24594" y="10633"/>
                    <a:pt x="24582" y="10572"/>
                    <a:pt x="24569" y="10510"/>
                  </a:cubicBezTo>
                  <a:cubicBezTo>
                    <a:pt x="24569" y="10449"/>
                    <a:pt x="24508" y="10449"/>
                    <a:pt x="24483" y="10449"/>
                  </a:cubicBezTo>
                  <a:cubicBezTo>
                    <a:pt x="24459" y="10449"/>
                    <a:pt x="24409" y="10449"/>
                    <a:pt x="24446" y="10424"/>
                  </a:cubicBezTo>
                  <a:cubicBezTo>
                    <a:pt x="24496" y="10399"/>
                    <a:pt x="24533" y="10350"/>
                    <a:pt x="24545" y="10301"/>
                  </a:cubicBezTo>
                  <a:cubicBezTo>
                    <a:pt x="24569" y="10251"/>
                    <a:pt x="24569" y="10239"/>
                    <a:pt x="24545" y="10215"/>
                  </a:cubicBezTo>
                  <a:cubicBezTo>
                    <a:pt x="24520" y="10178"/>
                    <a:pt x="24520" y="10141"/>
                    <a:pt x="24508" y="10128"/>
                  </a:cubicBezTo>
                  <a:cubicBezTo>
                    <a:pt x="24503" y="10124"/>
                    <a:pt x="24497" y="10121"/>
                    <a:pt x="24490" y="10121"/>
                  </a:cubicBezTo>
                  <a:cubicBezTo>
                    <a:pt x="24478" y="10121"/>
                    <a:pt x="24462" y="10129"/>
                    <a:pt x="24446" y="10153"/>
                  </a:cubicBezTo>
                  <a:cubicBezTo>
                    <a:pt x="24434" y="10190"/>
                    <a:pt x="24446" y="10227"/>
                    <a:pt x="24409" y="10227"/>
                  </a:cubicBezTo>
                  <a:cubicBezTo>
                    <a:pt x="24385" y="10227"/>
                    <a:pt x="24348" y="10227"/>
                    <a:pt x="24335" y="10190"/>
                  </a:cubicBezTo>
                  <a:cubicBezTo>
                    <a:pt x="24335" y="10165"/>
                    <a:pt x="24372" y="10165"/>
                    <a:pt x="24323" y="10141"/>
                  </a:cubicBezTo>
                  <a:cubicBezTo>
                    <a:pt x="24261" y="10116"/>
                    <a:pt x="24224" y="10079"/>
                    <a:pt x="24261" y="10079"/>
                  </a:cubicBezTo>
                  <a:cubicBezTo>
                    <a:pt x="24278" y="10079"/>
                    <a:pt x="24300" y="10074"/>
                    <a:pt x="24320" y="10074"/>
                  </a:cubicBezTo>
                  <a:cubicBezTo>
                    <a:pt x="24330" y="10074"/>
                    <a:pt x="24339" y="10075"/>
                    <a:pt x="24348" y="10079"/>
                  </a:cubicBezTo>
                  <a:cubicBezTo>
                    <a:pt x="24368" y="10089"/>
                    <a:pt x="24396" y="10107"/>
                    <a:pt x="24425" y="10107"/>
                  </a:cubicBezTo>
                  <a:cubicBezTo>
                    <a:pt x="24432" y="10107"/>
                    <a:pt x="24439" y="10106"/>
                    <a:pt x="24446" y="10104"/>
                  </a:cubicBezTo>
                  <a:cubicBezTo>
                    <a:pt x="24483" y="10079"/>
                    <a:pt x="24582" y="10017"/>
                    <a:pt x="24606" y="9993"/>
                  </a:cubicBezTo>
                  <a:cubicBezTo>
                    <a:pt x="24631" y="9980"/>
                    <a:pt x="24705" y="9968"/>
                    <a:pt x="24705" y="9931"/>
                  </a:cubicBezTo>
                  <a:cubicBezTo>
                    <a:pt x="24705" y="9906"/>
                    <a:pt x="24693" y="9882"/>
                    <a:pt x="24680" y="9857"/>
                  </a:cubicBezTo>
                  <a:cubicBezTo>
                    <a:pt x="24656" y="9833"/>
                    <a:pt x="24631" y="9820"/>
                    <a:pt x="24656" y="9820"/>
                  </a:cubicBezTo>
                  <a:cubicBezTo>
                    <a:pt x="24680" y="9808"/>
                    <a:pt x="24730" y="9820"/>
                    <a:pt x="24693" y="9796"/>
                  </a:cubicBezTo>
                  <a:cubicBezTo>
                    <a:pt x="24594" y="9722"/>
                    <a:pt x="24471" y="9685"/>
                    <a:pt x="24335" y="9672"/>
                  </a:cubicBezTo>
                  <a:cubicBezTo>
                    <a:pt x="24151" y="9709"/>
                    <a:pt x="23966" y="9771"/>
                    <a:pt x="23793" y="9870"/>
                  </a:cubicBezTo>
                  <a:cubicBezTo>
                    <a:pt x="23732" y="9919"/>
                    <a:pt x="23547" y="10042"/>
                    <a:pt x="23510" y="10067"/>
                  </a:cubicBezTo>
                  <a:cubicBezTo>
                    <a:pt x="23411" y="10178"/>
                    <a:pt x="23313" y="10301"/>
                    <a:pt x="23226" y="10424"/>
                  </a:cubicBezTo>
                  <a:cubicBezTo>
                    <a:pt x="23189" y="10486"/>
                    <a:pt x="23153" y="10473"/>
                    <a:pt x="23079" y="10510"/>
                  </a:cubicBezTo>
                  <a:cubicBezTo>
                    <a:pt x="23053" y="10523"/>
                    <a:pt x="23038" y="10529"/>
                    <a:pt x="23030" y="10529"/>
                  </a:cubicBezTo>
                  <a:cubicBezTo>
                    <a:pt x="23016" y="10529"/>
                    <a:pt x="23030" y="10510"/>
                    <a:pt x="23054" y="10486"/>
                  </a:cubicBezTo>
                  <a:cubicBezTo>
                    <a:pt x="23165" y="10399"/>
                    <a:pt x="23251" y="10288"/>
                    <a:pt x="23337" y="10165"/>
                  </a:cubicBezTo>
                  <a:cubicBezTo>
                    <a:pt x="23350" y="10116"/>
                    <a:pt x="23399" y="10104"/>
                    <a:pt x="23337" y="10067"/>
                  </a:cubicBezTo>
                  <a:cubicBezTo>
                    <a:pt x="23288" y="10030"/>
                    <a:pt x="23239" y="10005"/>
                    <a:pt x="23202" y="9968"/>
                  </a:cubicBezTo>
                  <a:cubicBezTo>
                    <a:pt x="23198" y="9965"/>
                    <a:pt x="23197" y="9964"/>
                    <a:pt x="23198" y="9964"/>
                  </a:cubicBezTo>
                  <a:cubicBezTo>
                    <a:pt x="23210" y="9964"/>
                    <a:pt x="23381" y="10042"/>
                    <a:pt x="23436" y="10042"/>
                  </a:cubicBezTo>
                  <a:cubicBezTo>
                    <a:pt x="23498" y="10042"/>
                    <a:pt x="23571" y="9906"/>
                    <a:pt x="23608" y="9857"/>
                  </a:cubicBezTo>
                  <a:cubicBezTo>
                    <a:pt x="23658" y="9796"/>
                    <a:pt x="23744" y="9672"/>
                    <a:pt x="23806" y="9660"/>
                  </a:cubicBezTo>
                  <a:cubicBezTo>
                    <a:pt x="23855" y="9635"/>
                    <a:pt x="24015" y="9660"/>
                    <a:pt x="24027" y="9598"/>
                  </a:cubicBezTo>
                  <a:cubicBezTo>
                    <a:pt x="24052" y="9500"/>
                    <a:pt x="24101" y="9426"/>
                    <a:pt x="24151" y="9352"/>
                  </a:cubicBezTo>
                  <a:cubicBezTo>
                    <a:pt x="24200" y="9315"/>
                    <a:pt x="24249" y="9303"/>
                    <a:pt x="24311" y="9290"/>
                  </a:cubicBezTo>
                  <a:cubicBezTo>
                    <a:pt x="24323" y="9286"/>
                    <a:pt x="24422" y="9285"/>
                    <a:pt x="24551" y="9285"/>
                  </a:cubicBezTo>
                  <a:cubicBezTo>
                    <a:pt x="24810" y="9285"/>
                    <a:pt x="25194" y="9290"/>
                    <a:pt x="25259" y="9290"/>
                  </a:cubicBezTo>
                  <a:cubicBezTo>
                    <a:pt x="25336" y="9290"/>
                    <a:pt x="25364" y="9329"/>
                    <a:pt x="25413" y="9329"/>
                  </a:cubicBezTo>
                  <a:cubicBezTo>
                    <a:pt x="25419" y="9329"/>
                    <a:pt x="25425" y="9329"/>
                    <a:pt x="25432" y="9327"/>
                  </a:cubicBezTo>
                  <a:cubicBezTo>
                    <a:pt x="25506" y="9315"/>
                    <a:pt x="25641" y="9290"/>
                    <a:pt x="25715" y="9266"/>
                  </a:cubicBezTo>
                  <a:cubicBezTo>
                    <a:pt x="25802" y="9253"/>
                    <a:pt x="25888" y="9216"/>
                    <a:pt x="25949" y="9155"/>
                  </a:cubicBezTo>
                  <a:cubicBezTo>
                    <a:pt x="26036" y="9069"/>
                    <a:pt x="26085" y="8958"/>
                    <a:pt x="26147" y="8908"/>
                  </a:cubicBezTo>
                  <a:cubicBezTo>
                    <a:pt x="26177" y="8883"/>
                    <a:pt x="26223" y="8879"/>
                    <a:pt x="26275" y="8879"/>
                  </a:cubicBezTo>
                  <a:cubicBezTo>
                    <a:pt x="26304" y="8879"/>
                    <a:pt x="26336" y="8880"/>
                    <a:pt x="26366" y="8880"/>
                  </a:cubicBezTo>
                  <a:cubicBezTo>
                    <a:pt x="26412" y="8880"/>
                    <a:pt x="26457" y="8877"/>
                    <a:pt x="26492" y="8859"/>
                  </a:cubicBezTo>
                  <a:cubicBezTo>
                    <a:pt x="26615" y="8798"/>
                    <a:pt x="26726" y="8711"/>
                    <a:pt x="26800" y="8600"/>
                  </a:cubicBezTo>
                  <a:cubicBezTo>
                    <a:pt x="26824" y="8551"/>
                    <a:pt x="26837" y="8514"/>
                    <a:pt x="26763" y="8490"/>
                  </a:cubicBezTo>
                  <a:cubicBezTo>
                    <a:pt x="26701" y="8465"/>
                    <a:pt x="26602" y="8440"/>
                    <a:pt x="26652" y="8428"/>
                  </a:cubicBezTo>
                  <a:cubicBezTo>
                    <a:pt x="26701" y="8403"/>
                    <a:pt x="26763" y="8440"/>
                    <a:pt x="26763" y="8366"/>
                  </a:cubicBezTo>
                  <a:cubicBezTo>
                    <a:pt x="26750" y="8292"/>
                    <a:pt x="26763" y="8268"/>
                    <a:pt x="26738" y="8255"/>
                  </a:cubicBezTo>
                  <a:cubicBezTo>
                    <a:pt x="26713" y="8243"/>
                    <a:pt x="26726" y="8255"/>
                    <a:pt x="26763" y="8218"/>
                  </a:cubicBezTo>
                  <a:cubicBezTo>
                    <a:pt x="26800" y="8194"/>
                    <a:pt x="26824" y="8181"/>
                    <a:pt x="26763" y="8120"/>
                  </a:cubicBezTo>
                  <a:cubicBezTo>
                    <a:pt x="26689" y="8046"/>
                    <a:pt x="26664" y="8046"/>
                    <a:pt x="26639" y="8021"/>
                  </a:cubicBezTo>
                  <a:cubicBezTo>
                    <a:pt x="26614" y="8004"/>
                    <a:pt x="26606" y="7981"/>
                    <a:pt x="26591" y="7981"/>
                  </a:cubicBezTo>
                  <a:cubicBezTo>
                    <a:pt x="26585" y="7981"/>
                    <a:pt x="26577" y="7985"/>
                    <a:pt x="26566" y="7997"/>
                  </a:cubicBezTo>
                  <a:cubicBezTo>
                    <a:pt x="26541" y="8034"/>
                    <a:pt x="26492" y="8046"/>
                    <a:pt x="26455" y="8046"/>
                  </a:cubicBezTo>
                  <a:cubicBezTo>
                    <a:pt x="26405" y="8046"/>
                    <a:pt x="26442" y="8009"/>
                    <a:pt x="26467" y="7972"/>
                  </a:cubicBezTo>
                  <a:cubicBezTo>
                    <a:pt x="26504" y="7935"/>
                    <a:pt x="26467" y="7910"/>
                    <a:pt x="26442" y="7886"/>
                  </a:cubicBezTo>
                  <a:cubicBezTo>
                    <a:pt x="26405" y="7849"/>
                    <a:pt x="26393" y="7812"/>
                    <a:pt x="26319" y="7812"/>
                  </a:cubicBezTo>
                  <a:cubicBezTo>
                    <a:pt x="26270" y="7812"/>
                    <a:pt x="26208" y="7824"/>
                    <a:pt x="26171" y="7861"/>
                  </a:cubicBezTo>
                  <a:cubicBezTo>
                    <a:pt x="26134" y="7886"/>
                    <a:pt x="26110" y="7873"/>
                    <a:pt x="26085" y="7910"/>
                  </a:cubicBezTo>
                  <a:cubicBezTo>
                    <a:pt x="26048" y="7984"/>
                    <a:pt x="25999" y="8021"/>
                    <a:pt x="25925" y="8046"/>
                  </a:cubicBezTo>
                  <a:cubicBezTo>
                    <a:pt x="25869" y="8057"/>
                    <a:pt x="25813" y="8109"/>
                    <a:pt x="25775" y="8109"/>
                  </a:cubicBezTo>
                  <a:cubicBezTo>
                    <a:pt x="25772" y="8109"/>
                    <a:pt x="25768" y="8109"/>
                    <a:pt x="25765" y="8108"/>
                  </a:cubicBezTo>
                  <a:cubicBezTo>
                    <a:pt x="25728" y="8095"/>
                    <a:pt x="25641" y="7997"/>
                    <a:pt x="25604" y="7972"/>
                  </a:cubicBezTo>
                  <a:cubicBezTo>
                    <a:pt x="25576" y="7958"/>
                    <a:pt x="25572" y="7944"/>
                    <a:pt x="25586" y="7944"/>
                  </a:cubicBezTo>
                  <a:cubicBezTo>
                    <a:pt x="25596" y="7944"/>
                    <a:pt x="25615" y="7951"/>
                    <a:pt x="25641" y="7972"/>
                  </a:cubicBezTo>
                  <a:cubicBezTo>
                    <a:pt x="25687" y="8009"/>
                    <a:pt x="25719" y="8052"/>
                    <a:pt x="25748" y="8052"/>
                  </a:cubicBezTo>
                  <a:cubicBezTo>
                    <a:pt x="25758" y="8052"/>
                    <a:pt x="25767" y="8046"/>
                    <a:pt x="25777" y="8034"/>
                  </a:cubicBezTo>
                  <a:cubicBezTo>
                    <a:pt x="25826" y="7972"/>
                    <a:pt x="25888" y="7923"/>
                    <a:pt x="25949" y="7898"/>
                  </a:cubicBezTo>
                  <a:cubicBezTo>
                    <a:pt x="26011" y="7861"/>
                    <a:pt x="25925" y="7873"/>
                    <a:pt x="25900" y="7861"/>
                  </a:cubicBezTo>
                  <a:cubicBezTo>
                    <a:pt x="25876" y="7849"/>
                    <a:pt x="25925" y="7849"/>
                    <a:pt x="25999" y="7849"/>
                  </a:cubicBezTo>
                  <a:cubicBezTo>
                    <a:pt x="26060" y="7824"/>
                    <a:pt x="26122" y="7800"/>
                    <a:pt x="26184" y="7775"/>
                  </a:cubicBezTo>
                  <a:cubicBezTo>
                    <a:pt x="26270" y="7738"/>
                    <a:pt x="26381" y="7701"/>
                    <a:pt x="26381" y="7676"/>
                  </a:cubicBezTo>
                  <a:cubicBezTo>
                    <a:pt x="26381" y="7664"/>
                    <a:pt x="26344" y="7639"/>
                    <a:pt x="26319" y="7615"/>
                  </a:cubicBezTo>
                  <a:cubicBezTo>
                    <a:pt x="26282" y="7590"/>
                    <a:pt x="26294" y="7553"/>
                    <a:pt x="26282" y="7541"/>
                  </a:cubicBezTo>
                  <a:cubicBezTo>
                    <a:pt x="26278" y="7533"/>
                    <a:pt x="26275" y="7530"/>
                    <a:pt x="26270" y="7530"/>
                  </a:cubicBezTo>
                  <a:cubicBezTo>
                    <a:pt x="26260" y="7530"/>
                    <a:pt x="26246" y="7545"/>
                    <a:pt x="26221" y="7553"/>
                  </a:cubicBezTo>
                  <a:cubicBezTo>
                    <a:pt x="26208" y="7555"/>
                    <a:pt x="26195" y="7556"/>
                    <a:pt x="26183" y="7556"/>
                  </a:cubicBezTo>
                  <a:cubicBezTo>
                    <a:pt x="26122" y="7556"/>
                    <a:pt x="26064" y="7532"/>
                    <a:pt x="26023" y="7491"/>
                  </a:cubicBezTo>
                  <a:cubicBezTo>
                    <a:pt x="26001" y="7463"/>
                    <a:pt x="25994" y="7448"/>
                    <a:pt x="25984" y="7448"/>
                  </a:cubicBezTo>
                  <a:cubicBezTo>
                    <a:pt x="25973" y="7448"/>
                    <a:pt x="25959" y="7469"/>
                    <a:pt x="25913" y="7516"/>
                  </a:cubicBezTo>
                  <a:cubicBezTo>
                    <a:pt x="25859" y="7569"/>
                    <a:pt x="25811" y="7594"/>
                    <a:pt x="25793" y="7594"/>
                  </a:cubicBezTo>
                  <a:cubicBezTo>
                    <a:pt x="25782" y="7594"/>
                    <a:pt x="25783" y="7584"/>
                    <a:pt x="25802" y="7565"/>
                  </a:cubicBezTo>
                  <a:cubicBezTo>
                    <a:pt x="25839" y="7516"/>
                    <a:pt x="25888" y="7479"/>
                    <a:pt x="25851" y="7442"/>
                  </a:cubicBezTo>
                  <a:cubicBezTo>
                    <a:pt x="25847" y="7436"/>
                    <a:pt x="25839" y="7433"/>
                    <a:pt x="25829" y="7433"/>
                  </a:cubicBezTo>
                  <a:cubicBezTo>
                    <a:pt x="25781" y="7433"/>
                    <a:pt x="25684" y="7491"/>
                    <a:pt x="25654" y="7491"/>
                  </a:cubicBezTo>
                  <a:cubicBezTo>
                    <a:pt x="25645" y="7495"/>
                    <a:pt x="25637" y="7496"/>
                    <a:pt x="25631" y="7496"/>
                  </a:cubicBezTo>
                  <a:cubicBezTo>
                    <a:pt x="25614" y="7496"/>
                    <a:pt x="25614" y="7482"/>
                    <a:pt x="25641" y="7455"/>
                  </a:cubicBezTo>
                  <a:cubicBezTo>
                    <a:pt x="25678" y="7405"/>
                    <a:pt x="25691" y="7393"/>
                    <a:pt x="25703" y="7356"/>
                  </a:cubicBezTo>
                  <a:cubicBezTo>
                    <a:pt x="25728" y="7331"/>
                    <a:pt x="25703" y="7233"/>
                    <a:pt x="25666" y="7220"/>
                  </a:cubicBezTo>
                  <a:cubicBezTo>
                    <a:pt x="25629" y="7220"/>
                    <a:pt x="25555" y="7196"/>
                    <a:pt x="25543" y="7146"/>
                  </a:cubicBezTo>
                  <a:cubicBezTo>
                    <a:pt x="25535" y="7114"/>
                    <a:pt x="25510" y="7108"/>
                    <a:pt x="25487" y="7108"/>
                  </a:cubicBezTo>
                  <a:cubicBezTo>
                    <a:pt x="25476" y="7108"/>
                    <a:pt x="25465" y="7110"/>
                    <a:pt x="25457" y="7110"/>
                  </a:cubicBezTo>
                  <a:cubicBezTo>
                    <a:pt x="25407" y="7085"/>
                    <a:pt x="25383" y="7048"/>
                    <a:pt x="25370" y="6999"/>
                  </a:cubicBezTo>
                  <a:cubicBezTo>
                    <a:pt x="25370" y="6990"/>
                    <a:pt x="25368" y="6988"/>
                    <a:pt x="25363" y="6988"/>
                  </a:cubicBezTo>
                  <a:cubicBezTo>
                    <a:pt x="25354" y="6988"/>
                    <a:pt x="25338" y="6999"/>
                    <a:pt x="25321" y="6999"/>
                  </a:cubicBezTo>
                  <a:cubicBezTo>
                    <a:pt x="25296" y="6999"/>
                    <a:pt x="25296" y="6999"/>
                    <a:pt x="25296" y="6962"/>
                  </a:cubicBezTo>
                  <a:cubicBezTo>
                    <a:pt x="25309" y="6912"/>
                    <a:pt x="25272" y="6900"/>
                    <a:pt x="25247" y="6863"/>
                  </a:cubicBezTo>
                  <a:cubicBezTo>
                    <a:pt x="25217" y="6843"/>
                    <a:pt x="25186" y="6780"/>
                    <a:pt x="25197" y="6780"/>
                  </a:cubicBezTo>
                  <a:cubicBezTo>
                    <a:pt x="25200" y="6780"/>
                    <a:pt x="25204" y="6783"/>
                    <a:pt x="25210" y="6789"/>
                  </a:cubicBezTo>
                  <a:cubicBezTo>
                    <a:pt x="25240" y="6819"/>
                    <a:pt x="25270" y="6873"/>
                    <a:pt x="25300" y="6873"/>
                  </a:cubicBezTo>
                  <a:cubicBezTo>
                    <a:pt x="25307" y="6873"/>
                    <a:pt x="25314" y="6870"/>
                    <a:pt x="25321" y="6863"/>
                  </a:cubicBezTo>
                  <a:cubicBezTo>
                    <a:pt x="25358" y="6838"/>
                    <a:pt x="25321" y="6814"/>
                    <a:pt x="25383" y="6801"/>
                  </a:cubicBezTo>
                  <a:cubicBezTo>
                    <a:pt x="25444" y="6789"/>
                    <a:pt x="25481" y="6752"/>
                    <a:pt x="25444" y="6691"/>
                  </a:cubicBezTo>
                  <a:cubicBezTo>
                    <a:pt x="25407" y="6641"/>
                    <a:pt x="25358" y="6592"/>
                    <a:pt x="25296" y="6567"/>
                  </a:cubicBezTo>
                  <a:cubicBezTo>
                    <a:pt x="25247" y="6543"/>
                    <a:pt x="25186" y="6543"/>
                    <a:pt x="25223" y="6530"/>
                  </a:cubicBezTo>
                  <a:cubicBezTo>
                    <a:pt x="25259" y="6518"/>
                    <a:pt x="25321" y="6481"/>
                    <a:pt x="25321" y="6444"/>
                  </a:cubicBezTo>
                  <a:cubicBezTo>
                    <a:pt x="25321" y="6407"/>
                    <a:pt x="25223" y="6370"/>
                    <a:pt x="25198" y="6346"/>
                  </a:cubicBezTo>
                  <a:cubicBezTo>
                    <a:pt x="25186" y="6333"/>
                    <a:pt x="25173" y="6309"/>
                    <a:pt x="25161" y="6284"/>
                  </a:cubicBezTo>
                  <a:cubicBezTo>
                    <a:pt x="25153" y="6276"/>
                    <a:pt x="25144" y="6273"/>
                    <a:pt x="25135" y="6273"/>
                  </a:cubicBezTo>
                  <a:cubicBezTo>
                    <a:pt x="25115" y="6273"/>
                    <a:pt x="25092" y="6288"/>
                    <a:pt x="25075" y="6296"/>
                  </a:cubicBezTo>
                  <a:cubicBezTo>
                    <a:pt x="25058" y="6302"/>
                    <a:pt x="25037" y="6307"/>
                    <a:pt x="25023" y="6307"/>
                  </a:cubicBezTo>
                  <a:cubicBezTo>
                    <a:pt x="25007" y="6307"/>
                    <a:pt x="25004" y="6299"/>
                    <a:pt x="25038" y="6272"/>
                  </a:cubicBezTo>
                  <a:cubicBezTo>
                    <a:pt x="25099" y="6235"/>
                    <a:pt x="25161" y="6222"/>
                    <a:pt x="25124" y="6185"/>
                  </a:cubicBezTo>
                  <a:cubicBezTo>
                    <a:pt x="25106" y="6149"/>
                    <a:pt x="25108" y="6126"/>
                    <a:pt x="25091" y="6126"/>
                  </a:cubicBezTo>
                  <a:cubicBezTo>
                    <a:pt x="25084" y="6126"/>
                    <a:pt x="25076" y="6130"/>
                    <a:pt x="25062" y="6136"/>
                  </a:cubicBezTo>
                  <a:cubicBezTo>
                    <a:pt x="25023" y="6152"/>
                    <a:pt x="24968" y="6173"/>
                    <a:pt x="24944" y="6173"/>
                  </a:cubicBezTo>
                  <a:cubicBezTo>
                    <a:pt x="24930" y="6173"/>
                    <a:pt x="24926" y="6166"/>
                    <a:pt x="24939" y="6148"/>
                  </a:cubicBezTo>
                  <a:cubicBezTo>
                    <a:pt x="24988" y="6111"/>
                    <a:pt x="25038" y="6111"/>
                    <a:pt x="25038" y="6062"/>
                  </a:cubicBezTo>
                  <a:cubicBezTo>
                    <a:pt x="25050" y="6013"/>
                    <a:pt x="25038" y="6013"/>
                    <a:pt x="25013" y="5964"/>
                  </a:cubicBezTo>
                  <a:cubicBezTo>
                    <a:pt x="24992" y="5912"/>
                    <a:pt x="24998" y="5860"/>
                    <a:pt x="24978" y="5860"/>
                  </a:cubicBezTo>
                  <a:cubicBezTo>
                    <a:pt x="24974" y="5860"/>
                    <a:pt x="24969" y="5861"/>
                    <a:pt x="24964" y="5865"/>
                  </a:cubicBezTo>
                  <a:cubicBezTo>
                    <a:pt x="24945" y="5871"/>
                    <a:pt x="24927" y="5874"/>
                    <a:pt x="24914" y="5874"/>
                  </a:cubicBezTo>
                  <a:cubicBezTo>
                    <a:pt x="24902" y="5874"/>
                    <a:pt x="24896" y="5871"/>
                    <a:pt x="24902" y="5865"/>
                  </a:cubicBezTo>
                  <a:cubicBezTo>
                    <a:pt x="24927" y="5840"/>
                    <a:pt x="24865" y="5754"/>
                    <a:pt x="24816" y="5656"/>
                  </a:cubicBezTo>
                  <a:cubicBezTo>
                    <a:pt x="24767" y="5569"/>
                    <a:pt x="24767" y="5545"/>
                    <a:pt x="24742" y="5508"/>
                  </a:cubicBezTo>
                  <a:cubicBezTo>
                    <a:pt x="24717" y="5446"/>
                    <a:pt x="24705" y="5372"/>
                    <a:pt x="24693" y="5311"/>
                  </a:cubicBezTo>
                  <a:cubicBezTo>
                    <a:pt x="24684" y="5298"/>
                    <a:pt x="24678" y="5293"/>
                    <a:pt x="24671" y="5293"/>
                  </a:cubicBezTo>
                  <a:cubicBezTo>
                    <a:pt x="24658" y="5293"/>
                    <a:pt x="24648" y="5315"/>
                    <a:pt x="24631" y="5348"/>
                  </a:cubicBezTo>
                  <a:cubicBezTo>
                    <a:pt x="24606" y="5397"/>
                    <a:pt x="24582" y="5446"/>
                    <a:pt x="24569" y="5483"/>
                  </a:cubicBezTo>
                  <a:cubicBezTo>
                    <a:pt x="24545" y="5508"/>
                    <a:pt x="24545" y="5545"/>
                    <a:pt x="24569" y="5569"/>
                  </a:cubicBezTo>
                  <a:cubicBezTo>
                    <a:pt x="24594" y="5569"/>
                    <a:pt x="24557" y="5582"/>
                    <a:pt x="24520" y="5582"/>
                  </a:cubicBezTo>
                  <a:cubicBezTo>
                    <a:pt x="24483" y="5582"/>
                    <a:pt x="24446" y="5668"/>
                    <a:pt x="24483" y="5693"/>
                  </a:cubicBezTo>
                  <a:cubicBezTo>
                    <a:pt x="24514" y="5703"/>
                    <a:pt x="24561" y="5763"/>
                    <a:pt x="24556" y="5763"/>
                  </a:cubicBezTo>
                  <a:cubicBezTo>
                    <a:pt x="24555" y="5763"/>
                    <a:pt x="24551" y="5761"/>
                    <a:pt x="24545" y="5754"/>
                  </a:cubicBezTo>
                  <a:cubicBezTo>
                    <a:pt x="24528" y="5737"/>
                    <a:pt x="24516" y="5728"/>
                    <a:pt x="24506" y="5728"/>
                  </a:cubicBezTo>
                  <a:cubicBezTo>
                    <a:pt x="24494" y="5728"/>
                    <a:pt x="24484" y="5740"/>
                    <a:pt x="24471" y="5766"/>
                  </a:cubicBezTo>
                  <a:cubicBezTo>
                    <a:pt x="24446" y="5816"/>
                    <a:pt x="24385" y="5828"/>
                    <a:pt x="24434" y="5865"/>
                  </a:cubicBezTo>
                  <a:cubicBezTo>
                    <a:pt x="24483" y="5890"/>
                    <a:pt x="24508" y="5902"/>
                    <a:pt x="24434" y="5927"/>
                  </a:cubicBezTo>
                  <a:cubicBezTo>
                    <a:pt x="24372" y="5939"/>
                    <a:pt x="24323" y="5939"/>
                    <a:pt x="24335" y="6001"/>
                  </a:cubicBezTo>
                  <a:cubicBezTo>
                    <a:pt x="24348" y="6050"/>
                    <a:pt x="24372" y="6124"/>
                    <a:pt x="24335" y="6161"/>
                  </a:cubicBezTo>
                  <a:cubicBezTo>
                    <a:pt x="24326" y="6175"/>
                    <a:pt x="24322" y="6182"/>
                    <a:pt x="24320" y="6182"/>
                  </a:cubicBezTo>
                  <a:cubicBezTo>
                    <a:pt x="24316" y="6182"/>
                    <a:pt x="24318" y="6162"/>
                    <a:pt x="24311" y="6124"/>
                  </a:cubicBezTo>
                  <a:cubicBezTo>
                    <a:pt x="24301" y="6077"/>
                    <a:pt x="24249" y="6037"/>
                    <a:pt x="24214" y="6037"/>
                  </a:cubicBezTo>
                  <a:cubicBezTo>
                    <a:pt x="24203" y="6037"/>
                    <a:pt x="24193" y="6041"/>
                    <a:pt x="24188" y="6050"/>
                  </a:cubicBezTo>
                  <a:cubicBezTo>
                    <a:pt x="24163" y="6075"/>
                    <a:pt x="24126" y="6148"/>
                    <a:pt x="24077" y="6173"/>
                  </a:cubicBezTo>
                  <a:cubicBezTo>
                    <a:pt x="24027" y="6198"/>
                    <a:pt x="23953" y="6235"/>
                    <a:pt x="23953" y="6272"/>
                  </a:cubicBezTo>
                  <a:cubicBezTo>
                    <a:pt x="23953" y="6287"/>
                    <a:pt x="23949" y="6294"/>
                    <a:pt x="23944" y="6294"/>
                  </a:cubicBezTo>
                  <a:cubicBezTo>
                    <a:pt x="23937" y="6294"/>
                    <a:pt x="23929" y="6281"/>
                    <a:pt x="23929" y="6259"/>
                  </a:cubicBezTo>
                  <a:cubicBezTo>
                    <a:pt x="23919" y="6240"/>
                    <a:pt x="23910" y="6199"/>
                    <a:pt x="23894" y="6199"/>
                  </a:cubicBezTo>
                  <a:cubicBezTo>
                    <a:pt x="23890" y="6199"/>
                    <a:pt x="23885" y="6202"/>
                    <a:pt x="23879" y="6210"/>
                  </a:cubicBezTo>
                  <a:cubicBezTo>
                    <a:pt x="23867" y="6222"/>
                    <a:pt x="23855" y="6232"/>
                    <a:pt x="23847" y="6232"/>
                  </a:cubicBezTo>
                  <a:cubicBezTo>
                    <a:pt x="23839" y="6232"/>
                    <a:pt x="23836" y="6222"/>
                    <a:pt x="23843" y="6198"/>
                  </a:cubicBezTo>
                  <a:cubicBezTo>
                    <a:pt x="23862" y="6159"/>
                    <a:pt x="23858" y="6113"/>
                    <a:pt x="23850" y="6113"/>
                  </a:cubicBezTo>
                  <a:cubicBezTo>
                    <a:pt x="23848" y="6113"/>
                    <a:pt x="23845" y="6116"/>
                    <a:pt x="23843" y="6124"/>
                  </a:cubicBezTo>
                  <a:cubicBezTo>
                    <a:pt x="23793" y="6210"/>
                    <a:pt x="23732" y="6284"/>
                    <a:pt x="23658" y="6333"/>
                  </a:cubicBezTo>
                  <a:cubicBezTo>
                    <a:pt x="23608" y="6358"/>
                    <a:pt x="23559" y="6383"/>
                    <a:pt x="23522" y="6420"/>
                  </a:cubicBezTo>
                  <a:cubicBezTo>
                    <a:pt x="23517" y="6424"/>
                    <a:pt x="23514" y="6426"/>
                    <a:pt x="23511" y="6426"/>
                  </a:cubicBezTo>
                  <a:cubicBezTo>
                    <a:pt x="23498" y="6426"/>
                    <a:pt x="23502" y="6390"/>
                    <a:pt x="23522" y="6370"/>
                  </a:cubicBezTo>
                  <a:cubicBezTo>
                    <a:pt x="23596" y="6333"/>
                    <a:pt x="23658" y="6296"/>
                    <a:pt x="23719" y="6247"/>
                  </a:cubicBezTo>
                  <a:cubicBezTo>
                    <a:pt x="23756" y="6210"/>
                    <a:pt x="23818" y="6161"/>
                    <a:pt x="23793" y="6111"/>
                  </a:cubicBezTo>
                  <a:cubicBezTo>
                    <a:pt x="23769" y="6062"/>
                    <a:pt x="23744" y="5951"/>
                    <a:pt x="23707" y="5951"/>
                  </a:cubicBezTo>
                  <a:cubicBezTo>
                    <a:pt x="23621" y="5951"/>
                    <a:pt x="23547" y="5964"/>
                    <a:pt x="23473" y="5976"/>
                  </a:cubicBezTo>
                  <a:cubicBezTo>
                    <a:pt x="23461" y="6001"/>
                    <a:pt x="23473" y="6038"/>
                    <a:pt x="23436" y="6038"/>
                  </a:cubicBezTo>
                  <a:cubicBezTo>
                    <a:pt x="23399" y="6038"/>
                    <a:pt x="23362" y="6038"/>
                    <a:pt x="23325" y="6013"/>
                  </a:cubicBezTo>
                  <a:cubicBezTo>
                    <a:pt x="23288" y="6001"/>
                    <a:pt x="23300" y="6001"/>
                    <a:pt x="23337" y="5976"/>
                  </a:cubicBezTo>
                  <a:cubicBezTo>
                    <a:pt x="23374" y="5964"/>
                    <a:pt x="23387" y="5939"/>
                    <a:pt x="23399" y="5902"/>
                  </a:cubicBezTo>
                  <a:cubicBezTo>
                    <a:pt x="23403" y="5890"/>
                    <a:pt x="23408" y="5886"/>
                    <a:pt x="23414" y="5886"/>
                  </a:cubicBezTo>
                  <a:cubicBezTo>
                    <a:pt x="23427" y="5886"/>
                    <a:pt x="23444" y="5906"/>
                    <a:pt x="23461" y="5914"/>
                  </a:cubicBezTo>
                  <a:cubicBezTo>
                    <a:pt x="23469" y="5932"/>
                    <a:pt x="23478" y="5955"/>
                    <a:pt x="23482" y="5955"/>
                  </a:cubicBezTo>
                  <a:cubicBezTo>
                    <a:pt x="23484" y="5955"/>
                    <a:pt x="23485" y="5950"/>
                    <a:pt x="23485" y="5939"/>
                  </a:cubicBezTo>
                  <a:cubicBezTo>
                    <a:pt x="23485" y="5902"/>
                    <a:pt x="23485" y="5877"/>
                    <a:pt x="23510" y="5853"/>
                  </a:cubicBezTo>
                  <a:cubicBezTo>
                    <a:pt x="23534" y="5828"/>
                    <a:pt x="23547" y="5766"/>
                    <a:pt x="23510" y="5754"/>
                  </a:cubicBezTo>
                  <a:cubicBezTo>
                    <a:pt x="23473" y="5742"/>
                    <a:pt x="23424" y="5754"/>
                    <a:pt x="23436" y="5717"/>
                  </a:cubicBezTo>
                  <a:cubicBezTo>
                    <a:pt x="23461" y="5668"/>
                    <a:pt x="23461" y="5606"/>
                    <a:pt x="23448" y="5557"/>
                  </a:cubicBezTo>
                  <a:cubicBezTo>
                    <a:pt x="23424" y="5520"/>
                    <a:pt x="23424" y="5508"/>
                    <a:pt x="23374" y="5495"/>
                  </a:cubicBezTo>
                  <a:cubicBezTo>
                    <a:pt x="23337" y="5483"/>
                    <a:pt x="23374" y="5495"/>
                    <a:pt x="23399" y="5471"/>
                  </a:cubicBezTo>
                  <a:cubicBezTo>
                    <a:pt x="23424" y="5446"/>
                    <a:pt x="23473" y="5434"/>
                    <a:pt x="23448" y="5397"/>
                  </a:cubicBezTo>
                  <a:cubicBezTo>
                    <a:pt x="23424" y="5372"/>
                    <a:pt x="23387" y="5323"/>
                    <a:pt x="23387" y="5298"/>
                  </a:cubicBezTo>
                  <a:cubicBezTo>
                    <a:pt x="23411" y="5261"/>
                    <a:pt x="23436" y="5224"/>
                    <a:pt x="23461" y="5187"/>
                  </a:cubicBezTo>
                  <a:cubicBezTo>
                    <a:pt x="23498" y="5163"/>
                    <a:pt x="23498" y="5113"/>
                    <a:pt x="23461" y="5076"/>
                  </a:cubicBezTo>
                  <a:cubicBezTo>
                    <a:pt x="23459" y="5075"/>
                    <a:pt x="23458" y="5075"/>
                    <a:pt x="23456" y="5075"/>
                  </a:cubicBezTo>
                  <a:cubicBezTo>
                    <a:pt x="23439" y="5075"/>
                    <a:pt x="23396" y="5126"/>
                    <a:pt x="23362" y="5126"/>
                  </a:cubicBezTo>
                  <a:cubicBezTo>
                    <a:pt x="23337" y="5126"/>
                    <a:pt x="23350" y="5089"/>
                    <a:pt x="23300" y="5076"/>
                  </a:cubicBezTo>
                  <a:cubicBezTo>
                    <a:pt x="23251" y="5064"/>
                    <a:pt x="23042" y="5040"/>
                    <a:pt x="22992" y="4978"/>
                  </a:cubicBezTo>
                  <a:cubicBezTo>
                    <a:pt x="22943" y="4916"/>
                    <a:pt x="22980" y="4879"/>
                    <a:pt x="22931" y="4842"/>
                  </a:cubicBezTo>
                  <a:cubicBezTo>
                    <a:pt x="22881" y="4805"/>
                    <a:pt x="22869" y="4818"/>
                    <a:pt x="22832" y="4793"/>
                  </a:cubicBezTo>
                  <a:cubicBezTo>
                    <a:pt x="22795" y="4768"/>
                    <a:pt x="22808" y="4719"/>
                    <a:pt x="22795" y="4707"/>
                  </a:cubicBezTo>
                  <a:cubicBezTo>
                    <a:pt x="22793" y="4705"/>
                    <a:pt x="22792" y="4704"/>
                    <a:pt x="22790" y="4704"/>
                  </a:cubicBezTo>
                  <a:cubicBezTo>
                    <a:pt x="22779" y="4704"/>
                    <a:pt x="22765" y="4731"/>
                    <a:pt x="22734" y="4731"/>
                  </a:cubicBezTo>
                  <a:cubicBezTo>
                    <a:pt x="22717" y="4731"/>
                    <a:pt x="22708" y="4733"/>
                    <a:pt x="22703" y="4733"/>
                  </a:cubicBezTo>
                  <a:cubicBezTo>
                    <a:pt x="22693" y="4733"/>
                    <a:pt x="22701" y="4727"/>
                    <a:pt x="22709" y="4695"/>
                  </a:cubicBezTo>
                  <a:cubicBezTo>
                    <a:pt x="22734" y="4670"/>
                    <a:pt x="22721" y="4621"/>
                    <a:pt x="22684" y="4608"/>
                  </a:cubicBezTo>
                  <a:cubicBezTo>
                    <a:pt x="22635" y="4571"/>
                    <a:pt x="22635" y="4571"/>
                    <a:pt x="22586" y="4547"/>
                  </a:cubicBezTo>
                  <a:cubicBezTo>
                    <a:pt x="22556" y="4517"/>
                    <a:pt x="22558" y="4463"/>
                    <a:pt x="22508" y="4463"/>
                  </a:cubicBezTo>
                  <a:cubicBezTo>
                    <a:pt x="22496" y="4463"/>
                    <a:pt x="22481" y="4466"/>
                    <a:pt x="22463" y="4473"/>
                  </a:cubicBezTo>
                  <a:cubicBezTo>
                    <a:pt x="22382" y="4507"/>
                    <a:pt x="22323" y="4585"/>
                    <a:pt x="22255" y="4585"/>
                  </a:cubicBezTo>
                  <a:cubicBezTo>
                    <a:pt x="22250" y="4585"/>
                    <a:pt x="22246" y="4584"/>
                    <a:pt x="22241" y="4584"/>
                  </a:cubicBezTo>
                  <a:cubicBezTo>
                    <a:pt x="22186" y="4573"/>
                    <a:pt x="22151" y="4532"/>
                    <a:pt x="22100" y="4532"/>
                  </a:cubicBezTo>
                  <a:cubicBezTo>
                    <a:pt x="22094" y="4532"/>
                    <a:pt x="22087" y="4533"/>
                    <a:pt x="22081" y="4534"/>
                  </a:cubicBezTo>
                  <a:cubicBezTo>
                    <a:pt x="22035" y="4543"/>
                    <a:pt x="22023" y="4573"/>
                    <a:pt x="22000" y="4573"/>
                  </a:cubicBezTo>
                  <a:cubicBezTo>
                    <a:pt x="21992" y="4573"/>
                    <a:pt x="21983" y="4569"/>
                    <a:pt x="21970" y="4559"/>
                  </a:cubicBezTo>
                  <a:cubicBezTo>
                    <a:pt x="21920" y="4522"/>
                    <a:pt x="21896" y="4485"/>
                    <a:pt x="21809" y="4460"/>
                  </a:cubicBezTo>
                  <a:cubicBezTo>
                    <a:pt x="21750" y="4443"/>
                    <a:pt x="21702" y="4415"/>
                    <a:pt x="21646" y="4415"/>
                  </a:cubicBezTo>
                  <a:cubicBezTo>
                    <a:pt x="21621" y="4415"/>
                    <a:pt x="21594" y="4420"/>
                    <a:pt x="21563" y="4436"/>
                  </a:cubicBezTo>
                  <a:cubicBezTo>
                    <a:pt x="21477" y="4473"/>
                    <a:pt x="21366" y="4497"/>
                    <a:pt x="21428" y="4633"/>
                  </a:cubicBezTo>
                  <a:cubicBezTo>
                    <a:pt x="21477" y="4768"/>
                    <a:pt x="21551" y="4768"/>
                    <a:pt x="21514" y="4855"/>
                  </a:cubicBezTo>
                  <a:cubicBezTo>
                    <a:pt x="21489" y="4916"/>
                    <a:pt x="21477" y="4978"/>
                    <a:pt x="21477" y="5052"/>
                  </a:cubicBezTo>
                  <a:cubicBezTo>
                    <a:pt x="21464" y="5113"/>
                    <a:pt x="21415" y="5076"/>
                    <a:pt x="21440" y="5126"/>
                  </a:cubicBezTo>
                  <a:cubicBezTo>
                    <a:pt x="21452" y="5175"/>
                    <a:pt x="21489" y="5187"/>
                    <a:pt x="21501" y="5249"/>
                  </a:cubicBezTo>
                  <a:cubicBezTo>
                    <a:pt x="21526" y="5311"/>
                    <a:pt x="21501" y="5311"/>
                    <a:pt x="21526" y="5348"/>
                  </a:cubicBezTo>
                  <a:cubicBezTo>
                    <a:pt x="21538" y="5385"/>
                    <a:pt x="21563" y="5434"/>
                    <a:pt x="21563" y="5471"/>
                  </a:cubicBezTo>
                  <a:cubicBezTo>
                    <a:pt x="21563" y="5495"/>
                    <a:pt x="21551" y="5643"/>
                    <a:pt x="21526" y="5643"/>
                  </a:cubicBezTo>
                  <a:cubicBezTo>
                    <a:pt x="21520" y="5643"/>
                    <a:pt x="21512" y="5635"/>
                    <a:pt x="21504" y="5635"/>
                  </a:cubicBezTo>
                  <a:cubicBezTo>
                    <a:pt x="21494" y="5635"/>
                    <a:pt x="21483" y="5646"/>
                    <a:pt x="21477" y="5693"/>
                  </a:cubicBezTo>
                  <a:cubicBezTo>
                    <a:pt x="21464" y="5766"/>
                    <a:pt x="21428" y="5840"/>
                    <a:pt x="21378" y="5902"/>
                  </a:cubicBezTo>
                  <a:cubicBezTo>
                    <a:pt x="21317" y="5964"/>
                    <a:pt x="21280" y="6050"/>
                    <a:pt x="21317" y="6075"/>
                  </a:cubicBezTo>
                  <a:cubicBezTo>
                    <a:pt x="21366" y="6111"/>
                    <a:pt x="21773" y="6383"/>
                    <a:pt x="21773" y="6604"/>
                  </a:cubicBezTo>
                  <a:cubicBezTo>
                    <a:pt x="21773" y="6814"/>
                    <a:pt x="21883" y="7048"/>
                    <a:pt x="21612" y="7257"/>
                  </a:cubicBezTo>
                  <a:cubicBezTo>
                    <a:pt x="21477" y="7393"/>
                    <a:pt x="21304" y="7504"/>
                    <a:pt x="21132" y="7590"/>
                  </a:cubicBezTo>
                  <a:cubicBezTo>
                    <a:pt x="21058" y="7602"/>
                    <a:pt x="21033" y="7701"/>
                    <a:pt x="21119" y="7836"/>
                  </a:cubicBezTo>
                  <a:cubicBezTo>
                    <a:pt x="21206" y="7960"/>
                    <a:pt x="21169" y="7997"/>
                    <a:pt x="21156" y="8034"/>
                  </a:cubicBezTo>
                  <a:cubicBezTo>
                    <a:pt x="21156" y="8071"/>
                    <a:pt x="21193" y="8095"/>
                    <a:pt x="21193" y="8120"/>
                  </a:cubicBezTo>
                  <a:cubicBezTo>
                    <a:pt x="21181" y="8194"/>
                    <a:pt x="21193" y="8280"/>
                    <a:pt x="21218" y="8342"/>
                  </a:cubicBezTo>
                  <a:cubicBezTo>
                    <a:pt x="21280" y="8477"/>
                    <a:pt x="21292" y="8613"/>
                    <a:pt x="21255" y="8650"/>
                  </a:cubicBezTo>
                  <a:cubicBezTo>
                    <a:pt x="21218" y="8687"/>
                    <a:pt x="21169" y="8724"/>
                    <a:pt x="21206" y="8761"/>
                  </a:cubicBezTo>
                  <a:cubicBezTo>
                    <a:pt x="21243" y="8798"/>
                    <a:pt x="21230" y="8884"/>
                    <a:pt x="21218" y="8921"/>
                  </a:cubicBezTo>
                  <a:cubicBezTo>
                    <a:pt x="21218" y="8940"/>
                    <a:pt x="21216" y="8948"/>
                    <a:pt x="21213" y="8948"/>
                  </a:cubicBezTo>
                  <a:cubicBezTo>
                    <a:pt x="21207" y="8948"/>
                    <a:pt x="21196" y="8927"/>
                    <a:pt x="21181" y="8896"/>
                  </a:cubicBezTo>
                  <a:cubicBezTo>
                    <a:pt x="21156" y="8859"/>
                    <a:pt x="21132" y="8835"/>
                    <a:pt x="21095" y="8835"/>
                  </a:cubicBezTo>
                  <a:cubicBezTo>
                    <a:pt x="21058" y="8835"/>
                    <a:pt x="21021" y="8921"/>
                    <a:pt x="21033" y="8970"/>
                  </a:cubicBezTo>
                  <a:cubicBezTo>
                    <a:pt x="21044" y="9024"/>
                    <a:pt x="21113" y="9137"/>
                    <a:pt x="21103" y="9137"/>
                  </a:cubicBezTo>
                  <a:cubicBezTo>
                    <a:pt x="21102" y="9137"/>
                    <a:pt x="21099" y="9135"/>
                    <a:pt x="21095" y="9130"/>
                  </a:cubicBezTo>
                  <a:cubicBezTo>
                    <a:pt x="21046" y="9081"/>
                    <a:pt x="20898" y="8908"/>
                    <a:pt x="20848" y="8908"/>
                  </a:cubicBezTo>
                  <a:cubicBezTo>
                    <a:pt x="20807" y="8919"/>
                    <a:pt x="20697" y="9006"/>
                    <a:pt x="20691" y="9006"/>
                  </a:cubicBezTo>
                  <a:cubicBezTo>
                    <a:pt x="20690" y="9006"/>
                    <a:pt x="20692" y="9003"/>
                    <a:pt x="20701" y="8995"/>
                  </a:cubicBezTo>
                  <a:cubicBezTo>
                    <a:pt x="20750" y="8945"/>
                    <a:pt x="20824" y="8847"/>
                    <a:pt x="20774" y="8773"/>
                  </a:cubicBezTo>
                  <a:cubicBezTo>
                    <a:pt x="20725" y="8687"/>
                    <a:pt x="20651" y="8625"/>
                    <a:pt x="20565" y="8588"/>
                  </a:cubicBezTo>
                  <a:cubicBezTo>
                    <a:pt x="20491" y="8576"/>
                    <a:pt x="20491" y="8576"/>
                    <a:pt x="20528" y="8539"/>
                  </a:cubicBezTo>
                  <a:cubicBezTo>
                    <a:pt x="20553" y="8502"/>
                    <a:pt x="20479" y="8440"/>
                    <a:pt x="20429" y="8366"/>
                  </a:cubicBezTo>
                  <a:cubicBezTo>
                    <a:pt x="20393" y="8305"/>
                    <a:pt x="20393" y="8218"/>
                    <a:pt x="20417" y="8145"/>
                  </a:cubicBezTo>
                  <a:cubicBezTo>
                    <a:pt x="20429" y="8083"/>
                    <a:pt x="20429" y="8009"/>
                    <a:pt x="20405" y="7935"/>
                  </a:cubicBezTo>
                  <a:cubicBezTo>
                    <a:pt x="20380" y="7898"/>
                    <a:pt x="20306" y="7824"/>
                    <a:pt x="20343" y="7775"/>
                  </a:cubicBezTo>
                  <a:cubicBezTo>
                    <a:pt x="20393" y="7713"/>
                    <a:pt x="20405" y="7639"/>
                    <a:pt x="20393" y="7565"/>
                  </a:cubicBezTo>
                  <a:cubicBezTo>
                    <a:pt x="20380" y="7504"/>
                    <a:pt x="20319" y="7455"/>
                    <a:pt x="20245" y="7455"/>
                  </a:cubicBezTo>
                  <a:cubicBezTo>
                    <a:pt x="20084" y="7418"/>
                    <a:pt x="19924" y="7418"/>
                    <a:pt x="19764" y="7418"/>
                  </a:cubicBezTo>
                  <a:cubicBezTo>
                    <a:pt x="19736" y="7445"/>
                    <a:pt x="19674" y="7522"/>
                    <a:pt x="19660" y="7522"/>
                  </a:cubicBezTo>
                  <a:cubicBezTo>
                    <a:pt x="19656" y="7522"/>
                    <a:pt x="19656" y="7513"/>
                    <a:pt x="19666" y="7491"/>
                  </a:cubicBezTo>
                  <a:cubicBezTo>
                    <a:pt x="19690" y="7405"/>
                    <a:pt x="19666" y="7393"/>
                    <a:pt x="19592" y="7331"/>
                  </a:cubicBezTo>
                  <a:cubicBezTo>
                    <a:pt x="19456" y="7257"/>
                    <a:pt x="19308" y="7183"/>
                    <a:pt x="19160" y="7122"/>
                  </a:cubicBezTo>
                  <a:cubicBezTo>
                    <a:pt x="19099" y="7085"/>
                    <a:pt x="19099" y="7048"/>
                    <a:pt x="19074" y="7011"/>
                  </a:cubicBezTo>
                  <a:cubicBezTo>
                    <a:pt x="19037" y="6962"/>
                    <a:pt x="18976" y="6925"/>
                    <a:pt x="18914" y="6875"/>
                  </a:cubicBezTo>
                  <a:cubicBezTo>
                    <a:pt x="18877" y="6838"/>
                    <a:pt x="18840" y="6814"/>
                    <a:pt x="18791" y="6789"/>
                  </a:cubicBezTo>
                  <a:cubicBezTo>
                    <a:pt x="18717" y="6765"/>
                    <a:pt x="18643" y="6752"/>
                    <a:pt x="18581" y="6740"/>
                  </a:cubicBezTo>
                  <a:cubicBezTo>
                    <a:pt x="18532" y="6715"/>
                    <a:pt x="18458" y="6641"/>
                    <a:pt x="18372" y="6641"/>
                  </a:cubicBezTo>
                  <a:cubicBezTo>
                    <a:pt x="18286" y="6654"/>
                    <a:pt x="18212" y="6678"/>
                    <a:pt x="18125" y="6703"/>
                  </a:cubicBezTo>
                  <a:cubicBezTo>
                    <a:pt x="18072" y="6712"/>
                    <a:pt x="17948" y="6746"/>
                    <a:pt x="17906" y="6746"/>
                  </a:cubicBezTo>
                  <a:cubicBezTo>
                    <a:pt x="17890" y="6746"/>
                    <a:pt x="17886" y="6741"/>
                    <a:pt x="17904" y="6728"/>
                  </a:cubicBezTo>
                  <a:cubicBezTo>
                    <a:pt x="17953" y="6678"/>
                    <a:pt x="18015" y="6666"/>
                    <a:pt x="17978" y="6567"/>
                  </a:cubicBezTo>
                  <a:cubicBezTo>
                    <a:pt x="17953" y="6469"/>
                    <a:pt x="17830" y="6148"/>
                    <a:pt x="17793" y="6111"/>
                  </a:cubicBezTo>
                  <a:cubicBezTo>
                    <a:pt x="17768" y="6062"/>
                    <a:pt x="17657" y="6025"/>
                    <a:pt x="17608" y="6025"/>
                  </a:cubicBezTo>
                  <a:cubicBezTo>
                    <a:pt x="17559" y="6025"/>
                    <a:pt x="17435" y="6025"/>
                    <a:pt x="17411" y="5964"/>
                  </a:cubicBezTo>
                  <a:cubicBezTo>
                    <a:pt x="17398" y="5914"/>
                    <a:pt x="17423" y="5902"/>
                    <a:pt x="17435" y="5865"/>
                  </a:cubicBezTo>
                  <a:cubicBezTo>
                    <a:pt x="17423" y="5705"/>
                    <a:pt x="17435" y="5545"/>
                    <a:pt x="17460" y="5385"/>
                  </a:cubicBezTo>
                  <a:cubicBezTo>
                    <a:pt x="17509" y="5224"/>
                    <a:pt x="17633" y="5003"/>
                    <a:pt x="17645" y="4929"/>
                  </a:cubicBezTo>
                  <a:cubicBezTo>
                    <a:pt x="17657" y="4867"/>
                    <a:pt x="17670" y="4855"/>
                    <a:pt x="17731" y="4830"/>
                  </a:cubicBezTo>
                  <a:cubicBezTo>
                    <a:pt x="17780" y="4818"/>
                    <a:pt x="17793" y="4818"/>
                    <a:pt x="17780" y="4768"/>
                  </a:cubicBezTo>
                  <a:cubicBezTo>
                    <a:pt x="17756" y="4731"/>
                    <a:pt x="17793" y="4633"/>
                    <a:pt x="17867" y="4621"/>
                  </a:cubicBezTo>
                  <a:cubicBezTo>
                    <a:pt x="17928" y="4608"/>
                    <a:pt x="17941" y="4584"/>
                    <a:pt x="17891" y="4571"/>
                  </a:cubicBezTo>
                  <a:cubicBezTo>
                    <a:pt x="17842" y="4559"/>
                    <a:pt x="17854" y="4534"/>
                    <a:pt x="17904" y="4534"/>
                  </a:cubicBezTo>
                  <a:cubicBezTo>
                    <a:pt x="17953" y="4522"/>
                    <a:pt x="17891" y="4485"/>
                    <a:pt x="17953" y="4460"/>
                  </a:cubicBezTo>
                  <a:cubicBezTo>
                    <a:pt x="17965" y="4456"/>
                    <a:pt x="17974" y="4454"/>
                    <a:pt x="17981" y="4454"/>
                  </a:cubicBezTo>
                  <a:cubicBezTo>
                    <a:pt x="18012" y="4454"/>
                    <a:pt x="18009" y="4487"/>
                    <a:pt x="18039" y="4497"/>
                  </a:cubicBezTo>
                  <a:cubicBezTo>
                    <a:pt x="18064" y="4497"/>
                    <a:pt x="18138" y="4362"/>
                    <a:pt x="18101" y="4362"/>
                  </a:cubicBezTo>
                  <a:cubicBezTo>
                    <a:pt x="18064" y="4350"/>
                    <a:pt x="17978" y="4337"/>
                    <a:pt x="18002" y="4313"/>
                  </a:cubicBezTo>
                  <a:cubicBezTo>
                    <a:pt x="18031" y="4291"/>
                    <a:pt x="18064" y="4278"/>
                    <a:pt x="18096" y="4278"/>
                  </a:cubicBezTo>
                  <a:cubicBezTo>
                    <a:pt x="18119" y="4278"/>
                    <a:pt x="18142" y="4285"/>
                    <a:pt x="18162" y="4300"/>
                  </a:cubicBezTo>
                  <a:cubicBezTo>
                    <a:pt x="18214" y="4331"/>
                    <a:pt x="18257" y="4380"/>
                    <a:pt x="18277" y="4380"/>
                  </a:cubicBezTo>
                  <a:cubicBezTo>
                    <a:pt x="18281" y="4380"/>
                    <a:pt x="18284" y="4378"/>
                    <a:pt x="18286" y="4374"/>
                  </a:cubicBezTo>
                  <a:cubicBezTo>
                    <a:pt x="18298" y="4350"/>
                    <a:pt x="18310" y="4276"/>
                    <a:pt x="18347" y="4276"/>
                  </a:cubicBezTo>
                  <a:cubicBezTo>
                    <a:pt x="18421" y="4251"/>
                    <a:pt x="18433" y="4165"/>
                    <a:pt x="18384" y="4115"/>
                  </a:cubicBezTo>
                  <a:cubicBezTo>
                    <a:pt x="18335" y="4066"/>
                    <a:pt x="18261" y="4017"/>
                    <a:pt x="18187" y="3992"/>
                  </a:cubicBezTo>
                  <a:cubicBezTo>
                    <a:pt x="18165" y="3989"/>
                    <a:pt x="18144" y="3987"/>
                    <a:pt x="18122" y="3987"/>
                  </a:cubicBezTo>
                  <a:cubicBezTo>
                    <a:pt x="18070" y="3987"/>
                    <a:pt x="18017" y="3996"/>
                    <a:pt x="17965" y="4005"/>
                  </a:cubicBezTo>
                  <a:cubicBezTo>
                    <a:pt x="17961" y="4005"/>
                    <a:pt x="17956" y="4006"/>
                    <a:pt x="17953" y="4006"/>
                  </a:cubicBezTo>
                  <a:cubicBezTo>
                    <a:pt x="17911" y="4006"/>
                    <a:pt x="17956" y="3941"/>
                    <a:pt x="17990" y="3918"/>
                  </a:cubicBezTo>
                  <a:cubicBezTo>
                    <a:pt x="18015" y="3894"/>
                    <a:pt x="17854" y="3844"/>
                    <a:pt x="17830" y="3844"/>
                  </a:cubicBezTo>
                  <a:cubicBezTo>
                    <a:pt x="17805" y="3844"/>
                    <a:pt x="17780" y="3857"/>
                    <a:pt x="17743" y="3857"/>
                  </a:cubicBezTo>
                  <a:cubicBezTo>
                    <a:pt x="17719" y="3857"/>
                    <a:pt x="17682" y="3820"/>
                    <a:pt x="17645" y="3807"/>
                  </a:cubicBezTo>
                  <a:cubicBezTo>
                    <a:pt x="17596" y="3807"/>
                    <a:pt x="17645" y="3770"/>
                    <a:pt x="17670" y="3770"/>
                  </a:cubicBezTo>
                  <a:cubicBezTo>
                    <a:pt x="17706" y="3770"/>
                    <a:pt x="17694" y="3770"/>
                    <a:pt x="17731" y="3746"/>
                  </a:cubicBezTo>
                  <a:cubicBezTo>
                    <a:pt x="17741" y="3736"/>
                    <a:pt x="17752" y="3732"/>
                    <a:pt x="17761" y="3732"/>
                  </a:cubicBezTo>
                  <a:cubicBezTo>
                    <a:pt x="17777" y="3732"/>
                    <a:pt x="17788" y="3743"/>
                    <a:pt x="17780" y="3758"/>
                  </a:cubicBezTo>
                  <a:cubicBezTo>
                    <a:pt x="17768" y="3795"/>
                    <a:pt x="17805" y="3807"/>
                    <a:pt x="17842" y="3807"/>
                  </a:cubicBezTo>
                  <a:cubicBezTo>
                    <a:pt x="17859" y="3804"/>
                    <a:pt x="17874" y="3803"/>
                    <a:pt x="17889" y="3803"/>
                  </a:cubicBezTo>
                  <a:cubicBezTo>
                    <a:pt x="17930" y="3803"/>
                    <a:pt x="17966" y="3814"/>
                    <a:pt x="18002" y="3832"/>
                  </a:cubicBezTo>
                  <a:cubicBezTo>
                    <a:pt x="18051" y="3857"/>
                    <a:pt x="18088" y="3869"/>
                    <a:pt x="18138" y="3894"/>
                  </a:cubicBezTo>
                  <a:cubicBezTo>
                    <a:pt x="18175" y="3894"/>
                    <a:pt x="18125" y="3918"/>
                    <a:pt x="18162" y="3931"/>
                  </a:cubicBezTo>
                  <a:cubicBezTo>
                    <a:pt x="18182" y="3931"/>
                    <a:pt x="18186" y="3915"/>
                    <a:pt x="18212" y="3915"/>
                  </a:cubicBezTo>
                  <a:cubicBezTo>
                    <a:pt x="18219" y="3915"/>
                    <a:pt x="18226" y="3916"/>
                    <a:pt x="18236" y="3918"/>
                  </a:cubicBezTo>
                  <a:cubicBezTo>
                    <a:pt x="18282" y="3930"/>
                    <a:pt x="18350" y="4006"/>
                    <a:pt x="18389" y="4006"/>
                  </a:cubicBezTo>
                  <a:cubicBezTo>
                    <a:pt x="18391" y="4006"/>
                    <a:pt x="18394" y="4005"/>
                    <a:pt x="18396" y="4005"/>
                  </a:cubicBezTo>
                  <a:cubicBezTo>
                    <a:pt x="18421" y="3980"/>
                    <a:pt x="18372" y="3955"/>
                    <a:pt x="18446" y="3955"/>
                  </a:cubicBezTo>
                  <a:cubicBezTo>
                    <a:pt x="18456" y="3953"/>
                    <a:pt x="18466" y="3953"/>
                    <a:pt x="18477" y="3953"/>
                  </a:cubicBezTo>
                  <a:cubicBezTo>
                    <a:pt x="18504" y="3953"/>
                    <a:pt x="18532" y="3957"/>
                    <a:pt x="18552" y="3957"/>
                  </a:cubicBezTo>
                  <a:cubicBezTo>
                    <a:pt x="18573" y="3957"/>
                    <a:pt x="18587" y="3952"/>
                    <a:pt x="18581" y="3931"/>
                  </a:cubicBezTo>
                  <a:cubicBezTo>
                    <a:pt x="18569" y="3881"/>
                    <a:pt x="18532" y="3869"/>
                    <a:pt x="18557" y="3820"/>
                  </a:cubicBezTo>
                  <a:cubicBezTo>
                    <a:pt x="18577" y="3779"/>
                    <a:pt x="18615" y="3712"/>
                    <a:pt x="18620" y="3712"/>
                  </a:cubicBezTo>
                  <a:lnTo>
                    <a:pt x="18620" y="3712"/>
                  </a:lnTo>
                  <a:cubicBezTo>
                    <a:pt x="18621" y="3712"/>
                    <a:pt x="18620" y="3715"/>
                    <a:pt x="18618" y="3721"/>
                  </a:cubicBezTo>
                  <a:cubicBezTo>
                    <a:pt x="18608" y="3752"/>
                    <a:pt x="18737" y="3801"/>
                    <a:pt x="18822" y="3801"/>
                  </a:cubicBezTo>
                  <a:cubicBezTo>
                    <a:pt x="18838" y="3801"/>
                    <a:pt x="18853" y="3799"/>
                    <a:pt x="18865" y="3795"/>
                  </a:cubicBezTo>
                  <a:cubicBezTo>
                    <a:pt x="18939" y="3770"/>
                    <a:pt x="19037" y="3721"/>
                    <a:pt x="19049" y="3647"/>
                  </a:cubicBezTo>
                  <a:cubicBezTo>
                    <a:pt x="19062" y="3573"/>
                    <a:pt x="19222" y="3462"/>
                    <a:pt x="19234" y="3401"/>
                  </a:cubicBezTo>
                  <a:cubicBezTo>
                    <a:pt x="19259" y="3339"/>
                    <a:pt x="19247" y="3278"/>
                    <a:pt x="19197" y="3228"/>
                  </a:cubicBezTo>
                  <a:cubicBezTo>
                    <a:pt x="19185" y="3216"/>
                    <a:pt x="19166" y="3212"/>
                    <a:pt x="19141" y="3212"/>
                  </a:cubicBezTo>
                  <a:cubicBezTo>
                    <a:pt x="19092" y="3212"/>
                    <a:pt x="19021" y="3228"/>
                    <a:pt x="18939" y="3228"/>
                  </a:cubicBezTo>
                  <a:cubicBezTo>
                    <a:pt x="18815" y="3216"/>
                    <a:pt x="18705" y="3142"/>
                    <a:pt x="18631" y="3056"/>
                  </a:cubicBezTo>
                  <a:cubicBezTo>
                    <a:pt x="18594" y="3007"/>
                    <a:pt x="18544" y="2970"/>
                    <a:pt x="18495" y="2957"/>
                  </a:cubicBezTo>
                  <a:cubicBezTo>
                    <a:pt x="18452" y="2945"/>
                    <a:pt x="18378" y="2945"/>
                    <a:pt x="18321" y="2945"/>
                  </a:cubicBezTo>
                  <a:cubicBezTo>
                    <a:pt x="18264" y="2945"/>
                    <a:pt x="18224" y="2945"/>
                    <a:pt x="18249" y="2933"/>
                  </a:cubicBezTo>
                  <a:cubicBezTo>
                    <a:pt x="18265" y="2920"/>
                    <a:pt x="18292" y="2916"/>
                    <a:pt x="18324" y="2916"/>
                  </a:cubicBezTo>
                  <a:cubicBezTo>
                    <a:pt x="18388" y="2916"/>
                    <a:pt x="18470" y="2933"/>
                    <a:pt x="18520" y="2933"/>
                  </a:cubicBezTo>
                  <a:cubicBezTo>
                    <a:pt x="18581" y="2933"/>
                    <a:pt x="18532" y="2908"/>
                    <a:pt x="18594" y="2908"/>
                  </a:cubicBezTo>
                  <a:cubicBezTo>
                    <a:pt x="18626" y="2908"/>
                    <a:pt x="18642" y="2903"/>
                    <a:pt x="18655" y="2903"/>
                  </a:cubicBezTo>
                  <a:cubicBezTo>
                    <a:pt x="18671" y="2903"/>
                    <a:pt x="18683" y="2911"/>
                    <a:pt x="18717" y="2945"/>
                  </a:cubicBezTo>
                  <a:cubicBezTo>
                    <a:pt x="18815" y="3019"/>
                    <a:pt x="18914" y="3093"/>
                    <a:pt x="19025" y="3154"/>
                  </a:cubicBezTo>
                  <a:cubicBezTo>
                    <a:pt x="19057" y="3162"/>
                    <a:pt x="19103" y="3196"/>
                    <a:pt x="19156" y="3196"/>
                  </a:cubicBezTo>
                  <a:cubicBezTo>
                    <a:pt x="19185" y="3196"/>
                    <a:pt x="19216" y="3185"/>
                    <a:pt x="19247" y="3154"/>
                  </a:cubicBezTo>
                  <a:cubicBezTo>
                    <a:pt x="19321" y="3093"/>
                    <a:pt x="19382" y="3019"/>
                    <a:pt x="19431" y="2933"/>
                  </a:cubicBezTo>
                  <a:cubicBezTo>
                    <a:pt x="19444" y="2896"/>
                    <a:pt x="19518" y="2846"/>
                    <a:pt x="19493" y="2822"/>
                  </a:cubicBezTo>
                  <a:cubicBezTo>
                    <a:pt x="19481" y="2797"/>
                    <a:pt x="19370" y="2785"/>
                    <a:pt x="19345" y="2735"/>
                  </a:cubicBezTo>
                  <a:cubicBezTo>
                    <a:pt x="19333" y="2686"/>
                    <a:pt x="19358" y="2637"/>
                    <a:pt x="19407" y="2637"/>
                  </a:cubicBezTo>
                  <a:cubicBezTo>
                    <a:pt x="19424" y="2635"/>
                    <a:pt x="19441" y="2634"/>
                    <a:pt x="19459" y="2634"/>
                  </a:cubicBezTo>
                  <a:cubicBezTo>
                    <a:pt x="19543" y="2634"/>
                    <a:pt x="19633" y="2658"/>
                    <a:pt x="19715" y="2698"/>
                  </a:cubicBezTo>
                  <a:cubicBezTo>
                    <a:pt x="19758" y="2734"/>
                    <a:pt x="19784" y="2754"/>
                    <a:pt x="19811" y="2754"/>
                  </a:cubicBezTo>
                  <a:cubicBezTo>
                    <a:pt x="19830" y="2754"/>
                    <a:pt x="19849" y="2744"/>
                    <a:pt x="19875" y="2723"/>
                  </a:cubicBezTo>
                  <a:cubicBezTo>
                    <a:pt x="19912" y="2705"/>
                    <a:pt x="19918" y="2699"/>
                    <a:pt x="19918" y="2698"/>
                  </a:cubicBezTo>
                  <a:lnTo>
                    <a:pt x="19918" y="2698"/>
                  </a:lnTo>
                  <a:cubicBezTo>
                    <a:pt x="19918" y="2699"/>
                    <a:pt x="19912" y="2705"/>
                    <a:pt x="19924" y="2711"/>
                  </a:cubicBezTo>
                  <a:cubicBezTo>
                    <a:pt x="19930" y="2722"/>
                    <a:pt x="19948" y="2728"/>
                    <a:pt x="19965" y="2728"/>
                  </a:cubicBezTo>
                  <a:cubicBezTo>
                    <a:pt x="19986" y="2728"/>
                    <a:pt x="20005" y="2719"/>
                    <a:pt x="19998" y="2698"/>
                  </a:cubicBezTo>
                  <a:cubicBezTo>
                    <a:pt x="19998" y="2649"/>
                    <a:pt x="19998" y="2625"/>
                    <a:pt x="19924" y="2563"/>
                  </a:cubicBezTo>
                  <a:cubicBezTo>
                    <a:pt x="19863" y="2526"/>
                    <a:pt x="19801" y="2489"/>
                    <a:pt x="19715" y="2477"/>
                  </a:cubicBezTo>
                  <a:cubicBezTo>
                    <a:pt x="19690" y="2477"/>
                    <a:pt x="19764" y="2440"/>
                    <a:pt x="19789" y="2427"/>
                  </a:cubicBezTo>
                  <a:cubicBezTo>
                    <a:pt x="19791" y="2426"/>
                    <a:pt x="19795" y="2425"/>
                    <a:pt x="19799" y="2425"/>
                  </a:cubicBezTo>
                  <a:cubicBezTo>
                    <a:pt x="19831" y="2425"/>
                    <a:pt x="19904" y="2468"/>
                    <a:pt x="19937" y="2501"/>
                  </a:cubicBezTo>
                  <a:cubicBezTo>
                    <a:pt x="19974" y="2538"/>
                    <a:pt x="20023" y="2501"/>
                    <a:pt x="20023" y="2551"/>
                  </a:cubicBezTo>
                  <a:cubicBezTo>
                    <a:pt x="20023" y="2612"/>
                    <a:pt x="20060" y="2637"/>
                    <a:pt x="20109" y="2674"/>
                  </a:cubicBezTo>
                  <a:cubicBezTo>
                    <a:pt x="20158" y="2703"/>
                    <a:pt x="20221" y="2763"/>
                    <a:pt x="20228" y="2763"/>
                  </a:cubicBezTo>
                  <a:cubicBezTo>
                    <a:pt x="20230" y="2763"/>
                    <a:pt x="20228" y="2758"/>
                    <a:pt x="20220" y="2748"/>
                  </a:cubicBezTo>
                  <a:cubicBezTo>
                    <a:pt x="20195" y="2686"/>
                    <a:pt x="20171" y="2711"/>
                    <a:pt x="20245" y="2649"/>
                  </a:cubicBezTo>
                  <a:cubicBezTo>
                    <a:pt x="20306" y="2588"/>
                    <a:pt x="20429" y="2526"/>
                    <a:pt x="20466" y="2464"/>
                  </a:cubicBezTo>
                  <a:cubicBezTo>
                    <a:pt x="20491" y="2403"/>
                    <a:pt x="20540" y="2378"/>
                    <a:pt x="20590" y="2317"/>
                  </a:cubicBezTo>
                  <a:cubicBezTo>
                    <a:pt x="20627" y="2243"/>
                    <a:pt x="20614" y="2144"/>
                    <a:pt x="20577" y="2119"/>
                  </a:cubicBezTo>
                  <a:cubicBezTo>
                    <a:pt x="20503" y="2082"/>
                    <a:pt x="20454" y="2021"/>
                    <a:pt x="20417" y="1947"/>
                  </a:cubicBezTo>
                  <a:cubicBezTo>
                    <a:pt x="20417" y="1873"/>
                    <a:pt x="20393" y="1824"/>
                    <a:pt x="20343" y="1774"/>
                  </a:cubicBezTo>
                  <a:cubicBezTo>
                    <a:pt x="20306" y="1713"/>
                    <a:pt x="20282" y="1700"/>
                    <a:pt x="20331" y="1700"/>
                  </a:cubicBezTo>
                  <a:cubicBezTo>
                    <a:pt x="20393" y="1700"/>
                    <a:pt x="20614" y="1676"/>
                    <a:pt x="20614" y="1627"/>
                  </a:cubicBezTo>
                  <a:cubicBezTo>
                    <a:pt x="20627" y="1577"/>
                    <a:pt x="20651" y="1577"/>
                    <a:pt x="20553" y="1540"/>
                  </a:cubicBezTo>
                  <a:cubicBezTo>
                    <a:pt x="20466" y="1503"/>
                    <a:pt x="20454" y="1503"/>
                    <a:pt x="20528" y="1454"/>
                  </a:cubicBezTo>
                  <a:cubicBezTo>
                    <a:pt x="20590" y="1405"/>
                    <a:pt x="20651" y="1405"/>
                    <a:pt x="20602" y="1380"/>
                  </a:cubicBezTo>
                  <a:cubicBezTo>
                    <a:pt x="20553" y="1355"/>
                    <a:pt x="20491" y="1343"/>
                    <a:pt x="20442" y="1343"/>
                  </a:cubicBezTo>
                  <a:cubicBezTo>
                    <a:pt x="20368" y="1343"/>
                    <a:pt x="20356" y="1245"/>
                    <a:pt x="20282" y="1220"/>
                  </a:cubicBezTo>
                  <a:cubicBezTo>
                    <a:pt x="20208" y="1208"/>
                    <a:pt x="20134" y="1183"/>
                    <a:pt x="20208" y="1158"/>
                  </a:cubicBezTo>
                  <a:cubicBezTo>
                    <a:pt x="20282" y="1134"/>
                    <a:pt x="20405" y="1121"/>
                    <a:pt x="20282" y="1121"/>
                  </a:cubicBezTo>
                  <a:cubicBezTo>
                    <a:pt x="20171" y="1121"/>
                    <a:pt x="20060" y="1097"/>
                    <a:pt x="19961" y="1072"/>
                  </a:cubicBezTo>
                  <a:cubicBezTo>
                    <a:pt x="19918" y="1058"/>
                    <a:pt x="19870" y="1052"/>
                    <a:pt x="19824" y="1052"/>
                  </a:cubicBezTo>
                  <a:cubicBezTo>
                    <a:pt x="19791" y="1052"/>
                    <a:pt x="19758" y="1055"/>
                    <a:pt x="19727" y="1060"/>
                  </a:cubicBezTo>
                  <a:cubicBezTo>
                    <a:pt x="19703" y="1060"/>
                    <a:pt x="19678" y="1023"/>
                    <a:pt x="19641" y="1023"/>
                  </a:cubicBezTo>
                  <a:cubicBezTo>
                    <a:pt x="19592" y="1035"/>
                    <a:pt x="19653" y="1023"/>
                    <a:pt x="19666" y="1084"/>
                  </a:cubicBezTo>
                  <a:cubicBezTo>
                    <a:pt x="19666" y="1134"/>
                    <a:pt x="19616" y="1195"/>
                    <a:pt x="19629" y="1257"/>
                  </a:cubicBezTo>
                  <a:cubicBezTo>
                    <a:pt x="19641" y="1306"/>
                    <a:pt x="19690" y="1306"/>
                    <a:pt x="19764" y="1380"/>
                  </a:cubicBezTo>
                  <a:cubicBezTo>
                    <a:pt x="19850" y="1454"/>
                    <a:pt x="19863" y="1454"/>
                    <a:pt x="19826" y="1466"/>
                  </a:cubicBezTo>
                  <a:cubicBezTo>
                    <a:pt x="19776" y="1466"/>
                    <a:pt x="19690" y="1503"/>
                    <a:pt x="19727" y="1503"/>
                  </a:cubicBezTo>
                  <a:cubicBezTo>
                    <a:pt x="19764" y="1516"/>
                    <a:pt x="19850" y="1553"/>
                    <a:pt x="19764" y="1565"/>
                  </a:cubicBezTo>
                  <a:cubicBezTo>
                    <a:pt x="19678" y="1565"/>
                    <a:pt x="19641" y="1565"/>
                    <a:pt x="19604" y="1663"/>
                  </a:cubicBezTo>
                  <a:cubicBezTo>
                    <a:pt x="19592" y="1774"/>
                    <a:pt x="19555" y="1885"/>
                    <a:pt x="19505" y="1996"/>
                  </a:cubicBezTo>
                  <a:cubicBezTo>
                    <a:pt x="19456" y="2045"/>
                    <a:pt x="19431" y="2119"/>
                    <a:pt x="19419" y="2193"/>
                  </a:cubicBezTo>
                  <a:cubicBezTo>
                    <a:pt x="19419" y="2255"/>
                    <a:pt x="19407" y="2206"/>
                    <a:pt x="19333" y="2255"/>
                  </a:cubicBezTo>
                  <a:cubicBezTo>
                    <a:pt x="19268" y="2298"/>
                    <a:pt x="19241" y="2370"/>
                    <a:pt x="19219" y="2370"/>
                  </a:cubicBezTo>
                  <a:cubicBezTo>
                    <a:pt x="19216" y="2370"/>
                    <a:pt x="19213" y="2369"/>
                    <a:pt x="19210" y="2366"/>
                  </a:cubicBezTo>
                  <a:cubicBezTo>
                    <a:pt x="19185" y="2341"/>
                    <a:pt x="19185" y="2267"/>
                    <a:pt x="19136" y="2193"/>
                  </a:cubicBezTo>
                  <a:cubicBezTo>
                    <a:pt x="19074" y="2119"/>
                    <a:pt x="18963" y="2058"/>
                    <a:pt x="18963" y="1972"/>
                  </a:cubicBezTo>
                  <a:cubicBezTo>
                    <a:pt x="18963" y="1885"/>
                    <a:pt x="18976" y="1774"/>
                    <a:pt x="19013" y="1774"/>
                  </a:cubicBezTo>
                  <a:cubicBezTo>
                    <a:pt x="19031" y="1774"/>
                    <a:pt x="19059" y="1784"/>
                    <a:pt x="19079" y="1784"/>
                  </a:cubicBezTo>
                  <a:cubicBezTo>
                    <a:pt x="19099" y="1784"/>
                    <a:pt x="19111" y="1774"/>
                    <a:pt x="19099" y="1737"/>
                  </a:cubicBezTo>
                  <a:cubicBezTo>
                    <a:pt x="19086" y="1663"/>
                    <a:pt x="19086" y="1614"/>
                    <a:pt x="19062" y="1565"/>
                  </a:cubicBezTo>
                  <a:cubicBezTo>
                    <a:pt x="19000" y="1479"/>
                    <a:pt x="18914" y="1392"/>
                    <a:pt x="18815" y="1331"/>
                  </a:cubicBezTo>
                  <a:cubicBezTo>
                    <a:pt x="18807" y="1329"/>
                    <a:pt x="18800" y="1328"/>
                    <a:pt x="18792" y="1328"/>
                  </a:cubicBezTo>
                  <a:cubicBezTo>
                    <a:pt x="18741" y="1328"/>
                    <a:pt x="18700" y="1363"/>
                    <a:pt x="18668" y="1417"/>
                  </a:cubicBezTo>
                  <a:cubicBezTo>
                    <a:pt x="18631" y="1466"/>
                    <a:pt x="18655" y="1663"/>
                    <a:pt x="18618" y="1688"/>
                  </a:cubicBezTo>
                  <a:cubicBezTo>
                    <a:pt x="18608" y="1704"/>
                    <a:pt x="18580" y="1710"/>
                    <a:pt x="18551" y="1710"/>
                  </a:cubicBezTo>
                  <a:cubicBezTo>
                    <a:pt x="18510" y="1710"/>
                    <a:pt x="18465" y="1697"/>
                    <a:pt x="18458" y="1676"/>
                  </a:cubicBezTo>
                  <a:cubicBezTo>
                    <a:pt x="18446" y="1577"/>
                    <a:pt x="18421" y="1479"/>
                    <a:pt x="18384" y="1392"/>
                  </a:cubicBezTo>
                  <a:cubicBezTo>
                    <a:pt x="18347" y="1355"/>
                    <a:pt x="18286" y="1318"/>
                    <a:pt x="18323" y="1306"/>
                  </a:cubicBezTo>
                  <a:cubicBezTo>
                    <a:pt x="18335" y="1300"/>
                    <a:pt x="18347" y="1297"/>
                    <a:pt x="18360" y="1297"/>
                  </a:cubicBezTo>
                  <a:cubicBezTo>
                    <a:pt x="18372" y="1297"/>
                    <a:pt x="18384" y="1300"/>
                    <a:pt x="18396" y="1306"/>
                  </a:cubicBezTo>
                  <a:cubicBezTo>
                    <a:pt x="18416" y="1306"/>
                    <a:pt x="18428" y="1338"/>
                    <a:pt x="18451" y="1338"/>
                  </a:cubicBezTo>
                  <a:cubicBezTo>
                    <a:pt x="18457" y="1338"/>
                    <a:pt x="18463" y="1336"/>
                    <a:pt x="18470" y="1331"/>
                  </a:cubicBezTo>
                  <a:cubicBezTo>
                    <a:pt x="18495" y="1306"/>
                    <a:pt x="18532" y="1306"/>
                    <a:pt x="18495" y="1269"/>
                  </a:cubicBezTo>
                  <a:cubicBezTo>
                    <a:pt x="18463" y="1226"/>
                    <a:pt x="18477" y="1193"/>
                    <a:pt x="18457" y="1193"/>
                  </a:cubicBezTo>
                  <a:cubicBezTo>
                    <a:pt x="18454" y="1193"/>
                    <a:pt x="18451" y="1194"/>
                    <a:pt x="18446" y="1195"/>
                  </a:cubicBezTo>
                  <a:cubicBezTo>
                    <a:pt x="18416" y="1195"/>
                    <a:pt x="18402" y="1243"/>
                    <a:pt x="18379" y="1243"/>
                  </a:cubicBezTo>
                  <a:cubicBezTo>
                    <a:pt x="18373" y="1243"/>
                    <a:pt x="18367" y="1240"/>
                    <a:pt x="18360" y="1232"/>
                  </a:cubicBezTo>
                  <a:cubicBezTo>
                    <a:pt x="18337" y="1199"/>
                    <a:pt x="18296" y="1156"/>
                    <a:pt x="18261" y="1156"/>
                  </a:cubicBezTo>
                  <a:cubicBezTo>
                    <a:pt x="18257" y="1156"/>
                    <a:pt x="18253" y="1157"/>
                    <a:pt x="18249" y="1158"/>
                  </a:cubicBezTo>
                  <a:cubicBezTo>
                    <a:pt x="18223" y="1167"/>
                    <a:pt x="18204" y="1187"/>
                    <a:pt x="18178" y="1187"/>
                  </a:cubicBezTo>
                  <a:cubicBezTo>
                    <a:pt x="18166" y="1187"/>
                    <a:pt x="18153" y="1182"/>
                    <a:pt x="18138" y="1171"/>
                  </a:cubicBezTo>
                  <a:cubicBezTo>
                    <a:pt x="18088" y="1134"/>
                    <a:pt x="18064" y="1109"/>
                    <a:pt x="18027" y="1109"/>
                  </a:cubicBezTo>
                  <a:cubicBezTo>
                    <a:pt x="18025" y="1110"/>
                    <a:pt x="18023" y="1110"/>
                    <a:pt x="18022" y="1110"/>
                  </a:cubicBezTo>
                  <a:cubicBezTo>
                    <a:pt x="17997" y="1110"/>
                    <a:pt x="18063" y="1010"/>
                    <a:pt x="18051" y="998"/>
                  </a:cubicBezTo>
                  <a:cubicBezTo>
                    <a:pt x="18027" y="998"/>
                    <a:pt x="18064" y="998"/>
                    <a:pt x="18088" y="986"/>
                  </a:cubicBezTo>
                  <a:cubicBezTo>
                    <a:pt x="18113" y="961"/>
                    <a:pt x="18088" y="924"/>
                    <a:pt x="18113" y="900"/>
                  </a:cubicBezTo>
                  <a:cubicBezTo>
                    <a:pt x="18122" y="890"/>
                    <a:pt x="18133" y="888"/>
                    <a:pt x="18144" y="888"/>
                  </a:cubicBezTo>
                  <a:cubicBezTo>
                    <a:pt x="18155" y="888"/>
                    <a:pt x="18167" y="891"/>
                    <a:pt x="18175" y="891"/>
                  </a:cubicBezTo>
                  <a:cubicBezTo>
                    <a:pt x="18180" y="891"/>
                    <a:pt x="18184" y="890"/>
                    <a:pt x="18187" y="887"/>
                  </a:cubicBezTo>
                  <a:cubicBezTo>
                    <a:pt x="18212" y="863"/>
                    <a:pt x="18138" y="838"/>
                    <a:pt x="18113" y="801"/>
                  </a:cubicBezTo>
                  <a:cubicBezTo>
                    <a:pt x="18101" y="752"/>
                    <a:pt x="18088" y="715"/>
                    <a:pt x="18076" y="665"/>
                  </a:cubicBezTo>
                  <a:cubicBezTo>
                    <a:pt x="18064" y="641"/>
                    <a:pt x="18039" y="641"/>
                    <a:pt x="18002" y="616"/>
                  </a:cubicBezTo>
                  <a:cubicBezTo>
                    <a:pt x="17965" y="592"/>
                    <a:pt x="17953" y="542"/>
                    <a:pt x="17916" y="542"/>
                  </a:cubicBezTo>
                  <a:cubicBezTo>
                    <a:pt x="17879" y="542"/>
                    <a:pt x="17904" y="407"/>
                    <a:pt x="17879" y="345"/>
                  </a:cubicBezTo>
                  <a:cubicBezTo>
                    <a:pt x="17854" y="296"/>
                    <a:pt x="17817" y="247"/>
                    <a:pt x="17780" y="210"/>
                  </a:cubicBezTo>
                  <a:cubicBezTo>
                    <a:pt x="17743" y="160"/>
                    <a:pt x="17756" y="99"/>
                    <a:pt x="17670" y="86"/>
                  </a:cubicBezTo>
                  <a:cubicBezTo>
                    <a:pt x="17583" y="62"/>
                    <a:pt x="17509" y="86"/>
                    <a:pt x="17497" y="49"/>
                  </a:cubicBezTo>
                  <a:cubicBezTo>
                    <a:pt x="17485" y="12"/>
                    <a:pt x="17497" y="0"/>
                    <a:pt x="1746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1" name="Google Shape;8157;p67">
              <a:extLst>
                <a:ext uri="{FF2B5EF4-FFF2-40B4-BE49-F238E27FC236}">
                  <a16:creationId xmlns:a16="http://schemas.microsoft.com/office/drawing/2014/main" id="{5103A419-480F-7C59-C006-64BB134065DA}"/>
                </a:ext>
              </a:extLst>
            </p:cNvPr>
            <p:cNvSpPr/>
            <p:nvPr/>
          </p:nvSpPr>
          <p:spPr>
            <a:xfrm>
              <a:off x="3071475" y="4890625"/>
              <a:ext cx="37600" cy="17125"/>
            </a:xfrm>
            <a:custGeom>
              <a:avLst/>
              <a:gdLst/>
              <a:ahLst/>
              <a:cxnLst/>
              <a:rect l="l" t="t" r="r" b="b"/>
              <a:pathLst>
                <a:path w="1504" h="685" extrusionOk="0">
                  <a:moveTo>
                    <a:pt x="371" y="0"/>
                  </a:moveTo>
                  <a:cubicBezTo>
                    <a:pt x="333" y="0"/>
                    <a:pt x="299" y="21"/>
                    <a:pt x="283" y="52"/>
                  </a:cubicBezTo>
                  <a:cubicBezTo>
                    <a:pt x="271" y="76"/>
                    <a:pt x="283" y="113"/>
                    <a:pt x="333" y="138"/>
                  </a:cubicBezTo>
                  <a:cubicBezTo>
                    <a:pt x="382" y="163"/>
                    <a:pt x="382" y="212"/>
                    <a:pt x="407" y="261"/>
                  </a:cubicBezTo>
                  <a:cubicBezTo>
                    <a:pt x="419" y="298"/>
                    <a:pt x="481" y="372"/>
                    <a:pt x="493" y="409"/>
                  </a:cubicBezTo>
                  <a:cubicBezTo>
                    <a:pt x="505" y="446"/>
                    <a:pt x="456" y="495"/>
                    <a:pt x="407" y="495"/>
                  </a:cubicBezTo>
                  <a:cubicBezTo>
                    <a:pt x="397" y="498"/>
                    <a:pt x="386" y="499"/>
                    <a:pt x="375" y="499"/>
                  </a:cubicBezTo>
                  <a:cubicBezTo>
                    <a:pt x="328" y="499"/>
                    <a:pt x="276" y="481"/>
                    <a:pt x="296" y="471"/>
                  </a:cubicBezTo>
                  <a:cubicBezTo>
                    <a:pt x="320" y="471"/>
                    <a:pt x="308" y="409"/>
                    <a:pt x="246" y="409"/>
                  </a:cubicBezTo>
                  <a:cubicBezTo>
                    <a:pt x="197" y="409"/>
                    <a:pt x="160" y="446"/>
                    <a:pt x="86" y="446"/>
                  </a:cubicBezTo>
                  <a:cubicBezTo>
                    <a:pt x="0" y="446"/>
                    <a:pt x="49" y="520"/>
                    <a:pt x="49" y="520"/>
                  </a:cubicBezTo>
                  <a:cubicBezTo>
                    <a:pt x="49" y="520"/>
                    <a:pt x="101" y="563"/>
                    <a:pt x="139" y="563"/>
                  </a:cubicBezTo>
                  <a:cubicBezTo>
                    <a:pt x="147" y="563"/>
                    <a:pt x="154" y="561"/>
                    <a:pt x="160" y="557"/>
                  </a:cubicBezTo>
                  <a:cubicBezTo>
                    <a:pt x="166" y="553"/>
                    <a:pt x="177" y="552"/>
                    <a:pt x="194" y="552"/>
                  </a:cubicBezTo>
                  <a:cubicBezTo>
                    <a:pt x="257" y="552"/>
                    <a:pt x="391" y="574"/>
                    <a:pt x="502" y="574"/>
                  </a:cubicBezTo>
                  <a:cubicBezTo>
                    <a:pt x="551" y="574"/>
                    <a:pt x="596" y="570"/>
                    <a:pt x="628" y="557"/>
                  </a:cubicBezTo>
                  <a:lnTo>
                    <a:pt x="653" y="557"/>
                  </a:lnTo>
                  <a:cubicBezTo>
                    <a:pt x="678" y="569"/>
                    <a:pt x="678" y="655"/>
                    <a:pt x="715" y="680"/>
                  </a:cubicBezTo>
                  <a:cubicBezTo>
                    <a:pt x="718" y="683"/>
                    <a:pt x="721" y="685"/>
                    <a:pt x="725" y="685"/>
                  </a:cubicBezTo>
                  <a:cubicBezTo>
                    <a:pt x="749" y="685"/>
                    <a:pt x="778" y="619"/>
                    <a:pt x="789" y="545"/>
                  </a:cubicBezTo>
                  <a:cubicBezTo>
                    <a:pt x="798" y="489"/>
                    <a:pt x="890" y="482"/>
                    <a:pt x="951" y="482"/>
                  </a:cubicBezTo>
                  <a:cubicBezTo>
                    <a:pt x="972" y="482"/>
                    <a:pt x="989" y="483"/>
                    <a:pt x="998" y="483"/>
                  </a:cubicBezTo>
                  <a:cubicBezTo>
                    <a:pt x="1047" y="483"/>
                    <a:pt x="1097" y="508"/>
                    <a:pt x="1158" y="520"/>
                  </a:cubicBezTo>
                  <a:cubicBezTo>
                    <a:pt x="1195" y="520"/>
                    <a:pt x="1228" y="507"/>
                    <a:pt x="1261" y="507"/>
                  </a:cubicBezTo>
                  <a:cubicBezTo>
                    <a:pt x="1283" y="507"/>
                    <a:pt x="1306" y="512"/>
                    <a:pt x="1331" y="532"/>
                  </a:cubicBezTo>
                  <a:cubicBezTo>
                    <a:pt x="1348" y="546"/>
                    <a:pt x="1360" y="552"/>
                    <a:pt x="1369" y="552"/>
                  </a:cubicBezTo>
                  <a:cubicBezTo>
                    <a:pt x="1391" y="552"/>
                    <a:pt x="1398" y="515"/>
                    <a:pt x="1442" y="471"/>
                  </a:cubicBezTo>
                  <a:cubicBezTo>
                    <a:pt x="1503" y="409"/>
                    <a:pt x="1392" y="360"/>
                    <a:pt x="1306" y="347"/>
                  </a:cubicBezTo>
                  <a:cubicBezTo>
                    <a:pt x="1208" y="323"/>
                    <a:pt x="1121" y="212"/>
                    <a:pt x="1035" y="138"/>
                  </a:cubicBezTo>
                  <a:cubicBezTo>
                    <a:pt x="961" y="76"/>
                    <a:pt x="863" y="27"/>
                    <a:pt x="764" y="27"/>
                  </a:cubicBezTo>
                  <a:cubicBezTo>
                    <a:pt x="721" y="27"/>
                    <a:pt x="690" y="24"/>
                    <a:pt x="673" y="24"/>
                  </a:cubicBezTo>
                  <a:cubicBezTo>
                    <a:pt x="656" y="24"/>
                    <a:pt x="653" y="27"/>
                    <a:pt x="665" y="39"/>
                  </a:cubicBezTo>
                  <a:cubicBezTo>
                    <a:pt x="690" y="64"/>
                    <a:pt x="715" y="89"/>
                    <a:pt x="678" y="113"/>
                  </a:cubicBezTo>
                  <a:lnTo>
                    <a:pt x="628" y="113"/>
                  </a:lnTo>
                  <a:cubicBezTo>
                    <a:pt x="567" y="89"/>
                    <a:pt x="493" y="64"/>
                    <a:pt x="444" y="27"/>
                  </a:cubicBezTo>
                  <a:cubicBezTo>
                    <a:pt x="420" y="8"/>
                    <a:pt x="395" y="0"/>
                    <a:pt x="3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2" name="Google Shape;8158;p67">
              <a:extLst>
                <a:ext uri="{FF2B5EF4-FFF2-40B4-BE49-F238E27FC236}">
                  <a16:creationId xmlns:a16="http://schemas.microsoft.com/office/drawing/2014/main" id="{9D2429D6-456A-4610-2841-46D54DB60288}"/>
                </a:ext>
              </a:extLst>
            </p:cNvPr>
            <p:cNvSpPr/>
            <p:nvPr/>
          </p:nvSpPr>
          <p:spPr>
            <a:xfrm>
              <a:off x="4240150" y="5092650"/>
              <a:ext cx="23000" cy="13675"/>
            </a:xfrm>
            <a:custGeom>
              <a:avLst/>
              <a:gdLst/>
              <a:ahLst/>
              <a:cxnLst/>
              <a:rect l="l" t="t" r="r" b="b"/>
              <a:pathLst>
                <a:path w="920" h="547" extrusionOk="0">
                  <a:moveTo>
                    <a:pt x="808" y="1"/>
                  </a:moveTo>
                  <a:cubicBezTo>
                    <a:pt x="796" y="1"/>
                    <a:pt x="786" y="2"/>
                    <a:pt x="777" y="4"/>
                  </a:cubicBezTo>
                  <a:cubicBezTo>
                    <a:pt x="690" y="17"/>
                    <a:pt x="616" y="17"/>
                    <a:pt x="542" y="17"/>
                  </a:cubicBezTo>
                  <a:cubicBezTo>
                    <a:pt x="469" y="29"/>
                    <a:pt x="407" y="66"/>
                    <a:pt x="370" y="127"/>
                  </a:cubicBezTo>
                  <a:lnTo>
                    <a:pt x="345" y="152"/>
                  </a:lnTo>
                  <a:cubicBezTo>
                    <a:pt x="308" y="177"/>
                    <a:pt x="271" y="201"/>
                    <a:pt x="234" y="226"/>
                  </a:cubicBezTo>
                  <a:cubicBezTo>
                    <a:pt x="197" y="263"/>
                    <a:pt x="50" y="325"/>
                    <a:pt x="37" y="374"/>
                  </a:cubicBezTo>
                  <a:cubicBezTo>
                    <a:pt x="13" y="411"/>
                    <a:pt x="0" y="546"/>
                    <a:pt x="37" y="546"/>
                  </a:cubicBezTo>
                  <a:cubicBezTo>
                    <a:pt x="87" y="534"/>
                    <a:pt x="160" y="509"/>
                    <a:pt x="197" y="509"/>
                  </a:cubicBezTo>
                  <a:cubicBezTo>
                    <a:pt x="234" y="509"/>
                    <a:pt x="321" y="362"/>
                    <a:pt x="382" y="325"/>
                  </a:cubicBezTo>
                  <a:cubicBezTo>
                    <a:pt x="395" y="312"/>
                    <a:pt x="407" y="300"/>
                    <a:pt x="419" y="288"/>
                  </a:cubicBezTo>
                  <a:cubicBezTo>
                    <a:pt x="505" y="238"/>
                    <a:pt x="653" y="164"/>
                    <a:pt x="715" y="152"/>
                  </a:cubicBezTo>
                  <a:cubicBezTo>
                    <a:pt x="777" y="115"/>
                    <a:pt x="838" y="78"/>
                    <a:pt x="900" y="41"/>
                  </a:cubicBezTo>
                  <a:cubicBezTo>
                    <a:pt x="920" y="21"/>
                    <a:pt x="858" y="1"/>
                    <a:pt x="80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3" name="Google Shape;8159;p67">
              <a:extLst>
                <a:ext uri="{FF2B5EF4-FFF2-40B4-BE49-F238E27FC236}">
                  <a16:creationId xmlns:a16="http://schemas.microsoft.com/office/drawing/2014/main" id="{ED9D23D0-A6DD-F3EA-3B27-FE86CB2B48F5}"/>
                </a:ext>
              </a:extLst>
            </p:cNvPr>
            <p:cNvSpPr/>
            <p:nvPr/>
          </p:nvSpPr>
          <p:spPr>
            <a:xfrm>
              <a:off x="4289750" y="5044975"/>
              <a:ext cx="113975" cy="64475"/>
            </a:xfrm>
            <a:custGeom>
              <a:avLst/>
              <a:gdLst/>
              <a:ahLst/>
              <a:cxnLst/>
              <a:rect l="l" t="t" r="r" b="b"/>
              <a:pathLst>
                <a:path w="4559" h="2579" extrusionOk="0">
                  <a:moveTo>
                    <a:pt x="1425" y="0"/>
                  </a:moveTo>
                  <a:cubicBezTo>
                    <a:pt x="1360" y="0"/>
                    <a:pt x="1317" y="65"/>
                    <a:pt x="1306" y="88"/>
                  </a:cubicBezTo>
                  <a:cubicBezTo>
                    <a:pt x="1294" y="125"/>
                    <a:pt x="1318" y="174"/>
                    <a:pt x="1269" y="186"/>
                  </a:cubicBezTo>
                  <a:cubicBezTo>
                    <a:pt x="1220" y="186"/>
                    <a:pt x="1134" y="186"/>
                    <a:pt x="1097" y="223"/>
                  </a:cubicBezTo>
                  <a:cubicBezTo>
                    <a:pt x="1060" y="271"/>
                    <a:pt x="954" y="532"/>
                    <a:pt x="845" y="532"/>
                  </a:cubicBezTo>
                  <a:cubicBezTo>
                    <a:pt x="843" y="532"/>
                    <a:pt x="840" y="532"/>
                    <a:pt x="838" y="531"/>
                  </a:cubicBezTo>
                  <a:cubicBezTo>
                    <a:pt x="776" y="531"/>
                    <a:pt x="702" y="519"/>
                    <a:pt x="690" y="470"/>
                  </a:cubicBezTo>
                  <a:cubicBezTo>
                    <a:pt x="690" y="408"/>
                    <a:pt x="665" y="346"/>
                    <a:pt x="616" y="297"/>
                  </a:cubicBezTo>
                  <a:cubicBezTo>
                    <a:pt x="586" y="257"/>
                    <a:pt x="572" y="201"/>
                    <a:pt x="555" y="201"/>
                  </a:cubicBezTo>
                  <a:cubicBezTo>
                    <a:pt x="551" y="201"/>
                    <a:pt x="547" y="204"/>
                    <a:pt x="542" y="211"/>
                  </a:cubicBezTo>
                  <a:cubicBezTo>
                    <a:pt x="520" y="245"/>
                    <a:pt x="487" y="299"/>
                    <a:pt x="453" y="299"/>
                  </a:cubicBezTo>
                  <a:cubicBezTo>
                    <a:pt x="450" y="299"/>
                    <a:pt x="447" y="298"/>
                    <a:pt x="444" y="297"/>
                  </a:cubicBezTo>
                  <a:cubicBezTo>
                    <a:pt x="422" y="287"/>
                    <a:pt x="365" y="258"/>
                    <a:pt x="333" y="258"/>
                  </a:cubicBezTo>
                  <a:cubicBezTo>
                    <a:pt x="328" y="258"/>
                    <a:pt x="324" y="258"/>
                    <a:pt x="320" y="260"/>
                  </a:cubicBezTo>
                  <a:cubicBezTo>
                    <a:pt x="283" y="285"/>
                    <a:pt x="222" y="371"/>
                    <a:pt x="160" y="371"/>
                  </a:cubicBezTo>
                  <a:cubicBezTo>
                    <a:pt x="107" y="371"/>
                    <a:pt x="82" y="344"/>
                    <a:pt x="68" y="344"/>
                  </a:cubicBezTo>
                  <a:cubicBezTo>
                    <a:pt x="65" y="344"/>
                    <a:pt x="63" y="345"/>
                    <a:pt x="62" y="346"/>
                  </a:cubicBezTo>
                  <a:cubicBezTo>
                    <a:pt x="49" y="371"/>
                    <a:pt x="0" y="408"/>
                    <a:pt x="62" y="408"/>
                  </a:cubicBezTo>
                  <a:cubicBezTo>
                    <a:pt x="123" y="420"/>
                    <a:pt x="173" y="457"/>
                    <a:pt x="197" y="519"/>
                  </a:cubicBezTo>
                  <a:cubicBezTo>
                    <a:pt x="210" y="556"/>
                    <a:pt x="185" y="654"/>
                    <a:pt x="222" y="679"/>
                  </a:cubicBezTo>
                  <a:cubicBezTo>
                    <a:pt x="271" y="716"/>
                    <a:pt x="320" y="741"/>
                    <a:pt x="370" y="765"/>
                  </a:cubicBezTo>
                  <a:cubicBezTo>
                    <a:pt x="394" y="765"/>
                    <a:pt x="357" y="753"/>
                    <a:pt x="357" y="704"/>
                  </a:cubicBezTo>
                  <a:cubicBezTo>
                    <a:pt x="357" y="642"/>
                    <a:pt x="370" y="581"/>
                    <a:pt x="394" y="531"/>
                  </a:cubicBezTo>
                  <a:cubicBezTo>
                    <a:pt x="424" y="482"/>
                    <a:pt x="468" y="418"/>
                    <a:pt x="473" y="418"/>
                  </a:cubicBezTo>
                  <a:lnTo>
                    <a:pt x="473" y="418"/>
                  </a:lnTo>
                  <a:cubicBezTo>
                    <a:pt x="475" y="418"/>
                    <a:pt x="473" y="422"/>
                    <a:pt x="468" y="433"/>
                  </a:cubicBezTo>
                  <a:cubicBezTo>
                    <a:pt x="444" y="470"/>
                    <a:pt x="382" y="544"/>
                    <a:pt x="431" y="593"/>
                  </a:cubicBezTo>
                  <a:cubicBezTo>
                    <a:pt x="485" y="636"/>
                    <a:pt x="597" y="708"/>
                    <a:pt x="656" y="708"/>
                  </a:cubicBezTo>
                  <a:cubicBezTo>
                    <a:pt x="665" y="708"/>
                    <a:pt x="672" y="707"/>
                    <a:pt x="678" y="704"/>
                  </a:cubicBezTo>
                  <a:cubicBezTo>
                    <a:pt x="698" y="694"/>
                    <a:pt x="712" y="679"/>
                    <a:pt x="720" y="670"/>
                  </a:cubicBezTo>
                  <a:lnTo>
                    <a:pt x="720" y="670"/>
                  </a:lnTo>
                  <a:cubicBezTo>
                    <a:pt x="718" y="672"/>
                    <a:pt x="717" y="675"/>
                    <a:pt x="715" y="679"/>
                  </a:cubicBezTo>
                  <a:cubicBezTo>
                    <a:pt x="702" y="728"/>
                    <a:pt x="678" y="741"/>
                    <a:pt x="752" y="778"/>
                  </a:cubicBezTo>
                  <a:cubicBezTo>
                    <a:pt x="826" y="815"/>
                    <a:pt x="936" y="802"/>
                    <a:pt x="1072" y="901"/>
                  </a:cubicBezTo>
                  <a:cubicBezTo>
                    <a:pt x="1195" y="999"/>
                    <a:pt x="1405" y="1061"/>
                    <a:pt x="1466" y="1123"/>
                  </a:cubicBezTo>
                  <a:cubicBezTo>
                    <a:pt x="1540" y="1197"/>
                    <a:pt x="1528" y="1160"/>
                    <a:pt x="1553" y="1234"/>
                  </a:cubicBezTo>
                  <a:cubicBezTo>
                    <a:pt x="1565" y="1307"/>
                    <a:pt x="1589" y="1357"/>
                    <a:pt x="1626" y="1406"/>
                  </a:cubicBezTo>
                  <a:cubicBezTo>
                    <a:pt x="1676" y="1455"/>
                    <a:pt x="1799" y="1492"/>
                    <a:pt x="1737" y="1505"/>
                  </a:cubicBezTo>
                  <a:cubicBezTo>
                    <a:pt x="1663" y="1517"/>
                    <a:pt x="1614" y="1554"/>
                    <a:pt x="1676" y="1554"/>
                  </a:cubicBezTo>
                  <a:cubicBezTo>
                    <a:pt x="1737" y="1554"/>
                    <a:pt x="1762" y="1579"/>
                    <a:pt x="1725" y="1579"/>
                  </a:cubicBezTo>
                  <a:cubicBezTo>
                    <a:pt x="1676" y="1579"/>
                    <a:pt x="1688" y="1640"/>
                    <a:pt x="1663" y="1652"/>
                  </a:cubicBezTo>
                  <a:cubicBezTo>
                    <a:pt x="1639" y="1677"/>
                    <a:pt x="1602" y="1677"/>
                    <a:pt x="1577" y="1677"/>
                  </a:cubicBezTo>
                  <a:cubicBezTo>
                    <a:pt x="1528" y="1677"/>
                    <a:pt x="1540" y="1714"/>
                    <a:pt x="1491" y="1751"/>
                  </a:cubicBezTo>
                  <a:cubicBezTo>
                    <a:pt x="1442" y="1788"/>
                    <a:pt x="1368" y="1899"/>
                    <a:pt x="1417" y="1899"/>
                  </a:cubicBezTo>
                  <a:cubicBezTo>
                    <a:pt x="1439" y="1906"/>
                    <a:pt x="1517" y="1918"/>
                    <a:pt x="1576" y="1918"/>
                  </a:cubicBezTo>
                  <a:cubicBezTo>
                    <a:pt x="1615" y="1918"/>
                    <a:pt x="1646" y="1913"/>
                    <a:pt x="1651" y="1899"/>
                  </a:cubicBezTo>
                  <a:cubicBezTo>
                    <a:pt x="1663" y="1874"/>
                    <a:pt x="1676" y="1751"/>
                    <a:pt x="1676" y="1726"/>
                  </a:cubicBezTo>
                  <a:cubicBezTo>
                    <a:pt x="1676" y="1719"/>
                    <a:pt x="1704" y="1701"/>
                    <a:pt x="1720" y="1701"/>
                  </a:cubicBezTo>
                  <a:cubicBezTo>
                    <a:pt x="1730" y="1701"/>
                    <a:pt x="1734" y="1708"/>
                    <a:pt x="1725" y="1726"/>
                  </a:cubicBezTo>
                  <a:cubicBezTo>
                    <a:pt x="1700" y="1776"/>
                    <a:pt x="1663" y="1813"/>
                    <a:pt x="1700" y="1837"/>
                  </a:cubicBezTo>
                  <a:cubicBezTo>
                    <a:pt x="1728" y="1856"/>
                    <a:pt x="1810" y="1888"/>
                    <a:pt x="1865" y="1888"/>
                  </a:cubicBezTo>
                  <a:cubicBezTo>
                    <a:pt x="1884" y="1888"/>
                    <a:pt x="1900" y="1884"/>
                    <a:pt x="1910" y="1874"/>
                  </a:cubicBezTo>
                  <a:cubicBezTo>
                    <a:pt x="1938" y="1846"/>
                    <a:pt x="1945" y="1796"/>
                    <a:pt x="1952" y="1796"/>
                  </a:cubicBezTo>
                  <a:cubicBezTo>
                    <a:pt x="1954" y="1796"/>
                    <a:pt x="1956" y="1801"/>
                    <a:pt x="1959" y="1813"/>
                  </a:cubicBezTo>
                  <a:cubicBezTo>
                    <a:pt x="1959" y="1862"/>
                    <a:pt x="1885" y="1837"/>
                    <a:pt x="1984" y="1948"/>
                  </a:cubicBezTo>
                  <a:cubicBezTo>
                    <a:pt x="2045" y="2010"/>
                    <a:pt x="2107" y="2071"/>
                    <a:pt x="2181" y="2133"/>
                  </a:cubicBezTo>
                  <a:lnTo>
                    <a:pt x="2193" y="2133"/>
                  </a:lnTo>
                  <a:cubicBezTo>
                    <a:pt x="2279" y="2158"/>
                    <a:pt x="2378" y="2170"/>
                    <a:pt x="2477" y="2170"/>
                  </a:cubicBezTo>
                  <a:cubicBezTo>
                    <a:pt x="2575" y="2158"/>
                    <a:pt x="2674" y="2108"/>
                    <a:pt x="2748" y="2047"/>
                  </a:cubicBezTo>
                  <a:cubicBezTo>
                    <a:pt x="2772" y="2022"/>
                    <a:pt x="2686" y="2010"/>
                    <a:pt x="2624" y="1961"/>
                  </a:cubicBezTo>
                  <a:cubicBezTo>
                    <a:pt x="2581" y="1932"/>
                    <a:pt x="2546" y="1898"/>
                    <a:pt x="2562" y="1898"/>
                  </a:cubicBezTo>
                  <a:cubicBezTo>
                    <a:pt x="2573" y="1898"/>
                    <a:pt x="2610" y="1915"/>
                    <a:pt x="2686" y="1961"/>
                  </a:cubicBezTo>
                  <a:cubicBezTo>
                    <a:pt x="2730" y="1989"/>
                    <a:pt x="2758" y="1999"/>
                    <a:pt x="2775" y="1999"/>
                  </a:cubicBezTo>
                  <a:cubicBezTo>
                    <a:pt x="2825" y="1999"/>
                    <a:pt x="2782" y="1908"/>
                    <a:pt x="2772" y="1899"/>
                  </a:cubicBezTo>
                  <a:cubicBezTo>
                    <a:pt x="2762" y="1878"/>
                    <a:pt x="2742" y="1793"/>
                    <a:pt x="2752" y="1793"/>
                  </a:cubicBezTo>
                  <a:cubicBezTo>
                    <a:pt x="2754" y="1793"/>
                    <a:pt x="2757" y="1795"/>
                    <a:pt x="2760" y="1800"/>
                  </a:cubicBezTo>
                  <a:cubicBezTo>
                    <a:pt x="2788" y="1819"/>
                    <a:pt x="2831" y="1845"/>
                    <a:pt x="2855" y="1845"/>
                  </a:cubicBezTo>
                  <a:cubicBezTo>
                    <a:pt x="2863" y="1845"/>
                    <a:pt x="2868" y="1843"/>
                    <a:pt x="2871" y="1837"/>
                  </a:cubicBezTo>
                  <a:cubicBezTo>
                    <a:pt x="2871" y="1815"/>
                    <a:pt x="2842" y="1735"/>
                    <a:pt x="2861" y="1735"/>
                  </a:cubicBezTo>
                  <a:cubicBezTo>
                    <a:pt x="2864" y="1735"/>
                    <a:pt x="2867" y="1736"/>
                    <a:pt x="2871" y="1739"/>
                  </a:cubicBezTo>
                  <a:cubicBezTo>
                    <a:pt x="2882" y="1746"/>
                    <a:pt x="2895" y="1749"/>
                    <a:pt x="2909" y="1749"/>
                  </a:cubicBezTo>
                  <a:cubicBezTo>
                    <a:pt x="2942" y="1749"/>
                    <a:pt x="2980" y="1732"/>
                    <a:pt x="3006" y="1714"/>
                  </a:cubicBezTo>
                  <a:cubicBezTo>
                    <a:pt x="3013" y="1712"/>
                    <a:pt x="3018" y="1711"/>
                    <a:pt x="3022" y="1711"/>
                  </a:cubicBezTo>
                  <a:cubicBezTo>
                    <a:pt x="3046" y="1711"/>
                    <a:pt x="3060" y="1737"/>
                    <a:pt x="3142" y="1788"/>
                  </a:cubicBezTo>
                  <a:cubicBezTo>
                    <a:pt x="3210" y="1826"/>
                    <a:pt x="3273" y="1840"/>
                    <a:pt x="3315" y="1840"/>
                  </a:cubicBezTo>
                  <a:cubicBezTo>
                    <a:pt x="3341" y="1840"/>
                    <a:pt x="3359" y="1835"/>
                    <a:pt x="3364" y="1825"/>
                  </a:cubicBezTo>
                  <a:cubicBezTo>
                    <a:pt x="3364" y="1820"/>
                    <a:pt x="3364" y="1818"/>
                    <a:pt x="3364" y="1818"/>
                  </a:cubicBezTo>
                  <a:cubicBezTo>
                    <a:pt x="3365" y="1818"/>
                    <a:pt x="3371" y="1857"/>
                    <a:pt x="3401" y="1887"/>
                  </a:cubicBezTo>
                  <a:cubicBezTo>
                    <a:pt x="3450" y="1936"/>
                    <a:pt x="3487" y="1985"/>
                    <a:pt x="3524" y="2047"/>
                  </a:cubicBezTo>
                  <a:cubicBezTo>
                    <a:pt x="3561" y="2084"/>
                    <a:pt x="3586" y="2133"/>
                    <a:pt x="3610" y="2182"/>
                  </a:cubicBezTo>
                  <a:cubicBezTo>
                    <a:pt x="3647" y="2244"/>
                    <a:pt x="3758" y="2441"/>
                    <a:pt x="3844" y="2441"/>
                  </a:cubicBezTo>
                  <a:cubicBezTo>
                    <a:pt x="3869" y="2438"/>
                    <a:pt x="3894" y="2436"/>
                    <a:pt x="3920" y="2436"/>
                  </a:cubicBezTo>
                  <a:cubicBezTo>
                    <a:pt x="3998" y="2436"/>
                    <a:pt x="4078" y="2450"/>
                    <a:pt x="4152" y="2478"/>
                  </a:cubicBezTo>
                  <a:cubicBezTo>
                    <a:pt x="4253" y="2523"/>
                    <a:pt x="4334" y="2578"/>
                    <a:pt x="4385" y="2578"/>
                  </a:cubicBezTo>
                  <a:cubicBezTo>
                    <a:pt x="4390" y="2578"/>
                    <a:pt x="4394" y="2578"/>
                    <a:pt x="4399" y="2577"/>
                  </a:cubicBezTo>
                  <a:cubicBezTo>
                    <a:pt x="4448" y="2564"/>
                    <a:pt x="4423" y="2527"/>
                    <a:pt x="4460" y="2515"/>
                  </a:cubicBezTo>
                  <a:cubicBezTo>
                    <a:pt x="4485" y="2515"/>
                    <a:pt x="4559" y="2503"/>
                    <a:pt x="4510" y="2490"/>
                  </a:cubicBezTo>
                  <a:cubicBezTo>
                    <a:pt x="4460" y="2466"/>
                    <a:pt x="4288" y="2392"/>
                    <a:pt x="4276" y="2342"/>
                  </a:cubicBezTo>
                  <a:cubicBezTo>
                    <a:pt x="4276" y="2318"/>
                    <a:pt x="4316" y="2315"/>
                    <a:pt x="4345" y="2315"/>
                  </a:cubicBezTo>
                  <a:cubicBezTo>
                    <a:pt x="4355" y="2315"/>
                    <a:pt x="4363" y="2315"/>
                    <a:pt x="4369" y="2315"/>
                  </a:cubicBezTo>
                  <a:cubicBezTo>
                    <a:pt x="4380" y="2315"/>
                    <a:pt x="4378" y="2314"/>
                    <a:pt x="4349" y="2306"/>
                  </a:cubicBezTo>
                  <a:cubicBezTo>
                    <a:pt x="4313" y="2293"/>
                    <a:pt x="4263" y="2281"/>
                    <a:pt x="4226" y="2281"/>
                  </a:cubicBezTo>
                  <a:cubicBezTo>
                    <a:pt x="4165" y="2269"/>
                    <a:pt x="4128" y="2256"/>
                    <a:pt x="4128" y="2207"/>
                  </a:cubicBezTo>
                  <a:cubicBezTo>
                    <a:pt x="4128" y="2158"/>
                    <a:pt x="4140" y="2133"/>
                    <a:pt x="4078" y="2133"/>
                  </a:cubicBezTo>
                  <a:cubicBezTo>
                    <a:pt x="4017" y="2133"/>
                    <a:pt x="3918" y="2022"/>
                    <a:pt x="3918" y="1985"/>
                  </a:cubicBezTo>
                  <a:cubicBezTo>
                    <a:pt x="3918" y="1948"/>
                    <a:pt x="3943" y="1924"/>
                    <a:pt x="3894" y="1887"/>
                  </a:cubicBezTo>
                  <a:cubicBezTo>
                    <a:pt x="3795" y="1788"/>
                    <a:pt x="3709" y="1689"/>
                    <a:pt x="3635" y="1591"/>
                  </a:cubicBezTo>
                  <a:cubicBezTo>
                    <a:pt x="3573" y="1505"/>
                    <a:pt x="3512" y="1517"/>
                    <a:pt x="3573" y="1505"/>
                  </a:cubicBezTo>
                  <a:cubicBezTo>
                    <a:pt x="3581" y="1503"/>
                    <a:pt x="3592" y="1502"/>
                    <a:pt x="3605" y="1502"/>
                  </a:cubicBezTo>
                  <a:cubicBezTo>
                    <a:pt x="3640" y="1502"/>
                    <a:pt x="3689" y="1506"/>
                    <a:pt x="3733" y="1506"/>
                  </a:cubicBezTo>
                  <a:cubicBezTo>
                    <a:pt x="3805" y="1506"/>
                    <a:pt x="3865" y="1496"/>
                    <a:pt x="3832" y="1443"/>
                  </a:cubicBezTo>
                  <a:cubicBezTo>
                    <a:pt x="3758" y="1344"/>
                    <a:pt x="3795" y="1332"/>
                    <a:pt x="3746" y="1295"/>
                  </a:cubicBezTo>
                  <a:cubicBezTo>
                    <a:pt x="3731" y="1289"/>
                    <a:pt x="3720" y="1288"/>
                    <a:pt x="3711" y="1288"/>
                  </a:cubicBezTo>
                  <a:cubicBezTo>
                    <a:pt x="3697" y="1288"/>
                    <a:pt x="3688" y="1291"/>
                    <a:pt x="3676" y="1291"/>
                  </a:cubicBezTo>
                  <a:cubicBezTo>
                    <a:pt x="3661" y="1291"/>
                    <a:pt x="3642" y="1285"/>
                    <a:pt x="3610" y="1258"/>
                  </a:cubicBezTo>
                  <a:lnTo>
                    <a:pt x="3413" y="1110"/>
                  </a:lnTo>
                  <a:cubicBezTo>
                    <a:pt x="3351" y="1061"/>
                    <a:pt x="3327" y="950"/>
                    <a:pt x="3278" y="889"/>
                  </a:cubicBezTo>
                  <a:cubicBezTo>
                    <a:pt x="3216" y="815"/>
                    <a:pt x="3142" y="753"/>
                    <a:pt x="3068" y="704"/>
                  </a:cubicBezTo>
                  <a:cubicBezTo>
                    <a:pt x="3006" y="654"/>
                    <a:pt x="2945" y="679"/>
                    <a:pt x="2883" y="630"/>
                  </a:cubicBezTo>
                  <a:cubicBezTo>
                    <a:pt x="2822" y="581"/>
                    <a:pt x="2772" y="507"/>
                    <a:pt x="2735" y="507"/>
                  </a:cubicBezTo>
                  <a:cubicBezTo>
                    <a:pt x="2600" y="482"/>
                    <a:pt x="2477" y="433"/>
                    <a:pt x="2366" y="371"/>
                  </a:cubicBezTo>
                  <a:cubicBezTo>
                    <a:pt x="2316" y="346"/>
                    <a:pt x="2267" y="322"/>
                    <a:pt x="2206" y="309"/>
                  </a:cubicBezTo>
                  <a:cubicBezTo>
                    <a:pt x="2156" y="297"/>
                    <a:pt x="2107" y="285"/>
                    <a:pt x="2058" y="272"/>
                  </a:cubicBezTo>
                  <a:cubicBezTo>
                    <a:pt x="1971" y="260"/>
                    <a:pt x="1885" y="236"/>
                    <a:pt x="1811" y="199"/>
                  </a:cubicBezTo>
                  <a:cubicBezTo>
                    <a:pt x="1700" y="149"/>
                    <a:pt x="1503" y="14"/>
                    <a:pt x="1442" y="1"/>
                  </a:cubicBezTo>
                  <a:cubicBezTo>
                    <a:pt x="1436" y="0"/>
                    <a:pt x="1431" y="0"/>
                    <a:pt x="142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4" name="Google Shape;8160;p67">
              <a:extLst>
                <a:ext uri="{FF2B5EF4-FFF2-40B4-BE49-F238E27FC236}">
                  <a16:creationId xmlns:a16="http://schemas.microsoft.com/office/drawing/2014/main" id="{BB707FEF-1EA1-D86B-98A0-740E96F0EB22}"/>
                </a:ext>
              </a:extLst>
            </p:cNvPr>
            <p:cNvSpPr/>
            <p:nvPr/>
          </p:nvSpPr>
          <p:spPr>
            <a:xfrm>
              <a:off x="4153575" y="4985025"/>
              <a:ext cx="61950" cy="77900"/>
            </a:xfrm>
            <a:custGeom>
              <a:avLst/>
              <a:gdLst/>
              <a:ahLst/>
              <a:cxnLst/>
              <a:rect l="l" t="t" r="r" b="b"/>
              <a:pathLst>
                <a:path w="2478" h="3116" extrusionOk="0">
                  <a:moveTo>
                    <a:pt x="1847" y="0"/>
                  </a:moveTo>
                  <a:cubicBezTo>
                    <a:pt x="1843" y="0"/>
                    <a:pt x="1836" y="6"/>
                    <a:pt x="1825" y="21"/>
                  </a:cubicBezTo>
                  <a:cubicBezTo>
                    <a:pt x="1775" y="71"/>
                    <a:pt x="1640" y="280"/>
                    <a:pt x="1615" y="317"/>
                  </a:cubicBezTo>
                  <a:cubicBezTo>
                    <a:pt x="1578" y="354"/>
                    <a:pt x="1492" y="453"/>
                    <a:pt x="1517" y="490"/>
                  </a:cubicBezTo>
                  <a:cubicBezTo>
                    <a:pt x="1529" y="527"/>
                    <a:pt x="1566" y="539"/>
                    <a:pt x="1504" y="551"/>
                  </a:cubicBezTo>
                  <a:cubicBezTo>
                    <a:pt x="1430" y="564"/>
                    <a:pt x="1356" y="588"/>
                    <a:pt x="1295" y="613"/>
                  </a:cubicBezTo>
                  <a:cubicBezTo>
                    <a:pt x="1282" y="625"/>
                    <a:pt x="1258" y="650"/>
                    <a:pt x="1233" y="662"/>
                  </a:cubicBezTo>
                  <a:lnTo>
                    <a:pt x="1147" y="761"/>
                  </a:lnTo>
                  <a:cubicBezTo>
                    <a:pt x="1073" y="872"/>
                    <a:pt x="999" y="970"/>
                    <a:pt x="900" y="1056"/>
                  </a:cubicBezTo>
                  <a:cubicBezTo>
                    <a:pt x="790" y="1081"/>
                    <a:pt x="679" y="1130"/>
                    <a:pt x="580" y="1192"/>
                  </a:cubicBezTo>
                  <a:cubicBezTo>
                    <a:pt x="543" y="1241"/>
                    <a:pt x="457" y="1451"/>
                    <a:pt x="494" y="1475"/>
                  </a:cubicBezTo>
                  <a:cubicBezTo>
                    <a:pt x="527" y="1497"/>
                    <a:pt x="570" y="1539"/>
                    <a:pt x="543" y="1539"/>
                  </a:cubicBezTo>
                  <a:cubicBezTo>
                    <a:pt x="540" y="1539"/>
                    <a:pt x="536" y="1538"/>
                    <a:pt x="531" y="1537"/>
                  </a:cubicBezTo>
                  <a:cubicBezTo>
                    <a:pt x="469" y="1525"/>
                    <a:pt x="395" y="1512"/>
                    <a:pt x="334" y="1475"/>
                  </a:cubicBezTo>
                  <a:cubicBezTo>
                    <a:pt x="297" y="1451"/>
                    <a:pt x="247" y="1426"/>
                    <a:pt x="210" y="1401"/>
                  </a:cubicBezTo>
                  <a:cubicBezTo>
                    <a:pt x="186" y="1389"/>
                    <a:pt x="173" y="1377"/>
                    <a:pt x="149" y="1377"/>
                  </a:cubicBezTo>
                  <a:cubicBezTo>
                    <a:pt x="137" y="1389"/>
                    <a:pt x="112" y="1401"/>
                    <a:pt x="124" y="1426"/>
                  </a:cubicBezTo>
                  <a:cubicBezTo>
                    <a:pt x="63" y="1537"/>
                    <a:pt x="26" y="1648"/>
                    <a:pt x="1" y="1771"/>
                  </a:cubicBezTo>
                  <a:cubicBezTo>
                    <a:pt x="1" y="1870"/>
                    <a:pt x="75" y="1931"/>
                    <a:pt x="75" y="2017"/>
                  </a:cubicBezTo>
                  <a:cubicBezTo>
                    <a:pt x="75" y="2104"/>
                    <a:pt x="87" y="2104"/>
                    <a:pt x="149" y="2190"/>
                  </a:cubicBezTo>
                  <a:cubicBezTo>
                    <a:pt x="210" y="2289"/>
                    <a:pt x="247" y="2399"/>
                    <a:pt x="247" y="2510"/>
                  </a:cubicBezTo>
                  <a:cubicBezTo>
                    <a:pt x="247" y="2584"/>
                    <a:pt x="284" y="2658"/>
                    <a:pt x="346" y="2707"/>
                  </a:cubicBezTo>
                  <a:cubicBezTo>
                    <a:pt x="420" y="2769"/>
                    <a:pt x="506" y="2794"/>
                    <a:pt x="592" y="2806"/>
                  </a:cubicBezTo>
                  <a:cubicBezTo>
                    <a:pt x="635" y="2806"/>
                    <a:pt x="661" y="2798"/>
                    <a:pt x="675" y="2798"/>
                  </a:cubicBezTo>
                  <a:cubicBezTo>
                    <a:pt x="686" y="2798"/>
                    <a:pt x="691" y="2802"/>
                    <a:pt x="691" y="2818"/>
                  </a:cubicBezTo>
                  <a:cubicBezTo>
                    <a:pt x="691" y="2868"/>
                    <a:pt x="642" y="2917"/>
                    <a:pt x="716" y="2917"/>
                  </a:cubicBezTo>
                  <a:cubicBezTo>
                    <a:pt x="763" y="2917"/>
                    <a:pt x="810" y="2928"/>
                    <a:pt x="849" y="2928"/>
                  </a:cubicBezTo>
                  <a:cubicBezTo>
                    <a:pt x="881" y="2928"/>
                    <a:pt x="908" y="2920"/>
                    <a:pt x="925" y="2892"/>
                  </a:cubicBezTo>
                  <a:cubicBezTo>
                    <a:pt x="953" y="2846"/>
                    <a:pt x="939" y="2800"/>
                    <a:pt x="956" y="2800"/>
                  </a:cubicBezTo>
                  <a:cubicBezTo>
                    <a:pt x="962" y="2800"/>
                    <a:pt x="971" y="2806"/>
                    <a:pt x="987" y="2818"/>
                  </a:cubicBezTo>
                  <a:cubicBezTo>
                    <a:pt x="1036" y="2868"/>
                    <a:pt x="1098" y="2905"/>
                    <a:pt x="1159" y="2905"/>
                  </a:cubicBezTo>
                  <a:cubicBezTo>
                    <a:pt x="1234" y="2905"/>
                    <a:pt x="1274" y="2847"/>
                    <a:pt x="1299" y="2847"/>
                  </a:cubicBezTo>
                  <a:cubicBezTo>
                    <a:pt x="1307" y="2847"/>
                    <a:pt x="1314" y="2853"/>
                    <a:pt x="1319" y="2868"/>
                  </a:cubicBezTo>
                  <a:cubicBezTo>
                    <a:pt x="1343" y="2914"/>
                    <a:pt x="1322" y="3116"/>
                    <a:pt x="1362" y="3116"/>
                  </a:cubicBezTo>
                  <a:cubicBezTo>
                    <a:pt x="1364" y="3116"/>
                    <a:pt x="1366" y="3115"/>
                    <a:pt x="1369" y="3114"/>
                  </a:cubicBezTo>
                  <a:cubicBezTo>
                    <a:pt x="1467" y="3052"/>
                    <a:pt x="1566" y="3015"/>
                    <a:pt x="1664" y="2979"/>
                  </a:cubicBezTo>
                  <a:cubicBezTo>
                    <a:pt x="1675" y="2979"/>
                    <a:pt x="1695" y="3072"/>
                    <a:pt x="1708" y="3072"/>
                  </a:cubicBezTo>
                  <a:cubicBezTo>
                    <a:pt x="1710" y="3072"/>
                    <a:pt x="1712" y="3070"/>
                    <a:pt x="1714" y="3065"/>
                  </a:cubicBezTo>
                  <a:cubicBezTo>
                    <a:pt x="1726" y="3040"/>
                    <a:pt x="1775" y="2954"/>
                    <a:pt x="1738" y="2917"/>
                  </a:cubicBezTo>
                  <a:cubicBezTo>
                    <a:pt x="1701" y="2880"/>
                    <a:pt x="1701" y="2818"/>
                    <a:pt x="1726" y="2781"/>
                  </a:cubicBezTo>
                  <a:cubicBezTo>
                    <a:pt x="1751" y="2707"/>
                    <a:pt x="1788" y="2683"/>
                    <a:pt x="1775" y="2621"/>
                  </a:cubicBezTo>
                  <a:cubicBezTo>
                    <a:pt x="1763" y="2560"/>
                    <a:pt x="1726" y="2510"/>
                    <a:pt x="1751" y="2461"/>
                  </a:cubicBezTo>
                  <a:cubicBezTo>
                    <a:pt x="1800" y="2399"/>
                    <a:pt x="1849" y="2338"/>
                    <a:pt x="1911" y="2276"/>
                  </a:cubicBezTo>
                  <a:cubicBezTo>
                    <a:pt x="1972" y="2202"/>
                    <a:pt x="2046" y="2104"/>
                    <a:pt x="2034" y="2042"/>
                  </a:cubicBezTo>
                  <a:cubicBezTo>
                    <a:pt x="2022" y="1980"/>
                    <a:pt x="1948" y="1882"/>
                    <a:pt x="2046" y="1796"/>
                  </a:cubicBezTo>
                  <a:cubicBezTo>
                    <a:pt x="2115" y="1727"/>
                    <a:pt x="2160" y="1690"/>
                    <a:pt x="2194" y="1690"/>
                  </a:cubicBezTo>
                  <a:cubicBezTo>
                    <a:pt x="2203" y="1690"/>
                    <a:pt x="2211" y="1692"/>
                    <a:pt x="2219" y="1697"/>
                  </a:cubicBezTo>
                  <a:cubicBezTo>
                    <a:pt x="2226" y="1704"/>
                    <a:pt x="2242" y="1707"/>
                    <a:pt x="2262" y="1707"/>
                  </a:cubicBezTo>
                  <a:cubicBezTo>
                    <a:pt x="2313" y="1707"/>
                    <a:pt x="2384" y="1687"/>
                    <a:pt x="2367" y="1660"/>
                  </a:cubicBezTo>
                  <a:cubicBezTo>
                    <a:pt x="2293" y="1586"/>
                    <a:pt x="2219" y="1500"/>
                    <a:pt x="2145" y="1401"/>
                  </a:cubicBezTo>
                  <a:cubicBezTo>
                    <a:pt x="2120" y="1340"/>
                    <a:pt x="2145" y="1290"/>
                    <a:pt x="2120" y="1254"/>
                  </a:cubicBezTo>
                  <a:cubicBezTo>
                    <a:pt x="2083" y="1204"/>
                    <a:pt x="1960" y="1007"/>
                    <a:pt x="1997" y="970"/>
                  </a:cubicBezTo>
                  <a:cubicBezTo>
                    <a:pt x="2001" y="965"/>
                    <a:pt x="2006" y="962"/>
                    <a:pt x="2013" y="962"/>
                  </a:cubicBezTo>
                  <a:cubicBezTo>
                    <a:pt x="2038" y="962"/>
                    <a:pt x="2079" y="996"/>
                    <a:pt x="2098" y="996"/>
                  </a:cubicBezTo>
                  <a:cubicBezTo>
                    <a:pt x="2107" y="996"/>
                    <a:pt x="2111" y="989"/>
                    <a:pt x="2108" y="970"/>
                  </a:cubicBezTo>
                  <a:cubicBezTo>
                    <a:pt x="2083" y="884"/>
                    <a:pt x="2009" y="896"/>
                    <a:pt x="2059" y="822"/>
                  </a:cubicBezTo>
                  <a:cubicBezTo>
                    <a:pt x="2071" y="798"/>
                    <a:pt x="2083" y="785"/>
                    <a:pt x="2108" y="773"/>
                  </a:cubicBezTo>
                  <a:cubicBezTo>
                    <a:pt x="2170" y="736"/>
                    <a:pt x="2293" y="724"/>
                    <a:pt x="2256" y="687"/>
                  </a:cubicBezTo>
                  <a:cubicBezTo>
                    <a:pt x="2231" y="650"/>
                    <a:pt x="2182" y="600"/>
                    <a:pt x="2194" y="564"/>
                  </a:cubicBezTo>
                  <a:cubicBezTo>
                    <a:pt x="2194" y="541"/>
                    <a:pt x="2203" y="537"/>
                    <a:pt x="2226" y="537"/>
                  </a:cubicBezTo>
                  <a:cubicBezTo>
                    <a:pt x="2242" y="537"/>
                    <a:pt x="2263" y="539"/>
                    <a:pt x="2293" y="539"/>
                  </a:cubicBezTo>
                  <a:cubicBezTo>
                    <a:pt x="2367" y="539"/>
                    <a:pt x="2478" y="477"/>
                    <a:pt x="2441" y="453"/>
                  </a:cubicBezTo>
                  <a:cubicBezTo>
                    <a:pt x="2397" y="420"/>
                    <a:pt x="2304" y="338"/>
                    <a:pt x="2258" y="338"/>
                  </a:cubicBezTo>
                  <a:cubicBezTo>
                    <a:pt x="2252" y="338"/>
                    <a:pt x="2248" y="339"/>
                    <a:pt x="2243" y="342"/>
                  </a:cubicBezTo>
                  <a:cubicBezTo>
                    <a:pt x="2227" y="350"/>
                    <a:pt x="2199" y="376"/>
                    <a:pt x="2178" y="376"/>
                  </a:cubicBezTo>
                  <a:cubicBezTo>
                    <a:pt x="2169" y="376"/>
                    <a:pt x="2161" y="370"/>
                    <a:pt x="2157" y="354"/>
                  </a:cubicBezTo>
                  <a:cubicBezTo>
                    <a:pt x="2147" y="313"/>
                    <a:pt x="2171" y="289"/>
                    <a:pt x="2151" y="289"/>
                  </a:cubicBezTo>
                  <a:cubicBezTo>
                    <a:pt x="2147" y="289"/>
                    <a:pt x="2141" y="290"/>
                    <a:pt x="2133" y="292"/>
                  </a:cubicBezTo>
                  <a:cubicBezTo>
                    <a:pt x="2108" y="292"/>
                    <a:pt x="2094" y="314"/>
                    <a:pt x="2088" y="314"/>
                  </a:cubicBezTo>
                  <a:cubicBezTo>
                    <a:pt x="2085" y="314"/>
                    <a:pt x="2083" y="309"/>
                    <a:pt x="2083" y="292"/>
                  </a:cubicBezTo>
                  <a:cubicBezTo>
                    <a:pt x="2083" y="231"/>
                    <a:pt x="2083" y="120"/>
                    <a:pt x="2046" y="95"/>
                  </a:cubicBezTo>
                  <a:cubicBezTo>
                    <a:pt x="2018" y="67"/>
                    <a:pt x="1960" y="2"/>
                    <a:pt x="1929" y="2"/>
                  </a:cubicBezTo>
                  <a:cubicBezTo>
                    <a:pt x="1920" y="2"/>
                    <a:pt x="1914" y="7"/>
                    <a:pt x="1911" y="21"/>
                  </a:cubicBezTo>
                  <a:cubicBezTo>
                    <a:pt x="1896" y="51"/>
                    <a:pt x="1876" y="68"/>
                    <a:pt x="1863" y="68"/>
                  </a:cubicBezTo>
                  <a:cubicBezTo>
                    <a:pt x="1855" y="68"/>
                    <a:pt x="1849" y="61"/>
                    <a:pt x="1849" y="46"/>
                  </a:cubicBezTo>
                  <a:cubicBezTo>
                    <a:pt x="1849" y="29"/>
                    <a:pt x="1855" y="0"/>
                    <a:pt x="18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5" name="Google Shape;8161;p67">
              <a:extLst>
                <a:ext uri="{FF2B5EF4-FFF2-40B4-BE49-F238E27FC236}">
                  <a16:creationId xmlns:a16="http://schemas.microsoft.com/office/drawing/2014/main" id="{1E6B4983-26D8-5FA4-298A-0A621F3C869E}"/>
                </a:ext>
              </a:extLst>
            </p:cNvPr>
            <p:cNvSpPr/>
            <p:nvPr/>
          </p:nvSpPr>
          <p:spPr>
            <a:xfrm>
              <a:off x="3414925" y="4335800"/>
              <a:ext cx="1184100" cy="947650"/>
            </a:xfrm>
            <a:custGeom>
              <a:avLst/>
              <a:gdLst/>
              <a:ahLst/>
              <a:cxnLst/>
              <a:rect l="l" t="t" r="r" b="b"/>
              <a:pathLst>
                <a:path w="47364" h="37906" extrusionOk="0">
                  <a:moveTo>
                    <a:pt x="4982" y="11975"/>
                  </a:moveTo>
                  <a:cubicBezTo>
                    <a:pt x="4980" y="11975"/>
                    <a:pt x="4982" y="11981"/>
                    <a:pt x="4991" y="11981"/>
                  </a:cubicBezTo>
                  <a:cubicBezTo>
                    <a:pt x="4986" y="11977"/>
                    <a:pt x="4984" y="11975"/>
                    <a:pt x="4982" y="11975"/>
                  </a:cubicBezTo>
                  <a:close/>
                  <a:moveTo>
                    <a:pt x="29767" y="10485"/>
                  </a:moveTo>
                  <a:cubicBezTo>
                    <a:pt x="29793" y="10485"/>
                    <a:pt x="29791" y="10621"/>
                    <a:pt x="29769" y="10687"/>
                  </a:cubicBezTo>
                  <a:cubicBezTo>
                    <a:pt x="29744" y="10761"/>
                    <a:pt x="29744" y="10921"/>
                    <a:pt x="29707" y="11118"/>
                  </a:cubicBezTo>
                  <a:cubicBezTo>
                    <a:pt x="29658" y="11316"/>
                    <a:pt x="29559" y="11266"/>
                    <a:pt x="29498" y="11316"/>
                  </a:cubicBezTo>
                  <a:cubicBezTo>
                    <a:pt x="29436" y="11377"/>
                    <a:pt x="29498" y="11340"/>
                    <a:pt x="29584" y="11365"/>
                  </a:cubicBezTo>
                  <a:cubicBezTo>
                    <a:pt x="29670" y="11377"/>
                    <a:pt x="29559" y="11414"/>
                    <a:pt x="29485" y="11476"/>
                  </a:cubicBezTo>
                  <a:cubicBezTo>
                    <a:pt x="29411" y="11550"/>
                    <a:pt x="29338" y="11599"/>
                    <a:pt x="29202" y="11698"/>
                  </a:cubicBezTo>
                  <a:cubicBezTo>
                    <a:pt x="29140" y="11747"/>
                    <a:pt x="29054" y="11796"/>
                    <a:pt x="28980" y="11833"/>
                  </a:cubicBezTo>
                  <a:cubicBezTo>
                    <a:pt x="28906" y="11882"/>
                    <a:pt x="28882" y="11969"/>
                    <a:pt x="28832" y="12043"/>
                  </a:cubicBezTo>
                  <a:cubicBezTo>
                    <a:pt x="28745" y="12091"/>
                    <a:pt x="28643" y="12124"/>
                    <a:pt x="28543" y="12124"/>
                  </a:cubicBezTo>
                  <a:cubicBezTo>
                    <a:pt x="28516" y="12124"/>
                    <a:pt x="28489" y="12122"/>
                    <a:pt x="28463" y="12116"/>
                  </a:cubicBezTo>
                  <a:cubicBezTo>
                    <a:pt x="28382" y="12105"/>
                    <a:pt x="28388" y="12017"/>
                    <a:pt x="28450" y="12017"/>
                  </a:cubicBezTo>
                  <a:cubicBezTo>
                    <a:pt x="28454" y="12017"/>
                    <a:pt x="28458" y="12017"/>
                    <a:pt x="28463" y="12018"/>
                  </a:cubicBezTo>
                  <a:cubicBezTo>
                    <a:pt x="28467" y="12019"/>
                    <a:pt x="28472" y="12019"/>
                    <a:pt x="28476" y="12019"/>
                  </a:cubicBezTo>
                  <a:cubicBezTo>
                    <a:pt x="28551" y="12019"/>
                    <a:pt x="28663" y="11930"/>
                    <a:pt x="28709" y="11907"/>
                  </a:cubicBezTo>
                  <a:cubicBezTo>
                    <a:pt x="28771" y="11870"/>
                    <a:pt x="28820" y="11821"/>
                    <a:pt x="28869" y="11759"/>
                  </a:cubicBezTo>
                  <a:cubicBezTo>
                    <a:pt x="28943" y="11673"/>
                    <a:pt x="28943" y="11710"/>
                    <a:pt x="29017" y="11624"/>
                  </a:cubicBezTo>
                  <a:cubicBezTo>
                    <a:pt x="29091" y="11537"/>
                    <a:pt x="29177" y="11500"/>
                    <a:pt x="29227" y="11451"/>
                  </a:cubicBezTo>
                  <a:cubicBezTo>
                    <a:pt x="29276" y="11402"/>
                    <a:pt x="29251" y="11402"/>
                    <a:pt x="29251" y="11353"/>
                  </a:cubicBezTo>
                  <a:cubicBezTo>
                    <a:pt x="29264" y="11316"/>
                    <a:pt x="29436" y="11094"/>
                    <a:pt x="29485" y="10995"/>
                  </a:cubicBezTo>
                  <a:cubicBezTo>
                    <a:pt x="29547" y="10872"/>
                    <a:pt x="29596" y="10749"/>
                    <a:pt x="29621" y="10613"/>
                  </a:cubicBezTo>
                  <a:cubicBezTo>
                    <a:pt x="29621" y="10564"/>
                    <a:pt x="29719" y="10527"/>
                    <a:pt x="29756" y="10490"/>
                  </a:cubicBezTo>
                  <a:cubicBezTo>
                    <a:pt x="29760" y="10486"/>
                    <a:pt x="29764" y="10485"/>
                    <a:pt x="29767" y="10485"/>
                  </a:cubicBezTo>
                  <a:close/>
                  <a:moveTo>
                    <a:pt x="22809" y="13816"/>
                  </a:moveTo>
                  <a:cubicBezTo>
                    <a:pt x="22819" y="13816"/>
                    <a:pt x="22818" y="13905"/>
                    <a:pt x="22795" y="13940"/>
                  </a:cubicBezTo>
                  <a:cubicBezTo>
                    <a:pt x="22784" y="13956"/>
                    <a:pt x="22758" y="13960"/>
                    <a:pt x="22723" y="13960"/>
                  </a:cubicBezTo>
                  <a:cubicBezTo>
                    <a:pt x="22677" y="13960"/>
                    <a:pt x="22617" y="13952"/>
                    <a:pt x="22561" y="13952"/>
                  </a:cubicBezTo>
                  <a:cubicBezTo>
                    <a:pt x="22450" y="13952"/>
                    <a:pt x="22401" y="13940"/>
                    <a:pt x="22364" y="13891"/>
                  </a:cubicBezTo>
                  <a:cubicBezTo>
                    <a:pt x="22358" y="13880"/>
                    <a:pt x="22397" y="13877"/>
                    <a:pt x="22446" y="13877"/>
                  </a:cubicBezTo>
                  <a:cubicBezTo>
                    <a:pt x="22512" y="13877"/>
                    <a:pt x="22596" y="13884"/>
                    <a:pt x="22610" y="13891"/>
                  </a:cubicBezTo>
                  <a:cubicBezTo>
                    <a:pt x="22615" y="13893"/>
                    <a:pt x="22621" y="13894"/>
                    <a:pt x="22628" y="13894"/>
                  </a:cubicBezTo>
                  <a:cubicBezTo>
                    <a:pt x="22655" y="13894"/>
                    <a:pt x="22696" y="13878"/>
                    <a:pt x="22746" y="13878"/>
                  </a:cubicBezTo>
                  <a:cubicBezTo>
                    <a:pt x="22795" y="13878"/>
                    <a:pt x="22783" y="13829"/>
                    <a:pt x="22807" y="13817"/>
                  </a:cubicBezTo>
                  <a:cubicBezTo>
                    <a:pt x="22808" y="13816"/>
                    <a:pt x="22809" y="13816"/>
                    <a:pt x="22809" y="13816"/>
                  </a:cubicBezTo>
                  <a:close/>
                  <a:moveTo>
                    <a:pt x="21992" y="13840"/>
                  </a:moveTo>
                  <a:cubicBezTo>
                    <a:pt x="22051" y="13840"/>
                    <a:pt x="22125" y="13846"/>
                    <a:pt x="22166" y="13878"/>
                  </a:cubicBezTo>
                  <a:cubicBezTo>
                    <a:pt x="22188" y="13893"/>
                    <a:pt x="22142" y="13899"/>
                    <a:pt x="22085" y="13899"/>
                  </a:cubicBezTo>
                  <a:cubicBezTo>
                    <a:pt x="22045" y="13899"/>
                    <a:pt x="22000" y="13896"/>
                    <a:pt x="21969" y="13891"/>
                  </a:cubicBezTo>
                  <a:lnTo>
                    <a:pt x="21957" y="13891"/>
                  </a:lnTo>
                  <a:cubicBezTo>
                    <a:pt x="21895" y="13891"/>
                    <a:pt x="21797" y="14039"/>
                    <a:pt x="21723" y="14063"/>
                  </a:cubicBezTo>
                  <a:cubicBezTo>
                    <a:pt x="21661" y="14076"/>
                    <a:pt x="21661" y="14162"/>
                    <a:pt x="21624" y="14248"/>
                  </a:cubicBezTo>
                  <a:cubicBezTo>
                    <a:pt x="21587" y="14334"/>
                    <a:pt x="21624" y="14297"/>
                    <a:pt x="21637" y="14371"/>
                  </a:cubicBezTo>
                  <a:cubicBezTo>
                    <a:pt x="21641" y="14395"/>
                    <a:pt x="21639" y="14405"/>
                    <a:pt x="21634" y="14405"/>
                  </a:cubicBezTo>
                  <a:cubicBezTo>
                    <a:pt x="21622" y="14405"/>
                    <a:pt x="21592" y="14364"/>
                    <a:pt x="21550" y="14322"/>
                  </a:cubicBezTo>
                  <a:cubicBezTo>
                    <a:pt x="21489" y="14248"/>
                    <a:pt x="21489" y="14150"/>
                    <a:pt x="21526" y="14063"/>
                  </a:cubicBezTo>
                  <a:cubicBezTo>
                    <a:pt x="21575" y="14002"/>
                    <a:pt x="21624" y="13952"/>
                    <a:pt x="21698" y="13915"/>
                  </a:cubicBezTo>
                  <a:cubicBezTo>
                    <a:pt x="21760" y="13866"/>
                    <a:pt x="21846" y="13841"/>
                    <a:pt x="21920" y="13841"/>
                  </a:cubicBezTo>
                  <a:cubicBezTo>
                    <a:pt x="21936" y="13841"/>
                    <a:pt x="21963" y="13840"/>
                    <a:pt x="21992" y="13840"/>
                  </a:cubicBezTo>
                  <a:close/>
                  <a:moveTo>
                    <a:pt x="18211" y="14051"/>
                  </a:moveTo>
                  <a:cubicBezTo>
                    <a:pt x="18285" y="14051"/>
                    <a:pt x="18335" y="14162"/>
                    <a:pt x="18335" y="14199"/>
                  </a:cubicBezTo>
                  <a:cubicBezTo>
                    <a:pt x="18322" y="14285"/>
                    <a:pt x="18335" y="14371"/>
                    <a:pt x="18347" y="14445"/>
                  </a:cubicBezTo>
                  <a:cubicBezTo>
                    <a:pt x="18384" y="14495"/>
                    <a:pt x="18396" y="14519"/>
                    <a:pt x="18384" y="14556"/>
                  </a:cubicBezTo>
                  <a:lnTo>
                    <a:pt x="18372" y="14556"/>
                  </a:lnTo>
                  <a:cubicBezTo>
                    <a:pt x="18372" y="14568"/>
                    <a:pt x="18359" y="14581"/>
                    <a:pt x="18359" y="14593"/>
                  </a:cubicBezTo>
                  <a:cubicBezTo>
                    <a:pt x="18310" y="14655"/>
                    <a:pt x="18310" y="14741"/>
                    <a:pt x="18224" y="14753"/>
                  </a:cubicBezTo>
                  <a:cubicBezTo>
                    <a:pt x="18154" y="14763"/>
                    <a:pt x="18132" y="14781"/>
                    <a:pt x="18101" y="14781"/>
                  </a:cubicBezTo>
                  <a:cubicBezTo>
                    <a:pt x="18093" y="14781"/>
                    <a:pt x="18085" y="14780"/>
                    <a:pt x="18076" y="14778"/>
                  </a:cubicBezTo>
                  <a:cubicBezTo>
                    <a:pt x="17977" y="14741"/>
                    <a:pt x="17990" y="14704"/>
                    <a:pt x="18002" y="14630"/>
                  </a:cubicBezTo>
                  <a:cubicBezTo>
                    <a:pt x="18027" y="14568"/>
                    <a:pt x="18076" y="14482"/>
                    <a:pt x="18076" y="14421"/>
                  </a:cubicBezTo>
                  <a:lnTo>
                    <a:pt x="18076" y="14359"/>
                  </a:lnTo>
                  <a:cubicBezTo>
                    <a:pt x="18076" y="14322"/>
                    <a:pt x="18076" y="14285"/>
                    <a:pt x="18063" y="14273"/>
                  </a:cubicBezTo>
                  <a:cubicBezTo>
                    <a:pt x="18054" y="14254"/>
                    <a:pt x="18014" y="14212"/>
                    <a:pt x="17986" y="14212"/>
                  </a:cubicBezTo>
                  <a:cubicBezTo>
                    <a:pt x="17978" y="14212"/>
                    <a:pt x="17970" y="14215"/>
                    <a:pt x="17965" y="14223"/>
                  </a:cubicBezTo>
                  <a:cubicBezTo>
                    <a:pt x="17965" y="14248"/>
                    <a:pt x="17953" y="14260"/>
                    <a:pt x="17953" y="14285"/>
                  </a:cubicBezTo>
                  <a:cubicBezTo>
                    <a:pt x="17940" y="14347"/>
                    <a:pt x="17928" y="14408"/>
                    <a:pt x="17928" y="14470"/>
                  </a:cubicBezTo>
                  <a:cubicBezTo>
                    <a:pt x="17928" y="14529"/>
                    <a:pt x="17951" y="14668"/>
                    <a:pt x="17931" y="14668"/>
                  </a:cubicBezTo>
                  <a:cubicBezTo>
                    <a:pt x="17930" y="14668"/>
                    <a:pt x="17929" y="14668"/>
                    <a:pt x="17928" y="14667"/>
                  </a:cubicBezTo>
                  <a:cubicBezTo>
                    <a:pt x="17903" y="14667"/>
                    <a:pt x="17829" y="14655"/>
                    <a:pt x="17817" y="14605"/>
                  </a:cubicBezTo>
                  <a:cubicBezTo>
                    <a:pt x="17805" y="14531"/>
                    <a:pt x="17805" y="14470"/>
                    <a:pt x="17817" y="14408"/>
                  </a:cubicBezTo>
                  <a:cubicBezTo>
                    <a:pt x="17829" y="14371"/>
                    <a:pt x="17866" y="14297"/>
                    <a:pt x="17879" y="14248"/>
                  </a:cubicBezTo>
                  <a:cubicBezTo>
                    <a:pt x="17891" y="14223"/>
                    <a:pt x="17903" y="14199"/>
                    <a:pt x="17903" y="14174"/>
                  </a:cubicBezTo>
                  <a:cubicBezTo>
                    <a:pt x="17903" y="14131"/>
                    <a:pt x="17903" y="14098"/>
                    <a:pt x="17936" y="14098"/>
                  </a:cubicBezTo>
                  <a:cubicBezTo>
                    <a:pt x="17940" y="14098"/>
                    <a:pt x="17946" y="14099"/>
                    <a:pt x="17953" y="14100"/>
                  </a:cubicBezTo>
                  <a:cubicBezTo>
                    <a:pt x="18002" y="14113"/>
                    <a:pt x="18039" y="14125"/>
                    <a:pt x="18063" y="14150"/>
                  </a:cubicBezTo>
                  <a:cubicBezTo>
                    <a:pt x="18091" y="14163"/>
                    <a:pt x="18103" y="14173"/>
                    <a:pt x="18114" y="14173"/>
                  </a:cubicBezTo>
                  <a:cubicBezTo>
                    <a:pt x="18124" y="14173"/>
                    <a:pt x="18133" y="14166"/>
                    <a:pt x="18150" y="14150"/>
                  </a:cubicBezTo>
                  <a:cubicBezTo>
                    <a:pt x="18174" y="14113"/>
                    <a:pt x="18150" y="14051"/>
                    <a:pt x="18211" y="14051"/>
                  </a:cubicBezTo>
                  <a:close/>
                  <a:moveTo>
                    <a:pt x="16141" y="13706"/>
                  </a:moveTo>
                  <a:cubicBezTo>
                    <a:pt x="16215" y="13706"/>
                    <a:pt x="16289" y="13731"/>
                    <a:pt x="16351" y="13780"/>
                  </a:cubicBezTo>
                  <a:cubicBezTo>
                    <a:pt x="16359" y="13784"/>
                    <a:pt x="16366" y="13786"/>
                    <a:pt x="16373" y="13786"/>
                  </a:cubicBezTo>
                  <a:cubicBezTo>
                    <a:pt x="16409" y="13786"/>
                    <a:pt x="16433" y="13741"/>
                    <a:pt x="16474" y="13731"/>
                  </a:cubicBezTo>
                  <a:cubicBezTo>
                    <a:pt x="16478" y="13730"/>
                    <a:pt x="16482" y="13729"/>
                    <a:pt x="16486" y="13729"/>
                  </a:cubicBezTo>
                  <a:cubicBezTo>
                    <a:pt x="16540" y="13729"/>
                    <a:pt x="16574" y="13809"/>
                    <a:pt x="16597" y="13866"/>
                  </a:cubicBezTo>
                  <a:cubicBezTo>
                    <a:pt x="16622" y="13940"/>
                    <a:pt x="16634" y="14014"/>
                    <a:pt x="16634" y="14088"/>
                  </a:cubicBezTo>
                  <a:cubicBezTo>
                    <a:pt x="16634" y="14174"/>
                    <a:pt x="16573" y="14162"/>
                    <a:pt x="16560" y="14211"/>
                  </a:cubicBezTo>
                  <a:cubicBezTo>
                    <a:pt x="16536" y="14248"/>
                    <a:pt x="16647" y="14211"/>
                    <a:pt x="16597" y="14297"/>
                  </a:cubicBezTo>
                  <a:cubicBezTo>
                    <a:pt x="16585" y="14322"/>
                    <a:pt x="16576" y="14328"/>
                    <a:pt x="16560" y="14328"/>
                  </a:cubicBezTo>
                  <a:cubicBezTo>
                    <a:pt x="16545" y="14328"/>
                    <a:pt x="16523" y="14322"/>
                    <a:pt x="16486" y="14322"/>
                  </a:cubicBezTo>
                  <a:cubicBezTo>
                    <a:pt x="16412" y="14322"/>
                    <a:pt x="16302" y="14285"/>
                    <a:pt x="16203" y="14285"/>
                  </a:cubicBezTo>
                  <a:cubicBezTo>
                    <a:pt x="16104" y="14285"/>
                    <a:pt x="16067" y="14396"/>
                    <a:pt x="16067" y="14445"/>
                  </a:cubicBezTo>
                  <a:cubicBezTo>
                    <a:pt x="16067" y="14507"/>
                    <a:pt x="16104" y="14556"/>
                    <a:pt x="16092" y="14581"/>
                  </a:cubicBezTo>
                  <a:cubicBezTo>
                    <a:pt x="16090" y="14588"/>
                    <a:pt x="16084" y="14591"/>
                    <a:pt x="16077" y="14591"/>
                  </a:cubicBezTo>
                  <a:cubicBezTo>
                    <a:pt x="16047" y="14591"/>
                    <a:pt x="15986" y="14544"/>
                    <a:pt x="15957" y="14544"/>
                  </a:cubicBezTo>
                  <a:cubicBezTo>
                    <a:pt x="15907" y="14544"/>
                    <a:pt x="15907" y="14568"/>
                    <a:pt x="15907" y="14605"/>
                  </a:cubicBezTo>
                  <a:cubicBezTo>
                    <a:pt x="15907" y="14642"/>
                    <a:pt x="15981" y="14642"/>
                    <a:pt x="16018" y="14679"/>
                  </a:cubicBezTo>
                  <a:cubicBezTo>
                    <a:pt x="16055" y="14704"/>
                    <a:pt x="16043" y="14803"/>
                    <a:pt x="16104" y="14864"/>
                  </a:cubicBezTo>
                  <a:cubicBezTo>
                    <a:pt x="16166" y="14926"/>
                    <a:pt x="16117" y="15024"/>
                    <a:pt x="16117" y="15037"/>
                  </a:cubicBezTo>
                  <a:cubicBezTo>
                    <a:pt x="16129" y="15061"/>
                    <a:pt x="16191" y="15061"/>
                    <a:pt x="16215" y="15061"/>
                  </a:cubicBezTo>
                  <a:cubicBezTo>
                    <a:pt x="16228" y="15061"/>
                    <a:pt x="16252" y="15111"/>
                    <a:pt x="16314" y="15160"/>
                  </a:cubicBezTo>
                  <a:cubicBezTo>
                    <a:pt x="16375" y="15221"/>
                    <a:pt x="16425" y="15197"/>
                    <a:pt x="16449" y="15246"/>
                  </a:cubicBezTo>
                  <a:cubicBezTo>
                    <a:pt x="16486" y="15308"/>
                    <a:pt x="16425" y="15345"/>
                    <a:pt x="16412" y="15443"/>
                  </a:cubicBezTo>
                  <a:cubicBezTo>
                    <a:pt x="16412" y="15456"/>
                    <a:pt x="16412" y="15480"/>
                    <a:pt x="16412" y="15493"/>
                  </a:cubicBezTo>
                  <a:cubicBezTo>
                    <a:pt x="16437" y="15603"/>
                    <a:pt x="16536" y="15739"/>
                    <a:pt x="16548" y="15801"/>
                  </a:cubicBezTo>
                  <a:cubicBezTo>
                    <a:pt x="16560" y="15862"/>
                    <a:pt x="16523" y="15862"/>
                    <a:pt x="16499" y="15911"/>
                  </a:cubicBezTo>
                  <a:cubicBezTo>
                    <a:pt x="16474" y="15948"/>
                    <a:pt x="16437" y="15985"/>
                    <a:pt x="16462" y="16047"/>
                  </a:cubicBezTo>
                  <a:cubicBezTo>
                    <a:pt x="16486" y="16109"/>
                    <a:pt x="16573" y="16084"/>
                    <a:pt x="16634" y="16121"/>
                  </a:cubicBezTo>
                  <a:cubicBezTo>
                    <a:pt x="16696" y="16146"/>
                    <a:pt x="16696" y="16256"/>
                    <a:pt x="16659" y="16306"/>
                  </a:cubicBezTo>
                  <a:cubicBezTo>
                    <a:pt x="16634" y="16367"/>
                    <a:pt x="16733" y="16417"/>
                    <a:pt x="16757" y="16466"/>
                  </a:cubicBezTo>
                  <a:cubicBezTo>
                    <a:pt x="16794" y="16515"/>
                    <a:pt x="16745" y="16540"/>
                    <a:pt x="16733" y="16577"/>
                  </a:cubicBezTo>
                  <a:cubicBezTo>
                    <a:pt x="16733" y="16626"/>
                    <a:pt x="16745" y="16811"/>
                    <a:pt x="16745" y="16946"/>
                  </a:cubicBezTo>
                  <a:cubicBezTo>
                    <a:pt x="16745" y="17033"/>
                    <a:pt x="16745" y="17082"/>
                    <a:pt x="16720" y="17107"/>
                  </a:cubicBezTo>
                  <a:cubicBezTo>
                    <a:pt x="16597" y="17168"/>
                    <a:pt x="16462" y="17205"/>
                    <a:pt x="16314" y="17218"/>
                  </a:cubicBezTo>
                  <a:cubicBezTo>
                    <a:pt x="16309" y="17218"/>
                    <a:pt x="16305" y="17218"/>
                    <a:pt x="16300" y="17218"/>
                  </a:cubicBezTo>
                  <a:cubicBezTo>
                    <a:pt x="16092" y="17218"/>
                    <a:pt x="15820" y="16958"/>
                    <a:pt x="15796" y="16922"/>
                  </a:cubicBezTo>
                  <a:cubicBezTo>
                    <a:pt x="15759" y="16885"/>
                    <a:pt x="15624" y="16922"/>
                    <a:pt x="15575" y="16873"/>
                  </a:cubicBezTo>
                  <a:cubicBezTo>
                    <a:pt x="15525" y="16823"/>
                    <a:pt x="15538" y="16712"/>
                    <a:pt x="15538" y="16626"/>
                  </a:cubicBezTo>
                  <a:lnTo>
                    <a:pt x="15538" y="16491"/>
                  </a:lnTo>
                  <a:cubicBezTo>
                    <a:pt x="15538" y="16404"/>
                    <a:pt x="15587" y="16441"/>
                    <a:pt x="15624" y="16380"/>
                  </a:cubicBezTo>
                  <a:cubicBezTo>
                    <a:pt x="15661" y="16293"/>
                    <a:pt x="15685" y="16195"/>
                    <a:pt x="15698" y="16096"/>
                  </a:cubicBezTo>
                  <a:cubicBezTo>
                    <a:pt x="15722" y="16035"/>
                    <a:pt x="15747" y="16084"/>
                    <a:pt x="15735" y="15998"/>
                  </a:cubicBezTo>
                  <a:cubicBezTo>
                    <a:pt x="15685" y="15838"/>
                    <a:pt x="15599" y="15677"/>
                    <a:pt x="15488" y="15542"/>
                  </a:cubicBezTo>
                  <a:cubicBezTo>
                    <a:pt x="15488" y="15530"/>
                    <a:pt x="15464" y="15517"/>
                    <a:pt x="15451" y="15493"/>
                  </a:cubicBezTo>
                  <a:cubicBezTo>
                    <a:pt x="15353" y="15369"/>
                    <a:pt x="15267" y="15221"/>
                    <a:pt x="15205" y="15061"/>
                  </a:cubicBezTo>
                  <a:cubicBezTo>
                    <a:pt x="15180" y="14975"/>
                    <a:pt x="15230" y="14803"/>
                    <a:pt x="15205" y="14778"/>
                  </a:cubicBezTo>
                  <a:cubicBezTo>
                    <a:pt x="15168" y="14753"/>
                    <a:pt x="15119" y="14679"/>
                    <a:pt x="15094" y="14655"/>
                  </a:cubicBezTo>
                  <a:cubicBezTo>
                    <a:pt x="15082" y="14630"/>
                    <a:pt x="14983" y="14593"/>
                    <a:pt x="15032" y="14556"/>
                  </a:cubicBezTo>
                  <a:cubicBezTo>
                    <a:pt x="15119" y="14445"/>
                    <a:pt x="15180" y="14322"/>
                    <a:pt x="15242" y="14199"/>
                  </a:cubicBezTo>
                  <a:cubicBezTo>
                    <a:pt x="15248" y="14174"/>
                    <a:pt x="15263" y="14168"/>
                    <a:pt x="15282" y="14168"/>
                  </a:cubicBezTo>
                  <a:cubicBezTo>
                    <a:pt x="15300" y="14168"/>
                    <a:pt x="15322" y="14174"/>
                    <a:pt x="15340" y="14174"/>
                  </a:cubicBezTo>
                  <a:cubicBezTo>
                    <a:pt x="15377" y="14174"/>
                    <a:pt x="15439" y="14113"/>
                    <a:pt x="15476" y="14063"/>
                  </a:cubicBezTo>
                  <a:cubicBezTo>
                    <a:pt x="15525" y="14002"/>
                    <a:pt x="15575" y="14026"/>
                    <a:pt x="15599" y="14002"/>
                  </a:cubicBezTo>
                  <a:cubicBezTo>
                    <a:pt x="15612" y="13989"/>
                    <a:pt x="15612" y="13965"/>
                    <a:pt x="15636" y="13940"/>
                  </a:cubicBezTo>
                  <a:cubicBezTo>
                    <a:pt x="15648" y="13915"/>
                    <a:pt x="15673" y="13878"/>
                    <a:pt x="15698" y="13854"/>
                  </a:cubicBezTo>
                  <a:cubicBezTo>
                    <a:pt x="15710" y="13848"/>
                    <a:pt x="15722" y="13848"/>
                    <a:pt x="15742" y="13848"/>
                  </a:cubicBezTo>
                  <a:cubicBezTo>
                    <a:pt x="15762" y="13848"/>
                    <a:pt x="15790" y="13848"/>
                    <a:pt x="15833" y="13841"/>
                  </a:cubicBezTo>
                  <a:cubicBezTo>
                    <a:pt x="15920" y="13817"/>
                    <a:pt x="16043" y="13706"/>
                    <a:pt x="16141" y="13706"/>
                  </a:cubicBezTo>
                  <a:close/>
                  <a:moveTo>
                    <a:pt x="11743" y="27762"/>
                  </a:moveTo>
                  <a:cubicBezTo>
                    <a:pt x="11751" y="27762"/>
                    <a:pt x="11759" y="27763"/>
                    <a:pt x="11767" y="27765"/>
                  </a:cubicBezTo>
                  <a:cubicBezTo>
                    <a:pt x="11775" y="27767"/>
                    <a:pt x="11783" y="27767"/>
                    <a:pt x="11791" y="27767"/>
                  </a:cubicBezTo>
                  <a:cubicBezTo>
                    <a:pt x="11806" y="27767"/>
                    <a:pt x="11820" y="27765"/>
                    <a:pt x="11833" y="27765"/>
                  </a:cubicBezTo>
                  <a:cubicBezTo>
                    <a:pt x="11854" y="27765"/>
                    <a:pt x="11872" y="27771"/>
                    <a:pt x="11890" y="27802"/>
                  </a:cubicBezTo>
                  <a:lnTo>
                    <a:pt x="11915" y="27851"/>
                  </a:lnTo>
                  <a:cubicBezTo>
                    <a:pt x="11940" y="27888"/>
                    <a:pt x="11952" y="27913"/>
                    <a:pt x="11977" y="27913"/>
                  </a:cubicBezTo>
                  <a:cubicBezTo>
                    <a:pt x="12014" y="27913"/>
                    <a:pt x="12075" y="27913"/>
                    <a:pt x="12026" y="27949"/>
                  </a:cubicBezTo>
                  <a:cubicBezTo>
                    <a:pt x="11964" y="27986"/>
                    <a:pt x="11964" y="28060"/>
                    <a:pt x="11952" y="28122"/>
                  </a:cubicBezTo>
                  <a:cubicBezTo>
                    <a:pt x="11952" y="28134"/>
                    <a:pt x="11952" y="28147"/>
                    <a:pt x="11952" y="28159"/>
                  </a:cubicBezTo>
                  <a:cubicBezTo>
                    <a:pt x="11927" y="28208"/>
                    <a:pt x="11903" y="28258"/>
                    <a:pt x="11866" y="28307"/>
                  </a:cubicBezTo>
                  <a:cubicBezTo>
                    <a:pt x="11829" y="28344"/>
                    <a:pt x="11767" y="28430"/>
                    <a:pt x="11706" y="28430"/>
                  </a:cubicBezTo>
                  <a:cubicBezTo>
                    <a:pt x="11689" y="28430"/>
                    <a:pt x="11667" y="28419"/>
                    <a:pt x="11658" y="28419"/>
                  </a:cubicBezTo>
                  <a:cubicBezTo>
                    <a:pt x="11654" y="28419"/>
                    <a:pt x="11652" y="28422"/>
                    <a:pt x="11656" y="28430"/>
                  </a:cubicBezTo>
                  <a:cubicBezTo>
                    <a:pt x="11718" y="28455"/>
                    <a:pt x="11780" y="28467"/>
                    <a:pt x="11841" y="28479"/>
                  </a:cubicBezTo>
                  <a:cubicBezTo>
                    <a:pt x="11878" y="28479"/>
                    <a:pt x="11854" y="28553"/>
                    <a:pt x="11792" y="28553"/>
                  </a:cubicBezTo>
                  <a:cubicBezTo>
                    <a:pt x="11737" y="28553"/>
                    <a:pt x="11673" y="28514"/>
                    <a:pt x="11607" y="28514"/>
                  </a:cubicBezTo>
                  <a:cubicBezTo>
                    <a:pt x="11599" y="28514"/>
                    <a:pt x="11591" y="28515"/>
                    <a:pt x="11582" y="28516"/>
                  </a:cubicBezTo>
                  <a:cubicBezTo>
                    <a:pt x="11523" y="28516"/>
                    <a:pt x="11511" y="28564"/>
                    <a:pt x="11484" y="28564"/>
                  </a:cubicBezTo>
                  <a:cubicBezTo>
                    <a:pt x="11477" y="28564"/>
                    <a:pt x="11469" y="28561"/>
                    <a:pt x="11459" y="28553"/>
                  </a:cubicBezTo>
                  <a:cubicBezTo>
                    <a:pt x="11410" y="28529"/>
                    <a:pt x="11348" y="28492"/>
                    <a:pt x="11373" y="28405"/>
                  </a:cubicBezTo>
                  <a:cubicBezTo>
                    <a:pt x="11385" y="28307"/>
                    <a:pt x="11447" y="28221"/>
                    <a:pt x="11435" y="28159"/>
                  </a:cubicBezTo>
                  <a:cubicBezTo>
                    <a:pt x="11422" y="28097"/>
                    <a:pt x="11398" y="28097"/>
                    <a:pt x="11422" y="28048"/>
                  </a:cubicBezTo>
                  <a:cubicBezTo>
                    <a:pt x="11435" y="28011"/>
                    <a:pt x="11447" y="27925"/>
                    <a:pt x="11484" y="27900"/>
                  </a:cubicBezTo>
                  <a:cubicBezTo>
                    <a:pt x="11521" y="27876"/>
                    <a:pt x="11595" y="27863"/>
                    <a:pt x="11644" y="27814"/>
                  </a:cubicBezTo>
                  <a:lnTo>
                    <a:pt x="11644" y="27814"/>
                  </a:lnTo>
                  <a:lnTo>
                    <a:pt x="11632" y="27826"/>
                  </a:lnTo>
                  <a:cubicBezTo>
                    <a:pt x="11673" y="27785"/>
                    <a:pt x="11705" y="27762"/>
                    <a:pt x="11743" y="27762"/>
                  </a:cubicBezTo>
                  <a:close/>
                  <a:moveTo>
                    <a:pt x="10797" y="28855"/>
                  </a:moveTo>
                  <a:cubicBezTo>
                    <a:pt x="10800" y="28855"/>
                    <a:pt x="10803" y="28857"/>
                    <a:pt x="10806" y="28861"/>
                  </a:cubicBezTo>
                  <a:cubicBezTo>
                    <a:pt x="10843" y="28923"/>
                    <a:pt x="10868" y="28997"/>
                    <a:pt x="10892" y="29083"/>
                  </a:cubicBezTo>
                  <a:cubicBezTo>
                    <a:pt x="10905" y="29132"/>
                    <a:pt x="10917" y="29194"/>
                    <a:pt x="10917" y="29256"/>
                  </a:cubicBezTo>
                  <a:cubicBezTo>
                    <a:pt x="10917" y="29354"/>
                    <a:pt x="10991" y="29539"/>
                    <a:pt x="10991" y="29588"/>
                  </a:cubicBezTo>
                  <a:cubicBezTo>
                    <a:pt x="10991" y="29638"/>
                    <a:pt x="11040" y="29674"/>
                    <a:pt x="11065" y="29711"/>
                  </a:cubicBezTo>
                  <a:cubicBezTo>
                    <a:pt x="11077" y="29736"/>
                    <a:pt x="11065" y="29859"/>
                    <a:pt x="11077" y="29909"/>
                  </a:cubicBezTo>
                  <a:cubicBezTo>
                    <a:pt x="11102" y="29958"/>
                    <a:pt x="11200" y="30118"/>
                    <a:pt x="11188" y="30155"/>
                  </a:cubicBezTo>
                  <a:cubicBezTo>
                    <a:pt x="11188" y="30158"/>
                    <a:pt x="11186" y="30160"/>
                    <a:pt x="11183" y="30160"/>
                  </a:cubicBezTo>
                  <a:cubicBezTo>
                    <a:pt x="11174" y="30160"/>
                    <a:pt x="11154" y="30148"/>
                    <a:pt x="11127" y="30130"/>
                  </a:cubicBezTo>
                  <a:cubicBezTo>
                    <a:pt x="11114" y="30130"/>
                    <a:pt x="11114" y="30130"/>
                    <a:pt x="11102" y="30118"/>
                  </a:cubicBezTo>
                  <a:cubicBezTo>
                    <a:pt x="11065" y="30081"/>
                    <a:pt x="11028" y="30032"/>
                    <a:pt x="11028" y="29970"/>
                  </a:cubicBezTo>
                  <a:cubicBezTo>
                    <a:pt x="11016" y="29909"/>
                    <a:pt x="11028" y="29921"/>
                    <a:pt x="10991" y="29884"/>
                  </a:cubicBezTo>
                  <a:cubicBezTo>
                    <a:pt x="10929" y="29835"/>
                    <a:pt x="10880" y="29785"/>
                    <a:pt x="10855" y="29711"/>
                  </a:cubicBezTo>
                  <a:cubicBezTo>
                    <a:pt x="10843" y="29638"/>
                    <a:pt x="10855" y="29477"/>
                    <a:pt x="10843" y="29428"/>
                  </a:cubicBezTo>
                  <a:cubicBezTo>
                    <a:pt x="10819" y="29366"/>
                    <a:pt x="10782" y="29379"/>
                    <a:pt x="10782" y="29293"/>
                  </a:cubicBezTo>
                  <a:cubicBezTo>
                    <a:pt x="10770" y="29212"/>
                    <a:pt x="10759" y="28855"/>
                    <a:pt x="10797" y="28855"/>
                  </a:cubicBezTo>
                  <a:close/>
                  <a:moveTo>
                    <a:pt x="11883" y="30597"/>
                  </a:moveTo>
                  <a:cubicBezTo>
                    <a:pt x="11897" y="30597"/>
                    <a:pt x="11918" y="30604"/>
                    <a:pt x="11940" y="30611"/>
                  </a:cubicBezTo>
                  <a:cubicBezTo>
                    <a:pt x="11952" y="30623"/>
                    <a:pt x="11964" y="30623"/>
                    <a:pt x="11977" y="30636"/>
                  </a:cubicBezTo>
                  <a:cubicBezTo>
                    <a:pt x="12001" y="30722"/>
                    <a:pt x="12026" y="30820"/>
                    <a:pt x="12026" y="30907"/>
                  </a:cubicBezTo>
                  <a:cubicBezTo>
                    <a:pt x="12063" y="30968"/>
                    <a:pt x="12063" y="30981"/>
                    <a:pt x="12075" y="31042"/>
                  </a:cubicBezTo>
                  <a:cubicBezTo>
                    <a:pt x="12075" y="31054"/>
                    <a:pt x="12088" y="31067"/>
                    <a:pt x="12088" y="31091"/>
                  </a:cubicBezTo>
                  <a:cubicBezTo>
                    <a:pt x="12088" y="31116"/>
                    <a:pt x="12088" y="31141"/>
                    <a:pt x="12088" y="31178"/>
                  </a:cubicBezTo>
                  <a:cubicBezTo>
                    <a:pt x="12088" y="31239"/>
                    <a:pt x="12088" y="31301"/>
                    <a:pt x="12075" y="31363"/>
                  </a:cubicBezTo>
                  <a:cubicBezTo>
                    <a:pt x="12063" y="31424"/>
                    <a:pt x="12075" y="31486"/>
                    <a:pt x="12100" y="31535"/>
                  </a:cubicBezTo>
                  <a:cubicBezTo>
                    <a:pt x="12137" y="31572"/>
                    <a:pt x="12149" y="31671"/>
                    <a:pt x="12174" y="31683"/>
                  </a:cubicBezTo>
                  <a:cubicBezTo>
                    <a:pt x="12199" y="31708"/>
                    <a:pt x="12186" y="31732"/>
                    <a:pt x="12174" y="31769"/>
                  </a:cubicBezTo>
                  <a:cubicBezTo>
                    <a:pt x="12165" y="31797"/>
                    <a:pt x="12148" y="31831"/>
                    <a:pt x="12136" y="31831"/>
                  </a:cubicBezTo>
                  <a:cubicBezTo>
                    <a:pt x="12132" y="31831"/>
                    <a:pt x="12128" y="31828"/>
                    <a:pt x="12125" y="31818"/>
                  </a:cubicBezTo>
                  <a:cubicBezTo>
                    <a:pt x="12088" y="31757"/>
                    <a:pt x="12051" y="31794"/>
                    <a:pt x="12038" y="31732"/>
                  </a:cubicBezTo>
                  <a:cubicBezTo>
                    <a:pt x="12026" y="31683"/>
                    <a:pt x="12026" y="31683"/>
                    <a:pt x="12014" y="31621"/>
                  </a:cubicBezTo>
                  <a:cubicBezTo>
                    <a:pt x="12001" y="31560"/>
                    <a:pt x="11989" y="31523"/>
                    <a:pt x="11989" y="31473"/>
                  </a:cubicBezTo>
                  <a:cubicBezTo>
                    <a:pt x="11989" y="31412"/>
                    <a:pt x="12014" y="31399"/>
                    <a:pt x="11989" y="31338"/>
                  </a:cubicBezTo>
                  <a:cubicBezTo>
                    <a:pt x="11986" y="31327"/>
                    <a:pt x="11982" y="31324"/>
                    <a:pt x="11977" y="31324"/>
                  </a:cubicBezTo>
                  <a:cubicBezTo>
                    <a:pt x="11964" y="31324"/>
                    <a:pt x="11946" y="31347"/>
                    <a:pt x="11936" y="31347"/>
                  </a:cubicBezTo>
                  <a:cubicBezTo>
                    <a:pt x="11931" y="31347"/>
                    <a:pt x="11927" y="31341"/>
                    <a:pt x="11927" y="31326"/>
                  </a:cubicBezTo>
                  <a:cubicBezTo>
                    <a:pt x="11915" y="31276"/>
                    <a:pt x="11927" y="31239"/>
                    <a:pt x="11940" y="31202"/>
                  </a:cubicBezTo>
                  <a:cubicBezTo>
                    <a:pt x="11964" y="31153"/>
                    <a:pt x="11977" y="31104"/>
                    <a:pt x="11964" y="31042"/>
                  </a:cubicBezTo>
                  <a:cubicBezTo>
                    <a:pt x="11977" y="30968"/>
                    <a:pt x="11977" y="30894"/>
                    <a:pt x="11964" y="30833"/>
                  </a:cubicBezTo>
                  <a:cubicBezTo>
                    <a:pt x="11940" y="30734"/>
                    <a:pt x="11878" y="30636"/>
                    <a:pt x="11866" y="30611"/>
                  </a:cubicBezTo>
                  <a:cubicBezTo>
                    <a:pt x="11866" y="30600"/>
                    <a:pt x="11872" y="30597"/>
                    <a:pt x="11883" y="30597"/>
                  </a:cubicBezTo>
                  <a:close/>
                  <a:moveTo>
                    <a:pt x="28447" y="0"/>
                  </a:moveTo>
                  <a:cubicBezTo>
                    <a:pt x="28439" y="0"/>
                    <a:pt x="28432" y="2"/>
                    <a:pt x="28426" y="5"/>
                  </a:cubicBezTo>
                  <a:cubicBezTo>
                    <a:pt x="28340" y="29"/>
                    <a:pt x="28253" y="66"/>
                    <a:pt x="28167" y="78"/>
                  </a:cubicBezTo>
                  <a:cubicBezTo>
                    <a:pt x="28056" y="128"/>
                    <a:pt x="27945" y="202"/>
                    <a:pt x="27847" y="300"/>
                  </a:cubicBezTo>
                  <a:cubicBezTo>
                    <a:pt x="27797" y="374"/>
                    <a:pt x="27674" y="448"/>
                    <a:pt x="27699" y="497"/>
                  </a:cubicBezTo>
                  <a:cubicBezTo>
                    <a:pt x="27711" y="534"/>
                    <a:pt x="27760" y="522"/>
                    <a:pt x="27760" y="571"/>
                  </a:cubicBezTo>
                  <a:cubicBezTo>
                    <a:pt x="27760" y="621"/>
                    <a:pt x="27723" y="682"/>
                    <a:pt x="27773" y="695"/>
                  </a:cubicBezTo>
                  <a:cubicBezTo>
                    <a:pt x="27825" y="705"/>
                    <a:pt x="27956" y="777"/>
                    <a:pt x="27936" y="777"/>
                  </a:cubicBezTo>
                  <a:cubicBezTo>
                    <a:pt x="27932" y="777"/>
                    <a:pt x="27924" y="774"/>
                    <a:pt x="27908" y="768"/>
                  </a:cubicBezTo>
                  <a:cubicBezTo>
                    <a:pt x="27736" y="744"/>
                    <a:pt x="27551" y="744"/>
                    <a:pt x="27378" y="744"/>
                  </a:cubicBezTo>
                  <a:cubicBezTo>
                    <a:pt x="27326" y="736"/>
                    <a:pt x="27283" y="724"/>
                    <a:pt x="27265" y="724"/>
                  </a:cubicBezTo>
                  <a:cubicBezTo>
                    <a:pt x="27254" y="724"/>
                    <a:pt x="27253" y="729"/>
                    <a:pt x="27268" y="744"/>
                  </a:cubicBezTo>
                  <a:cubicBezTo>
                    <a:pt x="27317" y="793"/>
                    <a:pt x="27366" y="855"/>
                    <a:pt x="27415" y="916"/>
                  </a:cubicBezTo>
                  <a:cubicBezTo>
                    <a:pt x="27422" y="936"/>
                    <a:pt x="27422" y="949"/>
                    <a:pt x="27408" y="949"/>
                  </a:cubicBezTo>
                  <a:cubicBezTo>
                    <a:pt x="27397" y="949"/>
                    <a:pt x="27376" y="939"/>
                    <a:pt x="27341" y="916"/>
                  </a:cubicBezTo>
                  <a:cubicBezTo>
                    <a:pt x="27280" y="892"/>
                    <a:pt x="27218" y="867"/>
                    <a:pt x="27144" y="867"/>
                  </a:cubicBezTo>
                  <a:cubicBezTo>
                    <a:pt x="27095" y="879"/>
                    <a:pt x="27070" y="867"/>
                    <a:pt x="27021" y="916"/>
                  </a:cubicBezTo>
                  <a:cubicBezTo>
                    <a:pt x="27009" y="941"/>
                    <a:pt x="26972" y="953"/>
                    <a:pt x="26935" y="953"/>
                  </a:cubicBezTo>
                  <a:cubicBezTo>
                    <a:pt x="26923" y="953"/>
                    <a:pt x="26923" y="990"/>
                    <a:pt x="26886" y="990"/>
                  </a:cubicBezTo>
                  <a:cubicBezTo>
                    <a:pt x="26864" y="990"/>
                    <a:pt x="26847" y="998"/>
                    <a:pt x="26837" y="998"/>
                  </a:cubicBezTo>
                  <a:cubicBezTo>
                    <a:pt x="26828" y="998"/>
                    <a:pt x="26824" y="994"/>
                    <a:pt x="26824" y="978"/>
                  </a:cubicBezTo>
                  <a:cubicBezTo>
                    <a:pt x="26824" y="959"/>
                    <a:pt x="26824" y="917"/>
                    <a:pt x="26818" y="917"/>
                  </a:cubicBezTo>
                  <a:cubicBezTo>
                    <a:pt x="26816" y="917"/>
                    <a:pt x="26814" y="920"/>
                    <a:pt x="26812" y="929"/>
                  </a:cubicBezTo>
                  <a:cubicBezTo>
                    <a:pt x="26787" y="966"/>
                    <a:pt x="26738" y="1003"/>
                    <a:pt x="26701" y="1015"/>
                  </a:cubicBezTo>
                  <a:cubicBezTo>
                    <a:pt x="26665" y="1024"/>
                    <a:pt x="26597" y="1058"/>
                    <a:pt x="26581" y="1058"/>
                  </a:cubicBezTo>
                  <a:cubicBezTo>
                    <a:pt x="26575" y="1058"/>
                    <a:pt x="26576" y="1053"/>
                    <a:pt x="26590" y="1040"/>
                  </a:cubicBezTo>
                  <a:cubicBezTo>
                    <a:pt x="26651" y="990"/>
                    <a:pt x="26725" y="953"/>
                    <a:pt x="26651" y="953"/>
                  </a:cubicBezTo>
                  <a:cubicBezTo>
                    <a:pt x="26590" y="941"/>
                    <a:pt x="26528" y="941"/>
                    <a:pt x="26442" y="941"/>
                  </a:cubicBezTo>
                  <a:cubicBezTo>
                    <a:pt x="26343" y="941"/>
                    <a:pt x="26442" y="916"/>
                    <a:pt x="26442" y="892"/>
                  </a:cubicBezTo>
                  <a:cubicBezTo>
                    <a:pt x="26442" y="882"/>
                    <a:pt x="26505" y="838"/>
                    <a:pt x="26488" y="838"/>
                  </a:cubicBezTo>
                  <a:cubicBezTo>
                    <a:pt x="26483" y="838"/>
                    <a:pt x="26469" y="843"/>
                    <a:pt x="26442" y="855"/>
                  </a:cubicBezTo>
                  <a:cubicBezTo>
                    <a:pt x="26356" y="904"/>
                    <a:pt x="26270" y="941"/>
                    <a:pt x="26171" y="966"/>
                  </a:cubicBezTo>
                  <a:cubicBezTo>
                    <a:pt x="26085" y="978"/>
                    <a:pt x="26011" y="978"/>
                    <a:pt x="26023" y="1015"/>
                  </a:cubicBezTo>
                  <a:cubicBezTo>
                    <a:pt x="26035" y="1040"/>
                    <a:pt x="26048" y="1052"/>
                    <a:pt x="26134" y="1052"/>
                  </a:cubicBezTo>
                  <a:cubicBezTo>
                    <a:pt x="26220" y="1052"/>
                    <a:pt x="26220" y="1064"/>
                    <a:pt x="26159" y="1077"/>
                  </a:cubicBezTo>
                  <a:cubicBezTo>
                    <a:pt x="26097" y="1077"/>
                    <a:pt x="25863" y="1138"/>
                    <a:pt x="25789" y="1163"/>
                  </a:cubicBezTo>
                  <a:cubicBezTo>
                    <a:pt x="25727" y="1187"/>
                    <a:pt x="25764" y="1212"/>
                    <a:pt x="25666" y="1212"/>
                  </a:cubicBezTo>
                  <a:cubicBezTo>
                    <a:pt x="25653" y="1214"/>
                    <a:pt x="25640" y="1215"/>
                    <a:pt x="25628" y="1215"/>
                  </a:cubicBezTo>
                  <a:cubicBezTo>
                    <a:pt x="25582" y="1215"/>
                    <a:pt x="25542" y="1203"/>
                    <a:pt x="25505" y="1203"/>
                  </a:cubicBezTo>
                  <a:cubicBezTo>
                    <a:pt x="25489" y="1203"/>
                    <a:pt x="25472" y="1206"/>
                    <a:pt x="25456" y="1212"/>
                  </a:cubicBezTo>
                  <a:cubicBezTo>
                    <a:pt x="25395" y="1237"/>
                    <a:pt x="25382" y="1298"/>
                    <a:pt x="25308" y="1323"/>
                  </a:cubicBezTo>
                  <a:cubicBezTo>
                    <a:pt x="25289" y="1329"/>
                    <a:pt x="25272" y="1330"/>
                    <a:pt x="25257" y="1330"/>
                  </a:cubicBezTo>
                  <a:cubicBezTo>
                    <a:pt x="25230" y="1330"/>
                    <a:pt x="25209" y="1325"/>
                    <a:pt x="25192" y="1325"/>
                  </a:cubicBezTo>
                  <a:cubicBezTo>
                    <a:pt x="25176" y="1325"/>
                    <a:pt x="25162" y="1329"/>
                    <a:pt x="25148" y="1348"/>
                  </a:cubicBezTo>
                  <a:cubicBezTo>
                    <a:pt x="25111" y="1385"/>
                    <a:pt x="25013" y="1483"/>
                    <a:pt x="24963" y="1495"/>
                  </a:cubicBezTo>
                  <a:cubicBezTo>
                    <a:pt x="24951" y="1500"/>
                    <a:pt x="24935" y="1501"/>
                    <a:pt x="24915" y="1501"/>
                  </a:cubicBezTo>
                  <a:cubicBezTo>
                    <a:pt x="24874" y="1501"/>
                    <a:pt x="24820" y="1495"/>
                    <a:pt x="24754" y="1495"/>
                  </a:cubicBezTo>
                  <a:cubicBezTo>
                    <a:pt x="24668" y="1495"/>
                    <a:pt x="24742" y="1520"/>
                    <a:pt x="24803" y="1545"/>
                  </a:cubicBezTo>
                  <a:cubicBezTo>
                    <a:pt x="24865" y="1569"/>
                    <a:pt x="24890" y="1594"/>
                    <a:pt x="24816" y="1606"/>
                  </a:cubicBezTo>
                  <a:cubicBezTo>
                    <a:pt x="24754" y="1606"/>
                    <a:pt x="24446" y="1619"/>
                    <a:pt x="24569" y="1619"/>
                  </a:cubicBezTo>
                  <a:cubicBezTo>
                    <a:pt x="24692" y="1631"/>
                    <a:pt x="24791" y="1643"/>
                    <a:pt x="24705" y="1643"/>
                  </a:cubicBezTo>
                  <a:cubicBezTo>
                    <a:pt x="24618" y="1643"/>
                    <a:pt x="24581" y="1643"/>
                    <a:pt x="24631" y="1656"/>
                  </a:cubicBezTo>
                  <a:cubicBezTo>
                    <a:pt x="24680" y="1656"/>
                    <a:pt x="24791" y="1705"/>
                    <a:pt x="24692" y="1705"/>
                  </a:cubicBezTo>
                  <a:cubicBezTo>
                    <a:pt x="24594" y="1717"/>
                    <a:pt x="24692" y="1730"/>
                    <a:pt x="24668" y="1754"/>
                  </a:cubicBezTo>
                  <a:cubicBezTo>
                    <a:pt x="24640" y="1764"/>
                    <a:pt x="24633" y="1787"/>
                    <a:pt x="24610" y="1787"/>
                  </a:cubicBezTo>
                  <a:cubicBezTo>
                    <a:pt x="24602" y="1787"/>
                    <a:pt x="24593" y="1785"/>
                    <a:pt x="24581" y="1779"/>
                  </a:cubicBezTo>
                  <a:cubicBezTo>
                    <a:pt x="24548" y="1765"/>
                    <a:pt x="24506" y="1756"/>
                    <a:pt x="24488" y="1756"/>
                  </a:cubicBezTo>
                  <a:cubicBezTo>
                    <a:pt x="24473" y="1756"/>
                    <a:pt x="24474" y="1762"/>
                    <a:pt x="24508" y="1779"/>
                  </a:cubicBezTo>
                  <a:cubicBezTo>
                    <a:pt x="24569" y="1828"/>
                    <a:pt x="24631" y="1853"/>
                    <a:pt x="24606" y="1865"/>
                  </a:cubicBezTo>
                  <a:cubicBezTo>
                    <a:pt x="24581" y="1877"/>
                    <a:pt x="24508" y="1865"/>
                    <a:pt x="24557" y="1902"/>
                  </a:cubicBezTo>
                  <a:cubicBezTo>
                    <a:pt x="24606" y="1927"/>
                    <a:pt x="24729" y="1951"/>
                    <a:pt x="24692" y="1964"/>
                  </a:cubicBezTo>
                  <a:cubicBezTo>
                    <a:pt x="24668" y="1988"/>
                    <a:pt x="24631" y="2013"/>
                    <a:pt x="24680" y="2062"/>
                  </a:cubicBezTo>
                  <a:cubicBezTo>
                    <a:pt x="24717" y="2112"/>
                    <a:pt x="24754" y="2161"/>
                    <a:pt x="24729" y="2185"/>
                  </a:cubicBezTo>
                  <a:cubicBezTo>
                    <a:pt x="24692" y="2198"/>
                    <a:pt x="24446" y="2198"/>
                    <a:pt x="24397" y="2235"/>
                  </a:cubicBezTo>
                  <a:cubicBezTo>
                    <a:pt x="24356" y="2265"/>
                    <a:pt x="24341" y="2287"/>
                    <a:pt x="24295" y="2287"/>
                  </a:cubicBezTo>
                  <a:cubicBezTo>
                    <a:pt x="24285" y="2287"/>
                    <a:pt x="24274" y="2286"/>
                    <a:pt x="24261" y="2284"/>
                  </a:cubicBezTo>
                  <a:cubicBezTo>
                    <a:pt x="24230" y="2278"/>
                    <a:pt x="24196" y="2275"/>
                    <a:pt x="24163" y="2275"/>
                  </a:cubicBezTo>
                  <a:cubicBezTo>
                    <a:pt x="24129" y="2275"/>
                    <a:pt x="24095" y="2278"/>
                    <a:pt x="24064" y="2284"/>
                  </a:cubicBezTo>
                  <a:cubicBezTo>
                    <a:pt x="23953" y="2284"/>
                    <a:pt x="23497" y="2321"/>
                    <a:pt x="23374" y="2333"/>
                  </a:cubicBezTo>
                  <a:cubicBezTo>
                    <a:pt x="23263" y="2358"/>
                    <a:pt x="23177" y="2506"/>
                    <a:pt x="23226" y="2592"/>
                  </a:cubicBezTo>
                  <a:cubicBezTo>
                    <a:pt x="23275" y="2666"/>
                    <a:pt x="23300" y="2703"/>
                    <a:pt x="23275" y="2740"/>
                  </a:cubicBezTo>
                  <a:cubicBezTo>
                    <a:pt x="23238" y="2838"/>
                    <a:pt x="23275" y="2949"/>
                    <a:pt x="23362" y="2999"/>
                  </a:cubicBezTo>
                  <a:cubicBezTo>
                    <a:pt x="23413" y="3024"/>
                    <a:pt x="23458" y="3026"/>
                    <a:pt x="23496" y="3026"/>
                  </a:cubicBezTo>
                  <a:cubicBezTo>
                    <a:pt x="23504" y="3026"/>
                    <a:pt x="23512" y="3026"/>
                    <a:pt x="23519" y="3026"/>
                  </a:cubicBezTo>
                  <a:cubicBezTo>
                    <a:pt x="23562" y="3026"/>
                    <a:pt x="23596" y="3029"/>
                    <a:pt x="23620" y="3073"/>
                  </a:cubicBezTo>
                  <a:cubicBezTo>
                    <a:pt x="23670" y="3159"/>
                    <a:pt x="23756" y="3319"/>
                    <a:pt x="23719" y="3319"/>
                  </a:cubicBezTo>
                  <a:cubicBezTo>
                    <a:pt x="23657" y="3331"/>
                    <a:pt x="23608" y="3331"/>
                    <a:pt x="23546" y="3331"/>
                  </a:cubicBezTo>
                  <a:cubicBezTo>
                    <a:pt x="23485" y="3331"/>
                    <a:pt x="23448" y="3294"/>
                    <a:pt x="23362" y="3220"/>
                  </a:cubicBezTo>
                  <a:cubicBezTo>
                    <a:pt x="23226" y="3122"/>
                    <a:pt x="23078" y="3048"/>
                    <a:pt x="22918" y="3011"/>
                  </a:cubicBezTo>
                  <a:cubicBezTo>
                    <a:pt x="22844" y="2999"/>
                    <a:pt x="22696" y="3011"/>
                    <a:pt x="22684" y="2974"/>
                  </a:cubicBezTo>
                  <a:cubicBezTo>
                    <a:pt x="22672" y="2937"/>
                    <a:pt x="22709" y="2925"/>
                    <a:pt x="22684" y="2912"/>
                  </a:cubicBezTo>
                  <a:cubicBezTo>
                    <a:pt x="22663" y="2898"/>
                    <a:pt x="22604" y="2884"/>
                    <a:pt x="22552" y="2884"/>
                  </a:cubicBezTo>
                  <a:cubicBezTo>
                    <a:pt x="22513" y="2884"/>
                    <a:pt x="22478" y="2892"/>
                    <a:pt x="22462" y="2912"/>
                  </a:cubicBezTo>
                  <a:cubicBezTo>
                    <a:pt x="22425" y="2962"/>
                    <a:pt x="22351" y="2974"/>
                    <a:pt x="22401" y="2986"/>
                  </a:cubicBezTo>
                  <a:cubicBezTo>
                    <a:pt x="22438" y="2999"/>
                    <a:pt x="22635" y="3036"/>
                    <a:pt x="22598" y="3048"/>
                  </a:cubicBezTo>
                  <a:cubicBezTo>
                    <a:pt x="22548" y="3060"/>
                    <a:pt x="22475" y="3060"/>
                    <a:pt x="22487" y="3097"/>
                  </a:cubicBezTo>
                  <a:cubicBezTo>
                    <a:pt x="22511" y="3122"/>
                    <a:pt x="22659" y="3110"/>
                    <a:pt x="22659" y="3159"/>
                  </a:cubicBezTo>
                  <a:cubicBezTo>
                    <a:pt x="22659" y="3208"/>
                    <a:pt x="22684" y="3282"/>
                    <a:pt x="22647" y="3282"/>
                  </a:cubicBezTo>
                  <a:cubicBezTo>
                    <a:pt x="22585" y="3282"/>
                    <a:pt x="22524" y="3270"/>
                    <a:pt x="22475" y="3233"/>
                  </a:cubicBezTo>
                  <a:cubicBezTo>
                    <a:pt x="22435" y="3213"/>
                    <a:pt x="22387" y="3177"/>
                    <a:pt x="22337" y="3177"/>
                  </a:cubicBezTo>
                  <a:cubicBezTo>
                    <a:pt x="22326" y="3177"/>
                    <a:pt x="22314" y="3179"/>
                    <a:pt x="22302" y="3183"/>
                  </a:cubicBezTo>
                  <a:cubicBezTo>
                    <a:pt x="22228" y="3208"/>
                    <a:pt x="22166" y="3183"/>
                    <a:pt x="22203" y="3319"/>
                  </a:cubicBezTo>
                  <a:cubicBezTo>
                    <a:pt x="22253" y="3455"/>
                    <a:pt x="22302" y="3430"/>
                    <a:pt x="22401" y="3479"/>
                  </a:cubicBezTo>
                  <a:cubicBezTo>
                    <a:pt x="22511" y="3516"/>
                    <a:pt x="22511" y="3492"/>
                    <a:pt x="22598" y="3553"/>
                  </a:cubicBezTo>
                  <a:cubicBezTo>
                    <a:pt x="22684" y="3602"/>
                    <a:pt x="22709" y="3627"/>
                    <a:pt x="22733" y="3664"/>
                  </a:cubicBezTo>
                  <a:cubicBezTo>
                    <a:pt x="22742" y="3691"/>
                    <a:pt x="22764" y="3711"/>
                    <a:pt x="22789" y="3711"/>
                  </a:cubicBezTo>
                  <a:cubicBezTo>
                    <a:pt x="22799" y="3711"/>
                    <a:pt x="22809" y="3708"/>
                    <a:pt x="22820" y="3701"/>
                  </a:cubicBezTo>
                  <a:cubicBezTo>
                    <a:pt x="22824" y="3700"/>
                    <a:pt x="22827" y="3699"/>
                    <a:pt x="22831" y="3699"/>
                  </a:cubicBezTo>
                  <a:cubicBezTo>
                    <a:pt x="22858" y="3699"/>
                    <a:pt x="22863" y="3738"/>
                    <a:pt x="22820" y="3738"/>
                  </a:cubicBezTo>
                  <a:cubicBezTo>
                    <a:pt x="22795" y="3738"/>
                    <a:pt x="22743" y="3754"/>
                    <a:pt x="22700" y="3754"/>
                  </a:cubicBezTo>
                  <a:cubicBezTo>
                    <a:pt x="22679" y="3754"/>
                    <a:pt x="22659" y="3750"/>
                    <a:pt x="22647" y="3738"/>
                  </a:cubicBezTo>
                  <a:cubicBezTo>
                    <a:pt x="22610" y="3676"/>
                    <a:pt x="22548" y="3627"/>
                    <a:pt x="22475" y="3615"/>
                  </a:cubicBezTo>
                  <a:cubicBezTo>
                    <a:pt x="22401" y="3590"/>
                    <a:pt x="22093" y="3590"/>
                    <a:pt x="22043" y="3553"/>
                  </a:cubicBezTo>
                  <a:cubicBezTo>
                    <a:pt x="21994" y="3504"/>
                    <a:pt x="21994" y="3479"/>
                    <a:pt x="22019" y="3455"/>
                  </a:cubicBezTo>
                  <a:cubicBezTo>
                    <a:pt x="22031" y="3430"/>
                    <a:pt x="22056" y="3430"/>
                    <a:pt x="22031" y="3381"/>
                  </a:cubicBezTo>
                  <a:cubicBezTo>
                    <a:pt x="22006" y="3319"/>
                    <a:pt x="21982" y="3319"/>
                    <a:pt x="21994" y="3257"/>
                  </a:cubicBezTo>
                  <a:cubicBezTo>
                    <a:pt x="22031" y="3171"/>
                    <a:pt x="22056" y="3085"/>
                    <a:pt x="22068" y="2999"/>
                  </a:cubicBezTo>
                  <a:cubicBezTo>
                    <a:pt x="22068" y="2925"/>
                    <a:pt x="22068" y="2814"/>
                    <a:pt x="22006" y="2789"/>
                  </a:cubicBezTo>
                  <a:cubicBezTo>
                    <a:pt x="21967" y="2766"/>
                    <a:pt x="21948" y="2757"/>
                    <a:pt x="21933" y="2757"/>
                  </a:cubicBezTo>
                  <a:cubicBezTo>
                    <a:pt x="21924" y="2757"/>
                    <a:pt x="21917" y="2760"/>
                    <a:pt x="21908" y="2765"/>
                  </a:cubicBezTo>
                  <a:cubicBezTo>
                    <a:pt x="21895" y="2789"/>
                    <a:pt x="21908" y="2814"/>
                    <a:pt x="21920" y="2863"/>
                  </a:cubicBezTo>
                  <a:cubicBezTo>
                    <a:pt x="21932" y="2925"/>
                    <a:pt x="21932" y="2986"/>
                    <a:pt x="21920" y="3048"/>
                  </a:cubicBezTo>
                  <a:cubicBezTo>
                    <a:pt x="21908" y="3110"/>
                    <a:pt x="21858" y="3171"/>
                    <a:pt x="21797" y="3196"/>
                  </a:cubicBezTo>
                  <a:cubicBezTo>
                    <a:pt x="21723" y="3233"/>
                    <a:pt x="21649" y="3233"/>
                    <a:pt x="21624" y="3282"/>
                  </a:cubicBezTo>
                  <a:cubicBezTo>
                    <a:pt x="21575" y="3356"/>
                    <a:pt x="21526" y="3418"/>
                    <a:pt x="21489" y="3492"/>
                  </a:cubicBezTo>
                  <a:cubicBezTo>
                    <a:pt x="21489" y="3528"/>
                    <a:pt x="21489" y="3492"/>
                    <a:pt x="21550" y="3553"/>
                  </a:cubicBezTo>
                  <a:cubicBezTo>
                    <a:pt x="21624" y="3652"/>
                    <a:pt x="21698" y="3763"/>
                    <a:pt x="21748" y="3873"/>
                  </a:cubicBezTo>
                  <a:cubicBezTo>
                    <a:pt x="21785" y="3923"/>
                    <a:pt x="21760" y="3935"/>
                    <a:pt x="21735" y="3972"/>
                  </a:cubicBezTo>
                  <a:cubicBezTo>
                    <a:pt x="21686" y="4058"/>
                    <a:pt x="21649" y="4145"/>
                    <a:pt x="21624" y="4231"/>
                  </a:cubicBezTo>
                  <a:cubicBezTo>
                    <a:pt x="21587" y="4329"/>
                    <a:pt x="21575" y="4391"/>
                    <a:pt x="21587" y="4403"/>
                  </a:cubicBezTo>
                  <a:cubicBezTo>
                    <a:pt x="21612" y="4428"/>
                    <a:pt x="21624" y="4465"/>
                    <a:pt x="21624" y="4502"/>
                  </a:cubicBezTo>
                  <a:cubicBezTo>
                    <a:pt x="21624" y="4537"/>
                    <a:pt x="21647" y="4651"/>
                    <a:pt x="21681" y="4651"/>
                  </a:cubicBezTo>
                  <a:cubicBezTo>
                    <a:pt x="21682" y="4651"/>
                    <a:pt x="21684" y="4650"/>
                    <a:pt x="21686" y="4650"/>
                  </a:cubicBezTo>
                  <a:cubicBezTo>
                    <a:pt x="21723" y="4637"/>
                    <a:pt x="21723" y="4625"/>
                    <a:pt x="21760" y="4625"/>
                  </a:cubicBezTo>
                  <a:cubicBezTo>
                    <a:pt x="21809" y="4625"/>
                    <a:pt x="21785" y="4650"/>
                    <a:pt x="21846" y="4650"/>
                  </a:cubicBezTo>
                  <a:cubicBezTo>
                    <a:pt x="21908" y="4637"/>
                    <a:pt x="21945" y="4563"/>
                    <a:pt x="22019" y="4563"/>
                  </a:cubicBezTo>
                  <a:cubicBezTo>
                    <a:pt x="22117" y="4576"/>
                    <a:pt x="22203" y="4588"/>
                    <a:pt x="22302" y="4625"/>
                  </a:cubicBezTo>
                  <a:cubicBezTo>
                    <a:pt x="22376" y="4637"/>
                    <a:pt x="22438" y="4674"/>
                    <a:pt x="22487" y="4736"/>
                  </a:cubicBezTo>
                  <a:cubicBezTo>
                    <a:pt x="22548" y="4785"/>
                    <a:pt x="22585" y="4859"/>
                    <a:pt x="22610" y="4933"/>
                  </a:cubicBezTo>
                  <a:cubicBezTo>
                    <a:pt x="22635" y="4970"/>
                    <a:pt x="22635" y="5007"/>
                    <a:pt x="22610" y="5044"/>
                  </a:cubicBezTo>
                  <a:cubicBezTo>
                    <a:pt x="22573" y="5093"/>
                    <a:pt x="22536" y="5143"/>
                    <a:pt x="22511" y="5204"/>
                  </a:cubicBezTo>
                  <a:cubicBezTo>
                    <a:pt x="22511" y="5229"/>
                    <a:pt x="22548" y="5253"/>
                    <a:pt x="22622" y="5290"/>
                  </a:cubicBezTo>
                  <a:cubicBezTo>
                    <a:pt x="22709" y="5327"/>
                    <a:pt x="22893" y="5377"/>
                    <a:pt x="22832" y="5377"/>
                  </a:cubicBezTo>
                  <a:cubicBezTo>
                    <a:pt x="22791" y="5377"/>
                    <a:pt x="22700" y="5388"/>
                    <a:pt x="22634" y="5388"/>
                  </a:cubicBezTo>
                  <a:cubicBezTo>
                    <a:pt x="22600" y="5388"/>
                    <a:pt x="22573" y="5385"/>
                    <a:pt x="22561" y="5377"/>
                  </a:cubicBezTo>
                  <a:cubicBezTo>
                    <a:pt x="22524" y="5352"/>
                    <a:pt x="22487" y="5340"/>
                    <a:pt x="22450" y="5327"/>
                  </a:cubicBezTo>
                  <a:cubicBezTo>
                    <a:pt x="22450" y="5303"/>
                    <a:pt x="22450" y="5278"/>
                    <a:pt x="22450" y="5266"/>
                  </a:cubicBezTo>
                  <a:cubicBezTo>
                    <a:pt x="22450" y="5204"/>
                    <a:pt x="22388" y="5192"/>
                    <a:pt x="22401" y="5155"/>
                  </a:cubicBezTo>
                  <a:cubicBezTo>
                    <a:pt x="22425" y="5118"/>
                    <a:pt x="22499" y="5032"/>
                    <a:pt x="22462" y="4970"/>
                  </a:cubicBezTo>
                  <a:cubicBezTo>
                    <a:pt x="22413" y="4908"/>
                    <a:pt x="22351" y="4933"/>
                    <a:pt x="22327" y="4859"/>
                  </a:cubicBezTo>
                  <a:cubicBezTo>
                    <a:pt x="22302" y="4798"/>
                    <a:pt x="22314" y="4748"/>
                    <a:pt x="22240" y="4736"/>
                  </a:cubicBezTo>
                  <a:cubicBezTo>
                    <a:pt x="22228" y="4732"/>
                    <a:pt x="22215" y="4730"/>
                    <a:pt x="22202" y="4730"/>
                  </a:cubicBezTo>
                  <a:cubicBezTo>
                    <a:pt x="22145" y="4730"/>
                    <a:pt x="22085" y="4762"/>
                    <a:pt x="22036" y="4762"/>
                  </a:cubicBezTo>
                  <a:cubicBezTo>
                    <a:pt x="22030" y="4762"/>
                    <a:pt x="22024" y="4762"/>
                    <a:pt x="22019" y="4761"/>
                  </a:cubicBezTo>
                  <a:cubicBezTo>
                    <a:pt x="21945" y="4761"/>
                    <a:pt x="21871" y="4785"/>
                    <a:pt x="21809" y="4835"/>
                  </a:cubicBezTo>
                  <a:cubicBezTo>
                    <a:pt x="21772" y="4872"/>
                    <a:pt x="21871" y="4884"/>
                    <a:pt x="21834" y="4908"/>
                  </a:cubicBezTo>
                  <a:cubicBezTo>
                    <a:pt x="21797" y="4921"/>
                    <a:pt x="21760" y="5007"/>
                    <a:pt x="21772" y="5032"/>
                  </a:cubicBezTo>
                  <a:cubicBezTo>
                    <a:pt x="21809" y="5044"/>
                    <a:pt x="21846" y="5081"/>
                    <a:pt x="21846" y="5118"/>
                  </a:cubicBezTo>
                  <a:cubicBezTo>
                    <a:pt x="21858" y="5180"/>
                    <a:pt x="21883" y="5266"/>
                    <a:pt x="21846" y="5303"/>
                  </a:cubicBezTo>
                  <a:cubicBezTo>
                    <a:pt x="21821" y="5352"/>
                    <a:pt x="21698" y="5463"/>
                    <a:pt x="21686" y="5500"/>
                  </a:cubicBezTo>
                  <a:cubicBezTo>
                    <a:pt x="21674" y="5525"/>
                    <a:pt x="21637" y="5648"/>
                    <a:pt x="21600" y="5697"/>
                  </a:cubicBezTo>
                  <a:cubicBezTo>
                    <a:pt x="21550" y="5734"/>
                    <a:pt x="21304" y="5820"/>
                    <a:pt x="21292" y="5870"/>
                  </a:cubicBezTo>
                  <a:cubicBezTo>
                    <a:pt x="21267" y="5931"/>
                    <a:pt x="21279" y="5993"/>
                    <a:pt x="21218" y="6005"/>
                  </a:cubicBezTo>
                  <a:cubicBezTo>
                    <a:pt x="21181" y="6005"/>
                    <a:pt x="21132" y="5993"/>
                    <a:pt x="21082" y="5980"/>
                  </a:cubicBezTo>
                  <a:cubicBezTo>
                    <a:pt x="21043" y="5957"/>
                    <a:pt x="20999" y="5948"/>
                    <a:pt x="20953" y="5948"/>
                  </a:cubicBezTo>
                  <a:cubicBezTo>
                    <a:pt x="20927" y="5948"/>
                    <a:pt x="20900" y="5951"/>
                    <a:pt x="20873" y="5956"/>
                  </a:cubicBezTo>
                  <a:cubicBezTo>
                    <a:pt x="20857" y="5959"/>
                    <a:pt x="20842" y="5960"/>
                    <a:pt x="20827" y="5960"/>
                  </a:cubicBezTo>
                  <a:cubicBezTo>
                    <a:pt x="20781" y="5960"/>
                    <a:pt x="20737" y="5947"/>
                    <a:pt x="20700" y="5919"/>
                  </a:cubicBezTo>
                  <a:cubicBezTo>
                    <a:pt x="20676" y="5900"/>
                    <a:pt x="20642" y="5900"/>
                    <a:pt x="20611" y="5900"/>
                  </a:cubicBezTo>
                  <a:cubicBezTo>
                    <a:pt x="20580" y="5900"/>
                    <a:pt x="20552" y="5900"/>
                    <a:pt x="20540" y="5882"/>
                  </a:cubicBezTo>
                  <a:cubicBezTo>
                    <a:pt x="20515" y="5845"/>
                    <a:pt x="20528" y="5796"/>
                    <a:pt x="20503" y="5771"/>
                  </a:cubicBezTo>
                  <a:cubicBezTo>
                    <a:pt x="20491" y="5752"/>
                    <a:pt x="20506" y="5746"/>
                    <a:pt x="20528" y="5746"/>
                  </a:cubicBezTo>
                  <a:cubicBezTo>
                    <a:pt x="20549" y="5746"/>
                    <a:pt x="20577" y="5752"/>
                    <a:pt x="20589" y="5759"/>
                  </a:cubicBezTo>
                  <a:cubicBezTo>
                    <a:pt x="20614" y="5771"/>
                    <a:pt x="20589" y="5783"/>
                    <a:pt x="20614" y="5833"/>
                  </a:cubicBezTo>
                  <a:cubicBezTo>
                    <a:pt x="20626" y="5870"/>
                    <a:pt x="20663" y="5882"/>
                    <a:pt x="20700" y="5882"/>
                  </a:cubicBezTo>
                  <a:cubicBezTo>
                    <a:pt x="20725" y="5882"/>
                    <a:pt x="20725" y="5820"/>
                    <a:pt x="20750" y="5796"/>
                  </a:cubicBezTo>
                  <a:cubicBezTo>
                    <a:pt x="20765" y="5791"/>
                    <a:pt x="20776" y="5788"/>
                    <a:pt x="20785" y="5788"/>
                  </a:cubicBezTo>
                  <a:cubicBezTo>
                    <a:pt x="20797" y="5788"/>
                    <a:pt x="20804" y="5793"/>
                    <a:pt x="20811" y="5808"/>
                  </a:cubicBezTo>
                  <a:cubicBezTo>
                    <a:pt x="20823" y="5833"/>
                    <a:pt x="20823" y="5870"/>
                    <a:pt x="20860" y="5870"/>
                  </a:cubicBezTo>
                  <a:cubicBezTo>
                    <a:pt x="20897" y="5870"/>
                    <a:pt x="21070" y="5845"/>
                    <a:pt x="21082" y="5808"/>
                  </a:cubicBezTo>
                  <a:cubicBezTo>
                    <a:pt x="21095" y="5771"/>
                    <a:pt x="21045" y="5746"/>
                    <a:pt x="21045" y="5746"/>
                  </a:cubicBezTo>
                  <a:cubicBezTo>
                    <a:pt x="21045" y="5746"/>
                    <a:pt x="21033" y="5709"/>
                    <a:pt x="21082" y="5697"/>
                  </a:cubicBezTo>
                  <a:cubicBezTo>
                    <a:pt x="21119" y="5672"/>
                    <a:pt x="21119" y="5672"/>
                    <a:pt x="21168" y="5623"/>
                  </a:cubicBezTo>
                  <a:cubicBezTo>
                    <a:pt x="21218" y="5574"/>
                    <a:pt x="21292" y="5549"/>
                    <a:pt x="21304" y="5488"/>
                  </a:cubicBezTo>
                  <a:cubicBezTo>
                    <a:pt x="21316" y="5426"/>
                    <a:pt x="21304" y="5414"/>
                    <a:pt x="21378" y="5401"/>
                  </a:cubicBezTo>
                  <a:cubicBezTo>
                    <a:pt x="21452" y="5389"/>
                    <a:pt x="21501" y="5315"/>
                    <a:pt x="21489" y="5241"/>
                  </a:cubicBezTo>
                  <a:cubicBezTo>
                    <a:pt x="21476" y="5155"/>
                    <a:pt x="21440" y="5093"/>
                    <a:pt x="21489" y="5044"/>
                  </a:cubicBezTo>
                  <a:cubicBezTo>
                    <a:pt x="21538" y="5007"/>
                    <a:pt x="21600" y="4995"/>
                    <a:pt x="21575" y="4945"/>
                  </a:cubicBezTo>
                  <a:cubicBezTo>
                    <a:pt x="21538" y="4908"/>
                    <a:pt x="21366" y="4884"/>
                    <a:pt x="21341" y="4699"/>
                  </a:cubicBezTo>
                  <a:cubicBezTo>
                    <a:pt x="21329" y="4551"/>
                    <a:pt x="21329" y="4416"/>
                    <a:pt x="21341" y="4280"/>
                  </a:cubicBezTo>
                  <a:cubicBezTo>
                    <a:pt x="21341" y="4120"/>
                    <a:pt x="21304" y="4046"/>
                    <a:pt x="21341" y="4021"/>
                  </a:cubicBezTo>
                  <a:cubicBezTo>
                    <a:pt x="21378" y="3984"/>
                    <a:pt x="21464" y="3861"/>
                    <a:pt x="21403" y="3763"/>
                  </a:cubicBezTo>
                  <a:cubicBezTo>
                    <a:pt x="21329" y="3652"/>
                    <a:pt x="21156" y="3528"/>
                    <a:pt x="21168" y="3467"/>
                  </a:cubicBezTo>
                  <a:cubicBezTo>
                    <a:pt x="21181" y="3418"/>
                    <a:pt x="21267" y="3405"/>
                    <a:pt x="21304" y="3294"/>
                  </a:cubicBezTo>
                  <a:cubicBezTo>
                    <a:pt x="21341" y="3220"/>
                    <a:pt x="21366" y="3134"/>
                    <a:pt x="21390" y="3060"/>
                  </a:cubicBezTo>
                  <a:cubicBezTo>
                    <a:pt x="21403" y="2974"/>
                    <a:pt x="21464" y="2851"/>
                    <a:pt x="21341" y="2814"/>
                  </a:cubicBezTo>
                  <a:cubicBezTo>
                    <a:pt x="21230" y="2777"/>
                    <a:pt x="21181" y="2715"/>
                    <a:pt x="21058" y="2715"/>
                  </a:cubicBezTo>
                  <a:cubicBezTo>
                    <a:pt x="20922" y="2715"/>
                    <a:pt x="20774" y="2715"/>
                    <a:pt x="20626" y="2691"/>
                  </a:cubicBezTo>
                  <a:cubicBezTo>
                    <a:pt x="20624" y="2690"/>
                    <a:pt x="20621" y="2690"/>
                    <a:pt x="20619" y="2690"/>
                  </a:cubicBezTo>
                  <a:cubicBezTo>
                    <a:pt x="20562" y="2690"/>
                    <a:pt x="20525" y="2820"/>
                    <a:pt x="20466" y="2962"/>
                  </a:cubicBezTo>
                  <a:cubicBezTo>
                    <a:pt x="20417" y="3110"/>
                    <a:pt x="20368" y="3294"/>
                    <a:pt x="20269" y="3381"/>
                  </a:cubicBezTo>
                  <a:cubicBezTo>
                    <a:pt x="20170" y="3455"/>
                    <a:pt x="19998" y="3578"/>
                    <a:pt x="19961" y="3615"/>
                  </a:cubicBezTo>
                  <a:cubicBezTo>
                    <a:pt x="19924" y="3639"/>
                    <a:pt x="19936" y="3664"/>
                    <a:pt x="19936" y="3701"/>
                  </a:cubicBezTo>
                  <a:cubicBezTo>
                    <a:pt x="19924" y="3738"/>
                    <a:pt x="19924" y="3775"/>
                    <a:pt x="19936" y="3775"/>
                  </a:cubicBezTo>
                  <a:cubicBezTo>
                    <a:pt x="19949" y="3775"/>
                    <a:pt x="19986" y="3769"/>
                    <a:pt x="20019" y="3769"/>
                  </a:cubicBezTo>
                  <a:cubicBezTo>
                    <a:pt x="20053" y="3769"/>
                    <a:pt x="20084" y="3775"/>
                    <a:pt x="20084" y="3800"/>
                  </a:cubicBezTo>
                  <a:cubicBezTo>
                    <a:pt x="20072" y="3849"/>
                    <a:pt x="20072" y="3898"/>
                    <a:pt x="20072" y="3947"/>
                  </a:cubicBezTo>
                  <a:cubicBezTo>
                    <a:pt x="20060" y="3997"/>
                    <a:pt x="20047" y="4046"/>
                    <a:pt x="20035" y="4108"/>
                  </a:cubicBezTo>
                  <a:cubicBezTo>
                    <a:pt x="20035" y="4120"/>
                    <a:pt x="20072" y="4157"/>
                    <a:pt x="20047" y="4194"/>
                  </a:cubicBezTo>
                  <a:cubicBezTo>
                    <a:pt x="20010" y="4243"/>
                    <a:pt x="19949" y="4231"/>
                    <a:pt x="19936" y="4280"/>
                  </a:cubicBezTo>
                  <a:cubicBezTo>
                    <a:pt x="19924" y="4342"/>
                    <a:pt x="19949" y="4379"/>
                    <a:pt x="19986" y="4379"/>
                  </a:cubicBezTo>
                  <a:cubicBezTo>
                    <a:pt x="20010" y="4372"/>
                    <a:pt x="20035" y="4369"/>
                    <a:pt x="20058" y="4369"/>
                  </a:cubicBezTo>
                  <a:cubicBezTo>
                    <a:pt x="20081" y="4369"/>
                    <a:pt x="20103" y="4372"/>
                    <a:pt x="20121" y="4379"/>
                  </a:cubicBezTo>
                  <a:cubicBezTo>
                    <a:pt x="20183" y="4403"/>
                    <a:pt x="20281" y="4391"/>
                    <a:pt x="20281" y="4453"/>
                  </a:cubicBezTo>
                  <a:cubicBezTo>
                    <a:pt x="20269" y="4539"/>
                    <a:pt x="20294" y="4625"/>
                    <a:pt x="20343" y="4699"/>
                  </a:cubicBezTo>
                  <a:cubicBezTo>
                    <a:pt x="20380" y="4727"/>
                    <a:pt x="20431" y="4741"/>
                    <a:pt x="20480" y="4741"/>
                  </a:cubicBezTo>
                  <a:cubicBezTo>
                    <a:pt x="20496" y="4741"/>
                    <a:pt x="20512" y="4739"/>
                    <a:pt x="20528" y="4736"/>
                  </a:cubicBezTo>
                  <a:cubicBezTo>
                    <a:pt x="20565" y="4736"/>
                    <a:pt x="20515" y="4798"/>
                    <a:pt x="20491" y="4835"/>
                  </a:cubicBezTo>
                  <a:cubicBezTo>
                    <a:pt x="20470" y="4877"/>
                    <a:pt x="20412" y="5101"/>
                    <a:pt x="20342" y="5101"/>
                  </a:cubicBezTo>
                  <a:cubicBezTo>
                    <a:pt x="20330" y="5101"/>
                    <a:pt x="20318" y="5095"/>
                    <a:pt x="20306" y="5081"/>
                  </a:cubicBezTo>
                  <a:cubicBezTo>
                    <a:pt x="20220" y="4982"/>
                    <a:pt x="20121" y="4896"/>
                    <a:pt x="20023" y="4810"/>
                  </a:cubicBezTo>
                  <a:cubicBezTo>
                    <a:pt x="19998" y="4785"/>
                    <a:pt x="19961" y="4761"/>
                    <a:pt x="19924" y="4748"/>
                  </a:cubicBezTo>
                  <a:cubicBezTo>
                    <a:pt x="19887" y="4736"/>
                    <a:pt x="19665" y="4650"/>
                    <a:pt x="19579" y="4613"/>
                  </a:cubicBezTo>
                  <a:cubicBezTo>
                    <a:pt x="19493" y="4576"/>
                    <a:pt x="19419" y="4527"/>
                    <a:pt x="19345" y="4465"/>
                  </a:cubicBezTo>
                  <a:cubicBezTo>
                    <a:pt x="19135" y="4403"/>
                    <a:pt x="18914" y="4366"/>
                    <a:pt x="18692" y="4342"/>
                  </a:cubicBezTo>
                  <a:cubicBezTo>
                    <a:pt x="18653" y="4334"/>
                    <a:pt x="18601" y="4317"/>
                    <a:pt x="18558" y="4317"/>
                  </a:cubicBezTo>
                  <a:cubicBezTo>
                    <a:pt x="18531" y="4317"/>
                    <a:pt x="18509" y="4323"/>
                    <a:pt x="18495" y="4342"/>
                  </a:cubicBezTo>
                  <a:cubicBezTo>
                    <a:pt x="18458" y="4379"/>
                    <a:pt x="18433" y="4379"/>
                    <a:pt x="18421" y="4416"/>
                  </a:cubicBezTo>
                  <a:cubicBezTo>
                    <a:pt x="18408" y="4453"/>
                    <a:pt x="18458" y="4551"/>
                    <a:pt x="18495" y="4600"/>
                  </a:cubicBezTo>
                  <a:cubicBezTo>
                    <a:pt x="18519" y="4650"/>
                    <a:pt x="18569" y="4687"/>
                    <a:pt x="18519" y="4736"/>
                  </a:cubicBezTo>
                  <a:cubicBezTo>
                    <a:pt x="18470" y="4785"/>
                    <a:pt x="18458" y="4859"/>
                    <a:pt x="18396" y="4859"/>
                  </a:cubicBezTo>
                  <a:cubicBezTo>
                    <a:pt x="18359" y="4859"/>
                    <a:pt x="18328" y="4853"/>
                    <a:pt x="18307" y="4853"/>
                  </a:cubicBezTo>
                  <a:cubicBezTo>
                    <a:pt x="18285" y="4853"/>
                    <a:pt x="18273" y="4859"/>
                    <a:pt x="18273" y="4884"/>
                  </a:cubicBezTo>
                  <a:cubicBezTo>
                    <a:pt x="18261" y="4921"/>
                    <a:pt x="18335" y="4982"/>
                    <a:pt x="18298" y="4995"/>
                  </a:cubicBezTo>
                  <a:cubicBezTo>
                    <a:pt x="18282" y="4998"/>
                    <a:pt x="18266" y="4999"/>
                    <a:pt x="18249" y="4999"/>
                  </a:cubicBezTo>
                  <a:cubicBezTo>
                    <a:pt x="18200" y="4999"/>
                    <a:pt x="18147" y="4985"/>
                    <a:pt x="18100" y="4958"/>
                  </a:cubicBezTo>
                  <a:cubicBezTo>
                    <a:pt x="18076" y="4921"/>
                    <a:pt x="18076" y="4872"/>
                    <a:pt x="18113" y="4859"/>
                  </a:cubicBezTo>
                  <a:cubicBezTo>
                    <a:pt x="18137" y="4835"/>
                    <a:pt x="18174" y="4810"/>
                    <a:pt x="18150" y="4773"/>
                  </a:cubicBezTo>
                  <a:cubicBezTo>
                    <a:pt x="18129" y="4742"/>
                    <a:pt x="18073" y="4693"/>
                    <a:pt x="18020" y="4693"/>
                  </a:cubicBezTo>
                  <a:cubicBezTo>
                    <a:pt x="18009" y="4693"/>
                    <a:pt x="17999" y="4695"/>
                    <a:pt x="17990" y="4699"/>
                  </a:cubicBezTo>
                  <a:cubicBezTo>
                    <a:pt x="17928" y="4736"/>
                    <a:pt x="17768" y="4835"/>
                    <a:pt x="17718" y="4872"/>
                  </a:cubicBezTo>
                  <a:cubicBezTo>
                    <a:pt x="17699" y="4886"/>
                    <a:pt x="17676" y="4891"/>
                    <a:pt x="17650" y="4891"/>
                  </a:cubicBezTo>
                  <a:cubicBezTo>
                    <a:pt x="17609" y="4891"/>
                    <a:pt x="17561" y="4879"/>
                    <a:pt x="17509" y="4872"/>
                  </a:cubicBezTo>
                  <a:cubicBezTo>
                    <a:pt x="17386" y="4872"/>
                    <a:pt x="17263" y="4908"/>
                    <a:pt x="17164" y="4982"/>
                  </a:cubicBezTo>
                  <a:cubicBezTo>
                    <a:pt x="17127" y="5007"/>
                    <a:pt x="17102" y="5069"/>
                    <a:pt x="17041" y="5069"/>
                  </a:cubicBezTo>
                  <a:cubicBezTo>
                    <a:pt x="16992" y="5069"/>
                    <a:pt x="16696" y="5069"/>
                    <a:pt x="16708" y="5032"/>
                  </a:cubicBezTo>
                  <a:cubicBezTo>
                    <a:pt x="16720" y="4995"/>
                    <a:pt x="16794" y="5007"/>
                    <a:pt x="16807" y="4995"/>
                  </a:cubicBezTo>
                  <a:cubicBezTo>
                    <a:pt x="16819" y="4982"/>
                    <a:pt x="16794" y="4896"/>
                    <a:pt x="16819" y="4835"/>
                  </a:cubicBezTo>
                  <a:cubicBezTo>
                    <a:pt x="16831" y="4785"/>
                    <a:pt x="16942" y="4736"/>
                    <a:pt x="16905" y="4724"/>
                  </a:cubicBezTo>
                  <a:cubicBezTo>
                    <a:pt x="16890" y="4721"/>
                    <a:pt x="16875" y="4720"/>
                    <a:pt x="16861" y="4720"/>
                  </a:cubicBezTo>
                  <a:cubicBezTo>
                    <a:pt x="16793" y="4720"/>
                    <a:pt x="16732" y="4743"/>
                    <a:pt x="16671" y="4773"/>
                  </a:cubicBezTo>
                  <a:cubicBezTo>
                    <a:pt x="16573" y="4810"/>
                    <a:pt x="16499" y="4810"/>
                    <a:pt x="16511" y="4896"/>
                  </a:cubicBezTo>
                  <a:cubicBezTo>
                    <a:pt x="16523" y="4982"/>
                    <a:pt x="16536" y="4982"/>
                    <a:pt x="16499" y="4982"/>
                  </a:cubicBezTo>
                  <a:cubicBezTo>
                    <a:pt x="16462" y="4982"/>
                    <a:pt x="16474" y="4970"/>
                    <a:pt x="16412" y="4945"/>
                  </a:cubicBezTo>
                  <a:cubicBezTo>
                    <a:pt x="16392" y="4943"/>
                    <a:pt x="16371" y="4942"/>
                    <a:pt x="16350" y="4942"/>
                  </a:cubicBezTo>
                  <a:cubicBezTo>
                    <a:pt x="16245" y="4942"/>
                    <a:pt x="16135" y="4968"/>
                    <a:pt x="16043" y="5019"/>
                  </a:cubicBezTo>
                  <a:cubicBezTo>
                    <a:pt x="15944" y="5081"/>
                    <a:pt x="15710" y="5241"/>
                    <a:pt x="15673" y="5241"/>
                  </a:cubicBezTo>
                  <a:cubicBezTo>
                    <a:pt x="15636" y="5253"/>
                    <a:pt x="15451" y="5278"/>
                    <a:pt x="15427" y="5352"/>
                  </a:cubicBezTo>
                  <a:cubicBezTo>
                    <a:pt x="15390" y="5414"/>
                    <a:pt x="15377" y="5672"/>
                    <a:pt x="15291" y="5685"/>
                  </a:cubicBezTo>
                  <a:cubicBezTo>
                    <a:pt x="15232" y="5693"/>
                    <a:pt x="15104" y="5713"/>
                    <a:pt x="15021" y="5713"/>
                  </a:cubicBezTo>
                  <a:cubicBezTo>
                    <a:pt x="14983" y="5713"/>
                    <a:pt x="14954" y="5709"/>
                    <a:pt x="14946" y="5697"/>
                  </a:cubicBezTo>
                  <a:cubicBezTo>
                    <a:pt x="14909" y="5623"/>
                    <a:pt x="14860" y="5562"/>
                    <a:pt x="14786" y="5525"/>
                  </a:cubicBezTo>
                  <a:cubicBezTo>
                    <a:pt x="14712" y="5475"/>
                    <a:pt x="14626" y="5475"/>
                    <a:pt x="14650" y="5426"/>
                  </a:cubicBezTo>
                  <a:cubicBezTo>
                    <a:pt x="14687" y="5377"/>
                    <a:pt x="14712" y="5315"/>
                    <a:pt x="14774" y="5278"/>
                  </a:cubicBezTo>
                  <a:cubicBezTo>
                    <a:pt x="14848" y="5241"/>
                    <a:pt x="15082" y="5266"/>
                    <a:pt x="15082" y="5217"/>
                  </a:cubicBezTo>
                  <a:cubicBezTo>
                    <a:pt x="15045" y="5118"/>
                    <a:pt x="14983" y="5032"/>
                    <a:pt x="14922" y="4945"/>
                  </a:cubicBezTo>
                  <a:cubicBezTo>
                    <a:pt x="14870" y="4894"/>
                    <a:pt x="14802" y="4868"/>
                    <a:pt x="14730" y="4868"/>
                  </a:cubicBezTo>
                  <a:cubicBezTo>
                    <a:pt x="14716" y="4868"/>
                    <a:pt x="14702" y="4869"/>
                    <a:pt x="14687" y="4872"/>
                  </a:cubicBezTo>
                  <a:cubicBezTo>
                    <a:pt x="14589" y="4872"/>
                    <a:pt x="14490" y="4872"/>
                    <a:pt x="14404" y="4859"/>
                  </a:cubicBezTo>
                  <a:cubicBezTo>
                    <a:pt x="14371" y="4851"/>
                    <a:pt x="14309" y="4825"/>
                    <a:pt x="14288" y="4825"/>
                  </a:cubicBezTo>
                  <a:cubicBezTo>
                    <a:pt x="14278" y="4825"/>
                    <a:pt x="14277" y="4831"/>
                    <a:pt x="14293" y="4847"/>
                  </a:cubicBezTo>
                  <a:cubicBezTo>
                    <a:pt x="14330" y="4896"/>
                    <a:pt x="14478" y="4921"/>
                    <a:pt x="14478" y="4982"/>
                  </a:cubicBezTo>
                  <a:cubicBezTo>
                    <a:pt x="14490" y="5069"/>
                    <a:pt x="14478" y="5167"/>
                    <a:pt x="14441" y="5266"/>
                  </a:cubicBezTo>
                  <a:cubicBezTo>
                    <a:pt x="14404" y="5327"/>
                    <a:pt x="14342" y="5463"/>
                    <a:pt x="14379" y="5488"/>
                  </a:cubicBezTo>
                  <a:cubicBezTo>
                    <a:pt x="14429" y="5500"/>
                    <a:pt x="14589" y="5623"/>
                    <a:pt x="14540" y="5734"/>
                  </a:cubicBezTo>
                  <a:cubicBezTo>
                    <a:pt x="14490" y="5820"/>
                    <a:pt x="14466" y="5907"/>
                    <a:pt x="14453" y="6005"/>
                  </a:cubicBezTo>
                  <a:cubicBezTo>
                    <a:pt x="14453" y="6055"/>
                    <a:pt x="14486" y="6145"/>
                    <a:pt x="14472" y="6145"/>
                  </a:cubicBezTo>
                  <a:cubicBezTo>
                    <a:pt x="14469" y="6145"/>
                    <a:pt x="14463" y="6140"/>
                    <a:pt x="14453" y="6128"/>
                  </a:cubicBezTo>
                  <a:cubicBezTo>
                    <a:pt x="14423" y="6087"/>
                    <a:pt x="14400" y="6021"/>
                    <a:pt x="14372" y="6021"/>
                  </a:cubicBezTo>
                  <a:cubicBezTo>
                    <a:pt x="14367" y="6021"/>
                    <a:pt x="14361" y="6023"/>
                    <a:pt x="14355" y="6030"/>
                  </a:cubicBezTo>
                  <a:cubicBezTo>
                    <a:pt x="14329" y="6047"/>
                    <a:pt x="14285" y="6070"/>
                    <a:pt x="14274" y="6070"/>
                  </a:cubicBezTo>
                  <a:cubicBezTo>
                    <a:pt x="14269" y="6070"/>
                    <a:pt x="14270" y="6066"/>
                    <a:pt x="14281" y="6054"/>
                  </a:cubicBezTo>
                  <a:cubicBezTo>
                    <a:pt x="14318" y="6005"/>
                    <a:pt x="14367" y="5980"/>
                    <a:pt x="14318" y="5943"/>
                  </a:cubicBezTo>
                  <a:cubicBezTo>
                    <a:pt x="14232" y="5907"/>
                    <a:pt x="14145" y="5894"/>
                    <a:pt x="14047" y="5870"/>
                  </a:cubicBezTo>
                  <a:cubicBezTo>
                    <a:pt x="14044" y="5869"/>
                    <a:pt x="14042" y="5868"/>
                    <a:pt x="14039" y="5868"/>
                  </a:cubicBezTo>
                  <a:cubicBezTo>
                    <a:pt x="13997" y="5868"/>
                    <a:pt x="13907" y="5947"/>
                    <a:pt x="13850" y="6005"/>
                  </a:cubicBezTo>
                  <a:cubicBezTo>
                    <a:pt x="13776" y="6042"/>
                    <a:pt x="13702" y="6091"/>
                    <a:pt x="13615" y="6128"/>
                  </a:cubicBezTo>
                  <a:cubicBezTo>
                    <a:pt x="13591" y="6153"/>
                    <a:pt x="13468" y="6288"/>
                    <a:pt x="13406" y="6338"/>
                  </a:cubicBezTo>
                  <a:cubicBezTo>
                    <a:pt x="13357" y="6387"/>
                    <a:pt x="13529" y="6498"/>
                    <a:pt x="13566" y="6572"/>
                  </a:cubicBezTo>
                  <a:cubicBezTo>
                    <a:pt x="13587" y="6646"/>
                    <a:pt x="13627" y="6766"/>
                    <a:pt x="13566" y="6766"/>
                  </a:cubicBezTo>
                  <a:cubicBezTo>
                    <a:pt x="13557" y="6766"/>
                    <a:pt x="13544" y="6763"/>
                    <a:pt x="13529" y="6757"/>
                  </a:cubicBezTo>
                  <a:cubicBezTo>
                    <a:pt x="13437" y="6716"/>
                    <a:pt x="13243" y="6649"/>
                    <a:pt x="13151" y="6649"/>
                  </a:cubicBezTo>
                  <a:cubicBezTo>
                    <a:pt x="13133" y="6649"/>
                    <a:pt x="13119" y="6652"/>
                    <a:pt x="13110" y="6658"/>
                  </a:cubicBezTo>
                  <a:cubicBezTo>
                    <a:pt x="13086" y="6670"/>
                    <a:pt x="13049" y="6677"/>
                    <a:pt x="13021" y="6677"/>
                  </a:cubicBezTo>
                  <a:cubicBezTo>
                    <a:pt x="12993" y="6677"/>
                    <a:pt x="12975" y="6670"/>
                    <a:pt x="12987" y="6658"/>
                  </a:cubicBezTo>
                  <a:cubicBezTo>
                    <a:pt x="13012" y="6633"/>
                    <a:pt x="13012" y="6621"/>
                    <a:pt x="12925" y="6560"/>
                  </a:cubicBezTo>
                  <a:cubicBezTo>
                    <a:pt x="12855" y="6509"/>
                    <a:pt x="12801" y="6467"/>
                    <a:pt x="12770" y="6467"/>
                  </a:cubicBezTo>
                  <a:cubicBezTo>
                    <a:pt x="12763" y="6467"/>
                    <a:pt x="12757" y="6469"/>
                    <a:pt x="12753" y="6473"/>
                  </a:cubicBezTo>
                  <a:cubicBezTo>
                    <a:pt x="12716" y="6498"/>
                    <a:pt x="12654" y="6572"/>
                    <a:pt x="12667" y="6609"/>
                  </a:cubicBezTo>
                  <a:cubicBezTo>
                    <a:pt x="12716" y="6683"/>
                    <a:pt x="12765" y="6744"/>
                    <a:pt x="12827" y="6794"/>
                  </a:cubicBezTo>
                  <a:cubicBezTo>
                    <a:pt x="12852" y="6818"/>
                    <a:pt x="13012" y="6818"/>
                    <a:pt x="13012" y="6855"/>
                  </a:cubicBezTo>
                  <a:cubicBezTo>
                    <a:pt x="13012" y="6929"/>
                    <a:pt x="12975" y="6991"/>
                    <a:pt x="12925" y="7028"/>
                  </a:cubicBezTo>
                  <a:cubicBezTo>
                    <a:pt x="12903" y="7039"/>
                    <a:pt x="12879" y="7045"/>
                    <a:pt x="12854" y="7045"/>
                  </a:cubicBezTo>
                  <a:cubicBezTo>
                    <a:pt x="12823" y="7045"/>
                    <a:pt x="12792" y="7036"/>
                    <a:pt x="12765" y="7015"/>
                  </a:cubicBezTo>
                  <a:cubicBezTo>
                    <a:pt x="12716" y="6978"/>
                    <a:pt x="12642" y="7003"/>
                    <a:pt x="12605" y="6978"/>
                  </a:cubicBezTo>
                  <a:cubicBezTo>
                    <a:pt x="12556" y="6941"/>
                    <a:pt x="12494" y="6855"/>
                    <a:pt x="12445" y="6818"/>
                  </a:cubicBezTo>
                  <a:cubicBezTo>
                    <a:pt x="12383" y="6781"/>
                    <a:pt x="12260" y="6769"/>
                    <a:pt x="12260" y="6707"/>
                  </a:cubicBezTo>
                  <a:cubicBezTo>
                    <a:pt x="12260" y="6621"/>
                    <a:pt x="12235" y="6535"/>
                    <a:pt x="12186" y="6461"/>
                  </a:cubicBezTo>
                  <a:cubicBezTo>
                    <a:pt x="12149" y="6412"/>
                    <a:pt x="12100" y="6399"/>
                    <a:pt x="12137" y="6362"/>
                  </a:cubicBezTo>
                  <a:cubicBezTo>
                    <a:pt x="12174" y="6313"/>
                    <a:pt x="12272" y="6215"/>
                    <a:pt x="12260" y="6178"/>
                  </a:cubicBezTo>
                  <a:cubicBezTo>
                    <a:pt x="12223" y="6116"/>
                    <a:pt x="12186" y="6067"/>
                    <a:pt x="12149" y="6017"/>
                  </a:cubicBezTo>
                  <a:cubicBezTo>
                    <a:pt x="12075" y="5968"/>
                    <a:pt x="12014" y="5931"/>
                    <a:pt x="11927" y="5907"/>
                  </a:cubicBezTo>
                  <a:cubicBezTo>
                    <a:pt x="11878" y="5882"/>
                    <a:pt x="11952" y="5894"/>
                    <a:pt x="11903" y="5833"/>
                  </a:cubicBezTo>
                  <a:cubicBezTo>
                    <a:pt x="11884" y="5805"/>
                    <a:pt x="11852" y="5791"/>
                    <a:pt x="11816" y="5791"/>
                  </a:cubicBezTo>
                  <a:cubicBezTo>
                    <a:pt x="11804" y="5791"/>
                    <a:pt x="11792" y="5793"/>
                    <a:pt x="11780" y="5796"/>
                  </a:cubicBezTo>
                  <a:cubicBezTo>
                    <a:pt x="11780" y="5796"/>
                    <a:pt x="11829" y="5783"/>
                    <a:pt x="11780" y="5734"/>
                  </a:cubicBezTo>
                  <a:cubicBezTo>
                    <a:pt x="11743" y="5672"/>
                    <a:pt x="11693" y="5623"/>
                    <a:pt x="11632" y="5586"/>
                  </a:cubicBezTo>
                  <a:cubicBezTo>
                    <a:pt x="11582" y="5549"/>
                    <a:pt x="11521" y="5525"/>
                    <a:pt x="11595" y="5525"/>
                  </a:cubicBezTo>
                  <a:cubicBezTo>
                    <a:pt x="11607" y="5522"/>
                    <a:pt x="11619" y="5521"/>
                    <a:pt x="11631" y="5521"/>
                  </a:cubicBezTo>
                  <a:cubicBezTo>
                    <a:pt x="11689" y="5521"/>
                    <a:pt x="11736" y="5547"/>
                    <a:pt x="11767" y="5598"/>
                  </a:cubicBezTo>
                  <a:cubicBezTo>
                    <a:pt x="11799" y="5661"/>
                    <a:pt x="11874" y="5715"/>
                    <a:pt x="11911" y="5715"/>
                  </a:cubicBezTo>
                  <a:cubicBezTo>
                    <a:pt x="11918" y="5715"/>
                    <a:pt x="11924" y="5713"/>
                    <a:pt x="11927" y="5709"/>
                  </a:cubicBezTo>
                  <a:cubicBezTo>
                    <a:pt x="11936" y="5692"/>
                    <a:pt x="11951" y="5675"/>
                    <a:pt x="11959" y="5675"/>
                  </a:cubicBezTo>
                  <a:cubicBezTo>
                    <a:pt x="11962" y="5675"/>
                    <a:pt x="11964" y="5677"/>
                    <a:pt x="11964" y="5685"/>
                  </a:cubicBezTo>
                  <a:cubicBezTo>
                    <a:pt x="11964" y="5709"/>
                    <a:pt x="12063" y="5734"/>
                    <a:pt x="12162" y="5759"/>
                  </a:cubicBezTo>
                  <a:cubicBezTo>
                    <a:pt x="12297" y="5833"/>
                    <a:pt x="12433" y="5882"/>
                    <a:pt x="12580" y="5907"/>
                  </a:cubicBezTo>
                  <a:cubicBezTo>
                    <a:pt x="12667" y="5907"/>
                    <a:pt x="12765" y="5931"/>
                    <a:pt x="12839" y="5980"/>
                  </a:cubicBezTo>
                  <a:cubicBezTo>
                    <a:pt x="12915" y="6022"/>
                    <a:pt x="13001" y="6047"/>
                    <a:pt x="13084" y="6047"/>
                  </a:cubicBezTo>
                  <a:cubicBezTo>
                    <a:pt x="13123" y="6047"/>
                    <a:pt x="13161" y="6042"/>
                    <a:pt x="13197" y="6030"/>
                  </a:cubicBezTo>
                  <a:cubicBezTo>
                    <a:pt x="13369" y="5968"/>
                    <a:pt x="13529" y="5870"/>
                    <a:pt x="13665" y="5746"/>
                  </a:cubicBezTo>
                  <a:cubicBezTo>
                    <a:pt x="13726" y="5672"/>
                    <a:pt x="13800" y="5697"/>
                    <a:pt x="13788" y="5611"/>
                  </a:cubicBezTo>
                  <a:cubicBezTo>
                    <a:pt x="13751" y="5537"/>
                    <a:pt x="13739" y="5451"/>
                    <a:pt x="13739" y="5377"/>
                  </a:cubicBezTo>
                  <a:cubicBezTo>
                    <a:pt x="13739" y="5290"/>
                    <a:pt x="13763" y="5303"/>
                    <a:pt x="13640" y="5253"/>
                  </a:cubicBezTo>
                  <a:cubicBezTo>
                    <a:pt x="13579" y="5229"/>
                    <a:pt x="13517" y="5192"/>
                    <a:pt x="13468" y="5143"/>
                  </a:cubicBezTo>
                  <a:cubicBezTo>
                    <a:pt x="13418" y="5093"/>
                    <a:pt x="13357" y="5106"/>
                    <a:pt x="13295" y="5044"/>
                  </a:cubicBezTo>
                  <a:cubicBezTo>
                    <a:pt x="13234" y="4982"/>
                    <a:pt x="13221" y="4921"/>
                    <a:pt x="13135" y="4921"/>
                  </a:cubicBezTo>
                  <a:cubicBezTo>
                    <a:pt x="13073" y="4908"/>
                    <a:pt x="13012" y="4884"/>
                    <a:pt x="12962" y="4835"/>
                  </a:cubicBezTo>
                  <a:cubicBezTo>
                    <a:pt x="12765" y="4711"/>
                    <a:pt x="12556" y="4613"/>
                    <a:pt x="12346" y="4527"/>
                  </a:cubicBezTo>
                  <a:cubicBezTo>
                    <a:pt x="12316" y="4536"/>
                    <a:pt x="12311" y="4555"/>
                    <a:pt x="12284" y="4555"/>
                  </a:cubicBezTo>
                  <a:cubicBezTo>
                    <a:pt x="12277" y="4555"/>
                    <a:pt x="12270" y="4554"/>
                    <a:pt x="12260" y="4551"/>
                  </a:cubicBezTo>
                  <a:cubicBezTo>
                    <a:pt x="12226" y="4540"/>
                    <a:pt x="12142" y="4488"/>
                    <a:pt x="12090" y="4488"/>
                  </a:cubicBezTo>
                  <a:cubicBezTo>
                    <a:pt x="12085" y="4488"/>
                    <a:pt x="12080" y="4488"/>
                    <a:pt x="12075" y="4490"/>
                  </a:cubicBezTo>
                  <a:cubicBezTo>
                    <a:pt x="12014" y="4490"/>
                    <a:pt x="11915" y="4613"/>
                    <a:pt x="11878" y="4637"/>
                  </a:cubicBezTo>
                  <a:cubicBezTo>
                    <a:pt x="11867" y="4643"/>
                    <a:pt x="11858" y="4645"/>
                    <a:pt x="11851" y="4645"/>
                  </a:cubicBezTo>
                  <a:cubicBezTo>
                    <a:pt x="11827" y="4645"/>
                    <a:pt x="11830" y="4617"/>
                    <a:pt x="11878" y="4588"/>
                  </a:cubicBezTo>
                  <a:cubicBezTo>
                    <a:pt x="11927" y="4539"/>
                    <a:pt x="11964" y="4527"/>
                    <a:pt x="11915" y="4490"/>
                  </a:cubicBezTo>
                  <a:cubicBezTo>
                    <a:pt x="11878" y="4453"/>
                    <a:pt x="11878" y="4465"/>
                    <a:pt x="11817" y="4453"/>
                  </a:cubicBezTo>
                  <a:cubicBezTo>
                    <a:pt x="11767" y="4440"/>
                    <a:pt x="11706" y="4416"/>
                    <a:pt x="11669" y="4379"/>
                  </a:cubicBezTo>
                  <a:cubicBezTo>
                    <a:pt x="11669" y="4379"/>
                    <a:pt x="11585" y="4316"/>
                    <a:pt x="11630" y="4316"/>
                  </a:cubicBezTo>
                  <a:cubicBezTo>
                    <a:pt x="11634" y="4316"/>
                    <a:pt x="11638" y="4316"/>
                    <a:pt x="11644" y="4317"/>
                  </a:cubicBezTo>
                  <a:cubicBezTo>
                    <a:pt x="11708" y="4326"/>
                    <a:pt x="11778" y="4355"/>
                    <a:pt x="11815" y="4355"/>
                  </a:cubicBezTo>
                  <a:cubicBezTo>
                    <a:pt x="11829" y="4355"/>
                    <a:pt x="11838" y="4351"/>
                    <a:pt x="11841" y="4342"/>
                  </a:cubicBezTo>
                  <a:cubicBezTo>
                    <a:pt x="11841" y="4292"/>
                    <a:pt x="11866" y="4317"/>
                    <a:pt x="11780" y="4280"/>
                  </a:cubicBezTo>
                  <a:cubicBezTo>
                    <a:pt x="11691" y="4236"/>
                    <a:pt x="11643" y="4192"/>
                    <a:pt x="11607" y="4192"/>
                  </a:cubicBezTo>
                  <a:cubicBezTo>
                    <a:pt x="11603" y="4192"/>
                    <a:pt x="11599" y="4193"/>
                    <a:pt x="11595" y="4194"/>
                  </a:cubicBezTo>
                  <a:cubicBezTo>
                    <a:pt x="11561" y="4217"/>
                    <a:pt x="11442" y="4344"/>
                    <a:pt x="11425" y="4344"/>
                  </a:cubicBezTo>
                  <a:cubicBezTo>
                    <a:pt x="11423" y="4344"/>
                    <a:pt x="11422" y="4344"/>
                    <a:pt x="11422" y="4342"/>
                  </a:cubicBezTo>
                  <a:cubicBezTo>
                    <a:pt x="11422" y="4305"/>
                    <a:pt x="11422" y="4280"/>
                    <a:pt x="11410" y="4268"/>
                  </a:cubicBezTo>
                  <a:cubicBezTo>
                    <a:pt x="11402" y="4260"/>
                    <a:pt x="11361" y="4243"/>
                    <a:pt x="11325" y="4243"/>
                  </a:cubicBezTo>
                  <a:cubicBezTo>
                    <a:pt x="11304" y="4243"/>
                    <a:pt x="11284" y="4249"/>
                    <a:pt x="11274" y="4268"/>
                  </a:cubicBezTo>
                  <a:cubicBezTo>
                    <a:pt x="11256" y="4304"/>
                    <a:pt x="11245" y="4347"/>
                    <a:pt x="11235" y="4347"/>
                  </a:cubicBezTo>
                  <a:cubicBezTo>
                    <a:pt x="11232" y="4347"/>
                    <a:pt x="11228" y="4342"/>
                    <a:pt x="11225" y="4329"/>
                  </a:cubicBezTo>
                  <a:cubicBezTo>
                    <a:pt x="11225" y="4317"/>
                    <a:pt x="11213" y="4305"/>
                    <a:pt x="11213" y="4292"/>
                  </a:cubicBezTo>
                  <a:cubicBezTo>
                    <a:pt x="11203" y="4254"/>
                    <a:pt x="11186" y="4207"/>
                    <a:pt x="11179" y="4207"/>
                  </a:cubicBezTo>
                  <a:cubicBezTo>
                    <a:pt x="11177" y="4207"/>
                    <a:pt x="11176" y="4211"/>
                    <a:pt x="11176" y="4218"/>
                  </a:cubicBezTo>
                  <a:cubicBezTo>
                    <a:pt x="11176" y="4241"/>
                    <a:pt x="11166" y="4294"/>
                    <a:pt x="11136" y="4294"/>
                  </a:cubicBezTo>
                  <a:cubicBezTo>
                    <a:pt x="11133" y="4294"/>
                    <a:pt x="11130" y="4293"/>
                    <a:pt x="11127" y="4292"/>
                  </a:cubicBezTo>
                  <a:cubicBezTo>
                    <a:pt x="11108" y="4286"/>
                    <a:pt x="11090" y="4283"/>
                    <a:pt x="11071" y="4283"/>
                  </a:cubicBezTo>
                  <a:cubicBezTo>
                    <a:pt x="11053" y="4283"/>
                    <a:pt x="11034" y="4286"/>
                    <a:pt x="11016" y="4292"/>
                  </a:cubicBezTo>
                  <a:lnTo>
                    <a:pt x="10991" y="4292"/>
                  </a:lnTo>
                  <a:cubicBezTo>
                    <a:pt x="11016" y="4280"/>
                    <a:pt x="11028" y="4280"/>
                    <a:pt x="11040" y="4268"/>
                  </a:cubicBezTo>
                  <a:cubicBezTo>
                    <a:pt x="11077" y="4231"/>
                    <a:pt x="11077" y="4218"/>
                    <a:pt x="11016" y="4182"/>
                  </a:cubicBezTo>
                  <a:cubicBezTo>
                    <a:pt x="10954" y="4132"/>
                    <a:pt x="10782" y="4108"/>
                    <a:pt x="10855" y="4095"/>
                  </a:cubicBezTo>
                  <a:cubicBezTo>
                    <a:pt x="10861" y="4094"/>
                    <a:pt x="10867" y="4094"/>
                    <a:pt x="10873" y="4094"/>
                  </a:cubicBezTo>
                  <a:cubicBezTo>
                    <a:pt x="10929" y="4094"/>
                    <a:pt x="10982" y="4130"/>
                    <a:pt x="11044" y="4130"/>
                  </a:cubicBezTo>
                  <a:cubicBezTo>
                    <a:pt x="11070" y="4130"/>
                    <a:pt x="11097" y="4124"/>
                    <a:pt x="11127" y="4108"/>
                  </a:cubicBezTo>
                  <a:cubicBezTo>
                    <a:pt x="11200" y="4083"/>
                    <a:pt x="11250" y="4046"/>
                    <a:pt x="11299" y="3997"/>
                  </a:cubicBezTo>
                  <a:cubicBezTo>
                    <a:pt x="11336" y="3960"/>
                    <a:pt x="11361" y="3923"/>
                    <a:pt x="11262" y="3873"/>
                  </a:cubicBezTo>
                  <a:cubicBezTo>
                    <a:pt x="11176" y="3824"/>
                    <a:pt x="11065" y="3800"/>
                    <a:pt x="11003" y="3750"/>
                  </a:cubicBezTo>
                  <a:cubicBezTo>
                    <a:pt x="10959" y="3720"/>
                    <a:pt x="10936" y="3704"/>
                    <a:pt x="10915" y="3704"/>
                  </a:cubicBezTo>
                  <a:cubicBezTo>
                    <a:pt x="10901" y="3704"/>
                    <a:pt x="10887" y="3711"/>
                    <a:pt x="10868" y="3726"/>
                  </a:cubicBezTo>
                  <a:cubicBezTo>
                    <a:pt x="10831" y="3763"/>
                    <a:pt x="10794" y="3812"/>
                    <a:pt x="10769" y="3873"/>
                  </a:cubicBezTo>
                  <a:cubicBezTo>
                    <a:pt x="10749" y="3924"/>
                    <a:pt x="10721" y="3966"/>
                    <a:pt x="10704" y="3966"/>
                  </a:cubicBezTo>
                  <a:cubicBezTo>
                    <a:pt x="10701" y="3966"/>
                    <a:pt x="10698" y="3964"/>
                    <a:pt x="10695" y="3960"/>
                  </a:cubicBezTo>
                  <a:cubicBezTo>
                    <a:pt x="10683" y="3923"/>
                    <a:pt x="10732" y="3849"/>
                    <a:pt x="10671" y="3837"/>
                  </a:cubicBezTo>
                  <a:cubicBezTo>
                    <a:pt x="10609" y="3837"/>
                    <a:pt x="10560" y="3812"/>
                    <a:pt x="10634" y="3812"/>
                  </a:cubicBezTo>
                  <a:cubicBezTo>
                    <a:pt x="10708" y="3800"/>
                    <a:pt x="10745" y="3812"/>
                    <a:pt x="10695" y="3787"/>
                  </a:cubicBezTo>
                  <a:cubicBezTo>
                    <a:pt x="10634" y="3750"/>
                    <a:pt x="10535" y="3775"/>
                    <a:pt x="10634" y="3738"/>
                  </a:cubicBezTo>
                  <a:cubicBezTo>
                    <a:pt x="10732" y="3713"/>
                    <a:pt x="10806" y="3726"/>
                    <a:pt x="10732" y="3664"/>
                  </a:cubicBezTo>
                  <a:cubicBezTo>
                    <a:pt x="10694" y="3634"/>
                    <a:pt x="10623" y="3613"/>
                    <a:pt x="10569" y="3613"/>
                  </a:cubicBezTo>
                  <a:cubicBezTo>
                    <a:pt x="10535" y="3613"/>
                    <a:pt x="10508" y="3621"/>
                    <a:pt x="10498" y="3639"/>
                  </a:cubicBezTo>
                  <a:cubicBezTo>
                    <a:pt x="10461" y="3689"/>
                    <a:pt x="10560" y="3726"/>
                    <a:pt x="10523" y="3750"/>
                  </a:cubicBezTo>
                  <a:cubicBezTo>
                    <a:pt x="10474" y="3787"/>
                    <a:pt x="10424" y="3837"/>
                    <a:pt x="10387" y="3886"/>
                  </a:cubicBezTo>
                  <a:cubicBezTo>
                    <a:pt x="10362" y="3911"/>
                    <a:pt x="10336" y="3949"/>
                    <a:pt x="10323" y="3949"/>
                  </a:cubicBezTo>
                  <a:cubicBezTo>
                    <a:pt x="10317" y="3949"/>
                    <a:pt x="10313" y="3942"/>
                    <a:pt x="10313" y="3923"/>
                  </a:cubicBezTo>
                  <a:cubicBezTo>
                    <a:pt x="10313" y="3861"/>
                    <a:pt x="10289" y="3800"/>
                    <a:pt x="10313" y="3750"/>
                  </a:cubicBezTo>
                  <a:cubicBezTo>
                    <a:pt x="10324" y="3709"/>
                    <a:pt x="10325" y="3686"/>
                    <a:pt x="10305" y="3686"/>
                  </a:cubicBezTo>
                  <a:cubicBezTo>
                    <a:pt x="10300" y="3686"/>
                    <a:pt x="10295" y="3687"/>
                    <a:pt x="10289" y="3689"/>
                  </a:cubicBezTo>
                  <a:cubicBezTo>
                    <a:pt x="10252" y="3701"/>
                    <a:pt x="10042" y="4058"/>
                    <a:pt x="9993" y="4058"/>
                  </a:cubicBezTo>
                  <a:cubicBezTo>
                    <a:pt x="9956" y="4058"/>
                    <a:pt x="9944" y="4058"/>
                    <a:pt x="9944" y="3997"/>
                  </a:cubicBezTo>
                  <a:cubicBezTo>
                    <a:pt x="9993" y="3910"/>
                    <a:pt x="10042" y="3824"/>
                    <a:pt x="10104" y="3738"/>
                  </a:cubicBezTo>
                  <a:cubicBezTo>
                    <a:pt x="10141" y="3701"/>
                    <a:pt x="10153" y="3676"/>
                    <a:pt x="10141" y="3639"/>
                  </a:cubicBezTo>
                  <a:cubicBezTo>
                    <a:pt x="10132" y="3612"/>
                    <a:pt x="10122" y="3598"/>
                    <a:pt x="10092" y="3598"/>
                  </a:cubicBezTo>
                  <a:cubicBezTo>
                    <a:pt x="10082" y="3598"/>
                    <a:pt x="10070" y="3599"/>
                    <a:pt x="10055" y="3602"/>
                  </a:cubicBezTo>
                  <a:cubicBezTo>
                    <a:pt x="9993" y="3615"/>
                    <a:pt x="9981" y="3627"/>
                    <a:pt x="10018" y="3627"/>
                  </a:cubicBezTo>
                  <a:cubicBezTo>
                    <a:pt x="10055" y="3639"/>
                    <a:pt x="10092" y="3652"/>
                    <a:pt x="10018" y="3664"/>
                  </a:cubicBezTo>
                  <a:cubicBezTo>
                    <a:pt x="9973" y="3664"/>
                    <a:pt x="9928" y="3690"/>
                    <a:pt x="9902" y="3690"/>
                  </a:cubicBezTo>
                  <a:cubicBezTo>
                    <a:pt x="9892" y="3690"/>
                    <a:pt x="9885" y="3686"/>
                    <a:pt x="9882" y="3676"/>
                  </a:cubicBezTo>
                  <a:cubicBezTo>
                    <a:pt x="9882" y="3656"/>
                    <a:pt x="9882" y="3609"/>
                    <a:pt x="9868" y="3609"/>
                  </a:cubicBezTo>
                  <a:cubicBezTo>
                    <a:pt x="9865" y="3609"/>
                    <a:pt x="9861" y="3611"/>
                    <a:pt x="9857" y="3615"/>
                  </a:cubicBezTo>
                  <a:cubicBezTo>
                    <a:pt x="9833" y="3639"/>
                    <a:pt x="9808" y="3676"/>
                    <a:pt x="9784" y="3713"/>
                  </a:cubicBezTo>
                  <a:cubicBezTo>
                    <a:pt x="9759" y="3738"/>
                    <a:pt x="9808" y="3812"/>
                    <a:pt x="9820" y="3837"/>
                  </a:cubicBezTo>
                  <a:cubicBezTo>
                    <a:pt x="9828" y="3852"/>
                    <a:pt x="9821" y="3868"/>
                    <a:pt x="9809" y="3868"/>
                  </a:cubicBezTo>
                  <a:cubicBezTo>
                    <a:pt x="9802" y="3868"/>
                    <a:pt x="9793" y="3862"/>
                    <a:pt x="9784" y="3849"/>
                  </a:cubicBezTo>
                  <a:cubicBezTo>
                    <a:pt x="9770" y="3835"/>
                    <a:pt x="9760" y="3825"/>
                    <a:pt x="9754" y="3825"/>
                  </a:cubicBezTo>
                  <a:cubicBezTo>
                    <a:pt x="9749" y="3825"/>
                    <a:pt x="9747" y="3832"/>
                    <a:pt x="9747" y="3849"/>
                  </a:cubicBezTo>
                  <a:cubicBezTo>
                    <a:pt x="9737" y="3888"/>
                    <a:pt x="9750" y="3934"/>
                    <a:pt x="9744" y="3934"/>
                  </a:cubicBezTo>
                  <a:cubicBezTo>
                    <a:pt x="9742" y="3934"/>
                    <a:pt x="9739" y="3931"/>
                    <a:pt x="9734" y="3923"/>
                  </a:cubicBezTo>
                  <a:cubicBezTo>
                    <a:pt x="9707" y="3895"/>
                    <a:pt x="9707" y="3881"/>
                    <a:pt x="9687" y="3881"/>
                  </a:cubicBezTo>
                  <a:cubicBezTo>
                    <a:pt x="9681" y="3881"/>
                    <a:pt x="9673" y="3883"/>
                    <a:pt x="9660" y="3886"/>
                  </a:cubicBezTo>
                  <a:cubicBezTo>
                    <a:pt x="9632" y="3900"/>
                    <a:pt x="9608" y="3914"/>
                    <a:pt x="9599" y="3914"/>
                  </a:cubicBezTo>
                  <a:cubicBezTo>
                    <a:pt x="9593" y="3914"/>
                    <a:pt x="9595" y="3907"/>
                    <a:pt x="9611" y="3886"/>
                  </a:cubicBezTo>
                  <a:cubicBezTo>
                    <a:pt x="9636" y="3824"/>
                    <a:pt x="9734" y="3800"/>
                    <a:pt x="9673" y="3800"/>
                  </a:cubicBezTo>
                  <a:cubicBezTo>
                    <a:pt x="9611" y="3800"/>
                    <a:pt x="9574" y="3873"/>
                    <a:pt x="9525" y="3886"/>
                  </a:cubicBezTo>
                  <a:cubicBezTo>
                    <a:pt x="9505" y="3886"/>
                    <a:pt x="9485" y="3884"/>
                    <a:pt x="9470" y="3884"/>
                  </a:cubicBezTo>
                  <a:cubicBezTo>
                    <a:pt x="9448" y="3884"/>
                    <a:pt x="9436" y="3888"/>
                    <a:pt x="9451" y="3910"/>
                  </a:cubicBezTo>
                  <a:cubicBezTo>
                    <a:pt x="9488" y="3960"/>
                    <a:pt x="9525" y="4021"/>
                    <a:pt x="9549" y="4021"/>
                  </a:cubicBezTo>
                  <a:cubicBezTo>
                    <a:pt x="9556" y="4019"/>
                    <a:pt x="9563" y="4018"/>
                    <a:pt x="9568" y="4018"/>
                  </a:cubicBezTo>
                  <a:cubicBezTo>
                    <a:pt x="9593" y="4018"/>
                    <a:pt x="9604" y="4038"/>
                    <a:pt x="9574" y="4058"/>
                  </a:cubicBezTo>
                  <a:cubicBezTo>
                    <a:pt x="9543" y="4079"/>
                    <a:pt x="9556" y="4153"/>
                    <a:pt x="9538" y="4153"/>
                  </a:cubicBezTo>
                  <a:cubicBezTo>
                    <a:pt x="9535" y="4153"/>
                    <a:pt x="9530" y="4150"/>
                    <a:pt x="9525" y="4145"/>
                  </a:cubicBezTo>
                  <a:cubicBezTo>
                    <a:pt x="9475" y="4108"/>
                    <a:pt x="9475" y="4083"/>
                    <a:pt x="9439" y="4083"/>
                  </a:cubicBezTo>
                  <a:cubicBezTo>
                    <a:pt x="9414" y="4083"/>
                    <a:pt x="9402" y="4046"/>
                    <a:pt x="9389" y="4021"/>
                  </a:cubicBezTo>
                  <a:cubicBezTo>
                    <a:pt x="9383" y="4003"/>
                    <a:pt x="9383" y="3991"/>
                    <a:pt x="9380" y="3991"/>
                  </a:cubicBezTo>
                  <a:cubicBezTo>
                    <a:pt x="9377" y="3991"/>
                    <a:pt x="9371" y="4003"/>
                    <a:pt x="9352" y="4034"/>
                  </a:cubicBezTo>
                  <a:cubicBezTo>
                    <a:pt x="9331" y="4063"/>
                    <a:pt x="9322" y="4074"/>
                    <a:pt x="9313" y="4074"/>
                  </a:cubicBezTo>
                  <a:cubicBezTo>
                    <a:pt x="9307" y="4074"/>
                    <a:pt x="9301" y="4069"/>
                    <a:pt x="9291" y="4058"/>
                  </a:cubicBezTo>
                  <a:cubicBezTo>
                    <a:pt x="9266" y="4034"/>
                    <a:pt x="9278" y="4009"/>
                    <a:pt x="9254" y="3997"/>
                  </a:cubicBezTo>
                  <a:cubicBezTo>
                    <a:pt x="9192" y="3997"/>
                    <a:pt x="9130" y="4009"/>
                    <a:pt x="9081" y="4021"/>
                  </a:cubicBezTo>
                  <a:cubicBezTo>
                    <a:pt x="9020" y="4021"/>
                    <a:pt x="9020" y="4021"/>
                    <a:pt x="9118" y="4046"/>
                  </a:cubicBezTo>
                  <a:cubicBezTo>
                    <a:pt x="9198" y="4069"/>
                    <a:pt x="9278" y="4134"/>
                    <a:pt x="9260" y="4134"/>
                  </a:cubicBezTo>
                  <a:cubicBezTo>
                    <a:pt x="9259" y="4134"/>
                    <a:pt x="9257" y="4133"/>
                    <a:pt x="9254" y="4132"/>
                  </a:cubicBezTo>
                  <a:cubicBezTo>
                    <a:pt x="9204" y="4132"/>
                    <a:pt x="9204" y="4132"/>
                    <a:pt x="9204" y="4182"/>
                  </a:cubicBezTo>
                  <a:cubicBezTo>
                    <a:pt x="9204" y="4214"/>
                    <a:pt x="9242" y="4284"/>
                    <a:pt x="9235" y="4284"/>
                  </a:cubicBezTo>
                  <a:cubicBezTo>
                    <a:pt x="9234" y="4284"/>
                    <a:pt x="9232" y="4283"/>
                    <a:pt x="9229" y="4280"/>
                  </a:cubicBezTo>
                  <a:cubicBezTo>
                    <a:pt x="9192" y="4243"/>
                    <a:pt x="9106" y="4218"/>
                    <a:pt x="9081" y="4194"/>
                  </a:cubicBezTo>
                  <a:cubicBezTo>
                    <a:pt x="9078" y="4191"/>
                    <a:pt x="9074" y="4189"/>
                    <a:pt x="9069" y="4189"/>
                  </a:cubicBezTo>
                  <a:cubicBezTo>
                    <a:pt x="9057" y="4189"/>
                    <a:pt x="9044" y="4200"/>
                    <a:pt x="9044" y="4218"/>
                  </a:cubicBezTo>
                  <a:cubicBezTo>
                    <a:pt x="9044" y="4240"/>
                    <a:pt x="9036" y="4253"/>
                    <a:pt x="9024" y="4253"/>
                  </a:cubicBezTo>
                  <a:cubicBezTo>
                    <a:pt x="9016" y="4253"/>
                    <a:pt x="9005" y="4246"/>
                    <a:pt x="8995" y="4231"/>
                  </a:cubicBezTo>
                  <a:cubicBezTo>
                    <a:pt x="8978" y="4205"/>
                    <a:pt x="8985" y="4179"/>
                    <a:pt x="8982" y="4179"/>
                  </a:cubicBezTo>
                  <a:lnTo>
                    <a:pt x="8982" y="4179"/>
                  </a:lnTo>
                  <a:cubicBezTo>
                    <a:pt x="8981" y="4179"/>
                    <a:pt x="8978" y="4183"/>
                    <a:pt x="8970" y="4194"/>
                  </a:cubicBezTo>
                  <a:cubicBezTo>
                    <a:pt x="8958" y="4231"/>
                    <a:pt x="8884" y="4280"/>
                    <a:pt x="8909" y="4329"/>
                  </a:cubicBezTo>
                  <a:cubicBezTo>
                    <a:pt x="8942" y="4362"/>
                    <a:pt x="8965" y="4405"/>
                    <a:pt x="8926" y="4405"/>
                  </a:cubicBezTo>
                  <a:cubicBezTo>
                    <a:pt x="8921" y="4405"/>
                    <a:pt x="8915" y="4405"/>
                    <a:pt x="8909" y="4403"/>
                  </a:cubicBezTo>
                  <a:cubicBezTo>
                    <a:pt x="8895" y="4403"/>
                    <a:pt x="8883" y="4404"/>
                    <a:pt x="8872" y="4404"/>
                  </a:cubicBezTo>
                  <a:cubicBezTo>
                    <a:pt x="8847" y="4404"/>
                    <a:pt x="8835" y="4398"/>
                    <a:pt x="8835" y="4354"/>
                  </a:cubicBezTo>
                  <a:cubicBezTo>
                    <a:pt x="8835" y="4297"/>
                    <a:pt x="8856" y="4229"/>
                    <a:pt x="8830" y="4229"/>
                  </a:cubicBezTo>
                  <a:cubicBezTo>
                    <a:pt x="8828" y="4229"/>
                    <a:pt x="8825" y="4230"/>
                    <a:pt x="8822" y="4231"/>
                  </a:cubicBezTo>
                  <a:cubicBezTo>
                    <a:pt x="8773" y="4243"/>
                    <a:pt x="8822" y="4268"/>
                    <a:pt x="8761" y="4280"/>
                  </a:cubicBezTo>
                  <a:cubicBezTo>
                    <a:pt x="8699" y="4292"/>
                    <a:pt x="8699" y="4329"/>
                    <a:pt x="8736" y="4342"/>
                  </a:cubicBezTo>
                  <a:cubicBezTo>
                    <a:pt x="8749" y="4342"/>
                    <a:pt x="8755" y="4340"/>
                    <a:pt x="8757" y="4340"/>
                  </a:cubicBezTo>
                  <a:cubicBezTo>
                    <a:pt x="8761" y="4340"/>
                    <a:pt x="8744" y="4346"/>
                    <a:pt x="8712" y="4379"/>
                  </a:cubicBezTo>
                  <a:cubicBezTo>
                    <a:pt x="8685" y="4405"/>
                    <a:pt x="8658" y="4452"/>
                    <a:pt x="8650" y="4452"/>
                  </a:cubicBezTo>
                  <a:cubicBezTo>
                    <a:pt x="8647" y="4452"/>
                    <a:pt x="8647" y="4445"/>
                    <a:pt x="8650" y="4428"/>
                  </a:cubicBezTo>
                  <a:cubicBezTo>
                    <a:pt x="8675" y="4354"/>
                    <a:pt x="8699" y="4342"/>
                    <a:pt x="8650" y="4317"/>
                  </a:cubicBezTo>
                  <a:cubicBezTo>
                    <a:pt x="8613" y="4280"/>
                    <a:pt x="8514" y="4243"/>
                    <a:pt x="8564" y="4231"/>
                  </a:cubicBezTo>
                  <a:cubicBezTo>
                    <a:pt x="8625" y="4231"/>
                    <a:pt x="8699" y="4231"/>
                    <a:pt x="8625" y="4182"/>
                  </a:cubicBezTo>
                  <a:cubicBezTo>
                    <a:pt x="8588" y="4157"/>
                    <a:pt x="8539" y="4145"/>
                    <a:pt x="8502" y="4145"/>
                  </a:cubicBezTo>
                  <a:cubicBezTo>
                    <a:pt x="8490" y="4141"/>
                    <a:pt x="8481" y="4140"/>
                    <a:pt x="8476" y="4140"/>
                  </a:cubicBezTo>
                  <a:cubicBezTo>
                    <a:pt x="8459" y="4140"/>
                    <a:pt x="8468" y="4154"/>
                    <a:pt x="8477" y="4182"/>
                  </a:cubicBezTo>
                  <a:cubicBezTo>
                    <a:pt x="8490" y="4218"/>
                    <a:pt x="8527" y="4292"/>
                    <a:pt x="8502" y="4292"/>
                  </a:cubicBezTo>
                  <a:cubicBezTo>
                    <a:pt x="8477" y="4305"/>
                    <a:pt x="8453" y="4305"/>
                    <a:pt x="8428" y="4305"/>
                  </a:cubicBezTo>
                  <a:cubicBezTo>
                    <a:pt x="8395" y="4305"/>
                    <a:pt x="8343" y="4344"/>
                    <a:pt x="8375" y="4344"/>
                  </a:cubicBezTo>
                  <a:cubicBezTo>
                    <a:pt x="8379" y="4344"/>
                    <a:pt x="8384" y="4343"/>
                    <a:pt x="8391" y="4342"/>
                  </a:cubicBezTo>
                  <a:cubicBezTo>
                    <a:pt x="8440" y="4342"/>
                    <a:pt x="8473" y="4336"/>
                    <a:pt x="8475" y="4336"/>
                  </a:cubicBezTo>
                  <a:cubicBezTo>
                    <a:pt x="8476" y="4336"/>
                    <a:pt x="8469" y="4338"/>
                    <a:pt x="8453" y="4342"/>
                  </a:cubicBezTo>
                  <a:cubicBezTo>
                    <a:pt x="8416" y="4366"/>
                    <a:pt x="8379" y="4366"/>
                    <a:pt x="8440" y="4391"/>
                  </a:cubicBezTo>
                  <a:cubicBezTo>
                    <a:pt x="8486" y="4406"/>
                    <a:pt x="8508" y="4417"/>
                    <a:pt x="8519" y="4417"/>
                  </a:cubicBezTo>
                  <a:cubicBezTo>
                    <a:pt x="8525" y="4417"/>
                    <a:pt x="8527" y="4413"/>
                    <a:pt x="8527" y="4403"/>
                  </a:cubicBezTo>
                  <a:cubicBezTo>
                    <a:pt x="8527" y="4381"/>
                    <a:pt x="8536" y="4363"/>
                    <a:pt x="8543" y="4363"/>
                  </a:cubicBezTo>
                  <a:cubicBezTo>
                    <a:pt x="8547" y="4363"/>
                    <a:pt x="8551" y="4371"/>
                    <a:pt x="8551" y="4391"/>
                  </a:cubicBezTo>
                  <a:cubicBezTo>
                    <a:pt x="8541" y="4423"/>
                    <a:pt x="8548" y="4482"/>
                    <a:pt x="8535" y="4482"/>
                  </a:cubicBezTo>
                  <a:cubicBezTo>
                    <a:pt x="8533" y="4482"/>
                    <a:pt x="8530" y="4481"/>
                    <a:pt x="8527" y="4477"/>
                  </a:cubicBezTo>
                  <a:cubicBezTo>
                    <a:pt x="8490" y="4453"/>
                    <a:pt x="8465" y="4428"/>
                    <a:pt x="8428" y="4416"/>
                  </a:cubicBezTo>
                  <a:cubicBezTo>
                    <a:pt x="8396" y="4405"/>
                    <a:pt x="8392" y="4349"/>
                    <a:pt x="8368" y="4349"/>
                  </a:cubicBezTo>
                  <a:cubicBezTo>
                    <a:pt x="8364" y="4349"/>
                    <a:pt x="8359" y="4351"/>
                    <a:pt x="8354" y="4354"/>
                  </a:cubicBezTo>
                  <a:cubicBezTo>
                    <a:pt x="8314" y="4374"/>
                    <a:pt x="8274" y="4410"/>
                    <a:pt x="8254" y="4410"/>
                  </a:cubicBezTo>
                  <a:cubicBezTo>
                    <a:pt x="8249" y="4410"/>
                    <a:pt x="8246" y="4408"/>
                    <a:pt x="8243" y="4403"/>
                  </a:cubicBezTo>
                  <a:cubicBezTo>
                    <a:pt x="8243" y="4384"/>
                    <a:pt x="8236" y="4371"/>
                    <a:pt x="8224" y="4371"/>
                  </a:cubicBezTo>
                  <a:cubicBezTo>
                    <a:pt x="8213" y="4371"/>
                    <a:pt x="8199" y="4380"/>
                    <a:pt x="8182" y="4403"/>
                  </a:cubicBezTo>
                  <a:cubicBezTo>
                    <a:pt x="8132" y="4440"/>
                    <a:pt x="8059" y="4465"/>
                    <a:pt x="8071" y="4502"/>
                  </a:cubicBezTo>
                  <a:cubicBezTo>
                    <a:pt x="8071" y="4551"/>
                    <a:pt x="8108" y="4563"/>
                    <a:pt x="8083" y="4576"/>
                  </a:cubicBezTo>
                  <a:cubicBezTo>
                    <a:pt x="8073" y="4596"/>
                    <a:pt x="8054" y="4643"/>
                    <a:pt x="8077" y="4643"/>
                  </a:cubicBezTo>
                  <a:cubicBezTo>
                    <a:pt x="8082" y="4643"/>
                    <a:pt x="8088" y="4641"/>
                    <a:pt x="8095" y="4637"/>
                  </a:cubicBezTo>
                  <a:cubicBezTo>
                    <a:pt x="8152" y="4615"/>
                    <a:pt x="8146" y="4562"/>
                    <a:pt x="8173" y="4562"/>
                  </a:cubicBezTo>
                  <a:cubicBezTo>
                    <a:pt x="8176" y="4562"/>
                    <a:pt x="8178" y="4562"/>
                    <a:pt x="8182" y="4563"/>
                  </a:cubicBezTo>
                  <a:cubicBezTo>
                    <a:pt x="8200" y="4572"/>
                    <a:pt x="8198" y="4607"/>
                    <a:pt x="8219" y="4607"/>
                  </a:cubicBezTo>
                  <a:cubicBezTo>
                    <a:pt x="8227" y="4607"/>
                    <a:pt x="8239" y="4602"/>
                    <a:pt x="8256" y="4588"/>
                  </a:cubicBezTo>
                  <a:cubicBezTo>
                    <a:pt x="8273" y="4575"/>
                    <a:pt x="8286" y="4570"/>
                    <a:pt x="8293" y="4570"/>
                  </a:cubicBezTo>
                  <a:cubicBezTo>
                    <a:pt x="8306" y="4570"/>
                    <a:pt x="8300" y="4589"/>
                    <a:pt x="8268" y="4613"/>
                  </a:cubicBezTo>
                  <a:cubicBezTo>
                    <a:pt x="8231" y="4650"/>
                    <a:pt x="8206" y="4650"/>
                    <a:pt x="8206" y="4699"/>
                  </a:cubicBezTo>
                  <a:cubicBezTo>
                    <a:pt x="8206" y="4741"/>
                    <a:pt x="8216" y="4830"/>
                    <a:pt x="8202" y="4830"/>
                  </a:cubicBezTo>
                  <a:cubicBezTo>
                    <a:pt x="8200" y="4830"/>
                    <a:pt x="8197" y="4827"/>
                    <a:pt x="8194" y="4822"/>
                  </a:cubicBezTo>
                  <a:cubicBezTo>
                    <a:pt x="8163" y="4802"/>
                    <a:pt x="8132" y="4755"/>
                    <a:pt x="8108" y="4755"/>
                  </a:cubicBezTo>
                  <a:cubicBezTo>
                    <a:pt x="8104" y="4755"/>
                    <a:pt x="8099" y="4757"/>
                    <a:pt x="8095" y="4761"/>
                  </a:cubicBezTo>
                  <a:cubicBezTo>
                    <a:pt x="8068" y="4779"/>
                    <a:pt x="8040" y="4832"/>
                    <a:pt x="8033" y="4832"/>
                  </a:cubicBezTo>
                  <a:cubicBezTo>
                    <a:pt x="8031" y="4832"/>
                    <a:pt x="8031" y="4826"/>
                    <a:pt x="8034" y="4810"/>
                  </a:cubicBezTo>
                  <a:cubicBezTo>
                    <a:pt x="8042" y="4768"/>
                    <a:pt x="8039" y="4749"/>
                    <a:pt x="8025" y="4749"/>
                  </a:cubicBezTo>
                  <a:cubicBezTo>
                    <a:pt x="8018" y="4749"/>
                    <a:pt x="8009" y="4753"/>
                    <a:pt x="7997" y="4761"/>
                  </a:cubicBezTo>
                  <a:cubicBezTo>
                    <a:pt x="7980" y="4778"/>
                    <a:pt x="7963" y="4812"/>
                    <a:pt x="7954" y="4812"/>
                  </a:cubicBezTo>
                  <a:cubicBezTo>
                    <a:pt x="7950" y="4812"/>
                    <a:pt x="7948" y="4805"/>
                    <a:pt x="7948" y="4785"/>
                  </a:cubicBezTo>
                  <a:cubicBezTo>
                    <a:pt x="7948" y="4737"/>
                    <a:pt x="7963" y="4667"/>
                    <a:pt x="7958" y="4667"/>
                  </a:cubicBezTo>
                  <a:lnTo>
                    <a:pt x="7958" y="4667"/>
                  </a:lnTo>
                  <a:cubicBezTo>
                    <a:pt x="7956" y="4667"/>
                    <a:pt x="7953" y="4673"/>
                    <a:pt x="7948" y="4687"/>
                  </a:cubicBezTo>
                  <a:cubicBezTo>
                    <a:pt x="7918" y="4726"/>
                    <a:pt x="7904" y="4814"/>
                    <a:pt x="7880" y="4814"/>
                  </a:cubicBezTo>
                  <a:cubicBezTo>
                    <a:pt x="7875" y="4814"/>
                    <a:pt x="7869" y="4809"/>
                    <a:pt x="7861" y="4798"/>
                  </a:cubicBezTo>
                  <a:cubicBezTo>
                    <a:pt x="7837" y="4748"/>
                    <a:pt x="7824" y="4699"/>
                    <a:pt x="7837" y="4637"/>
                  </a:cubicBezTo>
                  <a:cubicBezTo>
                    <a:pt x="7848" y="4604"/>
                    <a:pt x="7909" y="4511"/>
                    <a:pt x="7885" y="4511"/>
                  </a:cubicBezTo>
                  <a:cubicBezTo>
                    <a:pt x="7882" y="4511"/>
                    <a:pt x="7879" y="4512"/>
                    <a:pt x="7874" y="4514"/>
                  </a:cubicBezTo>
                  <a:cubicBezTo>
                    <a:pt x="7824" y="4551"/>
                    <a:pt x="7714" y="4613"/>
                    <a:pt x="7738" y="4637"/>
                  </a:cubicBezTo>
                  <a:cubicBezTo>
                    <a:pt x="7768" y="4667"/>
                    <a:pt x="7815" y="4706"/>
                    <a:pt x="7798" y="4706"/>
                  </a:cubicBezTo>
                  <a:cubicBezTo>
                    <a:pt x="7794" y="4706"/>
                    <a:pt x="7787" y="4704"/>
                    <a:pt x="7775" y="4699"/>
                  </a:cubicBezTo>
                  <a:cubicBezTo>
                    <a:pt x="7747" y="4688"/>
                    <a:pt x="7731" y="4679"/>
                    <a:pt x="7722" y="4679"/>
                  </a:cubicBezTo>
                  <a:cubicBezTo>
                    <a:pt x="7711" y="4679"/>
                    <a:pt x="7708" y="4691"/>
                    <a:pt x="7701" y="4724"/>
                  </a:cubicBezTo>
                  <a:cubicBezTo>
                    <a:pt x="7693" y="4757"/>
                    <a:pt x="7685" y="4773"/>
                    <a:pt x="7677" y="4773"/>
                  </a:cubicBezTo>
                  <a:cubicBezTo>
                    <a:pt x="7672" y="4773"/>
                    <a:pt x="7668" y="4769"/>
                    <a:pt x="7664" y="4761"/>
                  </a:cubicBezTo>
                  <a:cubicBezTo>
                    <a:pt x="7656" y="4737"/>
                    <a:pt x="7659" y="4723"/>
                    <a:pt x="7648" y="4723"/>
                  </a:cubicBezTo>
                  <a:cubicBezTo>
                    <a:pt x="7642" y="4723"/>
                    <a:pt x="7632" y="4727"/>
                    <a:pt x="7615" y="4736"/>
                  </a:cubicBezTo>
                  <a:cubicBezTo>
                    <a:pt x="7582" y="4769"/>
                    <a:pt x="7529" y="4812"/>
                    <a:pt x="7571" y="4812"/>
                  </a:cubicBezTo>
                  <a:cubicBezTo>
                    <a:pt x="7576" y="4812"/>
                    <a:pt x="7582" y="4811"/>
                    <a:pt x="7590" y="4810"/>
                  </a:cubicBezTo>
                  <a:cubicBezTo>
                    <a:pt x="7603" y="4807"/>
                    <a:pt x="7615" y="4806"/>
                    <a:pt x="7626" y="4806"/>
                  </a:cubicBezTo>
                  <a:cubicBezTo>
                    <a:pt x="7673" y="4806"/>
                    <a:pt x="7706" y="4822"/>
                    <a:pt x="7677" y="4822"/>
                  </a:cubicBezTo>
                  <a:cubicBezTo>
                    <a:pt x="7640" y="4822"/>
                    <a:pt x="7627" y="4847"/>
                    <a:pt x="7664" y="4847"/>
                  </a:cubicBezTo>
                  <a:cubicBezTo>
                    <a:pt x="7697" y="4847"/>
                    <a:pt x="7703" y="4825"/>
                    <a:pt x="7706" y="4825"/>
                  </a:cubicBezTo>
                  <a:cubicBezTo>
                    <a:pt x="7708" y="4825"/>
                    <a:pt x="7709" y="4830"/>
                    <a:pt x="7714" y="4847"/>
                  </a:cubicBezTo>
                  <a:cubicBezTo>
                    <a:pt x="7726" y="4896"/>
                    <a:pt x="7726" y="4908"/>
                    <a:pt x="7677" y="4908"/>
                  </a:cubicBezTo>
                  <a:cubicBezTo>
                    <a:pt x="7649" y="4908"/>
                    <a:pt x="7635" y="4867"/>
                    <a:pt x="7609" y="4867"/>
                  </a:cubicBezTo>
                  <a:cubicBezTo>
                    <a:pt x="7600" y="4867"/>
                    <a:pt x="7590" y="4872"/>
                    <a:pt x="7578" y="4884"/>
                  </a:cubicBezTo>
                  <a:cubicBezTo>
                    <a:pt x="7516" y="4945"/>
                    <a:pt x="7516" y="5019"/>
                    <a:pt x="7479" y="5019"/>
                  </a:cubicBezTo>
                  <a:cubicBezTo>
                    <a:pt x="7430" y="5032"/>
                    <a:pt x="7282" y="5044"/>
                    <a:pt x="7332" y="5056"/>
                  </a:cubicBezTo>
                  <a:cubicBezTo>
                    <a:pt x="7362" y="5069"/>
                    <a:pt x="7393" y="5075"/>
                    <a:pt x="7424" y="5075"/>
                  </a:cubicBezTo>
                  <a:cubicBezTo>
                    <a:pt x="7455" y="5075"/>
                    <a:pt x="7486" y="5069"/>
                    <a:pt x="7516" y="5056"/>
                  </a:cubicBezTo>
                  <a:cubicBezTo>
                    <a:pt x="7584" y="5023"/>
                    <a:pt x="7610" y="4968"/>
                    <a:pt x="7652" y="4968"/>
                  </a:cubicBezTo>
                  <a:cubicBezTo>
                    <a:pt x="7656" y="4968"/>
                    <a:pt x="7660" y="4969"/>
                    <a:pt x="7664" y="4970"/>
                  </a:cubicBezTo>
                  <a:cubicBezTo>
                    <a:pt x="7689" y="4976"/>
                    <a:pt x="7701" y="4982"/>
                    <a:pt x="7712" y="4982"/>
                  </a:cubicBezTo>
                  <a:cubicBezTo>
                    <a:pt x="7723" y="4982"/>
                    <a:pt x="7732" y="4976"/>
                    <a:pt x="7750" y="4958"/>
                  </a:cubicBezTo>
                  <a:cubicBezTo>
                    <a:pt x="7764" y="4949"/>
                    <a:pt x="7773" y="4946"/>
                    <a:pt x="7781" y="4946"/>
                  </a:cubicBezTo>
                  <a:cubicBezTo>
                    <a:pt x="7791" y="4946"/>
                    <a:pt x="7800" y="4949"/>
                    <a:pt x="7816" y="4949"/>
                  </a:cubicBezTo>
                  <a:cubicBezTo>
                    <a:pt x="7824" y="4949"/>
                    <a:pt x="7835" y="4948"/>
                    <a:pt x="7849" y="4945"/>
                  </a:cubicBezTo>
                  <a:cubicBezTo>
                    <a:pt x="7898" y="4921"/>
                    <a:pt x="7861" y="4896"/>
                    <a:pt x="7837" y="4859"/>
                  </a:cubicBezTo>
                  <a:cubicBezTo>
                    <a:pt x="7827" y="4849"/>
                    <a:pt x="7825" y="4845"/>
                    <a:pt x="7827" y="4845"/>
                  </a:cubicBezTo>
                  <a:cubicBezTo>
                    <a:pt x="7835" y="4845"/>
                    <a:pt x="7874" y="4872"/>
                    <a:pt x="7874" y="4872"/>
                  </a:cubicBezTo>
                  <a:cubicBezTo>
                    <a:pt x="7874" y="4872"/>
                    <a:pt x="7874" y="4921"/>
                    <a:pt x="7911" y="4921"/>
                  </a:cubicBezTo>
                  <a:cubicBezTo>
                    <a:pt x="7929" y="4911"/>
                    <a:pt x="7976" y="4867"/>
                    <a:pt x="7987" y="4867"/>
                  </a:cubicBezTo>
                  <a:cubicBezTo>
                    <a:pt x="7991" y="4867"/>
                    <a:pt x="7991" y="4872"/>
                    <a:pt x="7985" y="4884"/>
                  </a:cubicBezTo>
                  <a:cubicBezTo>
                    <a:pt x="7972" y="4933"/>
                    <a:pt x="7923" y="4921"/>
                    <a:pt x="7948" y="4958"/>
                  </a:cubicBezTo>
                  <a:cubicBezTo>
                    <a:pt x="7948" y="4982"/>
                    <a:pt x="7935" y="4982"/>
                    <a:pt x="7923" y="4995"/>
                  </a:cubicBezTo>
                  <a:cubicBezTo>
                    <a:pt x="7964" y="4995"/>
                    <a:pt x="8005" y="4984"/>
                    <a:pt x="8017" y="4984"/>
                  </a:cubicBezTo>
                  <a:cubicBezTo>
                    <a:pt x="8023" y="4984"/>
                    <a:pt x="8022" y="4987"/>
                    <a:pt x="8009" y="4995"/>
                  </a:cubicBezTo>
                  <a:cubicBezTo>
                    <a:pt x="7977" y="5016"/>
                    <a:pt x="7900" y="5074"/>
                    <a:pt x="7918" y="5074"/>
                  </a:cubicBezTo>
                  <a:cubicBezTo>
                    <a:pt x="7921" y="5074"/>
                    <a:pt x="7927" y="5072"/>
                    <a:pt x="7935" y="5069"/>
                  </a:cubicBezTo>
                  <a:cubicBezTo>
                    <a:pt x="7985" y="5069"/>
                    <a:pt x="8022" y="5044"/>
                    <a:pt x="8046" y="5019"/>
                  </a:cubicBezTo>
                  <a:cubicBezTo>
                    <a:pt x="8060" y="5009"/>
                    <a:pt x="8074" y="5005"/>
                    <a:pt x="8086" y="5005"/>
                  </a:cubicBezTo>
                  <a:cubicBezTo>
                    <a:pt x="8111" y="5005"/>
                    <a:pt x="8125" y="5021"/>
                    <a:pt x="8109" y="5021"/>
                  </a:cubicBezTo>
                  <a:cubicBezTo>
                    <a:pt x="8106" y="5021"/>
                    <a:pt x="8101" y="5021"/>
                    <a:pt x="8095" y="5019"/>
                  </a:cubicBezTo>
                  <a:cubicBezTo>
                    <a:pt x="8092" y="5018"/>
                    <a:pt x="8088" y="5018"/>
                    <a:pt x="8084" y="5018"/>
                  </a:cubicBezTo>
                  <a:cubicBezTo>
                    <a:pt x="8039" y="5018"/>
                    <a:pt x="7994" y="5082"/>
                    <a:pt x="7960" y="5093"/>
                  </a:cubicBezTo>
                  <a:cubicBezTo>
                    <a:pt x="7923" y="5106"/>
                    <a:pt x="7935" y="5143"/>
                    <a:pt x="7923" y="5167"/>
                  </a:cubicBezTo>
                  <a:cubicBezTo>
                    <a:pt x="7908" y="5182"/>
                    <a:pt x="7894" y="5201"/>
                    <a:pt x="7876" y="5201"/>
                  </a:cubicBezTo>
                  <a:cubicBezTo>
                    <a:pt x="7865" y="5201"/>
                    <a:pt x="7852" y="5192"/>
                    <a:pt x="7837" y="5167"/>
                  </a:cubicBezTo>
                  <a:cubicBezTo>
                    <a:pt x="7817" y="5118"/>
                    <a:pt x="7829" y="5054"/>
                    <a:pt x="7822" y="5054"/>
                  </a:cubicBezTo>
                  <a:cubicBezTo>
                    <a:pt x="7820" y="5054"/>
                    <a:pt x="7817" y="5058"/>
                    <a:pt x="7812" y="5069"/>
                  </a:cubicBezTo>
                  <a:cubicBezTo>
                    <a:pt x="7782" y="5109"/>
                    <a:pt x="7801" y="5181"/>
                    <a:pt x="7796" y="5181"/>
                  </a:cubicBezTo>
                  <a:cubicBezTo>
                    <a:pt x="7795" y="5181"/>
                    <a:pt x="7792" y="5177"/>
                    <a:pt x="7787" y="5167"/>
                  </a:cubicBezTo>
                  <a:cubicBezTo>
                    <a:pt x="7768" y="5138"/>
                    <a:pt x="7756" y="5094"/>
                    <a:pt x="7734" y="5094"/>
                  </a:cubicBezTo>
                  <a:cubicBezTo>
                    <a:pt x="7728" y="5094"/>
                    <a:pt x="7722" y="5098"/>
                    <a:pt x="7714" y="5106"/>
                  </a:cubicBezTo>
                  <a:cubicBezTo>
                    <a:pt x="7677" y="5143"/>
                    <a:pt x="7652" y="5180"/>
                    <a:pt x="7627" y="5217"/>
                  </a:cubicBezTo>
                  <a:cubicBezTo>
                    <a:pt x="7594" y="5250"/>
                    <a:pt x="7561" y="5292"/>
                    <a:pt x="7581" y="5292"/>
                  </a:cubicBezTo>
                  <a:cubicBezTo>
                    <a:pt x="7583" y="5292"/>
                    <a:pt x="7586" y="5292"/>
                    <a:pt x="7590" y="5290"/>
                  </a:cubicBezTo>
                  <a:cubicBezTo>
                    <a:pt x="7636" y="5290"/>
                    <a:pt x="7682" y="5215"/>
                    <a:pt x="7688" y="5215"/>
                  </a:cubicBezTo>
                  <a:cubicBezTo>
                    <a:pt x="7689" y="5215"/>
                    <a:pt x="7689" y="5216"/>
                    <a:pt x="7689" y="5217"/>
                  </a:cubicBezTo>
                  <a:cubicBezTo>
                    <a:pt x="7689" y="5241"/>
                    <a:pt x="7689" y="5266"/>
                    <a:pt x="7714" y="5266"/>
                  </a:cubicBezTo>
                  <a:cubicBezTo>
                    <a:pt x="7750" y="5266"/>
                    <a:pt x="7812" y="5278"/>
                    <a:pt x="7763" y="5278"/>
                  </a:cubicBezTo>
                  <a:cubicBezTo>
                    <a:pt x="7714" y="5278"/>
                    <a:pt x="7677" y="5290"/>
                    <a:pt x="7640" y="5303"/>
                  </a:cubicBezTo>
                  <a:cubicBezTo>
                    <a:pt x="7603" y="5327"/>
                    <a:pt x="7652" y="5352"/>
                    <a:pt x="7714" y="5352"/>
                  </a:cubicBezTo>
                  <a:cubicBezTo>
                    <a:pt x="7720" y="5350"/>
                    <a:pt x="7727" y="5350"/>
                    <a:pt x="7733" y="5350"/>
                  </a:cubicBezTo>
                  <a:cubicBezTo>
                    <a:pt x="7772" y="5350"/>
                    <a:pt x="7796" y="5382"/>
                    <a:pt x="7775" y="5414"/>
                  </a:cubicBezTo>
                  <a:cubicBezTo>
                    <a:pt x="7770" y="5429"/>
                    <a:pt x="7771" y="5436"/>
                    <a:pt x="7771" y="5436"/>
                  </a:cubicBezTo>
                  <a:cubicBezTo>
                    <a:pt x="7770" y="5436"/>
                    <a:pt x="7767" y="5423"/>
                    <a:pt x="7738" y="5401"/>
                  </a:cubicBezTo>
                  <a:cubicBezTo>
                    <a:pt x="7714" y="5377"/>
                    <a:pt x="7701" y="5371"/>
                    <a:pt x="7689" y="5371"/>
                  </a:cubicBezTo>
                  <a:cubicBezTo>
                    <a:pt x="7677" y="5371"/>
                    <a:pt x="7664" y="5377"/>
                    <a:pt x="7640" y="5377"/>
                  </a:cubicBezTo>
                  <a:cubicBezTo>
                    <a:pt x="7603" y="5377"/>
                    <a:pt x="7615" y="5414"/>
                    <a:pt x="7566" y="5438"/>
                  </a:cubicBezTo>
                  <a:cubicBezTo>
                    <a:pt x="7529" y="5451"/>
                    <a:pt x="7442" y="5488"/>
                    <a:pt x="7504" y="5488"/>
                  </a:cubicBezTo>
                  <a:cubicBezTo>
                    <a:pt x="7553" y="5488"/>
                    <a:pt x="7603" y="5471"/>
                    <a:pt x="7641" y="5471"/>
                  </a:cubicBezTo>
                  <a:cubicBezTo>
                    <a:pt x="7660" y="5471"/>
                    <a:pt x="7677" y="5475"/>
                    <a:pt x="7689" y="5488"/>
                  </a:cubicBezTo>
                  <a:cubicBezTo>
                    <a:pt x="7716" y="5506"/>
                    <a:pt x="7730" y="5538"/>
                    <a:pt x="7710" y="5538"/>
                  </a:cubicBezTo>
                  <a:cubicBezTo>
                    <a:pt x="7703" y="5538"/>
                    <a:pt x="7692" y="5534"/>
                    <a:pt x="7677" y="5525"/>
                  </a:cubicBezTo>
                  <a:cubicBezTo>
                    <a:pt x="7650" y="5509"/>
                    <a:pt x="7640" y="5504"/>
                    <a:pt x="7632" y="5504"/>
                  </a:cubicBezTo>
                  <a:cubicBezTo>
                    <a:pt x="7623" y="5504"/>
                    <a:pt x="7618" y="5512"/>
                    <a:pt x="7590" y="5512"/>
                  </a:cubicBezTo>
                  <a:cubicBezTo>
                    <a:pt x="7553" y="5512"/>
                    <a:pt x="7541" y="5525"/>
                    <a:pt x="7566" y="5525"/>
                  </a:cubicBezTo>
                  <a:cubicBezTo>
                    <a:pt x="7595" y="5525"/>
                    <a:pt x="7593" y="5556"/>
                    <a:pt x="7566" y="5556"/>
                  </a:cubicBezTo>
                  <a:cubicBezTo>
                    <a:pt x="7559" y="5556"/>
                    <a:pt x="7551" y="5554"/>
                    <a:pt x="7541" y="5549"/>
                  </a:cubicBezTo>
                  <a:cubicBezTo>
                    <a:pt x="7498" y="5532"/>
                    <a:pt x="7485" y="5509"/>
                    <a:pt x="7465" y="5509"/>
                  </a:cubicBezTo>
                  <a:cubicBezTo>
                    <a:pt x="7456" y="5509"/>
                    <a:pt x="7445" y="5513"/>
                    <a:pt x="7430" y="5525"/>
                  </a:cubicBezTo>
                  <a:cubicBezTo>
                    <a:pt x="7389" y="5557"/>
                    <a:pt x="7386" y="5563"/>
                    <a:pt x="7407" y="5563"/>
                  </a:cubicBezTo>
                  <a:cubicBezTo>
                    <a:pt x="7418" y="5563"/>
                    <a:pt x="7434" y="5562"/>
                    <a:pt x="7455" y="5562"/>
                  </a:cubicBezTo>
                  <a:cubicBezTo>
                    <a:pt x="7504" y="5562"/>
                    <a:pt x="7516" y="5598"/>
                    <a:pt x="7455" y="5598"/>
                  </a:cubicBezTo>
                  <a:cubicBezTo>
                    <a:pt x="7405" y="5598"/>
                    <a:pt x="7356" y="5635"/>
                    <a:pt x="7344" y="5685"/>
                  </a:cubicBezTo>
                  <a:cubicBezTo>
                    <a:pt x="7332" y="5722"/>
                    <a:pt x="7344" y="5709"/>
                    <a:pt x="7356" y="5734"/>
                  </a:cubicBezTo>
                  <a:cubicBezTo>
                    <a:pt x="7369" y="5759"/>
                    <a:pt x="7381" y="5771"/>
                    <a:pt x="7332" y="5771"/>
                  </a:cubicBezTo>
                  <a:cubicBezTo>
                    <a:pt x="7282" y="5771"/>
                    <a:pt x="7282" y="5783"/>
                    <a:pt x="7245" y="5808"/>
                  </a:cubicBezTo>
                  <a:cubicBezTo>
                    <a:pt x="7196" y="5845"/>
                    <a:pt x="7221" y="5870"/>
                    <a:pt x="7245" y="5870"/>
                  </a:cubicBezTo>
                  <a:cubicBezTo>
                    <a:pt x="7258" y="5870"/>
                    <a:pt x="7258" y="5894"/>
                    <a:pt x="7221" y="5894"/>
                  </a:cubicBezTo>
                  <a:cubicBezTo>
                    <a:pt x="7196" y="5894"/>
                    <a:pt x="7171" y="5931"/>
                    <a:pt x="7208" y="5931"/>
                  </a:cubicBezTo>
                  <a:cubicBezTo>
                    <a:pt x="7229" y="5931"/>
                    <a:pt x="7247" y="5923"/>
                    <a:pt x="7255" y="5923"/>
                  </a:cubicBezTo>
                  <a:cubicBezTo>
                    <a:pt x="7261" y="5923"/>
                    <a:pt x="7263" y="5928"/>
                    <a:pt x="7258" y="5943"/>
                  </a:cubicBezTo>
                  <a:cubicBezTo>
                    <a:pt x="7233" y="5980"/>
                    <a:pt x="7208" y="5993"/>
                    <a:pt x="7270" y="5993"/>
                  </a:cubicBezTo>
                  <a:cubicBezTo>
                    <a:pt x="7295" y="5987"/>
                    <a:pt x="7316" y="5984"/>
                    <a:pt x="7336" y="5984"/>
                  </a:cubicBezTo>
                  <a:cubicBezTo>
                    <a:pt x="7356" y="5984"/>
                    <a:pt x="7375" y="5987"/>
                    <a:pt x="7393" y="5993"/>
                  </a:cubicBezTo>
                  <a:cubicBezTo>
                    <a:pt x="7412" y="5999"/>
                    <a:pt x="7409" y="5999"/>
                    <a:pt x="7398" y="5999"/>
                  </a:cubicBezTo>
                  <a:cubicBezTo>
                    <a:pt x="7387" y="5999"/>
                    <a:pt x="7369" y="5999"/>
                    <a:pt x="7356" y="6005"/>
                  </a:cubicBezTo>
                  <a:cubicBezTo>
                    <a:pt x="7336" y="6025"/>
                    <a:pt x="7341" y="6045"/>
                    <a:pt x="7309" y="6045"/>
                  </a:cubicBezTo>
                  <a:cubicBezTo>
                    <a:pt x="7302" y="6045"/>
                    <a:pt x="7294" y="6044"/>
                    <a:pt x="7282" y="6042"/>
                  </a:cubicBezTo>
                  <a:cubicBezTo>
                    <a:pt x="7241" y="6042"/>
                    <a:pt x="7228" y="6037"/>
                    <a:pt x="7216" y="6037"/>
                  </a:cubicBezTo>
                  <a:cubicBezTo>
                    <a:pt x="7210" y="6037"/>
                    <a:pt x="7204" y="6038"/>
                    <a:pt x="7196" y="6042"/>
                  </a:cubicBezTo>
                  <a:cubicBezTo>
                    <a:pt x="7178" y="6048"/>
                    <a:pt x="7162" y="6051"/>
                    <a:pt x="7147" y="6051"/>
                  </a:cubicBezTo>
                  <a:cubicBezTo>
                    <a:pt x="7131" y="6051"/>
                    <a:pt x="7116" y="6048"/>
                    <a:pt x="7097" y="6042"/>
                  </a:cubicBezTo>
                  <a:cubicBezTo>
                    <a:pt x="7048" y="6042"/>
                    <a:pt x="7011" y="6067"/>
                    <a:pt x="7048" y="6067"/>
                  </a:cubicBezTo>
                  <a:cubicBezTo>
                    <a:pt x="7073" y="6079"/>
                    <a:pt x="7122" y="6116"/>
                    <a:pt x="7085" y="6116"/>
                  </a:cubicBezTo>
                  <a:cubicBezTo>
                    <a:pt x="7060" y="6116"/>
                    <a:pt x="6987" y="6141"/>
                    <a:pt x="7048" y="6141"/>
                  </a:cubicBezTo>
                  <a:cubicBezTo>
                    <a:pt x="7097" y="6141"/>
                    <a:pt x="7125" y="6124"/>
                    <a:pt x="7141" y="6124"/>
                  </a:cubicBezTo>
                  <a:cubicBezTo>
                    <a:pt x="7149" y="6124"/>
                    <a:pt x="7155" y="6128"/>
                    <a:pt x="7159" y="6141"/>
                  </a:cubicBezTo>
                  <a:cubicBezTo>
                    <a:pt x="7159" y="6178"/>
                    <a:pt x="7159" y="6178"/>
                    <a:pt x="7122" y="6178"/>
                  </a:cubicBezTo>
                  <a:cubicBezTo>
                    <a:pt x="7085" y="6178"/>
                    <a:pt x="7085" y="6239"/>
                    <a:pt x="7048" y="6264"/>
                  </a:cubicBezTo>
                  <a:cubicBezTo>
                    <a:pt x="7030" y="6276"/>
                    <a:pt x="7036" y="6276"/>
                    <a:pt x="7047" y="6276"/>
                  </a:cubicBezTo>
                  <a:cubicBezTo>
                    <a:pt x="7057" y="6276"/>
                    <a:pt x="7073" y="6276"/>
                    <a:pt x="7073" y="6288"/>
                  </a:cubicBezTo>
                  <a:cubicBezTo>
                    <a:pt x="7073" y="6313"/>
                    <a:pt x="7048" y="6301"/>
                    <a:pt x="7011" y="6325"/>
                  </a:cubicBezTo>
                  <a:cubicBezTo>
                    <a:pt x="6962" y="6338"/>
                    <a:pt x="7036" y="6350"/>
                    <a:pt x="7060" y="6350"/>
                  </a:cubicBezTo>
                  <a:cubicBezTo>
                    <a:pt x="7073" y="6362"/>
                    <a:pt x="7073" y="6362"/>
                    <a:pt x="7036" y="6362"/>
                  </a:cubicBezTo>
                  <a:cubicBezTo>
                    <a:pt x="6987" y="6362"/>
                    <a:pt x="6974" y="6362"/>
                    <a:pt x="6999" y="6424"/>
                  </a:cubicBezTo>
                  <a:cubicBezTo>
                    <a:pt x="7024" y="6461"/>
                    <a:pt x="7048" y="6486"/>
                    <a:pt x="7085" y="6498"/>
                  </a:cubicBezTo>
                  <a:lnTo>
                    <a:pt x="6987" y="6498"/>
                  </a:lnTo>
                  <a:cubicBezTo>
                    <a:pt x="6925" y="6498"/>
                    <a:pt x="6900" y="6498"/>
                    <a:pt x="6863" y="6560"/>
                  </a:cubicBezTo>
                  <a:cubicBezTo>
                    <a:pt x="6843" y="6600"/>
                    <a:pt x="6856" y="6624"/>
                    <a:pt x="6827" y="6624"/>
                  </a:cubicBezTo>
                  <a:cubicBezTo>
                    <a:pt x="6820" y="6624"/>
                    <a:pt x="6812" y="6623"/>
                    <a:pt x="6802" y="6621"/>
                  </a:cubicBezTo>
                  <a:cubicBezTo>
                    <a:pt x="6759" y="6614"/>
                    <a:pt x="6708" y="6607"/>
                    <a:pt x="6682" y="6607"/>
                  </a:cubicBezTo>
                  <a:cubicBezTo>
                    <a:pt x="6663" y="6607"/>
                    <a:pt x="6658" y="6611"/>
                    <a:pt x="6679" y="6621"/>
                  </a:cubicBezTo>
                  <a:cubicBezTo>
                    <a:pt x="6728" y="6646"/>
                    <a:pt x="6777" y="6658"/>
                    <a:pt x="6826" y="6658"/>
                  </a:cubicBezTo>
                  <a:cubicBezTo>
                    <a:pt x="6863" y="6658"/>
                    <a:pt x="6888" y="6597"/>
                    <a:pt x="6937" y="6584"/>
                  </a:cubicBezTo>
                  <a:cubicBezTo>
                    <a:pt x="6973" y="6577"/>
                    <a:pt x="6996" y="6570"/>
                    <a:pt x="7000" y="6570"/>
                  </a:cubicBezTo>
                  <a:cubicBezTo>
                    <a:pt x="7003" y="6570"/>
                    <a:pt x="6995" y="6574"/>
                    <a:pt x="6974" y="6584"/>
                  </a:cubicBezTo>
                  <a:cubicBezTo>
                    <a:pt x="6913" y="6609"/>
                    <a:pt x="6913" y="6670"/>
                    <a:pt x="6888" y="6683"/>
                  </a:cubicBezTo>
                  <a:cubicBezTo>
                    <a:pt x="6851" y="6683"/>
                    <a:pt x="6802" y="6683"/>
                    <a:pt x="6814" y="6720"/>
                  </a:cubicBezTo>
                  <a:cubicBezTo>
                    <a:pt x="6826" y="6757"/>
                    <a:pt x="6863" y="6794"/>
                    <a:pt x="6826" y="6806"/>
                  </a:cubicBezTo>
                  <a:cubicBezTo>
                    <a:pt x="6813" y="6819"/>
                    <a:pt x="6799" y="6829"/>
                    <a:pt x="6786" y="6829"/>
                  </a:cubicBezTo>
                  <a:cubicBezTo>
                    <a:pt x="6775" y="6829"/>
                    <a:pt x="6764" y="6823"/>
                    <a:pt x="6752" y="6806"/>
                  </a:cubicBezTo>
                  <a:cubicBezTo>
                    <a:pt x="6734" y="6788"/>
                    <a:pt x="6710" y="6776"/>
                    <a:pt x="6683" y="6776"/>
                  </a:cubicBezTo>
                  <a:cubicBezTo>
                    <a:pt x="6674" y="6776"/>
                    <a:pt x="6664" y="6778"/>
                    <a:pt x="6654" y="6781"/>
                  </a:cubicBezTo>
                  <a:cubicBezTo>
                    <a:pt x="6605" y="6831"/>
                    <a:pt x="6555" y="6880"/>
                    <a:pt x="6518" y="6941"/>
                  </a:cubicBezTo>
                  <a:cubicBezTo>
                    <a:pt x="6481" y="6978"/>
                    <a:pt x="6444" y="7003"/>
                    <a:pt x="6481" y="7003"/>
                  </a:cubicBezTo>
                  <a:cubicBezTo>
                    <a:pt x="6518" y="7003"/>
                    <a:pt x="6531" y="7028"/>
                    <a:pt x="6506" y="7028"/>
                  </a:cubicBezTo>
                  <a:cubicBezTo>
                    <a:pt x="6469" y="7040"/>
                    <a:pt x="6457" y="7065"/>
                    <a:pt x="6432" y="7077"/>
                  </a:cubicBezTo>
                  <a:cubicBezTo>
                    <a:pt x="6407" y="7077"/>
                    <a:pt x="6334" y="7102"/>
                    <a:pt x="6383" y="7114"/>
                  </a:cubicBezTo>
                  <a:cubicBezTo>
                    <a:pt x="6420" y="7126"/>
                    <a:pt x="6432" y="7126"/>
                    <a:pt x="6432" y="7176"/>
                  </a:cubicBezTo>
                  <a:cubicBezTo>
                    <a:pt x="6432" y="7198"/>
                    <a:pt x="6440" y="7206"/>
                    <a:pt x="6454" y="7206"/>
                  </a:cubicBezTo>
                  <a:cubicBezTo>
                    <a:pt x="6477" y="7206"/>
                    <a:pt x="6516" y="7183"/>
                    <a:pt x="6555" y="7176"/>
                  </a:cubicBezTo>
                  <a:cubicBezTo>
                    <a:pt x="6617" y="7151"/>
                    <a:pt x="6728" y="7151"/>
                    <a:pt x="6715" y="7114"/>
                  </a:cubicBezTo>
                  <a:cubicBezTo>
                    <a:pt x="6715" y="7077"/>
                    <a:pt x="6691" y="7114"/>
                    <a:pt x="6679" y="7065"/>
                  </a:cubicBezTo>
                  <a:cubicBezTo>
                    <a:pt x="6672" y="7032"/>
                    <a:pt x="6672" y="7017"/>
                    <a:pt x="6680" y="7017"/>
                  </a:cubicBezTo>
                  <a:cubicBezTo>
                    <a:pt x="6686" y="7017"/>
                    <a:pt x="6698" y="7029"/>
                    <a:pt x="6715" y="7052"/>
                  </a:cubicBezTo>
                  <a:cubicBezTo>
                    <a:pt x="6765" y="7089"/>
                    <a:pt x="6826" y="7114"/>
                    <a:pt x="6777" y="7114"/>
                  </a:cubicBezTo>
                  <a:cubicBezTo>
                    <a:pt x="6740" y="7126"/>
                    <a:pt x="6777" y="7151"/>
                    <a:pt x="6728" y="7188"/>
                  </a:cubicBezTo>
                  <a:cubicBezTo>
                    <a:pt x="6691" y="7200"/>
                    <a:pt x="6666" y="7225"/>
                    <a:pt x="6642" y="7250"/>
                  </a:cubicBezTo>
                  <a:cubicBezTo>
                    <a:pt x="6628" y="7263"/>
                    <a:pt x="6611" y="7273"/>
                    <a:pt x="6596" y="7273"/>
                  </a:cubicBezTo>
                  <a:cubicBezTo>
                    <a:pt x="6584" y="7273"/>
                    <a:pt x="6573" y="7266"/>
                    <a:pt x="6568" y="7250"/>
                  </a:cubicBezTo>
                  <a:cubicBezTo>
                    <a:pt x="6555" y="7237"/>
                    <a:pt x="6546" y="7231"/>
                    <a:pt x="6538" y="7231"/>
                  </a:cubicBezTo>
                  <a:cubicBezTo>
                    <a:pt x="6531" y="7231"/>
                    <a:pt x="6525" y="7237"/>
                    <a:pt x="6518" y="7250"/>
                  </a:cubicBezTo>
                  <a:cubicBezTo>
                    <a:pt x="6494" y="7274"/>
                    <a:pt x="6469" y="7286"/>
                    <a:pt x="6432" y="7286"/>
                  </a:cubicBezTo>
                  <a:cubicBezTo>
                    <a:pt x="6407" y="7286"/>
                    <a:pt x="6395" y="7274"/>
                    <a:pt x="6383" y="7237"/>
                  </a:cubicBezTo>
                  <a:cubicBezTo>
                    <a:pt x="6374" y="7219"/>
                    <a:pt x="6371" y="7182"/>
                    <a:pt x="6356" y="7182"/>
                  </a:cubicBezTo>
                  <a:cubicBezTo>
                    <a:pt x="6351" y="7182"/>
                    <a:pt x="6344" y="7187"/>
                    <a:pt x="6334" y="7200"/>
                  </a:cubicBezTo>
                  <a:cubicBezTo>
                    <a:pt x="6309" y="7250"/>
                    <a:pt x="6309" y="7311"/>
                    <a:pt x="6272" y="7311"/>
                  </a:cubicBezTo>
                  <a:cubicBezTo>
                    <a:pt x="6223" y="7311"/>
                    <a:pt x="6198" y="7311"/>
                    <a:pt x="6210" y="7250"/>
                  </a:cubicBezTo>
                  <a:cubicBezTo>
                    <a:pt x="6226" y="7202"/>
                    <a:pt x="6227" y="7175"/>
                    <a:pt x="6218" y="7175"/>
                  </a:cubicBezTo>
                  <a:cubicBezTo>
                    <a:pt x="6214" y="7175"/>
                    <a:pt x="6207" y="7183"/>
                    <a:pt x="6198" y="7200"/>
                  </a:cubicBezTo>
                  <a:cubicBezTo>
                    <a:pt x="6186" y="7237"/>
                    <a:pt x="6173" y="7274"/>
                    <a:pt x="6173" y="7311"/>
                  </a:cubicBezTo>
                  <a:cubicBezTo>
                    <a:pt x="6152" y="7354"/>
                    <a:pt x="6196" y="7387"/>
                    <a:pt x="6159" y="7387"/>
                  </a:cubicBezTo>
                  <a:cubicBezTo>
                    <a:pt x="6153" y="7387"/>
                    <a:pt x="6146" y="7387"/>
                    <a:pt x="6136" y="7385"/>
                  </a:cubicBezTo>
                  <a:cubicBezTo>
                    <a:pt x="6110" y="7377"/>
                    <a:pt x="6091" y="7375"/>
                    <a:pt x="6078" y="7375"/>
                  </a:cubicBezTo>
                  <a:cubicBezTo>
                    <a:pt x="6048" y="7375"/>
                    <a:pt x="6043" y="7389"/>
                    <a:pt x="6026" y="7397"/>
                  </a:cubicBezTo>
                  <a:cubicBezTo>
                    <a:pt x="6013" y="7422"/>
                    <a:pt x="6026" y="7447"/>
                    <a:pt x="6038" y="7496"/>
                  </a:cubicBezTo>
                  <a:cubicBezTo>
                    <a:pt x="6044" y="7516"/>
                    <a:pt x="6037" y="7528"/>
                    <a:pt x="6027" y="7528"/>
                  </a:cubicBezTo>
                  <a:cubicBezTo>
                    <a:pt x="6018" y="7528"/>
                    <a:pt x="6007" y="7519"/>
                    <a:pt x="6001" y="7496"/>
                  </a:cubicBezTo>
                  <a:cubicBezTo>
                    <a:pt x="5989" y="7447"/>
                    <a:pt x="6026" y="7422"/>
                    <a:pt x="5989" y="7422"/>
                  </a:cubicBezTo>
                  <a:cubicBezTo>
                    <a:pt x="5979" y="7419"/>
                    <a:pt x="5969" y="7417"/>
                    <a:pt x="5959" y="7417"/>
                  </a:cubicBezTo>
                  <a:cubicBezTo>
                    <a:pt x="5932" y="7417"/>
                    <a:pt x="5905" y="7429"/>
                    <a:pt x="5878" y="7447"/>
                  </a:cubicBezTo>
                  <a:cubicBezTo>
                    <a:pt x="5841" y="7471"/>
                    <a:pt x="5791" y="7447"/>
                    <a:pt x="5791" y="7508"/>
                  </a:cubicBezTo>
                  <a:cubicBezTo>
                    <a:pt x="5791" y="7558"/>
                    <a:pt x="5754" y="7570"/>
                    <a:pt x="5816" y="7570"/>
                  </a:cubicBezTo>
                  <a:cubicBezTo>
                    <a:pt x="5849" y="7570"/>
                    <a:pt x="5871" y="7581"/>
                    <a:pt x="5896" y="7581"/>
                  </a:cubicBezTo>
                  <a:cubicBezTo>
                    <a:pt x="5909" y="7581"/>
                    <a:pt x="5923" y="7578"/>
                    <a:pt x="5939" y="7570"/>
                  </a:cubicBezTo>
                  <a:cubicBezTo>
                    <a:pt x="5979" y="7560"/>
                    <a:pt x="6003" y="7542"/>
                    <a:pt x="6024" y="7542"/>
                  </a:cubicBezTo>
                  <a:cubicBezTo>
                    <a:pt x="6028" y="7542"/>
                    <a:pt x="6033" y="7543"/>
                    <a:pt x="6038" y="7545"/>
                  </a:cubicBezTo>
                  <a:cubicBezTo>
                    <a:pt x="6045" y="7559"/>
                    <a:pt x="6059" y="7569"/>
                    <a:pt x="6074" y="7569"/>
                  </a:cubicBezTo>
                  <a:cubicBezTo>
                    <a:pt x="6087" y="7569"/>
                    <a:pt x="6101" y="7562"/>
                    <a:pt x="6112" y="7545"/>
                  </a:cubicBezTo>
                  <a:cubicBezTo>
                    <a:pt x="6124" y="7527"/>
                    <a:pt x="6139" y="7518"/>
                    <a:pt x="6147" y="7518"/>
                  </a:cubicBezTo>
                  <a:cubicBezTo>
                    <a:pt x="6155" y="7518"/>
                    <a:pt x="6155" y="7527"/>
                    <a:pt x="6136" y="7545"/>
                  </a:cubicBezTo>
                  <a:cubicBezTo>
                    <a:pt x="6120" y="7578"/>
                    <a:pt x="6109" y="7589"/>
                    <a:pt x="6089" y="7589"/>
                  </a:cubicBezTo>
                  <a:cubicBezTo>
                    <a:pt x="6079" y="7589"/>
                    <a:pt x="6067" y="7586"/>
                    <a:pt x="6050" y="7582"/>
                  </a:cubicBezTo>
                  <a:cubicBezTo>
                    <a:pt x="6032" y="7576"/>
                    <a:pt x="6010" y="7573"/>
                    <a:pt x="5989" y="7573"/>
                  </a:cubicBezTo>
                  <a:cubicBezTo>
                    <a:pt x="5967" y="7573"/>
                    <a:pt x="5945" y="7576"/>
                    <a:pt x="5927" y="7582"/>
                  </a:cubicBezTo>
                  <a:cubicBezTo>
                    <a:pt x="5903" y="7606"/>
                    <a:pt x="5875" y="7614"/>
                    <a:pt x="5845" y="7614"/>
                  </a:cubicBezTo>
                  <a:cubicBezTo>
                    <a:pt x="5827" y="7614"/>
                    <a:pt x="5809" y="7611"/>
                    <a:pt x="5791" y="7607"/>
                  </a:cubicBezTo>
                  <a:cubicBezTo>
                    <a:pt x="5764" y="7601"/>
                    <a:pt x="5726" y="7596"/>
                    <a:pt x="5693" y="7596"/>
                  </a:cubicBezTo>
                  <a:cubicBezTo>
                    <a:pt x="5653" y="7596"/>
                    <a:pt x="5619" y="7604"/>
                    <a:pt x="5619" y="7631"/>
                  </a:cubicBezTo>
                  <a:cubicBezTo>
                    <a:pt x="5611" y="7664"/>
                    <a:pt x="5619" y="7664"/>
                    <a:pt x="5640" y="7664"/>
                  </a:cubicBezTo>
                  <a:cubicBezTo>
                    <a:pt x="5650" y="7664"/>
                    <a:pt x="5664" y="7664"/>
                    <a:pt x="5681" y="7668"/>
                  </a:cubicBezTo>
                  <a:cubicBezTo>
                    <a:pt x="5742" y="7681"/>
                    <a:pt x="5791" y="7705"/>
                    <a:pt x="5791" y="7767"/>
                  </a:cubicBezTo>
                  <a:cubicBezTo>
                    <a:pt x="5791" y="7817"/>
                    <a:pt x="5780" y="7867"/>
                    <a:pt x="5769" y="7867"/>
                  </a:cubicBezTo>
                  <a:cubicBezTo>
                    <a:pt x="5764" y="7867"/>
                    <a:pt x="5758" y="7856"/>
                    <a:pt x="5754" y="7829"/>
                  </a:cubicBezTo>
                  <a:cubicBezTo>
                    <a:pt x="5754" y="7755"/>
                    <a:pt x="5767" y="7718"/>
                    <a:pt x="5717" y="7705"/>
                  </a:cubicBezTo>
                  <a:cubicBezTo>
                    <a:pt x="5682" y="7705"/>
                    <a:pt x="5659" y="7697"/>
                    <a:pt x="5646" y="7697"/>
                  </a:cubicBezTo>
                  <a:cubicBezTo>
                    <a:pt x="5636" y="7697"/>
                    <a:pt x="5631" y="7702"/>
                    <a:pt x="5631" y="7718"/>
                  </a:cubicBezTo>
                  <a:cubicBezTo>
                    <a:pt x="5622" y="7756"/>
                    <a:pt x="5620" y="7824"/>
                    <a:pt x="5619" y="7824"/>
                  </a:cubicBezTo>
                  <a:cubicBezTo>
                    <a:pt x="5619" y="7824"/>
                    <a:pt x="5619" y="7818"/>
                    <a:pt x="5619" y="7804"/>
                  </a:cubicBezTo>
                  <a:cubicBezTo>
                    <a:pt x="5607" y="7742"/>
                    <a:pt x="5631" y="7718"/>
                    <a:pt x="5607" y="7681"/>
                  </a:cubicBezTo>
                  <a:cubicBezTo>
                    <a:pt x="5588" y="7653"/>
                    <a:pt x="5598" y="7603"/>
                    <a:pt x="5592" y="7603"/>
                  </a:cubicBezTo>
                  <a:lnTo>
                    <a:pt x="5592" y="7603"/>
                  </a:lnTo>
                  <a:cubicBezTo>
                    <a:pt x="5591" y="7603"/>
                    <a:pt x="5588" y="7608"/>
                    <a:pt x="5582" y="7619"/>
                  </a:cubicBezTo>
                  <a:cubicBezTo>
                    <a:pt x="5557" y="7668"/>
                    <a:pt x="5533" y="7681"/>
                    <a:pt x="5533" y="7718"/>
                  </a:cubicBezTo>
                  <a:cubicBezTo>
                    <a:pt x="5533" y="7755"/>
                    <a:pt x="5508" y="7829"/>
                    <a:pt x="5533" y="7829"/>
                  </a:cubicBezTo>
                  <a:cubicBezTo>
                    <a:pt x="5542" y="7829"/>
                    <a:pt x="5551" y="7849"/>
                    <a:pt x="5545" y="7849"/>
                  </a:cubicBezTo>
                  <a:cubicBezTo>
                    <a:pt x="5543" y="7849"/>
                    <a:pt x="5539" y="7847"/>
                    <a:pt x="5533" y="7841"/>
                  </a:cubicBezTo>
                  <a:cubicBezTo>
                    <a:pt x="5508" y="7816"/>
                    <a:pt x="5496" y="7816"/>
                    <a:pt x="5471" y="7767"/>
                  </a:cubicBezTo>
                  <a:cubicBezTo>
                    <a:pt x="5466" y="7746"/>
                    <a:pt x="5465" y="7739"/>
                    <a:pt x="5463" y="7739"/>
                  </a:cubicBezTo>
                  <a:cubicBezTo>
                    <a:pt x="5460" y="7739"/>
                    <a:pt x="5455" y="7753"/>
                    <a:pt x="5434" y="7767"/>
                  </a:cubicBezTo>
                  <a:cubicBezTo>
                    <a:pt x="5409" y="7779"/>
                    <a:pt x="5422" y="7841"/>
                    <a:pt x="5385" y="7841"/>
                  </a:cubicBezTo>
                  <a:cubicBezTo>
                    <a:pt x="5336" y="7841"/>
                    <a:pt x="5286" y="7878"/>
                    <a:pt x="5286" y="7890"/>
                  </a:cubicBezTo>
                  <a:cubicBezTo>
                    <a:pt x="5286" y="7915"/>
                    <a:pt x="5311" y="7927"/>
                    <a:pt x="5286" y="7952"/>
                  </a:cubicBezTo>
                  <a:cubicBezTo>
                    <a:pt x="5262" y="7976"/>
                    <a:pt x="5274" y="8026"/>
                    <a:pt x="5286" y="8026"/>
                  </a:cubicBezTo>
                  <a:cubicBezTo>
                    <a:pt x="5292" y="8026"/>
                    <a:pt x="5311" y="8023"/>
                    <a:pt x="5331" y="8023"/>
                  </a:cubicBezTo>
                  <a:cubicBezTo>
                    <a:pt x="5351" y="8023"/>
                    <a:pt x="5372" y="8026"/>
                    <a:pt x="5385" y="8038"/>
                  </a:cubicBezTo>
                  <a:cubicBezTo>
                    <a:pt x="5406" y="8059"/>
                    <a:pt x="5446" y="8090"/>
                    <a:pt x="5432" y="8090"/>
                  </a:cubicBezTo>
                  <a:cubicBezTo>
                    <a:pt x="5430" y="8090"/>
                    <a:pt x="5427" y="8089"/>
                    <a:pt x="5422" y="8087"/>
                  </a:cubicBezTo>
                  <a:cubicBezTo>
                    <a:pt x="5412" y="8085"/>
                    <a:pt x="5405" y="8084"/>
                    <a:pt x="5398" y="8084"/>
                  </a:cubicBezTo>
                  <a:cubicBezTo>
                    <a:pt x="5371" y="8084"/>
                    <a:pt x="5365" y="8102"/>
                    <a:pt x="5336" y="8112"/>
                  </a:cubicBezTo>
                  <a:cubicBezTo>
                    <a:pt x="5299" y="8124"/>
                    <a:pt x="5274" y="8174"/>
                    <a:pt x="5286" y="8186"/>
                  </a:cubicBezTo>
                  <a:cubicBezTo>
                    <a:pt x="5311" y="8211"/>
                    <a:pt x="5336" y="8223"/>
                    <a:pt x="5360" y="8235"/>
                  </a:cubicBezTo>
                  <a:cubicBezTo>
                    <a:pt x="5397" y="8235"/>
                    <a:pt x="5434" y="8235"/>
                    <a:pt x="5459" y="8211"/>
                  </a:cubicBezTo>
                  <a:cubicBezTo>
                    <a:pt x="5470" y="8203"/>
                    <a:pt x="5484" y="8200"/>
                    <a:pt x="5496" y="8200"/>
                  </a:cubicBezTo>
                  <a:cubicBezTo>
                    <a:pt x="5525" y="8200"/>
                    <a:pt x="5544" y="8218"/>
                    <a:pt x="5483" y="8235"/>
                  </a:cubicBezTo>
                  <a:cubicBezTo>
                    <a:pt x="5409" y="8248"/>
                    <a:pt x="5446" y="8248"/>
                    <a:pt x="5385" y="8272"/>
                  </a:cubicBezTo>
                  <a:cubicBezTo>
                    <a:pt x="5336" y="8272"/>
                    <a:pt x="5299" y="8309"/>
                    <a:pt x="5274" y="8346"/>
                  </a:cubicBezTo>
                  <a:cubicBezTo>
                    <a:pt x="5262" y="8371"/>
                    <a:pt x="5274" y="8383"/>
                    <a:pt x="5336" y="8395"/>
                  </a:cubicBezTo>
                  <a:cubicBezTo>
                    <a:pt x="5385" y="8408"/>
                    <a:pt x="5434" y="8408"/>
                    <a:pt x="5446" y="8457"/>
                  </a:cubicBezTo>
                  <a:cubicBezTo>
                    <a:pt x="5446" y="8485"/>
                    <a:pt x="5446" y="8535"/>
                    <a:pt x="5435" y="8535"/>
                  </a:cubicBezTo>
                  <a:cubicBezTo>
                    <a:pt x="5432" y="8535"/>
                    <a:pt x="5428" y="8530"/>
                    <a:pt x="5422" y="8519"/>
                  </a:cubicBezTo>
                  <a:cubicBezTo>
                    <a:pt x="5411" y="8475"/>
                    <a:pt x="5419" y="8430"/>
                    <a:pt x="5386" y="8430"/>
                  </a:cubicBezTo>
                  <a:cubicBezTo>
                    <a:pt x="5382" y="8430"/>
                    <a:pt x="5378" y="8431"/>
                    <a:pt x="5372" y="8432"/>
                  </a:cubicBezTo>
                  <a:cubicBezTo>
                    <a:pt x="5323" y="8432"/>
                    <a:pt x="5336" y="8457"/>
                    <a:pt x="5311" y="8482"/>
                  </a:cubicBezTo>
                  <a:cubicBezTo>
                    <a:pt x="5286" y="8519"/>
                    <a:pt x="5286" y="8556"/>
                    <a:pt x="5311" y="8593"/>
                  </a:cubicBezTo>
                  <a:cubicBezTo>
                    <a:pt x="5336" y="8617"/>
                    <a:pt x="5360" y="8617"/>
                    <a:pt x="5397" y="8617"/>
                  </a:cubicBezTo>
                  <a:cubicBezTo>
                    <a:pt x="5422" y="8617"/>
                    <a:pt x="5446" y="8630"/>
                    <a:pt x="5459" y="8642"/>
                  </a:cubicBezTo>
                  <a:cubicBezTo>
                    <a:pt x="5473" y="8656"/>
                    <a:pt x="5488" y="8662"/>
                    <a:pt x="5502" y="8662"/>
                  </a:cubicBezTo>
                  <a:cubicBezTo>
                    <a:pt x="5512" y="8662"/>
                    <a:pt x="5522" y="8659"/>
                    <a:pt x="5533" y="8654"/>
                  </a:cubicBezTo>
                  <a:cubicBezTo>
                    <a:pt x="5570" y="8642"/>
                    <a:pt x="5570" y="8642"/>
                    <a:pt x="5594" y="8593"/>
                  </a:cubicBezTo>
                  <a:cubicBezTo>
                    <a:pt x="5603" y="8556"/>
                    <a:pt x="5612" y="8534"/>
                    <a:pt x="5631" y="8534"/>
                  </a:cubicBezTo>
                  <a:cubicBezTo>
                    <a:pt x="5638" y="8534"/>
                    <a:pt x="5646" y="8537"/>
                    <a:pt x="5656" y="8543"/>
                  </a:cubicBezTo>
                  <a:cubicBezTo>
                    <a:pt x="5656" y="8543"/>
                    <a:pt x="5631" y="8543"/>
                    <a:pt x="5619" y="8580"/>
                  </a:cubicBezTo>
                  <a:cubicBezTo>
                    <a:pt x="5594" y="8642"/>
                    <a:pt x="5557" y="8703"/>
                    <a:pt x="5533" y="8703"/>
                  </a:cubicBezTo>
                  <a:lnTo>
                    <a:pt x="5459" y="8703"/>
                  </a:lnTo>
                  <a:cubicBezTo>
                    <a:pt x="5434" y="8703"/>
                    <a:pt x="5520" y="8740"/>
                    <a:pt x="5545" y="8753"/>
                  </a:cubicBezTo>
                  <a:cubicBezTo>
                    <a:pt x="5559" y="8767"/>
                    <a:pt x="5561" y="8781"/>
                    <a:pt x="5551" y="8781"/>
                  </a:cubicBezTo>
                  <a:cubicBezTo>
                    <a:pt x="5543" y="8781"/>
                    <a:pt x="5529" y="8774"/>
                    <a:pt x="5508" y="8753"/>
                  </a:cubicBezTo>
                  <a:cubicBezTo>
                    <a:pt x="5492" y="8740"/>
                    <a:pt x="5479" y="8735"/>
                    <a:pt x="5471" y="8735"/>
                  </a:cubicBezTo>
                  <a:cubicBezTo>
                    <a:pt x="5455" y="8735"/>
                    <a:pt x="5455" y="8757"/>
                    <a:pt x="5471" y="8790"/>
                  </a:cubicBezTo>
                  <a:cubicBezTo>
                    <a:pt x="5483" y="8851"/>
                    <a:pt x="5533" y="8839"/>
                    <a:pt x="5557" y="8851"/>
                  </a:cubicBezTo>
                  <a:cubicBezTo>
                    <a:pt x="5594" y="8864"/>
                    <a:pt x="5656" y="8888"/>
                    <a:pt x="5594" y="8888"/>
                  </a:cubicBezTo>
                  <a:cubicBezTo>
                    <a:pt x="5557" y="8888"/>
                    <a:pt x="5520" y="8876"/>
                    <a:pt x="5483" y="8864"/>
                  </a:cubicBezTo>
                  <a:cubicBezTo>
                    <a:pt x="5472" y="8864"/>
                    <a:pt x="5457" y="8869"/>
                    <a:pt x="5441" y="8869"/>
                  </a:cubicBezTo>
                  <a:cubicBezTo>
                    <a:pt x="5422" y="8869"/>
                    <a:pt x="5404" y="8861"/>
                    <a:pt x="5397" y="8827"/>
                  </a:cubicBezTo>
                  <a:cubicBezTo>
                    <a:pt x="5378" y="8778"/>
                    <a:pt x="5397" y="8698"/>
                    <a:pt x="5387" y="8698"/>
                  </a:cubicBezTo>
                  <a:cubicBezTo>
                    <a:pt x="5385" y="8698"/>
                    <a:pt x="5380" y="8703"/>
                    <a:pt x="5372" y="8716"/>
                  </a:cubicBezTo>
                  <a:cubicBezTo>
                    <a:pt x="5348" y="8753"/>
                    <a:pt x="5336" y="8802"/>
                    <a:pt x="5336" y="8839"/>
                  </a:cubicBezTo>
                  <a:cubicBezTo>
                    <a:pt x="5336" y="8876"/>
                    <a:pt x="5409" y="8888"/>
                    <a:pt x="5372" y="8913"/>
                  </a:cubicBezTo>
                  <a:cubicBezTo>
                    <a:pt x="5348" y="8925"/>
                    <a:pt x="5336" y="8962"/>
                    <a:pt x="5336" y="8999"/>
                  </a:cubicBezTo>
                  <a:cubicBezTo>
                    <a:pt x="5336" y="9013"/>
                    <a:pt x="5336" y="9023"/>
                    <a:pt x="5342" y="9023"/>
                  </a:cubicBezTo>
                  <a:cubicBezTo>
                    <a:pt x="5347" y="9023"/>
                    <a:pt x="5356" y="9016"/>
                    <a:pt x="5372" y="8999"/>
                  </a:cubicBezTo>
                  <a:cubicBezTo>
                    <a:pt x="5397" y="8975"/>
                    <a:pt x="5413" y="8975"/>
                    <a:pt x="5423" y="8975"/>
                  </a:cubicBezTo>
                  <a:cubicBezTo>
                    <a:pt x="5434" y="8975"/>
                    <a:pt x="5440" y="8975"/>
                    <a:pt x="5446" y="8950"/>
                  </a:cubicBezTo>
                  <a:cubicBezTo>
                    <a:pt x="5454" y="8921"/>
                    <a:pt x="5461" y="8909"/>
                    <a:pt x="5466" y="8909"/>
                  </a:cubicBezTo>
                  <a:cubicBezTo>
                    <a:pt x="5469" y="8909"/>
                    <a:pt x="5471" y="8915"/>
                    <a:pt x="5471" y="8925"/>
                  </a:cubicBezTo>
                  <a:cubicBezTo>
                    <a:pt x="5471" y="8950"/>
                    <a:pt x="5471" y="8962"/>
                    <a:pt x="5508" y="8962"/>
                  </a:cubicBezTo>
                  <a:cubicBezTo>
                    <a:pt x="5520" y="8950"/>
                    <a:pt x="5533" y="8950"/>
                    <a:pt x="5545" y="8938"/>
                  </a:cubicBezTo>
                  <a:cubicBezTo>
                    <a:pt x="5553" y="8929"/>
                    <a:pt x="5567" y="8904"/>
                    <a:pt x="5576" y="8904"/>
                  </a:cubicBezTo>
                  <a:cubicBezTo>
                    <a:pt x="5579" y="8904"/>
                    <a:pt x="5582" y="8909"/>
                    <a:pt x="5582" y="8925"/>
                  </a:cubicBezTo>
                  <a:cubicBezTo>
                    <a:pt x="5582" y="8944"/>
                    <a:pt x="5579" y="8944"/>
                    <a:pt x="5577" y="8944"/>
                  </a:cubicBezTo>
                  <a:cubicBezTo>
                    <a:pt x="5576" y="8944"/>
                    <a:pt x="5576" y="8944"/>
                    <a:pt x="5582" y="8962"/>
                  </a:cubicBezTo>
                  <a:cubicBezTo>
                    <a:pt x="5594" y="8999"/>
                    <a:pt x="5570" y="9011"/>
                    <a:pt x="5545" y="9024"/>
                  </a:cubicBezTo>
                  <a:cubicBezTo>
                    <a:pt x="5508" y="9036"/>
                    <a:pt x="5508" y="9085"/>
                    <a:pt x="5533" y="9110"/>
                  </a:cubicBezTo>
                  <a:cubicBezTo>
                    <a:pt x="5540" y="9125"/>
                    <a:pt x="5557" y="9136"/>
                    <a:pt x="5569" y="9136"/>
                  </a:cubicBezTo>
                  <a:cubicBezTo>
                    <a:pt x="5577" y="9136"/>
                    <a:pt x="5582" y="9132"/>
                    <a:pt x="5582" y="9122"/>
                  </a:cubicBezTo>
                  <a:cubicBezTo>
                    <a:pt x="5585" y="9113"/>
                    <a:pt x="5590" y="9109"/>
                    <a:pt x="5595" y="9109"/>
                  </a:cubicBezTo>
                  <a:cubicBezTo>
                    <a:pt x="5609" y="9109"/>
                    <a:pt x="5621" y="9138"/>
                    <a:pt x="5594" y="9147"/>
                  </a:cubicBezTo>
                  <a:cubicBezTo>
                    <a:pt x="5577" y="9156"/>
                    <a:pt x="5553" y="9164"/>
                    <a:pt x="5532" y="9164"/>
                  </a:cubicBezTo>
                  <a:cubicBezTo>
                    <a:pt x="5523" y="9164"/>
                    <a:pt x="5515" y="9163"/>
                    <a:pt x="5508" y="9159"/>
                  </a:cubicBezTo>
                  <a:cubicBezTo>
                    <a:pt x="5446" y="9159"/>
                    <a:pt x="5434" y="9196"/>
                    <a:pt x="5422" y="9233"/>
                  </a:cubicBezTo>
                  <a:cubicBezTo>
                    <a:pt x="5409" y="9258"/>
                    <a:pt x="5446" y="9283"/>
                    <a:pt x="5471" y="9283"/>
                  </a:cubicBezTo>
                  <a:cubicBezTo>
                    <a:pt x="5496" y="9295"/>
                    <a:pt x="5545" y="9356"/>
                    <a:pt x="5619" y="9393"/>
                  </a:cubicBezTo>
                  <a:cubicBezTo>
                    <a:pt x="5637" y="9404"/>
                    <a:pt x="5651" y="9408"/>
                    <a:pt x="5662" y="9408"/>
                  </a:cubicBezTo>
                  <a:cubicBezTo>
                    <a:pt x="5681" y="9408"/>
                    <a:pt x="5692" y="9399"/>
                    <a:pt x="5702" y="9399"/>
                  </a:cubicBezTo>
                  <a:cubicBezTo>
                    <a:pt x="5707" y="9399"/>
                    <a:pt x="5712" y="9400"/>
                    <a:pt x="5717" y="9406"/>
                  </a:cubicBezTo>
                  <a:cubicBezTo>
                    <a:pt x="5742" y="9430"/>
                    <a:pt x="5767" y="9455"/>
                    <a:pt x="5791" y="9467"/>
                  </a:cubicBezTo>
                  <a:cubicBezTo>
                    <a:pt x="5828" y="9474"/>
                    <a:pt x="5865" y="9477"/>
                    <a:pt x="5902" y="9477"/>
                  </a:cubicBezTo>
                  <a:cubicBezTo>
                    <a:pt x="5939" y="9477"/>
                    <a:pt x="5976" y="9474"/>
                    <a:pt x="6013" y="9467"/>
                  </a:cubicBezTo>
                  <a:cubicBezTo>
                    <a:pt x="6062" y="9430"/>
                    <a:pt x="6223" y="9295"/>
                    <a:pt x="6297" y="9246"/>
                  </a:cubicBezTo>
                  <a:cubicBezTo>
                    <a:pt x="6370" y="9196"/>
                    <a:pt x="6346" y="9159"/>
                    <a:pt x="6420" y="9110"/>
                  </a:cubicBezTo>
                  <a:cubicBezTo>
                    <a:pt x="6506" y="9061"/>
                    <a:pt x="6543" y="9073"/>
                    <a:pt x="6568" y="8999"/>
                  </a:cubicBezTo>
                  <a:cubicBezTo>
                    <a:pt x="6592" y="8925"/>
                    <a:pt x="6592" y="8876"/>
                    <a:pt x="6605" y="8851"/>
                  </a:cubicBezTo>
                  <a:cubicBezTo>
                    <a:pt x="6609" y="8843"/>
                    <a:pt x="6611" y="8838"/>
                    <a:pt x="6614" y="8838"/>
                  </a:cubicBezTo>
                  <a:cubicBezTo>
                    <a:pt x="6619" y="8838"/>
                    <a:pt x="6625" y="8862"/>
                    <a:pt x="6642" y="8938"/>
                  </a:cubicBezTo>
                  <a:cubicBezTo>
                    <a:pt x="6654" y="9048"/>
                    <a:pt x="6728" y="8999"/>
                    <a:pt x="6740" y="9036"/>
                  </a:cubicBezTo>
                  <a:cubicBezTo>
                    <a:pt x="6752" y="9073"/>
                    <a:pt x="6715" y="9048"/>
                    <a:pt x="6740" y="9135"/>
                  </a:cubicBezTo>
                  <a:cubicBezTo>
                    <a:pt x="6765" y="9209"/>
                    <a:pt x="6777" y="9184"/>
                    <a:pt x="6777" y="9258"/>
                  </a:cubicBezTo>
                  <a:cubicBezTo>
                    <a:pt x="6777" y="9332"/>
                    <a:pt x="6900" y="9393"/>
                    <a:pt x="6900" y="9455"/>
                  </a:cubicBezTo>
                  <a:cubicBezTo>
                    <a:pt x="6913" y="9504"/>
                    <a:pt x="6876" y="9529"/>
                    <a:pt x="6900" y="9578"/>
                  </a:cubicBezTo>
                  <a:cubicBezTo>
                    <a:pt x="6937" y="9701"/>
                    <a:pt x="6987" y="9825"/>
                    <a:pt x="7036" y="9948"/>
                  </a:cubicBezTo>
                  <a:cubicBezTo>
                    <a:pt x="7073" y="9973"/>
                    <a:pt x="7159" y="10034"/>
                    <a:pt x="7147" y="10071"/>
                  </a:cubicBezTo>
                  <a:cubicBezTo>
                    <a:pt x="7134" y="10133"/>
                    <a:pt x="7134" y="10194"/>
                    <a:pt x="7134" y="10256"/>
                  </a:cubicBezTo>
                  <a:cubicBezTo>
                    <a:pt x="7147" y="10281"/>
                    <a:pt x="7159" y="10355"/>
                    <a:pt x="7184" y="10416"/>
                  </a:cubicBezTo>
                  <a:cubicBezTo>
                    <a:pt x="7208" y="10478"/>
                    <a:pt x="7147" y="10527"/>
                    <a:pt x="7245" y="10527"/>
                  </a:cubicBezTo>
                  <a:cubicBezTo>
                    <a:pt x="7298" y="10527"/>
                    <a:pt x="7361" y="10541"/>
                    <a:pt x="7407" y="10541"/>
                  </a:cubicBezTo>
                  <a:cubicBezTo>
                    <a:pt x="7446" y="10541"/>
                    <a:pt x="7473" y="10530"/>
                    <a:pt x="7467" y="10490"/>
                  </a:cubicBezTo>
                  <a:cubicBezTo>
                    <a:pt x="7455" y="10404"/>
                    <a:pt x="7442" y="10293"/>
                    <a:pt x="7516" y="10281"/>
                  </a:cubicBezTo>
                  <a:cubicBezTo>
                    <a:pt x="7578" y="10281"/>
                    <a:pt x="7590" y="10231"/>
                    <a:pt x="7652" y="10231"/>
                  </a:cubicBezTo>
                  <a:cubicBezTo>
                    <a:pt x="7698" y="10231"/>
                    <a:pt x="7758" y="10273"/>
                    <a:pt x="7801" y="10273"/>
                  </a:cubicBezTo>
                  <a:cubicBezTo>
                    <a:pt x="7815" y="10273"/>
                    <a:pt x="7828" y="10268"/>
                    <a:pt x="7837" y="10256"/>
                  </a:cubicBezTo>
                  <a:cubicBezTo>
                    <a:pt x="7874" y="10207"/>
                    <a:pt x="7886" y="10133"/>
                    <a:pt x="7911" y="10083"/>
                  </a:cubicBezTo>
                  <a:cubicBezTo>
                    <a:pt x="7960" y="9936"/>
                    <a:pt x="7997" y="9775"/>
                    <a:pt x="8009" y="9603"/>
                  </a:cubicBezTo>
                  <a:cubicBezTo>
                    <a:pt x="8022" y="9529"/>
                    <a:pt x="8009" y="9455"/>
                    <a:pt x="7997" y="9369"/>
                  </a:cubicBezTo>
                  <a:cubicBezTo>
                    <a:pt x="7972" y="9320"/>
                    <a:pt x="7923" y="9270"/>
                    <a:pt x="7997" y="9270"/>
                  </a:cubicBezTo>
                  <a:cubicBezTo>
                    <a:pt x="8083" y="9246"/>
                    <a:pt x="8169" y="9196"/>
                    <a:pt x="8243" y="9135"/>
                  </a:cubicBezTo>
                  <a:cubicBezTo>
                    <a:pt x="8280" y="9098"/>
                    <a:pt x="8268" y="9085"/>
                    <a:pt x="8256" y="9061"/>
                  </a:cubicBezTo>
                  <a:cubicBezTo>
                    <a:pt x="8256" y="9055"/>
                    <a:pt x="8268" y="9055"/>
                    <a:pt x="8286" y="9055"/>
                  </a:cubicBezTo>
                  <a:cubicBezTo>
                    <a:pt x="8305" y="9055"/>
                    <a:pt x="8330" y="9055"/>
                    <a:pt x="8354" y="9048"/>
                  </a:cubicBezTo>
                  <a:cubicBezTo>
                    <a:pt x="8391" y="9036"/>
                    <a:pt x="8440" y="8975"/>
                    <a:pt x="8391" y="8950"/>
                  </a:cubicBezTo>
                  <a:cubicBezTo>
                    <a:pt x="8342" y="8913"/>
                    <a:pt x="8342" y="8925"/>
                    <a:pt x="8391" y="8876"/>
                  </a:cubicBezTo>
                  <a:cubicBezTo>
                    <a:pt x="8440" y="8839"/>
                    <a:pt x="8564" y="8777"/>
                    <a:pt x="8514" y="8716"/>
                  </a:cubicBezTo>
                  <a:cubicBezTo>
                    <a:pt x="8428" y="8617"/>
                    <a:pt x="8342" y="8519"/>
                    <a:pt x="8243" y="8445"/>
                  </a:cubicBezTo>
                  <a:cubicBezTo>
                    <a:pt x="8157" y="8383"/>
                    <a:pt x="8132" y="8383"/>
                    <a:pt x="8120" y="8297"/>
                  </a:cubicBezTo>
                  <a:cubicBezTo>
                    <a:pt x="8108" y="8161"/>
                    <a:pt x="8120" y="8013"/>
                    <a:pt x="8169" y="7866"/>
                  </a:cubicBezTo>
                  <a:cubicBezTo>
                    <a:pt x="8219" y="7742"/>
                    <a:pt x="8231" y="7742"/>
                    <a:pt x="8182" y="7705"/>
                  </a:cubicBezTo>
                  <a:cubicBezTo>
                    <a:pt x="8145" y="7668"/>
                    <a:pt x="8108" y="7656"/>
                    <a:pt x="8169" y="7607"/>
                  </a:cubicBezTo>
                  <a:cubicBezTo>
                    <a:pt x="8243" y="7558"/>
                    <a:pt x="8317" y="7496"/>
                    <a:pt x="8354" y="7422"/>
                  </a:cubicBezTo>
                  <a:cubicBezTo>
                    <a:pt x="8404" y="7348"/>
                    <a:pt x="8465" y="7286"/>
                    <a:pt x="8551" y="7250"/>
                  </a:cubicBezTo>
                  <a:cubicBezTo>
                    <a:pt x="8650" y="7200"/>
                    <a:pt x="8749" y="7126"/>
                    <a:pt x="8835" y="7052"/>
                  </a:cubicBezTo>
                  <a:cubicBezTo>
                    <a:pt x="8896" y="6991"/>
                    <a:pt x="8933" y="6978"/>
                    <a:pt x="8995" y="6917"/>
                  </a:cubicBezTo>
                  <a:cubicBezTo>
                    <a:pt x="9057" y="6880"/>
                    <a:pt x="9094" y="6806"/>
                    <a:pt x="9094" y="6744"/>
                  </a:cubicBezTo>
                  <a:cubicBezTo>
                    <a:pt x="9094" y="6707"/>
                    <a:pt x="9081" y="6707"/>
                    <a:pt x="9032" y="6633"/>
                  </a:cubicBezTo>
                  <a:cubicBezTo>
                    <a:pt x="8995" y="6560"/>
                    <a:pt x="9032" y="6523"/>
                    <a:pt x="9044" y="6498"/>
                  </a:cubicBezTo>
                  <a:cubicBezTo>
                    <a:pt x="9069" y="6486"/>
                    <a:pt x="9217" y="6449"/>
                    <a:pt x="9167" y="6387"/>
                  </a:cubicBezTo>
                  <a:cubicBezTo>
                    <a:pt x="9130" y="6338"/>
                    <a:pt x="9106" y="6301"/>
                    <a:pt x="9204" y="6252"/>
                  </a:cubicBezTo>
                  <a:cubicBezTo>
                    <a:pt x="9303" y="6215"/>
                    <a:pt x="9303" y="6178"/>
                    <a:pt x="9365" y="6128"/>
                  </a:cubicBezTo>
                  <a:cubicBezTo>
                    <a:pt x="9406" y="6101"/>
                    <a:pt x="9428" y="6085"/>
                    <a:pt x="9446" y="6085"/>
                  </a:cubicBezTo>
                  <a:cubicBezTo>
                    <a:pt x="9460" y="6085"/>
                    <a:pt x="9472" y="6094"/>
                    <a:pt x="9488" y="6116"/>
                  </a:cubicBezTo>
                  <a:cubicBezTo>
                    <a:pt x="9515" y="6136"/>
                    <a:pt x="9523" y="6145"/>
                    <a:pt x="9534" y="6145"/>
                  </a:cubicBezTo>
                  <a:cubicBezTo>
                    <a:pt x="9542" y="6145"/>
                    <a:pt x="9552" y="6139"/>
                    <a:pt x="9574" y="6128"/>
                  </a:cubicBezTo>
                  <a:cubicBezTo>
                    <a:pt x="9610" y="6107"/>
                    <a:pt x="9625" y="6094"/>
                    <a:pt x="9650" y="6094"/>
                  </a:cubicBezTo>
                  <a:cubicBezTo>
                    <a:pt x="9669" y="6094"/>
                    <a:pt x="9693" y="6100"/>
                    <a:pt x="9734" y="6116"/>
                  </a:cubicBezTo>
                  <a:lnTo>
                    <a:pt x="9747" y="6116"/>
                  </a:lnTo>
                  <a:cubicBezTo>
                    <a:pt x="9833" y="6153"/>
                    <a:pt x="9919" y="6227"/>
                    <a:pt x="9968" y="6239"/>
                  </a:cubicBezTo>
                  <a:cubicBezTo>
                    <a:pt x="10005" y="6252"/>
                    <a:pt x="9944" y="6399"/>
                    <a:pt x="9993" y="6436"/>
                  </a:cubicBezTo>
                  <a:cubicBezTo>
                    <a:pt x="10042" y="6486"/>
                    <a:pt x="10055" y="6535"/>
                    <a:pt x="10018" y="6535"/>
                  </a:cubicBezTo>
                  <a:cubicBezTo>
                    <a:pt x="9985" y="6535"/>
                    <a:pt x="9957" y="6551"/>
                    <a:pt x="9939" y="6551"/>
                  </a:cubicBezTo>
                  <a:cubicBezTo>
                    <a:pt x="9930" y="6551"/>
                    <a:pt x="9923" y="6547"/>
                    <a:pt x="9919" y="6535"/>
                  </a:cubicBezTo>
                  <a:cubicBezTo>
                    <a:pt x="9919" y="6519"/>
                    <a:pt x="9915" y="6513"/>
                    <a:pt x="9909" y="6513"/>
                  </a:cubicBezTo>
                  <a:cubicBezTo>
                    <a:pt x="9901" y="6513"/>
                    <a:pt x="9889" y="6526"/>
                    <a:pt x="9882" y="6547"/>
                  </a:cubicBezTo>
                  <a:cubicBezTo>
                    <a:pt x="9845" y="6597"/>
                    <a:pt x="9796" y="6646"/>
                    <a:pt x="9759" y="6695"/>
                  </a:cubicBezTo>
                  <a:cubicBezTo>
                    <a:pt x="9710" y="6744"/>
                    <a:pt x="9685" y="6880"/>
                    <a:pt x="9623" y="6892"/>
                  </a:cubicBezTo>
                  <a:cubicBezTo>
                    <a:pt x="9574" y="6905"/>
                    <a:pt x="9537" y="6929"/>
                    <a:pt x="9525" y="6978"/>
                  </a:cubicBezTo>
                  <a:cubicBezTo>
                    <a:pt x="9475" y="7028"/>
                    <a:pt x="9377" y="7102"/>
                    <a:pt x="9315" y="7163"/>
                  </a:cubicBezTo>
                  <a:cubicBezTo>
                    <a:pt x="9266" y="7237"/>
                    <a:pt x="9241" y="7262"/>
                    <a:pt x="9167" y="7262"/>
                  </a:cubicBezTo>
                  <a:cubicBezTo>
                    <a:pt x="9094" y="7262"/>
                    <a:pt x="9167" y="7286"/>
                    <a:pt x="9106" y="7360"/>
                  </a:cubicBezTo>
                  <a:cubicBezTo>
                    <a:pt x="9057" y="7422"/>
                    <a:pt x="9020" y="7422"/>
                    <a:pt x="9057" y="7558"/>
                  </a:cubicBezTo>
                  <a:cubicBezTo>
                    <a:pt x="9081" y="7705"/>
                    <a:pt x="9057" y="7718"/>
                    <a:pt x="9094" y="7792"/>
                  </a:cubicBezTo>
                  <a:cubicBezTo>
                    <a:pt x="9118" y="7853"/>
                    <a:pt x="9180" y="7792"/>
                    <a:pt x="9167" y="7890"/>
                  </a:cubicBezTo>
                  <a:cubicBezTo>
                    <a:pt x="9143" y="8001"/>
                    <a:pt x="9143" y="8223"/>
                    <a:pt x="9118" y="8321"/>
                  </a:cubicBezTo>
                  <a:cubicBezTo>
                    <a:pt x="9094" y="8420"/>
                    <a:pt x="9057" y="8383"/>
                    <a:pt x="9155" y="8420"/>
                  </a:cubicBezTo>
                  <a:cubicBezTo>
                    <a:pt x="9241" y="8457"/>
                    <a:pt x="9303" y="8494"/>
                    <a:pt x="9266" y="8519"/>
                  </a:cubicBezTo>
                  <a:cubicBezTo>
                    <a:pt x="9226" y="8539"/>
                    <a:pt x="9160" y="8617"/>
                    <a:pt x="9179" y="8617"/>
                  </a:cubicBezTo>
                  <a:cubicBezTo>
                    <a:pt x="9183" y="8617"/>
                    <a:pt x="9191" y="8614"/>
                    <a:pt x="9204" y="8605"/>
                  </a:cubicBezTo>
                  <a:cubicBezTo>
                    <a:pt x="9280" y="8572"/>
                    <a:pt x="9309" y="8463"/>
                    <a:pt x="9331" y="8463"/>
                  </a:cubicBezTo>
                  <a:cubicBezTo>
                    <a:pt x="9334" y="8463"/>
                    <a:pt x="9337" y="8465"/>
                    <a:pt x="9340" y="8469"/>
                  </a:cubicBezTo>
                  <a:cubicBezTo>
                    <a:pt x="9365" y="8519"/>
                    <a:pt x="9365" y="8568"/>
                    <a:pt x="9340" y="8617"/>
                  </a:cubicBezTo>
                  <a:cubicBezTo>
                    <a:pt x="9322" y="8644"/>
                    <a:pt x="9298" y="8690"/>
                    <a:pt x="9319" y="8690"/>
                  </a:cubicBezTo>
                  <a:cubicBezTo>
                    <a:pt x="9326" y="8690"/>
                    <a:pt x="9341" y="8683"/>
                    <a:pt x="9365" y="8666"/>
                  </a:cubicBezTo>
                  <a:cubicBezTo>
                    <a:pt x="9419" y="8613"/>
                    <a:pt x="9453" y="8552"/>
                    <a:pt x="9477" y="8552"/>
                  </a:cubicBezTo>
                  <a:cubicBezTo>
                    <a:pt x="9486" y="8552"/>
                    <a:pt x="9493" y="8560"/>
                    <a:pt x="9500" y="8580"/>
                  </a:cubicBezTo>
                  <a:cubicBezTo>
                    <a:pt x="9511" y="8643"/>
                    <a:pt x="9441" y="8697"/>
                    <a:pt x="9472" y="8697"/>
                  </a:cubicBezTo>
                  <a:cubicBezTo>
                    <a:pt x="9478" y="8697"/>
                    <a:pt x="9487" y="8695"/>
                    <a:pt x="9500" y="8691"/>
                  </a:cubicBezTo>
                  <a:cubicBezTo>
                    <a:pt x="9599" y="8691"/>
                    <a:pt x="9710" y="8666"/>
                    <a:pt x="9808" y="8630"/>
                  </a:cubicBezTo>
                  <a:cubicBezTo>
                    <a:pt x="9931" y="8568"/>
                    <a:pt x="10079" y="8519"/>
                    <a:pt x="10215" y="8482"/>
                  </a:cubicBezTo>
                  <a:cubicBezTo>
                    <a:pt x="10326" y="8469"/>
                    <a:pt x="10523" y="8445"/>
                    <a:pt x="10634" y="8420"/>
                  </a:cubicBezTo>
                  <a:lnTo>
                    <a:pt x="10658" y="8420"/>
                  </a:lnTo>
                  <a:cubicBezTo>
                    <a:pt x="10711" y="8413"/>
                    <a:pt x="10750" y="8401"/>
                    <a:pt x="10772" y="8401"/>
                  </a:cubicBezTo>
                  <a:cubicBezTo>
                    <a:pt x="10786" y="8401"/>
                    <a:pt x="10794" y="8406"/>
                    <a:pt x="10794" y="8420"/>
                  </a:cubicBezTo>
                  <a:cubicBezTo>
                    <a:pt x="10794" y="8482"/>
                    <a:pt x="10819" y="8531"/>
                    <a:pt x="10868" y="8556"/>
                  </a:cubicBezTo>
                  <a:cubicBezTo>
                    <a:pt x="10917" y="8593"/>
                    <a:pt x="11127" y="8642"/>
                    <a:pt x="11114" y="8666"/>
                  </a:cubicBezTo>
                  <a:cubicBezTo>
                    <a:pt x="11090" y="8691"/>
                    <a:pt x="11077" y="8716"/>
                    <a:pt x="10991" y="8716"/>
                  </a:cubicBezTo>
                  <a:cubicBezTo>
                    <a:pt x="10892" y="8716"/>
                    <a:pt x="10732" y="8716"/>
                    <a:pt x="10683" y="8777"/>
                  </a:cubicBezTo>
                  <a:cubicBezTo>
                    <a:pt x="10658" y="8802"/>
                    <a:pt x="10646" y="8827"/>
                    <a:pt x="10634" y="8839"/>
                  </a:cubicBezTo>
                  <a:cubicBezTo>
                    <a:pt x="10634" y="8864"/>
                    <a:pt x="10609" y="8888"/>
                    <a:pt x="10584" y="8901"/>
                  </a:cubicBezTo>
                  <a:cubicBezTo>
                    <a:pt x="10437" y="8901"/>
                    <a:pt x="10289" y="8888"/>
                    <a:pt x="10153" y="8864"/>
                  </a:cubicBezTo>
                  <a:cubicBezTo>
                    <a:pt x="10117" y="8857"/>
                    <a:pt x="10081" y="8854"/>
                    <a:pt x="10044" y="8854"/>
                  </a:cubicBezTo>
                  <a:cubicBezTo>
                    <a:pt x="9945" y="8854"/>
                    <a:pt x="9846" y="8877"/>
                    <a:pt x="9747" y="8913"/>
                  </a:cubicBezTo>
                  <a:cubicBezTo>
                    <a:pt x="9710" y="8950"/>
                    <a:pt x="9623" y="9048"/>
                    <a:pt x="9574" y="9048"/>
                  </a:cubicBezTo>
                  <a:cubicBezTo>
                    <a:pt x="9525" y="9061"/>
                    <a:pt x="9475" y="9122"/>
                    <a:pt x="9537" y="9122"/>
                  </a:cubicBezTo>
                  <a:cubicBezTo>
                    <a:pt x="9599" y="9122"/>
                    <a:pt x="9623" y="9159"/>
                    <a:pt x="9611" y="9184"/>
                  </a:cubicBezTo>
                  <a:cubicBezTo>
                    <a:pt x="9586" y="9221"/>
                    <a:pt x="9574" y="9233"/>
                    <a:pt x="9599" y="9283"/>
                  </a:cubicBezTo>
                  <a:cubicBezTo>
                    <a:pt x="9623" y="9332"/>
                    <a:pt x="9599" y="9356"/>
                    <a:pt x="9697" y="9369"/>
                  </a:cubicBezTo>
                  <a:cubicBezTo>
                    <a:pt x="9707" y="9370"/>
                    <a:pt x="9716" y="9371"/>
                    <a:pt x="9725" y="9371"/>
                  </a:cubicBezTo>
                  <a:cubicBezTo>
                    <a:pt x="9774" y="9371"/>
                    <a:pt x="9817" y="9356"/>
                    <a:pt x="9839" y="9356"/>
                  </a:cubicBezTo>
                  <a:cubicBezTo>
                    <a:pt x="9855" y="9356"/>
                    <a:pt x="9860" y="9365"/>
                    <a:pt x="9845" y="9393"/>
                  </a:cubicBezTo>
                  <a:cubicBezTo>
                    <a:pt x="9808" y="9443"/>
                    <a:pt x="9784" y="9492"/>
                    <a:pt x="9771" y="9541"/>
                  </a:cubicBezTo>
                  <a:cubicBezTo>
                    <a:pt x="9771" y="9566"/>
                    <a:pt x="9771" y="9591"/>
                    <a:pt x="9771" y="9615"/>
                  </a:cubicBezTo>
                  <a:cubicBezTo>
                    <a:pt x="9771" y="9689"/>
                    <a:pt x="9771" y="9775"/>
                    <a:pt x="9734" y="9800"/>
                  </a:cubicBezTo>
                  <a:cubicBezTo>
                    <a:pt x="9704" y="9820"/>
                    <a:pt x="9649" y="9899"/>
                    <a:pt x="9596" y="9899"/>
                  </a:cubicBezTo>
                  <a:cubicBezTo>
                    <a:pt x="9584" y="9899"/>
                    <a:pt x="9573" y="9895"/>
                    <a:pt x="9562" y="9886"/>
                  </a:cubicBezTo>
                  <a:cubicBezTo>
                    <a:pt x="9512" y="9837"/>
                    <a:pt x="9426" y="9726"/>
                    <a:pt x="9377" y="9677"/>
                  </a:cubicBezTo>
                  <a:cubicBezTo>
                    <a:pt x="9339" y="9639"/>
                    <a:pt x="9323" y="9623"/>
                    <a:pt x="9296" y="9623"/>
                  </a:cubicBezTo>
                  <a:cubicBezTo>
                    <a:pt x="9287" y="9623"/>
                    <a:pt x="9278" y="9625"/>
                    <a:pt x="9266" y="9628"/>
                  </a:cubicBezTo>
                  <a:cubicBezTo>
                    <a:pt x="9229" y="9640"/>
                    <a:pt x="9143" y="9652"/>
                    <a:pt x="9094" y="9763"/>
                  </a:cubicBezTo>
                  <a:cubicBezTo>
                    <a:pt x="9044" y="9849"/>
                    <a:pt x="9020" y="9936"/>
                    <a:pt x="8995" y="10034"/>
                  </a:cubicBezTo>
                  <a:cubicBezTo>
                    <a:pt x="8995" y="10120"/>
                    <a:pt x="8983" y="10194"/>
                    <a:pt x="8995" y="10281"/>
                  </a:cubicBezTo>
                  <a:cubicBezTo>
                    <a:pt x="8995" y="10330"/>
                    <a:pt x="8995" y="10379"/>
                    <a:pt x="9007" y="10428"/>
                  </a:cubicBezTo>
                  <a:cubicBezTo>
                    <a:pt x="9032" y="10478"/>
                    <a:pt x="9044" y="10527"/>
                    <a:pt x="9032" y="10589"/>
                  </a:cubicBezTo>
                  <a:cubicBezTo>
                    <a:pt x="9032" y="10650"/>
                    <a:pt x="9020" y="10712"/>
                    <a:pt x="9007" y="10712"/>
                  </a:cubicBezTo>
                  <a:cubicBezTo>
                    <a:pt x="8999" y="10712"/>
                    <a:pt x="8969" y="10723"/>
                    <a:pt x="8950" y="10723"/>
                  </a:cubicBezTo>
                  <a:cubicBezTo>
                    <a:pt x="8940" y="10723"/>
                    <a:pt x="8933" y="10720"/>
                    <a:pt x="8933" y="10712"/>
                  </a:cubicBezTo>
                  <a:cubicBezTo>
                    <a:pt x="8933" y="10692"/>
                    <a:pt x="8941" y="10656"/>
                    <a:pt x="8918" y="10656"/>
                  </a:cubicBezTo>
                  <a:cubicBezTo>
                    <a:pt x="8913" y="10656"/>
                    <a:pt x="8906" y="10658"/>
                    <a:pt x="8896" y="10663"/>
                  </a:cubicBezTo>
                  <a:cubicBezTo>
                    <a:pt x="8872" y="10687"/>
                    <a:pt x="8835" y="10700"/>
                    <a:pt x="8810" y="10700"/>
                  </a:cubicBezTo>
                  <a:cubicBezTo>
                    <a:pt x="8804" y="10698"/>
                    <a:pt x="8797" y="10698"/>
                    <a:pt x="8791" y="10698"/>
                  </a:cubicBezTo>
                  <a:cubicBezTo>
                    <a:pt x="8739" y="10698"/>
                    <a:pt x="8699" y="10742"/>
                    <a:pt x="8699" y="10786"/>
                  </a:cubicBezTo>
                  <a:cubicBezTo>
                    <a:pt x="8699" y="10837"/>
                    <a:pt x="8687" y="10864"/>
                    <a:pt x="8672" y="10864"/>
                  </a:cubicBezTo>
                  <a:cubicBezTo>
                    <a:pt x="8665" y="10864"/>
                    <a:pt x="8658" y="10859"/>
                    <a:pt x="8650" y="10847"/>
                  </a:cubicBezTo>
                  <a:cubicBezTo>
                    <a:pt x="8641" y="10834"/>
                    <a:pt x="8635" y="10827"/>
                    <a:pt x="8631" y="10827"/>
                  </a:cubicBezTo>
                  <a:cubicBezTo>
                    <a:pt x="8625" y="10827"/>
                    <a:pt x="8625" y="10846"/>
                    <a:pt x="8625" y="10884"/>
                  </a:cubicBezTo>
                  <a:cubicBezTo>
                    <a:pt x="8625" y="10926"/>
                    <a:pt x="8614" y="10951"/>
                    <a:pt x="8587" y="10951"/>
                  </a:cubicBezTo>
                  <a:cubicBezTo>
                    <a:pt x="8575" y="10951"/>
                    <a:pt x="8559" y="10945"/>
                    <a:pt x="8539" y="10934"/>
                  </a:cubicBezTo>
                  <a:cubicBezTo>
                    <a:pt x="8490" y="10909"/>
                    <a:pt x="8440" y="10860"/>
                    <a:pt x="8416" y="10810"/>
                  </a:cubicBezTo>
                  <a:cubicBezTo>
                    <a:pt x="8391" y="10761"/>
                    <a:pt x="8330" y="10736"/>
                    <a:pt x="8268" y="10736"/>
                  </a:cubicBezTo>
                  <a:cubicBezTo>
                    <a:pt x="8219" y="10749"/>
                    <a:pt x="8009" y="10884"/>
                    <a:pt x="7948" y="10921"/>
                  </a:cubicBezTo>
                  <a:cubicBezTo>
                    <a:pt x="7824" y="10995"/>
                    <a:pt x="7701" y="11045"/>
                    <a:pt x="7566" y="11081"/>
                  </a:cubicBezTo>
                  <a:cubicBezTo>
                    <a:pt x="7479" y="11094"/>
                    <a:pt x="7566" y="11155"/>
                    <a:pt x="7516" y="11155"/>
                  </a:cubicBezTo>
                  <a:lnTo>
                    <a:pt x="7479" y="11155"/>
                  </a:lnTo>
                  <a:cubicBezTo>
                    <a:pt x="7467" y="11155"/>
                    <a:pt x="7455" y="11143"/>
                    <a:pt x="7418" y="11106"/>
                  </a:cubicBezTo>
                  <a:cubicBezTo>
                    <a:pt x="7369" y="11057"/>
                    <a:pt x="7295" y="11020"/>
                    <a:pt x="7307" y="10983"/>
                  </a:cubicBezTo>
                  <a:cubicBezTo>
                    <a:pt x="7318" y="10951"/>
                    <a:pt x="7319" y="10853"/>
                    <a:pt x="7303" y="10853"/>
                  </a:cubicBezTo>
                  <a:cubicBezTo>
                    <a:pt x="7301" y="10853"/>
                    <a:pt x="7298" y="10855"/>
                    <a:pt x="7295" y="10860"/>
                  </a:cubicBezTo>
                  <a:cubicBezTo>
                    <a:pt x="7258" y="10897"/>
                    <a:pt x="7270" y="10995"/>
                    <a:pt x="7245" y="10995"/>
                  </a:cubicBezTo>
                  <a:cubicBezTo>
                    <a:pt x="7208" y="10995"/>
                    <a:pt x="7184" y="10958"/>
                    <a:pt x="7134" y="10946"/>
                  </a:cubicBezTo>
                  <a:cubicBezTo>
                    <a:pt x="7060" y="10958"/>
                    <a:pt x="6999" y="10983"/>
                    <a:pt x="6925" y="11020"/>
                  </a:cubicBezTo>
                  <a:cubicBezTo>
                    <a:pt x="6900" y="11032"/>
                    <a:pt x="6888" y="11081"/>
                    <a:pt x="6814" y="11094"/>
                  </a:cubicBezTo>
                  <a:cubicBezTo>
                    <a:pt x="6785" y="11098"/>
                    <a:pt x="6755" y="11101"/>
                    <a:pt x="6729" y="11101"/>
                  </a:cubicBezTo>
                  <a:cubicBezTo>
                    <a:pt x="6677" y="11101"/>
                    <a:pt x="6642" y="11090"/>
                    <a:pt x="6666" y="11057"/>
                  </a:cubicBezTo>
                  <a:cubicBezTo>
                    <a:pt x="6698" y="11003"/>
                    <a:pt x="6731" y="10968"/>
                    <a:pt x="6690" y="10968"/>
                  </a:cubicBezTo>
                  <a:cubicBezTo>
                    <a:pt x="6683" y="10968"/>
                    <a:pt x="6676" y="10969"/>
                    <a:pt x="6666" y="10971"/>
                  </a:cubicBezTo>
                  <a:cubicBezTo>
                    <a:pt x="6642" y="10971"/>
                    <a:pt x="6609" y="10973"/>
                    <a:pt x="6579" y="10973"/>
                  </a:cubicBezTo>
                  <a:cubicBezTo>
                    <a:pt x="6534" y="10973"/>
                    <a:pt x="6494" y="10968"/>
                    <a:pt x="6494" y="10946"/>
                  </a:cubicBezTo>
                  <a:cubicBezTo>
                    <a:pt x="6481" y="10897"/>
                    <a:pt x="6518" y="10847"/>
                    <a:pt x="6494" y="10786"/>
                  </a:cubicBezTo>
                  <a:cubicBezTo>
                    <a:pt x="6494" y="10773"/>
                    <a:pt x="6494" y="10761"/>
                    <a:pt x="6481" y="10749"/>
                  </a:cubicBezTo>
                  <a:cubicBezTo>
                    <a:pt x="6432" y="10675"/>
                    <a:pt x="6358" y="10663"/>
                    <a:pt x="6346" y="10613"/>
                  </a:cubicBezTo>
                  <a:cubicBezTo>
                    <a:pt x="6346" y="10564"/>
                    <a:pt x="6395" y="10589"/>
                    <a:pt x="6420" y="10527"/>
                  </a:cubicBezTo>
                  <a:cubicBezTo>
                    <a:pt x="6457" y="10478"/>
                    <a:pt x="6407" y="10478"/>
                    <a:pt x="6457" y="10416"/>
                  </a:cubicBezTo>
                  <a:cubicBezTo>
                    <a:pt x="6497" y="10376"/>
                    <a:pt x="6504" y="10304"/>
                    <a:pt x="6512" y="10304"/>
                  </a:cubicBezTo>
                  <a:cubicBezTo>
                    <a:pt x="6514" y="10304"/>
                    <a:pt x="6516" y="10308"/>
                    <a:pt x="6518" y="10318"/>
                  </a:cubicBezTo>
                  <a:cubicBezTo>
                    <a:pt x="6534" y="10342"/>
                    <a:pt x="6540" y="10360"/>
                    <a:pt x="6549" y="10360"/>
                  </a:cubicBezTo>
                  <a:cubicBezTo>
                    <a:pt x="6553" y="10360"/>
                    <a:pt x="6559" y="10355"/>
                    <a:pt x="6568" y="10342"/>
                  </a:cubicBezTo>
                  <a:cubicBezTo>
                    <a:pt x="6592" y="10305"/>
                    <a:pt x="6629" y="10268"/>
                    <a:pt x="6654" y="10244"/>
                  </a:cubicBezTo>
                  <a:cubicBezTo>
                    <a:pt x="6715" y="10194"/>
                    <a:pt x="6740" y="10170"/>
                    <a:pt x="6654" y="10120"/>
                  </a:cubicBezTo>
                  <a:cubicBezTo>
                    <a:pt x="6580" y="10083"/>
                    <a:pt x="6531" y="10083"/>
                    <a:pt x="6531" y="9997"/>
                  </a:cubicBezTo>
                  <a:cubicBezTo>
                    <a:pt x="6518" y="9923"/>
                    <a:pt x="6494" y="9923"/>
                    <a:pt x="6494" y="9886"/>
                  </a:cubicBezTo>
                  <a:cubicBezTo>
                    <a:pt x="6489" y="9867"/>
                    <a:pt x="6502" y="9863"/>
                    <a:pt x="6519" y="9863"/>
                  </a:cubicBezTo>
                  <a:cubicBezTo>
                    <a:pt x="6530" y="9863"/>
                    <a:pt x="6544" y="9864"/>
                    <a:pt x="6555" y="9864"/>
                  </a:cubicBezTo>
                  <a:cubicBezTo>
                    <a:pt x="6569" y="9864"/>
                    <a:pt x="6580" y="9862"/>
                    <a:pt x="6580" y="9849"/>
                  </a:cubicBezTo>
                  <a:cubicBezTo>
                    <a:pt x="6592" y="9788"/>
                    <a:pt x="6592" y="9726"/>
                    <a:pt x="6592" y="9665"/>
                  </a:cubicBezTo>
                  <a:cubicBezTo>
                    <a:pt x="6592" y="9658"/>
                    <a:pt x="6592" y="9656"/>
                    <a:pt x="6590" y="9656"/>
                  </a:cubicBezTo>
                  <a:cubicBezTo>
                    <a:pt x="6584" y="9656"/>
                    <a:pt x="6568" y="9677"/>
                    <a:pt x="6531" y="9677"/>
                  </a:cubicBezTo>
                  <a:cubicBezTo>
                    <a:pt x="6506" y="9677"/>
                    <a:pt x="6488" y="9668"/>
                    <a:pt x="6471" y="9668"/>
                  </a:cubicBezTo>
                  <a:cubicBezTo>
                    <a:pt x="6454" y="9668"/>
                    <a:pt x="6438" y="9677"/>
                    <a:pt x="6420" y="9714"/>
                  </a:cubicBezTo>
                  <a:cubicBezTo>
                    <a:pt x="6395" y="9788"/>
                    <a:pt x="6358" y="9849"/>
                    <a:pt x="6334" y="9849"/>
                  </a:cubicBezTo>
                  <a:lnTo>
                    <a:pt x="6161" y="9849"/>
                  </a:lnTo>
                  <a:cubicBezTo>
                    <a:pt x="6112" y="9862"/>
                    <a:pt x="6038" y="9973"/>
                    <a:pt x="6075" y="9985"/>
                  </a:cubicBezTo>
                  <a:cubicBezTo>
                    <a:pt x="6097" y="9992"/>
                    <a:pt x="6106" y="10004"/>
                    <a:pt x="6121" y="10004"/>
                  </a:cubicBezTo>
                  <a:cubicBezTo>
                    <a:pt x="6130" y="10004"/>
                    <a:pt x="6142" y="9999"/>
                    <a:pt x="6161" y="9985"/>
                  </a:cubicBezTo>
                  <a:cubicBezTo>
                    <a:pt x="6198" y="9948"/>
                    <a:pt x="6210" y="9948"/>
                    <a:pt x="6235" y="9923"/>
                  </a:cubicBezTo>
                  <a:cubicBezTo>
                    <a:pt x="6244" y="9915"/>
                    <a:pt x="6251" y="9910"/>
                    <a:pt x="6257" y="9910"/>
                  </a:cubicBezTo>
                  <a:cubicBezTo>
                    <a:pt x="6268" y="9910"/>
                    <a:pt x="6276" y="9924"/>
                    <a:pt x="6284" y="9948"/>
                  </a:cubicBezTo>
                  <a:cubicBezTo>
                    <a:pt x="6284" y="9979"/>
                    <a:pt x="6311" y="10055"/>
                    <a:pt x="6304" y="10055"/>
                  </a:cubicBezTo>
                  <a:cubicBezTo>
                    <a:pt x="6303" y="10055"/>
                    <a:pt x="6300" y="10052"/>
                    <a:pt x="6297" y="10046"/>
                  </a:cubicBezTo>
                  <a:cubicBezTo>
                    <a:pt x="6267" y="10027"/>
                    <a:pt x="6237" y="9990"/>
                    <a:pt x="6220" y="9990"/>
                  </a:cubicBezTo>
                  <a:cubicBezTo>
                    <a:pt x="6216" y="9990"/>
                    <a:pt x="6213" y="9992"/>
                    <a:pt x="6210" y="9997"/>
                  </a:cubicBezTo>
                  <a:cubicBezTo>
                    <a:pt x="6198" y="10034"/>
                    <a:pt x="6186" y="10059"/>
                    <a:pt x="6173" y="10083"/>
                  </a:cubicBezTo>
                  <a:cubicBezTo>
                    <a:pt x="6173" y="10083"/>
                    <a:pt x="6112" y="10083"/>
                    <a:pt x="6112" y="10059"/>
                  </a:cubicBezTo>
                  <a:cubicBezTo>
                    <a:pt x="6108" y="10052"/>
                    <a:pt x="6107" y="10049"/>
                    <a:pt x="6106" y="10049"/>
                  </a:cubicBezTo>
                  <a:cubicBezTo>
                    <a:pt x="6103" y="10049"/>
                    <a:pt x="6105" y="10066"/>
                    <a:pt x="6087" y="10083"/>
                  </a:cubicBezTo>
                  <a:cubicBezTo>
                    <a:pt x="6084" y="10085"/>
                    <a:pt x="6080" y="10085"/>
                    <a:pt x="6077" y="10085"/>
                  </a:cubicBezTo>
                  <a:cubicBezTo>
                    <a:pt x="6056" y="10085"/>
                    <a:pt x="6044" y="10059"/>
                    <a:pt x="6035" y="10059"/>
                  </a:cubicBezTo>
                  <a:cubicBezTo>
                    <a:pt x="6031" y="10059"/>
                    <a:pt x="6028" y="10062"/>
                    <a:pt x="6026" y="10071"/>
                  </a:cubicBezTo>
                  <a:cubicBezTo>
                    <a:pt x="6001" y="10096"/>
                    <a:pt x="6001" y="10083"/>
                    <a:pt x="6001" y="10194"/>
                  </a:cubicBezTo>
                  <a:cubicBezTo>
                    <a:pt x="6001" y="10281"/>
                    <a:pt x="6013" y="10367"/>
                    <a:pt x="6038" y="10441"/>
                  </a:cubicBezTo>
                  <a:cubicBezTo>
                    <a:pt x="6075" y="10502"/>
                    <a:pt x="6112" y="10465"/>
                    <a:pt x="6124" y="10527"/>
                  </a:cubicBezTo>
                  <a:cubicBezTo>
                    <a:pt x="6136" y="10589"/>
                    <a:pt x="6149" y="10613"/>
                    <a:pt x="6124" y="10650"/>
                  </a:cubicBezTo>
                  <a:cubicBezTo>
                    <a:pt x="6112" y="10687"/>
                    <a:pt x="6050" y="10687"/>
                    <a:pt x="6112" y="10749"/>
                  </a:cubicBezTo>
                  <a:cubicBezTo>
                    <a:pt x="6124" y="10749"/>
                    <a:pt x="6124" y="10749"/>
                    <a:pt x="6124" y="10761"/>
                  </a:cubicBezTo>
                  <a:cubicBezTo>
                    <a:pt x="6173" y="10798"/>
                    <a:pt x="6186" y="10773"/>
                    <a:pt x="6186" y="10847"/>
                  </a:cubicBezTo>
                  <a:cubicBezTo>
                    <a:pt x="6186" y="10921"/>
                    <a:pt x="6124" y="10884"/>
                    <a:pt x="6149" y="10971"/>
                  </a:cubicBezTo>
                  <a:cubicBezTo>
                    <a:pt x="6186" y="11057"/>
                    <a:pt x="6186" y="11057"/>
                    <a:pt x="6186" y="11106"/>
                  </a:cubicBezTo>
                  <a:cubicBezTo>
                    <a:pt x="6186" y="11123"/>
                    <a:pt x="6193" y="11128"/>
                    <a:pt x="6203" y="11128"/>
                  </a:cubicBezTo>
                  <a:cubicBezTo>
                    <a:pt x="6224" y="11128"/>
                    <a:pt x="6260" y="11106"/>
                    <a:pt x="6284" y="11106"/>
                  </a:cubicBezTo>
                  <a:cubicBezTo>
                    <a:pt x="6319" y="11106"/>
                    <a:pt x="6438" y="11244"/>
                    <a:pt x="6425" y="11244"/>
                  </a:cubicBezTo>
                  <a:cubicBezTo>
                    <a:pt x="6424" y="11244"/>
                    <a:pt x="6422" y="11243"/>
                    <a:pt x="6420" y="11242"/>
                  </a:cubicBezTo>
                  <a:cubicBezTo>
                    <a:pt x="6383" y="11217"/>
                    <a:pt x="6346" y="11192"/>
                    <a:pt x="6309" y="11180"/>
                  </a:cubicBezTo>
                  <a:cubicBezTo>
                    <a:pt x="6294" y="11166"/>
                    <a:pt x="6280" y="11160"/>
                    <a:pt x="6263" y="11160"/>
                  </a:cubicBezTo>
                  <a:cubicBezTo>
                    <a:pt x="6251" y="11160"/>
                    <a:pt x="6238" y="11163"/>
                    <a:pt x="6223" y="11168"/>
                  </a:cubicBezTo>
                  <a:cubicBezTo>
                    <a:pt x="6186" y="11168"/>
                    <a:pt x="6124" y="11168"/>
                    <a:pt x="6124" y="11229"/>
                  </a:cubicBezTo>
                  <a:cubicBezTo>
                    <a:pt x="6124" y="11291"/>
                    <a:pt x="6136" y="11303"/>
                    <a:pt x="6087" y="11303"/>
                  </a:cubicBezTo>
                  <a:cubicBezTo>
                    <a:pt x="6026" y="11303"/>
                    <a:pt x="5989" y="11242"/>
                    <a:pt x="5927" y="11242"/>
                  </a:cubicBezTo>
                  <a:cubicBezTo>
                    <a:pt x="5889" y="11234"/>
                    <a:pt x="5843" y="11222"/>
                    <a:pt x="5812" y="11222"/>
                  </a:cubicBezTo>
                  <a:cubicBezTo>
                    <a:pt x="5792" y="11222"/>
                    <a:pt x="5779" y="11227"/>
                    <a:pt x="5779" y="11242"/>
                  </a:cubicBezTo>
                  <a:cubicBezTo>
                    <a:pt x="5779" y="11266"/>
                    <a:pt x="5779" y="11279"/>
                    <a:pt x="5779" y="11303"/>
                  </a:cubicBezTo>
                  <a:cubicBezTo>
                    <a:pt x="5779" y="11316"/>
                    <a:pt x="5779" y="11328"/>
                    <a:pt x="5767" y="11328"/>
                  </a:cubicBezTo>
                  <a:cubicBezTo>
                    <a:pt x="5736" y="11328"/>
                    <a:pt x="5697" y="11285"/>
                    <a:pt x="5670" y="11285"/>
                  </a:cubicBezTo>
                  <a:cubicBezTo>
                    <a:pt x="5665" y="11285"/>
                    <a:pt x="5660" y="11287"/>
                    <a:pt x="5656" y="11291"/>
                  </a:cubicBezTo>
                  <a:cubicBezTo>
                    <a:pt x="5631" y="11303"/>
                    <a:pt x="5619" y="11328"/>
                    <a:pt x="5582" y="11328"/>
                  </a:cubicBezTo>
                  <a:cubicBezTo>
                    <a:pt x="5570" y="11324"/>
                    <a:pt x="5557" y="11322"/>
                    <a:pt x="5545" y="11322"/>
                  </a:cubicBezTo>
                  <a:cubicBezTo>
                    <a:pt x="5519" y="11322"/>
                    <a:pt x="5492" y="11328"/>
                    <a:pt x="5459" y="11328"/>
                  </a:cubicBezTo>
                  <a:cubicBezTo>
                    <a:pt x="5434" y="11365"/>
                    <a:pt x="5397" y="11402"/>
                    <a:pt x="5360" y="11439"/>
                  </a:cubicBezTo>
                  <a:cubicBezTo>
                    <a:pt x="5336" y="11463"/>
                    <a:pt x="5360" y="11476"/>
                    <a:pt x="5397" y="11488"/>
                  </a:cubicBezTo>
                  <a:cubicBezTo>
                    <a:pt x="5420" y="11511"/>
                    <a:pt x="5455" y="11612"/>
                    <a:pt x="5406" y="11612"/>
                  </a:cubicBezTo>
                  <a:cubicBezTo>
                    <a:pt x="5403" y="11612"/>
                    <a:pt x="5400" y="11612"/>
                    <a:pt x="5397" y="11611"/>
                  </a:cubicBezTo>
                  <a:cubicBezTo>
                    <a:pt x="5323" y="11599"/>
                    <a:pt x="5299" y="11611"/>
                    <a:pt x="5299" y="11574"/>
                  </a:cubicBezTo>
                  <a:cubicBezTo>
                    <a:pt x="5308" y="11545"/>
                    <a:pt x="5356" y="11486"/>
                    <a:pt x="5346" y="11486"/>
                  </a:cubicBezTo>
                  <a:cubicBezTo>
                    <a:pt x="5343" y="11486"/>
                    <a:pt x="5336" y="11490"/>
                    <a:pt x="5323" y="11500"/>
                  </a:cubicBezTo>
                  <a:cubicBezTo>
                    <a:pt x="5274" y="11550"/>
                    <a:pt x="5249" y="11537"/>
                    <a:pt x="5212" y="11562"/>
                  </a:cubicBezTo>
                  <a:cubicBezTo>
                    <a:pt x="5163" y="11599"/>
                    <a:pt x="5212" y="11673"/>
                    <a:pt x="5163" y="11698"/>
                  </a:cubicBezTo>
                  <a:cubicBezTo>
                    <a:pt x="5126" y="11735"/>
                    <a:pt x="5126" y="11735"/>
                    <a:pt x="5101" y="11808"/>
                  </a:cubicBezTo>
                  <a:cubicBezTo>
                    <a:pt x="5064" y="11882"/>
                    <a:pt x="5064" y="11833"/>
                    <a:pt x="5064" y="11870"/>
                  </a:cubicBezTo>
                  <a:cubicBezTo>
                    <a:pt x="5052" y="11919"/>
                    <a:pt x="5027" y="11944"/>
                    <a:pt x="5064" y="11944"/>
                  </a:cubicBezTo>
                  <a:cubicBezTo>
                    <a:pt x="5084" y="11944"/>
                    <a:pt x="5135" y="11960"/>
                    <a:pt x="5117" y="11960"/>
                  </a:cubicBezTo>
                  <a:cubicBezTo>
                    <a:pt x="5113" y="11960"/>
                    <a:pt x="5104" y="11959"/>
                    <a:pt x="5089" y="11956"/>
                  </a:cubicBezTo>
                  <a:cubicBezTo>
                    <a:pt x="5064" y="11952"/>
                    <a:pt x="5048" y="11951"/>
                    <a:pt x="5037" y="11951"/>
                  </a:cubicBezTo>
                  <a:cubicBezTo>
                    <a:pt x="5014" y="11951"/>
                    <a:pt x="5011" y="11956"/>
                    <a:pt x="5003" y="11956"/>
                  </a:cubicBezTo>
                  <a:cubicBezTo>
                    <a:pt x="5003" y="11956"/>
                    <a:pt x="5003" y="11956"/>
                    <a:pt x="5003" y="11969"/>
                  </a:cubicBezTo>
                  <a:cubicBezTo>
                    <a:pt x="5003" y="11969"/>
                    <a:pt x="5077" y="11981"/>
                    <a:pt x="5052" y="11981"/>
                  </a:cubicBezTo>
                  <a:lnTo>
                    <a:pt x="4991" y="11981"/>
                  </a:lnTo>
                  <a:cubicBezTo>
                    <a:pt x="4991" y="11981"/>
                    <a:pt x="5027" y="12030"/>
                    <a:pt x="5040" y="12030"/>
                  </a:cubicBezTo>
                  <a:cubicBezTo>
                    <a:pt x="5047" y="12034"/>
                    <a:pt x="5049" y="12035"/>
                    <a:pt x="5047" y="12035"/>
                  </a:cubicBezTo>
                  <a:cubicBezTo>
                    <a:pt x="5044" y="12035"/>
                    <a:pt x="5020" y="12027"/>
                    <a:pt x="5003" y="12018"/>
                  </a:cubicBezTo>
                  <a:cubicBezTo>
                    <a:pt x="4991" y="12012"/>
                    <a:pt x="4972" y="12006"/>
                    <a:pt x="4963" y="12006"/>
                  </a:cubicBezTo>
                  <a:cubicBezTo>
                    <a:pt x="4954" y="12006"/>
                    <a:pt x="4954" y="12012"/>
                    <a:pt x="4978" y="12030"/>
                  </a:cubicBezTo>
                  <a:cubicBezTo>
                    <a:pt x="5010" y="12054"/>
                    <a:pt x="5032" y="12068"/>
                    <a:pt x="5026" y="12068"/>
                  </a:cubicBezTo>
                  <a:cubicBezTo>
                    <a:pt x="5023" y="12068"/>
                    <a:pt x="5012" y="12064"/>
                    <a:pt x="4991" y="12055"/>
                  </a:cubicBezTo>
                  <a:cubicBezTo>
                    <a:pt x="4947" y="12040"/>
                    <a:pt x="4933" y="12034"/>
                    <a:pt x="4930" y="12034"/>
                  </a:cubicBezTo>
                  <a:cubicBezTo>
                    <a:pt x="4927" y="12034"/>
                    <a:pt x="4929" y="12037"/>
                    <a:pt x="4929" y="12043"/>
                  </a:cubicBezTo>
                  <a:cubicBezTo>
                    <a:pt x="4929" y="12055"/>
                    <a:pt x="4991" y="12104"/>
                    <a:pt x="4978" y="12104"/>
                  </a:cubicBezTo>
                  <a:cubicBezTo>
                    <a:pt x="4954" y="12092"/>
                    <a:pt x="4941" y="12080"/>
                    <a:pt x="4917" y="12080"/>
                  </a:cubicBezTo>
                  <a:lnTo>
                    <a:pt x="4867" y="12080"/>
                  </a:lnTo>
                  <a:cubicBezTo>
                    <a:pt x="4855" y="12080"/>
                    <a:pt x="4867" y="12080"/>
                    <a:pt x="4855" y="12092"/>
                  </a:cubicBezTo>
                  <a:cubicBezTo>
                    <a:pt x="4830" y="12104"/>
                    <a:pt x="4793" y="12116"/>
                    <a:pt x="4769" y="12129"/>
                  </a:cubicBezTo>
                  <a:cubicBezTo>
                    <a:pt x="4732" y="12141"/>
                    <a:pt x="4719" y="12190"/>
                    <a:pt x="4695" y="12190"/>
                  </a:cubicBezTo>
                  <a:cubicBezTo>
                    <a:pt x="4682" y="12190"/>
                    <a:pt x="4658" y="12187"/>
                    <a:pt x="4632" y="12187"/>
                  </a:cubicBezTo>
                  <a:cubicBezTo>
                    <a:pt x="4605" y="12187"/>
                    <a:pt x="4578" y="12190"/>
                    <a:pt x="4559" y="12203"/>
                  </a:cubicBezTo>
                  <a:cubicBezTo>
                    <a:pt x="4498" y="12252"/>
                    <a:pt x="4461" y="12326"/>
                    <a:pt x="4448" y="12400"/>
                  </a:cubicBezTo>
                  <a:cubicBezTo>
                    <a:pt x="4448" y="12474"/>
                    <a:pt x="4461" y="12486"/>
                    <a:pt x="4411" y="12535"/>
                  </a:cubicBezTo>
                  <a:cubicBezTo>
                    <a:pt x="4362" y="12585"/>
                    <a:pt x="4301" y="12622"/>
                    <a:pt x="4227" y="12646"/>
                  </a:cubicBezTo>
                  <a:cubicBezTo>
                    <a:pt x="4153" y="12659"/>
                    <a:pt x="4165" y="12708"/>
                    <a:pt x="4153" y="12745"/>
                  </a:cubicBezTo>
                  <a:cubicBezTo>
                    <a:pt x="4140" y="12770"/>
                    <a:pt x="4128" y="12831"/>
                    <a:pt x="4091" y="12831"/>
                  </a:cubicBezTo>
                  <a:cubicBezTo>
                    <a:pt x="4054" y="12831"/>
                    <a:pt x="3857" y="12831"/>
                    <a:pt x="3832" y="12794"/>
                  </a:cubicBezTo>
                  <a:cubicBezTo>
                    <a:pt x="3795" y="12745"/>
                    <a:pt x="3758" y="12708"/>
                    <a:pt x="3709" y="12708"/>
                  </a:cubicBezTo>
                  <a:cubicBezTo>
                    <a:pt x="3686" y="12708"/>
                    <a:pt x="3664" y="12700"/>
                    <a:pt x="3649" y="12700"/>
                  </a:cubicBezTo>
                  <a:cubicBezTo>
                    <a:pt x="3633" y="12700"/>
                    <a:pt x="3628" y="12711"/>
                    <a:pt x="3647" y="12757"/>
                  </a:cubicBezTo>
                  <a:cubicBezTo>
                    <a:pt x="3697" y="12843"/>
                    <a:pt x="3734" y="12979"/>
                    <a:pt x="3746" y="13004"/>
                  </a:cubicBezTo>
                  <a:cubicBezTo>
                    <a:pt x="3758" y="13041"/>
                    <a:pt x="3709" y="13078"/>
                    <a:pt x="3660" y="13078"/>
                  </a:cubicBezTo>
                  <a:cubicBezTo>
                    <a:pt x="3611" y="13078"/>
                    <a:pt x="3537" y="13065"/>
                    <a:pt x="3524" y="13065"/>
                  </a:cubicBezTo>
                  <a:cubicBezTo>
                    <a:pt x="3517" y="13073"/>
                    <a:pt x="3487" y="13085"/>
                    <a:pt x="3458" y="13085"/>
                  </a:cubicBezTo>
                  <a:cubicBezTo>
                    <a:pt x="3440" y="13085"/>
                    <a:pt x="3423" y="13080"/>
                    <a:pt x="3413" y="13065"/>
                  </a:cubicBezTo>
                  <a:cubicBezTo>
                    <a:pt x="3364" y="13028"/>
                    <a:pt x="3315" y="12991"/>
                    <a:pt x="3266" y="12967"/>
                  </a:cubicBezTo>
                  <a:cubicBezTo>
                    <a:pt x="3241" y="12967"/>
                    <a:pt x="3081" y="13065"/>
                    <a:pt x="3019" y="13090"/>
                  </a:cubicBezTo>
                  <a:cubicBezTo>
                    <a:pt x="2945" y="13102"/>
                    <a:pt x="2921" y="13115"/>
                    <a:pt x="2957" y="13139"/>
                  </a:cubicBezTo>
                  <a:cubicBezTo>
                    <a:pt x="3007" y="13151"/>
                    <a:pt x="3031" y="13213"/>
                    <a:pt x="3007" y="13225"/>
                  </a:cubicBezTo>
                  <a:cubicBezTo>
                    <a:pt x="2982" y="13250"/>
                    <a:pt x="2933" y="13262"/>
                    <a:pt x="2957" y="13287"/>
                  </a:cubicBezTo>
                  <a:cubicBezTo>
                    <a:pt x="3019" y="13324"/>
                    <a:pt x="3093" y="13361"/>
                    <a:pt x="3179" y="13386"/>
                  </a:cubicBezTo>
                  <a:cubicBezTo>
                    <a:pt x="3253" y="13398"/>
                    <a:pt x="3401" y="13460"/>
                    <a:pt x="3450" y="13460"/>
                  </a:cubicBezTo>
                  <a:cubicBezTo>
                    <a:pt x="3500" y="13472"/>
                    <a:pt x="3561" y="13509"/>
                    <a:pt x="3598" y="13533"/>
                  </a:cubicBezTo>
                  <a:cubicBezTo>
                    <a:pt x="3660" y="13558"/>
                    <a:pt x="3586" y="13570"/>
                    <a:pt x="3574" y="13583"/>
                  </a:cubicBezTo>
                  <a:cubicBezTo>
                    <a:pt x="3549" y="13632"/>
                    <a:pt x="3549" y="13694"/>
                    <a:pt x="3574" y="13743"/>
                  </a:cubicBezTo>
                  <a:cubicBezTo>
                    <a:pt x="3623" y="13805"/>
                    <a:pt x="3684" y="13854"/>
                    <a:pt x="3758" y="13878"/>
                  </a:cubicBezTo>
                  <a:cubicBezTo>
                    <a:pt x="3795" y="13878"/>
                    <a:pt x="3845" y="13965"/>
                    <a:pt x="3820" y="14014"/>
                  </a:cubicBezTo>
                  <a:cubicBezTo>
                    <a:pt x="3795" y="14076"/>
                    <a:pt x="3771" y="14088"/>
                    <a:pt x="3820" y="14137"/>
                  </a:cubicBezTo>
                  <a:cubicBezTo>
                    <a:pt x="3864" y="14170"/>
                    <a:pt x="3926" y="14318"/>
                    <a:pt x="3915" y="14318"/>
                  </a:cubicBezTo>
                  <a:cubicBezTo>
                    <a:pt x="3913" y="14318"/>
                    <a:pt x="3911" y="14315"/>
                    <a:pt x="3906" y="14310"/>
                  </a:cubicBezTo>
                  <a:cubicBezTo>
                    <a:pt x="3865" y="14269"/>
                    <a:pt x="3833" y="14159"/>
                    <a:pt x="3816" y="14159"/>
                  </a:cubicBezTo>
                  <a:cubicBezTo>
                    <a:pt x="3812" y="14159"/>
                    <a:pt x="3810" y="14164"/>
                    <a:pt x="3808" y="14174"/>
                  </a:cubicBezTo>
                  <a:cubicBezTo>
                    <a:pt x="3795" y="14236"/>
                    <a:pt x="3734" y="14729"/>
                    <a:pt x="3721" y="14803"/>
                  </a:cubicBezTo>
                  <a:cubicBezTo>
                    <a:pt x="3709" y="14852"/>
                    <a:pt x="3684" y="14889"/>
                    <a:pt x="3647" y="14913"/>
                  </a:cubicBezTo>
                  <a:cubicBezTo>
                    <a:pt x="3635" y="14926"/>
                    <a:pt x="3611" y="14926"/>
                    <a:pt x="3586" y="14926"/>
                  </a:cubicBezTo>
                  <a:cubicBezTo>
                    <a:pt x="3535" y="14926"/>
                    <a:pt x="3475" y="14883"/>
                    <a:pt x="3435" y="14883"/>
                  </a:cubicBezTo>
                  <a:cubicBezTo>
                    <a:pt x="3427" y="14883"/>
                    <a:pt x="3420" y="14885"/>
                    <a:pt x="3413" y="14889"/>
                  </a:cubicBezTo>
                  <a:cubicBezTo>
                    <a:pt x="3377" y="14907"/>
                    <a:pt x="3341" y="14918"/>
                    <a:pt x="3300" y="14918"/>
                  </a:cubicBezTo>
                  <a:cubicBezTo>
                    <a:pt x="3285" y="14918"/>
                    <a:pt x="3270" y="14917"/>
                    <a:pt x="3253" y="14913"/>
                  </a:cubicBezTo>
                  <a:cubicBezTo>
                    <a:pt x="3093" y="14889"/>
                    <a:pt x="2933" y="14876"/>
                    <a:pt x="2773" y="14864"/>
                  </a:cubicBezTo>
                  <a:cubicBezTo>
                    <a:pt x="2600" y="14864"/>
                    <a:pt x="2440" y="14840"/>
                    <a:pt x="2267" y="14815"/>
                  </a:cubicBezTo>
                  <a:cubicBezTo>
                    <a:pt x="2258" y="14812"/>
                    <a:pt x="2248" y="14811"/>
                    <a:pt x="2239" y="14811"/>
                  </a:cubicBezTo>
                  <a:cubicBezTo>
                    <a:pt x="2157" y="14811"/>
                    <a:pt x="2105" y="14901"/>
                    <a:pt x="2083" y="14901"/>
                  </a:cubicBezTo>
                  <a:cubicBezTo>
                    <a:pt x="2021" y="14926"/>
                    <a:pt x="1959" y="14963"/>
                    <a:pt x="1898" y="14987"/>
                  </a:cubicBezTo>
                  <a:cubicBezTo>
                    <a:pt x="1849" y="15012"/>
                    <a:pt x="1849" y="15086"/>
                    <a:pt x="1886" y="15123"/>
                  </a:cubicBezTo>
                  <a:cubicBezTo>
                    <a:pt x="1935" y="15185"/>
                    <a:pt x="1959" y="15271"/>
                    <a:pt x="1947" y="15357"/>
                  </a:cubicBezTo>
                  <a:lnTo>
                    <a:pt x="1947" y="15382"/>
                  </a:lnTo>
                  <a:cubicBezTo>
                    <a:pt x="1947" y="15456"/>
                    <a:pt x="1984" y="15554"/>
                    <a:pt x="1984" y="15579"/>
                  </a:cubicBezTo>
                  <a:cubicBezTo>
                    <a:pt x="1972" y="15764"/>
                    <a:pt x="1947" y="15936"/>
                    <a:pt x="1910" y="16096"/>
                  </a:cubicBezTo>
                  <a:cubicBezTo>
                    <a:pt x="1886" y="16183"/>
                    <a:pt x="1861" y="16269"/>
                    <a:pt x="1836" y="16343"/>
                  </a:cubicBezTo>
                  <a:cubicBezTo>
                    <a:pt x="1836" y="16387"/>
                    <a:pt x="1866" y="16533"/>
                    <a:pt x="1881" y="16533"/>
                  </a:cubicBezTo>
                  <a:cubicBezTo>
                    <a:pt x="1883" y="16533"/>
                    <a:pt x="1884" y="16531"/>
                    <a:pt x="1886" y="16528"/>
                  </a:cubicBezTo>
                  <a:cubicBezTo>
                    <a:pt x="1888" y="16518"/>
                    <a:pt x="1892" y="16514"/>
                    <a:pt x="1898" y="16514"/>
                  </a:cubicBezTo>
                  <a:cubicBezTo>
                    <a:pt x="1922" y="16514"/>
                    <a:pt x="1969" y="16593"/>
                    <a:pt x="1959" y="16663"/>
                  </a:cubicBezTo>
                  <a:cubicBezTo>
                    <a:pt x="1947" y="16762"/>
                    <a:pt x="1922" y="16971"/>
                    <a:pt x="1959" y="16983"/>
                  </a:cubicBezTo>
                  <a:cubicBezTo>
                    <a:pt x="1983" y="16991"/>
                    <a:pt x="2046" y="17014"/>
                    <a:pt x="2110" y="17014"/>
                  </a:cubicBezTo>
                  <a:cubicBezTo>
                    <a:pt x="2148" y="17014"/>
                    <a:pt x="2186" y="17006"/>
                    <a:pt x="2218" y="16983"/>
                  </a:cubicBezTo>
                  <a:cubicBezTo>
                    <a:pt x="2243" y="16959"/>
                    <a:pt x="2267" y="16946"/>
                    <a:pt x="2280" y="16934"/>
                  </a:cubicBezTo>
                  <a:cubicBezTo>
                    <a:pt x="2307" y="16921"/>
                    <a:pt x="2334" y="16911"/>
                    <a:pt x="2359" y="16911"/>
                  </a:cubicBezTo>
                  <a:cubicBezTo>
                    <a:pt x="2379" y="16911"/>
                    <a:pt x="2399" y="16917"/>
                    <a:pt x="2415" y="16934"/>
                  </a:cubicBezTo>
                  <a:cubicBezTo>
                    <a:pt x="2452" y="16971"/>
                    <a:pt x="2625" y="17291"/>
                    <a:pt x="2674" y="17316"/>
                  </a:cubicBezTo>
                  <a:cubicBezTo>
                    <a:pt x="2697" y="17324"/>
                    <a:pt x="2719" y="17336"/>
                    <a:pt x="2739" y="17336"/>
                  </a:cubicBezTo>
                  <a:cubicBezTo>
                    <a:pt x="2751" y="17336"/>
                    <a:pt x="2763" y="17331"/>
                    <a:pt x="2773" y="17316"/>
                  </a:cubicBezTo>
                  <a:cubicBezTo>
                    <a:pt x="2810" y="17291"/>
                    <a:pt x="2822" y="17193"/>
                    <a:pt x="2871" y="17181"/>
                  </a:cubicBezTo>
                  <a:cubicBezTo>
                    <a:pt x="2957" y="17144"/>
                    <a:pt x="3044" y="17119"/>
                    <a:pt x="3130" y="17107"/>
                  </a:cubicBezTo>
                  <a:cubicBezTo>
                    <a:pt x="3163" y="17110"/>
                    <a:pt x="3195" y="17111"/>
                    <a:pt x="3227" y="17111"/>
                  </a:cubicBezTo>
                  <a:cubicBezTo>
                    <a:pt x="3314" y="17111"/>
                    <a:pt x="3397" y="17100"/>
                    <a:pt x="3487" y="17082"/>
                  </a:cubicBezTo>
                  <a:cubicBezTo>
                    <a:pt x="3561" y="17057"/>
                    <a:pt x="3611" y="17033"/>
                    <a:pt x="3623" y="16971"/>
                  </a:cubicBezTo>
                  <a:cubicBezTo>
                    <a:pt x="3635" y="16910"/>
                    <a:pt x="3845" y="16848"/>
                    <a:pt x="3869" y="16762"/>
                  </a:cubicBezTo>
                  <a:cubicBezTo>
                    <a:pt x="3894" y="16675"/>
                    <a:pt x="3968" y="16528"/>
                    <a:pt x="4042" y="16491"/>
                  </a:cubicBezTo>
                  <a:cubicBezTo>
                    <a:pt x="4103" y="16454"/>
                    <a:pt x="4103" y="16429"/>
                    <a:pt x="4079" y="16380"/>
                  </a:cubicBezTo>
                  <a:cubicBezTo>
                    <a:pt x="4042" y="16330"/>
                    <a:pt x="3956" y="16244"/>
                    <a:pt x="4005" y="16158"/>
                  </a:cubicBezTo>
                  <a:cubicBezTo>
                    <a:pt x="4054" y="16047"/>
                    <a:pt x="4116" y="15948"/>
                    <a:pt x="4190" y="15862"/>
                  </a:cubicBezTo>
                  <a:cubicBezTo>
                    <a:pt x="4227" y="15825"/>
                    <a:pt x="4239" y="15776"/>
                    <a:pt x="4251" y="15727"/>
                  </a:cubicBezTo>
                  <a:cubicBezTo>
                    <a:pt x="4251" y="15702"/>
                    <a:pt x="4510" y="15616"/>
                    <a:pt x="4584" y="15566"/>
                  </a:cubicBezTo>
                  <a:cubicBezTo>
                    <a:pt x="4658" y="15505"/>
                    <a:pt x="4855" y="15406"/>
                    <a:pt x="4830" y="15308"/>
                  </a:cubicBezTo>
                  <a:cubicBezTo>
                    <a:pt x="4830" y="15283"/>
                    <a:pt x="4818" y="15258"/>
                    <a:pt x="4806" y="15221"/>
                  </a:cubicBezTo>
                  <a:cubicBezTo>
                    <a:pt x="4781" y="15160"/>
                    <a:pt x="4769" y="15086"/>
                    <a:pt x="4781" y="15024"/>
                  </a:cubicBezTo>
                  <a:cubicBezTo>
                    <a:pt x="4818" y="14950"/>
                    <a:pt x="4880" y="14852"/>
                    <a:pt x="4966" y="14827"/>
                  </a:cubicBezTo>
                  <a:cubicBezTo>
                    <a:pt x="4980" y="14825"/>
                    <a:pt x="4993" y="14824"/>
                    <a:pt x="5005" y="14824"/>
                  </a:cubicBezTo>
                  <a:cubicBezTo>
                    <a:pt x="5056" y="14824"/>
                    <a:pt x="5093" y="14842"/>
                    <a:pt x="5163" y="14852"/>
                  </a:cubicBezTo>
                  <a:cubicBezTo>
                    <a:pt x="5262" y="14876"/>
                    <a:pt x="5348" y="14987"/>
                    <a:pt x="5459" y="14987"/>
                  </a:cubicBezTo>
                  <a:cubicBezTo>
                    <a:pt x="5570" y="14975"/>
                    <a:pt x="5668" y="14913"/>
                    <a:pt x="5742" y="14840"/>
                  </a:cubicBezTo>
                  <a:cubicBezTo>
                    <a:pt x="5779" y="14815"/>
                    <a:pt x="5828" y="14778"/>
                    <a:pt x="5878" y="14766"/>
                  </a:cubicBezTo>
                  <a:cubicBezTo>
                    <a:pt x="5939" y="14741"/>
                    <a:pt x="6001" y="14704"/>
                    <a:pt x="6050" y="14667"/>
                  </a:cubicBezTo>
                  <a:cubicBezTo>
                    <a:pt x="6112" y="14605"/>
                    <a:pt x="6124" y="14556"/>
                    <a:pt x="6198" y="14544"/>
                  </a:cubicBezTo>
                  <a:cubicBezTo>
                    <a:pt x="6272" y="14544"/>
                    <a:pt x="6370" y="14667"/>
                    <a:pt x="6420" y="14667"/>
                  </a:cubicBezTo>
                  <a:cubicBezTo>
                    <a:pt x="6469" y="14667"/>
                    <a:pt x="6481" y="14778"/>
                    <a:pt x="6506" y="14827"/>
                  </a:cubicBezTo>
                  <a:cubicBezTo>
                    <a:pt x="6543" y="14901"/>
                    <a:pt x="6568" y="14975"/>
                    <a:pt x="6580" y="15061"/>
                  </a:cubicBezTo>
                  <a:cubicBezTo>
                    <a:pt x="6592" y="15111"/>
                    <a:pt x="6802" y="15271"/>
                    <a:pt x="6863" y="15332"/>
                  </a:cubicBezTo>
                  <a:cubicBezTo>
                    <a:pt x="6950" y="15443"/>
                    <a:pt x="7048" y="15530"/>
                    <a:pt x="7159" y="15616"/>
                  </a:cubicBezTo>
                  <a:cubicBezTo>
                    <a:pt x="7245" y="15628"/>
                    <a:pt x="7319" y="15677"/>
                    <a:pt x="7381" y="15751"/>
                  </a:cubicBezTo>
                  <a:cubicBezTo>
                    <a:pt x="7467" y="15850"/>
                    <a:pt x="7516" y="15875"/>
                    <a:pt x="7590" y="15948"/>
                  </a:cubicBezTo>
                  <a:cubicBezTo>
                    <a:pt x="7677" y="16035"/>
                    <a:pt x="7750" y="16022"/>
                    <a:pt x="7763" y="16072"/>
                  </a:cubicBezTo>
                  <a:cubicBezTo>
                    <a:pt x="7763" y="16121"/>
                    <a:pt x="7824" y="16269"/>
                    <a:pt x="7837" y="16330"/>
                  </a:cubicBezTo>
                  <a:cubicBezTo>
                    <a:pt x="7849" y="16392"/>
                    <a:pt x="7775" y="16503"/>
                    <a:pt x="7763" y="16540"/>
                  </a:cubicBezTo>
                  <a:cubicBezTo>
                    <a:pt x="7763" y="16584"/>
                    <a:pt x="7763" y="16730"/>
                    <a:pt x="7781" y="16730"/>
                  </a:cubicBezTo>
                  <a:cubicBezTo>
                    <a:pt x="7783" y="16730"/>
                    <a:pt x="7785" y="16728"/>
                    <a:pt x="7787" y="16725"/>
                  </a:cubicBezTo>
                  <a:cubicBezTo>
                    <a:pt x="7800" y="16700"/>
                    <a:pt x="7911" y="16552"/>
                    <a:pt x="7923" y="16503"/>
                  </a:cubicBezTo>
                  <a:cubicBezTo>
                    <a:pt x="7935" y="16454"/>
                    <a:pt x="7972" y="16417"/>
                    <a:pt x="8009" y="16392"/>
                  </a:cubicBezTo>
                  <a:cubicBezTo>
                    <a:pt x="8059" y="16380"/>
                    <a:pt x="8071" y="16330"/>
                    <a:pt x="8059" y="16293"/>
                  </a:cubicBezTo>
                  <a:cubicBezTo>
                    <a:pt x="8046" y="16244"/>
                    <a:pt x="7923" y="16158"/>
                    <a:pt x="7923" y="16109"/>
                  </a:cubicBezTo>
                  <a:cubicBezTo>
                    <a:pt x="7911" y="16059"/>
                    <a:pt x="7923" y="15998"/>
                    <a:pt x="7960" y="15961"/>
                  </a:cubicBezTo>
                  <a:cubicBezTo>
                    <a:pt x="7997" y="15924"/>
                    <a:pt x="8027" y="15886"/>
                    <a:pt x="8061" y="15886"/>
                  </a:cubicBezTo>
                  <a:cubicBezTo>
                    <a:pt x="8072" y="15886"/>
                    <a:pt x="8083" y="15890"/>
                    <a:pt x="8095" y="15899"/>
                  </a:cubicBezTo>
                  <a:cubicBezTo>
                    <a:pt x="8145" y="15936"/>
                    <a:pt x="8231" y="15936"/>
                    <a:pt x="8256" y="15998"/>
                  </a:cubicBezTo>
                  <a:cubicBezTo>
                    <a:pt x="8275" y="16046"/>
                    <a:pt x="8302" y="16079"/>
                    <a:pt x="8325" y="16079"/>
                  </a:cubicBezTo>
                  <a:cubicBezTo>
                    <a:pt x="8331" y="16079"/>
                    <a:pt x="8337" y="16077"/>
                    <a:pt x="8342" y="16072"/>
                  </a:cubicBezTo>
                  <a:cubicBezTo>
                    <a:pt x="8367" y="16010"/>
                    <a:pt x="8354" y="15924"/>
                    <a:pt x="8293" y="15875"/>
                  </a:cubicBezTo>
                  <a:cubicBezTo>
                    <a:pt x="8219" y="15801"/>
                    <a:pt x="8132" y="15739"/>
                    <a:pt x="8034" y="15690"/>
                  </a:cubicBezTo>
                  <a:cubicBezTo>
                    <a:pt x="7985" y="15665"/>
                    <a:pt x="7787" y="15591"/>
                    <a:pt x="7800" y="15542"/>
                  </a:cubicBezTo>
                  <a:cubicBezTo>
                    <a:pt x="7800" y="15505"/>
                    <a:pt x="7861" y="15456"/>
                    <a:pt x="7837" y="15431"/>
                  </a:cubicBezTo>
                  <a:cubicBezTo>
                    <a:pt x="7818" y="15419"/>
                    <a:pt x="7809" y="15416"/>
                    <a:pt x="7794" y="15416"/>
                  </a:cubicBezTo>
                  <a:cubicBezTo>
                    <a:pt x="7778" y="15416"/>
                    <a:pt x="7757" y="15419"/>
                    <a:pt x="7714" y="15419"/>
                  </a:cubicBezTo>
                  <a:cubicBezTo>
                    <a:pt x="7627" y="15419"/>
                    <a:pt x="7590" y="15369"/>
                    <a:pt x="7541" y="15332"/>
                  </a:cubicBezTo>
                  <a:cubicBezTo>
                    <a:pt x="7455" y="15246"/>
                    <a:pt x="7381" y="15135"/>
                    <a:pt x="7344" y="15024"/>
                  </a:cubicBezTo>
                  <a:cubicBezTo>
                    <a:pt x="7307" y="14926"/>
                    <a:pt x="7307" y="14876"/>
                    <a:pt x="7221" y="14827"/>
                  </a:cubicBezTo>
                  <a:cubicBezTo>
                    <a:pt x="7147" y="14766"/>
                    <a:pt x="7011" y="14704"/>
                    <a:pt x="6999" y="14630"/>
                  </a:cubicBezTo>
                  <a:cubicBezTo>
                    <a:pt x="6987" y="14556"/>
                    <a:pt x="6999" y="14495"/>
                    <a:pt x="7024" y="14433"/>
                  </a:cubicBezTo>
                  <a:cubicBezTo>
                    <a:pt x="7048" y="14421"/>
                    <a:pt x="7048" y="14384"/>
                    <a:pt x="7036" y="14359"/>
                  </a:cubicBezTo>
                  <a:cubicBezTo>
                    <a:pt x="7011" y="14310"/>
                    <a:pt x="7011" y="14236"/>
                    <a:pt x="7048" y="14211"/>
                  </a:cubicBezTo>
                  <a:cubicBezTo>
                    <a:pt x="7067" y="14199"/>
                    <a:pt x="7091" y="14199"/>
                    <a:pt x="7111" y="14199"/>
                  </a:cubicBezTo>
                  <a:cubicBezTo>
                    <a:pt x="7131" y="14199"/>
                    <a:pt x="7147" y="14199"/>
                    <a:pt x="7147" y="14186"/>
                  </a:cubicBezTo>
                  <a:cubicBezTo>
                    <a:pt x="7147" y="14150"/>
                    <a:pt x="7159" y="14100"/>
                    <a:pt x="7196" y="14100"/>
                  </a:cubicBezTo>
                  <a:cubicBezTo>
                    <a:pt x="7224" y="14100"/>
                    <a:pt x="7256" y="14092"/>
                    <a:pt x="7279" y="14092"/>
                  </a:cubicBezTo>
                  <a:cubicBezTo>
                    <a:pt x="7296" y="14092"/>
                    <a:pt x="7307" y="14097"/>
                    <a:pt x="7307" y="14113"/>
                  </a:cubicBezTo>
                  <a:cubicBezTo>
                    <a:pt x="7307" y="14150"/>
                    <a:pt x="7307" y="14199"/>
                    <a:pt x="7307" y="14236"/>
                  </a:cubicBezTo>
                  <a:lnTo>
                    <a:pt x="7307" y="14260"/>
                  </a:lnTo>
                  <a:cubicBezTo>
                    <a:pt x="7307" y="14313"/>
                    <a:pt x="7334" y="14430"/>
                    <a:pt x="7350" y="14430"/>
                  </a:cubicBezTo>
                  <a:cubicBezTo>
                    <a:pt x="7352" y="14430"/>
                    <a:pt x="7354" y="14427"/>
                    <a:pt x="7356" y="14421"/>
                  </a:cubicBezTo>
                  <a:cubicBezTo>
                    <a:pt x="7363" y="14395"/>
                    <a:pt x="7390" y="14379"/>
                    <a:pt x="7414" y="14379"/>
                  </a:cubicBezTo>
                  <a:cubicBezTo>
                    <a:pt x="7436" y="14379"/>
                    <a:pt x="7455" y="14391"/>
                    <a:pt x="7455" y="14421"/>
                  </a:cubicBezTo>
                  <a:cubicBezTo>
                    <a:pt x="7464" y="14468"/>
                    <a:pt x="7459" y="14523"/>
                    <a:pt x="7468" y="14523"/>
                  </a:cubicBezTo>
                  <a:cubicBezTo>
                    <a:pt x="7470" y="14523"/>
                    <a:pt x="7474" y="14518"/>
                    <a:pt x="7479" y="14507"/>
                  </a:cubicBezTo>
                  <a:cubicBezTo>
                    <a:pt x="7492" y="14458"/>
                    <a:pt x="7467" y="14396"/>
                    <a:pt x="7492" y="14371"/>
                  </a:cubicBezTo>
                  <a:cubicBezTo>
                    <a:pt x="7504" y="14359"/>
                    <a:pt x="7519" y="14347"/>
                    <a:pt x="7533" y="14347"/>
                  </a:cubicBezTo>
                  <a:cubicBezTo>
                    <a:pt x="7547" y="14347"/>
                    <a:pt x="7560" y="14359"/>
                    <a:pt x="7566" y="14396"/>
                  </a:cubicBezTo>
                  <a:cubicBezTo>
                    <a:pt x="7590" y="14470"/>
                    <a:pt x="7603" y="14556"/>
                    <a:pt x="7652" y="14593"/>
                  </a:cubicBezTo>
                  <a:cubicBezTo>
                    <a:pt x="7701" y="14642"/>
                    <a:pt x="7726" y="14716"/>
                    <a:pt x="7787" y="14778"/>
                  </a:cubicBezTo>
                  <a:cubicBezTo>
                    <a:pt x="7861" y="14840"/>
                    <a:pt x="7874" y="14876"/>
                    <a:pt x="7923" y="14889"/>
                  </a:cubicBezTo>
                  <a:cubicBezTo>
                    <a:pt x="7972" y="14901"/>
                    <a:pt x="7997" y="14950"/>
                    <a:pt x="8095" y="15024"/>
                  </a:cubicBezTo>
                  <a:cubicBezTo>
                    <a:pt x="8194" y="15086"/>
                    <a:pt x="8293" y="15160"/>
                    <a:pt x="8379" y="15234"/>
                  </a:cubicBezTo>
                  <a:cubicBezTo>
                    <a:pt x="8404" y="15258"/>
                    <a:pt x="8428" y="15283"/>
                    <a:pt x="8453" y="15308"/>
                  </a:cubicBezTo>
                  <a:cubicBezTo>
                    <a:pt x="8490" y="15357"/>
                    <a:pt x="8539" y="15394"/>
                    <a:pt x="8588" y="15419"/>
                  </a:cubicBezTo>
                  <a:cubicBezTo>
                    <a:pt x="8601" y="15443"/>
                    <a:pt x="8613" y="15456"/>
                    <a:pt x="8601" y="15480"/>
                  </a:cubicBezTo>
                  <a:cubicBezTo>
                    <a:pt x="8588" y="15603"/>
                    <a:pt x="8576" y="15727"/>
                    <a:pt x="8588" y="15850"/>
                  </a:cubicBezTo>
                  <a:cubicBezTo>
                    <a:pt x="8601" y="15936"/>
                    <a:pt x="8613" y="15998"/>
                    <a:pt x="8650" y="16010"/>
                  </a:cubicBezTo>
                  <a:cubicBezTo>
                    <a:pt x="8675" y="16022"/>
                    <a:pt x="8699" y="16022"/>
                    <a:pt x="8724" y="16096"/>
                  </a:cubicBezTo>
                  <a:cubicBezTo>
                    <a:pt x="8724" y="16133"/>
                    <a:pt x="8736" y="16158"/>
                    <a:pt x="8761" y="16170"/>
                  </a:cubicBezTo>
                  <a:cubicBezTo>
                    <a:pt x="8785" y="16220"/>
                    <a:pt x="8810" y="16256"/>
                    <a:pt x="8847" y="16281"/>
                  </a:cubicBezTo>
                  <a:cubicBezTo>
                    <a:pt x="8896" y="16330"/>
                    <a:pt x="8946" y="16343"/>
                    <a:pt x="8946" y="16404"/>
                  </a:cubicBezTo>
                  <a:cubicBezTo>
                    <a:pt x="8958" y="16503"/>
                    <a:pt x="8970" y="16589"/>
                    <a:pt x="9007" y="16675"/>
                  </a:cubicBezTo>
                  <a:cubicBezTo>
                    <a:pt x="9007" y="16737"/>
                    <a:pt x="9032" y="16786"/>
                    <a:pt x="9069" y="16836"/>
                  </a:cubicBezTo>
                  <a:cubicBezTo>
                    <a:pt x="9106" y="16860"/>
                    <a:pt x="9106" y="16897"/>
                    <a:pt x="9094" y="16922"/>
                  </a:cubicBezTo>
                  <a:cubicBezTo>
                    <a:pt x="9081" y="16946"/>
                    <a:pt x="9057" y="17020"/>
                    <a:pt x="9094" y="17045"/>
                  </a:cubicBezTo>
                  <a:cubicBezTo>
                    <a:pt x="9104" y="17055"/>
                    <a:pt x="9110" y="17059"/>
                    <a:pt x="9115" y="17059"/>
                  </a:cubicBezTo>
                  <a:cubicBezTo>
                    <a:pt x="9127" y="17059"/>
                    <a:pt x="9128" y="17033"/>
                    <a:pt x="9155" y="17033"/>
                  </a:cubicBezTo>
                  <a:cubicBezTo>
                    <a:pt x="9192" y="17045"/>
                    <a:pt x="9192" y="17033"/>
                    <a:pt x="9229" y="17094"/>
                  </a:cubicBezTo>
                  <a:cubicBezTo>
                    <a:pt x="9248" y="17132"/>
                    <a:pt x="9245" y="17169"/>
                    <a:pt x="9259" y="17169"/>
                  </a:cubicBezTo>
                  <a:cubicBezTo>
                    <a:pt x="9263" y="17169"/>
                    <a:pt x="9269" y="17165"/>
                    <a:pt x="9278" y="17156"/>
                  </a:cubicBezTo>
                  <a:cubicBezTo>
                    <a:pt x="9298" y="17136"/>
                    <a:pt x="9310" y="17100"/>
                    <a:pt x="9334" y="17100"/>
                  </a:cubicBezTo>
                  <a:cubicBezTo>
                    <a:pt x="9339" y="17100"/>
                    <a:pt x="9345" y="17102"/>
                    <a:pt x="9352" y="17107"/>
                  </a:cubicBezTo>
                  <a:cubicBezTo>
                    <a:pt x="9381" y="17135"/>
                    <a:pt x="9394" y="17185"/>
                    <a:pt x="9405" y="17185"/>
                  </a:cubicBezTo>
                  <a:cubicBezTo>
                    <a:pt x="9408" y="17185"/>
                    <a:pt x="9411" y="17180"/>
                    <a:pt x="9414" y="17168"/>
                  </a:cubicBezTo>
                  <a:cubicBezTo>
                    <a:pt x="9426" y="17119"/>
                    <a:pt x="9451" y="17119"/>
                    <a:pt x="9414" y="17045"/>
                  </a:cubicBezTo>
                  <a:cubicBezTo>
                    <a:pt x="9377" y="16971"/>
                    <a:pt x="9426" y="16959"/>
                    <a:pt x="9389" y="16897"/>
                  </a:cubicBezTo>
                  <a:cubicBezTo>
                    <a:pt x="9378" y="16869"/>
                    <a:pt x="9380" y="16862"/>
                    <a:pt x="9389" y="16862"/>
                  </a:cubicBezTo>
                  <a:cubicBezTo>
                    <a:pt x="9401" y="16862"/>
                    <a:pt x="9424" y="16873"/>
                    <a:pt x="9451" y="16873"/>
                  </a:cubicBezTo>
                  <a:cubicBezTo>
                    <a:pt x="9474" y="16873"/>
                    <a:pt x="9520" y="16891"/>
                    <a:pt x="9540" y="16891"/>
                  </a:cubicBezTo>
                  <a:cubicBezTo>
                    <a:pt x="9553" y="16891"/>
                    <a:pt x="9556" y="16884"/>
                    <a:pt x="9537" y="16860"/>
                  </a:cubicBezTo>
                  <a:cubicBezTo>
                    <a:pt x="9488" y="16799"/>
                    <a:pt x="9463" y="16786"/>
                    <a:pt x="9451" y="16749"/>
                  </a:cubicBezTo>
                  <a:cubicBezTo>
                    <a:pt x="9426" y="16700"/>
                    <a:pt x="9451" y="16725"/>
                    <a:pt x="9475" y="16700"/>
                  </a:cubicBezTo>
                  <a:cubicBezTo>
                    <a:pt x="9489" y="16687"/>
                    <a:pt x="9495" y="16677"/>
                    <a:pt x="9504" y="16677"/>
                  </a:cubicBezTo>
                  <a:cubicBezTo>
                    <a:pt x="9511" y="16677"/>
                    <a:pt x="9520" y="16683"/>
                    <a:pt x="9537" y="16700"/>
                  </a:cubicBezTo>
                  <a:cubicBezTo>
                    <a:pt x="9571" y="16723"/>
                    <a:pt x="9605" y="16788"/>
                    <a:pt x="9630" y="16788"/>
                  </a:cubicBezTo>
                  <a:cubicBezTo>
                    <a:pt x="9632" y="16788"/>
                    <a:pt x="9634" y="16787"/>
                    <a:pt x="9636" y="16786"/>
                  </a:cubicBezTo>
                  <a:cubicBezTo>
                    <a:pt x="9648" y="16762"/>
                    <a:pt x="9648" y="16725"/>
                    <a:pt x="9636" y="16700"/>
                  </a:cubicBezTo>
                  <a:cubicBezTo>
                    <a:pt x="9636" y="16680"/>
                    <a:pt x="9620" y="16644"/>
                    <a:pt x="9639" y="16644"/>
                  </a:cubicBezTo>
                  <a:cubicBezTo>
                    <a:pt x="9644" y="16644"/>
                    <a:pt x="9651" y="16646"/>
                    <a:pt x="9660" y="16651"/>
                  </a:cubicBezTo>
                  <a:cubicBezTo>
                    <a:pt x="9689" y="16670"/>
                    <a:pt x="9733" y="16712"/>
                    <a:pt x="9751" y="16712"/>
                  </a:cubicBezTo>
                  <a:cubicBezTo>
                    <a:pt x="9756" y="16712"/>
                    <a:pt x="9759" y="16708"/>
                    <a:pt x="9759" y="16700"/>
                  </a:cubicBezTo>
                  <a:cubicBezTo>
                    <a:pt x="9759" y="16663"/>
                    <a:pt x="9747" y="16663"/>
                    <a:pt x="9697" y="16589"/>
                  </a:cubicBezTo>
                  <a:cubicBezTo>
                    <a:pt x="9648" y="16503"/>
                    <a:pt x="9710" y="16528"/>
                    <a:pt x="9623" y="16478"/>
                  </a:cubicBezTo>
                  <a:cubicBezTo>
                    <a:pt x="9525" y="16417"/>
                    <a:pt x="9463" y="16380"/>
                    <a:pt x="9463" y="16330"/>
                  </a:cubicBezTo>
                  <a:cubicBezTo>
                    <a:pt x="9463" y="16320"/>
                    <a:pt x="9468" y="16318"/>
                    <a:pt x="9473" y="16318"/>
                  </a:cubicBezTo>
                  <a:cubicBezTo>
                    <a:pt x="9480" y="16318"/>
                    <a:pt x="9488" y="16322"/>
                    <a:pt x="9490" y="16322"/>
                  </a:cubicBezTo>
                  <a:cubicBezTo>
                    <a:pt x="9492" y="16322"/>
                    <a:pt x="9487" y="16317"/>
                    <a:pt x="9463" y="16293"/>
                  </a:cubicBezTo>
                  <a:cubicBezTo>
                    <a:pt x="9402" y="16220"/>
                    <a:pt x="9352" y="16146"/>
                    <a:pt x="9315" y="16059"/>
                  </a:cubicBezTo>
                  <a:cubicBezTo>
                    <a:pt x="9291" y="15973"/>
                    <a:pt x="9315" y="15911"/>
                    <a:pt x="9340" y="15899"/>
                  </a:cubicBezTo>
                  <a:cubicBezTo>
                    <a:pt x="9343" y="15898"/>
                    <a:pt x="9347" y="15897"/>
                    <a:pt x="9350" y="15897"/>
                  </a:cubicBezTo>
                  <a:cubicBezTo>
                    <a:pt x="9375" y="15897"/>
                    <a:pt x="9410" y="15930"/>
                    <a:pt x="9463" y="15973"/>
                  </a:cubicBezTo>
                  <a:cubicBezTo>
                    <a:pt x="9500" y="16010"/>
                    <a:pt x="9524" y="16048"/>
                    <a:pt x="9533" y="16048"/>
                  </a:cubicBezTo>
                  <a:cubicBezTo>
                    <a:pt x="9536" y="16048"/>
                    <a:pt x="9537" y="16044"/>
                    <a:pt x="9537" y="16035"/>
                  </a:cubicBezTo>
                  <a:cubicBezTo>
                    <a:pt x="9537" y="16003"/>
                    <a:pt x="9537" y="15971"/>
                    <a:pt x="9553" y="15971"/>
                  </a:cubicBezTo>
                  <a:cubicBezTo>
                    <a:pt x="9556" y="15971"/>
                    <a:pt x="9558" y="15971"/>
                    <a:pt x="9562" y="15973"/>
                  </a:cubicBezTo>
                  <a:cubicBezTo>
                    <a:pt x="9589" y="15991"/>
                    <a:pt x="9630" y="16023"/>
                    <a:pt x="9639" y="16023"/>
                  </a:cubicBezTo>
                  <a:cubicBezTo>
                    <a:pt x="9643" y="16023"/>
                    <a:pt x="9642" y="16020"/>
                    <a:pt x="9636" y="16010"/>
                  </a:cubicBezTo>
                  <a:cubicBezTo>
                    <a:pt x="9625" y="15978"/>
                    <a:pt x="9577" y="15946"/>
                    <a:pt x="9597" y="15946"/>
                  </a:cubicBezTo>
                  <a:cubicBezTo>
                    <a:pt x="9600" y="15946"/>
                    <a:pt x="9604" y="15947"/>
                    <a:pt x="9611" y="15948"/>
                  </a:cubicBezTo>
                  <a:cubicBezTo>
                    <a:pt x="9655" y="15957"/>
                    <a:pt x="9726" y="15992"/>
                    <a:pt x="9738" y="15992"/>
                  </a:cubicBezTo>
                  <a:cubicBezTo>
                    <a:pt x="9743" y="15992"/>
                    <a:pt x="9739" y="15987"/>
                    <a:pt x="9722" y="15973"/>
                  </a:cubicBezTo>
                  <a:cubicBezTo>
                    <a:pt x="9673" y="15911"/>
                    <a:pt x="9549" y="15875"/>
                    <a:pt x="9611" y="15813"/>
                  </a:cubicBezTo>
                  <a:cubicBezTo>
                    <a:pt x="9642" y="15782"/>
                    <a:pt x="9657" y="15779"/>
                    <a:pt x="9671" y="15779"/>
                  </a:cubicBezTo>
                  <a:cubicBezTo>
                    <a:pt x="9675" y="15779"/>
                    <a:pt x="9678" y="15779"/>
                    <a:pt x="9681" y="15779"/>
                  </a:cubicBezTo>
                  <a:cubicBezTo>
                    <a:pt x="9692" y="15779"/>
                    <a:pt x="9703" y="15777"/>
                    <a:pt x="9722" y="15764"/>
                  </a:cubicBezTo>
                  <a:cubicBezTo>
                    <a:pt x="9759" y="15745"/>
                    <a:pt x="9788" y="15713"/>
                    <a:pt x="9801" y="15713"/>
                  </a:cubicBezTo>
                  <a:cubicBezTo>
                    <a:pt x="9806" y="15713"/>
                    <a:pt x="9808" y="15717"/>
                    <a:pt x="9808" y="15727"/>
                  </a:cubicBezTo>
                  <a:cubicBezTo>
                    <a:pt x="9798" y="15758"/>
                    <a:pt x="9770" y="15849"/>
                    <a:pt x="9776" y="15849"/>
                  </a:cubicBezTo>
                  <a:cubicBezTo>
                    <a:pt x="9777" y="15849"/>
                    <a:pt x="9780" y="15846"/>
                    <a:pt x="9784" y="15838"/>
                  </a:cubicBezTo>
                  <a:cubicBezTo>
                    <a:pt x="9820" y="15801"/>
                    <a:pt x="9857" y="15727"/>
                    <a:pt x="9931" y="15727"/>
                  </a:cubicBezTo>
                  <a:cubicBezTo>
                    <a:pt x="10005" y="15739"/>
                    <a:pt x="10030" y="15764"/>
                    <a:pt x="10104" y="15813"/>
                  </a:cubicBezTo>
                  <a:lnTo>
                    <a:pt x="10129" y="15825"/>
                  </a:lnTo>
                  <a:cubicBezTo>
                    <a:pt x="10156" y="15853"/>
                    <a:pt x="10191" y="15867"/>
                    <a:pt x="10222" y="15867"/>
                  </a:cubicBezTo>
                  <a:cubicBezTo>
                    <a:pt x="10232" y="15867"/>
                    <a:pt x="10242" y="15865"/>
                    <a:pt x="10252" y="15862"/>
                  </a:cubicBezTo>
                  <a:cubicBezTo>
                    <a:pt x="10338" y="15862"/>
                    <a:pt x="10412" y="15825"/>
                    <a:pt x="10461" y="15764"/>
                  </a:cubicBezTo>
                  <a:cubicBezTo>
                    <a:pt x="10498" y="15727"/>
                    <a:pt x="10671" y="15702"/>
                    <a:pt x="10708" y="15702"/>
                  </a:cubicBezTo>
                  <a:cubicBezTo>
                    <a:pt x="10745" y="15702"/>
                    <a:pt x="10819" y="15702"/>
                    <a:pt x="10794" y="15677"/>
                  </a:cubicBezTo>
                  <a:cubicBezTo>
                    <a:pt x="10782" y="15640"/>
                    <a:pt x="10831" y="15653"/>
                    <a:pt x="10757" y="15603"/>
                  </a:cubicBezTo>
                  <a:cubicBezTo>
                    <a:pt x="10683" y="15554"/>
                    <a:pt x="10572" y="15542"/>
                    <a:pt x="10572" y="15456"/>
                  </a:cubicBezTo>
                  <a:cubicBezTo>
                    <a:pt x="10572" y="15431"/>
                    <a:pt x="10572" y="15406"/>
                    <a:pt x="10560" y="15394"/>
                  </a:cubicBezTo>
                  <a:cubicBezTo>
                    <a:pt x="10560" y="15357"/>
                    <a:pt x="10547" y="15320"/>
                    <a:pt x="10535" y="15283"/>
                  </a:cubicBezTo>
                  <a:cubicBezTo>
                    <a:pt x="10523" y="15258"/>
                    <a:pt x="10560" y="15123"/>
                    <a:pt x="10584" y="15049"/>
                  </a:cubicBezTo>
                  <a:cubicBezTo>
                    <a:pt x="10597" y="15000"/>
                    <a:pt x="10634" y="14950"/>
                    <a:pt x="10671" y="14913"/>
                  </a:cubicBezTo>
                  <a:cubicBezTo>
                    <a:pt x="10695" y="14876"/>
                    <a:pt x="10708" y="14840"/>
                    <a:pt x="10720" y="14803"/>
                  </a:cubicBezTo>
                  <a:cubicBezTo>
                    <a:pt x="10732" y="14729"/>
                    <a:pt x="10732" y="14618"/>
                    <a:pt x="10745" y="14568"/>
                  </a:cubicBezTo>
                  <a:cubicBezTo>
                    <a:pt x="10782" y="14482"/>
                    <a:pt x="10757" y="14445"/>
                    <a:pt x="10794" y="14421"/>
                  </a:cubicBezTo>
                  <a:cubicBezTo>
                    <a:pt x="10808" y="14410"/>
                    <a:pt x="10822" y="14408"/>
                    <a:pt x="10836" y="14408"/>
                  </a:cubicBezTo>
                  <a:cubicBezTo>
                    <a:pt x="10850" y="14408"/>
                    <a:pt x="10864" y="14410"/>
                    <a:pt x="10879" y="14410"/>
                  </a:cubicBezTo>
                  <a:cubicBezTo>
                    <a:pt x="10902" y="14410"/>
                    <a:pt x="10927" y="14404"/>
                    <a:pt x="10954" y="14371"/>
                  </a:cubicBezTo>
                  <a:cubicBezTo>
                    <a:pt x="10979" y="14347"/>
                    <a:pt x="10991" y="14310"/>
                    <a:pt x="11003" y="14273"/>
                  </a:cubicBezTo>
                  <a:cubicBezTo>
                    <a:pt x="11003" y="14248"/>
                    <a:pt x="11003" y="14211"/>
                    <a:pt x="11003" y="14186"/>
                  </a:cubicBezTo>
                  <a:cubicBezTo>
                    <a:pt x="10979" y="14150"/>
                    <a:pt x="10929" y="14137"/>
                    <a:pt x="10979" y="14113"/>
                  </a:cubicBezTo>
                  <a:cubicBezTo>
                    <a:pt x="11028" y="14076"/>
                    <a:pt x="11102" y="14002"/>
                    <a:pt x="11176" y="13940"/>
                  </a:cubicBezTo>
                  <a:cubicBezTo>
                    <a:pt x="11237" y="13878"/>
                    <a:pt x="11213" y="13817"/>
                    <a:pt x="11299" y="13780"/>
                  </a:cubicBezTo>
                  <a:cubicBezTo>
                    <a:pt x="11330" y="13772"/>
                    <a:pt x="11353" y="13768"/>
                    <a:pt x="11370" y="13768"/>
                  </a:cubicBezTo>
                  <a:cubicBezTo>
                    <a:pt x="11408" y="13768"/>
                    <a:pt x="11422" y="13787"/>
                    <a:pt x="11447" y="13829"/>
                  </a:cubicBezTo>
                  <a:cubicBezTo>
                    <a:pt x="11484" y="13891"/>
                    <a:pt x="11472" y="13928"/>
                    <a:pt x="11545" y="13928"/>
                  </a:cubicBezTo>
                  <a:cubicBezTo>
                    <a:pt x="11624" y="13928"/>
                    <a:pt x="11672" y="13979"/>
                    <a:pt x="11745" y="13979"/>
                  </a:cubicBezTo>
                  <a:cubicBezTo>
                    <a:pt x="11752" y="13979"/>
                    <a:pt x="11759" y="13978"/>
                    <a:pt x="11767" y="13977"/>
                  </a:cubicBezTo>
                  <a:cubicBezTo>
                    <a:pt x="11803" y="13972"/>
                    <a:pt x="11845" y="13969"/>
                    <a:pt x="11881" y="13969"/>
                  </a:cubicBezTo>
                  <a:cubicBezTo>
                    <a:pt x="11932" y="13969"/>
                    <a:pt x="11972" y="13975"/>
                    <a:pt x="11964" y="13989"/>
                  </a:cubicBezTo>
                  <a:cubicBezTo>
                    <a:pt x="11890" y="14051"/>
                    <a:pt x="11804" y="14113"/>
                    <a:pt x="11706" y="14150"/>
                  </a:cubicBezTo>
                  <a:cubicBezTo>
                    <a:pt x="11669" y="14174"/>
                    <a:pt x="11656" y="14186"/>
                    <a:pt x="11706" y="14211"/>
                  </a:cubicBezTo>
                  <a:cubicBezTo>
                    <a:pt x="11767" y="14236"/>
                    <a:pt x="11890" y="14260"/>
                    <a:pt x="11890" y="14310"/>
                  </a:cubicBezTo>
                  <a:cubicBezTo>
                    <a:pt x="11890" y="14371"/>
                    <a:pt x="11829" y="14421"/>
                    <a:pt x="11854" y="14470"/>
                  </a:cubicBezTo>
                  <a:cubicBezTo>
                    <a:pt x="11887" y="14503"/>
                    <a:pt x="11939" y="14546"/>
                    <a:pt x="11985" y="14546"/>
                  </a:cubicBezTo>
                  <a:cubicBezTo>
                    <a:pt x="11991" y="14546"/>
                    <a:pt x="11996" y="14545"/>
                    <a:pt x="12001" y="14544"/>
                  </a:cubicBezTo>
                  <a:cubicBezTo>
                    <a:pt x="12038" y="14531"/>
                    <a:pt x="12112" y="14433"/>
                    <a:pt x="12174" y="14421"/>
                  </a:cubicBezTo>
                  <a:cubicBezTo>
                    <a:pt x="12235" y="14396"/>
                    <a:pt x="12309" y="14310"/>
                    <a:pt x="12396" y="14310"/>
                  </a:cubicBezTo>
                  <a:cubicBezTo>
                    <a:pt x="12426" y="14315"/>
                    <a:pt x="12457" y="14318"/>
                    <a:pt x="12488" y="14318"/>
                  </a:cubicBezTo>
                  <a:cubicBezTo>
                    <a:pt x="12531" y="14318"/>
                    <a:pt x="12574" y="14312"/>
                    <a:pt x="12617" y="14297"/>
                  </a:cubicBezTo>
                  <a:cubicBezTo>
                    <a:pt x="12654" y="14285"/>
                    <a:pt x="12679" y="14260"/>
                    <a:pt x="12654" y="14248"/>
                  </a:cubicBezTo>
                  <a:cubicBezTo>
                    <a:pt x="12630" y="14236"/>
                    <a:pt x="12728" y="14211"/>
                    <a:pt x="12691" y="14199"/>
                  </a:cubicBezTo>
                  <a:lnTo>
                    <a:pt x="12507" y="14199"/>
                  </a:lnTo>
                  <a:cubicBezTo>
                    <a:pt x="12482" y="14199"/>
                    <a:pt x="12424" y="14232"/>
                    <a:pt x="12371" y="14232"/>
                  </a:cubicBezTo>
                  <a:cubicBezTo>
                    <a:pt x="12344" y="14232"/>
                    <a:pt x="12318" y="14223"/>
                    <a:pt x="12297" y="14199"/>
                  </a:cubicBezTo>
                  <a:cubicBezTo>
                    <a:pt x="12248" y="14137"/>
                    <a:pt x="12199" y="14088"/>
                    <a:pt x="12223" y="14014"/>
                  </a:cubicBezTo>
                  <a:cubicBezTo>
                    <a:pt x="12272" y="13940"/>
                    <a:pt x="12334" y="13866"/>
                    <a:pt x="12408" y="13817"/>
                  </a:cubicBezTo>
                  <a:cubicBezTo>
                    <a:pt x="12457" y="13768"/>
                    <a:pt x="12605" y="13768"/>
                    <a:pt x="12704" y="13706"/>
                  </a:cubicBezTo>
                  <a:cubicBezTo>
                    <a:pt x="12790" y="13657"/>
                    <a:pt x="12889" y="13620"/>
                    <a:pt x="12987" y="13607"/>
                  </a:cubicBezTo>
                  <a:lnTo>
                    <a:pt x="13012" y="13607"/>
                  </a:lnTo>
                  <a:cubicBezTo>
                    <a:pt x="13051" y="13604"/>
                    <a:pt x="13086" y="13603"/>
                    <a:pt x="13114" y="13603"/>
                  </a:cubicBezTo>
                  <a:cubicBezTo>
                    <a:pt x="13191" y="13603"/>
                    <a:pt x="13224" y="13614"/>
                    <a:pt x="13197" y="13632"/>
                  </a:cubicBezTo>
                  <a:cubicBezTo>
                    <a:pt x="13147" y="13657"/>
                    <a:pt x="13012" y="13780"/>
                    <a:pt x="12975" y="13780"/>
                  </a:cubicBezTo>
                  <a:cubicBezTo>
                    <a:pt x="12938" y="13780"/>
                    <a:pt x="12950" y="13817"/>
                    <a:pt x="13012" y="13854"/>
                  </a:cubicBezTo>
                  <a:cubicBezTo>
                    <a:pt x="13061" y="13903"/>
                    <a:pt x="13086" y="13965"/>
                    <a:pt x="13024" y="13977"/>
                  </a:cubicBezTo>
                  <a:cubicBezTo>
                    <a:pt x="12950" y="14002"/>
                    <a:pt x="12889" y="14063"/>
                    <a:pt x="12864" y="14150"/>
                  </a:cubicBezTo>
                  <a:cubicBezTo>
                    <a:pt x="12852" y="14223"/>
                    <a:pt x="12852" y="14236"/>
                    <a:pt x="12802" y="14248"/>
                  </a:cubicBezTo>
                  <a:cubicBezTo>
                    <a:pt x="12741" y="14260"/>
                    <a:pt x="12716" y="14260"/>
                    <a:pt x="12704" y="14285"/>
                  </a:cubicBezTo>
                  <a:cubicBezTo>
                    <a:pt x="12704" y="14322"/>
                    <a:pt x="12667" y="14310"/>
                    <a:pt x="12728" y="14347"/>
                  </a:cubicBezTo>
                  <a:cubicBezTo>
                    <a:pt x="12778" y="14384"/>
                    <a:pt x="12741" y="14421"/>
                    <a:pt x="12790" y="14445"/>
                  </a:cubicBezTo>
                  <a:cubicBezTo>
                    <a:pt x="12839" y="14470"/>
                    <a:pt x="12925" y="14495"/>
                    <a:pt x="12975" y="14531"/>
                  </a:cubicBezTo>
                  <a:cubicBezTo>
                    <a:pt x="13086" y="14618"/>
                    <a:pt x="13184" y="14692"/>
                    <a:pt x="13295" y="14790"/>
                  </a:cubicBezTo>
                  <a:cubicBezTo>
                    <a:pt x="13320" y="14815"/>
                    <a:pt x="13344" y="14852"/>
                    <a:pt x="13369" y="14889"/>
                  </a:cubicBezTo>
                  <a:cubicBezTo>
                    <a:pt x="13418" y="14938"/>
                    <a:pt x="13480" y="14987"/>
                    <a:pt x="13542" y="15012"/>
                  </a:cubicBezTo>
                  <a:cubicBezTo>
                    <a:pt x="13640" y="15074"/>
                    <a:pt x="13726" y="15148"/>
                    <a:pt x="13788" y="15234"/>
                  </a:cubicBezTo>
                  <a:cubicBezTo>
                    <a:pt x="13825" y="15332"/>
                    <a:pt x="13825" y="15419"/>
                    <a:pt x="13788" y="15517"/>
                  </a:cubicBezTo>
                  <a:cubicBezTo>
                    <a:pt x="13788" y="15530"/>
                    <a:pt x="13788" y="15542"/>
                    <a:pt x="13776" y="15554"/>
                  </a:cubicBezTo>
                  <a:cubicBezTo>
                    <a:pt x="13689" y="15628"/>
                    <a:pt x="13591" y="15690"/>
                    <a:pt x="13468" y="15727"/>
                  </a:cubicBezTo>
                  <a:cubicBezTo>
                    <a:pt x="13406" y="15727"/>
                    <a:pt x="13295" y="15714"/>
                    <a:pt x="13221" y="15714"/>
                  </a:cubicBezTo>
                  <a:cubicBezTo>
                    <a:pt x="13086" y="15714"/>
                    <a:pt x="12962" y="15714"/>
                    <a:pt x="12839" y="15690"/>
                  </a:cubicBezTo>
                  <a:cubicBezTo>
                    <a:pt x="12790" y="15677"/>
                    <a:pt x="12704" y="15591"/>
                    <a:pt x="12679" y="15591"/>
                  </a:cubicBezTo>
                  <a:cubicBezTo>
                    <a:pt x="12662" y="15600"/>
                    <a:pt x="12651" y="15614"/>
                    <a:pt x="12625" y="15614"/>
                  </a:cubicBezTo>
                  <a:cubicBezTo>
                    <a:pt x="12614" y="15614"/>
                    <a:pt x="12600" y="15611"/>
                    <a:pt x="12580" y="15603"/>
                  </a:cubicBezTo>
                  <a:cubicBezTo>
                    <a:pt x="12519" y="15579"/>
                    <a:pt x="12568" y="15542"/>
                    <a:pt x="12494" y="15517"/>
                  </a:cubicBezTo>
                  <a:cubicBezTo>
                    <a:pt x="12408" y="15480"/>
                    <a:pt x="12346" y="15505"/>
                    <a:pt x="12309" y="15456"/>
                  </a:cubicBezTo>
                  <a:cubicBezTo>
                    <a:pt x="12287" y="15422"/>
                    <a:pt x="12264" y="15368"/>
                    <a:pt x="12242" y="15368"/>
                  </a:cubicBezTo>
                  <a:cubicBezTo>
                    <a:pt x="12240" y="15368"/>
                    <a:pt x="12238" y="15368"/>
                    <a:pt x="12235" y="15369"/>
                  </a:cubicBezTo>
                  <a:cubicBezTo>
                    <a:pt x="12223" y="15375"/>
                    <a:pt x="12128" y="15375"/>
                    <a:pt x="12028" y="15375"/>
                  </a:cubicBezTo>
                  <a:cubicBezTo>
                    <a:pt x="11927" y="15375"/>
                    <a:pt x="11823" y="15375"/>
                    <a:pt x="11792" y="15382"/>
                  </a:cubicBezTo>
                  <a:cubicBezTo>
                    <a:pt x="11730" y="15406"/>
                    <a:pt x="11496" y="15579"/>
                    <a:pt x="11410" y="15616"/>
                  </a:cubicBezTo>
                  <a:cubicBezTo>
                    <a:pt x="11332" y="15639"/>
                    <a:pt x="11244" y="15648"/>
                    <a:pt x="11155" y="15648"/>
                  </a:cubicBezTo>
                  <a:cubicBezTo>
                    <a:pt x="11104" y="15648"/>
                    <a:pt x="11053" y="15645"/>
                    <a:pt x="11003" y="15640"/>
                  </a:cubicBezTo>
                  <a:cubicBezTo>
                    <a:pt x="10960" y="15640"/>
                    <a:pt x="10932" y="15637"/>
                    <a:pt x="10912" y="15637"/>
                  </a:cubicBezTo>
                  <a:cubicBezTo>
                    <a:pt x="10892" y="15637"/>
                    <a:pt x="10880" y="15640"/>
                    <a:pt x="10868" y="15653"/>
                  </a:cubicBezTo>
                  <a:cubicBezTo>
                    <a:pt x="10855" y="15690"/>
                    <a:pt x="10819" y="15702"/>
                    <a:pt x="10855" y="15714"/>
                  </a:cubicBezTo>
                  <a:cubicBezTo>
                    <a:pt x="10905" y="15739"/>
                    <a:pt x="10942" y="15751"/>
                    <a:pt x="10905" y="15764"/>
                  </a:cubicBezTo>
                  <a:cubicBezTo>
                    <a:pt x="10868" y="15788"/>
                    <a:pt x="10794" y="15764"/>
                    <a:pt x="10794" y="15801"/>
                  </a:cubicBezTo>
                  <a:cubicBezTo>
                    <a:pt x="10794" y="15850"/>
                    <a:pt x="10831" y="15875"/>
                    <a:pt x="10782" y="15875"/>
                  </a:cubicBezTo>
                  <a:lnTo>
                    <a:pt x="10510" y="15875"/>
                  </a:lnTo>
                  <a:cubicBezTo>
                    <a:pt x="10492" y="15881"/>
                    <a:pt x="10470" y="15884"/>
                    <a:pt x="10447" y="15884"/>
                  </a:cubicBezTo>
                  <a:cubicBezTo>
                    <a:pt x="10424" y="15884"/>
                    <a:pt x="10400" y="15881"/>
                    <a:pt x="10375" y="15875"/>
                  </a:cubicBezTo>
                  <a:cubicBezTo>
                    <a:pt x="10344" y="15868"/>
                    <a:pt x="10316" y="15865"/>
                    <a:pt x="10289" y="15865"/>
                  </a:cubicBezTo>
                  <a:cubicBezTo>
                    <a:pt x="10261" y="15865"/>
                    <a:pt x="10233" y="15868"/>
                    <a:pt x="10202" y="15875"/>
                  </a:cubicBezTo>
                  <a:cubicBezTo>
                    <a:pt x="10178" y="15899"/>
                    <a:pt x="10202" y="15998"/>
                    <a:pt x="10165" y="16035"/>
                  </a:cubicBezTo>
                  <a:cubicBezTo>
                    <a:pt x="10129" y="16072"/>
                    <a:pt x="10092" y="16146"/>
                    <a:pt x="10116" y="16158"/>
                  </a:cubicBezTo>
                  <a:cubicBezTo>
                    <a:pt x="10150" y="16169"/>
                    <a:pt x="10183" y="16221"/>
                    <a:pt x="10208" y="16221"/>
                  </a:cubicBezTo>
                  <a:cubicBezTo>
                    <a:pt x="10210" y="16221"/>
                    <a:pt x="10213" y="16221"/>
                    <a:pt x="10215" y="16220"/>
                  </a:cubicBezTo>
                  <a:cubicBezTo>
                    <a:pt x="10224" y="16200"/>
                    <a:pt x="10264" y="16159"/>
                    <a:pt x="10287" y="16159"/>
                  </a:cubicBezTo>
                  <a:cubicBezTo>
                    <a:pt x="10293" y="16159"/>
                    <a:pt x="10298" y="16162"/>
                    <a:pt x="10301" y="16170"/>
                  </a:cubicBezTo>
                  <a:cubicBezTo>
                    <a:pt x="10301" y="16195"/>
                    <a:pt x="10326" y="16220"/>
                    <a:pt x="10276" y="16232"/>
                  </a:cubicBezTo>
                  <a:cubicBezTo>
                    <a:pt x="10239" y="16256"/>
                    <a:pt x="10190" y="16306"/>
                    <a:pt x="10202" y="16318"/>
                  </a:cubicBezTo>
                  <a:cubicBezTo>
                    <a:pt x="10205" y="16321"/>
                    <a:pt x="10210" y="16322"/>
                    <a:pt x="10216" y="16322"/>
                  </a:cubicBezTo>
                  <a:cubicBezTo>
                    <a:pt x="10233" y="16322"/>
                    <a:pt x="10260" y="16315"/>
                    <a:pt x="10281" y="16315"/>
                  </a:cubicBezTo>
                  <a:cubicBezTo>
                    <a:pt x="10289" y="16315"/>
                    <a:pt x="10296" y="16315"/>
                    <a:pt x="10301" y="16318"/>
                  </a:cubicBezTo>
                  <a:cubicBezTo>
                    <a:pt x="10313" y="16330"/>
                    <a:pt x="10301" y="16355"/>
                    <a:pt x="10301" y="16417"/>
                  </a:cubicBezTo>
                  <a:cubicBezTo>
                    <a:pt x="10301" y="16478"/>
                    <a:pt x="10375" y="16528"/>
                    <a:pt x="10313" y="16540"/>
                  </a:cubicBezTo>
                  <a:cubicBezTo>
                    <a:pt x="10310" y="16541"/>
                    <a:pt x="10307" y="16541"/>
                    <a:pt x="10304" y="16541"/>
                  </a:cubicBezTo>
                  <a:cubicBezTo>
                    <a:pt x="10261" y="16541"/>
                    <a:pt x="10244" y="16478"/>
                    <a:pt x="10227" y="16478"/>
                  </a:cubicBezTo>
                  <a:cubicBezTo>
                    <a:pt x="10223" y="16478"/>
                    <a:pt x="10219" y="16482"/>
                    <a:pt x="10215" y="16491"/>
                  </a:cubicBezTo>
                  <a:cubicBezTo>
                    <a:pt x="10202" y="16540"/>
                    <a:pt x="10178" y="16577"/>
                    <a:pt x="10190" y="16614"/>
                  </a:cubicBezTo>
                  <a:cubicBezTo>
                    <a:pt x="10202" y="16626"/>
                    <a:pt x="10215" y="16626"/>
                    <a:pt x="10230" y="16626"/>
                  </a:cubicBezTo>
                  <a:cubicBezTo>
                    <a:pt x="10246" y="16626"/>
                    <a:pt x="10264" y="16626"/>
                    <a:pt x="10289" y="16638"/>
                  </a:cubicBezTo>
                  <a:cubicBezTo>
                    <a:pt x="10326" y="16663"/>
                    <a:pt x="10289" y="16663"/>
                    <a:pt x="10289" y="16725"/>
                  </a:cubicBezTo>
                  <a:cubicBezTo>
                    <a:pt x="10289" y="16786"/>
                    <a:pt x="10202" y="16774"/>
                    <a:pt x="10313" y="16823"/>
                  </a:cubicBezTo>
                  <a:cubicBezTo>
                    <a:pt x="10424" y="16860"/>
                    <a:pt x="10461" y="16873"/>
                    <a:pt x="10461" y="16897"/>
                  </a:cubicBezTo>
                  <a:cubicBezTo>
                    <a:pt x="10461" y="16922"/>
                    <a:pt x="10461" y="16971"/>
                    <a:pt x="10437" y="16983"/>
                  </a:cubicBezTo>
                  <a:cubicBezTo>
                    <a:pt x="10425" y="17006"/>
                    <a:pt x="10373" y="17059"/>
                    <a:pt x="10383" y="17059"/>
                  </a:cubicBezTo>
                  <a:cubicBezTo>
                    <a:pt x="10384" y="17059"/>
                    <a:pt x="10385" y="17058"/>
                    <a:pt x="10387" y="17057"/>
                  </a:cubicBezTo>
                  <a:cubicBezTo>
                    <a:pt x="10410" y="17057"/>
                    <a:pt x="10463" y="17006"/>
                    <a:pt x="10491" y="17006"/>
                  </a:cubicBezTo>
                  <a:cubicBezTo>
                    <a:pt x="10493" y="17006"/>
                    <a:pt x="10496" y="17007"/>
                    <a:pt x="10498" y="17008"/>
                  </a:cubicBezTo>
                  <a:cubicBezTo>
                    <a:pt x="10510" y="17020"/>
                    <a:pt x="10560" y="17070"/>
                    <a:pt x="10523" y="17070"/>
                  </a:cubicBezTo>
                  <a:cubicBezTo>
                    <a:pt x="10474" y="17070"/>
                    <a:pt x="10412" y="17094"/>
                    <a:pt x="10461" y="17094"/>
                  </a:cubicBezTo>
                  <a:cubicBezTo>
                    <a:pt x="10498" y="17094"/>
                    <a:pt x="10535" y="17094"/>
                    <a:pt x="10560" y="17082"/>
                  </a:cubicBezTo>
                  <a:lnTo>
                    <a:pt x="10560" y="17082"/>
                  </a:lnTo>
                  <a:cubicBezTo>
                    <a:pt x="10572" y="17119"/>
                    <a:pt x="10572" y="17168"/>
                    <a:pt x="10547" y="17205"/>
                  </a:cubicBezTo>
                  <a:cubicBezTo>
                    <a:pt x="10513" y="17262"/>
                    <a:pt x="10479" y="17330"/>
                    <a:pt x="10513" y="17330"/>
                  </a:cubicBezTo>
                  <a:cubicBezTo>
                    <a:pt x="10516" y="17330"/>
                    <a:pt x="10519" y="17329"/>
                    <a:pt x="10523" y="17328"/>
                  </a:cubicBezTo>
                  <a:cubicBezTo>
                    <a:pt x="10544" y="17328"/>
                    <a:pt x="10561" y="17335"/>
                    <a:pt x="10575" y="17335"/>
                  </a:cubicBezTo>
                  <a:cubicBezTo>
                    <a:pt x="10593" y="17335"/>
                    <a:pt x="10607" y="17323"/>
                    <a:pt x="10621" y="17267"/>
                  </a:cubicBezTo>
                  <a:cubicBezTo>
                    <a:pt x="10634" y="17168"/>
                    <a:pt x="10621" y="17094"/>
                    <a:pt x="10683" y="17094"/>
                  </a:cubicBezTo>
                  <a:cubicBezTo>
                    <a:pt x="10686" y="17094"/>
                    <a:pt x="10690" y="17093"/>
                    <a:pt x="10693" y="17093"/>
                  </a:cubicBezTo>
                  <a:cubicBezTo>
                    <a:pt x="10757" y="17093"/>
                    <a:pt x="10870" y="17195"/>
                    <a:pt x="10917" y="17242"/>
                  </a:cubicBezTo>
                  <a:cubicBezTo>
                    <a:pt x="10939" y="17260"/>
                    <a:pt x="10976" y="17268"/>
                    <a:pt x="11016" y="17268"/>
                  </a:cubicBezTo>
                  <a:cubicBezTo>
                    <a:pt x="11088" y="17268"/>
                    <a:pt x="11168" y="17241"/>
                    <a:pt x="11176" y="17193"/>
                  </a:cubicBezTo>
                  <a:cubicBezTo>
                    <a:pt x="11185" y="17145"/>
                    <a:pt x="11173" y="17075"/>
                    <a:pt x="11236" y="17075"/>
                  </a:cubicBezTo>
                  <a:cubicBezTo>
                    <a:pt x="11254" y="17075"/>
                    <a:pt x="11278" y="17081"/>
                    <a:pt x="11311" y="17094"/>
                  </a:cubicBezTo>
                  <a:cubicBezTo>
                    <a:pt x="11450" y="17152"/>
                    <a:pt x="11600" y="17318"/>
                    <a:pt x="11689" y="17318"/>
                  </a:cubicBezTo>
                  <a:cubicBezTo>
                    <a:pt x="11695" y="17318"/>
                    <a:pt x="11700" y="17318"/>
                    <a:pt x="11706" y="17316"/>
                  </a:cubicBezTo>
                  <a:cubicBezTo>
                    <a:pt x="11841" y="17279"/>
                    <a:pt x="11964" y="17218"/>
                    <a:pt x="12075" y="17144"/>
                  </a:cubicBezTo>
                  <a:cubicBezTo>
                    <a:pt x="12111" y="17099"/>
                    <a:pt x="12134" y="17067"/>
                    <a:pt x="12176" y="17067"/>
                  </a:cubicBezTo>
                  <a:cubicBezTo>
                    <a:pt x="12193" y="17067"/>
                    <a:pt x="12212" y="17072"/>
                    <a:pt x="12235" y="17082"/>
                  </a:cubicBezTo>
                  <a:cubicBezTo>
                    <a:pt x="12288" y="17108"/>
                    <a:pt x="12322" y="17134"/>
                    <a:pt x="12350" y="17134"/>
                  </a:cubicBezTo>
                  <a:cubicBezTo>
                    <a:pt x="12362" y="17134"/>
                    <a:pt x="12373" y="17130"/>
                    <a:pt x="12383" y="17119"/>
                  </a:cubicBezTo>
                  <a:cubicBezTo>
                    <a:pt x="12416" y="17086"/>
                    <a:pt x="12449" y="17064"/>
                    <a:pt x="12471" y="17064"/>
                  </a:cubicBezTo>
                  <a:cubicBezTo>
                    <a:pt x="12482" y="17064"/>
                    <a:pt x="12490" y="17070"/>
                    <a:pt x="12494" y="17082"/>
                  </a:cubicBezTo>
                  <a:cubicBezTo>
                    <a:pt x="12507" y="17107"/>
                    <a:pt x="12470" y="17156"/>
                    <a:pt x="12457" y="17193"/>
                  </a:cubicBezTo>
                  <a:cubicBezTo>
                    <a:pt x="12445" y="17230"/>
                    <a:pt x="12507" y="17279"/>
                    <a:pt x="12507" y="17304"/>
                  </a:cubicBezTo>
                  <a:cubicBezTo>
                    <a:pt x="12507" y="17328"/>
                    <a:pt x="12482" y="17328"/>
                    <a:pt x="12457" y="17328"/>
                  </a:cubicBezTo>
                  <a:cubicBezTo>
                    <a:pt x="12445" y="17341"/>
                    <a:pt x="12433" y="17365"/>
                    <a:pt x="12433" y="17378"/>
                  </a:cubicBezTo>
                  <a:cubicBezTo>
                    <a:pt x="12408" y="17427"/>
                    <a:pt x="12445" y="17452"/>
                    <a:pt x="12445" y="17538"/>
                  </a:cubicBezTo>
                  <a:cubicBezTo>
                    <a:pt x="12457" y="17612"/>
                    <a:pt x="12457" y="17673"/>
                    <a:pt x="12445" y="17747"/>
                  </a:cubicBezTo>
                  <a:cubicBezTo>
                    <a:pt x="12445" y="17760"/>
                    <a:pt x="12445" y="17784"/>
                    <a:pt x="12433" y="17797"/>
                  </a:cubicBezTo>
                  <a:cubicBezTo>
                    <a:pt x="12383" y="17871"/>
                    <a:pt x="12334" y="18105"/>
                    <a:pt x="12297" y="18154"/>
                  </a:cubicBezTo>
                  <a:cubicBezTo>
                    <a:pt x="12297" y="18179"/>
                    <a:pt x="12272" y="18203"/>
                    <a:pt x="12260" y="18216"/>
                  </a:cubicBezTo>
                  <a:cubicBezTo>
                    <a:pt x="12248" y="18240"/>
                    <a:pt x="12235" y="18277"/>
                    <a:pt x="12223" y="18339"/>
                  </a:cubicBezTo>
                  <a:cubicBezTo>
                    <a:pt x="12186" y="18462"/>
                    <a:pt x="12137" y="18598"/>
                    <a:pt x="12112" y="18659"/>
                  </a:cubicBezTo>
                  <a:cubicBezTo>
                    <a:pt x="12100" y="18696"/>
                    <a:pt x="12075" y="18733"/>
                    <a:pt x="12038" y="18770"/>
                  </a:cubicBezTo>
                  <a:cubicBezTo>
                    <a:pt x="12014" y="18795"/>
                    <a:pt x="11989" y="18807"/>
                    <a:pt x="11964" y="18819"/>
                  </a:cubicBezTo>
                  <a:cubicBezTo>
                    <a:pt x="11903" y="18832"/>
                    <a:pt x="11841" y="18844"/>
                    <a:pt x="11780" y="18844"/>
                  </a:cubicBezTo>
                  <a:cubicBezTo>
                    <a:pt x="11751" y="18851"/>
                    <a:pt x="11719" y="18858"/>
                    <a:pt x="11691" y="18858"/>
                  </a:cubicBezTo>
                  <a:cubicBezTo>
                    <a:pt x="11671" y="18858"/>
                    <a:pt x="11654" y="18854"/>
                    <a:pt x="11644" y="18844"/>
                  </a:cubicBezTo>
                  <a:cubicBezTo>
                    <a:pt x="11569" y="18779"/>
                    <a:pt x="11475" y="18743"/>
                    <a:pt x="11378" y="18743"/>
                  </a:cubicBezTo>
                  <a:cubicBezTo>
                    <a:pt x="11364" y="18743"/>
                    <a:pt x="11350" y="18744"/>
                    <a:pt x="11336" y="18745"/>
                  </a:cubicBezTo>
                  <a:cubicBezTo>
                    <a:pt x="11320" y="18743"/>
                    <a:pt x="11303" y="18742"/>
                    <a:pt x="11286" y="18742"/>
                  </a:cubicBezTo>
                  <a:cubicBezTo>
                    <a:pt x="11202" y="18742"/>
                    <a:pt x="11114" y="18768"/>
                    <a:pt x="11053" y="18819"/>
                  </a:cubicBezTo>
                  <a:cubicBezTo>
                    <a:pt x="10963" y="18882"/>
                    <a:pt x="10906" y="18925"/>
                    <a:pt x="10839" y="18925"/>
                  </a:cubicBezTo>
                  <a:cubicBezTo>
                    <a:pt x="10814" y="18925"/>
                    <a:pt x="10787" y="18919"/>
                    <a:pt x="10757" y="18906"/>
                  </a:cubicBezTo>
                  <a:cubicBezTo>
                    <a:pt x="10646" y="18869"/>
                    <a:pt x="10190" y="18758"/>
                    <a:pt x="10055" y="18733"/>
                  </a:cubicBezTo>
                  <a:cubicBezTo>
                    <a:pt x="10005" y="18733"/>
                    <a:pt x="9956" y="18708"/>
                    <a:pt x="9919" y="18671"/>
                  </a:cubicBezTo>
                  <a:cubicBezTo>
                    <a:pt x="9907" y="18659"/>
                    <a:pt x="9882" y="18635"/>
                    <a:pt x="9857" y="18635"/>
                  </a:cubicBezTo>
                  <a:cubicBezTo>
                    <a:pt x="9771" y="18585"/>
                    <a:pt x="9586" y="18573"/>
                    <a:pt x="9512" y="18524"/>
                  </a:cubicBezTo>
                  <a:cubicBezTo>
                    <a:pt x="9435" y="18468"/>
                    <a:pt x="9417" y="18333"/>
                    <a:pt x="9218" y="18333"/>
                  </a:cubicBezTo>
                  <a:cubicBezTo>
                    <a:pt x="9195" y="18333"/>
                    <a:pt x="9170" y="18335"/>
                    <a:pt x="9143" y="18339"/>
                  </a:cubicBezTo>
                  <a:cubicBezTo>
                    <a:pt x="8946" y="18339"/>
                    <a:pt x="8773" y="18462"/>
                    <a:pt x="8699" y="18647"/>
                  </a:cubicBezTo>
                  <a:cubicBezTo>
                    <a:pt x="8687" y="18733"/>
                    <a:pt x="8785" y="18819"/>
                    <a:pt x="8749" y="18893"/>
                  </a:cubicBezTo>
                  <a:cubicBezTo>
                    <a:pt x="8715" y="18949"/>
                    <a:pt x="8661" y="19108"/>
                    <a:pt x="8568" y="19108"/>
                  </a:cubicBezTo>
                  <a:cubicBezTo>
                    <a:pt x="8559" y="19108"/>
                    <a:pt x="8549" y="19106"/>
                    <a:pt x="8539" y="19103"/>
                  </a:cubicBezTo>
                  <a:cubicBezTo>
                    <a:pt x="8428" y="19078"/>
                    <a:pt x="8206" y="18930"/>
                    <a:pt x="8059" y="18881"/>
                  </a:cubicBezTo>
                  <a:cubicBezTo>
                    <a:pt x="7898" y="18832"/>
                    <a:pt x="7787" y="18881"/>
                    <a:pt x="7750" y="18758"/>
                  </a:cubicBezTo>
                  <a:cubicBezTo>
                    <a:pt x="7701" y="18635"/>
                    <a:pt x="7726" y="18573"/>
                    <a:pt x="7652" y="18524"/>
                  </a:cubicBezTo>
                  <a:cubicBezTo>
                    <a:pt x="7566" y="18474"/>
                    <a:pt x="7479" y="18437"/>
                    <a:pt x="7393" y="18413"/>
                  </a:cubicBezTo>
                  <a:cubicBezTo>
                    <a:pt x="7319" y="18376"/>
                    <a:pt x="7245" y="18351"/>
                    <a:pt x="7171" y="18339"/>
                  </a:cubicBezTo>
                  <a:cubicBezTo>
                    <a:pt x="7157" y="18341"/>
                    <a:pt x="7142" y="18342"/>
                    <a:pt x="7127" y="18342"/>
                  </a:cubicBezTo>
                  <a:cubicBezTo>
                    <a:pt x="7056" y="18342"/>
                    <a:pt x="6986" y="18318"/>
                    <a:pt x="6925" y="18277"/>
                  </a:cubicBezTo>
                  <a:cubicBezTo>
                    <a:pt x="6900" y="18265"/>
                    <a:pt x="6876" y="18240"/>
                    <a:pt x="6851" y="18240"/>
                  </a:cubicBezTo>
                  <a:cubicBezTo>
                    <a:pt x="6802" y="18228"/>
                    <a:pt x="6752" y="18240"/>
                    <a:pt x="6740" y="18191"/>
                  </a:cubicBezTo>
                  <a:cubicBezTo>
                    <a:pt x="6710" y="18131"/>
                    <a:pt x="6721" y="18070"/>
                    <a:pt x="6699" y="18070"/>
                  </a:cubicBezTo>
                  <a:cubicBezTo>
                    <a:pt x="6694" y="18070"/>
                    <a:pt x="6688" y="18073"/>
                    <a:pt x="6679" y="18080"/>
                  </a:cubicBezTo>
                  <a:cubicBezTo>
                    <a:pt x="6658" y="18088"/>
                    <a:pt x="6636" y="18092"/>
                    <a:pt x="6615" y="18092"/>
                  </a:cubicBezTo>
                  <a:cubicBezTo>
                    <a:pt x="6572" y="18092"/>
                    <a:pt x="6531" y="18076"/>
                    <a:pt x="6506" y="18043"/>
                  </a:cubicBezTo>
                  <a:cubicBezTo>
                    <a:pt x="6457" y="17981"/>
                    <a:pt x="6457" y="17957"/>
                    <a:pt x="6518" y="17908"/>
                  </a:cubicBezTo>
                  <a:cubicBezTo>
                    <a:pt x="6642" y="17871"/>
                    <a:pt x="6715" y="17760"/>
                    <a:pt x="6728" y="17624"/>
                  </a:cubicBezTo>
                  <a:cubicBezTo>
                    <a:pt x="6728" y="17464"/>
                    <a:pt x="6543" y="17365"/>
                    <a:pt x="6580" y="17291"/>
                  </a:cubicBezTo>
                  <a:cubicBezTo>
                    <a:pt x="6617" y="17230"/>
                    <a:pt x="6728" y="17230"/>
                    <a:pt x="6728" y="17144"/>
                  </a:cubicBezTo>
                  <a:cubicBezTo>
                    <a:pt x="6728" y="17077"/>
                    <a:pt x="6750" y="17017"/>
                    <a:pt x="6731" y="17017"/>
                  </a:cubicBezTo>
                  <a:cubicBezTo>
                    <a:pt x="6726" y="17017"/>
                    <a:pt x="6717" y="17022"/>
                    <a:pt x="6703" y="17033"/>
                  </a:cubicBezTo>
                  <a:cubicBezTo>
                    <a:pt x="6655" y="17071"/>
                    <a:pt x="6608" y="17139"/>
                    <a:pt x="6589" y="17139"/>
                  </a:cubicBezTo>
                  <a:cubicBezTo>
                    <a:pt x="6583" y="17139"/>
                    <a:pt x="6580" y="17133"/>
                    <a:pt x="6580" y="17119"/>
                  </a:cubicBezTo>
                  <a:cubicBezTo>
                    <a:pt x="6568" y="17033"/>
                    <a:pt x="6506" y="16971"/>
                    <a:pt x="6432" y="16946"/>
                  </a:cubicBezTo>
                  <a:cubicBezTo>
                    <a:pt x="6346" y="16946"/>
                    <a:pt x="6198" y="17057"/>
                    <a:pt x="6136" y="17082"/>
                  </a:cubicBezTo>
                  <a:cubicBezTo>
                    <a:pt x="6128" y="17084"/>
                    <a:pt x="6120" y="17085"/>
                    <a:pt x="6113" y="17085"/>
                  </a:cubicBezTo>
                  <a:cubicBezTo>
                    <a:pt x="6071" y="17085"/>
                    <a:pt x="6061" y="17057"/>
                    <a:pt x="6050" y="17057"/>
                  </a:cubicBezTo>
                  <a:cubicBezTo>
                    <a:pt x="6030" y="17057"/>
                    <a:pt x="6019" y="17073"/>
                    <a:pt x="5996" y="17073"/>
                  </a:cubicBezTo>
                  <a:cubicBezTo>
                    <a:pt x="5990" y="17073"/>
                    <a:pt x="5984" y="17072"/>
                    <a:pt x="5976" y="17070"/>
                  </a:cubicBezTo>
                  <a:cubicBezTo>
                    <a:pt x="5942" y="17058"/>
                    <a:pt x="5918" y="16994"/>
                    <a:pt x="5886" y="16994"/>
                  </a:cubicBezTo>
                  <a:cubicBezTo>
                    <a:pt x="5883" y="16994"/>
                    <a:pt x="5880" y="16995"/>
                    <a:pt x="5878" y="16996"/>
                  </a:cubicBezTo>
                  <a:cubicBezTo>
                    <a:pt x="5846" y="16996"/>
                    <a:pt x="5850" y="17050"/>
                    <a:pt x="5798" y="17050"/>
                  </a:cubicBezTo>
                  <a:cubicBezTo>
                    <a:pt x="5789" y="17050"/>
                    <a:pt x="5779" y="17049"/>
                    <a:pt x="5767" y="17045"/>
                  </a:cubicBezTo>
                  <a:cubicBezTo>
                    <a:pt x="5701" y="17034"/>
                    <a:pt x="5684" y="16994"/>
                    <a:pt x="5655" y="16994"/>
                  </a:cubicBezTo>
                  <a:cubicBezTo>
                    <a:pt x="5651" y="16994"/>
                    <a:pt x="5648" y="16994"/>
                    <a:pt x="5644" y="16996"/>
                  </a:cubicBezTo>
                  <a:cubicBezTo>
                    <a:pt x="5607" y="17020"/>
                    <a:pt x="5545" y="17094"/>
                    <a:pt x="5508" y="17094"/>
                  </a:cubicBezTo>
                  <a:cubicBezTo>
                    <a:pt x="5464" y="17094"/>
                    <a:pt x="5420" y="17133"/>
                    <a:pt x="5377" y="17133"/>
                  </a:cubicBezTo>
                  <a:cubicBezTo>
                    <a:pt x="5371" y="17133"/>
                    <a:pt x="5366" y="17133"/>
                    <a:pt x="5360" y="17131"/>
                  </a:cubicBezTo>
                  <a:cubicBezTo>
                    <a:pt x="5323" y="17131"/>
                    <a:pt x="5311" y="17082"/>
                    <a:pt x="5262" y="17070"/>
                  </a:cubicBezTo>
                  <a:cubicBezTo>
                    <a:pt x="5212" y="17064"/>
                    <a:pt x="5160" y="17060"/>
                    <a:pt x="5108" y="17060"/>
                  </a:cubicBezTo>
                  <a:cubicBezTo>
                    <a:pt x="5055" y="17060"/>
                    <a:pt x="5003" y="17064"/>
                    <a:pt x="4954" y="17070"/>
                  </a:cubicBezTo>
                  <a:cubicBezTo>
                    <a:pt x="4892" y="17094"/>
                    <a:pt x="4448" y="17181"/>
                    <a:pt x="4362" y="17218"/>
                  </a:cubicBezTo>
                  <a:cubicBezTo>
                    <a:pt x="4276" y="17242"/>
                    <a:pt x="4202" y="17291"/>
                    <a:pt x="4128" y="17341"/>
                  </a:cubicBezTo>
                  <a:cubicBezTo>
                    <a:pt x="4116" y="17378"/>
                    <a:pt x="4079" y="17402"/>
                    <a:pt x="4029" y="17402"/>
                  </a:cubicBezTo>
                  <a:cubicBezTo>
                    <a:pt x="3956" y="17415"/>
                    <a:pt x="3894" y="17452"/>
                    <a:pt x="3832" y="17489"/>
                  </a:cubicBezTo>
                  <a:cubicBezTo>
                    <a:pt x="3808" y="17513"/>
                    <a:pt x="3734" y="17661"/>
                    <a:pt x="3635" y="17661"/>
                  </a:cubicBezTo>
                  <a:lnTo>
                    <a:pt x="3623" y="17661"/>
                  </a:lnTo>
                  <a:cubicBezTo>
                    <a:pt x="3524" y="17649"/>
                    <a:pt x="3413" y="17587"/>
                    <a:pt x="3389" y="17587"/>
                  </a:cubicBezTo>
                  <a:cubicBezTo>
                    <a:pt x="3368" y="17587"/>
                    <a:pt x="3337" y="17614"/>
                    <a:pt x="3306" y="17614"/>
                  </a:cubicBezTo>
                  <a:cubicBezTo>
                    <a:pt x="3301" y="17614"/>
                    <a:pt x="3295" y="17614"/>
                    <a:pt x="3290" y="17612"/>
                  </a:cubicBezTo>
                  <a:cubicBezTo>
                    <a:pt x="3269" y="17601"/>
                    <a:pt x="3248" y="17572"/>
                    <a:pt x="3219" y="17572"/>
                  </a:cubicBezTo>
                  <a:cubicBezTo>
                    <a:pt x="3214" y="17572"/>
                    <a:pt x="3209" y="17573"/>
                    <a:pt x="3204" y="17575"/>
                  </a:cubicBezTo>
                  <a:cubicBezTo>
                    <a:pt x="3175" y="17584"/>
                    <a:pt x="3095" y="17623"/>
                    <a:pt x="3032" y="17623"/>
                  </a:cubicBezTo>
                  <a:cubicBezTo>
                    <a:pt x="3013" y="17623"/>
                    <a:pt x="2996" y="17620"/>
                    <a:pt x="2982" y="17612"/>
                  </a:cubicBezTo>
                  <a:cubicBezTo>
                    <a:pt x="2921" y="17563"/>
                    <a:pt x="2847" y="17452"/>
                    <a:pt x="2810" y="17427"/>
                  </a:cubicBezTo>
                  <a:cubicBezTo>
                    <a:pt x="2797" y="17419"/>
                    <a:pt x="2785" y="17416"/>
                    <a:pt x="2773" y="17416"/>
                  </a:cubicBezTo>
                  <a:cubicBezTo>
                    <a:pt x="2748" y="17416"/>
                    <a:pt x="2723" y="17427"/>
                    <a:pt x="2699" y="17427"/>
                  </a:cubicBezTo>
                  <a:cubicBezTo>
                    <a:pt x="2674" y="17427"/>
                    <a:pt x="2637" y="17735"/>
                    <a:pt x="2514" y="17895"/>
                  </a:cubicBezTo>
                  <a:cubicBezTo>
                    <a:pt x="2391" y="18043"/>
                    <a:pt x="2292" y="18142"/>
                    <a:pt x="2181" y="18166"/>
                  </a:cubicBezTo>
                  <a:cubicBezTo>
                    <a:pt x="2058" y="18228"/>
                    <a:pt x="1959" y="18314"/>
                    <a:pt x="1898" y="18437"/>
                  </a:cubicBezTo>
                  <a:cubicBezTo>
                    <a:pt x="1849" y="18524"/>
                    <a:pt x="1861" y="18659"/>
                    <a:pt x="1824" y="18684"/>
                  </a:cubicBezTo>
                  <a:cubicBezTo>
                    <a:pt x="1787" y="18782"/>
                    <a:pt x="1762" y="18893"/>
                    <a:pt x="1762" y="19004"/>
                  </a:cubicBezTo>
                  <a:cubicBezTo>
                    <a:pt x="1762" y="19053"/>
                    <a:pt x="1812" y="19090"/>
                    <a:pt x="1775" y="19152"/>
                  </a:cubicBezTo>
                  <a:cubicBezTo>
                    <a:pt x="1750" y="19226"/>
                    <a:pt x="1676" y="19497"/>
                    <a:pt x="1590" y="19534"/>
                  </a:cubicBezTo>
                  <a:cubicBezTo>
                    <a:pt x="1516" y="19571"/>
                    <a:pt x="1442" y="19620"/>
                    <a:pt x="1380" y="19682"/>
                  </a:cubicBezTo>
                  <a:cubicBezTo>
                    <a:pt x="1306" y="19743"/>
                    <a:pt x="1220" y="19793"/>
                    <a:pt x="1122" y="19830"/>
                  </a:cubicBezTo>
                  <a:cubicBezTo>
                    <a:pt x="1085" y="19830"/>
                    <a:pt x="1048" y="19879"/>
                    <a:pt x="1011" y="19928"/>
                  </a:cubicBezTo>
                  <a:cubicBezTo>
                    <a:pt x="949" y="20027"/>
                    <a:pt x="887" y="20175"/>
                    <a:pt x="863" y="20212"/>
                  </a:cubicBezTo>
                  <a:cubicBezTo>
                    <a:pt x="838" y="20236"/>
                    <a:pt x="666" y="20310"/>
                    <a:pt x="592" y="20483"/>
                  </a:cubicBezTo>
                  <a:cubicBezTo>
                    <a:pt x="530" y="20668"/>
                    <a:pt x="542" y="20852"/>
                    <a:pt x="506" y="20889"/>
                  </a:cubicBezTo>
                  <a:cubicBezTo>
                    <a:pt x="432" y="20963"/>
                    <a:pt x="382" y="21037"/>
                    <a:pt x="333" y="21123"/>
                  </a:cubicBezTo>
                  <a:cubicBezTo>
                    <a:pt x="247" y="21284"/>
                    <a:pt x="185" y="21493"/>
                    <a:pt x="136" y="21530"/>
                  </a:cubicBezTo>
                  <a:cubicBezTo>
                    <a:pt x="87" y="21629"/>
                    <a:pt x="50" y="21715"/>
                    <a:pt x="37" y="21826"/>
                  </a:cubicBezTo>
                  <a:cubicBezTo>
                    <a:pt x="25" y="21924"/>
                    <a:pt x="74" y="21937"/>
                    <a:pt x="124" y="21998"/>
                  </a:cubicBezTo>
                  <a:cubicBezTo>
                    <a:pt x="161" y="22060"/>
                    <a:pt x="210" y="22084"/>
                    <a:pt x="210" y="22171"/>
                  </a:cubicBezTo>
                  <a:cubicBezTo>
                    <a:pt x="185" y="22257"/>
                    <a:pt x="173" y="22343"/>
                    <a:pt x="161" y="22429"/>
                  </a:cubicBezTo>
                  <a:cubicBezTo>
                    <a:pt x="161" y="22479"/>
                    <a:pt x="345" y="22664"/>
                    <a:pt x="296" y="22824"/>
                  </a:cubicBezTo>
                  <a:cubicBezTo>
                    <a:pt x="247" y="22947"/>
                    <a:pt x="210" y="23070"/>
                    <a:pt x="173" y="23193"/>
                  </a:cubicBezTo>
                  <a:cubicBezTo>
                    <a:pt x="173" y="23230"/>
                    <a:pt x="161" y="23267"/>
                    <a:pt x="161" y="23304"/>
                  </a:cubicBezTo>
                  <a:cubicBezTo>
                    <a:pt x="148" y="23366"/>
                    <a:pt x="136" y="23415"/>
                    <a:pt x="111" y="23464"/>
                  </a:cubicBezTo>
                  <a:cubicBezTo>
                    <a:pt x="87" y="23514"/>
                    <a:pt x="136" y="23551"/>
                    <a:pt x="136" y="23600"/>
                  </a:cubicBezTo>
                  <a:cubicBezTo>
                    <a:pt x="136" y="23649"/>
                    <a:pt x="111" y="23649"/>
                    <a:pt x="87" y="23711"/>
                  </a:cubicBezTo>
                  <a:cubicBezTo>
                    <a:pt x="62" y="23760"/>
                    <a:pt x="0" y="23736"/>
                    <a:pt x="62" y="23785"/>
                  </a:cubicBezTo>
                  <a:cubicBezTo>
                    <a:pt x="111" y="23822"/>
                    <a:pt x="173" y="23871"/>
                    <a:pt x="148" y="23908"/>
                  </a:cubicBezTo>
                  <a:cubicBezTo>
                    <a:pt x="124" y="23945"/>
                    <a:pt x="74" y="23920"/>
                    <a:pt x="111" y="23970"/>
                  </a:cubicBezTo>
                  <a:cubicBezTo>
                    <a:pt x="161" y="24007"/>
                    <a:pt x="99" y="24007"/>
                    <a:pt x="161" y="24031"/>
                  </a:cubicBezTo>
                  <a:cubicBezTo>
                    <a:pt x="173" y="24031"/>
                    <a:pt x="173" y="24044"/>
                    <a:pt x="173" y="24056"/>
                  </a:cubicBezTo>
                  <a:cubicBezTo>
                    <a:pt x="173" y="24068"/>
                    <a:pt x="124" y="24118"/>
                    <a:pt x="124" y="24154"/>
                  </a:cubicBezTo>
                  <a:lnTo>
                    <a:pt x="124" y="24179"/>
                  </a:lnTo>
                  <a:cubicBezTo>
                    <a:pt x="111" y="24241"/>
                    <a:pt x="111" y="24302"/>
                    <a:pt x="136" y="24352"/>
                  </a:cubicBezTo>
                  <a:cubicBezTo>
                    <a:pt x="136" y="24364"/>
                    <a:pt x="148" y="24376"/>
                    <a:pt x="161" y="24389"/>
                  </a:cubicBezTo>
                  <a:cubicBezTo>
                    <a:pt x="185" y="24450"/>
                    <a:pt x="210" y="24524"/>
                    <a:pt x="259" y="24524"/>
                  </a:cubicBezTo>
                  <a:lnTo>
                    <a:pt x="481" y="24524"/>
                  </a:lnTo>
                  <a:cubicBezTo>
                    <a:pt x="506" y="24524"/>
                    <a:pt x="432" y="24536"/>
                    <a:pt x="432" y="24586"/>
                  </a:cubicBezTo>
                  <a:cubicBezTo>
                    <a:pt x="444" y="24647"/>
                    <a:pt x="493" y="24697"/>
                    <a:pt x="555" y="24758"/>
                  </a:cubicBezTo>
                  <a:lnTo>
                    <a:pt x="592" y="24795"/>
                  </a:lnTo>
                  <a:cubicBezTo>
                    <a:pt x="666" y="24881"/>
                    <a:pt x="653" y="24955"/>
                    <a:pt x="764" y="25066"/>
                  </a:cubicBezTo>
                  <a:cubicBezTo>
                    <a:pt x="838" y="25140"/>
                    <a:pt x="900" y="25226"/>
                    <a:pt x="937" y="25325"/>
                  </a:cubicBezTo>
                  <a:cubicBezTo>
                    <a:pt x="961" y="25362"/>
                    <a:pt x="974" y="25411"/>
                    <a:pt x="986" y="25448"/>
                  </a:cubicBezTo>
                  <a:cubicBezTo>
                    <a:pt x="998" y="25559"/>
                    <a:pt x="1011" y="25547"/>
                    <a:pt x="1085" y="25633"/>
                  </a:cubicBezTo>
                  <a:cubicBezTo>
                    <a:pt x="1171" y="25732"/>
                    <a:pt x="1109" y="25744"/>
                    <a:pt x="1196" y="25818"/>
                  </a:cubicBezTo>
                  <a:cubicBezTo>
                    <a:pt x="1232" y="25855"/>
                    <a:pt x="1294" y="25879"/>
                    <a:pt x="1356" y="25916"/>
                  </a:cubicBezTo>
                  <a:cubicBezTo>
                    <a:pt x="1430" y="25953"/>
                    <a:pt x="1504" y="26003"/>
                    <a:pt x="1565" y="26064"/>
                  </a:cubicBezTo>
                  <a:cubicBezTo>
                    <a:pt x="1676" y="26151"/>
                    <a:pt x="1787" y="26298"/>
                    <a:pt x="1898" y="26397"/>
                  </a:cubicBezTo>
                  <a:cubicBezTo>
                    <a:pt x="1986" y="26474"/>
                    <a:pt x="2103" y="26600"/>
                    <a:pt x="2250" y="26600"/>
                  </a:cubicBezTo>
                  <a:cubicBezTo>
                    <a:pt x="2268" y="26600"/>
                    <a:pt x="2286" y="26598"/>
                    <a:pt x="2304" y="26594"/>
                  </a:cubicBezTo>
                  <a:cubicBezTo>
                    <a:pt x="2317" y="26582"/>
                    <a:pt x="2329" y="26582"/>
                    <a:pt x="2341" y="26582"/>
                  </a:cubicBezTo>
                  <a:cubicBezTo>
                    <a:pt x="2551" y="26471"/>
                    <a:pt x="2797" y="26397"/>
                    <a:pt x="3044" y="26385"/>
                  </a:cubicBezTo>
                  <a:cubicBezTo>
                    <a:pt x="3179" y="26397"/>
                    <a:pt x="3302" y="26409"/>
                    <a:pt x="3426" y="26446"/>
                  </a:cubicBezTo>
                  <a:cubicBezTo>
                    <a:pt x="3500" y="26459"/>
                    <a:pt x="3549" y="26483"/>
                    <a:pt x="3586" y="26483"/>
                  </a:cubicBezTo>
                  <a:cubicBezTo>
                    <a:pt x="3590" y="26485"/>
                    <a:pt x="3596" y="26486"/>
                    <a:pt x="3603" y="26486"/>
                  </a:cubicBezTo>
                  <a:cubicBezTo>
                    <a:pt x="3688" y="26486"/>
                    <a:pt x="3934" y="26353"/>
                    <a:pt x="4128" y="26261"/>
                  </a:cubicBezTo>
                  <a:cubicBezTo>
                    <a:pt x="4214" y="26224"/>
                    <a:pt x="4313" y="26188"/>
                    <a:pt x="4399" y="26151"/>
                  </a:cubicBezTo>
                  <a:lnTo>
                    <a:pt x="4535" y="26101"/>
                  </a:lnTo>
                  <a:cubicBezTo>
                    <a:pt x="4596" y="26089"/>
                    <a:pt x="4658" y="26064"/>
                    <a:pt x="4682" y="26064"/>
                  </a:cubicBezTo>
                  <a:cubicBezTo>
                    <a:pt x="4732" y="26052"/>
                    <a:pt x="4781" y="26040"/>
                    <a:pt x="4818" y="26040"/>
                  </a:cubicBezTo>
                  <a:lnTo>
                    <a:pt x="4880" y="26040"/>
                  </a:lnTo>
                  <a:cubicBezTo>
                    <a:pt x="4900" y="26037"/>
                    <a:pt x="4920" y="26035"/>
                    <a:pt x="4940" y="26035"/>
                  </a:cubicBezTo>
                  <a:cubicBezTo>
                    <a:pt x="5005" y="26035"/>
                    <a:pt x="5067" y="26051"/>
                    <a:pt x="5114" y="26089"/>
                  </a:cubicBezTo>
                  <a:cubicBezTo>
                    <a:pt x="5212" y="26151"/>
                    <a:pt x="5372" y="26261"/>
                    <a:pt x="5385" y="26311"/>
                  </a:cubicBezTo>
                  <a:cubicBezTo>
                    <a:pt x="5385" y="26360"/>
                    <a:pt x="5311" y="26360"/>
                    <a:pt x="5397" y="26483"/>
                  </a:cubicBezTo>
                  <a:cubicBezTo>
                    <a:pt x="5474" y="26570"/>
                    <a:pt x="5476" y="26634"/>
                    <a:pt x="5520" y="26634"/>
                  </a:cubicBezTo>
                  <a:cubicBezTo>
                    <a:pt x="5533" y="26634"/>
                    <a:pt x="5548" y="26629"/>
                    <a:pt x="5570" y="26619"/>
                  </a:cubicBezTo>
                  <a:cubicBezTo>
                    <a:pt x="5644" y="26582"/>
                    <a:pt x="5705" y="26557"/>
                    <a:pt x="5779" y="26533"/>
                  </a:cubicBezTo>
                  <a:lnTo>
                    <a:pt x="5779" y="26533"/>
                  </a:lnTo>
                  <a:cubicBezTo>
                    <a:pt x="5791" y="26545"/>
                    <a:pt x="5717" y="26582"/>
                    <a:pt x="5754" y="26582"/>
                  </a:cubicBezTo>
                  <a:cubicBezTo>
                    <a:pt x="5804" y="26582"/>
                    <a:pt x="5841" y="26545"/>
                    <a:pt x="5915" y="26545"/>
                  </a:cubicBezTo>
                  <a:cubicBezTo>
                    <a:pt x="5976" y="26533"/>
                    <a:pt x="6062" y="26508"/>
                    <a:pt x="6050" y="26496"/>
                  </a:cubicBezTo>
                  <a:cubicBezTo>
                    <a:pt x="6040" y="26475"/>
                    <a:pt x="6071" y="26455"/>
                    <a:pt x="6090" y="26455"/>
                  </a:cubicBezTo>
                  <a:cubicBezTo>
                    <a:pt x="6094" y="26455"/>
                    <a:pt x="6097" y="26456"/>
                    <a:pt x="6099" y="26459"/>
                  </a:cubicBezTo>
                  <a:cubicBezTo>
                    <a:pt x="6112" y="26471"/>
                    <a:pt x="6112" y="26496"/>
                    <a:pt x="6124" y="26508"/>
                  </a:cubicBezTo>
                  <a:cubicBezTo>
                    <a:pt x="6136" y="26533"/>
                    <a:pt x="6161" y="26569"/>
                    <a:pt x="6173" y="26582"/>
                  </a:cubicBezTo>
                  <a:cubicBezTo>
                    <a:pt x="6186" y="26582"/>
                    <a:pt x="6260" y="26680"/>
                    <a:pt x="6272" y="26693"/>
                  </a:cubicBezTo>
                  <a:cubicBezTo>
                    <a:pt x="6273" y="26694"/>
                    <a:pt x="6274" y="26694"/>
                    <a:pt x="6276" y="26694"/>
                  </a:cubicBezTo>
                  <a:cubicBezTo>
                    <a:pt x="6286" y="26694"/>
                    <a:pt x="6301" y="26668"/>
                    <a:pt x="6322" y="26668"/>
                  </a:cubicBezTo>
                  <a:cubicBezTo>
                    <a:pt x="6329" y="26668"/>
                    <a:pt x="6337" y="26672"/>
                    <a:pt x="6346" y="26680"/>
                  </a:cubicBezTo>
                  <a:cubicBezTo>
                    <a:pt x="6370" y="26730"/>
                    <a:pt x="6358" y="26754"/>
                    <a:pt x="6407" y="26828"/>
                  </a:cubicBezTo>
                  <a:cubicBezTo>
                    <a:pt x="6444" y="26927"/>
                    <a:pt x="6457" y="27038"/>
                    <a:pt x="6432" y="27149"/>
                  </a:cubicBezTo>
                  <a:cubicBezTo>
                    <a:pt x="6420" y="27173"/>
                    <a:pt x="6420" y="27198"/>
                    <a:pt x="6432" y="27235"/>
                  </a:cubicBezTo>
                  <a:cubicBezTo>
                    <a:pt x="6432" y="27259"/>
                    <a:pt x="6432" y="27296"/>
                    <a:pt x="6407" y="27309"/>
                  </a:cubicBezTo>
                  <a:cubicBezTo>
                    <a:pt x="6358" y="27370"/>
                    <a:pt x="6260" y="27469"/>
                    <a:pt x="6297" y="27481"/>
                  </a:cubicBezTo>
                  <a:cubicBezTo>
                    <a:pt x="6334" y="27494"/>
                    <a:pt x="6358" y="27531"/>
                    <a:pt x="6370" y="27568"/>
                  </a:cubicBezTo>
                  <a:cubicBezTo>
                    <a:pt x="6370" y="27604"/>
                    <a:pt x="6309" y="27629"/>
                    <a:pt x="6309" y="27666"/>
                  </a:cubicBezTo>
                  <a:cubicBezTo>
                    <a:pt x="6297" y="27691"/>
                    <a:pt x="6309" y="27715"/>
                    <a:pt x="6334" y="27728"/>
                  </a:cubicBezTo>
                  <a:cubicBezTo>
                    <a:pt x="6358" y="27740"/>
                    <a:pt x="6358" y="27777"/>
                    <a:pt x="6334" y="27789"/>
                  </a:cubicBezTo>
                  <a:cubicBezTo>
                    <a:pt x="6309" y="27802"/>
                    <a:pt x="6321" y="27888"/>
                    <a:pt x="6297" y="27925"/>
                  </a:cubicBezTo>
                  <a:cubicBezTo>
                    <a:pt x="6272" y="27962"/>
                    <a:pt x="6223" y="28023"/>
                    <a:pt x="6210" y="28060"/>
                  </a:cubicBezTo>
                  <a:cubicBezTo>
                    <a:pt x="6210" y="28147"/>
                    <a:pt x="6235" y="28221"/>
                    <a:pt x="6284" y="28294"/>
                  </a:cubicBezTo>
                  <a:cubicBezTo>
                    <a:pt x="6346" y="28381"/>
                    <a:pt x="6555" y="28689"/>
                    <a:pt x="6592" y="28750"/>
                  </a:cubicBezTo>
                  <a:cubicBezTo>
                    <a:pt x="6617" y="28775"/>
                    <a:pt x="6654" y="28849"/>
                    <a:pt x="6715" y="28911"/>
                  </a:cubicBezTo>
                  <a:cubicBezTo>
                    <a:pt x="6802" y="29009"/>
                    <a:pt x="6876" y="29120"/>
                    <a:pt x="6950" y="29219"/>
                  </a:cubicBezTo>
                  <a:cubicBezTo>
                    <a:pt x="6950" y="29231"/>
                    <a:pt x="6950" y="29243"/>
                    <a:pt x="6950" y="29243"/>
                  </a:cubicBezTo>
                  <a:cubicBezTo>
                    <a:pt x="6950" y="29305"/>
                    <a:pt x="6962" y="29379"/>
                    <a:pt x="6962" y="29440"/>
                  </a:cubicBezTo>
                  <a:cubicBezTo>
                    <a:pt x="6962" y="29490"/>
                    <a:pt x="6962" y="29527"/>
                    <a:pt x="6974" y="29564"/>
                  </a:cubicBezTo>
                  <a:cubicBezTo>
                    <a:pt x="6974" y="29576"/>
                    <a:pt x="6987" y="29588"/>
                    <a:pt x="6987" y="29588"/>
                  </a:cubicBezTo>
                  <a:cubicBezTo>
                    <a:pt x="7036" y="29724"/>
                    <a:pt x="7159" y="30007"/>
                    <a:pt x="7196" y="30106"/>
                  </a:cubicBezTo>
                  <a:cubicBezTo>
                    <a:pt x="7221" y="30192"/>
                    <a:pt x="7221" y="30241"/>
                    <a:pt x="7196" y="30291"/>
                  </a:cubicBezTo>
                  <a:cubicBezTo>
                    <a:pt x="7159" y="30340"/>
                    <a:pt x="7085" y="30303"/>
                    <a:pt x="7196" y="30525"/>
                  </a:cubicBezTo>
                  <a:cubicBezTo>
                    <a:pt x="7295" y="30685"/>
                    <a:pt x="7344" y="30882"/>
                    <a:pt x="7332" y="31079"/>
                  </a:cubicBezTo>
                  <a:cubicBezTo>
                    <a:pt x="7307" y="31202"/>
                    <a:pt x="7245" y="31313"/>
                    <a:pt x="7159" y="31412"/>
                  </a:cubicBezTo>
                  <a:cubicBezTo>
                    <a:pt x="7110" y="31473"/>
                    <a:pt x="7097" y="31535"/>
                    <a:pt x="7060" y="31584"/>
                  </a:cubicBezTo>
                  <a:cubicBezTo>
                    <a:pt x="7024" y="31634"/>
                    <a:pt x="6950" y="32151"/>
                    <a:pt x="6900" y="32250"/>
                  </a:cubicBezTo>
                  <a:cubicBezTo>
                    <a:pt x="6876" y="32398"/>
                    <a:pt x="6863" y="32545"/>
                    <a:pt x="6863" y="32693"/>
                  </a:cubicBezTo>
                  <a:lnTo>
                    <a:pt x="6863" y="32853"/>
                  </a:lnTo>
                  <a:cubicBezTo>
                    <a:pt x="6863" y="32927"/>
                    <a:pt x="7073" y="33223"/>
                    <a:pt x="7110" y="33346"/>
                  </a:cubicBezTo>
                  <a:cubicBezTo>
                    <a:pt x="7147" y="33457"/>
                    <a:pt x="7245" y="33741"/>
                    <a:pt x="7307" y="33864"/>
                  </a:cubicBezTo>
                  <a:cubicBezTo>
                    <a:pt x="7356" y="33987"/>
                    <a:pt x="7479" y="34209"/>
                    <a:pt x="7455" y="34258"/>
                  </a:cubicBezTo>
                  <a:cubicBezTo>
                    <a:pt x="7442" y="34443"/>
                    <a:pt x="7455" y="34628"/>
                    <a:pt x="7492" y="34800"/>
                  </a:cubicBezTo>
                  <a:cubicBezTo>
                    <a:pt x="7529" y="34923"/>
                    <a:pt x="7541" y="35219"/>
                    <a:pt x="7578" y="35392"/>
                  </a:cubicBezTo>
                  <a:cubicBezTo>
                    <a:pt x="7640" y="35601"/>
                    <a:pt x="7738" y="35798"/>
                    <a:pt x="7861" y="35983"/>
                  </a:cubicBezTo>
                  <a:cubicBezTo>
                    <a:pt x="7861" y="35995"/>
                    <a:pt x="7874" y="36008"/>
                    <a:pt x="7886" y="36020"/>
                  </a:cubicBezTo>
                  <a:cubicBezTo>
                    <a:pt x="7972" y="36217"/>
                    <a:pt x="8046" y="36427"/>
                    <a:pt x="8095" y="36624"/>
                  </a:cubicBezTo>
                  <a:cubicBezTo>
                    <a:pt x="8120" y="36722"/>
                    <a:pt x="8293" y="36919"/>
                    <a:pt x="8305" y="37055"/>
                  </a:cubicBezTo>
                  <a:cubicBezTo>
                    <a:pt x="8305" y="37191"/>
                    <a:pt x="8293" y="37264"/>
                    <a:pt x="8243" y="37289"/>
                  </a:cubicBezTo>
                  <a:cubicBezTo>
                    <a:pt x="8206" y="37326"/>
                    <a:pt x="8219" y="37400"/>
                    <a:pt x="8243" y="37449"/>
                  </a:cubicBezTo>
                  <a:cubicBezTo>
                    <a:pt x="8280" y="37523"/>
                    <a:pt x="8305" y="37597"/>
                    <a:pt x="8305" y="37683"/>
                  </a:cubicBezTo>
                  <a:cubicBezTo>
                    <a:pt x="8295" y="37725"/>
                    <a:pt x="8302" y="37775"/>
                    <a:pt x="8312" y="37775"/>
                  </a:cubicBezTo>
                  <a:cubicBezTo>
                    <a:pt x="8313" y="37775"/>
                    <a:pt x="8315" y="37774"/>
                    <a:pt x="8317" y="37770"/>
                  </a:cubicBezTo>
                  <a:cubicBezTo>
                    <a:pt x="8326" y="37742"/>
                    <a:pt x="8336" y="37681"/>
                    <a:pt x="8350" y="37681"/>
                  </a:cubicBezTo>
                  <a:cubicBezTo>
                    <a:pt x="8355" y="37681"/>
                    <a:pt x="8360" y="37689"/>
                    <a:pt x="8367" y="37708"/>
                  </a:cubicBezTo>
                  <a:cubicBezTo>
                    <a:pt x="8404" y="37782"/>
                    <a:pt x="8428" y="37770"/>
                    <a:pt x="8477" y="37819"/>
                  </a:cubicBezTo>
                  <a:cubicBezTo>
                    <a:pt x="8527" y="37856"/>
                    <a:pt x="8527" y="37893"/>
                    <a:pt x="8588" y="37905"/>
                  </a:cubicBezTo>
                  <a:cubicBezTo>
                    <a:pt x="8591" y="37906"/>
                    <a:pt x="8593" y="37906"/>
                    <a:pt x="8596" y="37906"/>
                  </a:cubicBezTo>
                  <a:cubicBezTo>
                    <a:pt x="8660" y="37906"/>
                    <a:pt x="8777" y="37770"/>
                    <a:pt x="8872" y="37770"/>
                  </a:cubicBezTo>
                  <a:cubicBezTo>
                    <a:pt x="8946" y="37770"/>
                    <a:pt x="8987" y="37792"/>
                    <a:pt x="9024" y="37792"/>
                  </a:cubicBezTo>
                  <a:cubicBezTo>
                    <a:pt x="9043" y="37792"/>
                    <a:pt x="9061" y="37786"/>
                    <a:pt x="9081" y="37770"/>
                  </a:cubicBezTo>
                  <a:cubicBezTo>
                    <a:pt x="9147" y="37726"/>
                    <a:pt x="9105" y="37681"/>
                    <a:pt x="9201" y="37681"/>
                  </a:cubicBezTo>
                  <a:cubicBezTo>
                    <a:pt x="9212" y="37681"/>
                    <a:pt x="9226" y="37682"/>
                    <a:pt x="9241" y="37683"/>
                  </a:cubicBezTo>
                  <a:cubicBezTo>
                    <a:pt x="9321" y="37690"/>
                    <a:pt x="9405" y="37693"/>
                    <a:pt x="9488" y="37693"/>
                  </a:cubicBezTo>
                  <a:cubicBezTo>
                    <a:pt x="9571" y="37693"/>
                    <a:pt x="9654" y="37690"/>
                    <a:pt x="9734" y="37683"/>
                  </a:cubicBezTo>
                  <a:cubicBezTo>
                    <a:pt x="9784" y="37683"/>
                    <a:pt x="9771" y="37609"/>
                    <a:pt x="9796" y="37597"/>
                  </a:cubicBezTo>
                  <a:cubicBezTo>
                    <a:pt x="9812" y="37597"/>
                    <a:pt x="9823" y="37570"/>
                    <a:pt x="9836" y="37570"/>
                  </a:cubicBezTo>
                  <a:cubicBezTo>
                    <a:pt x="9842" y="37570"/>
                    <a:pt x="9849" y="37577"/>
                    <a:pt x="9857" y="37597"/>
                  </a:cubicBezTo>
                  <a:cubicBezTo>
                    <a:pt x="9886" y="37653"/>
                    <a:pt x="9914" y="37717"/>
                    <a:pt x="9936" y="37717"/>
                  </a:cubicBezTo>
                  <a:cubicBezTo>
                    <a:pt x="9944" y="37717"/>
                    <a:pt x="9950" y="37710"/>
                    <a:pt x="9956" y="37696"/>
                  </a:cubicBezTo>
                  <a:cubicBezTo>
                    <a:pt x="9981" y="37646"/>
                    <a:pt x="9919" y="37572"/>
                    <a:pt x="10005" y="37572"/>
                  </a:cubicBezTo>
                  <a:cubicBezTo>
                    <a:pt x="10053" y="37572"/>
                    <a:pt x="10086" y="37590"/>
                    <a:pt x="10126" y="37590"/>
                  </a:cubicBezTo>
                  <a:cubicBezTo>
                    <a:pt x="10171" y="37590"/>
                    <a:pt x="10224" y="37570"/>
                    <a:pt x="10313" y="37486"/>
                  </a:cubicBezTo>
                  <a:cubicBezTo>
                    <a:pt x="10535" y="37301"/>
                    <a:pt x="10720" y="37092"/>
                    <a:pt x="10905" y="36870"/>
                  </a:cubicBezTo>
                  <a:cubicBezTo>
                    <a:pt x="10966" y="36759"/>
                    <a:pt x="10979" y="36784"/>
                    <a:pt x="11040" y="36673"/>
                  </a:cubicBezTo>
                  <a:cubicBezTo>
                    <a:pt x="11114" y="36501"/>
                    <a:pt x="11200" y="36340"/>
                    <a:pt x="11299" y="36180"/>
                  </a:cubicBezTo>
                  <a:cubicBezTo>
                    <a:pt x="11385" y="36106"/>
                    <a:pt x="11459" y="36032"/>
                    <a:pt x="11533" y="35946"/>
                  </a:cubicBezTo>
                  <a:cubicBezTo>
                    <a:pt x="11582" y="35811"/>
                    <a:pt x="11619" y="35663"/>
                    <a:pt x="11644" y="35502"/>
                  </a:cubicBezTo>
                  <a:cubicBezTo>
                    <a:pt x="11656" y="35466"/>
                    <a:pt x="11656" y="35416"/>
                    <a:pt x="11656" y="35367"/>
                  </a:cubicBezTo>
                  <a:cubicBezTo>
                    <a:pt x="11656" y="35295"/>
                    <a:pt x="11652" y="35286"/>
                    <a:pt x="11642" y="35286"/>
                  </a:cubicBezTo>
                  <a:cubicBezTo>
                    <a:pt x="11638" y="35286"/>
                    <a:pt x="11633" y="35287"/>
                    <a:pt x="11628" y="35287"/>
                  </a:cubicBezTo>
                  <a:cubicBezTo>
                    <a:pt x="11622" y="35287"/>
                    <a:pt x="11615" y="35286"/>
                    <a:pt x="11607" y="35281"/>
                  </a:cubicBezTo>
                  <a:cubicBezTo>
                    <a:pt x="11558" y="35268"/>
                    <a:pt x="11570" y="35256"/>
                    <a:pt x="11619" y="35182"/>
                  </a:cubicBezTo>
                  <a:cubicBezTo>
                    <a:pt x="11669" y="35108"/>
                    <a:pt x="11656" y="35059"/>
                    <a:pt x="11755" y="34997"/>
                  </a:cubicBezTo>
                  <a:cubicBezTo>
                    <a:pt x="11878" y="34948"/>
                    <a:pt x="11989" y="34899"/>
                    <a:pt x="12100" y="34825"/>
                  </a:cubicBezTo>
                  <a:cubicBezTo>
                    <a:pt x="12186" y="34751"/>
                    <a:pt x="12235" y="34702"/>
                    <a:pt x="12235" y="34628"/>
                  </a:cubicBezTo>
                  <a:cubicBezTo>
                    <a:pt x="12235" y="34529"/>
                    <a:pt x="12235" y="34418"/>
                    <a:pt x="12248" y="34320"/>
                  </a:cubicBezTo>
                  <a:cubicBezTo>
                    <a:pt x="12248" y="34159"/>
                    <a:pt x="12223" y="34012"/>
                    <a:pt x="12174" y="33851"/>
                  </a:cubicBezTo>
                  <a:cubicBezTo>
                    <a:pt x="12137" y="33753"/>
                    <a:pt x="12100" y="33642"/>
                    <a:pt x="12088" y="33519"/>
                  </a:cubicBezTo>
                  <a:cubicBezTo>
                    <a:pt x="12077" y="33415"/>
                    <a:pt x="12014" y="33310"/>
                    <a:pt x="12039" y="33310"/>
                  </a:cubicBezTo>
                  <a:cubicBezTo>
                    <a:pt x="12044" y="33310"/>
                    <a:pt x="12052" y="33314"/>
                    <a:pt x="12063" y="33322"/>
                  </a:cubicBezTo>
                  <a:cubicBezTo>
                    <a:pt x="12094" y="33352"/>
                    <a:pt x="12109" y="33377"/>
                    <a:pt x="12129" y="33377"/>
                  </a:cubicBezTo>
                  <a:cubicBezTo>
                    <a:pt x="12149" y="33377"/>
                    <a:pt x="12174" y="33352"/>
                    <a:pt x="12223" y="33285"/>
                  </a:cubicBezTo>
                  <a:cubicBezTo>
                    <a:pt x="12322" y="33149"/>
                    <a:pt x="12396" y="33161"/>
                    <a:pt x="12457" y="33112"/>
                  </a:cubicBezTo>
                  <a:cubicBezTo>
                    <a:pt x="12519" y="33051"/>
                    <a:pt x="12593" y="32779"/>
                    <a:pt x="12654" y="32755"/>
                  </a:cubicBezTo>
                  <a:cubicBezTo>
                    <a:pt x="12665" y="32751"/>
                    <a:pt x="12673" y="32749"/>
                    <a:pt x="12680" y="32749"/>
                  </a:cubicBezTo>
                  <a:cubicBezTo>
                    <a:pt x="12695" y="32749"/>
                    <a:pt x="12706" y="32755"/>
                    <a:pt x="12724" y="32755"/>
                  </a:cubicBezTo>
                  <a:cubicBezTo>
                    <a:pt x="12750" y="32755"/>
                    <a:pt x="12790" y="32743"/>
                    <a:pt x="12876" y="32681"/>
                  </a:cubicBezTo>
                  <a:cubicBezTo>
                    <a:pt x="13049" y="32570"/>
                    <a:pt x="13160" y="32558"/>
                    <a:pt x="13258" y="32434"/>
                  </a:cubicBezTo>
                  <a:cubicBezTo>
                    <a:pt x="13381" y="32287"/>
                    <a:pt x="13480" y="32114"/>
                    <a:pt x="13542" y="31929"/>
                  </a:cubicBezTo>
                  <a:cubicBezTo>
                    <a:pt x="13505" y="31794"/>
                    <a:pt x="13468" y="31658"/>
                    <a:pt x="13455" y="31510"/>
                  </a:cubicBezTo>
                  <a:cubicBezTo>
                    <a:pt x="13443" y="31424"/>
                    <a:pt x="13455" y="31005"/>
                    <a:pt x="13443" y="30882"/>
                  </a:cubicBezTo>
                  <a:cubicBezTo>
                    <a:pt x="13431" y="30796"/>
                    <a:pt x="13455" y="30771"/>
                    <a:pt x="13431" y="30734"/>
                  </a:cubicBezTo>
                  <a:lnTo>
                    <a:pt x="13381" y="30697"/>
                  </a:lnTo>
                  <a:cubicBezTo>
                    <a:pt x="13320" y="30648"/>
                    <a:pt x="13270" y="30562"/>
                    <a:pt x="13270" y="30475"/>
                  </a:cubicBezTo>
                  <a:cubicBezTo>
                    <a:pt x="13246" y="30377"/>
                    <a:pt x="13197" y="30340"/>
                    <a:pt x="13197" y="30241"/>
                  </a:cubicBezTo>
                  <a:cubicBezTo>
                    <a:pt x="13197" y="30155"/>
                    <a:pt x="13197" y="30069"/>
                    <a:pt x="13184" y="29983"/>
                  </a:cubicBezTo>
                  <a:cubicBezTo>
                    <a:pt x="13160" y="29946"/>
                    <a:pt x="13172" y="29909"/>
                    <a:pt x="13184" y="29872"/>
                  </a:cubicBezTo>
                  <a:cubicBezTo>
                    <a:pt x="13221" y="29822"/>
                    <a:pt x="13258" y="29835"/>
                    <a:pt x="13209" y="29773"/>
                  </a:cubicBezTo>
                  <a:cubicBezTo>
                    <a:pt x="13160" y="29699"/>
                    <a:pt x="13036" y="29638"/>
                    <a:pt x="13049" y="29477"/>
                  </a:cubicBezTo>
                  <a:cubicBezTo>
                    <a:pt x="13073" y="29354"/>
                    <a:pt x="13110" y="29243"/>
                    <a:pt x="13172" y="29120"/>
                  </a:cubicBezTo>
                  <a:cubicBezTo>
                    <a:pt x="13184" y="29083"/>
                    <a:pt x="13209" y="29046"/>
                    <a:pt x="13234" y="28997"/>
                  </a:cubicBezTo>
                  <a:cubicBezTo>
                    <a:pt x="13344" y="28824"/>
                    <a:pt x="13344" y="28639"/>
                    <a:pt x="13406" y="28566"/>
                  </a:cubicBezTo>
                  <a:cubicBezTo>
                    <a:pt x="13468" y="28492"/>
                    <a:pt x="13492" y="28529"/>
                    <a:pt x="13529" y="28467"/>
                  </a:cubicBezTo>
                  <a:cubicBezTo>
                    <a:pt x="13566" y="28405"/>
                    <a:pt x="13529" y="28393"/>
                    <a:pt x="13628" y="28344"/>
                  </a:cubicBezTo>
                  <a:cubicBezTo>
                    <a:pt x="13739" y="28294"/>
                    <a:pt x="13862" y="28023"/>
                    <a:pt x="13948" y="27913"/>
                  </a:cubicBezTo>
                  <a:cubicBezTo>
                    <a:pt x="14121" y="27703"/>
                    <a:pt x="14293" y="27506"/>
                    <a:pt x="14503" y="27333"/>
                  </a:cubicBezTo>
                  <a:cubicBezTo>
                    <a:pt x="14786" y="27173"/>
                    <a:pt x="15020" y="26939"/>
                    <a:pt x="15193" y="26656"/>
                  </a:cubicBezTo>
                  <a:cubicBezTo>
                    <a:pt x="15340" y="26397"/>
                    <a:pt x="15488" y="26126"/>
                    <a:pt x="15612" y="25843"/>
                  </a:cubicBezTo>
                  <a:cubicBezTo>
                    <a:pt x="15661" y="25719"/>
                    <a:pt x="15870" y="25424"/>
                    <a:pt x="15920" y="25300"/>
                  </a:cubicBezTo>
                  <a:cubicBezTo>
                    <a:pt x="15969" y="25153"/>
                    <a:pt x="16006" y="25005"/>
                    <a:pt x="16030" y="24844"/>
                  </a:cubicBezTo>
                  <a:cubicBezTo>
                    <a:pt x="16043" y="24746"/>
                    <a:pt x="16030" y="24660"/>
                    <a:pt x="16018" y="24573"/>
                  </a:cubicBezTo>
                  <a:cubicBezTo>
                    <a:pt x="16030" y="24549"/>
                    <a:pt x="16055" y="24512"/>
                    <a:pt x="15993" y="24512"/>
                  </a:cubicBezTo>
                  <a:cubicBezTo>
                    <a:pt x="15975" y="24512"/>
                    <a:pt x="15960" y="24511"/>
                    <a:pt x="15946" y="24511"/>
                  </a:cubicBezTo>
                  <a:cubicBezTo>
                    <a:pt x="15906" y="24511"/>
                    <a:pt x="15883" y="24518"/>
                    <a:pt x="15846" y="24573"/>
                  </a:cubicBezTo>
                  <a:cubicBezTo>
                    <a:pt x="15809" y="24635"/>
                    <a:pt x="15735" y="24672"/>
                    <a:pt x="15538" y="24672"/>
                  </a:cubicBezTo>
                  <a:cubicBezTo>
                    <a:pt x="15358" y="24672"/>
                    <a:pt x="15281" y="24723"/>
                    <a:pt x="15222" y="24723"/>
                  </a:cubicBezTo>
                  <a:cubicBezTo>
                    <a:pt x="15216" y="24723"/>
                    <a:pt x="15211" y="24722"/>
                    <a:pt x="15205" y="24721"/>
                  </a:cubicBezTo>
                  <a:cubicBezTo>
                    <a:pt x="15170" y="24721"/>
                    <a:pt x="15184" y="24684"/>
                    <a:pt x="15157" y="24684"/>
                  </a:cubicBezTo>
                  <a:cubicBezTo>
                    <a:pt x="15145" y="24684"/>
                    <a:pt x="15127" y="24691"/>
                    <a:pt x="15094" y="24709"/>
                  </a:cubicBezTo>
                  <a:cubicBezTo>
                    <a:pt x="14971" y="24758"/>
                    <a:pt x="15008" y="24832"/>
                    <a:pt x="14897" y="24832"/>
                  </a:cubicBezTo>
                  <a:cubicBezTo>
                    <a:pt x="14828" y="24832"/>
                    <a:pt x="14831" y="24790"/>
                    <a:pt x="14789" y="24790"/>
                  </a:cubicBezTo>
                  <a:cubicBezTo>
                    <a:pt x="14771" y="24790"/>
                    <a:pt x="14744" y="24798"/>
                    <a:pt x="14700" y="24820"/>
                  </a:cubicBezTo>
                  <a:cubicBezTo>
                    <a:pt x="14554" y="24876"/>
                    <a:pt x="14520" y="24932"/>
                    <a:pt x="14469" y="24932"/>
                  </a:cubicBezTo>
                  <a:cubicBezTo>
                    <a:pt x="14464" y="24932"/>
                    <a:pt x="14459" y="24932"/>
                    <a:pt x="14453" y="24931"/>
                  </a:cubicBezTo>
                  <a:cubicBezTo>
                    <a:pt x="14355" y="24906"/>
                    <a:pt x="14268" y="24844"/>
                    <a:pt x="14219" y="24758"/>
                  </a:cubicBezTo>
                  <a:cubicBezTo>
                    <a:pt x="14207" y="24721"/>
                    <a:pt x="14195" y="24672"/>
                    <a:pt x="14170" y="24635"/>
                  </a:cubicBezTo>
                  <a:cubicBezTo>
                    <a:pt x="14158" y="24598"/>
                    <a:pt x="14121" y="24586"/>
                    <a:pt x="14084" y="24573"/>
                  </a:cubicBezTo>
                  <a:cubicBezTo>
                    <a:pt x="14041" y="24573"/>
                    <a:pt x="13997" y="24580"/>
                    <a:pt x="13976" y="24580"/>
                  </a:cubicBezTo>
                  <a:cubicBezTo>
                    <a:pt x="13954" y="24580"/>
                    <a:pt x="13954" y="24573"/>
                    <a:pt x="13997" y="24549"/>
                  </a:cubicBezTo>
                  <a:cubicBezTo>
                    <a:pt x="14084" y="24499"/>
                    <a:pt x="14207" y="24450"/>
                    <a:pt x="14170" y="24389"/>
                  </a:cubicBezTo>
                  <a:cubicBezTo>
                    <a:pt x="14145" y="24339"/>
                    <a:pt x="14096" y="24315"/>
                    <a:pt x="14047" y="24265"/>
                  </a:cubicBezTo>
                  <a:cubicBezTo>
                    <a:pt x="14034" y="24241"/>
                    <a:pt x="14022" y="24228"/>
                    <a:pt x="14010" y="24204"/>
                  </a:cubicBezTo>
                  <a:cubicBezTo>
                    <a:pt x="13948" y="24130"/>
                    <a:pt x="13813" y="23982"/>
                    <a:pt x="13751" y="23896"/>
                  </a:cubicBezTo>
                  <a:cubicBezTo>
                    <a:pt x="13689" y="23822"/>
                    <a:pt x="13677" y="23711"/>
                    <a:pt x="13554" y="23674"/>
                  </a:cubicBezTo>
                  <a:cubicBezTo>
                    <a:pt x="13443" y="23637"/>
                    <a:pt x="13468" y="23649"/>
                    <a:pt x="13418" y="23612"/>
                  </a:cubicBezTo>
                  <a:cubicBezTo>
                    <a:pt x="13387" y="23581"/>
                    <a:pt x="13338" y="23506"/>
                    <a:pt x="13324" y="23506"/>
                  </a:cubicBezTo>
                  <a:cubicBezTo>
                    <a:pt x="13321" y="23506"/>
                    <a:pt x="13320" y="23508"/>
                    <a:pt x="13320" y="23514"/>
                  </a:cubicBezTo>
                  <a:cubicBezTo>
                    <a:pt x="13320" y="23544"/>
                    <a:pt x="13337" y="23609"/>
                    <a:pt x="13328" y="23609"/>
                  </a:cubicBezTo>
                  <a:cubicBezTo>
                    <a:pt x="13327" y="23609"/>
                    <a:pt x="13324" y="23606"/>
                    <a:pt x="13320" y="23600"/>
                  </a:cubicBezTo>
                  <a:cubicBezTo>
                    <a:pt x="13246" y="23452"/>
                    <a:pt x="13197" y="23292"/>
                    <a:pt x="13172" y="23132"/>
                  </a:cubicBezTo>
                  <a:cubicBezTo>
                    <a:pt x="13147" y="22959"/>
                    <a:pt x="13135" y="22848"/>
                    <a:pt x="13061" y="22774"/>
                  </a:cubicBezTo>
                  <a:cubicBezTo>
                    <a:pt x="13036" y="22774"/>
                    <a:pt x="13024" y="22762"/>
                    <a:pt x="13012" y="22738"/>
                  </a:cubicBezTo>
                  <a:cubicBezTo>
                    <a:pt x="12901" y="22651"/>
                    <a:pt x="12802" y="22528"/>
                    <a:pt x="12741" y="22393"/>
                  </a:cubicBezTo>
                  <a:cubicBezTo>
                    <a:pt x="12716" y="22232"/>
                    <a:pt x="12704" y="22060"/>
                    <a:pt x="12716" y="21900"/>
                  </a:cubicBezTo>
                  <a:cubicBezTo>
                    <a:pt x="12716" y="21863"/>
                    <a:pt x="12778" y="21863"/>
                    <a:pt x="12753" y="21838"/>
                  </a:cubicBezTo>
                  <a:cubicBezTo>
                    <a:pt x="12716" y="21813"/>
                    <a:pt x="12654" y="21752"/>
                    <a:pt x="12654" y="21703"/>
                  </a:cubicBezTo>
                  <a:cubicBezTo>
                    <a:pt x="12654" y="21641"/>
                    <a:pt x="12630" y="21579"/>
                    <a:pt x="12593" y="21530"/>
                  </a:cubicBezTo>
                  <a:cubicBezTo>
                    <a:pt x="12544" y="21456"/>
                    <a:pt x="12396" y="21370"/>
                    <a:pt x="12371" y="21308"/>
                  </a:cubicBezTo>
                  <a:cubicBezTo>
                    <a:pt x="12359" y="21296"/>
                    <a:pt x="12359" y="21271"/>
                    <a:pt x="12359" y="21259"/>
                  </a:cubicBezTo>
                  <a:cubicBezTo>
                    <a:pt x="12334" y="21173"/>
                    <a:pt x="12322" y="21086"/>
                    <a:pt x="12309" y="21000"/>
                  </a:cubicBezTo>
                  <a:cubicBezTo>
                    <a:pt x="12309" y="20998"/>
                    <a:pt x="12311" y="20998"/>
                    <a:pt x="12315" y="20998"/>
                  </a:cubicBezTo>
                  <a:cubicBezTo>
                    <a:pt x="12326" y="20998"/>
                    <a:pt x="12350" y="21005"/>
                    <a:pt x="12364" y="21005"/>
                  </a:cubicBezTo>
                  <a:cubicBezTo>
                    <a:pt x="12375" y="21005"/>
                    <a:pt x="12380" y="21001"/>
                    <a:pt x="12371" y="20988"/>
                  </a:cubicBezTo>
                  <a:cubicBezTo>
                    <a:pt x="12359" y="20951"/>
                    <a:pt x="12223" y="20778"/>
                    <a:pt x="12186" y="20705"/>
                  </a:cubicBezTo>
                  <a:cubicBezTo>
                    <a:pt x="12162" y="20631"/>
                    <a:pt x="12100" y="20495"/>
                    <a:pt x="12038" y="20335"/>
                  </a:cubicBezTo>
                  <a:cubicBezTo>
                    <a:pt x="11964" y="20162"/>
                    <a:pt x="11915" y="20064"/>
                    <a:pt x="11903" y="20015"/>
                  </a:cubicBezTo>
                  <a:cubicBezTo>
                    <a:pt x="11890" y="19978"/>
                    <a:pt x="11878" y="19928"/>
                    <a:pt x="11866" y="19879"/>
                  </a:cubicBezTo>
                  <a:cubicBezTo>
                    <a:pt x="11829" y="19793"/>
                    <a:pt x="11780" y="19706"/>
                    <a:pt x="11718" y="19620"/>
                  </a:cubicBezTo>
                  <a:cubicBezTo>
                    <a:pt x="11693" y="19571"/>
                    <a:pt x="11669" y="19534"/>
                    <a:pt x="11644" y="19485"/>
                  </a:cubicBezTo>
                  <a:cubicBezTo>
                    <a:pt x="11607" y="19411"/>
                    <a:pt x="11595" y="19337"/>
                    <a:pt x="11582" y="19251"/>
                  </a:cubicBezTo>
                  <a:cubicBezTo>
                    <a:pt x="11582" y="19218"/>
                    <a:pt x="11573" y="19082"/>
                    <a:pt x="11579" y="19082"/>
                  </a:cubicBezTo>
                  <a:lnTo>
                    <a:pt x="11579" y="19082"/>
                  </a:lnTo>
                  <a:cubicBezTo>
                    <a:pt x="11580" y="19082"/>
                    <a:pt x="11581" y="19084"/>
                    <a:pt x="11582" y="19090"/>
                  </a:cubicBezTo>
                  <a:cubicBezTo>
                    <a:pt x="11595" y="19140"/>
                    <a:pt x="11780" y="19497"/>
                    <a:pt x="11804" y="19559"/>
                  </a:cubicBezTo>
                  <a:cubicBezTo>
                    <a:pt x="11817" y="19633"/>
                    <a:pt x="11866" y="19694"/>
                    <a:pt x="11915" y="19743"/>
                  </a:cubicBezTo>
                  <a:cubicBezTo>
                    <a:pt x="11964" y="19792"/>
                    <a:pt x="11990" y="19872"/>
                    <a:pt x="12010" y="19872"/>
                  </a:cubicBezTo>
                  <a:cubicBezTo>
                    <a:pt x="12016" y="19872"/>
                    <a:pt x="12021" y="19867"/>
                    <a:pt x="12026" y="19854"/>
                  </a:cubicBezTo>
                  <a:cubicBezTo>
                    <a:pt x="12051" y="19805"/>
                    <a:pt x="12063" y="19743"/>
                    <a:pt x="12088" y="19694"/>
                  </a:cubicBezTo>
                  <a:cubicBezTo>
                    <a:pt x="12088" y="19670"/>
                    <a:pt x="12088" y="19645"/>
                    <a:pt x="12100" y="19633"/>
                  </a:cubicBezTo>
                  <a:cubicBezTo>
                    <a:pt x="12107" y="19610"/>
                    <a:pt x="12115" y="19593"/>
                    <a:pt x="12119" y="19593"/>
                  </a:cubicBezTo>
                  <a:cubicBezTo>
                    <a:pt x="12123" y="19593"/>
                    <a:pt x="12125" y="19601"/>
                    <a:pt x="12125" y="19620"/>
                  </a:cubicBezTo>
                  <a:cubicBezTo>
                    <a:pt x="12114" y="19663"/>
                    <a:pt x="12122" y="19724"/>
                    <a:pt x="12148" y="19724"/>
                  </a:cubicBezTo>
                  <a:cubicBezTo>
                    <a:pt x="12152" y="19724"/>
                    <a:pt x="12156" y="19722"/>
                    <a:pt x="12162" y="19719"/>
                  </a:cubicBezTo>
                  <a:cubicBezTo>
                    <a:pt x="12164" y="19718"/>
                    <a:pt x="12166" y="19718"/>
                    <a:pt x="12168" y="19718"/>
                  </a:cubicBezTo>
                  <a:cubicBezTo>
                    <a:pt x="12207" y="19718"/>
                    <a:pt x="12275" y="19811"/>
                    <a:pt x="12322" y="19916"/>
                  </a:cubicBezTo>
                  <a:cubicBezTo>
                    <a:pt x="12383" y="20027"/>
                    <a:pt x="12654" y="20544"/>
                    <a:pt x="12667" y="20594"/>
                  </a:cubicBezTo>
                  <a:cubicBezTo>
                    <a:pt x="12704" y="20655"/>
                    <a:pt x="12728" y="20717"/>
                    <a:pt x="12741" y="20778"/>
                  </a:cubicBezTo>
                  <a:cubicBezTo>
                    <a:pt x="12753" y="20840"/>
                    <a:pt x="12901" y="20951"/>
                    <a:pt x="12962" y="21000"/>
                  </a:cubicBezTo>
                  <a:cubicBezTo>
                    <a:pt x="13061" y="21111"/>
                    <a:pt x="13123" y="21247"/>
                    <a:pt x="13147" y="21394"/>
                  </a:cubicBezTo>
                  <a:cubicBezTo>
                    <a:pt x="13184" y="21567"/>
                    <a:pt x="13147" y="21715"/>
                    <a:pt x="13209" y="21863"/>
                  </a:cubicBezTo>
                  <a:cubicBezTo>
                    <a:pt x="13295" y="21998"/>
                    <a:pt x="13394" y="22109"/>
                    <a:pt x="13517" y="22208"/>
                  </a:cubicBezTo>
                  <a:cubicBezTo>
                    <a:pt x="13566" y="22245"/>
                    <a:pt x="13702" y="22602"/>
                    <a:pt x="13776" y="22750"/>
                  </a:cubicBezTo>
                  <a:cubicBezTo>
                    <a:pt x="13862" y="22898"/>
                    <a:pt x="13985" y="23009"/>
                    <a:pt x="14010" y="23083"/>
                  </a:cubicBezTo>
                  <a:cubicBezTo>
                    <a:pt x="14022" y="23132"/>
                    <a:pt x="14034" y="23181"/>
                    <a:pt x="14034" y="23218"/>
                  </a:cubicBezTo>
                  <a:cubicBezTo>
                    <a:pt x="14034" y="23267"/>
                    <a:pt x="14034" y="23304"/>
                    <a:pt x="14022" y="23354"/>
                  </a:cubicBezTo>
                  <a:cubicBezTo>
                    <a:pt x="13985" y="23477"/>
                    <a:pt x="14071" y="23760"/>
                    <a:pt x="14133" y="23994"/>
                  </a:cubicBezTo>
                  <a:cubicBezTo>
                    <a:pt x="14195" y="24228"/>
                    <a:pt x="14158" y="24228"/>
                    <a:pt x="14244" y="24253"/>
                  </a:cubicBezTo>
                  <a:cubicBezTo>
                    <a:pt x="14289" y="24276"/>
                    <a:pt x="14338" y="24287"/>
                    <a:pt x="14386" y="24287"/>
                  </a:cubicBezTo>
                  <a:cubicBezTo>
                    <a:pt x="14469" y="24287"/>
                    <a:pt x="14551" y="24254"/>
                    <a:pt x="14613" y="24191"/>
                  </a:cubicBezTo>
                  <a:cubicBezTo>
                    <a:pt x="14731" y="24092"/>
                    <a:pt x="14749" y="24079"/>
                    <a:pt x="14809" y="24079"/>
                  </a:cubicBezTo>
                  <a:cubicBezTo>
                    <a:pt x="14830" y="24079"/>
                    <a:pt x="14857" y="24081"/>
                    <a:pt x="14897" y="24081"/>
                  </a:cubicBezTo>
                  <a:cubicBezTo>
                    <a:pt x="15045" y="24068"/>
                    <a:pt x="15069" y="23933"/>
                    <a:pt x="15217" y="23908"/>
                  </a:cubicBezTo>
                  <a:cubicBezTo>
                    <a:pt x="15365" y="23883"/>
                    <a:pt x="15513" y="23822"/>
                    <a:pt x="15624" y="23736"/>
                  </a:cubicBezTo>
                  <a:cubicBezTo>
                    <a:pt x="15735" y="23637"/>
                    <a:pt x="16104" y="23612"/>
                    <a:pt x="16203" y="23501"/>
                  </a:cubicBezTo>
                  <a:cubicBezTo>
                    <a:pt x="16314" y="23378"/>
                    <a:pt x="16228" y="23366"/>
                    <a:pt x="16326" y="23267"/>
                  </a:cubicBezTo>
                  <a:cubicBezTo>
                    <a:pt x="16388" y="23218"/>
                    <a:pt x="16449" y="23181"/>
                    <a:pt x="16511" y="23144"/>
                  </a:cubicBezTo>
                  <a:cubicBezTo>
                    <a:pt x="16597" y="23083"/>
                    <a:pt x="16696" y="23058"/>
                    <a:pt x="16794" y="23058"/>
                  </a:cubicBezTo>
                  <a:cubicBezTo>
                    <a:pt x="16812" y="23060"/>
                    <a:pt x="16830" y="23060"/>
                    <a:pt x="16847" y="23060"/>
                  </a:cubicBezTo>
                  <a:cubicBezTo>
                    <a:pt x="16963" y="23060"/>
                    <a:pt x="17062" y="23027"/>
                    <a:pt x="17041" y="22984"/>
                  </a:cubicBezTo>
                  <a:cubicBezTo>
                    <a:pt x="17028" y="22922"/>
                    <a:pt x="16992" y="22910"/>
                    <a:pt x="17053" y="22861"/>
                  </a:cubicBezTo>
                  <a:cubicBezTo>
                    <a:pt x="17127" y="22824"/>
                    <a:pt x="17287" y="22836"/>
                    <a:pt x="17349" y="22738"/>
                  </a:cubicBezTo>
                  <a:cubicBezTo>
                    <a:pt x="17398" y="22627"/>
                    <a:pt x="17410" y="22553"/>
                    <a:pt x="17521" y="22528"/>
                  </a:cubicBezTo>
                  <a:cubicBezTo>
                    <a:pt x="17632" y="22503"/>
                    <a:pt x="17645" y="22466"/>
                    <a:pt x="17632" y="22306"/>
                  </a:cubicBezTo>
                  <a:cubicBezTo>
                    <a:pt x="17620" y="22134"/>
                    <a:pt x="17583" y="22084"/>
                    <a:pt x="17706" y="22048"/>
                  </a:cubicBezTo>
                  <a:cubicBezTo>
                    <a:pt x="17817" y="22023"/>
                    <a:pt x="17866" y="22035"/>
                    <a:pt x="17891" y="21937"/>
                  </a:cubicBezTo>
                  <a:cubicBezTo>
                    <a:pt x="17965" y="21813"/>
                    <a:pt x="18027" y="21703"/>
                    <a:pt x="18100" y="21592"/>
                  </a:cubicBezTo>
                  <a:cubicBezTo>
                    <a:pt x="18162" y="21481"/>
                    <a:pt x="18150" y="21468"/>
                    <a:pt x="18100" y="21456"/>
                  </a:cubicBezTo>
                  <a:cubicBezTo>
                    <a:pt x="18039" y="21407"/>
                    <a:pt x="17977" y="21345"/>
                    <a:pt x="17928" y="21271"/>
                  </a:cubicBezTo>
                  <a:cubicBezTo>
                    <a:pt x="17879" y="21185"/>
                    <a:pt x="17891" y="21160"/>
                    <a:pt x="17817" y="21136"/>
                  </a:cubicBezTo>
                  <a:cubicBezTo>
                    <a:pt x="17743" y="21111"/>
                    <a:pt x="17509" y="21086"/>
                    <a:pt x="17410" y="20914"/>
                  </a:cubicBezTo>
                  <a:cubicBezTo>
                    <a:pt x="17337" y="20803"/>
                    <a:pt x="17287" y="20680"/>
                    <a:pt x="17275" y="20544"/>
                  </a:cubicBezTo>
                  <a:cubicBezTo>
                    <a:pt x="17285" y="20475"/>
                    <a:pt x="17334" y="20375"/>
                    <a:pt x="17328" y="20375"/>
                  </a:cubicBezTo>
                  <a:lnTo>
                    <a:pt x="17328" y="20375"/>
                  </a:lnTo>
                  <a:cubicBezTo>
                    <a:pt x="17327" y="20375"/>
                    <a:pt x="17322" y="20382"/>
                    <a:pt x="17312" y="20396"/>
                  </a:cubicBezTo>
                  <a:cubicBezTo>
                    <a:pt x="17238" y="20495"/>
                    <a:pt x="17152" y="20594"/>
                    <a:pt x="17065" y="20680"/>
                  </a:cubicBezTo>
                  <a:cubicBezTo>
                    <a:pt x="16979" y="20754"/>
                    <a:pt x="16844" y="20939"/>
                    <a:pt x="16745" y="20963"/>
                  </a:cubicBezTo>
                  <a:cubicBezTo>
                    <a:pt x="16714" y="20982"/>
                    <a:pt x="16680" y="20991"/>
                    <a:pt x="16647" y="20991"/>
                  </a:cubicBezTo>
                  <a:cubicBezTo>
                    <a:pt x="16613" y="20991"/>
                    <a:pt x="16579" y="20982"/>
                    <a:pt x="16548" y="20963"/>
                  </a:cubicBezTo>
                  <a:cubicBezTo>
                    <a:pt x="16536" y="20960"/>
                    <a:pt x="16525" y="20959"/>
                    <a:pt x="16514" y="20959"/>
                  </a:cubicBezTo>
                  <a:cubicBezTo>
                    <a:pt x="16483" y="20959"/>
                    <a:pt x="16456" y="20972"/>
                    <a:pt x="16400" y="21000"/>
                  </a:cubicBezTo>
                  <a:cubicBezTo>
                    <a:pt x="16340" y="21026"/>
                    <a:pt x="16322" y="21063"/>
                    <a:pt x="16296" y="21063"/>
                  </a:cubicBezTo>
                  <a:cubicBezTo>
                    <a:pt x="16284" y="21063"/>
                    <a:pt x="16271" y="21056"/>
                    <a:pt x="16252" y="21037"/>
                  </a:cubicBezTo>
                  <a:cubicBezTo>
                    <a:pt x="16252" y="21037"/>
                    <a:pt x="16240" y="21037"/>
                    <a:pt x="16240" y="21025"/>
                  </a:cubicBezTo>
                  <a:cubicBezTo>
                    <a:pt x="16191" y="20976"/>
                    <a:pt x="16166" y="20926"/>
                    <a:pt x="16104" y="20902"/>
                  </a:cubicBezTo>
                  <a:cubicBezTo>
                    <a:pt x="16080" y="20889"/>
                    <a:pt x="16080" y="20865"/>
                    <a:pt x="16104" y="20852"/>
                  </a:cubicBezTo>
                  <a:cubicBezTo>
                    <a:pt x="16141" y="20815"/>
                    <a:pt x="16154" y="20778"/>
                    <a:pt x="16166" y="20729"/>
                  </a:cubicBezTo>
                  <a:lnTo>
                    <a:pt x="16166" y="20520"/>
                  </a:lnTo>
                  <a:cubicBezTo>
                    <a:pt x="16166" y="20483"/>
                    <a:pt x="16104" y="20409"/>
                    <a:pt x="16080" y="20409"/>
                  </a:cubicBezTo>
                  <a:cubicBezTo>
                    <a:pt x="16043" y="20421"/>
                    <a:pt x="16006" y="20446"/>
                    <a:pt x="15993" y="20544"/>
                  </a:cubicBezTo>
                  <a:cubicBezTo>
                    <a:pt x="15981" y="20606"/>
                    <a:pt x="15969" y="20668"/>
                    <a:pt x="15969" y="20692"/>
                  </a:cubicBezTo>
                  <a:cubicBezTo>
                    <a:pt x="15961" y="20716"/>
                    <a:pt x="15958" y="20724"/>
                    <a:pt x="15957" y="20724"/>
                  </a:cubicBezTo>
                  <a:cubicBezTo>
                    <a:pt x="15957" y="20724"/>
                    <a:pt x="15957" y="20721"/>
                    <a:pt x="15957" y="20717"/>
                  </a:cubicBezTo>
                  <a:cubicBezTo>
                    <a:pt x="15883" y="20618"/>
                    <a:pt x="15821" y="20495"/>
                    <a:pt x="15759" y="20384"/>
                  </a:cubicBezTo>
                  <a:cubicBezTo>
                    <a:pt x="15759" y="20335"/>
                    <a:pt x="15833" y="20335"/>
                    <a:pt x="15833" y="20286"/>
                  </a:cubicBezTo>
                  <a:cubicBezTo>
                    <a:pt x="15846" y="20236"/>
                    <a:pt x="15883" y="20224"/>
                    <a:pt x="15821" y="20187"/>
                  </a:cubicBezTo>
                  <a:cubicBezTo>
                    <a:pt x="15759" y="20150"/>
                    <a:pt x="15685" y="20150"/>
                    <a:pt x="15685" y="20088"/>
                  </a:cubicBezTo>
                  <a:cubicBezTo>
                    <a:pt x="15685" y="20027"/>
                    <a:pt x="15636" y="20064"/>
                    <a:pt x="15599" y="20027"/>
                  </a:cubicBezTo>
                  <a:cubicBezTo>
                    <a:pt x="15525" y="19916"/>
                    <a:pt x="15464" y="19793"/>
                    <a:pt x="15414" y="19657"/>
                  </a:cubicBezTo>
                  <a:cubicBezTo>
                    <a:pt x="15414" y="19657"/>
                    <a:pt x="15414" y="19645"/>
                    <a:pt x="15402" y="19633"/>
                  </a:cubicBezTo>
                  <a:cubicBezTo>
                    <a:pt x="15353" y="19472"/>
                    <a:pt x="15291" y="19423"/>
                    <a:pt x="15291" y="19374"/>
                  </a:cubicBezTo>
                  <a:cubicBezTo>
                    <a:pt x="15291" y="19357"/>
                    <a:pt x="15296" y="19351"/>
                    <a:pt x="15303" y="19351"/>
                  </a:cubicBezTo>
                  <a:cubicBezTo>
                    <a:pt x="15314" y="19351"/>
                    <a:pt x="15333" y="19364"/>
                    <a:pt x="15352" y="19364"/>
                  </a:cubicBezTo>
                  <a:cubicBezTo>
                    <a:pt x="15356" y="19364"/>
                    <a:pt x="15361" y="19363"/>
                    <a:pt x="15365" y="19361"/>
                  </a:cubicBezTo>
                  <a:cubicBezTo>
                    <a:pt x="15390" y="19349"/>
                    <a:pt x="15390" y="19337"/>
                    <a:pt x="15340" y="19275"/>
                  </a:cubicBezTo>
                  <a:cubicBezTo>
                    <a:pt x="15316" y="19251"/>
                    <a:pt x="15303" y="19226"/>
                    <a:pt x="15279" y="19189"/>
                  </a:cubicBezTo>
                  <a:lnTo>
                    <a:pt x="15279" y="19189"/>
                  </a:lnTo>
                  <a:cubicBezTo>
                    <a:pt x="15279" y="19189"/>
                    <a:pt x="15291" y="19189"/>
                    <a:pt x="15303" y="19201"/>
                  </a:cubicBezTo>
                  <a:cubicBezTo>
                    <a:pt x="15350" y="19239"/>
                    <a:pt x="15404" y="19276"/>
                    <a:pt x="15438" y="19276"/>
                  </a:cubicBezTo>
                  <a:cubicBezTo>
                    <a:pt x="15449" y="19276"/>
                    <a:pt x="15458" y="19272"/>
                    <a:pt x="15464" y="19263"/>
                  </a:cubicBezTo>
                  <a:cubicBezTo>
                    <a:pt x="15488" y="19226"/>
                    <a:pt x="15513" y="19226"/>
                    <a:pt x="15513" y="19189"/>
                  </a:cubicBezTo>
                  <a:cubicBezTo>
                    <a:pt x="15513" y="19146"/>
                    <a:pt x="15522" y="19074"/>
                    <a:pt x="15533" y="19074"/>
                  </a:cubicBezTo>
                  <a:cubicBezTo>
                    <a:pt x="15535" y="19074"/>
                    <a:pt x="15536" y="19075"/>
                    <a:pt x="15538" y="19078"/>
                  </a:cubicBezTo>
                  <a:cubicBezTo>
                    <a:pt x="15550" y="19115"/>
                    <a:pt x="15587" y="19140"/>
                    <a:pt x="15624" y="19140"/>
                  </a:cubicBezTo>
                  <a:cubicBezTo>
                    <a:pt x="15656" y="19140"/>
                    <a:pt x="15615" y="19194"/>
                    <a:pt x="15641" y="19194"/>
                  </a:cubicBezTo>
                  <a:cubicBezTo>
                    <a:pt x="15646" y="19194"/>
                    <a:pt x="15652" y="19192"/>
                    <a:pt x="15661" y="19189"/>
                  </a:cubicBezTo>
                  <a:cubicBezTo>
                    <a:pt x="15722" y="19177"/>
                    <a:pt x="15722" y="19127"/>
                    <a:pt x="15759" y="19127"/>
                  </a:cubicBezTo>
                  <a:cubicBezTo>
                    <a:pt x="15784" y="19140"/>
                    <a:pt x="15772" y="19177"/>
                    <a:pt x="15833" y="19238"/>
                  </a:cubicBezTo>
                  <a:cubicBezTo>
                    <a:pt x="15920" y="19386"/>
                    <a:pt x="15993" y="19546"/>
                    <a:pt x="16055" y="19706"/>
                  </a:cubicBezTo>
                  <a:cubicBezTo>
                    <a:pt x="16080" y="19768"/>
                    <a:pt x="16129" y="19817"/>
                    <a:pt x="16191" y="19854"/>
                  </a:cubicBezTo>
                  <a:cubicBezTo>
                    <a:pt x="16252" y="19891"/>
                    <a:pt x="16388" y="20027"/>
                    <a:pt x="16511" y="20113"/>
                  </a:cubicBezTo>
                  <a:cubicBezTo>
                    <a:pt x="16617" y="20177"/>
                    <a:pt x="16843" y="20268"/>
                    <a:pt x="16927" y="20268"/>
                  </a:cubicBezTo>
                  <a:cubicBezTo>
                    <a:pt x="16940" y="20268"/>
                    <a:pt x="16950" y="20266"/>
                    <a:pt x="16955" y="20261"/>
                  </a:cubicBezTo>
                  <a:cubicBezTo>
                    <a:pt x="16985" y="20231"/>
                    <a:pt x="17057" y="20208"/>
                    <a:pt x="17075" y="20208"/>
                  </a:cubicBezTo>
                  <a:cubicBezTo>
                    <a:pt x="17079" y="20208"/>
                    <a:pt x="17080" y="20209"/>
                    <a:pt x="17078" y="20212"/>
                  </a:cubicBezTo>
                  <a:cubicBezTo>
                    <a:pt x="17078" y="20222"/>
                    <a:pt x="17038" y="20271"/>
                    <a:pt x="17054" y="20271"/>
                  </a:cubicBezTo>
                  <a:cubicBezTo>
                    <a:pt x="17058" y="20271"/>
                    <a:pt x="17066" y="20268"/>
                    <a:pt x="17078" y="20261"/>
                  </a:cubicBezTo>
                  <a:cubicBezTo>
                    <a:pt x="17152" y="20236"/>
                    <a:pt x="17213" y="20187"/>
                    <a:pt x="17263" y="20138"/>
                  </a:cubicBezTo>
                  <a:cubicBezTo>
                    <a:pt x="17279" y="20116"/>
                    <a:pt x="17281" y="20111"/>
                    <a:pt x="17277" y="20111"/>
                  </a:cubicBezTo>
                  <a:cubicBezTo>
                    <a:pt x="17274" y="20111"/>
                    <a:pt x="17265" y="20116"/>
                    <a:pt x="17258" y="20116"/>
                  </a:cubicBezTo>
                  <a:cubicBezTo>
                    <a:pt x="17255" y="20116"/>
                    <a:pt x="17252" y="20115"/>
                    <a:pt x="17250" y="20113"/>
                  </a:cubicBezTo>
                  <a:cubicBezTo>
                    <a:pt x="17226" y="20101"/>
                    <a:pt x="17250" y="20076"/>
                    <a:pt x="17287" y="20076"/>
                  </a:cubicBezTo>
                  <a:cubicBezTo>
                    <a:pt x="17349" y="20088"/>
                    <a:pt x="17410" y="20113"/>
                    <a:pt x="17435" y="20162"/>
                  </a:cubicBezTo>
                  <a:cubicBezTo>
                    <a:pt x="17472" y="20236"/>
                    <a:pt x="17497" y="20433"/>
                    <a:pt x="17546" y="20470"/>
                  </a:cubicBezTo>
                  <a:cubicBezTo>
                    <a:pt x="17768" y="20557"/>
                    <a:pt x="18002" y="20606"/>
                    <a:pt x="18236" y="20631"/>
                  </a:cubicBezTo>
                  <a:cubicBezTo>
                    <a:pt x="18347" y="20643"/>
                    <a:pt x="18458" y="20668"/>
                    <a:pt x="18569" y="20705"/>
                  </a:cubicBezTo>
                  <a:cubicBezTo>
                    <a:pt x="18585" y="20705"/>
                    <a:pt x="18602" y="20710"/>
                    <a:pt x="18618" y="20710"/>
                  </a:cubicBezTo>
                  <a:cubicBezTo>
                    <a:pt x="18626" y="20710"/>
                    <a:pt x="18634" y="20709"/>
                    <a:pt x="18643" y="20705"/>
                  </a:cubicBezTo>
                  <a:cubicBezTo>
                    <a:pt x="18803" y="20692"/>
                    <a:pt x="18951" y="20655"/>
                    <a:pt x="19098" y="20606"/>
                  </a:cubicBezTo>
                  <a:cubicBezTo>
                    <a:pt x="19102" y="20604"/>
                    <a:pt x="19106" y="20603"/>
                    <a:pt x="19110" y="20603"/>
                  </a:cubicBezTo>
                  <a:cubicBezTo>
                    <a:pt x="19135" y="20603"/>
                    <a:pt x="19172" y="20631"/>
                    <a:pt x="19246" y="20631"/>
                  </a:cubicBezTo>
                  <a:cubicBezTo>
                    <a:pt x="19308" y="20643"/>
                    <a:pt x="19370" y="20649"/>
                    <a:pt x="19431" y="20649"/>
                  </a:cubicBezTo>
                  <a:cubicBezTo>
                    <a:pt x="19493" y="20649"/>
                    <a:pt x="19554" y="20643"/>
                    <a:pt x="19616" y="20631"/>
                  </a:cubicBezTo>
                  <a:cubicBezTo>
                    <a:pt x="19670" y="20617"/>
                    <a:pt x="19709" y="20607"/>
                    <a:pt x="19738" y="20607"/>
                  </a:cubicBezTo>
                  <a:cubicBezTo>
                    <a:pt x="19761" y="20607"/>
                    <a:pt x="19777" y="20614"/>
                    <a:pt x="19788" y="20631"/>
                  </a:cubicBezTo>
                  <a:cubicBezTo>
                    <a:pt x="19813" y="20680"/>
                    <a:pt x="19801" y="20766"/>
                    <a:pt x="19838" y="20778"/>
                  </a:cubicBezTo>
                  <a:cubicBezTo>
                    <a:pt x="19887" y="20791"/>
                    <a:pt x="19924" y="20828"/>
                    <a:pt x="19936" y="20877"/>
                  </a:cubicBezTo>
                  <a:cubicBezTo>
                    <a:pt x="19949" y="20951"/>
                    <a:pt x="19986" y="21025"/>
                    <a:pt x="20035" y="21086"/>
                  </a:cubicBezTo>
                  <a:cubicBezTo>
                    <a:pt x="20048" y="21100"/>
                    <a:pt x="20059" y="21105"/>
                    <a:pt x="20066" y="21105"/>
                  </a:cubicBezTo>
                  <a:cubicBezTo>
                    <a:pt x="20079" y="21105"/>
                    <a:pt x="20084" y="21090"/>
                    <a:pt x="20084" y="21074"/>
                  </a:cubicBezTo>
                  <a:cubicBezTo>
                    <a:pt x="20084" y="21057"/>
                    <a:pt x="20072" y="21028"/>
                    <a:pt x="20077" y="21028"/>
                  </a:cubicBezTo>
                  <a:cubicBezTo>
                    <a:pt x="20080" y="21028"/>
                    <a:pt x="20085" y="21034"/>
                    <a:pt x="20097" y="21049"/>
                  </a:cubicBezTo>
                  <a:cubicBezTo>
                    <a:pt x="20106" y="21062"/>
                    <a:pt x="20110" y="21066"/>
                    <a:pt x="20111" y="21066"/>
                  </a:cubicBezTo>
                  <a:cubicBezTo>
                    <a:pt x="20113" y="21066"/>
                    <a:pt x="20111" y="21058"/>
                    <a:pt x="20113" y="21058"/>
                  </a:cubicBezTo>
                  <a:lnTo>
                    <a:pt x="20113" y="21058"/>
                  </a:lnTo>
                  <a:cubicBezTo>
                    <a:pt x="20115" y="21058"/>
                    <a:pt x="20123" y="21066"/>
                    <a:pt x="20146" y="21099"/>
                  </a:cubicBezTo>
                  <a:cubicBezTo>
                    <a:pt x="20158" y="21111"/>
                    <a:pt x="20170" y="21123"/>
                    <a:pt x="20170" y="21136"/>
                  </a:cubicBezTo>
                  <a:cubicBezTo>
                    <a:pt x="20220" y="21210"/>
                    <a:pt x="20244" y="21296"/>
                    <a:pt x="20294" y="21308"/>
                  </a:cubicBezTo>
                  <a:cubicBezTo>
                    <a:pt x="20352" y="21320"/>
                    <a:pt x="20377" y="21408"/>
                    <a:pt x="20441" y="21408"/>
                  </a:cubicBezTo>
                  <a:cubicBezTo>
                    <a:pt x="20445" y="21408"/>
                    <a:pt x="20449" y="21408"/>
                    <a:pt x="20454" y="21407"/>
                  </a:cubicBezTo>
                  <a:cubicBezTo>
                    <a:pt x="20528" y="21407"/>
                    <a:pt x="20552" y="21370"/>
                    <a:pt x="20626" y="21370"/>
                  </a:cubicBezTo>
                  <a:cubicBezTo>
                    <a:pt x="20700" y="21370"/>
                    <a:pt x="20700" y="21382"/>
                    <a:pt x="20663" y="21407"/>
                  </a:cubicBezTo>
                  <a:cubicBezTo>
                    <a:pt x="20626" y="21431"/>
                    <a:pt x="20565" y="21530"/>
                    <a:pt x="20515" y="21542"/>
                  </a:cubicBezTo>
                  <a:cubicBezTo>
                    <a:pt x="20466" y="21542"/>
                    <a:pt x="20429" y="21530"/>
                    <a:pt x="20392" y="21505"/>
                  </a:cubicBezTo>
                  <a:cubicBezTo>
                    <a:pt x="20390" y="21504"/>
                    <a:pt x="20389" y="21504"/>
                    <a:pt x="20387" y="21504"/>
                  </a:cubicBezTo>
                  <a:cubicBezTo>
                    <a:pt x="20368" y="21504"/>
                    <a:pt x="20369" y="21570"/>
                    <a:pt x="20380" y="21604"/>
                  </a:cubicBezTo>
                  <a:cubicBezTo>
                    <a:pt x="20454" y="21715"/>
                    <a:pt x="20540" y="21813"/>
                    <a:pt x="20626" y="21912"/>
                  </a:cubicBezTo>
                  <a:cubicBezTo>
                    <a:pt x="20687" y="21973"/>
                    <a:pt x="20731" y="22017"/>
                    <a:pt x="20793" y="22017"/>
                  </a:cubicBezTo>
                  <a:cubicBezTo>
                    <a:pt x="20806" y="22017"/>
                    <a:pt x="20821" y="22015"/>
                    <a:pt x="20836" y="22011"/>
                  </a:cubicBezTo>
                  <a:cubicBezTo>
                    <a:pt x="20922" y="21998"/>
                    <a:pt x="20984" y="21961"/>
                    <a:pt x="21045" y="21912"/>
                  </a:cubicBezTo>
                  <a:cubicBezTo>
                    <a:pt x="21107" y="21850"/>
                    <a:pt x="21181" y="21826"/>
                    <a:pt x="21144" y="21776"/>
                  </a:cubicBezTo>
                  <a:cubicBezTo>
                    <a:pt x="21119" y="21727"/>
                    <a:pt x="21082" y="21727"/>
                    <a:pt x="21107" y="21690"/>
                  </a:cubicBezTo>
                  <a:cubicBezTo>
                    <a:pt x="21119" y="21653"/>
                    <a:pt x="21144" y="21666"/>
                    <a:pt x="21144" y="21616"/>
                  </a:cubicBezTo>
                  <a:cubicBezTo>
                    <a:pt x="21144" y="21579"/>
                    <a:pt x="21156" y="21567"/>
                    <a:pt x="21205" y="21567"/>
                  </a:cubicBezTo>
                  <a:cubicBezTo>
                    <a:pt x="21242" y="21567"/>
                    <a:pt x="21267" y="21567"/>
                    <a:pt x="21230" y="21592"/>
                  </a:cubicBezTo>
                  <a:cubicBezTo>
                    <a:pt x="21193" y="21629"/>
                    <a:pt x="21218" y="21666"/>
                    <a:pt x="21230" y="21666"/>
                  </a:cubicBezTo>
                  <a:cubicBezTo>
                    <a:pt x="21237" y="21662"/>
                    <a:pt x="21242" y="21661"/>
                    <a:pt x="21247" y="21661"/>
                  </a:cubicBezTo>
                  <a:cubicBezTo>
                    <a:pt x="21259" y="21661"/>
                    <a:pt x="21260" y="21672"/>
                    <a:pt x="21242" y="21690"/>
                  </a:cubicBezTo>
                  <a:cubicBezTo>
                    <a:pt x="21205" y="21727"/>
                    <a:pt x="21156" y="21752"/>
                    <a:pt x="21205" y="21752"/>
                  </a:cubicBezTo>
                  <a:cubicBezTo>
                    <a:pt x="21230" y="21752"/>
                    <a:pt x="21245" y="21746"/>
                    <a:pt x="21252" y="21746"/>
                  </a:cubicBezTo>
                  <a:cubicBezTo>
                    <a:pt x="21258" y="21746"/>
                    <a:pt x="21255" y="21752"/>
                    <a:pt x="21242" y="21776"/>
                  </a:cubicBezTo>
                  <a:cubicBezTo>
                    <a:pt x="21205" y="21813"/>
                    <a:pt x="21156" y="21826"/>
                    <a:pt x="21218" y="21875"/>
                  </a:cubicBezTo>
                  <a:cubicBezTo>
                    <a:pt x="21267" y="21887"/>
                    <a:pt x="21304" y="21949"/>
                    <a:pt x="21292" y="21998"/>
                  </a:cubicBezTo>
                  <a:cubicBezTo>
                    <a:pt x="21292" y="22048"/>
                    <a:pt x="21279" y="22097"/>
                    <a:pt x="21255" y="22146"/>
                  </a:cubicBezTo>
                  <a:cubicBezTo>
                    <a:pt x="21255" y="22195"/>
                    <a:pt x="21181" y="22183"/>
                    <a:pt x="21255" y="22294"/>
                  </a:cubicBezTo>
                  <a:cubicBezTo>
                    <a:pt x="21292" y="22417"/>
                    <a:pt x="21304" y="22540"/>
                    <a:pt x="21292" y="22664"/>
                  </a:cubicBezTo>
                  <a:cubicBezTo>
                    <a:pt x="21292" y="22738"/>
                    <a:pt x="21292" y="22799"/>
                    <a:pt x="21279" y="22873"/>
                  </a:cubicBezTo>
                  <a:cubicBezTo>
                    <a:pt x="21279" y="22948"/>
                    <a:pt x="21261" y="23041"/>
                    <a:pt x="21272" y="23041"/>
                  </a:cubicBezTo>
                  <a:cubicBezTo>
                    <a:pt x="21274" y="23041"/>
                    <a:pt x="21276" y="23038"/>
                    <a:pt x="21279" y="23033"/>
                  </a:cubicBezTo>
                  <a:cubicBezTo>
                    <a:pt x="21299" y="22995"/>
                    <a:pt x="21303" y="22912"/>
                    <a:pt x="21315" y="22912"/>
                  </a:cubicBezTo>
                  <a:cubicBezTo>
                    <a:pt x="21319" y="22912"/>
                    <a:pt x="21323" y="22918"/>
                    <a:pt x="21329" y="22935"/>
                  </a:cubicBezTo>
                  <a:cubicBezTo>
                    <a:pt x="21366" y="23095"/>
                    <a:pt x="21403" y="23243"/>
                    <a:pt x="21452" y="23403"/>
                  </a:cubicBezTo>
                  <a:cubicBezTo>
                    <a:pt x="21563" y="23600"/>
                    <a:pt x="21637" y="23822"/>
                    <a:pt x="21686" y="24056"/>
                  </a:cubicBezTo>
                  <a:cubicBezTo>
                    <a:pt x="21711" y="24278"/>
                    <a:pt x="21698" y="24302"/>
                    <a:pt x="21809" y="24450"/>
                  </a:cubicBezTo>
                  <a:cubicBezTo>
                    <a:pt x="21908" y="24598"/>
                    <a:pt x="21982" y="24771"/>
                    <a:pt x="22031" y="24943"/>
                  </a:cubicBezTo>
                  <a:cubicBezTo>
                    <a:pt x="22105" y="25128"/>
                    <a:pt x="22031" y="25189"/>
                    <a:pt x="22093" y="25300"/>
                  </a:cubicBezTo>
                  <a:cubicBezTo>
                    <a:pt x="22142" y="25399"/>
                    <a:pt x="22191" y="25498"/>
                    <a:pt x="22265" y="25584"/>
                  </a:cubicBezTo>
                  <a:cubicBezTo>
                    <a:pt x="22281" y="25600"/>
                    <a:pt x="22302" y="25606"/>
                    <a:pt x="22325" y="25606"/>
                  </a:cubicBezTo>
                  <a:cubicBezTo>
                    <a:pt x="22410" y="25606"/>
                    <a:pt x="22526" y="25516"/>
                    <a:pt x="22536" y="25448"/>
                  </a:cubicBezTo>
                  <a:cubicBezTo>
                    <a:pt x="22561" y="25362"/>
                    <a:pt x="22548" y="25337"/>
                    <a:pt x="22598" y="25263"/>
                  </a:cubicBezTo>
                  <a:cubicBezTo>
                    <a:pt x="22635" y="25202"/>
                    <a:pt x="22684" y="25140"/>
                    <a:pt x="22746" y="25103"/>
                  </a:cubicBezTo>
                  <a:cubicBezTo>
                    <a:pt x="22820" y="25054"/>
                    <a:pt x="22918" y="25054"/>
                    <a:pt x="22918" y="24968"/>
                  </a:cubicBezTo>
                  <a:cubicBezTo>
                    <a:pt x="22893" y="24869"/>
                    <a:pt x="22881" y="24758"/>
                    <a:pt x="22869" y="24647"/>
                  </a:cubicBezTo>
                  <a:cubicBezTo>
                    <a:pt x="22881" y="24536"/>
                    <a:pt x="22918" y="24438"/>
                    <a:pt x="22992" y="24352"/>
                  </a:cubicBezTo>
                  <a:cubicBezTo>
                    <a:pt x="23041" y="24278"/>
                    <a:pt x="23041" y="24179"/>
                    <a:pt x="23017" y="24105"/>
                  </a:cubicBezTo>
                  <a:cubicBezTo>
                    <a:pt x="22967" y="23945"/>
                    <a:pt x="22943" y="23785"/>
                    <a:pt x="22943" y="23625"/>
                  </a:cubicBezTo>
                  <a:cubicBezTo>
                    <a:pt x="22967" y="23551"/>
                    <a:pt x="23017" y="23452"/>
                    <a:pt x="23078" y="23428"/>
                  </a:cubicBezTo>
                  <a:cubicBezTo>
                    <a:pt x="23128" y="23415"/>
                    <a:pt x="23189" y="23366"/>
                    <a:pt x="23263" y="23329"/>
                  </a:cubicBezTo>
                  <a:cubicBezTo>
                    <a:pt x="23337" y="23292"/>
                    <a:pt x="23411" y="23292"/>
                    <a:pt x="23448" y="23255"/>
                  </a:cubicBezTo>
                  <a:cubicBezTo>
                    <a:pt x="23485" y="23206"/>
                    <a:pt x="23448" y="23144"/>
                    <a:pt x="23534" y="23095"/>
                  </a:cubicBezTo>
                  <a:cubicBezTo>
                    <a:pt x="23620" y="23046"/>
                    <a:pt x="23670" y="22910"/>
                    <a:pt x="23768" y="22824"/>
                  </a:cubicBezTo>
                  <a:cubicBezTo>
                    <a:pt x="23879" y="22713"/>
                    <a:pt x="23990" y="22590"/>
                    <a:pt x="24076" y="22466"/>
                  </a:cubicBezTo>
                  <a:cubicBezTo>
                    <a:pt x="24150" y="22380"/>
                    <a:pt x="24150" y="22356"/>
                    <a:pt x="24249" y="22306"/>
                  </a:cubicBezTo>
                  <a:cubicBezTo>
                    <a:pt x="24347" y="22269"/>
                    <a:pt x="24508" y="22109"/>
                    <a:pt x="24520" y="22035"/>
                  </a:cubicBezTo>
                  <a:cubicBezTo>
                    <a:pt x="24532" y="21949"/>
                    <a:pt x="24446" y="21875"/>
                    <a:pt x="24520" y="21838"/>
                  </a:cubicBezTo>
                  <a:cubicBezTo>
                    <a:pt x="24606" y="21813"/>
                    <a:pt x="24680" y="21752"/>
                    <a:pt x="24742" y="21690"/>
                  </a:cubicBezTo>
                  <a:cubicBezTo>
                    <a:pt x="24780" y="21613"/>
                    <a:pt x="24842" y="21520"/>
                    <a:pt x="24849" y="21520"/>
                  </a:cubicBezTo>
                  <a:lnTo>
                    <a:pt x="24849" y="21520"/>
                  </a:lnTo>
                  <a:cubicBezTo>
                    <a:pt x="24850" y="21520"/>
                    <a:pt x="24848" y="21527"/>
                    <a:pt x="24840" y="21542"/>
                  </a:cubicBezTo>
                  <a:cubicBezTo>
                    <a:pt x="24791" y="21616"/>
                    <a:pt x="24754" y="21690"/>
                    <a:pt x="24791" y="21690"/>
                  </a:cubicBezTo>
                  <a:cubicBezTo>
                    <a:pt x="24825" y="21690"/>
                    <a:pt x="24824" y="21749"/>
                    <a:pt x="24844" y="21749"/>
                  </a:cubicBezTo>
                  <a:cubicBezTo>
                    <a:pt x="24853" y="21749"/>
                    <a:pt x="24867" y="21737"/>
                    <a:pt x="24890" y="21703"/>
                  </a:cubicBezTo>
                  <a:cubicBezTo>
                    <a:pt x="24928" y="21645"/>
                    <a:pt x="24946" y="21624"/>
                    <a:pt x="24955" y="21624"/>
                  </a:cubicBezTo>
                  <a:cubicBezTo>
                    <a:pt x="24963" y="21624"/>
                    <a:pt x="24963" y="21642"/>
                    <a:pt x="24963" y="21666"/>
                  </a:cubicBezTo>
                  <a:cubicBezTo>
                    <a:pt x="24963" y="21690"/>
                    <a:pt x="24976" y="21715"/>
                    <a:pt x="25000" y="21739"/>
                  </a:cubicBezTo>
                  <a:cubicBezTo>
                    <a:pt x="25000" y="21739"/>
                    <a:pt x="25013" y="21739"/>
                    <a:pt x="25013" y="21727"/>
                  </a:cubicBezTo>
                  <a:cubicBezTo>
                    <a:pt x="25033" y="21687"/>
                    <a:pt x="25028" y="21584"/>
                    <a:pt x="25033" y="21584"/>
                  </a:cubicBezTo>
                  <a:lnTo>
                    <a:pt x="25033" y="21584"/>
                  </a:lnTo>
                  <a:cubicBezTo>
                    <a:pt x="25034" y="21584"/>
                    <a:pt x="25035" y="21590"/>
                    <a:pt x="25037" y="21604"/>
                  </a:cubicBezTo>
                  <a:cubicBezTo>
                    <a:pt x="25051" y="21652"/>
                    <a:pt x="25065" y="21669"/>
                    <a:pt x="25074" y="21669"/>
                  </a:cubicBezTo>
                  <a:cubicBezTo>
                    <a:pt x="25082" y="21669"/>
                    <a:pt x="25087" y="21658"/>
                    <a:pt x="25087" y="21641"/>
                  </a:cubicBezTo>
                  <a:cubicBezTo>
                    <a:pt x="25087" y="21625"/>
                    <a:pt x="25082" y="21607"/>
                    <a:pt x="25079" y="21596"/>
                  </a:cubicBezTo>
                  <a:lnTo>
                    <a:pt x="25079" y="21596"/>
                  </a:lnTo>
                  <a:cubicBezTo>
                    <a:pt x="25081" y="21601"/>
                    <a:pt x="25083" y="21607"/>
                    <a:pt x="25087" y="21616"/>
                  </a:cubicBezTo>
                  <a:cubicBezTo>
                    <a:pt x="25101" y="21659"/>
                    <a:pt x="25115" y="21686"/>
                    <a:pt x="25127" y="21686"/>
                  </a:cubicBezTo>
                  <a:cubicBezTo>
                    <a:pt x="25136" y="21686"/>
                    <a:pt x="25143" y="21672"/>
                    <a:pt x="25148" y="21641"/>
                  </a:cubicBezTo>
                  <a:cubicBezTo>
                    <a:pt x="25167" y="21594"/>
                    <a:pt x="25143" y="21497"/>
                    <a:pt x="25152" y="21497"/>
                  </a:cubicBezTo>
                  <a:cubicBezTo>
                    <a:pt x="25155" y="21497"/>
                    <a:pt x="25161" y="21507"/>
                    <a:pt x="25173" y="21530"/>
                  </a:cubicBezTo>
                  <a:cubicBezTo>
                    <a:pt x="25215" y="21605"/>
                    <a:pt x="25251" y="21640"/>
                    <a:pt x="25285" y="21640"/>
                  </a:cubicBezTo>
                  <a:cubicBezTo>
                    <a:pt x="25301" y="21640"/>
                    <a:pt x="25317" y="21632"/>
                    <a:pt x="25333" y="21616"/>
                  </a:cubicBezTo>
                  <a:cubicBezTo>
                    <a:pt x="25370" y="21555"/>
                    <a:pt x="25296" y="21407"/>
                    <a:pt x="25296" y="21333"/>
                  </a:cubicBezTo>
                  <a:cubicBezTo>
                    <a:pt x="25296" y="21271"/>
                    <a:pt x="25296" y="21271"/>
                    <a:pt x="25259" y="21222"/>
                  </a:cubicBezTo>
                  <a:cubicBezTo>
                    <a:pt x="25251" y="21214"/>
                    <a:pt x="25248" y="21211"/>
                    <a:pt x="25249" y="21211"/>
                  </a:cubicBezTo>
                  <a:lnTo>
                    <a:pt x="25249" y="21211"/>
                  </a:lnTo>
                  <a:cubicBezTo>
                    <a:pt x="25252" y="21211"/>
                    <a:pt x="25304" y="21257"/>
                    <a:pt x="25333" y="21296"/>
                  </a:cubicBezTo>
                  <a:cubicBezTo>
                    <a:pt x="25358" y="21333"/>
                    <a:pt x="25358" y="21407"/>
                    <a:pt x="25407" y="21407"/>
                  </a:cubicBezTo>
                  <a:cubicBezTo>
                    <a:pt x="25417" y="21409"/>
                    <a:pt x="25426" y="21410"/>
                    <a:pt x="25434" y="21410"/>
                  </a:cubicBezTo>
                  <a:cubicBezTo>
                    <a:pt x="25466" y="21410"/>
                    <a:pt x="25486" y="21394"/>
                    <a:pt x="25506" y="21394"/>
                  </a:cubicBezTo>
                  <a:cubicBezTo>
                    <a:pt x="25530" y="21394"/>
                    <a:pt x="25543" y="21394"/>
                    <a:pt x="25543" y="21431"/>
                  </a:cubicBezTo>
                  <a:cubicBezTo>
                    <a:pt x="25543" y="21468"/>
                    <a:pt x="25616" y="21444"/>
                    <a:pt x="25616" y="21542"/>
                  </a:cubicBezTo>
                  <a:cubicBezTo>
                    <a:pt x="25604" y="21616"/>
                    <a:pt x="25604" y="21703"/>
                    <a:pt x="25616" y="21776"/>
                  </a:cubicBezTo>
                  <a:cubicBezTo>
                    <a:pt x="25629" y="21813"/>
                    <a:pt x="25641" y="21850"/>
                    <a:pt x="25653" y="21887"/>
                  </a:cubicBezTo>
                  <a:cubicBezTo>
                    <a:pt x="25666" y="21937"/>
                    <a:pt x="25690" y="21986"/>
                    <a:pt x="25715" y="22023"/>
                  </a:cubicBezTo>
                  <a:cubicBezTo>
                    <a:pt x="25778" y="22118"/>
                    <a:pt x="25851" y="22258"/>
                    <a:pt x="25870" y="22258"/>
                  </a:cubicBezTo>
                  <a:cubicBezTo>
                    <a:pt x="25873" y="22258"/>
                    <a:pt x="25875" y="22254"/>
                    <a:pt x="25875" y="22245"/>
                  </a:cubicBezTo>
                  <a:cubicBezTo>
                    <a:pt x="25875" y="22195"/>
                    <a:pt x="25826" y="22136"/>
                    <a:pt x="25835" y="22136"/>
                  </a:cubicBezTo>
                  <a:cubicBezTo>
                    <a:pt x="25837" y="22136"/>
                    <a:pt x="25841" y="22139"/>
                    <a:pt x="25851" y="22146"/>
                  </a:cubicBezTo>
                  <a:cubicBezTo>
                    <a:pt x="25900" y="22195"/>
                    <a:pt x="26048" y="22405"/>
                    <a:pt x="25998" y="22454"/>
                  </a:cubicBezTo>
                  <a:cubicBezTo>
                    <a:pt x="25967" y="22497"/>
                    <a:pt x="25953" y="22585"/>
                    <a:pt x="25966" y="22585"/>
                  </a:cubicBezTo>
                  <a:cubicBezTo>
                    <a:pt x="25968" y="22585"/>
                    <a:pt x="25970" y="22582"/>
                    <a:pt x="25974" y="22577"/>
                  </a:cubicBezTo>
                  <a:cubicBezTo>
                    <a:pt x="25982" y="22552"/>
                    <a:pt x="26003" y="22509"/>
                    <a:pt x="26026" y="22509"/>
                  </a:cubicBezTo>
                  <a:cubicBezTo>
                    <a:pt x="26037" y="22509"/>
                    <a:pt x="26049" y="22517"/>
                    <a:pt x="26060" y="22540"/>
                  </a:cubicBezTo>
                  <a:cubicBezTo>
                    <a:pt x="26122" y="22664"/>
                    <a:pt x="26159" y="22811"/>
                    <a:pt x="26146" y="22947"/>
                  </a:cubicBezTo>
                  <a:cubicBezTo>
                    <a:pt x="26134" y="23070"/>
                    <a:pt x="26122" y="23206"/>
                    <a:pt x="26122" y="23329"/>
                  </a:cubicBezTo>
                  <a:cubicBezTo>
                    <a:pt x="26114" y="23366"/>
                    <a:pt x="26116" y="23395"/>
                    <a:pt x="26124" y="23395"/>
                  </a:cubicBezTo>
                  <a:cubicBezTo>
                    <a:pt x="26129" y="23395"/>
                    <a:pt x="26137" y="23383"/>
                    <a:pt x="26146" y="23354"/>
                  </a:cubicBezTo>
                  <a:cubicBezTo>
                    <a:pt x="26165" y="23297"/>
                    <a:pt x="26184" y="23234"/>
                    <a:pt x="26186" y="23234"/>
                  </a:cubicBezTo>
                  <a:lnTo>
                    <a:pt x="26186" y="23234"/>
                  </a:lnTo>
                  <a:cubicBezTo>
                    <a:pt x="26187" y="23234"/>
                    <a:pt x="26186" y="23240"/>
                    <a:pt x="26183" y="23255"/>
                  </a:cubicBezTo>
                  <a:cubicBezTo>
                    <a:pt x="26172" y="23310"/>
                    <a:pt x="26171" y="23394"/>
                    <a:pt x="26180" y="23394"/>
                  </a:cubicBezTo>
                  <a:cubicBezTo>
                    <a:pt x="26181" y="23394"/>
                    <a:pt x="26182" y="23393"/>
                    <a:pt x="26183" y="23391"/>
                  </a:cubicBezTo>
                  <a:cubicBezTo>
                    <a:pt x="26192" y="23373"/>
                    <a:pt x="26208" y="23335"/>
                    <a:pt x="26220" y="23335"/>
                  </a:cubicBezTo>
                  <a:cubicBezTo>
                    <a:pt x="26225" y="23335"/>
                    <a:pt x="26229" y="23340"/>
                    <a:pt x="26233" y="23354"/>
                  </a:cubicBezTo>
                  <a:cubicBezTo>
                    <a:pt x="26242" y="23393"/>
                    <a:pt x="26237" y="23455"/>
                    <a:pt x="26246" y="23455"/>
                  </a:cubicBezTo>
                  <a:cubicBezTo>
                    <a:pt x="26248" y="23455"/>
                    <a:pt x="26252" y="23450"/>
                    <a:pt x="26257" y="23440"/>
                  </a:cubicBezTo>
                  <a:cubicBezTo>
                    <a:pt x="26277" y="23401"/>
                    <a:pt x="26304" y="23339"/>
                    <a:pt x="26314" y="23339"/>
                  </a:cubicBezTo>
                  <a:cubicBezTo>
                    <a:pt x="26317" y="23339"/>
                    <a:pt x="26319" y="23343"/>
                    <a:pt x="26319" y="23354"/>
                  </a:cubicBezTo>
                  <a:cubicBezTo>
                    <a:pt x="26319" y="23386"/>
                    <a:pt x="26297" y="23414"/>
                    <a:pt x="26304" y="23414"/>
                  </a:cubicBezTo>
                  <a:cubicBezTo>
                    <a:pt x="26308" y="23414"/>
                    <a:pt x="26319" y="23407"/>
                    <a:pt x="26343" y="23391"/>
                  </a:cubicBezTo>
                  <a:cubicBezTo>
                    <a:pt x="26417" y="23354"/>
                    <a:pt x="26331" y="23366"/>
                    <a:pt x="26417" y="23329"/>
                  </a:cubicBezTo>
                  <a:cubicBezTo>
                    <a:pt x="26479" y="23317"/>
                    <a:pt x="26541" y="23267"/>
                    <a:pt x="26590" y="23218"/>
                  </a:cubicBezTo>
                  <a:cubicBezTo>
                    <a:pt x="26627" y="23181"/>
                    <a:pt x="26651" y="23132"/>
                    <a:pt x="26664" y="23095"/>
                  </a:cubicBezTo>
                  <a:cubicBezTo>
                    <a:pt x="26672" y="23071"/>
                    <a:pt x="26669" y="23046"/>
                    <a:pt x="26674" y="23046"/>
                  </a:cubicBezTo>
                  <a:cubicBezTo>
                    <a:pt x="26676" y="23046"/>
                    <a:pt x="26680" y="23053"/>
                    <a:pt x="26688" y="23070"/>
                  </a:cubicBezTo>
                  <a:cubicBezTo>
                    <a:pt x="26701" y="23132"/>
                    <a:pt x="26676" y="23193"/>
                    <a:pt x="26713" y="23206"/>
                  </a:cubicBezTo>
                  <a:cubicBezTo>
                    <a:pt x="26727" y="23206"/>
                    <a:pt x="26742" y="23202"/>
                    <a:pt x="26756" y="23202"/>
                  </a:cubicBezTo>
                  <a:cubicBezTo>
                    <a:pt x="26781" y="23202"/>
                    <a:pt x="26804" y="23212"/>
                    <a:pt x="26812" y="23267"/>
                  </a:cubicBezTo>
                  <a:cubicBezTo>
                    <a:pt x="26812" y="23354"/>
                    <a:pt x="26861" y="23883"/>
                    <a:pt x="26935" y="23994"/>
                  </a:cubicBezTo>
                  <a:cubicBezTo>
                    <a:pt x="27021" y="24118"/>
                    <a:pt x="27033" y="24093"/>
                    <a:pt x="27033" y="24154"/>
                  </a:cubicBezTo>
                  <a:cubicBezTo>
                    <a:pt x="27033" y="24203"/>
                    <a:pt x="27072" y="24252"/>
                    <a:pt x="27088" y="24252"/>
                  </a:cubicBezTo>
                  <a:cubicBezTo>
                    <a:pt x="27092" y="24252"/>
                    <a:pt x="27095" y="24248"/>
                    <a:pt x="27095" y="24241"/>
                  </a:cubicBezTo>
                  <a:cubicBezTo>
                    <a:pt x="27095" y="24249"/>
                    <a:pt x="27095" y="24262"/>
                    <a:pt x="27095" y="24278"/>
                  </a:cubicBezTo>
                  <a:cubicBezTo>
                    <a:pt x="27083" y="24315"/>
                    <a:pt x="27083" y="24352"/>
                    <a:pt x="27083" y="24401"/>
                  </a:cubicBezTo>
                  <a:cubicBezTo>
                    <a:pt x="27083" y="24424"/>
                    <a:pt x="27088" y="24433"/>
                    <a:pt x="27094" y="24433"/>
                  </a:cubicBezTo>
                  <a:cubicBezTo>
                    <a:pt x="27098" y="24433"/>
                    <a:pt x="27103" y="24430"/>
                    <a:pt x="27107" y="24426"/>
                  </a:cubicBezTo>
                  <a:cubicBezTo>
                    <a:pt x="27112" y="24421"/>
                    <a:pt x="27116" y="24419"/>
                    <a:pt x="27118" y="24419"/>
                  </a:cubicBezTo>
                  <a:cubicBezTo>
                    <a:pt x="27127" y="24419"/>
                    <a:pt x="27115" y="24453"/>
                    <a:pt x="27095" y="24463"/>
                  </a:cubicBezTo>
                  <a:cubicBezTo>
                    <a:pt x="27058" y="24499"/>
                    <a:pt x="27033" y="24549"/>
                    <a:pt x="27033" y="24598"/>
                  </a:cubicBezTo>
                  <a:cubicBezTo>
                    <a:pt x="27033" y="24627"/>
                    <a:pt x="27048" y="24655"/>
                    <a:pt x="27055" y="24655"/>
                  </a:cubicBezTo>
                  <a:cubicBezTo>
                    <a:pt x="27057" y="24655"/>
                    <a:pt x="27058" y="24653"/>
                    <a:pt x="27058" y="24647"/>
                  </a:cubicBezTo>
                  <a:cubicBezTo>
                    <a:pt x="27058" y="24632"/>
                    <a:pt x="27093" y="24611"/>
                    <a:pt x="27116" y="24611"/>
                  </a:cubicBezTo>
                  <a:cubicBezTo>
                    <a:pt x="27128" y="24611"/>
                    <a:pt x="27136" y="24617"/>
                    <a:pt x="27132" y="24635"/>
                  </a:cubicBezTo>
                  <a:cubicBezTo>
                    <a:pt x="27120" y="24672"/>
                    <a:pt x="27095" y="24758"/>
                    <a:pt x="27083" y="24808"/>
                  </a:cubicBezTo>
                  <a:cubicBezTo>
                    <a:pt x="27070" y="24857"/>
                    <a:pt x="27046" y="24857"/>
                    <a:pt x="27033" y="24906"/>
                  </a:cubicBezTo>
                  <a:cubicBezTo>
                    <a:pt x="27021" y="24980"/>
                    <a:pt x="27021" y="25042"/>
                    <a:pt x="27021" y="25116"/>
                  </a:cubicBezTo>
                  <a:cubicBezTo>
                    <a:pt x="27021" y="25202"/>
                    <a:pt x="27021" y="25288"/>
                    <a:pt x="27009" y="25374"/>
                  </a:cubicBezTo>
                  <a:cubicBezTo>
                    <a:pt x="27009" y="25448"/>
                    <a:pt x="26984" y="25473"/>
                    <a:pt x="27009" y="25522"/>
                  </a:cubicBezTo>
                  <a:cubicBezTo>
                    <a:pt x="27021" y="25559"/>
                    <a:pt x="27058" y="25534"/>
                    <a:pt x="27107" y="25571"/>
                  </a:cubicBezTo>
                  <a:cubicBezTo>
                    <a:pt x="27144" y="25608"/>
                    <a:pt x="27243" y="25830"/>
                    <a:pt x="27305" y="25879"/>
                  </a:cubicBezTo>
                  <a:cubicBezTo>
                    <a:pt x="27354" y="25941"/>
                    <a:pt x="27391" y="26003"/>
                    <a:pt x="27428" y="26064"/>
                  </a:cubicBezTo>
                  <a:cubicBezTo>
                    <a:pt x="27440" y="26077"/>
                    <a:pt x="27440" y="26077"/>
                    <a:pt x="27452" y="26089"/>
                  </a:cubicBezTo>
                  <a:cubicBezTo>
                    <a:pt x="27502" y="26163"/>
                    <a:pt x="27489" y="26434"/>
                    <a:pt x="27514" y="26533"/>
                  </a:cubicBezTo>
                  <a:cubicBezTo>
                    <a:pt x="27539" y="26643"/>
                    <a:pt x="27576" y="26742"/>
                    <a:pt x="27625" y="26841"/>
                  </a:cubicBezTo>
                  <a:cubicBezTo>
                    <a:pt x="27650" y="26902"/>
                    <a:pt x="27699" y="26976"/>
                    <a:pt x="27736" y="27075"/>
                  </a:cubicBezTo>
                  <a:cubicBezTo>
                    <a:pt x="27773" y="27173"/>
                    <a:pt x="27859" y="27235"/>
                    <a:pt x="27970" y="27321"/>
                  </a:cubicBezTo>
                  <a:cubicBezTo>
                    <a:pt x="28068" y="27407"/>
                    <a:pt x="28167" y="27481"/>
                    <a:pt x="28278" y="27555"/>
                  </a:cubicBezTo>
                  <a:cubicBezTo>
                    <a:pt x="28294" y="27558"/>
                    <a:pt x="28310" y="27560"/>
                    <a:pt x="28325" y="27560"/>
                  </a:cubicBezTo>
                  <a:cubicBezTo>
                    <a:pt x="28366" y="27560"/>
                    <a:pt x="28402" y="27549"/>
                    <a:pt x="28438" y="27531"/>
                  </a:cubicBezTo>
                  <a:cubicBezTo>
                    <a:pt x="28450" y="27518"/>
                    <a:pt x="28450" y="27518"/>
                    <a:pt x="28413" y="27420"/>
                  </a:cubicBezTo>
                  <a:cubicBezTo>
                    <a:pt x="28376" y="27333"/>
                    <a:pt x="28290" y="27235"/>
                    <a:pt x="28266" y="27149"/>
                  </a:cubicBezTo>
                  <a:cubicBezTo>
                    <a:pt x="28216" y="27038"/>
                    <a:pt x="28204" y="26914"/>
                    <a:pt x="28204" y="26779"/>
                  </a:cubicBezTo>
                  <a:cubicBezTo>
                    <a:pt x="28216" y="26693"/>
                    <a:pt x="28266" y="26557"/>
                    <a:pt x="28204" y="26471"/>
                  </a:cubicBezTo>
                  <a:cubicBezTo>
                    <a:pt x="28118" y="26360"/>
                    <a:pt x="28031" y="26261"/>
                    <a:pt x="27933" y="26175"/>
                  </a:cubicBezTo>
                  <a:cubicBezTo>
                    <a:pt x="27921" y="26163"/>
                    <a:pt x="27908" y="26163"/>
                    <a:pt x="27896" y="26151"/>
                  </a:cubicBezTo>
                  <a:cubicBezTo>
                    <a:pt x="27834" y="26089"/>
                    <a:pt x="27797" y="25990"/>
                    <a:pt x="27711" y="25953"/>
                  </a:cubicBezTo>
                  <a:cubicBezTo>
                    <a:pt x="27625" y="25916"/>
                    <a:pt x="27514" y="25929"/>
                    <a:pt x="27465" y="25843"/>
                  </a:cubicBezTo>
                  <a:cubicBezTo>
                    <a:pt x="27440" y="25786"/>
                    <a:pt x="27443" y="25756"/>
                    <a:pt x="27458" y="25756"/>
                  </a:cubicBezTo>
                  <a:cubicBezTo>
                    <a:pt x="27465" y="25756"/>
                    <a:pt x="27477" y="25764"/>
                    <a:pt x="27489" y="25781"/>
                  </a:cubicBezTo>
                  <a:cubicBezTo>
                    <a:pt x="27500" y="25797"/>
                    <a:pt x="27509" y="25811"/>
                    <a:pt x="27512" y="25811"/>
                  </a:cubicBezTo>
                  <a:cubicBezTo>
                    <a:pt x="27515" y="25811"/>
                    <a:pt x="27510" y="25788"/>
                    <a:pt x="27489" y="25719"/>
                  </a:cubicBezTo>
                  <a:cubicBezTo>
                    <a:pt x="27452" y="25608"/>
                    <a:pt x="27403" y="25473"/>
                    <a:pt x="27378" y="25399"/>
                  </a:cubicBezTo>
                  <a:cubicBezTo>
                    <a:pt x="27366" y="25337"/>
                    <a:pt x="27415" y="25350"/>
                    <a:pt x="27341" y="25313"/>
                  </a:cubicBezTo>
                  <a:cubicBezTo>
                    <a:pt x="27280" y="25288"/>
                    <a:pt x="27231" y="25263"/>
                    <a:pt x="27218" y="25202"/>
                  </a:cubicBezTo>
                  <a:cubicBezTo>
                    <a:pt x="27218" y="25091"/>
                    <a:pt x="27231" y="24992"/>
                    <a:pt x="27268" y="24894"/>
                  </a:cubicBezTo>
                  <a:cubicBezTo>
                    <a:pt x="27305" y="24783"/>
                    <a:pt x="27329" y="24734"/>
                    <a:pt x="27341" y="24647"/>
                  </a:cubicBezTo>
                  <a:cubicBezTo>
                    <a:pt x="27366" y="24561"/>
                    <a:pt x="27415" y="24598"/>
                    <a:pt x="27415" y="24450"/>
                  </a:cubicBezTo>
                  <a:cubicBezTo>
                    <a:pt x="27403" y="24327"/>
                    <a:pt x="27415" y="24216"/>
                    <a:pt x="27428" y="24105"/>
                  </a:cubicBezTo>
                  <a:cubicBezTo>
                    <a:pt x="27436" y="24097"/>
                    <a:pt x="27464" y="24091"/>
                    <a:pt x="27497" y="24091"/>
                  </a:cubicBezTo>
                  <a:cubicBezTo>
                    <a:pt x="27557" y="24091"/>
                    <a:pt x="27633" y="24111"/>
                    <a:pt x="27625" y="24167"/>
                  </a:cubicBezTo>
                  <a:cubicBezTo>
                    <a:pt x="27625" y="24265"/>
                    <a:pt x="27588" y="24364"/>
                    <a:pt x="27637" y="24364"/>
                  </a:cubicBezTo>
                  <a:cubicBezTo>
                    <a:pt x="27670" y="24356"/>
                    <a:pt x="27704" y="24352"/>
                    <a:pt x="27738" y="24352"/>
                  </a:cubicBezTo>
                  <a:cubicBezTo>
                    <a:pt x="27807" y="24352"/>
                    <a:pt x="27875" y="24368"/>
                    <a:pt x="27933" y="24401"/>
                  </a:cubicBezTo>
                  <a:cubicBezTo>
                    <a:pt x="28007" y="24463"/>
                    <a:pt x="28031" y="24450"/>
                    <a:pt x="28081" y="24524"/>
                  </a:cubicBezTo>
                  <a:cubicBezTo>
                    <a:pt x="28081" y="24524"/>
                    <a:pt x="28081" y="24536"/>
                    <a:pt x="28093" y="24536"/>
                  </a:cubicBezTo>
                  <a:cubicBezTo>
                    <a:pt x="28130" y="24610"/>
                    <a:pt x="28155" y="24684"/>
                    <a:pt x="28167" y="24771"/>
                  </a:cubicBezTo>
                  <a:cubicBezTo>
                    <a:pt x="28176" y="24815"/>
                    <a:pt x="28191" y="24847"/>
                    <a:pt x="28204" y="24847"/>
                  </a:cubicBezTo>
                  <a:cubicBezTo>
                    <a:pt x="28209" y="24847"/>
                    <a:pt x="28213" y="24842"/>
                    <a:pt x="28216" y="24832"/>
                  </a:cubicBezTo>
                  <a:cubicBezTo>
                    <a:pt x="28223" y="24825"/>
                    <a:pt x="28230" y="24822"/>
                    <a:pt x="28236" y="24822"/>
                  </a:cubicBezTo>
                  <a:cubicBezTo>
                    <a:pt x="28253" y="24822"/>
                    <a:pt x="28266" y="24842"/>
                    <a:pt x="28266" y="24869"/>
                  </a:cubicBezTo>
                  <a:cubicBezTo>
                    <a:pt x="28266" y="24918"/>
                    <a:pt x="28253" y="24943"/>
                    <a:pt x="28303" y="24943"/>
                  </a:cubicBezTo>
                  <a:cubicBezTo>
                    <a:pt x="28340" y="24943"/>
                    <a:pt x="28340" y="24992"/>
                    <a:pt x="28340" y="25017"/>
                  </a:cubicBezTo>
                  <a:cubicBezTo>
                    <a:pt x="28349" y="25036"/>
                    <a:pt x="28344" y="25083"/>
                    <a:pt x="28352" y="25083"/>
                  </a:cubicBezTo>
                  <a:cubicBezTo>
                    <a:pt x="28354" y="25083"/>
                    <a:pt x="28358" y="25078"/>
                    <a:pt x="28364" y="25066"/>
                  </a:cubicBezTo>
                  <a:cubicBezTo>
                    <a:pt x="28394" y="25026"/>
                    <a:pt x="28424" y="24970"/>
                    <a:pt x="28454" y="24970"/>
                  </a:cubicBezTo>
                  <a:cubicBezTo>
                    <a:pt x="28461" y="24970"/>
                    <a:pt x="28468" y="24973"/>
                    <a:pt x="28475" y="24980"/>
                  </a:cubicBezTo>
                  <a:cubicBezTo>
                    <a:pt x="28487" y="25005"/>
                    <a:pt x="28475" y="25017"/>
                    <a:pt x="28512" y="25042"/>
                  </a:cubicBezTo>
                  <a:cubicBezTo>
                    <a:pt x="28561" y="25054"/>
                    <a:pt x="28623" y="25042"/>
                    <a:pt x="28623" y="25079"/>
                  </a:cubicBezTo>
                  <a:cubicBezTo>
                    <a:pt x="28623" y="25116"/>
                    <a:pt x="28561" y="25189"/>
                    <a:pt x="28549" y="25251"/>
                  </a:cubicBezTo>
                  <a:cubicBezTo>
                    <a:pt x="28537" y="25313"/>
                    <a:pt x="28537" y="25485"/>
                    <a:pt x="28561" y="25485"/>
                  </a:cubicBezTo>
                  <a:cubicBezTo>
                    <a:pt x="28598" y="25485"/>
                    <a:pt x="28672" y="25411"/>
                    <a:pt x="28721" y="25374"/>
                  </a:cubicBezTo>
                  <a:cubicBezTo>
                    <a:pt x="28771" y="25350"/>
                    <a:pt x="28771" y="25362"/>
                    <a:pt x="28832" y="25313"/>
                  </a:cubicBezTo>
                  <a:cubicBezTo>
                    <a:pt x="28882" y="25276"/>
                    <a:pt x="28906" y="25251"/>
                    <a:pt x="28894" y="25214"/>
                  </a:cubicBezTo>
                  <a:cubicBezTo>
                    <a:pt x="28873" y="25173"/>
                    <a:pt x="28826" y="25122"/>
                    <a:pt x="28834" y="25122"/>
                  </a:cubicBezTo>
                  <a:cubicBezTo>
                    <a:pt x="28836" y="25122"/>
                    <a:pt x="28839" y="25124"/>
                    <a:pt x="28845" y="25128"/>
                  </a:cubicBezTo>
                  <a:cubicBezTo>
                    <a:pt x="28879" y="25139"/>
                    <a:pt x="28923" y="25203"/>
                    <a:pt x="28940" y="25203"/>
                  </a:cubicBezTo>
                  <a:cubicBezTo>
                    <a:pt x="28941" y="25203"/>
                    <a:pt x="28942" y="25203"/>
                    <a:pt x="28943" y="25202"/>
                  </a:cubicBezTo>
                  <a:cubicBezTo>
                    <a:pt x="28980" y="25189"/>
                    <a:pt x="28980" y="25140"/>
                    <a:pt x="28968" y="25116"/>
                  </a:cubicBezTo>
                  <a:cubicBezTo>
                    <a:pt x="28951" y="25099"/>
                    <a:pt x="28931" y="25079"/>
                    <a:pt x="28919" y="25066"/>
                  </a:cubicBezTo>
                  <a:lnTo>
                    <a:pt x="28919" y="25066"/>
                  </a:lnTo>
                  <a:cubicBezTo>
                    <a:pt x="28954" y="25084"/>
                    <a:pt x="28989" y="25133"/>
                    <a:pt x="29006" y="25133"/>
                  </a:cubicBezTo>
                  <a:cubicBezTo>
                    <a:pt x="29013" y="25133"/>
                    <a:pt x="29017" y="25125"/>
                    <a:pt x="29017" y="25103"/>
                  </a:cubicBezTo>
                  <a:cubicBezTo>
                    <a:pt x="29005" y="25042"/>
                    <a:pt x="28980" y="25054"/>
                    <a:pt x="28993" y="25017"/>
                  </a:cubicBezTo>
                  <a:cubicBezTo>
                    <a:pt x="28999" y="25005"/>
                    <a:pt x="29005" y="25002"/>
                    <a:pt x="29009" y="25002"/>
                  </a:cubicBezTo>
                  <a:cubicBezTo>
                    <a:pt x="29014" y="25002"/>
                    <a:pt x="29017" y="25005"/>
                    <a:pt x="29017" y="25005"/>
                  </a:cubicBezTo>
                  <a:cubicBezTo>
                    <a:pt x="29017" y="25005"/>
                    <a:pt x="29029" y="24943"/>
                    <a:pt x="29029" y="24931"/>
                  </a:cubicBezTo>
                  <a:cubicBezTo>
                    <a:pt x="29029" y="24917"/>
                    <a:pt x="29029" y="24907"/>
                    <a:pt x="29040" y="24907"/>
                  </a:cubicBezTo>
                  <a:cubicBezTo>
                    <a:pt x="29048" y="24907"/>
                    <a:pt x="29063" y="24914"/>
                    <a:pt x="29091" y="24931"/>
                  </a:cubicBezTo>
                  <a:cubicBezTo>
                    <a:pt x="29134" y="24952"/>
                    <a:pt x="29112" y="24982"/>
                    <a:pt x="29145" y="24982"/>
                  </a:cubicBezTo>
                  <a:cubicBezTo>
                    <a:pt x="29150" y="24982"/>
                    <a:pt x="29157" y="24982"/>
                    <a:pt x="29165" y="24980"/>
                  </a:cubicBezTo>
                  <a:cubicBezTo>
                    <a:pt x="29288" y="24918"/>
                    <a:pt x="29399" y="24820"/>
                    <a:pt x="29485" y="24721"/>
                  </a:cubicBezTo>
                  <a:cubicBezTo>
                    <a:pt x="29621" y="24586"/>
                    <a:pt x="29621" y="24672"/>
                    <a:pt x="29621" y="24524"/>
                  </a:cubicBezTo>
                  <a:cubicBezTo>
                    <a:pt x="29621" y="24389"/>
                    <a:pt x="29584" y="24389"/>
                    <a:pt x="29633" y="24339"/>
                  </a:cubicBezTo>
                  <a:cubicBezTo>
                    <a:pt x="29670" y="24302"/>
                    <a:pt x="29707" y="24315"/>
                    <a:pt x="29683" y="24265"/>
                  </a:cubicBezTo>
                  <a:cubicBezTo>
                    <a:pt x="29670" y="24216"/>
                    <a:pt x="29646" y="24241"/>
                    <a:pt x="29646" y="24154"/>
                  </a:cubicBezTo>
                  <a:cubicBezTo>
                    <a:pt x="29633" y="24019"/>
                    <a:pt x="29609" y="23871"/>
                    <a:pt x="29572" y="23748"/>
                  </a:cubicBezTo>
                  <a:cubicBezTo>
                    <a:pt x="29522" y="23612"/>
                    <a:pt x="29461" y="23501"/>
                    <a:pt x="29387" y="23378"/>
                  </a:cubicBezTo>
                  <a:cubicBezTo>
                    <a:pt x="29338" y="23292"/>
                    <a:pt x="29325" y="23317"/>
                    <a:pt x="29251" y="23230"/>
                  </a:cubicBezTo>
                  <a:cubicBezTo>
                    <a:pt x="29165" y="23156"/>
                    <a:pt x="29079" y="23070"/>
                    <a:pt x="29017" y="22984"/>
                  </a:cubicBezTo>
                  <a:cubicBezTo>
                    <a:pt x="28956" y="22898"/>
                    <a:pt x="28993" y="22885"/>
                    <a:pt x="28943" y="22824"/>
                  </a:cubicBezTo>
                  <a:cubicBezTo>
                    <a:pt x="28894" y="22774"/>
                    <a:pt x="28832" y="22688"/>
                    <a:pt x="28783" y="22627"/>
                  </a:cubicBezTo>
                  <a:cubicBezTo>
                    <a:pt x="28746" y="22577"/>
                    <a:pt x="28783" y="22442"/>
                    <a:pt x="28783" y="22368"/>
                  </a:cubicBezTo>
                  <a:cubicBezTo>
                    <a:pt x="28783" y="22306"/>
                    <a:pt x="28882" y="22282"/>
                    <a:pt x="28919" y="22208"/>
                  </a:cubicBezTo>
                  <a:cubicBezTo>
                    <a:pt x="28968" y="22146"/>
                    <a:pt x="29005" y="22084"/>
                    <a:pt x="29029" y="22023"/>
                  </a:cubicBezTo>
                  <a:cubicBezTo>
                    <a:pt x="29029" y="21986"/>
                    <a:pt x="29079" y="21974"/>
                    <a:pt x="29140" y="21924"/>
                  </a:cubicBezTo>
                  <a:cubicBezTo>
                    <a:pt x="29190" y="21875"/>
                    <a:pt x="29239" y="21826"/>
                    <a:pt x="29288" y="21789"/>
                  </a:cubicBezTo>
                  <a:cubicBezTo>
                    <a:pt x="29301" y="21789"/>
                    <a:pt x="29313" y="21776"/>
                    <a:pt x="29325" y="21776"/>
                  </a:cubicBezTo>
                  <a:cubicBezTo>
                    <a:pt x="29356" y="21758"/>
                    <a:pt x="29381" y="21758"/>
                    <a:pt x="29401" y="21758"/>
                  </a:cubicBezTo>
                  <a:cubicBezTo>
                    <a:pt x="29421" y="21758"/>
                    <a:pt x="29436" y="21758"/>
                    <a:pt x="29448" y="21739"/>
                  </a:cubicBezTo>
                  <a:cubicBezTo>
                    <a:pt x="29466" y="21714"/>
                    <a:pt x="29459" y="21682"/>
                    <a:pt x="29470" y="21682"/>
                  </a:cubicBezTo>
                  <a:cubicBezTo>
                    <a:pt x="29475" y="21682"/>
                    <a:pt x="29483" y="21688"/>
                    <a:pt x="29498" y="21703"/>
                  </a:cubicBezTo>
                  <a:cubicBezTo>
                    <a:pt x="29547" y="21752"/>
                    <a:pt x="29547" y="21789"/>
                    <a:pt x="29596" y="21801"/>
                  </a:cubicBezTo>
                  <a:cubicBezTo>
                    <a:pt x="29637" y="21801"/>
                    <a:pt x="29667" y="21790"/>
                    <a:pt x="29690" y="21790"/>
                  </a:cubicBezTo>
                  <a:cubicBezTo>
                    <a:pt x="29702" y="21790"/>
                    <a:pt x="29711" y="21793"/>
                    <a:pt x="29719" y="21801"/>
                  </a:cubicBezTo>
                  <a:cubicBezTo>
                    <a:pt x="29744" y="21813"/>
                    <a:pt x="29781" y="21826"/>
                    <a:pt x="29756" y="21875"/>
                  </a:cubicBezTo>
                  <a:cubicBezTo>
                    <a:pt x="29719" y="21924"/>
                    <a:pt x="29695" y="21949"/>
                    <a:pt x="29732" y="22011"/>
                  </a:cubicBezTo>
                  <a:cubicBezTo>
                    <a:pt x="29767" y="22069"/>
                    <a:pt x="29802" y="22172"/>
                    <a:pt x="29837" y="22172"/>
                  </a:cubicBezTo>
                  <a:cubicBezTo>
                    <a:pt x="29839" y="22172"/>
                    <a:pt x="29841" y="22171"/>
                    <a:pt x="29843" y="22171"/>
                  </a:cubicBezTo>
                  <a:cubicBezTo>
                    <a:pt x="29892" y="22158"/>
                    <a:pt x="29966" y="22134"/>
                    <a:pt x="29941" y="22084"/>
                  </a:cubicBezTo>
                  <a:cubicBezTo>
                    <a:pt x="29904" y="22048"/>
                    <a:pt x="29830" y="22023"/>
                    <a:pt x="29855" y="21974"/>
                  </a:cubicBezTo>
                  <a:cubicBezTo>
                    <a:pt x="29892" y="21912"/>
                    <a:pt x="29929" y="21863"/>
                    <a:pt x="29978" y="21826"/>
                  </a:cubicBezTo>
                  <a:cubicBezTo>
                    <a:pt x="30052" y="21789"/>
                    <a:pt x="30188" y="21764"/>
                    <a:pt x="30225" y="21727"/>
                  </a:cubicBezTo>
                  <a:cubicBezTo>
                    <a:pt x="30249" y="21703"/>
                    <a:pt x="30265" y="21696"/>
                    <a:pt x="30277" y="21696"/>
                  </a:cubicBezTo>
                  <a:cubicBezTo>
                    <a:pt x="30289" y="21696"/>
                    <a:pt x="30299" y="21703"/>
                    <a:pt x="30311" y="21703"/>
                  </a:cubicBezTo>
                  <a:cubicBezTo>
                    <a:pt x="30318" y="21705"/>
                    <a:pt x="30324" y="21706"/>
                    <a:pt x="30330" y="21706"/>
                  </a:cubicBezTo>
                  <a:cubicBezTo>
                    <a:pt x="30353" y="21706"/>
                    <a:pt x="30365" y="21688"/>
                    <a:pt x="30385" y="21678"/>
                  </a:cubicBezTo>
                  <a:cubicBezTo>
                    <a:pt x="30391" y="21676"/>
                    <a:pt x="30397" y="21675"/>
                    <a:pt x="30404" y="21675"/>
                  </a:cubicBezTo>
                  <a:cubicBezTo>
                    <a:pt x="30422" y="21675"/>
                    <a:pt x="30442" y="21680"/>
                    <a:pt x="30460" y="21680"/>
                  </a:cubicBezTo>
                  <a:cubicBezTo>
                    <a:pt x="30480" y="21680"/>
                    <a:pt x="30497" y="21675"/>
                    <a:pt x="30508" y="21653"/>
                  </a:cubicBezTo>
                  <a:cubicBezTo>
                    <a:pt x="30533" y="21616"/>
                    <a:pt x="30557" y="21592"/>
                    <a:pt x="30582" y="21592"/>
                  </a:cubicBezTo>
                  <a:cubicBezTo>
                    <a:pt x="30619" y="21592"/>
                    <a:pt x="30644" y="21592"/>
                    <a:pt x="30644" y="21555"/>
                  </a:cubicBezTo>
                  <a:cubicBezTo>
                    <a:pt x="30633" y="21523"/>
                    <a:pt x="30622" y="21464"/>
                    <a:pt x="30635" y="21464"/>
                  </a:cubicBezTo>
                  <a:cubicBezTo>
                    <a:pt x="30637" y="21464"/>
                    <a:pt x="30640" y="21465"/>
                    <a:pt x="30644" y="21468"/>
                  </a:cubicBezTo>
                  <a:cubicBezTo>
                    <a:pt x="30656" y="21505"/>
                    <a:pt x="30668" y="21530"/>
                    <a:pt x="30718" y="21530"/>
                  </a:cubicBezTo>
                  <a:cubicBezTo>
                    <a:pt x="30779" y="21530"/>
                    <a:pt x="30804" y="21468"/>
                    <a:pt x="30865" y="21456"/>
                  </a:cubicBezTo>
                  <a:cubicBezTo>
                    <a:pt x="30878" y="21450"/>
                    <a:pt x="30885" y="21448"/>
                    <a:pt x="30891" y="21448"/>
                  </a:cubicBezTo>
                  <a:cubicBezTo>
                    <a:pt x="30909" y="21448"/>
                    <a:pt x="30909" y="21468"/>
                    <a:pt x="30964" y="21468"/>
                  </a:cubicBezTo>
                  <a:lnTo>
                    <a:pt x="31136" y="21468"/>
                  </a:lnTo>
                  <a:cubicBezTo>
                    <a:pt x="31173" y="21468"/>
                    <a:pt x="31186" y="21444"/>
                    <a:pt x="31223" y="21407"/>
                  </a:cubicBezTo>
                  <a:cubicBezTo>
                    <a:pt x="31247" y="21394"/>
                    <a:pt x="31284" y="21382"/>
                    <a:pt x="31309" y="21382"/>
                  </a:cubicBezTo>
                  <a:cubicBezTo>
                    <a:pt x="31334" y="21370"/>
                    <a:pt x="31334" y="21358"/>
                    <a:pt x="31358" y="21321"/>
                  </a:cubicBezTo>
                  <a:cubicBezTo>
                    <a:pt x="31383" y="21284"/>
                    <a:pt x="31432" y="21234"/>
                    <a:pt x="31432" y="21210"/>
                  </a:cubicBezTo>
                  <a:cubicBezTo>
                    <a:pt x="31432" y="21210"/>
                    <a:pt x="31457" y="21210"/>
                    <a:pt x="31506" y="21185"/>
                  </a:cubicBezTo>
                  <a:cubicBezTo>
                    <a:pt x="31568" y="21160"/>
                    <a:pt x="31617" y="21123"/>
                    <a:pt x="31654" y="21074"/>
                  </a:cubicBezTo>
                  <a:cubicBezTo>
                    <a:pt x="31691" y="21037"/>
                    <a:pt x="31703" y="21013"/>
                    <a:pt x="31691" y="20988"/>
                  </a:cubicBezTo>
                  <a:cubicBezTo>
                    <a:pt x="31679" y="20963"/>
                    <a:pt x="31740" y="20951"/>
                    <a:pt x="31814" y="20926"/>
                  </a:cubicBezTo>
                  <a:cubicBezTo>
                    <a:pt x="31876" y="20902"/>
                    <a:pt x="31876" y="20889"/>
                    <a:pt x="31888" y="20852"/>
                  </a:cubicBezTo>
                  <a:cubicBezTo>
                    <a:pt x="31913" y="20815"/>
                    <a:pt x="31950" y="20766"/>
                    <a:pt x="31974" y="20729"/>
                  </a:cubicBezTo>
                  <a:cubicBezTo>
                    <a:pt x="31999" y="20692"/>
                    <a:pt x="32048" y="20655"/>
                    <a:pt x="32048" y="20606"/>
                  </a:cubicBezTo>
                  <a:cubicBezTo>
                    <a:pt x="32048" y="20557"/>
                    <a:pt x="32098" y="20520"/>
                    <a:pt x="32036" y="20507"/>
                  </a:cubicBezTo>
                  <a:cubicBezTo>
                    <a:pt x="31987" y="20483"/>
                    <a:pt x="31974" y="20470"/>
                    <a:pt x="31999" y="20470"/>
                  </a:cubicBezTo>
                  <a:cubicBezTo>
                    <a:pt x="32036" y="20458"/>
                    <a:pt x="32134" y="20470"/>
                    <a:pt x="32122" y="20396"/>
                  </a:cubicBezTo>
                  <a:cubicBezTo>
                    <a:pt x="32122" y="20335"/>
                    <a:pt x="32048" y="20323"/>
                    <a:pt x="32061" y="20298"/>
                  </a:cubicBezTo>
                  <a:cubicBezTo>
                    <a:pt x="32073" y="20286"/>
                    <a:pt x="32091" y="20286"/>
                    <a:pt x="32111" y="20286"/>
                  </a:cubicBezTo>
                  <a:cubicBezTo>
                    <a:pt x="32131" y="20286"/>
                    <a:pt x="32153" y="20286"/>
                    <a:pt x="32171" y="20273"/>
                  </a:cubicBezTo>
                  <a:cubicBezTo>
                    <a:pt x="32245" y="20187"/>
                    <a:pt x="32307" y="20088"/>
                    <a:pt x="32344" y="19978"/>
                  </a:cubicBezTo>
                  <a:cubicBezTo>
                    <a:pt x="32344" y="19916"/>
                    <a:pt x="32282" y="19928"/>
                    <a:pt x="32356" y="19891"/>
                  </a:cubicBezTo>
                  <a:cubicBezTo>
                    <a:pt x="32443" y="19867"/>
                    <a:pt x="32516" y="19830"/>
                    <a:pt x="32516" y="19768"/>
                  </a:cubicBezTo>
                  <a:cubicBezTo>
                    <a:pt x="32516" y="19706"/>
                    <a:pt x="32516" y="19743"/>
                    <a:pt x="32492" y="19694"/>
                  </a:cubicBezTo>
                  <a:cubicBezTo>
                    <a:pt x="32475" y="19661"/>
                    <a:pt x="32486" y="19661"/>
                    <a:pt x="32503" y="19661"/>
                  </a:cubicBezTo>
                  <a:cubicBezTo>
                    <a:pt x="32511" y="19661"/>
                    <a:pt x="32521" y="19661"/>
                    <a:pt x="32529" y="19657"/>
                  </a:cubicBezTo>
                  <a:cubicBezTo>
                    <a:pt x="32566" y="19633"/>
                    <a:pt x="32553" y="19657"/>
                    <a:pt x="32553" y="19583"/>
                  </a:cubicBezTo>
                  <a:cubicBezTo>
                    <a:pt x="32553" y="19530"/>
                    <a:pt x="32535" y="19495"/>
                    <a:pt x="32546" y="19495"/>
                  </a:cubicBezTo>
                  <a:cubicBezTo>
                    <a:pt x="32548" y="19495"/>
                    <a:pt x="32550" y="19495"/>
                    <a:pt x="32553" y="19497"/>
                  </a:cubicBezTo>
                  <a:cubicBezTo>
                    <a:pt x="32574" y="19518"/>
                    <a:pt x="32595" y="19564"/>
                    <a:pt x="32608" y="19564"/>
                  </a:cubicBezTo>
                  <a:cubicBezTo>
                    <a:pt x="32611" y="19564"/>
                    <a:pt x="32613" y="19563"/>
                    <a:pt x="32615" y="19559"/>
                  </a:cubicBezTo>
                  <a:cubicBezTo>
                    <a:pt x="32615" y="19534"/>
                    <a:pt x="32701" y="19509"/>
                    <a:pt x="32652" y="19460"/>
                  </a:cubicBezTo>
                  <a:cubicBezTo>
                    <a:pt x="32603" y="19398"/>
                    <a:pt x="32566" y="19411"/>
                    <a:pt x="32603" y="19386"/>
                  </a:cubicBezTo>
                  <a:cubicBezTo>
                    <a:pt x="32640" y="19349"/>
                    <a:pt x="32738" y="19275"/>
                    <a:pt x="32701" y="19275"/>
                  </a:cubicBezTo>
                  <a:cubicBezTo>
                    <a:pt x="32684" y="19275"/>
                    <a:pt x="32660" y="19312"/>
                    <a:pt x="32626" y="19312"/>
                  </a:cubicBezTo>
                  <a:cubicBezTo>
                    <a:pt x="32612" y="19312"/>
                    <a:pt x="32596" y="19306"/>
                    <a:pt x="32578" y="19288"/>
                  </a:cubicBezTo>
                  <a:cubicBezTo>
                    <a:pt x="32526" y="19246"/>
                    <a:pt x="32509" y="19196"/>
                    <a:pt x="32483" y="19196"/>
                  </a:cubicBezTo>
                  <a:cubicBezTo>
                    <a:pt x="32478" y="19196"/>
                    <a:pt x="32473" y="19197"/>
                    <a:pt x="32467" y="19201"/>
                  </a:cubicBezTo>
                  <a:cubicBezTo>
                    <a:pt x="32443" y="19214"/>
                    <a:pt x="32430" y="19238"/>
                    <a:pt x="32381" y="19251"/>
                  </a:cubicBezTo>
                  <a:cubicBezTo>
                    <a:pt x="32375" y="19252"/>
                    <a:pt x="32370" y="19253"/>
                    <a:pt x="32365" y="19253"/>
                  </a:cubicBezTo>
                  <a:cubicBezTo>
                    <a:pt x="32326" y="19253"/>
                    <a:pt x="32302" y="19214"/>
                    <a:pt x="32258" y="19214"/>
                  </a:cubicBezTo>
                  <a:cubicBezTo>
                    <a:pt x="32208" y="19214"/>
                    <a:pt x="32282" y="19214"/>
                    <a:pt x="32332" y="19177"/>
                  </a:cubicBezTo>
                  <a:cubicBezTo>
                    <a:pt x="32381" y="19152"/>
                    <a:pt x="32430" y="19090"/>
                    <a:pt x="32492" y="19053"/>
                  </a:cubicBezTo>
                  <a:cubicBezTo>
                    <a:pt x="32553" y="19016"/>
                    <a:pt x="32627" y="19029"/>
                    <a:pt x="32603" y="18967"/>
                  </a:cubicBezTo>
                  <a:cubicBezTo>
                    <a:pt x="32578" y="18906"/>
                    <a:pt x="32603" y="18918"/>
                    <a:pt x="32529" y="18869"/>
                  </a:cubicBezTo>
                  <a:cubicBezTo>
                    <a:pt x="32479" y="18844"/>
                    <a:pt x="32443" y="18807"/>
                    <a:pt x="32418" y="18770"/>
                  </a:cubicBezTo>
                  <a:cubicBezTo>
                    <a:pt x="32356" y="18696"/>
                    <a:pt x="32356" y="18671"/>
                    <a:pt x="32307" y="18671"/>
                  </a:cubicBezTo>
                  <a:cubicBezTo>
                    <a:pt x="32270" y="18671"/>
                    <a:pt x="32246" y="18685"/>
                    <a:pt x="32223" y="18685"/>
                  </a:cubicBezTo>
                  <a:cubicBezTo>
                    <a:pt x="32207" y="18685"/>
                    <a:pt x="32191" y="18679"/>
                    <a:pt x="32171" y="18659"/>
                  </a:cubicBezTo>
                  <a:cubicBezTo>
                    <a:pt x="32133" y="18620"/>
                    <a:pt x="32109" y="18574"/>
                    <a:pt x="32119" y="18574"/>
                  </a:cubicBezTo>
                  <a:cubicBezTo>
                    <a:pt x="32122" y="18574"/>
                    <a:pt x="32127" y="18577"/>
                    <a:pt x="32134" y="18585"/>
                  </a:cubicBezTo>
                  <a:cubicBezTo>
                    <a:pt x="32179" y="18618"/>
                    <a:pt x="32203" y="18661"/>
                    <a:pt x="32243" y="18661"/>
                  </a:cubicBezTo>
                  <a:cubicBezTo>
                    <a:pt x="32247" y="18661"/>
                    <a:pt x="32252" y="18660"/>
                    <a:pt x="32258" y="18659"/>
                  </a:cubicBezTo>
                  <a:cubicBezTo>
                    <a:pt x="32273" y="18656"/>
                    <a:pt x="32289" y="18655"/>
                    <a:pt x="32304" y="18655"/>
                  </a:cubicBezTo>
                  <a:cubicBezTo>
                    <a:pt x="32350" y="18655"/>
                    <a:pt x="32396" y="18668"/>
                    <a:pt x="32443" y="18696"/>
                  </a:cubicBezTo>
                  <a:cubicBezTo>
                    <a:pt x="32492" y="18733"/>
                    <a:pt x="32504" y="18758"/>
                    <a:pt x="32541" y="18758"/>
                  </a:cubicBezTo>
                  <a:cubicBezTo>
                    <a:pt x="32553" y="18758"/>
                    <a:pt x="32568" y="18759"/>
                    <a:pt x="32582" y="18759"/>
                  </a:cubicBezTo>
                  <a:cubicBezTo>
                    <a:pt x="32610" y="18759"/>
                    <a:pt x="32631" y="18754"/>
                    <a:pt x="32615" y="18721"/>
                  </a:cubicBezTo>
                  <a:cubicBezTo>
                    <a:pt x="32566" y="18659"/>
                    <a:pt x="32516" y="18598"/>
                    <a:pt x="32455" y="18548"/>
                  </a:cubicBezTo>
                  <a:cubicBezTo>
                    <a:pt x="32381" y="18487"/>
                    <a:pt x="32369" y="18462"/>
                    <a:pt x="32356" y="18425"/>
                  </a:cubicBezTo>
                  <a:cubicBezTo>
                    <a:pt x="32344" y="18326"/>
                    <a:pt x="32319" y="18216"/>
                    <a:pt x="32282" y="18117"/>
                  </a:cubicBezTo>
                  <a:cubicBezTo>
                    <a:pt x="32233" y="18006"/>
                    <a:pt x="32282" y="17994"/>
                    <a:pt x="32171" y="17932"/>
                  </a:cubicBezTo>
                  <a:cubicBezTo>
                    <a:pt x="32061" y="17871"/>
                    <a:pt x="31962" y="17858"/>
                    <a:pt x="31987" y="17772"/>
                  </a:cubicBezTo>
                  <a:cubicBezTo>
                    <a:pt x="32036" y="17673"/>
                    <a:pt x="32085" y="17600"/>
                    <a:pt x="32159" y="17513"/>
                  </a:cubicBezTo>
                  <a:cubicBezTo>
                    <a:pt x="32196" y="17452"/>
                    <a:pt x="32221" y="17427"/>
                    <a:pt x="32196" y="17402"/>
                  </a:cubicBezTo>
                  <a:cubicBezTo>
                    <a:pt x="32166" y="17382"/>
                    <a:pt x="32152" y="17362"/>
                    <a:pt x="32188" y="17362"/>
                  </a:cubicBezTo>
                  <a:cubicBezTo>
                    <a:pt x="32197" y="17362"/>
                    <a:pt x="32207" y="17363"/>
                    <a:pt x="32221" y="17365"/>
                  </a:cubicBezTo>
                  <a:cubicBezTo>
                    <a:pt x="32260" y="17376"/>
                    <a:pt x="32288" y="17383"/>
                    <a:pt x="32308" y="17383"/>
                  </a:cubicBezTo>
                  <a:cubicBezTo>
                    <a:pt x="32333" y="17383"/>
                    <a:pt x="32344" y="17373"/>
                    <a:pt x="32344" y="17353"/>
                  </a:cubicBezTo>
                  <a:cubicBezTo>
                    <a:pt x="32344" y="17316"/>
                    <a:pt x="32295" y="17291"/>
                    <a:pt x="32344" y="17255"/>
                  </a:cubicBezTo>
                  <a:cubicBezTo>
                    <a:pt x="32406" y="17230"/>
                    <a:pt x="32406" y="17230"/>
                    <a:pt x="32467" y="17193"/>
                  </a:cubicBezTo>
                  <a:cubicBezTo>
                    <a:pt x="32519" y="17162"/>
                    <a:pt x="32649" y="17113"/>
                    <a:pt x="32689" y="17113"/>
                  </a:cubicBezTo>
                  <a:cubicBezTo>
                    <a:pt x="32697" y="17113"/>
                    <a:pt x="32701" y="17115"/>
                    <a:pt x="32701" y="17119"/>
                  </a:cubicBezTo>
                  <a:cubicBezTo>
                    <a:pt x="32701" y="17148"/>
                    <a:pt x="32686" y="17176"/>
                    <a:pt x="32703" y="17176"/>
                  </a:cubicBezTo>
                  <a:cubicBezTo>
                    <a:pt x="32707" y="17176"/>
                    <a:pt x="32715" y="17174"/>
                    <a:pt x="32726" y="17168"/>
                  </a:cubicBezTo>
                  <a:cubicBezTo>
                    <a:pt x="32775" y="17131"/>
                    <a:pt x="32812" y="17094"/>
                    <a:pt x="32800" y="17057"/>
                  </a:cubicBezTo>
                  <a:cubicBezTo>
                    <a:pt x="32788" y="17008"/>
                    <a:pt x="32751" y="16946"/>
                    <a:pt x="32701" y="16946"/>
                  </a:cubicBezTo>
                  <a:cubicBezTo>
                    <a:pt x="32679" y="16955"/>
                    <a:pt x="32656" y="16959"/>
                    <a:pt x="32632" y="16959"/>
                  </a:cubicBezTo>
                  <a:cubicBezTo>
                    <a:pt x="32589" y="16959"/>
                    <a:pt x="32544" y="16946"/>
                    <a:pt x="32504" y="16922"/>
                  </a:cubicBezTo>
                  <a:cubicBezTo>
                    <a:pt x="32454" y="16880"/>
                    <a:pt x="32426" y="16855"/>
                    <a:pt x="32395" y="16855"/>
                  </a:cubicBezTo>
                  <a:cubicBezTo>
                    <a:pt x="32380" y="16855"/>
                    <a:pt x="32364" y="16861"/>
                    <a:pt x="32344" y="16873"/>
                  </a:cubicBezTo>
                  <a:cubicBezTo>
                    <a:pt x="32282" y="16910"/>
                    <a:pt x="32196" y="17020"/>
                    <a:pt x="32110" y="17033"/>
                  </a:cubicBezTo>
                  <a:cubicBezTo>
                    <a:pt x="32083" y="17037"/>
                    <a:pt x="32056" y="17040"/>
                    <a:pt x="32031" y="17040"/>
                  </a:cubicBezTo>
                  <a:cubicBezTo>
                    <a:pt x="31988" y="17040"/>
                    <a:pt x="31953" y="17032"/>
                    <a:pt x="31937" y="17008"/>
                  </a:cubicBezTo>
                  <a:cubicBezTo>
                    <a:pt x="31925" y="16971"/>
                    <a:pt x="31962" y="16873"/>
                    <a:pt x="31962" y="16823"/>
                  </a:cubicBezTo>
                  <a:cubicBezTo>
                    <a:pt x="31930" y="16780"/>
                    <a:pt x="31879" y="16747"/>
                    <a:pt x="31818" y="16747"/>
                  </a:cubicBezTo>
                  <a:cubicBezTo>
                    <a:pt x="31809" y="16747"/>
                    <a:pt x="31799" y="16748"/>
                    <a:pt x="31789" y="16749"/>
                  </a:cubicBezTo>
                  <a:cubicBezTo>
                    <a:pt x="31703" y="16749"/>
                    <a:pt x="31580" y="16651"/>
                    <a:pt x="31592" y="16565"/>
                  </a:cubicBezTo>
                  <a:cubicBezTo>
                    <a:pt x="31592" y="16487"/>
                    <a:pt x="31642" y="16400"/>
                    <a:pt x="31687" y="16400"/>
                  </a:cubicBezTo>
                  <a:cubicBezTo>
                    <a:pt x="31693" y="16400"/>
                    <a:pt x="31698" y="16402"/>
                    <a:pt x="31703" y="16404"/>
                  </a:cubicBezTo>
                  <a:cubicBezTo>
                    <a:pt x="31741" y="16420"/>
                    <a:pt x="31761" y="16430"/>
                    <a:pt x="31784" y="16430"/>
                  </a:cubicBezTo>
                  <a:cubicBezTo>
                    <a:pt x="31799" y="16430"/>
                    <a:pt x="31815" y="16426"/>
                    <a:pt x="31839" y="16417"/>
                  </a:cubicBezTo>
                  <a:cubicBezTo>
                    <a:pt x="31900" y="16404"/>
                    <a:pt x="31950" y="16380"/>
                    <a:pt x="31999" y="16330"/>
                  </a:cubicBezTo>
                  <a:cubicBezTo>
                    <a:pt x="32048" y="16256"/>
                    <a:pt x="32110" y="16183"/>
                    <a:pt x="32184" y="16133"/>
                  </a:cubicBezTo>
                  <a:cubicBezTo>
                    <a:pt x="32245" y="16096"/>
                    <a:pt x="32344" y="15936"/>
                    <a:pt x="32393" y="15899"/>
                  </a:cubicBezTo>
                  <a:cubicBezTo>
                    <a:pt x="32431" y="15871"/>
                    <a:pt x="32455" y="15842"/>
                    <a:pt x="32509" y="15842"/>
                  </a:cubicBezTo>
                  <a:cubicBezTo>
                    <a:pt x="32525" y="15842"/>
                    <a:pt x="32544" y="15844"/>
                    <a:pt x="32566" y="15850"/>
                  </a:cubicBezTo>
                  <a:cubicBezTo>
                    <a:pt x="32664" y="15887"/>
                    <a:pt x="32738" y="15887"/>
                    <a:pt x="32714" y="15948"/>
                  </a:cubicBezTo>
                  <a:cubicBezTo>
                    <a:pt x="32689" y="16010"/>
                    <a:pt x="32640" y="16170"/>
                    <a:pt x="32590" y="16183"/>
                  </a:cubicBezTo>
                  <a:cubicBezTo>
                    <a:pt x="32541" y="16195"/>
                    <a:pt x="32443" y="16306"/>
                    <a:pt x="32504" y="16306"/>
                  </a:cubicBezTo>
                  <a:cubicBezTo>
                    <a:pt x="32544" y="16306"/>
                    <a:pt x="32567" y="16322"/>
                    <a:pt x="32594" y="16322"/>
                  </a:cubicBezTo>
                  <a:cubicBezTo>
                    <a:pt x="32601" y="16322"/>
                    <a:pt x="32608" y="16321"/>
                    <a:pt x="32615" y="16318"/>
                  </a:cubicBezTo>
                  <a:cubicBezTo>
                    <a:pt x="32652" y="16318"/>
                    <a:pt x="32615" y="16318"/>
                    <a:pt x="32603" y="16355"/>
                  </a:cubicBezTo>
                  <a:cubicBezTo>
                    <a:pt x="32578" y="16380"/>
                    <a:pt x="32504" y="16466"/>
                    <a:pt x="32492" y="16491"/>
                  </a:cubicBezTo>
                  <a:cubicBezTo>
                    <a:pt x="32473" y="16509"/>
                    <a:pt x="32476" y="16536"/>
                    <a:pt x="32495" y="16536"/>
                  </a:cubicBezTo>
                  <a:cubicBezTo>
                    <a:pt x="32501" y="16536"/>
                    <a:pt x="32508" y="16533"/>
                    <a:pt x="32516" y="16528"/>
                  </a:cubicBezTo>
                  <a:cubicBezTo>
                    <a:pt x="32553" y="16478"/>
                    <a:pt x="32603" y="16454"/>
                    <a:pt x="32640" y="16417"/>
                  </a:cubicBezTo>
                  <a:cubicBezTo>
                    <a:pt x="32701" y="16392"/>
                    <a:pt x="32775" y="16306"/>
                    <a:pt x="32837" y="16269"/>
                  </a:cubicBezTo>
                  <a:cubicBezTo>
                    <a:pt x="32935" y="16207"/>
                    <a:pt x="33059" y="16183"/>
                    <a:pt x="33169" y="16183"/>
                  </a:cubicBezTo>
                  <a:lnTo>
                    <a:pt x="33194" y="16183"/>
                  </a:lnTo>
                  <a:cubicBezTo>
                    <a:pt x="33305" y="16220"/>
                    <a:pt x="33391" y="16269"/>
                    <a:pt x="33428" y="16269"/>
                  </a:cubicBezTo>
                  <a:cubicBezTo>
                    <a:pt x="33443" y="16269"/>
                    <a:pt x="33456" y="16265"/>
                    <a:pt x="33465" y="16265"/>
                  </a:cubicBezTo>
                  <a:cubicBezTo>
                    <a:pt x="33479" y="16265"/>
                    <a:pt x="33485" y="16274"/>
                    <a:pt x="33478" y="16318"/>
                  </a:cubicBezTo>
                  <a:cubicBezTo>
                    <a:pt x="33465" y="16380"/>
                    <a:pt x="33453" y="16441"/>
                    <a:pt x="33428" y="16503"/>
                  </a:cubicBezTo>
                  <a:cubicBezTo>
                    <a:pt x="33428" y="16515"/>
                    <a:pt x="33453" y="16528"/>
                    <a:pt x="33478" y="16528"/>
                  </a:cubicBezTo>
                  <a:cubicBezTo>
                    <a:pt x="33502" y="16528"/>
                    <a:pt x="33514" y="16552"/>
                    <a:pt x="33453" y="16552"/>
                  </a:cubicBezTo>
                  <a:cubicBezTo>
                    <a:pt x="33404" y="16565"/>
                    <a:pt x="33354" y="16638"/>
                    <a:pt x="33354" y="16675"/>
                  </a:cubicBezTo>
                  <a:cubicBezTo>
                    <a:pt x="33342" y="16712"/>
                    <a:pt x="33317" y="16737"/>
                    <a:pt x="33354" y="16737"/>
                  </a:cubicBezTo>
                  <a:cubicBezTo>
                    <a:pt x="33391" y="16737"/>
                    <a:pt x="33391" y="16774"/>
                    <a:pt x="33391" y="16799"/>
                  </a:cubicBezTo>
                  <a:cubicBezTo>
                    <a:pt x="33391" y="16801"/>
                    <a:pt x="33393" y="16802"/>
                    <a:pt x="33395" y="16802"/>
                  </a:cubicBezTo>
                  <a:cubicBezTo>
                    <a:pt x="33405" y="16802"/>
                    <a:pt x="33431" y="16786"/>
                    <a:pt x="33441" y="16786"/>
                  </a:cubicBezTo>
                  <a:cubicBezTo>
                    <a:pt x="33453" y="16786"/>
                    <a:pt x="33465" y="16786"/>
                    <a:pt x="33465" y="16811"/>
                  </a:cubicBezTo>
                  <a:cubicBezTo>
                    <a:pt x="33465" y="16829"/>
                    <a:pt x="33439" y="16840"/>
                    <a:pt x="33444" y="16840"/>
                  </a:cubicBezTo>
                  <a:cubicBezTo>
                    <a:pt x="33446" y="16840"/>
                    <a:pt x="33452" y="16839"/>
                    <a:pt x="33465" y="16836"/>
                  </a:cubicBezTo>
                  <a:cubicBezTo>
                    <a:pt x="33497" y="16836"/>
                    <a:pt x="33501" y="16781"/>
                    <a:pt x="33549" y="16781"/>
                  </a:cubicBezTo>
                  <a:cubicBezTo>
                    <a:pt x="33556" y="16781"/>
                    <a:pt x="33566" y="16783"/>
                    <a:pt x="33576" y="16786"/>
                  </a:cubicBezTo>
                  <a:cubicBezTo>
                    <a:pt x="33650" y="16811"/>
                    <a:pt x="33638" y="16811"/>
                    <a:pt x="33687" y="16836"/>
                  </a:cubicBezTo>
                  <a:cubicBezTo>
                    <a:pt x="33712" y="16842"/>
                    <a:pt x="33724" y="16842"/>
                    <a:pt x="33732" y="16842"/>
                  </a:cubicBezTo>
                  <a:cubicBezTo>
                    <a:pt x="33739" y="16842"/>
                    <a:pt x="33742" y="16842"/>
                    <a:pt x="33749" y="16848"/>
                  </a:cubicBezTo>
                  <a:cubicBezTo>
                    <a:pt x="33761" y="16860"/>
                    <a:pt x="33773" y="16885"/>
                    <a:pt x="33773" y="16897"/>
                  </a:cubicBezTo>
                  <a:cubicBezTo>
                    <a:pt x="33798" y="16959"/>
                    <a:pt x="33773" y="17008"/>
                    <a:pt x="33798" y="17033"/>
                  </a:cubicBezTo>
                  <a:cubicBezTo>
                    <a:pt x="33835" y="17057"/>
                    <a:pt x="33859" y="17131"/>
                    <a:pt x="33798" y="17131"/>
                  </a:cubicBezTo>
                  <a:cubicBezTo>
                    <a:pt x="33770" y="17131"/>
                    <a:pt x="33725" y="17123"/>
                    <a:pt x="33695" y="17123"/>
                  </a:cubicBezTo>
                  <a:cubicBezTo>
                    <a:pt x="33672" y="17123"/>
                    <a:pt x="33657" y="17128"/>
                    <a:pt x="33662" y="17144"/>
                  </a:cubicBezTo>
                  <a:cubicBezTo>
                    <a:pt x="33687" y="17181"/>
                    <a:pt x="33736" y="17205"/>
                    <a:pt x="33749" y="17242"/>
                  </a:cubicBezTo>
                  <a:cubicBezTo>
                    <a:pt x="33761" y="17291"/>
                    <a:pt x="33798" y="17365"/>
                    <a:pt x="33761" y="17365"/>
                  </a:cubicBezTo>
                  <a:cubicBezTo>
                    <a:pt x="33736" y="17365"/>
                    <a:pt x="33724" y="17390"/>
                    <a:pt x="33749" y="17402"/>
                  </a:cubicBezTo>
                  <a:cubicBezTo>
                    <a:pt x="33773" y="17427"/>
                    <a:pt x="33786" y="17464"/>
                    <a:pt x="33761" y="17501"/>
                  </a:cubicBezTo>
                  <a:cubicBezTo>
                    <a:pt x="33736" y="17526"/>
                    <a:pt x="33724" y="17550"/>
                    <a:pt x="33699" y="17636"/>
                  </a:cubicBezTo>
                  <a:cubicBezTo>
                    <a:pt x="33680" y="17705"/>
                    <a:pt x="33660" y="17743"/>
                    <a:pt x="33672" y="17743"/>
                  </a:cubicBezTo>
                  <a:cubicBezTo>
                    <a:pt x="33674" y="17743"/>
                    <a:pt x="33679" y="17740"/>
                    <a:pt x="33687" y="17735"/>
                  </a:cubicBezTo>
                  <a:cubicBezTo>
                    <a:pt x="33691" y="17734"/>
                    <a:pt x="33694" y="17733"/>
                    <a:pt x="33696" y="17733"/>
                  </a:cubicBezTo>
                  <a:cubicBezTo>
                    <a:pt x="33712" y="17733"/>
                    <a:pt x="33687" y="17762"/>
                    <a:pt x="33702" y="17762"/>
                  </a:cubicBezTo>
                  <a:cubicBezTo>
                    <a:pt x="33704" y="17762"/>
                    <a:pt x="33707" y="17761"/>
                    <a:pt x="33712" y="17760"/>
                  </a:cubicBezTo>
                  <a:cubicBezTo>
                    <a:pt x="33719" y="17757"/>
                    <a:pt x="33725" y="17756"/>
                    <a:pt x="33731" y="17756"/>
                  </a:cubicBezTo>
                  <a:cubicBezTo>
                    <a:pt x="33757" y="17756"/>
                    <a:pt x="33771" y="17774"/>
                    <a:pt x="33761" y="17784"/>
                  </a:cubicBezTo>
                  <a:cubicBezTo>
                    <a:pt x="33736" y="17784"/>
                    <a:pt x="33712" y="17809"/>
                    <a:pt x="33724" y="17809"/>
                  </a:cubicBezTo>
                  <a:cubicBezTo>
                    <a:pt x="33749" y="17809"/>
                    <a:pt x="33724" y="17809"/>
                    <a:pt x="33724" y="17846"/>
                  </a:cubicBezTo>
                  <a:cubicBezTo>
                    <a:pt x="33724" y="17871"/>
                    <a:pt x="33699" y="17883"/>
                    <a:pt x="33675" y="17895"/>
                  </a:cubicBezTo>
                  <a:cubicBezTo>
                    <a:pt x="33654" y="17895"/>
                    <a:pt x="33624" y="17965"/>
                    <a:pt x="33638" y="17965"/>
                  </a:cubicBezTo>
                  <a:cubicBezTo>
                    <a:pt x="33640" y="17965"/>
                    <a:pt x="33644" y="17963"/>
                    <a:pt x="33650" y="17957"/>
                  </a:cubicBezTo>
                  <a:cubicBezTo>
                    <a:pt x="33669" y="17938"/>
                    <a:pt x="33680" y="17891"/>
                    <a:pt x="33696" y="17891"/>
                  </a:cubicBezTo>
                  <a:cubicBezTo>
                    <a:pt x="33700" y="17891"/>
                    <a:pt x="33706" y="17896"/>
                    <a:pt x="33712" y="17908"/>
                  </a:cubicBezTo>
                  <a:cubicBezTo>
                    <a:pt x="33720" y="17932"/>
                    <a:pt x="33717" y="17956"/>
                    <a:pt x="33728" y="17956"/>
                  </a:cubicBezTo>
                  <a:cubicBezTo>
                    <a:pt x="33734" y="17956"/>
                    <a:pt x="33744" y="17949"/>
                    <a:pt x="33761" y="17932"/>
                  </a:cubicBezTo>
                  <a:cubicBezTo>
                    <a:pt x="33810" y="17895"/>
                    <a:pt x="33835" y="17908"/>
                    <a:pt x="33859" y="17883"/>
                  </a:cubicBezTo>
                  <a:cubicBezTo>
                    <a:pt x="33877" y="17857"/>
                    <a:pt x="33894" y="17831"/>
                    <a:pt x="33903" y="17831"/>
                  </a:cubicBezTo>
                  <a:cubicBezTo>
                    <a:pt x="33907" y="17831"/>
                    <a:pt x="33909" y="17835"/>
                    <a:pt x="33909" y="17846"/>
                  </a:cubicBezTo>
                  <a:cubicBezTo>
                    <a:pt x="33919" y="17866"/>
                    <a:pt x="33929" y="17902"/>
                    <a:pt x="33939" y="17902"/>
                  </a:cubicBezTo>
                  <a:cubicBezTo>
                    <a:pt x="33941" y="17902"/>
                    <a:pt x="33943" y="17900"/>
                    <a:pt x="33946" y="17895"/>
                  </a:cubicBezTo>
                  <a:cubicBezTo>
                    <a:pt x="33970" y="17871"/>
                    <a:pt x="33983" y="17834"/>
                    <a:pt x="34007" y="17809"/>
                  </a:cubicBezTo>
                  <a:cubicBezTo>
                    <a:pt x="34013" y="17790"/>
                    <a:pt x="34020" y="17781"/>
                    <a:pt x="34026" y="17781"/>
                  </a:cubicBezTo>
                  <a:cubicBezTo>
                    <a:pt x="34032" y="17781"/>
                    <a:pt x="34038" y="17790"/>
                    <a:pt x="34044" y="17809"/>
                  </a:cubicBezTo>
                  <a:cubicBezTo>
                    <a:pt x="34054" y="17828"/>
                    <a:pt x="34063" y="17854"/>
                    <a:pt x="34078" y="17854"/>
                  </a:cubicBezTo>
                  <a:cubicBezTo>
                    <a:pt x="34083" y="17854"/>
                    <a:pt x="34088" y="17852"/>
                    <a:pt x="34094" y="17846"/>
                  </a:cubicBezTo>
                  <a:cubicBezTo>
                    <a:pt x="34106" y="17809"/>
                    <a:pt x="34094" y="17797"/>
                    <a:pt x="34118" y="17797"/>
                  </a:cubicBezTo>
                  <a:cubicBezTo>
                    <a:pt x="34131" y="17801"/>
                    <a:pt x="34144" y="17802"/>
                    <a:pt x="34158" y="17802"/>
                  </a:cubicBezTo>
                  <a:cubicBezTo>
                    <a:pt x="34185" y="17802"/>
                    <a:pt x="34213" y="17797"/>
                    <a:pt x="34229" y="17797"/>
                  </a:cubicBezTo>
                  <a:cubicBezTo>
                    <a:pt x="34254" y="17797"/>
                    <a:pt x="34278" y="17797"/>
                    <a:pt x="34266" y="17784"/>
                  </a:cubicBezTo>
                  <a:cubicBezTo>
                    <a:pt x="34254" y="17760"/>
                    <a:pt x="34254" y="17735"/>
                    <a:pt x="34278" y="17723"/>
                  </a:cubicBezTo>
                  <a:cubicBezTo>
                    <a:pt x="34328" y="17723"/>
                    <a:pt x="34377" y="17710"/>
                    <a:pt x="34414" y="17686"/>
                  </a:cubicBezTo>
                  <a:cubicBezTo>
                    <a:pt x="34439" y="17649"/>
                    <a:pt x="34414" y="17624"/>
                    <a:pt x="34463" y="17612"/>
                  </a:cubicBezTo>
                  <a:cubicBezTo>
                    <a:pt x="34483" y="17612"/>
                    <a:pt x="34500" y="17601"/>
                    <a:pt x="34513" y="17601"/>
                  </a:cubicBezTo>
                  <a:cubicBezTo>
                    <a:pt x="34523" y="17601"/>
                    <a:pt x="34532" y="17608"/>
                    <a:pt x="34537" y="17636"/>
                  </a:cubicBezTo>
                  <a:cubicBezTo>
                    <a:pt x="34537" y="17678"/>
                    <a:pt x="34549" y="17703"/>
                    <a:pt x="34556" y="17703"/>
                  </a:cubicBezTo>
                  <a:cubicBezTo>
                    <a:pt x="34559" y="17703"/>
                    <a:pt x="34562" y="17698"/>
                    <a:pt x="34562" y="17686"/>
                  </a:cubicBezTo>
                  <a:cubicBezTo>
                    <a:pt x="34562" y="17661"/>
                    <a:pt x="34599" y="17649"/>
                    <a:pt x="34562" y="17612"/>
                  </a:cubicBezTo>
                  <a:cubicBezTo>
                    <a:pt x="34537" y="17563"/>
                    <a:pt x="34476" y="17439"/>
                    <a:pt x="34451" y="17415"/>
                  </a:cubicBezTo>
                  <a:cubicBezTo>
                    <a:pt x="34426" y="17390"/>
                    <a:pt x="34426" y="17353"/>
                    <a:pt x="34426" y="17316"/>
                  </a:cubicBezTo>
                  <a:cubicBezTo>
                    <a:pt x="34426" y="17205"/>
                    <a:pt x="34402" y="17082"/>
                    <a:pt x="34377" y="16971"/>
                  </a:cubicBezTo>
                  <a:cubicBezTo>
                    <a:pt x="34340" y="16860"/>
                    <a:pt x="34291" y="16762"/>
                    <a:pt x="34217" y="16663"/>
                  </a:cubicBezTo>
                  <a:cubicBezTo>
                    <a:pt x="34217" y="16651"/>
                    <a:pt x="34204" y="16626"/>
                    <a:pt x="34192" y="16601"/>
                  </a:cubicBezTo>
                  <a:cubicBezTo>
                    <a:pt x="34155" y="16528"/>
                    <a:pt x="34106" y="16466"/>
                    <a:pt x="34032" y="16417"/>
                  </a:cubicBezTo>
                  <a:cubicBezTo>
                    <a:pt x="33946" y="16355"/>
                    <a:pt x="33921" y="16380"/>
                    <a:pt x="33983" y="16318"/>
                  </a:cubicBezTo>
                  <a:cubicBezTo>
                    <a:pt x="34032" y="16256"/>
                    <a:pt x="33983" y="16256"/>
                    <a:pt x="34057" y="16195"/>
                  </a:cubicBezTo>
                  <a:cubicBezTo>
                    <a:pt x="34143" y="16121"/>
                    <a:pt x="34217" y="16121"/>
                    <a:pt x="34278" y="16035"/>
                  </a:cubicBezTo>
                  <a:cubicBezTo>
                    <a:pt x="34328" y="15973"/>
                    <a:pt x="34402" y="15911"/>
                    <a:pt x="34476" y="15862"/>
                  </a:cubicBezTo>
                  <a:cubicBezTo>
                    <a:pt x="34525" y="15813"/>
                    <a:pt x="34525" y="15653"/>
                    <a:pt x="34500" y="15603"/>
                  </a:cubicBezTo>
                  <a:cubicBezTo>
                    <a:pt x="34488" y="15566"/>
                    <a:pt x="34500" y="15517"/>
                    <a:pt x="34537" y="15493"/>
                  </a:cubicBezTo>
                  <a:cubicBezTo>
                    <a:pt x="34599" y="15419"/>
                    <a:pt x="34660" y="15357"/>
                    <a:pt x="34710" y="15295"/>
                  </a:cubicBezTo>
                  <a:lnTo>
                    <a:pt x="34722" y="15283"/>
                  </a:lnTo>
                  <a:cubicBezTo>
                    <a:pt x="34796" y="15234"/>
                    <a:pt x="34858" y="15271"/>
                    <a:pt x="34894" y="15221"/>
                  </a:cubicBezTo>
                  <a:cubicBezTo>
                    <a:pt x="34944" y="15185"/>
                    <a:pt x="34956" y="15123"/>
                    <a:pt x="35042" y="15098"/>
                  </a:cubicBezTo>
                  <a:cubicBezTo>
                    <a:pt x="35050" y="15097"/>
                    <a:pt x="35057" y="15096"/>
                    <a:pt x="35064" y="15096"/>
                  </a:cubicBezTo>
                  <a:cubicBezTo>
                    <a:pt x="35117" y="15096"/>
                    <a:pt x="35124" y="15138"/>
                    <a:pt x="35190" y="15160"/>
                  </a:cubicBezTo>
                  <a:cubicBezTo>
                    <a:pt x="35239" y="15184"/>
                    <a:pt x="35282" y="15219"/>
                    <a:pt x="35345" y="15219"/>
                  </a:cubicBezTo>
                  <a:cubicBezTo>
                    <a:pt x="35377" y="15219"/>
                    <a:pt x="35415" y="15210"/>
                    <a:pt x="35461" y="15185"/>
                  </a:cubicBezTo>
                  <a:cubicBezTo>
                    <a:pt x="35609" y="15098"/>
                    <a:pt x="35757" y="14987"/>
                    <a:pt x="35868" y="14864"/>
                  </a:cubicBezTo>
                  <a:cubicBezTo>
                    <a:pt x="35991" y="14679"/>
                    <a:pt x="36114" y="14544"/>
                    <a:pt x="36176" y="14458"/>
                  </a:cubicBezTo>
                  <a:cubicBezTo>
                    <a:pt x="36299" y="14297"/>
                    <a:pt x="36422" y="14137"/>
                    <a:pt x="36533" y="13965"/>
                  </a:cubicBezTo>
                  <a:cubicBezTo>
                    <a:pt x="36644" y="13755"/>
                    <a:pt x="36780" y="13558"/>
                    <a:pt x="36915" y="13373"/>
                  </a:cubicBezTo>
                  <a:cubicBezTo>
                    <a:pt x="37001" y="13225"/>
                    <a:pt x="37063" y="13065"/>
                    <a:pt x="37100" y="12893"/>
                  </a:cubicBezTo>
                  <a:cubicBezTo>
                    <a:pt x="37125" y="12770"/>
                    <a:pt x="37088" y="12449"/>
                    <a:pt x="37100" y="12363"/>
                  </a:cubicBezTo>
                  <a:cubicBezTo>
                    <a:pt x="37125" y="12264"/>
                    <a:pt x="37297" y="12006"/>
                    <a:pt x="37309" y="11895"/>
                  </a:cubicBezTo>
                  <a:cubicBezTo>
                    <a:pt x="37309" y="11796"/>
                    <a:pt x="37359" y="11722"/>
                    <a:pt x="37309" y="11661"/>
                  </a:cubicBezTo>
                  <a:cubicBezTo>
                    <a:pt x="37248" y="11599"/>
                    <a:pt x="37211" y="11574"/>
                    <a:pt x="37223" y="11562"/>
                  </a:cubicBezTo>
                  <a:cubicBezTo>
                    <a:pt x="37225" y="11557"/>
                    <a:pt x="37230" y="11556"/>
                    <a:pt x="37235" y="11556"/>
                  </a:cubicBezTo>
                  <a:cubicBezTo>
                    <a:pt x="37249" y="11556"/>
                    <a:pt x="37270" y="11566"/>
                    <a:pt x="37284" y="11566"/>
                  </a:cubicBezTo>
                  <a:cubicBezTo>
                    <a:pt x="37295" y="11566"/>
                    <a:pt x="37302" y="11560"/>
                    <a:pt x="37297" y="11537"/>
                  </a:cubicBezTo>
                  <a:cubicBezTo>
                    <a:pt x="37297" y="11476"/>
                    <a:pt x="37285" y="11451"/>
                    <a:pt x="37248" y="11426"/>
                  </a:cubicBezTo>
                  <a:cubicBezTo>
                    <a:pt x="37186" y="11377"/>
                    <a:pt x="37125" y="11316"/>
                    <a:pt x="37075" y="11254"/>
                  </a:cubicBezTo>
                  <a:cubicBezTo>
                    <a:pt x="37014" y="11155"/>
                    <a:pt x="37063" y="11168"/>
                    <a:pt x="36927" y="11143"/>
                  </a:cubicBezTo>
                  <a:cubicBezTo>
                    <a:pt x="36828" y="11123"/>
                    <a:pt x="36769" y="11071"/>
                    <a:pt x="36737" y="11071"/>
                  </a:cubicBezTo>
                  <a:cubicBezTo>
                    <a:pt x="36729" y="11071"/>
                    <a:pt x="36723" y="11074"/>
                    <a:pt x="36718" y="11081"/>
                  </a:cubicBezTo>
                  <a:cubicBezTo>
                    <a:pt x="36693" y="11118"/>
                    <a:pt x="36755" y="11205"/>
                    <a:pt x="36693" y="11205"/>
                  </a:cubicBezTo>
                  <a:cubicBezTo>
                    <a:pt x="36644" y="11205"/>
                    <a:pt x="36632" y="11242"/>
                    <a:pt x="36607" y="11279"/>
                  </a:cubicBezTo>
                  <a:cubicBezTo>
                    <a:pt x="36576" y="11310"/>
                    <a:pt x="36519" y="11358"/>
                    <a:pt x="36472" y="11358"/>
                  </a:cubicBezTo>
                  <a:cubicBezTo>
                    <a:pt x="36463" y="11358"/>
                    <a:pt x="36455" y="11356"/>
                    <a:pt x="36447" y="11353"/>
                  </a:cubicBezTo>
                  <a:cubicBezTo>
                    <a:pt x="36398" y="11316"/>
                    <a:pt x="36422" y="11279"/>
                    <a:pt x="36435" y="11254"/>
                  </a:cubicBezTo>
                  <a:cubicBezTo>
                    <a:pt x="36447" y="11229"/>
                    <a:pt x="36410" y="11254"/>
                    <a:pt x="36410" y="11192"/>
                  </a:cubicBezTo>
                  <a:cubicBezTo>
                    <a:pt x="36398" y="11118"/>
                    <a:pt x="36472" y="11106"/>
                    <a:pt x="36447" y="11069"/>
                  </a:cubicBezTo>
                  <a:cubicBezTo>
                    <a:pt x="36443" y="11057"/>
                    <a:pt x="36441" y="11053"/>
                    <a:pt x="36440" y="11053"/>
                  </a:cubicBezTo>
                  <a:cubicBezTo>
                    <a:pt x="36436" y="11053"/>
                    <a:pt x="36431" y="11069"/>
                    <a:pt x="36398" y="11069"/>
                  </a:cubicBezTo>
                  <a:cubicBezTo>
                    <a:pt x="36348" y="11069"/>
                    <a:pt x="36299" y="11094"/>
                    <a:pt x="36299" y="11131"/>
                  </a:cubicBezTo>
                  <a:cubicBezTo>
                    <a:pt x="36287" y="11168"/>
                    <a:pt x="36361" y="11217"/>
                    <a:pt x="36287" y="11229"/>
                  </a:cubicBezTo>
                  <a:cubicBezTo>
                    <a:pt x="36250" y="11236"/>
                    <a:pt x="36231" y="11245"/>
                    <a:pt x="36221" y="11245"/>
                  </a:cubicBezTo>
                  <a:cubicBezTo>
                    <a:pt x="36210" y="11245"/>
                    <a:pt x="36207" y="11236"/>
                    <a:pt x="36201" y="11205"/>
                  </a:cubicBezTo>
                  <a:cubicBezTo>
                    <a:pt x="36201" y="11143"/>
                    <a:pt x="36250" y="10983"/>
                    <a:pt x="36213" y="10958"/>
                  </a:cubicBezTo>
                  <a:lnTo>
                    <a:pt x="36213" y="10946"/>
                  </a:lnTo>
                  <a:cubicBezTo>
                    <a:pt x="36213" y="10944"/>
                    <a:pt x="36213" y="10943"/>
                    <a:pt x="36213" y="10943"/>
                  </a:cubicBezTo>
                  <a:cubicBezTo>
                    <a:pt x="36212" y="10943"/>
                    <a:pt x="36205" y="10961"/>
                    <a:pt x="36167" y="10961"/>
                  </a:cubicBezTo>
                  <a:cubicBezTo>
                    <a:pt x="36159" y="10961"/>
                    <a:pt x="36150" y="10960"/>
                    <a:pt x="36139" y="10958"/>
                  </a:cubicBezTo>
                  <a:cubicBezTo>
                    <a:pt x="36102" y="10958"/>
                    <a:pt x="36076" y="10960"/>
                    <a:pt x="36055" y="10960"/>
                  </a:cubicBezTo>
                  <a:cubicBezTo>
                    <a:pt x="36014" y="10960"/>
                    <a:pt x="35995" y="10954"/>
                    <a:pt x="35954" y="10921"/>
                  </a:cubicBezTo>
                  <a:cubicBezTo>
                    <a:pt x="35893" y="10872"/>
                    <a:pt x="35856" y="10860"/>
                    <a:pt x="35905" y="10810"/>
                  </a:cubicBezTo>
                  <a:cubicBezTo>
                    <a:pt x="35954" y="10761"/>
                    <a:pt x="36102" y="10687"/>
                    <a:pt x="36151" y="10589"/>
                  </a:cubicBezTo>
                  <a:cubicBezTo>
                    <a:pt x="36213" y="10490"/>
                    <a:pt x="36509" y="10342"/>
                    <a:pt x="36546" y="10231"/>
                  </a:cubicBezTo>
                  <a:cubicBezTo>
                    <a:pt x="36644" y="10059"/>
                    <a:pt x="36792" y="9923"/>
                    <a:pt x="36952" y="9825"/>
                  </a:cubicBezTo>
                  <a:cubicBezTo>
                    <a:pt x="37112" y="9714"/>
                    <a:pt x="37063" y="9689"/>
                    <a:pt x="37137" y="9578"/>
                  </a:cubicBezTo>
                  <a:cubicBezTo>
                    <a:pt x="37211" y="9467"/>
                    <a:pt x="37383" y="9381"/>
                    <a:pt x="37457" y="9295"/>
                  </a:cubicBezTo>
                  <a:cubicBezTo>
                    <a:pt x="37519" y="9196"/>
                    <a:pt x="37605" y="9122"/>
                    <a:pt x="37704" y="9073"/>
                  </a:cubicBezTo>
                  <a:cubicBezTo>
                    <a:pt x="37827" y="9036"/>
                    <a:pt x="37950" y="9024"/>
                    <a:pt x="38073" y="9011"/>
                  </a:cubicBezTo>
                  <a:cubicBezTo>
                    <a:pt x="38258" y="9011"/>
                    <a:pt x="38369" y="9011"/>
                    <a:pt x="38381" y="9061"/>
                  </a:cubicBezTo>
                  <a:cubicBezTo>
                    <a:pt x="38401" y="9089"/>
                    <a:pt x="38405" y="9118"/>
                    <a:pt x="38434" y="9118"/>
                  </a:cubicBezTo>
                  <a:cubicBezTo>
                    <a:pt x="38443" y="9118"/>
                    <a:pt x="38454" y="9116"/>
                    <a:pt x="38468" y="9110"/>
                  </a:cubicBezTo>
                  <a:cubicBezTo>
                    <a:pt x="38542" y="9073"/>
                    <a:pt x="38603" y="9048"/>
                    <a:pt x="38677" y="9036"/>
                  </a:cubicBezTo>
                  <a:cubicBezTo>
                    <a:pt x="38714" y="9036"/>
                    <a:pt x="38739" y="9085"/>
                    <a:pt x="38776" y="9085"/>
                  </a:cubicBezTo>
                  <a:cubicBezTo>
                    <a:pt x="38825" y="9085"/>
                    <a:pt x="38887" y="9073"/>
                    <a:pt x="38936" y="9061"/>
                  </a:cubicBezTo>
                  <a:cubicBezTo>
                    <a:pt x="38938" y="9057"/>
                    <a:pt x="38940" y="9055"/>
                    <a:pt x="38942" y="9055"/>
                  </a:cubicBezTo>
                  <a:cubicBezTo>
                    <a:pt x="38954" y="9055"/>
                    <a:pt x="38971" y="9098"/>
                    <a:pt x="39022" y="9098"/>
                  </a:cubicBezTo>
                  <a:cubicBezTo>
                    <a:pt x="39084" y="9098"/>
                    <a:pt x="39121" y="9098"/>
                    <a:pt x="39121" y="9061"/>
                  </a:cubicBezTo>
                  <a:cubicBezTo>
                    <a:pt x="39121" y="8999"/>
                    <a:pt x="39158" y="8962"/>
                    <a:pt x="39207" y="8938"/>
                  </a:cubicBezTo>
                  <a:cubicBezTo>
                    <a:pt x="39243" y="8922"/>
                    <a:pt x="39281" y="8915"/>
                    <a:pt x="39321" y="8915"/>
                  </a:cubicBezTo>
                  <a:cubicBezTo>
                    <a:pt x="39376" y="8915"/>
                    <a:pt x="39433" y="8928"/>
                    <a:pt x="39490" y="8950"/>
                  </a:cubicBezTo>
                  <a:cubicBezTo>
                    <a:pt x="39530" y="8980"/>
                    <a:pt x="39570" y="9034"/>
                    <a:pt x="39603" y="9034"/>
                  </a:cubicBezTo>
                  <a:cubicBezTo>
                    <a:pt x="39611" y="9034"/>
                    <a:pt x="39619" y="9031"/>
                    <a:pt x="39626" y="9024"/>
                  </a:cubicBezTo>
                  <a:cubicBezTo>
                    <a:pt x="39633" y="9017"/>
                    <a:pt x="39646" y="9014"/>
                    <a:pt x="39663" y="9014"/>
                  </a:cubicBezTo>
                  <a:cubicBezTo>
                    <a:pt x="39707" y="9014"/>
                    <a:pt x="39772" y="9034"/>
                    <a:pt x="39798" y="9061"/>
                  </a:cubicBezTo>
                  <a:cubicBezTo>
                    <a:pt x="39848" y="9110"/>
                    <a:pt x="39885" y="9159"/>
                    <a:pt x="39848" y="9159"/>
                  </a:cubicBezTo>
                  <a:cubicBezTo>
                    <a:pt x="39823" y="9159"/>
                    <a:pt x="39776" y="9148"/>
                    <a:pt x="39745" y="9148"/>
                  </a:cubicBezTo>
                  <a:cubicBezTo>
                    <a:pt x="39729" y="9148"/>
                    <a:pt x="39716" y="9151"/>
                    <a:pt x="39712" y="9159"/>
                  </a:cubicBezTo>
                  <a:cubicBezTo>
                    <a:pt x="39700" y="9196"/>
                    <a:pt x="39651" y="9246"/>
                    <a:pt x="39761" y="9246"/>
                  </a:cubicBezTo>
                  <a:cubicBezTo>
                    <a:pt x="39823" y="9246"/>
                    <a:pt x="39885" y="9233"/>
                    <a:pt x="39946" y="9221"/>
                  </a:cubicBezTo>
                  <a:cubicBezTo>
                    <a:pt x="39979" y="9221"/>
                    <a:pt x="39996" y="9232"/>
                    <a:pt x="40025" y="9232"/>
                  </a:cubicBezTo>
                  <a:cubicBezTo>
                    <a:pt x="40039" y="9232"/>
                    <a:pt x="40057" y="9229"/>
                    <a:pt x="40082" y="9221"/>
                  </a:cubicBezTo>
                  <a:cubicBezTo>
                    <a:pt x="40149" y="9187"/>
                    <a:pt x="40155" y="9133"/>
                    <a:pt x="40202" y="9133"/>
                  </a:cubicBezTo>
                  <a:cubicBezTo>
                    <a:pt x="40207" y="9133"/>
                    <a:pt x="40212" y="9134"/>
                    <a:pt x="40217" y="9135"/>
                  </a:cubicBezTo>
                  <a:cubicBezTo>
                    <a:pt x="40279" y="9135"/>
                    <a:pt x="40304" y="9184"/>
                    <a:pt x="40353" y="9184"/>
                  </a:cubicBezTo>
                  <a:cubicBezTo>
                    <a:pt x="40451" y="9184"/>
                    <a:pt x="40538" y="9159"/>
                    <a:pt x="40624" y="9110"/>
                  </a:cubicBezTo>
                  <a:cubicBezTo>
                    <a:pt x="40636" y="9085"/>
                    <a:pt x="40661" y="9061"/>
                    <a:pt x="40575" y="9036"/>
                  </a:cubicBezTo>
                  <a:cubicBezTo>
                    <a:pt x="40501" y="8999"/>
                    <a:pt x="40402" y="9048"/>
                    <a:pt x="40414" y="8975"/>
                  </a:cubicBezTo>
                  <a:cubicBezTo>
                    <a:pt x="40427" y="8901"/>
                    <a:pt x="40451" y="8827"/>
                    <a:pt x="40488" y="8765"/>
                  </a:cubicBezTo>
                  <a:cubicBezTo>
                    <a:pt x="40562" y="8679"/>
                    <a:pt x="40538" y="8630"/>
                    <a:pt x="40612" y="8605"/>
                  </a:cubicBezTo>
                  <a:cubicBezTo>
                    <a:pt x="40686" y="8593"/>
                    <a:pt x="40759" y="8457"/>
                    <a:pt x="40846" y="8395"/>
                  </a:cubicBezTo>
                  <a:cubicBezTo>
                    <a:pt x="40920" y="8334"/>
                    <a:pt x="40957" y="8334"/>
                    <a:pt x="40994" y="8248"/>
                  </a:cubicBezTo>
                  <a:cubicBezTo>
                    <a:pt x="41031" y="8161"/>
                    <a:pt x="41031" y="8137"/>
                    <a:pt x="41104" y="8100"/>
                  </a:cubicBezTo>
                  <a:cubicBezTo>
                    <a:pt x="41162" y="8067"/>
                    <a:pt x="41214" y="8067"/>
                    <a:pt x="41268" y="8067"/>
                  </a:cubicBezTo>
                  <a:cubicBezTo>
                    <a:pt x="41295" y="8067"/>
                    <a:pt x="41322" y="8067"/>
                    <a:pt x="41351" y="8063"/>
                  </a:cubicBezTo>
                  <a:cubicBezTo>
                    <a:pt x="41415" y="8054"/>
                    <a:pt x="41499" y="8004"/>
                    <a:pt x="41559" y="8004"/>
                  </a:cubicBezTo>
                  <a:cubicBezTo>
                    <a:pt x="41579" y="8004"/>
                    <a:pt x="41597" y="8010"/>
                    <a:pt x="41610" y="8026"/>
                  </a:cubicBezTo>
                  <a:cubicBezTo>
                    <a:pt x="41663" y="8079"/>
                    <a:pt x="41670" y="8114"/>
                    <a:pt x="41687" y="8114"/>
                  </a:cubicBezTo>
                  <a:cubicBezTo>
                    <a:pt x="41690" y="8114"/>
                    <a:pt x="41693" y="8114"/>
                    <a:pt x="41696" y="8112"/>
                  </a:cubicBezTo>
                  <a:cubicBezTo>
                    <a:pt x="41719" y="8089"/>
                    <a:pt x="41806" y="8012"/>
                    <a:pt x="41838" y="8012"/>
                  </a:cubicBezTo>
                  <a:cubicBezTo>
                    <a:pt x="41840" y="8012"/>
                    <a:pt x="41842" y="8013"/>
                    <a:pt x="41844" y="8013"/>
                  </a:cubicBezTo>
                  <a:cubicBezTo>
                    <a:pt x="41868" y="8026"/>
                    <a:pt x="41893" y="8038"/>
                    <a:pt x="41868" y="8100"/>
                  </a:cubicBezTo>
                  <a:cubicBezTo>
                    <a:pt x="41831" y="8149"/>
                    <a:pt x="41770" y="8211"/>
                    <a:pt x="41770" y="8285"/>
                  </a:cubicBezTo>
                  <a:cubicBezTo>
                    <a:pt x="41770" y="8346"/>
                    <a:pt x="41745" y="8358"/>
                    <a:pt x="41794" y="8358"/>
                  </a:cubicBezTo>
                  <a:cubicBezTo>
                    <a:pt x="41802" y="8360"/>
                    <a:pt x="41811" y="8361"/>
                    <a:pt x="41820" y="8361"/>
                  </a:cubicBezTo>
                  <a:cubicBezTo>
                    <a:pt x="41844" y="8361"/>
                    <a:pt x="41869" y="8357"/>
                    <a:pt x="41887" y="8357"/>
                  </a:cubicBezTo>
                  <a:cubicBezTo>
                    <a:pt x="41906" y="8357"/>
                    <a:pt x="41916" y="8362"/>
                    <a:pt x="41905" y="8383"/>
                  </a:cubicBezTo>
                  <a:cubicBezTo>
                    <a:pt x="41882" y="8418"/>
                    <a:pt x="41804" y="8507"/>
                    <a:pt x="41836" y="8507"/>
                  </a:cubicBezTo>
                  <a:cubicBezTo>
                    <a:pt x="41838" y="8507"/>
                    <a:pt x="41841" y="8507"/>
                    <a:pt x="41844" y="8506"/>
                  </a:cubicBezTo>
                  <a:cubicBezTo>
                    <a:pt x="41905" y="8494"/>
                    <a:pt x="41979" y="8457"/>
                    <a:pt x="42016" y="8408"/>
                  </a:cubicBezTo>
                  <a:cubicBezTo>
                    <a:pt x="42127" y="8309"/>
                    <a:pt x="42287" y="8124"/>
                    <a:pt x="42361" y="8112"/>
                  </a:cubicBezTo>
                  <a:cubicBezTo>
                    <a:pt x="42370" y="8111"/>
                    <a:pt x="42378" y="8110"/>
                    <a:pt x="42386" y="8110"/>
                  </a:cubicBezTo>
                  <a:cubicBezTo>
                    <a:pt x="42429" y="8110"/>
                    <a:pt x="42465" y="8126"/>
                    <a:pt x="42488" y="8126"/>
                  </a:cubicBezTo>
                  <a:cubicBezTo>
                    <a:pt x="42498" y="8126"/>
                    <a:pt x="42506" y="8122"/>
                    <a:pt x="42509" y="8112"/>
                  </a:cubicBezTo>
                  <a:cubicBezTo>
                    <a:pt x="42521" y="8075"/>
                    <a:pt x="42497" y="8013"/>
                    <a:pt x="42509" y="7976"/>
                  </a:cubicBezTo>
                  <a:cubicBezTo>
                    <a:pt x="42534" y="7940"/>
                    <a:pt x="42509" y="7890"/>
                    <a:pt x="42558" y="7829"/>
                  </a:cubicBezTo>
                  <a:cubicBezTo>
                    <a:pt x="42608" y="7755"/>
                    <a:pt x="42558" y="7767"/>
                    <a:pt x="42657" y="7730"/>
                  </a:cubicBezTo>
                  <a:cubicBezTo>
                    <a:pt x="42749" y="7689"/>
                    <a:pt x="42798" y="7665"/>
                    <a:pt x="42834" y="7665"/>
                  </a:cubicBezTo>
                  <a:cubicBezTo>
                    <a:pt x="42841" y="7665"/>
                    <a:pt x="42848" y="7666"/>
                    <a:pt x="42854" y="7668"/>
                  </a:cubicBezTo>
                  <a:cubicBezTo>
                    <a:pt x="42903" y="7693"/>
                    <a:pt x="42940" y="7730"/>
                    <a:pt x="43014" y="7742"/>
                  </a:cubicBezTo>
                  <a:cubicBezTo>
                    <a:pt x="43088" y="7742"/>
                    <a:pt x="43051" y="7742"/>
                    <a:pt x="42928" y="7767"/>
                  </a:cubicBezTo>
                  <a:cubicBezTo>
                    <a:pt x="42805" y="7804"/>
                    <a:pt x="42780" y="7841"/>
                    <a:pt x="42780" y="7915"/>
                  </a:cubicBezTo>
                  <a:cubicBezTo>
                    <a:pt x="42780" y="8001"/>
                    <a:pt x="42780" y="8112"/>
                    <a:pt x="42756" y="8112"/>
                  </a:cubicBezTo>
                  <a:cubicBezTo>
                    <a:pt x="42731" y="8124"/>
                    <a:pt x="42706" y="8137"/>
                    <a:pt x="42719" y="8186"/>
                  </a:cubicBezTo>
                  <a:cubicBezTo>
                    <a:pt x="42731" y="8248"/>
                    <a:pt x="42780" y="8198"/>
                    <a:pt x="42731" y="8272"/>
                  </a:cubicBezTo>
                  <a:cubicBezTo>
                    <a:pt x="42694" y="8334"/>
                    <a:pt x="42620" y="8371"/>
                    <a:pt x="42645" y="8395"/>
                  </a:cubicBezTo>
                  <a:cubicBezTo>
                    <a:pt x="42657" y="8408"/>
                    <a:pt x="42706" y="8420"/>
                    <a:pt x="42558" y="8469"/>
                  </a:cubicBezTo>
                  <a:cubicBezTo>
                    <a:pt x="42460" y="8506"/>
                    <a:pt x="42361" y="8568"/>
                    <a:pt x="42287" y="8654"/>
                  </a:cubicBezTo>
                  <a:cubicBezTo>
                    <a:pt x="42250" y="8679"/>
                    <a:pt x="42250" y="8691"/>
                    <a:pt x="42189" y="8753"/>
                  </a:cubicBezTo>
                  <a:cubicBezTo>
                    <a:pt x="42127" y="8814"/>
                    <a:pt x="42078" y="8888"/>
                    <a:pt x="42016" y="8950"/>
                  </a:cubicBezTo>
                  <a:cubicBezTo>
                    <a:pt x="42001" y="8965"/>
                    <a:pt x="41990" y="8969"/>
                    <a:pt x="41981" y="8969"/>
                  </a:cubicBezTo>
                  <a:cubicBezTo>
                    <a:pt x="41974" y="8969"/>
                    <a:pt x="41968" y="8967"/>
                    <a:pt x="41961" y="8967"/>
                  </a:cubicBezTo>
                  <a:cubicBezTo>
                    <a:pt x="41948" y="8967"/>
                    <a:pt x="41933" y="8973"/>
                    <a:pt x="41905" y="9011"/>
                  </a:cubicBezTo>
                  <a:cubicBezTo>
                    <a:pt x="41831" y="9110"/>
                    <a:pt x="41807" y="9098"/>
                    <a:pt x="41757" y="9172"/>
                  </a:cubicBezTo>
                  <a:cubicBezTo>
                    <a:pt x="41696" y="9283"/>
                    <a:pt x="41622" y="9393"/>
                    <a:pt x="41523" y="9480"/>
                  </a:cubicBezTo>
                  <a:cubicBezTo>
                    <a:pt x="41400" y="9591"/>
                    <a:pt x="41351" y="9640"/>
                    <a:pt x="41265" y="9652"/>
                  </a:cubicBezTo>
                  <a:cubicBezTo>
                    <a:pt x="41188" y="9663"/>
                    <a:pt x="41170" y="9703"/>
                    <a:pt x="41132" y="9703"/>
                  </a:cubicBezTo>
                  <a:cubicBezTo>
                    <a:pt x="41127" y="9703"/>
                    <a:pt x="41122" y="9703"/>
                    <a:pt x="41117" y="9701"/>
                  </a:cubicBezTo>
                  <a:cubicBezTo>
                    <a:pt x="41092" y="9695"/>
                    <a:pt x="41074" y="9689"/>
                    <a:pt x="41060" y="9689"/>
                  </a:cubicBezTo>
                  <a:cubicBezTo>
                    <a:pt x="41046" y="9689"/>
                    <a:pt x="41037" y="9695"/>
                    <a:pt x="41031" y="9714"/>
                  </a:cubicBezTo>
                  <a:cubicBezTo>
                    <a:pt x="41031" y="9751"/>
                    <a:pt x="41055" y="9923"/>
                    <a:pt x="40994" y="9985"/>
                  </a:cubicBezTo>
                  <a:cubicBezTo>
                    <a:pt x="40920" y="10046"/>
                    <a:pt x="40846" y="10133"/>
                    <a:pt x="40784" y="10219"/>
                  </a:cubicBezTo>
                  <a:cubicBezTo>
                    <a:pt x="40722" y="10416"/>
                    <a:pt x="40710" y="10613"/>
                    <a:pt x="40747" y="10798"/>
                  </a:cubicBezTo>
                  <a:cubicBezTo>
                    <a:pt x="40796" y="10995"/>
                    <a:pt x="40821" y="11451"/>
                    <a:pt x="40833" y="11574"/>
                  </a:cubicBezTo>
                  <a:cubicBezTo>
                    <a:pt x="40858" y="11698"/>
                    <a:pt x="40932" y="11771"/>
                    <a:pt x="40944" y="11845"/>
                  </a:cubicBezTo>
                  <a:cubicBezTo>
                    <a:pt x="40944" y="11919"/>
                    <a:pt x="40969" y="12104"/>
                    <a:pt x="40969" y="12153"/>
                  </a:cubicBezTo>
                  <a:cubicBezTo>
                    <a:pt x="40969" y="12203"/>
                    <a:pt x="40994" y="12141"/>
                    <a:pt x="40994" y="12227"/>
                  </a:cubicBezTo>
                  <a:cubicBezTo>
                    <a:pt x="41004" y="12287"/>
                    <a:pt x="40981" y="12364"/>
                    <a:pt x="40992" y="12364"/>
                  </a:cubicBezTo>
                  <a:cubicBezTo>
                    <a:pt x="40995" y="12364"/>
                    <a:pt x="40999" y="12360"/>
                    <a:pt x="41006" y="12351"/>
                  </a:cubicBezTo>
                  <a:cubicBezTo>
                    <a:pt x="41055" y="12301"/>
                    <a:pt x="41215" y="12129"/>
                    <a:pt x="41302" y="12043"/>
                  </a:cubicBezTo>
                  <a:cubicBezTo>
                    <a:pt x="41363" y="11956"/>
                    <a:pt x="41400" y="11870"/>
                    <a:pt x="41412" y="11759"/>
                  </a:cubicBezTo>
                  <a:cubicBezTo>
                    <a:pt x="41462" y="11661"/>
                    <a:pt x="41412" y="11636"/>
                    <a:pt x="41523" y="11587"/>
                  </a:cubicBezTo>
                  <a:cubicBezTo>
                    <a:pt x="41606" y="11545"/>
                    <a:pt x="41663" y="11495"/>
                    <a:pt x="41709" y="11495"/>
                  </a:cubicBezTo>
                  <a:cubicBezTo>
                    <a:pt x="41717" y="11495"/>
                    <a:pt x="41725" y="11497"/>
                    <a:pt x="41733" y="11500"/>
                  </a:cubicBezTo>
                  <a:cubicBezTo>
                    <a:pt x="41754" y="11515"/>
                    <a:pt x="41771" y="11529"/>
                    <a:pt x="41782" y="11529"/>
                  </a:cubicBezTo>
                  <a:cubicBezTo>
                    <a:pt x="41790" y="11529"/>
                    <a:pt x="41794" y="11521"/>
                    <a:pt x="41794" y="11500"/>
                  </a:cubicBezTo>
                  <a:cubicBezTo>
                    <a:pt x="41794" y="11439"/>
                    <a:pt x="41696" y="11316"/>
                    <a:pt x="41770" y="11180"/>
                  </a:cubicBezTo>
                  <a:cubicBezTo>
                    <a:pt x="41844" y="11032"/>
                    <a:pt x="41905" y="10983"/>
                    <a:pt x="42004" y="10983"/>
                  </a:cubicBezTo>
                  <a:cubicBezTo>
                    <a:pt x="42047" y="10983"/>
                    <a:pt x="42090" y="10989"/>
                    <a:pt x="42130" y="10989"/>
                  </a:cubicBezTo>
                  <a:cubicBezTo>
                    <a:pt x="42170" y="10989"/>
                    <a:pt x="42207" y="10983"/>
                    <a:pt x="42238" y="10958"/>
                  </a:cubicBezTo>
                  <a:cubicBezTo>
                    <a:pt x="42300" y="10909"/>
                    <a:pt x="42361" y="10946"/>
                    <a:pt x="42312" y="10860"/>
                  </a:cubicBezTo>
                  <a:cubicBezTo>
                    <a:pt x="42250" y="10786"/>
                    <a:pt x="42201" y="10736"/>
                    <a:pt x="42201" y="10650"/>
                  </a:cubicBezTo>
                  <a:cubicBezTo>
                    <a:pt x="42213" y="10552"/>
                    <a:pt x="42263" y="10465"/>
                    <a:pt x="42324" y="10404"/>
                  </a:cubicBezTo>
                  <a:cubicBezTo>
                    <a:pt x="42360" y="10368"/>
                    <a:pt x="42377" y="10345"/>
                    <a:pt x="42397" y="10345"/>
                  </a:cubicBezTo>
                  <a:cubicBezTo>
                    <a:pt x="42405" y="10345"/>
                    <a:pt x="42413" y="10348"/>
                    <a:pt x="42423" y="10355"/>
                  </a:cubicBezTo>
                  <a:cubicBezTo>
                    <a:pt x="42449" y="10381"/>
                    <a:pt x="42483" y="10401"/>
                    <a:pt x="42508" y="10401"/>
                  </a:cubicBezTo>
                  <a:cubicBezTo>
                    <a:pt x="42518" y="10401"/>
                    <a:pt x="42527" y="10398"/>
                    <a:pt x="42534" y="10391"/>
                  </a:cubicBezTo>
                  <a:cubicBezTo>
                    <a:pt x="42571" y="10355"/>
                    <a:pt x="42595" y="10293"/>
                    <a:pt x="42571" y="10231"/>
                  </a:cubicBezTo>
                  <a:cubicBezTo>
                    <a:pt x="42571" y="10157"/>
                    <a:pt x="42509" y="10157"/>
                    <a:pt x="42472" y="10096"/>
                  </a:cubicBezTo>
                  <a:cubicBezTo>
                    <a:pt x="42435" y="10034"/>
                    <a:pt x="42423" y="9886"/>
                    <a:pt x="42472" y="9849"/>
                  </a:cubicBezTo>
                  <a:cubicBezTo>
                    <a:pt x="42521" y="9812"/>
                    <a:pt x="42583" y="9775"/>
                    <a:pt x="42558" y="9738"/>
                  </a:cubicBezTo>
                  <a:cubicBezTo>
                    <a:pt x="42535" y="9704"/>
                    <a:pt x="42469" y="9626"/>
                    <a:pt x="42441" y="9626"/>
                  </a:cubicBezTo>
                  <a:cubicBezTo>
                    <a:pt x="42439" y="9626"/>
                    <a:pt x="42437" y="9627"/>
                    <a:pt x="42435" y="9628"/>
                  </a:cubicBezTo>
                  <a:cubicBezTo>
                    <a:pt x="42401" y="9628"/>
                    <a:pt x="42409" y="9703"/>
                    <a:pt x="42370" y="9703"/>
                  </a:cubicBezTo>
                  <a:cubicBezTo>
                    <a:pt x="42368" y="9703"/>
                    <a:pt x="42365" y="9702"/>
                    <a:pt x="42361" y="9701"/>
                  </a:cubicBezTo>
                  <a:cubicBezTo>
                    <a:pt x="42312" y="9701"/>
                    <a:pt x="42263" y="9665"/>
                    <a:pt x="42263" y="9615"/>
                  </a:cubicBezTo>
                  <a:cubicBezTo>
                    <a:pt x="42275" y="9504"/>
                    <a:pt x="42324" y="9406"/>
                    <a:pt x="42398" y="9332"/>
                  </a:cubicBezTo>
                  <a:cubicBezTo>
                    <a:pt x="42460" y="9258"/>
                    <a:pt x="42497" y="9258"/>
                    <a:pt x="42521" y="9159"/>
                  </a:cubicBezTo>
                  <a:cubicBezTo>
                    <a:pt x="42546" y="9061"/>
                    <a:pt x="42571" y="8975"/>
                    <a:pt x="42620" y="8888"/>
                  </a:cubicBezTo>
                  <a:cubicBezTo>
                    <a:pt x="42650" y="8848"/>
                    <a:pt x="42698" y="8765"/>
                    <a:pt x="42727" y="8765"/>
                  </a:cubicBezTo>
                  <a:cubicBezTo>
                    <a:pt x="42733" y="8765"/>
                    <a:pt x="42739" y="8769"/>
                    <a:pt x="42743" y="8777"/>
                  </a:cubicBezTo>
                  <a:cubicBezTo>
                    <a:pt x="42751" y="8816"/>
                    <a:pt x="42763" y="8835"/>
                    <a:pt x="42781" y="8835"/>
                  </a:cubicBezTo>
                  <a:cubicBezTo>
                    <a:pt x="42791" y="8835"/>
                    <a:pt x="42803" y="8828"/>
                    <a:pt x="42817" y="8814"/>
                  </a:cubicBezTo>
                  <a:cubicBezTo>
                    <a:pt x="42846" y="8795"/>
                    <a:pt x="42852" y="8754"/>
                    <a:pt x="42877" y="8754"/>
                  </a:cubicBezTo>
                  <a:cubicBezTo>
                    <a:pt x="42884" y="8754"/>
                    <a:pt x="42892" y="8757"/>
                    <a:pt x="42903" y="8765"/>
                  </a:cubicBezTo>
                  <a:cubicBezTo>
                    <a:pt x="42941" y="8802"/>
                    <a:pt x="42950" y="8840"/>
                    <a:pt x="42968" y="8840"/>
                  </a:cubicBezTo>
                  <a:cubicBezTo>
                    <a:pt x="42974" y="8840"/>
                    <a:pt x="42981" y="8836"/>
                    <a:pt x="42990" y="8827"/>
                  </a:cubicBezTo>
                  <a:cubicBezTo>
                    <a:pt x="43051" y="8777"/>
                    <a:pt x="43101" y="8716"/>
                    <a:pt x="43162" y="8666"/>
                  </a:cubicBezTo>
                  <a:cubicBezTo>
                    <a:pt x="43201" y="8640"/>
                    <a:pt x="43244" y="8625"/>
                    <a:pt x="43271" y="8625"/>
                  </a:cubicBezTo>
                  <a:cubicBezTo>
                    <a:pt x="43296" y="8625"/>
                    <a:pt x="43309" y="8637"/>
                    <a:pt x="43298" y="8666"/>
                  </a:cubicBezTo>
                  <a:cubicBezTo>
                    <a:pt x="43275" y="8711"/>
                    <a:pt x="43243" y="8868"/>
                    <a:pt x="43274" y="8868"/>
                  </a:cubicBezTo>
                  <a:cubicBezTo>
                    <a:pt x="43277" y="8868"/>
                    <a:pt x="43281" y="8867"/>
                    <a:pt x="43285" y="8864"/>
                  </a:cubicBezTo>
                  <a:cubicBezTo>
                    <a:pt x="43359" y="8790"/>
                    <a:pt x="43446" y="8716"/>
                    <a:pt x="43532" y="8654"/>
                  </a:cubicBezTo>
                  <a:cubicBezTo>
                    <a:pt x="43606" y="8617"/>
                    <a:pt x="43680" y="8580"/>
                    <a:pt x="43766" y="8568"/>
                  </a:cubicBezTo>
                  <a:cubicBezTo>
                    <a:pt x="43802" y="8563"/>
                    <a:pt x="43838" y="8561"/>
                    <a:pt x="43873" y="8561"/>
                  </a:cubicBezTo>
                  <a:cubicBezTo>
                    <a:pt x="43935" y="8561"/>
                    <a:pt x="43995" y="8569"/>
                    <a:pt x="44049" y="8593"/>
                  </a:cubicBezTo>
                  <a:cubicBezTo>
                    <a:pt x="44086" y="8617"/>
                    <a:pt x="44197" y="8790"/>
                    <a:pt x="44246" y="8802"/>
                  </a:cubicBezTo>
                  <a:cubicBezTo>
                    <a:pt x="44250" y="8803"/>
                    <a:pt x="44252" y="8804"/>
                    <a:pt x="44255" y="8804"/>
                  </a:cubicBezTo>
                  <a:cubicBezTo>
                    <a:pt x="44282" y="8804"/>
                    <a:pt x="44274" y="8747"/>
                    <a:pt x="44308" y="8691"/>
                  </a:cubicBezTo>
                  <a:cubicBezTo>
                    <a:pt x="44357" y="8642"/>
                    <a:pt x="44530" y="8543"/>
                    <a:pt x="44616" y="8432"/>
                  </a:cubicBezTo>
                  <a:cubicBezTo>
                    <a:pt x="44715" y="8346"/>
                    <a:pt x="44825" y="8272"/>
                    <a:pt x="44949" y="8211"/>
                  </a:cubicBezTo>
                  <a:cubicBezTo>
                    <a:pt x="45035" y="8149"/>
                    <a:pt x="45491" y="7927"/>
                    <a:pt x="45639" y="7853"/>
                  </a:cubicBezTo>
                  <a:cubicBezTo>
                    <a:pt x="45774" y="7779"/>
                    <a:pt x="45897" y="7718"/>
                    <a:pt x="45873" y="7668"/>
                  </a:cubicBezTo>
                  <a:cubicBezTo>
                    <a:pt x="45866" y="7641"/>
                    <a:pt x="45874" y="7633"/>
                    <a:pt x="45887" y="7633"/>
                  </a:cubicBezTo>
                  <a:cubicBezTo>
                    <a:pt x="45898" y="7633"/>
                    <a:pt x="45911" y="7638"/>
                    <a:pt x="45922" y="7644"/>
                  </a:cubicBezTo>
                  <a:cubicBezTo>
                    <a:pt x="45959" y="7656"/>
                    <a:pt x="45959" y="7718"/>
                    <a:pt x="46021" y="7718"/>
                  </a:cubicBezTo>
                  <a:cubicBezTo>
                    <a:pt x="46107" y="7718"/>
                    <a:pt x="46193" y="7742"/>
                    <a:pt x="46267" y="7792"/>
                  </a:cubicBezTo>
                  <a:cubicBezTo>
                    <a:pt x="46307" y="7816"/>
                    <a:pt x="46337" y="7835"/>
                    <a:pt x="46356" y="7835"/>
                  </a:cubicBezTo>
                  <a:cubicBezTo>
                    <a:pt x="46366" y="7835"/>
                    <a:pt x="46374" y="7829"/>
                    <a:pt x="46378" y="7816"/>
                  </a:cubicBezTo>
                  <a:cubicBezTo>
                    <a:pt x="46403" y="7792"/>
                    <a:pt x="46501" y="7668"/>
                    <a:pt x="46477" y="7619"/>
                  </a:cubicBezTo>
                  <a:cubicBezTo>
                    <a:pt x="46452" y="7582"/>
                    <a:pt x="46452" y="7533"/>
                    <a:pt x="46427" y="7484"/>
                  </a:cubicBezTo>
                  <a:cubicBezTo>
                    <a:pt x="46390" y="7422"/>
                    <a:pt x="46341" y="7373"/>
                    <a:pt x="46279" y="7336"/>
                  </a:cubicBezTo>
                  <a:cubicBezTo>
                    <a:pt x="46218" y="7299"/>
                    <a:pt x="46279" y="7274"/>
                    <a:pt x="46279" y="7237"/>
                  </a:cubicBezTo>
                  <a:cubicBezTo>
                    <a:pt x="46279" y="7151"/>
                    <a:pt x="46255" y="7077"/>
                    <a:pt x="46218" y="7003"/>
                  </a:cubicBezTo>
                  <a:cubicBezTo>
                    <a:pt x="46206" y="6992"/>
                    <a:pt x="46198" y="6987"/>
                    <a:pt x="46192" y="6987"/>
                  </a:cubicBezTo>
                  <a:cubicBezTo>
                    <a:pt x="46175" y="6987"/>
                    <a:pt x="46169" y="7013"/>
                    <a:pt x="46147" y="7013"/>
                  </a:cubicBezTo>
                  <a:cubicBezTo>
                    <a:pt x="46140" y="7013"/>
                    <a:pt x="46131" y="7010"/>
                    <a:pt x="46119" y="7003"/>
                  </a:cubicBezTo>
                  <a:cubicBezTo>
                    <a:pt x="46058" y="6966"/>
                    <a:pt x="45984" y="6905"/>
                    <a:pt x="45984" y="6855"/>
                  </a:cubicBezTo>
                  <a:cubicBezTo>
                    <a:pt x="45971" y="6794"/>
                    <a:pt x="45996" y="6757"/>
                    <a:pt x="45947" y="6757"/>
                  </a:cubicBezTo>
                  <a:cubicBezTo>
                    <a:pt x="45910" y="6757"/>
                    <a:pt x="45910" y="6769"/>
                    <a:pt x="45860" y="6794"/>
                  </a:cubicBezTo>
                  <a:cubicBezTo>
                    <a:pt x="45832" y="6801"/>
                    <a:pt x="45804" y="6808"/>
                    <a:pt x="45777" y="6808"/>
                  </a:cubicBezTo>
                  <a:cubicBezTo>
                    <a:pt x="45758" y="6808"/>
                    <a:pt x="45741" y="6804"/>
                    <a:pt x="45725" y="6794"/>
                  </a:cubicBezTo>
                  <a:cubicBezTo>
                    <a:pt x="45700" y="6757"/>
                    <a:pt x="45626" y="6707"/>
                    <a:pt x="45688" y="6707"/>
                  </a:cubicBezTo>
                  <a:cubicBezTo>
                    <a:pt x="45729" y="6707"/>
                    <a:pt x="45803" y="6718"/>
                    <a:pt x="45833" y="6718"/>
                  </a:cubicBezTo>
                  <a:cubicBezTo>
                    <a:pt x="45848" y="6718"/>
                    <a:pt x="45852" y="6716"/>
                    <a:pt x="45836" y="6707"/>
                  </a:cubicBezTo>
                  <a:cubicBezTo>
                    <a:pt x="45787" y="6683"/>
                    <a:pt x="45676" y="6670"/>
                    <a:pt x="45737" y="6646"/>
                  </a:cubicBezTo>
                  <a:cubicBezTo>
                    <a:pt x="45774" y="6633"/>
                    <a:pt x="45811" y="6627"/>
                    <a:pt x="45847" y="6627"/>
                  </a:cubicBezTo>
                  <a:cubicBezTo>
                    <a:pt x="45882" y="6627"/>
                    <a:pt x="45916" y="6633"/>
                    <a:pt x="45947" y="6646"/>
                  </a:cubicBezTo>
                  <a:cubicBezTo>
                    <a:pt x="46021" y="6683"/>
                    <a:pt x="46033" y="6744"/>
                    <a:pt x="46107" y="6757"/>
                  </a:cubicBezTo>
                  <a:cubicBezTo>
                    <a:pt x="46144" y="6775"/>
                    <a:pt x="46181" y="6784"/>
                    <a:pt x="46218" y="6784"/>
                  </a:cubicBezTo>
                  <a:cubicBezTo>
                    <a:pt x="46255" y="6784"/>
                    <a:pt x="46292" y="6775"/>
                    <a:pt x="46329" y="6757"/>
                  </a:cubicBezTo>
                  <a:cubicBezTo>
                    <a:pt x="46452" y="6695"/>
                    <a:pt x="46698" y="6633"/>
                    <a:pt x="46661" y="6597"/>
                  </a:cubicBezTo>
                  <a:cubicBezTo>
                    <a:pt x="46624" y="6560"/>
                    <a:pt x="46550" y="6547"/>
                    <a:pt x="46612" y="6510"/>
                  </a:cubicBezTo>
                  <a:cubicBezTo>
                    <a:pt x="46674" y="6473"/>
                    <a:pt x="46772" y="6449"/>
                    <a:pt x="46772" y="6412"/>
                  </a:cubicBezTo>
                  <a:cubicBezTo>
                    <a:pt x="46772" y="6362"/>
                    <a:pt x="46661" y="6276"/>
                    <a:pt x="46661" y="6227"/>
                  </a:cubicBezTo>
                  <a:cubicBezTo>
                    <a:pt x="46661" y="6178"/>
                    <a:pt x="46785" y="6116"/>
                    <a:pt x="46785" y="6079"/>
                  </a:cubicBezTo>
                  <a:cubicBezTo>
                    <a:pt x="46788" y="6066"/>
                    <a:pt x="46791" y="6062"/>
                    <a:pt x="46795" y="6062"/>
                  </a:cubicBezTo>
                  <a:cubicBezTo>
                    <a:pt x="46805" y="6062"/>
                    <a:pt x="46821" y="6093"/>
                    <a:pt x="46857" y="6093"/>
                  </a:cubicBezTo>
                  <a:cubicBezTo>
                    <a:pt x="46861" y="6093"/>
                    <a:pt x="46866" y="6092"/>
                    <a:pt x="46871" y="6091"/>
                  </a:cubicBezTo>
                  <a:cubicBezTo>
                    <a:pt x="46895" y="6085"/>
                    <a:pt x="46942" y="6079"/>
                    <a:pt x="46974" y="6079"/>
                  </a:cubicBezTo>
                  <a:cubicBezTo>
                    <a:pt x="47006" y="6079"/>
                    <a:pt x="47025" y="6085"/>
                    <a:pt x="46994" y="6104"/>
                  </a:cubicBezTo>
                  <a:cubicBezTo>
                    <a:pt x="46920" y="6141"/>
                    <a:pt x="46846" y="6190"/>
                    <a:pt x="46895" y="6239"/>
                  </a:cubicBezTo>
                  <a:cubicBezTo>
                    <a:pt x="46932" y="6276"/>
                    <a:pt x="46969" y="6325"/>
                    <a:pt x="46969" y="6362"/>
                  </a:cubicBezTo>
                  <a:cubicBezTo>
                    <a:pt x="46969" y="6405"/>
                    <a:pt x="46942" y="6439"/>
                    <a:pt x="46991" y="6439"/>
                  </a:cubicBezTo>
                  <a:cubicBezTo>
                    <a:pt x="46998" y="6439"/>
                    <a:pt x="47007" y="6438"/>
                    <a:pt x="47019" y="6436"/>
                  </a:cubicBezTo>
                  <a:cubicBezTo>
                    <a:pt x="47105" y="6412"/>
                    <a:pt x="47204" y="6387"/>
                    <a:pt x="47302" y="6387"/>
                  </a:cubicBezTo>
                  <a:cubicBezTo>
                    <a:pt x="47314" y="6381"/>
                    <a:pt x="47324" y="6378"/>
                    <a:pt x="47333" y="6378"/>
                  </a:cubicBezTo>
                  <a:cubicBezTo>
                    <a:pt x="47342" y="6378"/>
                    <a:pt x="47351" y="6381"/>
                    <a:pt x="47364" y="6387"/>
                  </a:cubicBezTo>
                  <a:lnTo>
                    <a:pt x="47364" y="5204"/>
                  </a:lnTo>
                  <a:cubicBezTo>
                    <a:pt x="47314" y="5180"/>
                    <a:pt x="47265" y="5155"/>
                    <a:pt x="47228" y="5118"/>
                  </a:cubicBezTo>
                  <a:cubicBezTo>
                    <a:pt x="47179" y="5069"/>
                    <a:pt x="47117" y="5032"/>
                    <a:pt x="47043" y="5019"/>
                  </a:cubicBezTo>
                  <a:cubicBezTo>
                    <a:pt x="46982" y="5007"/>
                    <a:pt x="46982" y="4995"/>
                    <a:pt x="46920" y="4933"/>
                  </a:cubicBezTo>
                  <a:cubicBezTo>
                    <a:pt x="46809" y="4872"/>
                    <a:pt x="46698" y="4822"/>
                    <a:pt x="46587" y="4785"/>
                  </a:cubicBezTo>
                  <a:cubicBezTo>
                    <a:pt x="46538" y="4748"/>
                    <a:pt x="46501" y="4674"/>
                    <a:pt x="46403" y="4625"/>
                  </a:cubicBezTo>
                  <a:cubicBezTo>
                    <a:pt x="46292" y="4563"/>
                    <a:pt x="45934" y="4465"/>
                    <a:pt x="45860" y="4428"/>
                  </a:cubicBezTo>
                  <a:cubicBezTo>
                    <a:pt x="45774" y="4403"/>
                    <a:pt x="45774" y="4354"/>
                    <a:pt x="45688" y="4354"/>
                  </a:cubicBezTo>
                  <a:cubicBezTo>
                    <a:pt x="45602" y="4354"/>
                    <a:pt x="45170" y="4329"/>
                    <a:pt x="45121" y="4317"/>
                  </a:cubicBezTo>
                  <a:cubicBezTo>
                    <a:pt x="45078" y="4300"/>
                    <a:pt x="45071" y="4282"/>
                    <a:pt x="45062" y="4282"/>
                  </a:cubicBezTo>
                  <a:cubicBezTo>
                    <a:pt x="45059" y="4282"/>
                    <a:pt x="45054" y="4285"/>
                    <a:pt x="45047" y="4292"/>
                  </a:cubicBezTo>
                  <a:cubicBezTo>
                    <a:pt x="45010" y="4317"/>
                    <a:pt x="45047" y="4354"/>
                    <a:pt x="44998" y="4354"/>
                  </a:cubicBezTo>
                  <a:cubicBezTo>
                    <a:pt x="44949" y="4342"/>
                    <a:pt x="44628" y="4243"/>
                    <a:pt x="44517" y="4231"/>
                  </a:cubicBezTo>
                  <a:cubicBezTo>
                    <a:pt x="44490" y="4224"/>
                    <a:pt x="44465" y="4221"/>
                    <a:pt x="44444" y="4221"/>
                  </a:cubicBezTo>
                  <a:cubicBezTo>
                    <a:pt x="44388" y="4221"/>
                    <a:pt x="44354" y="4241"/>
                    <a:pt x="44345" y="4268"/>
                  </a:cubicBezTo>
                  <a:cubicBezTo>
                    <a:pt x="44333" y="4317"/>
                    <a:pt x="44308" y="4366"/>
                    <a:pt x="44271" y="4403"/>
                  </a:cubicBezTo>
                  <a:cubicBezTo>
                    <a:pt x="44259" y="4416"/>
                    <a:pt x="44271" y="4453"/>
                    <a:pt x="44308" y="4453"/>
                  </a:cubicBezTo>
                  <a:cubicBezTo>
                    <a:pt x="44370" y="4502"/>
                    <a:pt x="44431" y="4563"/>
                    <a:pt x="44456" y="4637"/>
                  </a:cubicBezTo>
                  <a:cubicBezTo>
                    <a:pt x="44480" y="4687"/>
                    <a:pt x="44493" y="4711"/>
                    <a:pt x="44431" y="4761"/>
                  </a:cubicBezTo>
                  <a:cubicBezTo>
                    <a:pt x="44370" y="4810"/>
                    <a:pt x="44357" y="4847"/>
                    <a:pt x="44283" y="4847"/>
                  </a:cubicBezTo>
                  <a:cubicBezTo>
                    <a:pt x="44259" y="4847"/>
                    <a:pt x="44230" y="4851"/>
                    <a:pt x="44202" y="4851"/>
                  </a:cubicBezTo>
                  <a:cubicBezTo>
                    <a:pt x="44159" y="4851"/>
                    <a:pt x="44116" y="4842"/>
                    <a:pt x="44086" y="4798"/>
                  </a:cubicBezTo>
                  <a:cubicBezTo>
                    <a:pt x="44037" y="4736"/>
                    <a:pt x="44099" y="4736"/>
                    <a:pt x="43988" y="4699"/>
                  </a:cubicBezTo>
                  <a:cubicBezTo>
                    <a:pt x="43877" y="4650"/>
                    <a:pt x="43803" y="4662"/>
                    <a:pt x="43803" y="4600"/>
                  </a:cubicBezTo>
                  <a:cubicBezTo>
                    <a:pt x="43803" y="4539"/>
                    <a:pt x="43815" y="4514"/>
                    <a:pt x="43791" y="4490"/>
                  </a:cubicBezTo>
                  <a:cubicBezTo>
                    <a:pt x="43766" y="4453"/>
                    <a:pt x="43754" y="4453"/>
                    <a:pt x="43717" y="4440"/>
                  </a:cubicBezTo>
                  <a:cubicBezTo>
                    <a:pt x="43688" y="4421"/>
                    <a:pt x="43674" y="4395"/>
                    <a:pt x="43653" y="4395"/>
                  </a:cubicBezTo>
                  <a:cubicBezTo>
                    <a:pt x="43646" y="4395"/>
                    <a:pt x="43639" y="4398"/>
                    <a:pt x="43630" y="4403"/>
                  </a:cubicBezTo>
                  <a:cubicBezTo>
                    <a:pt x="43593" y="4453"/>
                    <a:pt x="43544" y="4477"/>
                    <a:pt x="43495" y="4490"/>
                  </a:cubicBezTo>
                  <a:cubicBezTo>
                    <a:pt x="43454" y="4494"/>
                    <a:pt x="43414" y="4497"/>
                    <a:pt x="43373" y="4497"/>
                  </a:cubicBezTo>
                  <a:cubicBezTo>
                    <a:pt x="43303" y="4497"/>
                    <a:pt x="43232" y="4488"/>
                    <a:pt x="43162" y="4465"/>
                  </a:cubicBezTo>
                  <a:cubicBezTo>
                    <a:pt x="43064" y="4440"/>
                    <a:pt x="42854" y="4440"/>
                    <a:pt x="42731" y="4416"/>
                  </a:cubicBezTo>
                  <a:cubicBezTo>
                    <a:pt x="42652" y="4398"/>
                    <a:pt x="42629" y="4381"/>
                    <a:pt x="42579" y="4381"/>
                  </a:cubicBezTo>
                  <a:cubicBezTo>
                    <a:pt x="42558" y="4381"/>
                    <a:pt x="42533" y="4384"/>
                    <a:pt x="42497" y="4391"/>
                  </a:cubicBezTo>
                  <a:cubicBezTo>
                    <a:pt x="42456" y="4399"/>
                    <a:pt x="42419" y="4401"/>
                    <a:pt x="42386" y="4401"/>
                  </a:cubicBezTo>
                  <a:cubicBezTo>
                    <a:pt x="42370" y="4401"/>
                    <a:pt x="42355" y="4400"/>
                    <a:pt x="42341" y="4400"/>
                  </a:cubicBezTo>
                  <a:cubicBezTo>
                    <a:pt x="42300" y="4400"/>
                    <a:pt x="42269" y="4403"/>
                    <a:pt x="42250" y="4428"/>
                  </a:cubicBezTo>
                  <a:cubicBezTo>
                    <a:pt x="42213" y="4477"/>
                    <a:pt x="42164" y="4453"/>
                    <a:pt x="42164" y="4588"/>
                  </a:cubicBezTo>
                  <a:cubicBezTo>
                    <a:pt x="42164" y="4692"/>
                    <a:pt x="42182" y="4769"/>
                    <a:pt x="42172" y="4769"/>
                  </a:cubicBezTo>
                  <a:cubicBezTo>
                    <a:pt x="42171" y="4769"/>
                    <a:pt x="42168" y="4766"/>
                    <a:pt x="42164" y="4761"/>
                  </a:cubicBezTo>
                  <a:cubicBezTo>
                    <a:pt x="42127" y="4687"/>
                    <a:pt x="42090" y="4613"/>
                    <a:pt x="42078" y="4527"/>
                  </a:cubicBezTo>
                  <a:cubicBezTo>
                    <a:pt x="42066" y="4477"/>
                    <a:pt x="41992" y="4440"/>
                    <a:pt x="41942" y="4416"/>
                  </a:cubicBezTo>
                  <a:cubicBezTo>
                    <a:pt x="41893" y="4391"/>
                    <a:pt x="41733" y="4416"/>
                    <a:pt x="41757" y="4329"/>
                  </a:cubicBezTo>
                  <a:cubicBezTo>
                    <a:pt x="41794" y="4231"/>
                    <a:pt x="41819" y="4157"/>
                    <a:pt x="41831" y="4120"/>
                  </a:cubicBezTo>
                  <a:cubicBezTo>
                    <a:pt x="41844" y="4083"/>
                    <a:pt x="41831" y="4021"/>
                    <a:pt x="41757" y="3960"/>
                  </a:cubicBezTo>
                  <a:cubicBezTo>
                    <a:pt x="41674" y="3900"/>
                    <a:pt x="41369" y="3700"/>
                    <a:pt x="41137" y="3700"/>
                  </a:cubicBezTo>
                  <a:cubicBezTo>
                    <a:pt x="41130" y="3700"/>
                    <a:pt x="41123" y="3701"/>
                    <a:pt x="41117" y="3701"/>
                  </a:cubicBezTo>
                  <a:cubicBezTo>
                    <a:pt x="40883" y="3726"/>
                    <a:pt x="40464" y="3849"/>
                    <a:pt x="40254" y="3849"/>
                  </a:cubicBezTo>
                  <a:cubicBezTo>
                    <a:pt x="40045" y="3849"/>
                    <a:pt x="39934" y="3837"/>
                    <a:pt x="39897" y="3800"/>
                  </a:cubicBezTo>
                  <a:cubicBezTo>
                    <a:pt x="39872" y="3775"/>
                    <a:pt x="39872" y="3763"/>
                    <a:pt x="39922" y="3738"/>
                  </a:cubicBezTo>
                  <a:cubicBezTo>
                    <a:pt x="39959" y="3726"/>
                    <a:pt x="39946" y="3713"/>
                    <a:pt x="39885" y="3676"/>
                  </a:cubicBezTo>
                  <a:cubicBezTo>
                    <a:pt x="39839" y="3642"/>
                    <a:pt x="39772" y="3576"/>
                    <a:pt x="39685" y="3576"/>
                  </a:cubicBezTo>
                  <a:cubicBezTo>
                    <a:pt x="39678" y="3576"/>
                    <a:pt x="39670" y="3577"/>
                    <a:pt x="39663" y="3578"/>
                  </a:cubicBezTo>
                  <a:cubicBezTo>
                    <a:pt x="39564" y="3590"/>
                    <a:pt x="39515" y="3627"/>
                    <a:pt x="39466" y="3627"/>
                  </a:cubicBezTo>
                  <a:cubicBezTo>
                    <a:pt x="39416" y="3627"/>
                    <a:pt x="39466" y="3615"/>
                    <a:pt x="39527" y="3590"/>
                  </a:cubicBezTo>
                  <a:cubicBezTo>
                    <a:pt x="39589" y="3553"/>
                    <a:pt x="39614" y="3504"/>
                    <a:pt x="39540" y="3504"/>
                  </a:cubicBezTo>
                  <a:cubicBezTo>
                    <a:pt x="39482" y="3504"/>
                    <a:pt x="39457" y="3520"/>
                    <a:pt x="39440" y="3520"/>
                  </a:cubicBezTo>
                  <a:cubicBezTo>
                    <a:pt x="39431" y="3520"/>
                    <a:pt x="39425" y="3516"/>
                    <a:pt x="39416" y="3504"/>
                  </a:cubicBezTo>
                  <a:cubicBezTo>
                    <a:pt x="39392" y="3455"/>
                    <a:pt x="39404" y="3492"/>
                    <a:pt x="39330" y="3455"/>
                  </a:cubicBezTo>
                  <a:cubicBezTo>
                    <a:pt x="39269" y="3430"/>
                    <a:pt x="39232" y="3430"/>
                    <a:pt x="39195" y="3393"/>
                  </a:cubicBezTo>
                  <a:cubicBezTo>
                    <a:pt x="39170" y="3356"/>
                    <a:pt x="39145" y="3319"/>
                    <a:pt x="39195" y="3319"/>
                  </a:cubicBezTo>
                  <a:cubicBezTo>
                    <a:pt x="39232" y="3325"/>
                    <a:pt x="39272" y="3328"/>
                    <a:pt x="39312" y="3328"/>
                  </a:cubicBezTo>
                  <a:cubicBezTo>
                    <a:pt x="39352" y="3328"/>
                    <a:pt x="39392" y="3325"/>
                    <a:pt x="39429" y="3319"/>
                  </a:cubicBezTo>
                  <a:cubicBezTo>
                    <a:pt x="39441" y="3294"/>
                    <a:pt x="39466" y="3270"/>
                    <a:pt x="39392" y="3220"/>
                  </a:cubicBezTo>
                  <a:cubicBezTo>
                    <a:pt x="39318" y="3147"/>
                    <a:pt x="39207" y="3097"/>
                    <a:pt x="39096" y="3097"/>
                  </a:cubicBezTo>
                  <a:cubicBezTo>
                    <a:pt x="38970" y="3089"/>
                    <a:pt x="38875" y="3061"/>
                    <a:pt x="38809" y="3061"/>
                  </a:cubicBezTo>
                  <a:cubicBezTo>
                    <a:pt x="38772" y="3061"/>
                    <a:pt x="38744" y="3070"/>
                    <a:pt x="38726" y="3097"/>
                  </a:cubicBezTo>
                  <a:cubicBezTo>
                    <a:pt x="38640" y="3220"/>
                    <a:pt x="38517" y="3319"/>
                    <a:pt x="38381" y="3393"/>
                  </a:cubicBezTo>
                  <a:cubicBezTo>
                    <a:pt x="38283" y="3393"/>
                    <a:pt x="38258" y="3393"/>
                    <a:pt x="38258" y="3356"/>
                  </a:cubicBezTo>
                  <a:cubicBezTo>
                    <a:pt x="38271" y="3319"/>
                    <a:pt x="38258" y="3282"/>
                    <a:pt x="38307" y="3282"/>
                  </a:cubicBezTo>
                  <a:cubicBezTo>
                    <a:pt x="38328" y="3282"/>
                    <a:pt x="38349" y="3283"/>
                    <a:pt x="38366" y="3283"/>
                  </a:cubicBezTo>
                  <a:cubicBezTo>
                    <a:pt x="38402" y="3283"/>
                    <a:pt x="38427" y="3278"/>
                    <a:pt x="38418" y="3245"/>
                  </a:cubicBezTo>
                  <a:cubicBezTo>
                    <a:pt x="38406" y="3208"/>
                    <a:pt x="38394" y="3171"/>
                    <a:pt x="38381" y="3134"/>
                  </a:cubicBezTo>
                  <a:cubicBezTo>
                    <a:pt x="38361" y="3114"/>
                    <a:pt x="38374" y="3094"/>
                    <a:pt x="38339" y="3094"/>
                  </a:cubicBezTo>
                  <a:cubicBezTo>
                    <a:pt x="38331" y="3094"/>
                    <a:pt x="38321" y="3095"/>
                    <a:pt x="38307" y="3097"/>
                  </a:cubicBezTo>
                  <a:cubicBezTo>
                    <a:pt x="38247" y="3106"/>
                    <a:pt x="38179" y="3115"/>
                    <a:pt x="38110" y="3115"/>
                  </a:cubicBezTo>
                  <a:cubicBezTo>
                    <a:pt x="38082" y="3115"/>
                    <a:pt x="38053" y="3113"/>
                    <a:pt x="38024" y="3110"/>
                  </a:cubicBezTo>
                  <a:cubicBezTo>
                    <a:pt x="38035" y="3098"/>
                    <a:pt x="38166" y="3007"/>
                    <a:pt x="38228" y="3007"/>
                  </a:cubicBezTo>
                  <a:cubicBezTo>
                    <a:pt x="38235" y="3007"/>
                    <a:pt x="38241" y="3009"/>
                    <a:pt x="38246" y="3011"/>
                  </a:cubicBezTo>
                  <a:cubicBezTo>
                    <a:pt x="38307" y="3023"/>
                    <a:pt x="38357" y="3036"/>
                    <a:pt x="38418" y="3036"/>
                  </a:cubicBezTo>
                  <a:cubicBezTo>
                    <a:pt x="38520" y="3051"/>
                    <a:pt x="38641" y="3067"/>
                    <a:pt x="38682" y="3067"/>
                  </a:cubicBezTo>
                  <a:cubicBezTo>
                    <a:pt x="38706" y="3067"/>
                    <a:pt x="38702" y="3062"/>
                    <a:pt x="38652" y="3048"/>
                  </a:cubicBezTo>
                  <a:cubicBezTo>
                    <a:pt x="38517" y="2999"/>
                    <a:pt x="38381" y="2962"/>
                    <a:pt x="38234" y="2937"/>
                  </a:cubicBezTo>
                  <a:cubicBezTo>
                    <a:pt x="38123" y="2937"/>
                    <a:pt x="37691" y="2851"/>
                    <a:pt x="37568" y="2851"/>
                  </a:cubicBezTo>
                  <a:cubicBezTo>
                    <a:pt x="37555" y="2854"/>
                    <a:pt x="37541" y="2856"/>
                    <a:pt x="37526" y="2856"/>
                  </a:cubicBezTo>
                  <a:cubicBezTo>
                    <a:pt x="37486" y="2856"/>
                    <a:pt x="37441" y="2844"/>
                    <a:pt x="37396" y="2826"/>
                  </a:cubicBezTo>
                  <a:cubicBezTo>
                    <a:pt x="37338" y="2807"/>
                    <a:pt x="37266" y="2765"/>
                    <a:pt x="37236" y="2765"/>
                  </a:cubicBezTo>
                  <a:cubicBezTo>
                    <a:pt x="37228" y="2765"/>
                    <a:pt x="37223" y="2769"/>
                    <a:pt x="37223" y="2777"/>
                  </a:cubicBezTo>
                  <a:cubicBezTo>
                    <a:pt x="37223" y="2814"/>
                    <a:pt x="37285" y="2863"/>
                    <a:pt x="37236" y="2900"/>
                  </a:cubicBezTo>
                  <a:cubicBezTo>
                    <a:pt x="37199" y="2937"/>
                    <a:pt x="37014" y="2925"/>
                    <a:pt x="36927" y="2962"/>
                  </a:cubicBezTo>
                  <a:cubicBezTo>
                    <a:pt x="36854" y="3011"/>
                    <a:pt x="36829" y="3060"/>
                    <a:pt x="36841" y="3097"/>
                  </a:cubicBezTo>
                  <a:cubicBezTo>
                    <a:pt x="36851" y="3128"/>
                    <a:pt x="36862" y="3150"/>
                    <a:pt x="36885" y="3150"/>
                  </a:cubicBezTo>
                  <a:cubicBezTo>
                    <a:pt x="36891" y="3150"/>
                    <a:pt x="36896" y="3149"/>
                    <a:pt x="36903" y="3147"/>
                  </a:cubicBezTo>
                  <a:cubicBezTo>
                    <a:pt x="36930" y="3138"/>
                    <a:pt x="37014" y="3103"/>
                    <a:pt x="37040" y="3103"/>
                  </a:cubicBezTo>
                  <a:cubicBezTo>
                    <a:pt x="37051" y="3103"/>
                    <a:pt x="37052" y="3108"/>
                    <a:pt x="37038" y="3122"/>
                  </a:cubicBezTo>
                  <a:cubicBezTo>
                    <a:pt x="36989" y="3159"/>
                    <a:pt x="36927" y="3196"/>
                    <a:pt x="36952" y="3245"/>
                  </a:cubicBezTo>
                  <a:cubicBezTo>
                    <a:pt x="36989" y="3294"/>
                    <a:pt x="36940" y="3331"/>
                    <a:pt x="36964" y="3393"/>
                  </a:cubicBezTo>
                  <a:cubicBezTo>
                    <a:pt x="37001" y="3442"/>
                    <a:pt x="37088" y="3492"/>
                    <a:pt x="37026" y="3492"/>
                  </a:cubicBezTo>
                  <a:cubicBezTo>
                    <a:pt x="36976" y="3500"/>
                    <a:pt x="36902" y="3520"/>
                    <a:pt x="36849" y="3520"/>
                  </a:cubicBezTo>
                  <a:cubicBezTo>
                    <a:pt x="36824" y="3520"/>
                    <a:pt x="36804" y="3516"/>
                    <a:pt x="36792" y="3504"/>
                  </a:cubicBezTo>
                  <a:cubicBezTo>
                    <a:pt x="36743" y="3467"/>
                    <a:pt x="36767" y="3467"/>
                    <a:pt x="36792" y="3455"/>
                  </a:cubicBezTo>
                  <a:cubicBezTo>
                    <a:pt x="36804" y="3442"/>
                    <a:pt x="36792" y="3418"/>
                    <a:pt x="36730" y="3418"/>
                  </a:cubicBezTo>
                  <a:cubicBezTo>
                    <a:pt x="36686" y="3418"/>
                    <a:pt x="36590" y="3468"/>
                    <a:pt x="36536" y="3468"/>
                  </a:cubicBezTo>
                  <a:cubicBezTo>
                    <a:pt x="36530" y="3468"/>
                    <a:pt x="36525" y="3468"/>
                    <a:pt x="36521" y="3467"/>
                  </a:cubicBezTo>
                  <a:cubicBezTo>
                    <a:pt x="36487" y="3458"/>
                    <a:pt x="36419" y="3439"/>
                    <a:pt x="36387" y="3439"/>
                  </a:cubicBezTo>
                  <a:cubicBezTo>
                    <a:pt x="36372" y="3439"/>
                    <a:pt x="36365" y="3443"/>
                    <a:pt x="36373" y="3455"/>
                  </a:cubicBezTo>
                  <a:cubicBezTo>
                    <a:pt x="36398" y="3479"/>
                    <a:pt x="36385" y="3479"/>
                    <a:pt x="36472" y="3492"/>
                  </a:cubicBezTo>
                  <a:cubicBezTo>
                    <a:pt x="36546" y="3504"/>
                    <a:pt x="36632" y="3553"/>
                    <a:pt x="36595" y="3602"/>
                  </a:cubicBezTo>
                  <a:cubicBezTo>
                    <a:pt x="36563" y="3626"/>
                    <a:pt x="36531" y="3645"/>
                    <a:pt x="36499" y="3645"/>
                  </a:cubicBezTo>
                  <a:cubicBezTo>
                    <a:pt x="36481" y="3645"/>
                    <a:pt x="36464" y="3640"/>
                    <a:pt x="36447" y="3627"/>
                  </a:cubicBezTo>
                  <a:cubicBezTo>
                    <a:pt x="36398" y="3590"/>
                    <a:pt x="36435" y="3541"/>
                    <a:pt x="36410" y="3504"/>
                  </a:cubicBezTo>
                  <a:cubicBezTo>
                    <a:pt x="36373" y="3479"/>
                    <a:pt x="36336" y="3492"/>
                    <a:pt x="36274" y="3479"/>
                  </a:cubicBezTo>
                  <a:cubicBezTo>
                    <a:pt x="36193" y="3449"/>
                    <a:pt x="36112" y="3427"/>
                    <a:pt x="36024" y="3427"/>
                  </a:cubicBezTo>
                  <a:cubicBezTo>
                    <a:pt x="36005" y="3427"/>
                    <a:pt x="35986" y="3428"/>
                    <a:pt x="35966" y="3430"/>
                  </a:cubicBezTo>
                  <a:cubicBezTo>
                    <a:pt x="35843" y="3455"/>
                    <a:pt x="35856" y="3442"/>
                    <a:pt x="35794" y="3492"/>
                  </a:cubicBezTo>
                  <a:cubicBezTo>
                    <a:pt x="35750" y="3527"/>
                    <a:pt x="35731" y="3556"/>
                    <a:pt x="35683" y="3556"/>
                  </a:cubicBezTo>
                  <a:cubicBezTo>
                    <a:pt x="35664" y="3556"/>
                    <a:pt x="35641" y="3551"/>
                    <a:pt x="35609" y="3541"/>
                  </a:cubicBezTo>
                  <a:cubicBezTo>
                    <a:pt x="35511" y="3504"/>
                    <a:pt x="35412" y="3430"/>
                    <a:pt x="35350" y="3344"/>
                  </a:cubicBezTo>
                  <a:cubicBezTo>
                    <a:pt x="35318" y="3287"/>
                    <a:pt x="35312" y="3257"/>
                    <a:pt x="35302" y="3257"/>
                  </a:cubicBezTo>
                  <a:cubicBezTo>
                    <a:pt x="35296" y="3257"/>
                    <a:pt x="35289" y="3265"/>
                    <a:pt x="35276" y="3282"/>
                  </a:cubicBezTo>
                  <a:cubicBezTo>
                    <a:pt x="35227" y="3356"/>
                    <a:pt x="35166" y="3430"/>
                    <a:pt x="35129" y="3504"/>
                  </a:cubicBezTo>
                  <a:cubicBezTo>
                    <a:pt x="35092" y="3565"/>
                    <a:pt x="35042" y="3750"/>
                    <a:pt x="34993" y="3800"/>
                  </a:cubicBezTo>
                  <a:cubicBezTo>
                    <a:pt x="34953" y="3824"/>
                    <a:pt x="34960" y="3842"/>
                    <a:pt x="34942" y="3842"/>
                  </a:cubicBezTo>
                  <a:cubicBezTo>
                    <a:pt x="34933" y="3842"/>
                    <a:pt x="34917" y="3837"/>
                    <a:pt x="34882" y="3824"/>
                  </a:cubicBezTo>
                  <a:cubicBezTo>
                    <a:pt x="34759" y="3787"/>
                    <a:pt x="34648" y="3713"/>
                    <a:pt x="34562" y="3627"/>
                  </a:cubicBezTo>
                  <a:cubicBezTo>
                    <a:pt x="34488" y="3504"/>
                    <a:pt x="34402" y="3393"/>
                    <a:pt x="34303" y="3294"/>
                  </a:cubicBezTo>
                  <a:cubicBezTo>
                    <a:pt x="34254" y="3245"/>
                    <a:pt x="34192" y="3171"/>
                    <a:pt x="34204" y="3147"/>
                  </a:cubicBezTo>
                  <a:cubicBezTo>
                    <a:pt x="34211" y="3136"/>
                    <a:pt x="34221" y="3133"/>
                    <a:pt x="34232" y="3133"/>
                  </a:cubicBezTo>
                  <a:cubicBezTo>
                    <a:pt x="34262" y="3133"/>
                    <a:pt x="34304" y="3159"/>
                    <a:pt x="34340" y="3159"/>
                  </a:cubicBezTo>
                  <a:cubicBezTo>
                    <a:pt x="34344" y="3160"/>
                    <a:pt x="34350" y="3160"/>
                    <a:pt x="34355" y="3160"/>
                  </a:cubicBezTo>
                  <a:cubicBezTo>
                    <a:pt x="34417" y="3160"/>
                    <a:pt x="34555" y="3104"/>
                    <a:pt x="34488" y="3048"/>
                  </a:cubicBezTo>
                  <a:cubicBezTo>
                    <a:pt x="34439" y="2999"/>
                    <a:pt x="34365" y="2974"/>
                    <a:pt x="34303" y="2949"/>
                  </a:cubicBezTo>
                  <a:cubicBezTo>
                    <a:pt x="34266" y="2925"/>
                    <a:pt x="34254" y="2912"/>
                    <a:pt x="34315" y="2900"/>
                  </a:cubicBezTo>
                  <a:cubicBezTo>
                    <a:pt x="34365" y="2888"/>
                    <a:pt x="34439" y="2838"/>
                    <a:pt x="34365" y="2802"/>
                  </a:cubicBezTo>
                  <a:cubicBezTo>
                    <a:pt x="34303" y="2765"/>
                    <a:pt x="34229" y="2777"/>
                    <a:pt x="34291" y="2740"/>
                  </a:cubicBezTo>
                  <a:cubicBezTo>
                    <a:pt x="34340" y="2691"/>
                    <a:pt x="34451" y="2604"/>
                    <a:pt x="34340" y="2567"/>
                  </a:cubicBezTo>
                  <a:cubicBezTo>
                    <a:pt x="34241" y="2530"/>
                    <a:pt x="34266" y="2555"/>
                    <a:pt x="34204" y="2493"/>
                  </a:cubicBezTo>
                  <a:cubicBezTo>
                    <a:pt x="34162" y="2451"/>
                    <a:pt x="34110" y="2417"/>
                    <a:pt x="34048" y="2417"/>
                  </a:cubicBezTo>
                  <a:cubicBezTo>
                    <a:pt x="34039" y="2417"/>
                    <a:pt x="34029" y="2418"/>
                    <a:pt x="34020" y="2420"/>
                  </a:cubicBezTo>
                  <a:cubicBezTo>
                    <a:pt x="33985" y="2420"/>
                    <a:pt x="33961" y="2418"/>
                    <a:pt x="33941" y="2418"/>
                  </a:cubicBezTo>
                  <a:cubicBezTo>
                    <a:pt x="33912" y="2418"/>
                    <a:pt x="33894" y="2422"/>
                    <a:pt x="33872" y="2444"/>
                  </a:cubicBezTo>
                  <a:cubicBezTo>
                    <a:pt x="33834" y="2482"/>
                    <a:pt x="33825" y="2498"/>
                    <a:pt x="33812" y="2498"/>
                  </a:cubicBezTo>
                  <a:cubicBezTo>
                    <a:pt x="33808" y="2498"/>
                    <a:pt x="33804" y="2496"/>
                    <a:pt x="33798" y="2493"/>
                  </a:cubicBezTo>
                  <a:cubicBezTo>
                    <a:pt x="33761" y="2469"/>
                    <a:pt x="33798" y="2444"/>
                    <a:pt x="33736" y="2432"/>
                  </a:cubicBezTo>
                  <a:cubicBezTo>
                    <a:pt x="33729" y="2430"/>
                    <a:pt x="33721" y="2430"/>
                    <a:pt x="33714" y="2430"/>
                  </a:cubicBezTo>
                  <a:cubicBezTo>
                    <a:pt x="33683" y="2430"/>
                    <a:pt x="33650" y="2439"/>
                    <a:pt x="33616" y="2439"/>
                  </a:cubicBezTo>
                  <a:cubicBezTo>
                    <a:pt x="33587" y="2439"/>
                    <a:pt x="33557" y="2432"/>
                    <a:pt x="33527" y="2407"/>
                  </a:cubicBezTo>
                  <a:cubicBezTo>
                    <a:pt x="33465" y="2346"/>
                    <a:pt x="33391" y="2346"/>
                    <a:pt x="33367" y="2296"/>
                  </a:cubicBezTo>
                  <a:cubicBezTo>
                    <a:pt x="33344" y="2266"/>
                    <a:pt x="33349" y="2245"/>
                    <a:pt x="33339" y="2245"/>
                  </a:cubicBezTo>
                  <a:cubicBezTo>
                    <a:pt x="33333" y="2245"/>
                    <a:pt x="33321" y="2253"/>
                    <a:pt x="33293" y="2272"/>
                  </a:cubicBezTo>
                  <a:cubicBezTo>
                    <a:pt x="33219" y="2321"/>
                    <a:pt x="33219" y="2333"/>
                    <a:pt x="33194" y="2333"/>
                  </a:cubicBezTo>
                  <a:cubicBezTo>
                    <a:pt x="33174" y="2333"/>
                    <a:pt x="33163" y="2302"/>
                    <a:pt x="33140" y="2302"/>
                  </a:cubicBezTo>
                  <a:cubicBezTo>
                    <a:pt x="33134" y="2302"/>
                    <a:pt x="33128" y="2304"/>
                    <a:pt x="33120" y="2309"/>
                  </a:cubicBezTo>
                  <a:cubicBezTo>
                    <a:pt x="33096" y="2333"/>
                    <a:pt x="33009" y="2407"/>
                    <a:pt x="33034" y="2481"/>
                  </a:cubicBezTo>
                  <a:cubicBezTo>
                    <a:pt x="33046" y="2555"/>
                    <a:pt x="33120" y="2530"/>
                    <a:pt x="33071" y="2604"/>
                  </a:cubicBezTo>
                  <a:cubicBezTo>
                    <a:pt x="33034" y="2678"/>
                    <a:pt x="33083" y="2691"/>
                    <a:pt x="33022" y="2691"/>
                  </a:cubicBezTo>
                  <a:cubicBezTo>
                    <a:pt x="32948" y="2691"/>
                    <a:pt x="32837" y="2703"/>
                    <a:pt x="32861" y="2715"/>
                  </a:cubicBezTo>
                  <a:cubicBezTo>
                    <a:pt x="32895" y="2726"/>
                    <a:pt x="33061" y="2778"/>
                    <a:pt x="33035" y="2778"/>
                  </a:cubicBezTo>
                  <a:cubicBezTo>
                    <a:pt x="33033" y="2778"/>
                    <a:pt x="33028" y="2778"/>
                    <a:pt x="33022" y="2777"/>
                  </a:cubicBezTo>
                  <a:cubicBezTo>
                    <a:pt x="32960" y="2765"/>
                    <a:pt x="32898" y="2752"/>
                    <a:pt x="32849" y="2740"/>
                  </a:cubicBezTo>
                  <a:cubicBezTo>
                    <a:pt x="32738" y="2715"/>
                    <a:pt x="32369" y="2728"/>
                    <a:pt x="32319" y="2703"/>
                  </a:cubicBezTo>
                  <a:cubicBezTo>
                    <a:pt x="32270" y="2666"/>
                    <a:pt x="32270" y="2629"/>
                    <a:pt x="32233" y="2629"/>
                  </a:cubicBezTo>
                  <a:cubicBezTo>
                    <a:pt x="32203" y="2629"/>
                    <a:pt x="32166" y="2661"/>
                    <a:pt x="32121" y="2661"/>
                  </a:cubicBezTo>
                  <a:cubicBezTo>
                    <a:pt x="32109" y="2661"/>
                    <a:pt x="32098" y="2659"/>
                    <a:pt x="32085" y="2654"/>
                  </a:cubicBezTo>
                  <a:cubicBezTo>
                    <a:pt x="32024" y="2641"/>
                    <a:pt x="31839" y="2592"/>
                    <a:pt x="31851" y="2530"/>
                  </a:cubicBezTo>
                  <a:cubicBezTo>
                    <a:pt x="31863" y="2481"/>
                    <a:pt x="31987" y="2469"/>
                    <a:pt x="31950" y="2432"/>
                  </a:cubicBezTo>
                  <a:cubicBezTo>
                    <a:pt x="31922" y="2404"/>
                    <a:pt x="31887" y="2390"/>
                    <a:pt x="31851" y="2390"/>
                  </a:cubicBezTo>
                  <a:cubicBezTo>
                    <a:pt x="31839" y="2390"/>
                    <a:pt x="31826" y="2392"/>
                    <a:pt x="31814" y="2395"/>
                  </a:cubicBezTo>
                  <a:cubicBezTo>
                    <a:pt x="31629" y="2383"/>
                    <a:pt x="31444" y="2358"/>
                    <a:pt x="31260" y="2333"/>
                  </a:cubicBezTo>
                  <a:cubicBezTo>
                    <a:pt x="31161" y="2333"/>
                    <a:pt x="31063" y="2333"/>
                    <a:pt x="30964" y="2370"/>
                  </a:cubicBezTo>
                  <a:cubicBezTo>
                    <a:pt x="30947" y="2372"/>
                    <a:pt x="30927" y="2373"/>
                    <a:pt x="30907" y="2373"/>
                  </a:cubicBezTo>
                  <a:cubicBezTo>
                    <a:pt x="30876" y="2373"/>
                    <a:pt x="30844" y="2372"/>
                    <a:pt x="30815" y="2372"/>
                  </a:cubicBezTo>
                  <a:cubicBezTo>
                    <a:pt x="30754" y="2372"/>
                    <a:pt x="30709" y="2378"/>
                    <a:pt x="30730" y="2420"/>
                  </a:cubicBezTo>
                  <a:cubicBezTo>
                    <a:pt x="30775" y="2476"/>
                    <a:pt x="30810" y="2532"/>
                    <a:pt x="30750" y="2532"/>
                  </a:cubicBezTo>
                  <a:cubicBezTo>
                    <a:pt x="30744" y="2532"/>
                    <a:pt x="30737" y="2532"/>
                    <a:pt x="30730" y="2530"/>
                  </a:cubicBezTo>
                  <a:cubicBezTo>
                    <a:pt x="30656" y="2518"/>
                    <a:pt x="30582" y="2469"/>
                    <a:pt x="30619" y="2407"/>
                  </a:cubicBezTo>
                  <a:cubicBezTo>
                    <a:pt x="30656" y="2346"/>
                    <a:pt x="30594" y="2210"/>
                    <a:pt x="30570" y="2185"/>
                  </a:cubicBezTo>
                  <a:cubicBezTo>
                    <a:pt x="30568" y="2182"/>
                    <a:pt x="30567" y="2181"/>
                    <a:pt x="30565" y="2181"/>
                  </a:cubicBezTo>
                  <a:cubicBezTo>
                    <a:pt x="30554" y="2181"/>
                    <a:pt x="30540" y="2250"/>
                    <a:pt x="30508" y="2272"/>
                  </a:cubicBezTo>
                  <a:cubicBezTo>
                    <a:pt x="30459" y="2296"/>
                    <a:pt x="30397" y="2296"/>
                    <a:pt x="30348" y="2296"/>
                  </a:cubicBezTo>
                  <a:cubicBezTo>
                    <a:pt x="30274" y="2296"/>
                    <a:pt x="30249" y="2296"/>
                    <a:pt x="30225" y="2259"/>
                  </a:cubicBezTo>
                  <a:cubicBezTo>
                    <a:pt x="30200" y="2222"/>
                    <a:pt x="30249" y="2148"/>
                    <a:pt x="30188" y="2148"/>
                  </a:cubicBezTo>
                  <a:cubicBezTo>
                    <a:pt x="30175" y="2146"/>
                    <a:pt x="30166" y="2145"/>
                    <a:pt x="30157" y="2145"/>
                  </a:cubicBezTo>
                  <a:cubicBezTo>
                    <a:pt x="30123" y="2145"/>
                    <a:pt x="30111" y="2161"/>
                    <a:pt x="30052" y="2161"/>
                  </a:cubicBezTo>
                  <a:cubicBezTo>
                    <a:pt x="30003" y="2161"/>
                    <a:pt x="29959" y="2133"/>
                    <a:pt x="29917" y="2133"/>
                  </a:cubicBezTo>
                  <a:cubicBezTo>
                    <a:pt x="29896" y="2133"/>
                    <a:pt x="29876" y="2140"/>
                    <a:pt x="29855" y="2161"/>
                  </a:cubicBezTo>
                  <a:cubicBezTo>
                    <a:pt x="29793" y="2222"/>
                    <a:pt x="29719" y="2272"/>
                    <a:pt x="29744" y="2284"/>
                  </a:cubicBezTo>
                  <a:cubicBezTo>
                    <a:pt x="29769" y="2296"/>
                    <a:pt x="29781" y="2296"/>
                    <a:pt x="29830" y="2296"/>
                  </a:cubicBezTo>
                  <a:cubicBezTo>
                    <a:pt x="29892" y="2296"/>
                    <a:pt x="29929" y="2346"/>
                    <a:pt x="29880" y="2383"/>
                  </a:cubicBezTo>
                  <a:cubicBezTo>
                    <a:pt x="29818" y="2407"/>
                    <a:pt x="29781" y="2395"/>
                    <a:pt x="29707" y="2407"/>
                  </a:cubicBezTo>
                  <a:cubicBezTo>
                    <a:pt x="29633" y="2420"/>
                    <a:pt x="29670" y="2444"/>
                    <a:pt x="29596" y="2481"/>
                  </a:cubicBezTo>
                  <a:cubicBezTo>
                    <a:pt x="29522" y="2518"/>
                    <a:pt x="29522" y="2481"/>
                    <a:pt x="29448" y="2530"/>
                  </a:cubicBezTo>
                  <a:cubicBezTo>
                    <a:pt x="29374" y="2580"/>
                    <a:pt x="29288" y="2592"/>
                    <a:pt x="29202" y="2592"/>
                  </a:cubicBezTo>
                  <a:cubicBezTo>
                    <a:pt x="29147" y="2592"/>
                    <a:pt x="29100" y="2587"/>
                    <a:pt x="29061" y="2587"/>
                  </a:cubicBezTo>
                  <a:cubicBezTo>
                    <a:pt x="29012" y="2587"/>
                    <a:pt x="28976" y="2595"/>
                    <a:pt x="28956" y="2629"/>
                  </a:cubicBezTo>
                  <a:cubicBezTo>
                    <a:pt x="28919" y="2691"/>
                    <a:pt x="28956" y="2740"/>
                    <a:pt x="28820" y="2789"/>
                  </a:cubicBezTo>
                  <a:cubicBezTo>
                    <a:pt x="28767" y="2804"/>
                    <a:pt x="28719" y="2809"/>
                    <a:pt x="28686" y="2809"/>
                  </a:cubicBezTo>
                  <a:cubicBezTo>
                    <a:pt x="28636" y="2809"/>
                    <a:pt x="28620" y="2797"/>
                    <a:pt x="28672" y="2789"/>
                  </a:cubicBezTo>
                  <a:cubicBezTo>
                    <a:pt x="28746" y="2765"/>
                    <a:pt x="28845" y="2728"/>
                    <a:pt x="28857" y="2654"/>
                  </a:cubicBezTo>
                  <a:cubicBezTo>
                    <a:pt x="28882" y="2580"/>
                    <a:pt x="28906" y="2493"/>
                    <a:pt x="28956" y="2493"/>
                  </a:cubicBezTo>
                  <a:cubicBezTo>
                    <a:pt x="28987" y="2493"/>
                    <a:pt x="28992" y="2521"/>
                    <a:pt x="29008" y="2521"/>
                  </a:cubicBezTo>
                  <a:cubicBezTo>
                    <a:pt x="29011" y="2521"/>
                    <a:pt x="29014" y="2520"/>
                    <a:pt x="29017" y="2518"/>
                  </a:cubicBezTo>
                  <a:cubicBezTo>
                    <a:pt x="29066" y="2457"/>
                    <a:pt x="29128" y="2420"/>
                    <a:pt x="29190" y="2383"/>
                  </a:cubicBezTo>
                  <a:cubicBezTo>
                    <a:pt x="29301" y="2346"/>
                    <a:pt x="29399" y="2296"/>
                    <a:pt x="29498" y="2235"/>
                  </a:cubicBezTo>
                  <a:cubicBezTo>
                    <a:pt x="29596" y="2185"/>
                    <a:pt x="29683" y="2124"/>
                    <a:pt x="29769" y="2062"/>
                  </a:cubicBezTo>
                  <a:cubicBezTo>
                    <a:pt x="29867" y="1976"/>
                    <a:pt x="29978" y="1902"/>
                    <a:pt x="30101" y="1828"/>
                  </a:cubicBezTo>
                  <a:cubicBezTo>
                    <a:pt x="30212" y="1767"/>
                    <a:pt x="30336" y="1693"/>
                    <a:pt x="30459" y="1631"/>
                  </a:cubicBezTo>
                  <a:cubicBezTo>
                    <a:pt x="30545" y="1582"/>
                    <a:pt x="30619" y="1520"/>
                    <a:pt x="30681" y="1446"/>
                  </a:cubicBezTo>
                  <a:cubicBezTo>
                    <a:pt x="30718" y="1385"/>
                    <a:pt x="30742" y="1360"/>
                    <a:pt x="30705" y="1323"/>
                  </a:cubicBezTo>
                  <a:cubicBezTo>
                    <a:pt x="30662" y="1280"/>
                    <a:pt x="30638" y="1247"/>
                    <a:pt x="30616" y="1247"/>
                  </a:cubicBezTo>
                  <a:cubicBezTo>
                    <a:pt x="30613" y="1247"/>
                    <a:pt x="30610" y="1247"/>
                    <a:pt x="30607" y="1249"/>
                  </a:cubicBezTo>
                  <a:cubicBezTo>
                    <a:pt x="30590" y="1257"/>
                    <a:pt x="30585" y="1283"/>
                    <a:pt x="30575" y="1283"/>
                  </a:cubicBezTo>
                  <a:cubicBezTo>
                    <a:pt x="30571" y="1283"/>
                    <a:pt x="30565" y="1277"/>
                    <a:pt x="30557" y="1261"/>
                  </a:cubicBezTo>
                  <a:cubicBezTo>
                    <a:pt x="30533" y="1224"/>
                    <a:pt x="30557" y="1237"/>
                    <a:pt x="30496" y="1200"/>
                  </a:cubicBezTo>
                  <a:cubicBezTo>
                    <a:pt x="30446" y="1163"/>
                    <a:pt x="30385" y="1126"/>
                    <a:pt x="30434" y="1126"/>
                  </a:cubicBezTo>
                  <a:cubicBezTo>
                    <a:pt x="30445" y="1122"/>
                    <a:pt x="30456" y="1121"/>
                    <a:pt x="30467" y="1121"/>
                  </a:cubicBezTo>
                  <a:cubicBezTo>
                    <a:pt x="30493" y="1121"/>
                    <a:pt x="30519" y="1129"/>
                    <a:pt x="30545" y="1138"/>
                  </a:cubicBezTo>
                  <a:cubicBezTo>
                    <a:pt x="30570" y="1175"/>
                    <a:pt x="30619" y="1200"/>
                    <a:pt x="30668" y="1200"/>
                  </a:cubicBezTo>
                  <a:cubicBezTo>
                    <a:pt x="30718" y="1200"/>
                    <a:pt x="30816" y="1187"/>
                    <a:pt x="30779" y="1138"/>
                  </a:cubicBezTo>
                  <a:cubicBezTo>
                    <a:pt x="30742" y="1089"/>
                    <a:pt x="30754" y="1126"/>
                    <a:pt x="30730" y="1077"/>
                  </a:cubicBezTo>
                  <a:cubicBezTo>
                    <a:pt x="30693" y="1027"/>
                    <a:pt x="30718" y="1003"/>
                    <a:pt x="30681" y="953"/>
                  </a:cubicBezTo>
                  <a:cubicBezTo>
                    <a:pt x="30663" y="927"/>
                    <a:pt x="30658" y="901"/>
                    <a:pt x="30639" y="901"/>
                  </a:cubicBezTo>
                  <a:cubicBezTo>
                    <a:pt x="30631" y="901"/>
                    <a:pt x="30621" y="906"/>
                    <a:pt x="30607" y="916"/>
                  </a:cubicBezTo>
                  <a:cubicBezTo>
                    <a:pt x="30579" y="944"/>
                    <a:pt x="30543" y="1015"/>
                    <a:pt x="30523" y="1015"/>
                  </a:cubicBezTo>
                  <a:cubicBezTo>
                    <a:pt x="30516" y="1015"/>
                    <a:pt x="30511" y="1008"/>
                    <a:pt x="30508" y="990"/>
                  </a:cubicBezTo>
                  <a:cubicBezTo>
                    <a:pt x="30508" y="916"/>
                    <a:pt x="30545" y="892"/>
                    <a:pt x="30496" y="867"/>
                  </a:cubicBezTo>
                  <a:cubicBezTo>
                    <a:pt x="30459" y="830"/>
                    <a:pt x="30471" y="781"/>
                    <a:pt x="30409" y="781"/>
                  </a:cubicBezTo>
                  <a:cubicBezTo>
                    <a:pt x="30348" y="768"/>
                    <a:pt x="30373" y="732"/>
                    <a:pt x="30323" y="707"/>
                  </a:cubicBezTo>
                  <a:cubicBezTo>
                    <a:pt x="30278" y="696"/>
                    <a:pt x="30036" y="581"/>
                    <a:pt x="29958" y="581"/>
                  </a:cubicBezTo>
                  <a:cubicBezTo>
                    <a:pt x="29951" y="581"/>
                    <a:pt x="29945" y="582"/>
                    <a:pt x="29941" y="584"/>
                  </a:cubicBezTo>
                  <a:cubicBezTo>
                    <a:pt x="29894" y="603"/>
                    <a:pt x="29876" y="629"/>
                    <a:pt x="29842" y="629"/>
                  </a:cubicBezTo>
                  <a:cubicBezTo>
                    <a:pt x="29832" y="629"/>
                    <a:pt x="29820" y="626"/>
                    <a:pt x="29806" y="621"/>
                  </a:cubicBezTo>
                  <a:cubicBezTo>
                    <a:pt x="29736" y="612"/>
                    <a:pt x="29660" y="603"/>
                    <a:pt x="29587" y="603"/>
                  </a:cubicBezTo>
                  <a:cubicBezTo>
                    <a:pt x="29557" y="603"/>
                    <a:pt x="29527" y="605"/>
                    <a:pt x="29498" y="608"/>
                  </a:cubicBezTo>
                  <a:cubicBezTo>
                    <a:pt x="29441" y="608"/>
                    <a:pt x="29413" y="600"/>
                    <a:pt x="29395" y="600"/>
                  </a:cubicBezTo>
                  <a:cubicBezTo>
                    <a:pt x="29381" y="600"/>
                    <a:pt x="29373" y="605"/>
                    <a:pt x="29362" y="621"/>
                  </a:cubicBezTo>
                  <a:cubicBezTo>
                    <a:pt x="29338" y="658"/>
                    <a:pt x="29338" y="719"/>
                    <a:pt x="29288" y="719"/>
                  </a:cubicBezTo>
                  <a:cubicBezTo>
                    <a:pt x="29255" y="719"/>
                    <a:pt x="29113" y="741"/>
                    <a:pt x="29036" y="741"/>
                  </a:cubicBezTo>
                  <a:cubicBezTo>
                    <a:pt x="28998" y="741"/>
                    <a:pt x="28976" y="736"/>
                    <a:pt x="28993" y="719"/>
                  </a:cubicBezTo>
                  <a:cubicBezTo>
                    <a:pt x="29042" y="670"/>
                    <a:pt x="29091" y="633"/>
                    <a:pt x="29128" y="584"/>
                  </a:cubicBezTo>
                  <a:cubicBezTo>
                    <a:pt x="29165" y="547"/>
                    <a:pt x="29239" y="460"/>
                    <a:pt x="29177" y="448"/>
                  </a:cubicBezTo>
                  <a:cubicBezTo>
                    <a:pt x="29116" y="439"/>
                    <a:pt x="29049" y="431"/>
                    <a:pt x="28985" y="431"/>
                  </a:cubicBezTo>
                  <a:cubicBezTo>
                    <a:pt x="28958" y="431"/>
                    <a:pt x="28932" y="432"/>
                    <a:pt x="28906" y="436"/>
                  </a:cubicBezTo>
                  <a:cubicBezTo>
                    <a:pt x="28845" y="436"/>
                    <a:pt x="28758" y="436"/>
                    <a:pt x="28808" y="387"/>
                  </a:cubicBezTo>
                  <a:cubicBezTo>
                    <a:pt x="28869" y="350"/>
                    <a:pt x="28882" y="337"/>
                    <a:pt x="28795" y="337"/>
                  </a:cubicBezTo>
                  <a:cubicBezTo>
                    <a:pt x="28721" y="337"/>
                    <a:pt x="28623" y="362"/>
                    <a:pt x="28549" y="374"/>
                  </a:cubicBezTo>
                  <a:cubicBezTo>
                    <a:pt x="28475" y="374"/>
                    <a:pt x="28438" y="362"/>
                    <a:pt x="28549" y="325"/>
                  </a:cubicBezTo>
                  <a:cubicBezTo>
                    <a:pt x="28635" y="313"/>
                    <a:pt x="28721" y="276"/>
                    <a:pt x="28795" y="239"/>
                  </a:cubicBezTo>
                  <a:cubicBezTo>
                    <a:pt x="28804" y="230"/>
                    <a:pt x="28817" y="229"/>
                    <a:pt x="28832" y="229"/>
                  </a:cubicBezTo>
                  <a:cubicBezTo>
                    <a:pt x="28839" y="229"/>
                    <a:pt x="28847" y="229"/>
                    <a:pt x="28854" y="229"/>
                  </a:cubicBezTo>
                  <a:cubicBezTo>
                    <a:pt x="28875" y="229"/>
                    <a:pt x="28894" y="226"/>
                    <a:pt x="28894" y="202"/>
                  </a:cubicBezTo>
                  <a:cubicBezTo>
                    <a:pt x="28882" y="165"/>
                    <a:pt x="28882" y="103"/>
                    <a:pt x="28808" y="103"/>
                  </a:cubicBezTo>
                  <a:cubicBezTo>
                    <a:pt x="28758" y="103"/>
                    <a:pt x="28709" y="103"/>
                    <a:pt x="28660" y="91"/>
                  </a:cubicBezTo>
                  <a:cubicBezTo>
                    <a:pt x="28606" y="69"/>
                    <a:pt x="28504" y="0"/>
                    <a:pt x="284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6" name="Google Shape;8162;p67">
              <a:extLst>
                <a:ext uri="{FF2B5EF4-FFF2-40B4-BE49-F238E27FC236}">
                  <a16:creationId xmlns:a16="http://schemas.microsoft.com/office/drawing/2014/main" id="{7234A933-38EA-FE71-0C8B-4668C75F5498}"/>
                </a:ext>
              </a:extLst>
            </p:cNvPr>
            <p:cNvSpPr/>
            <p:nvPr/>
          </p:nvSpPr>
          <p:spPr>
            <a:xfrm>
              <a:off x="4347950" y="4613175"/>
              <a:ext cx="20075" cy="75225"/>
            </a:xfrm>
            <a:custGeom>
              <a:avLst/>
              <a:gdLst/>
              <a:ahLst/>
              <a:cxnLst/>
              <a:rect l="l" t="t" r="r" b="b"/>
              <a:pathLst>
                <a:path w="803" h="3009" extrusionOk="0">
                  <a:moveTo>
                    <a:pt x="241" y="0"/>
                  </a:moveTo>
                  <a:cubicBezTo>
                    <a:pt x="225" y="0"/>
                    <a:pt x="225" y="8"/>
                    <a:pt x="247" y="36"/>
                  </a:cubicBezTo>
                  <a:cubicBezTo>
                    <a:pt x="296" y="110"/>
                    <a:pt x="333" y="208"/>
                    <a:pt x="309" y="233"/>
                  </a:cubicBezTo>
                  <a:cubicBezTo>
                    <a:pt x="284" y="258"/>
                    <a:pt x="247" y="307"/>
                    <a:pt x="210" y="307"/>
                  </a:cubicBezTo>
                  <a:cubicBezTo>
                    <a:pt x="186" y="307"/>
                    <a:pt x="136" y="307"/>
                    <a:pt x="136" y="368"/>
                  </a:cubicBezTo>
                  <a:cubicBezTo>
                    <a:pt x="136" y="492"/>
                    <a:pt x="124" y="615"/>
                    <a:pt x="87" y="738"/>
                  </a:cubicBezTo>
                  <a:cubicBezTo>
                    <a:pt x="50" y="763"/>
                    <a:pt x="1" y="775"/>
                    <a:pt x="50" y="886"/>
                  </a:cubicBezTo>
                  <a:cubicBezTo>
                    <a:pt x="99" y="997"/>
                    <a:pt x="210" y="1058"/>
                    <a:pt x="210" y="1145"/>
                  </a:cubicBezTo>
                  <a:cubicBezTo>
                    <a:pt x="210" y="1219"/>
                    <a:pt x="247" y="1293"/>
                    <a:pt x="210" y="1379"/>
                  </a:cubicBezTo>
                  <a:cubicBezTo>
                    <a:pt x="198" y="1502"/>
                    <a:pt x="198" y="1638"/>
                    <a:pt x="223" y="1761"/>
                  </a:cubicBezTo>
                  <a:cubicBezTo>
                    <a:pt x="223" y="1798"/>
                    <a:pt x="210" y="1847"/>
                    <a:pt x="198" y="1896"/>
                  </a:cubicBezTo>
                  <a:cubicBezTo>
                    <a:pt x="149" y="1995"/>
                    <a:pt x="149" y="2118"/>
                    <a:pt x="161" y="2229"/>
                  </a:cubicBezTo>
                  <a:cubicBezTo>
                    <a:pt x="198" y="2291"/>
                    <a:pt x="161" y="2401"/>
                    <a:pt x="161" y="2525"/>
                  </a:cubicBezTo>
                  <a:cubicBezTo>
                    <a:pt x="136" y="2648"/>
                    <a:pt x="124" y="2771"/>
                    <a:pt x="124" y="2894"/>
                  </a:cubicBezTo>
                  <a:cubicBezTo>
                    <a:pt x="142" y="2974"/>
                    <a:pt x="147" y="3009"/>
                    <a:pt x="157" y="3009"/>
                  </a:cubicBezTo>
                  <a:cubicBezTo>
                    <a:pt x="161" y="3009"/>
                    <a:pt x="166" y="3003"/>
                    <a:pt x="173" y="2993"/>
                  </a:cubicBezTo>
                  <a:cubicBezTo>
                    <a:pt x="197" y="2957"/>
                    <a:pt x="175" y="2820"/>
                    <a:pt x="272" y="2820"/>
                  </a:cubicBezTo>
                  <a:cubicBezTo>
                    <a:pt x="276" y="2820"/>
                    <a:pt x="280" y="2820"/>
                    <a:pt x="284" y="2820"/>
                  </a:cubicBezTo>
                  <a:cubicBezTo>
                    <a:pt x="300" y="2824"/>
                    <a:pt x="314" y="2826"/>
                    <a:pt x="328" y="2826"/>
                  </a:cubicBezTo>
                  <a:cubicBezTo>
                    <a:pt x="367" y="2826"/>
                    <a:pt x="398" y="2814"/>
                    <a:pt x="420" y="2814"/>
                  </a:cubicBezTo>
                  <a:cubicBezTo>
                    <a:pt x="439" y="2814"/>
                    <a:pt x="452" y="2823"/>
                    <a:pt x="457" y="2857"/>
                  </a:cubicBezTo>
                  <a:cubicBezTo>
                    <a:pt x="457" y="2924"/>
                    <a:pt x="493" y="3005"/>
                    <a:pt x="510" y="3005"/>
                  </a:cubicBezTo>
                  <a:cubicBezTo>
                    <a:pt x="515" y="3005"/>
                    <a:pt x="518" y="2998"/>
                    <a:pt x="518" y="2981"/>
                  </a:cubicBezTo>
                  <a:cubicBezTo>
                    <a:pt x="518" y="2907"/>
                    <a:pt x="555" y="2820"/>
                    <a:pt x="469" y="2722"/>
                  </a:cubicBezTo>
                  <a:cubicBezTo>
                    <a:pt x="395" y="2623"/>
                    <a:pt x="309" y="2562"/>
                    <a:pt x="284" y="2451"/>
                  </a:cubicBezTo>
                  <a:cubicBezTo>
                    <a:pt x="260" y="2328"/>
                    <a:pt x="260" y="2180"/>
                    <a:pt x="296" y="2143"/>
                  </a:cubicBezTo>
                  <a:cubicBezTo>
                    <a:pt x="346" y="2093"/>
                    <a:pt x="370" y="2044"/>
                    <a:pt x="395" y="1983"/>
                  </a:cubicBezTo>
                  <a:cubicBezTo>
                    <a:pt x="395" y="1933"/>
                    <a:pt x="395" y="1933"/>
                    <a:pt x="481" y="1896"/>
                  </a:cubicBezTo>
                  <a:cubicBezTo>
                    <a:pt x="509" y="1882"/>
                    <a:pt x="538" y="1876"/>
                    <a:pt x="567" y="1876"/>
                  </a:cubicBezTo>
                  <a:cubicBezTo>
                    <a:pt x="615" y="1876"/>
                    <a:pt x="660" y="1895"/>
                    <a:pt x="691" y="1933"/>
                  </a:cubicBezTo>
                  <a:cubicBezTo>
                    <a:pt x="756" y="1989"/>
                    <a:pt x="800" y="2074"/>
                    <a:pt x="802" y="2074"/>
                  </a:cubicBezTo>
                  <a:cubicBezTo>
                    <a:pt x="802" y="2074"/>
                    <a:pt x="798" y="2065"/>
                    <a:pt x="789" y="2044"/>
                  </a:cubicBezTo>
                  <a:cubicBezTo>
                    <a:pt x="777" y="1995"/>
                    <a:pt x="728" y="1884"/>
                    <a:pt x="678" y="1761"/>
                  </a:cubicBezTo>
                  <a:cubicBezTo>
                    <a:pt x="641" y="1675"/>
                    <a:pt x="605" y="1576"/>
                    <a:pt x="580" y="1477"/>
                  </a:cubicBezTo>
                  <a:cubicBezTo>
                    <a:pt x="568" y="1366"/>
                    <a:pt x="457" y="898"/>
                    <a:pt x="444" y="824"/>
                  </a:cubicBezTo>
                  <a:cubicBezTo>
                    <a:pt x="432" y="738"/>
                    <a:pt x="457" y="701"/>
                    <a:pt x="457" y="603"/>
                  </a:cubicBezTo>
                  <a:cubicBezTo>
                    <a:pt x="457" y="516"/>
                    <a:pt x="395" y="221"/>
                    <a:pt x="383" y="122"/>
                  </a:cubicBezTo>
                  <a:cubicBezTo>
                    <a:pt x="370" y="36"/>
                    <a:pt x="370" y="11"/>
                    <a:pt x="346" y="11"/>
                  </a:cubicBezTo>
                  <a:cubicBezTo>
                    <a:pt x="299" y="11"/>
                    <a:pt x="259" y="0"/>
                    <a:pt x="24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7" name="Google Shape;8163;p67">
              <a:extLst>
                <a:ext uri="{FF2B5EF4-FFF2-40B4-BE49-F238E27FC236}">
                  <a16:creationId xmlns:a16="http://schemas.microsoft.com/office/drawing/2014/main" id="{4C4880DF-3035-440D-FEDA-67DF3B20811B}"/>
                </a:ext>
              </a:extLst>
            </p:cNvPr>
            <p:cNvSpPr/>
            <p:nvPr/>
          </p:nvSpPr>
          <p:spPr>
            <a:xfrm>
              <a:off x="3453050" y="4602275"/>
              <a:ext cx="31500" cy="35425"/>
            </a:xfrm>
            <a:custGeom>
              <a:avLst/>
              <a:gdLst/>
              <a:ahLst/>
              <a:cxnLst/>
              <a:rect l="l" t="t" r="r" b="b"/>
              <a:pathLst>
                <a:path w="1260" h="1417" extrusionOk="0">
                  <a:moveTo>
                    <a:pt x="1012" y="0"/>
                  </a:moveTo>
                  <a:cubicBezTo>
                    <a:pt x="1005" y="0"/>
                    <a:pt x="998" y="1"/>
                    <a:pt x="989" y="4"/>
                  </a:cubicBezTo>
                  <a:cubicBezTo>
                    <a:pt x="940" y="16"/>
                    <a:pt x="890" y="4"/>
                    <a:pt x="829" y="41"/>
                  </a:cubicBezTo>
                  <a:cubicBezTo>
                    <a:pt x="816" y="65"/>
                    <a:pt x="792" y="77"/>
                    <a:pt x="755" y="77"/>
                  </a:cubicBezTo>
                  <a:cubicBezTo>
                    <a:pt x="748" y="81"/>
                    <a:pt x="740" y="83"/>
                    <a:pt x="733" y="83"/>
                  </a:cubicBezTo>
                  <a:cubicBezTo>
                    <a:pt x="716" y="83"/>
                    <a:pt x="698" y="74"/>
                    <a:pt x="681" y="65"/>
                  </a:cubicBezTo>
                  <a:cubicBezTo>
                    <a:pt x="662" y="59"/>
                    <a:pt x="646" y="57"/>
                    <a:pt x="632" y="57"/>
                  </a:cubicBezTo>
                  <a:cubicBezTo>
                    <a:pt x="588" y="57"/>
                    <a:pt x="558" y="77"/>
                    <a:pt x="521" y="77"/>
                  </a:cubicBezTo>
                  <a:cubicBezTo>
                    <a:pt x="471" y="77"/>
                    <a:pt x="508" y="102"/>
                    <a:pt x="521" y="114"/>
                  </a:cubicBezTo>
                  <a:cubicBezTo>
                    <a:pt x="545" y="139"/>
                    <a:pt x="459" y="164"/>
                    <a:pt x="447" y="176"/>
                  </a:cubicBezTo>
                  <a:cubicBezTo>
                    <a:pt x="434" y="176"/>
                    <a:pt x="385" y="213"/>
                    <a:pt x="459" y="213"/>
                  </a:cubicBezTo>
                  <a:cubicBezTo>
                    <a:pt x="521" y="213"/>
                    <a:pt x="582" y="275"/>
                    <a:pt x="545" y="287"/>
                  </a:cubicBezTo>
                  <a:cubicBezTo>
                    <a:pt x="508" y="299"/>
                    <a:pt x="410" y="324"/>
                    <a:pt x="385" y="336"/>
                  </a:cubicBezTo>
                  <a:cubicBezTo>
                    <a:pt x="356" y="351"/>
                    <a:pt x="327" y="357"/>
                    <a:pt x="301" y="357"/>
                  </a:cubicBezTo>
                  <a:cubicBezTo>
                    <a:pt x="282" y="357"/>
                    <a:pt x="265" y="354"/>
                    <a:pt x="250" y="349"/>
                  </a:cubicBezTo>
                  <a:cubicBezTo>
                    <a:pt x="188" y="349"/>
                    <a:pt x="77" y="398"/>
                    <a:pt x="114" y="398"/>
                  </a:cubicBezTo>
                  <a:cubicBezTo>
                    <a:pt x="163" y="398"/>
                    <a:pt x="176" y="422"/>
                    <a:pt x="139" y="435"/>
                  </a:cubicBezTo>
                  <a:cubicBezTo>
                    <a:pt x="102" y="435"/>
                    <a:pt x="52" y="472"/>
                    <a:pt x="114" y="472"/>
                  </a:cubicBezTo>
                  <a:cubicBezTo>
                    <a:pt x="176" y="472"/>
                    <a:pt x="40" y="496"/>
                    <a:pt x="89" y="496"/>
                  </a:cubicBezTo>
                  <a:cubicBezTo>
                    <a:pt x="139" y="496"/>
                    <a:pt x="225" y="558"/>
                    <a:pt x="188" y="583"/>
                  </a:cubicBezTo>
                  <a:cubicBezTo>
                    <a:pt x="151" y="607"/>
                    <a:pt x="52" y="681"/>
                    <a:pt x="114" y="706"/>
                  </a:cubicBezTo>
                  <a:cubicBezTo>
                    <a:pt x="163" y="718"/>
                    <a:pt x="225" y="731"/>
                    <a:pt x="274" y="743"/>
                  </a:cubicBezTo>
                  <a:cubicBezTo>
                    <a:pt x="299" y="743"/>
                    <a:pt x="336" y="743"/>
                    <a:pt x="299" y="804"/>
                  </a:cubicBezTo>
                  <a:cubicBezTo>
                    <a:pt x="250" y="891"/>
                    <a:pt x="213" y="965"/>
                    <a:pt x="188" y="1051"/>
                  </a:cubicBezTo>
                  <a:cubicBezTo>
                    <a:pt x="163" y="1112"/>
                    <a:pt x="126" y="1137"/>
                    <a:pt x="77" y="1137"/>
                  </a:cubicBezTo>
                  <a:cubicBezTo>
                    <a:pt x="40" y="1137"/>
                    <a:pt x="16" y="1162"/>
                    <a:pt x="77" y="1162"/>
                  </a:cubicBezTo>
                  <a:cubicBezTo>
                    <a:pt x="151" y="1162"/>
                    <a:pt x="151" y="1174"/>
                    <a:pt x="114" y="1174"/>
                  </a:cubicBezTo>
                  <a:cubicBezTo>
                    <a:pt x="68" y="1174"/>
                    <a:pt x="1" y="1249"/>
                    <a:pt x="32" y="1249"/>
                  </a:cubicBezTo>
                  <a:cubicBezTo>
                    <a:pt x="34" y="1249"/>
                    <a:pt x="37" y="1249"/>
                    <a:pt x="40" y="1248"/>
                  </a:cubicBezTo>
                  <a:cubicBezTo>
                    <a:pt x="74" y="1240"/>
                    <a:pt x="119" y="1220"/>
                    <a:pt x="136" y="1220"/>
                  </a:cubicBezTo>
                  <a:cubicBezTo>
                    <a:pt x="144" y="1220"/>
                    <a:pt x="147" y="1224"/>
                    <a:pt x="139" y="1236"/>
                  </a:cubicBezTo>
                  <a:cubicBezTo>
                    <a:pt x="107" y="1257"/>
                    <a:pt x="84" y="1353"/>
                    <a:pt x="103" y="1353"/>
                  </a:cubicBezTo>
                  <a:cubicBezTo>
                    <a:pt x="106" y="1353"/>
                    <a:pt x="109" y="1351"/>
                    <a:pt x="114" y="1347"/>
                  </a:cubicBezTo>
                  <a:cubicBezTo>
                    <a:pt x="148" y="1329"/>
                    <a:pt x="189" y="1306"/>
                    <a:pt x="206" y="1306"/>
                  </a:cubicBezTo>
                  <a:cubicBezTo>
                    <a:pt x="213" y="1306"/>
                    <a:pt x="216" y="1311"/>
                    <a:pt x="213" y="1322"/>
                  </a:cubicBezTo>
                  <a:cubicBezTo>
                    <a:pt x="192" y="1343"/>
                    <a:pt x="206" y="1416"/>
                    <a:pt x="226" y="1416"/>
                  </a:cubicBezTo>
                  <a:cubicBezTo>
                    <a:pt x="230" y="1416"/>
                    <a:pt x="233" y="1414"/>
                    <a:pt x="237" y="1408"/>
                  </a:cubicBezTo>
                  <a:cubicBezTo>
                    <a:pt x="243" y="1396"/>
                    <a:pt x="256" y="1396"/>
                    <a:pt x="274" y="1396"/>
                  </a:cubicBezTo>
                  <a:cubicBezTo>
                    <a:pt x="293" y="1396"/>
                    <a:pt x="317" y="1396"/>
                    <a:pt x="348" y="1384"/>
                  </a:cubicBezTo>
                  <a:cubicBezTo>
                    <a:pt x="422" y="1359"/>
                    <a:pt x="595" y="1236"/>
                    <a:pt x="693" y="1199"/>
                  </a:cubicBezTo>
                  <a:cubicBezTo>
                    <a:pt x="749" y="1180"/>
                    <a:pt x="795" y="1180"/>
                    <a:pt x="835" y="1180"/>
                  </a:cubicBezTo>
                  <a:cubicBezTo>
                    <a:pt x="875" y="1180"/>
                    <a:pt x="909" y="1180"/>
                    <a:pt x="940" y="1162"/>
                  </a:cubicBezTo>
                  <a:cubicBezTo>
                    <a:pt x="1001" y="1125"/>
                    <a:pt x="1001" y="1063"/>
                    <a:pt x="1014" y="1002"/>
                  </a:cubicBezTo>
                  <a:cubicBezTo>
                    <a:pt x="1038" y="928"/>
                    <a:pt x="1100" y="891"/>
                    <a:pt x="1075" y="755"/>
                  </a:cubicBezTo>
                  <a:cubicBezTo>
                    <a:pt x="1063" y="657"/>
                    <a:pt x="1026" y="570"/>
                    <a:pt x="989" y="484"/>
                  </a:cubicBezTo>
                  <a:lnTo>
                    <a:pt x="989" y="459"/>
                  </a:lnTo>
                  <a:cubicBezTo>
                    <a:pt x="1026" y="459"/>
                    <a:pt x="1075" y="447"/>
                    <a:pt x="1100" y="422"/>
                  </a:cubicBezTo>
                  <a:cubicBezTo>
                    <a:pt x="1161" y="373"/>
                    <a:pt x="1198" y="299"/>
                    <a:pt x="1223" y="287"/>
                  </a:cubicBezTo>
                  <a:cubicBezTo>
                    <a:pt x="1260" y="262"/>
                    <a:pt x="1186" y="213"/>
                    <a:pt x="1161" y="213"/>
                  </a:cubicBezTo>
                  <a:cubicBezTo>
                    <a:pt x="1124" y="213"/>
                    <a:pt x="1137" y="213"/>
                    <a:pt x="1149" y="188"/>
                  </a:cubicBezTo>
                  <a:cubicBezTo>
                    <a:pt x="1137" y="139"/>
                    <a:pt x="1112" y="90"/>
                    <a:pt x="1087" y="41"/>
                  </a:cubicBezTo>
                  <a:cubicBezTo>
                    <a:pt x="1047" y="20"/>
                    <a:pt x="1040" y="0"/>
                    <a:pt x="101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8" name="Google Shape;8164;p67">
              <a:extLst>
                <a:ext uri="{FF2B5EF4-FFF2-40B4-BE49-F238E27FC236}">
                  <a16:creationId xmlns:a16="http://schemas.microsoft.com/office/drawing/2014/main" id="{2EBB995F-27FE-EE27-2201-C8D633F5E38B}"/>
                </a:ext>
              </a:extLst>
            </p:cNvPr>
            <p:cNvSpPr/>
            <p:nvPr/>
          </p:nvSpPr>
          <p:spPr>
            <a:xfrm>
              <a:off x="3080400" y="4239175"/>
              <a:ext cx="365975" cy="316825"/>
            </a:xfrm>
            <a:custGeom>
              <a:avLst/>
              <a:gdLst/>
              <a:ahLst/>
              <a:cxnLst/>
              <a:rect l="l" t="t" r="r" b="b"/>
              <a:pathLst>
                <a:path w="14639" h="12673" extrusionOk="0">
                  <a:moveTo>
                    <a:pt x="4177" y="6248"/>
                  </a:moveTo>
                  <a:lnTo>
                    <a:pt x="4177" y="6248"/>
                  </a:lnTo>
                  <a:cubicBezTo>
                    <a:pt x="4177" y="6255"/>
                    <a:pt x="4179" y="6262"/>
                    <a:pt x="4180" y="6262"/>
                  </a:cubicBezTo>
                  <a:cubicBezTo>
                    <a:pt x="4180" y="6262"/>
                    <a:pt x="4180" y="6258"/>
                    <a:pt x="4177" y="6248"/>
                  </a:cubicBezTo>
                  <a:close/>
                  <a:moveTo>
                    <a:pt x="9525" y="1"/>
                  </a:moveTo>
                  <a:cubicBezTo>
                    <a:pt x="9303" y="1"/>
                    <a:pt x="9081" y="13"/>
                    <a:pt x="8859" y="38"/>
                  </a:cubicBezTo>
                  <a:cubicBezTo>
                    <a:pt x="8759" y="60"/>
                    <a:pt x="8790" y="152"/>
                    <a:pt x="8751" y="152"/>
                  </a:cubicBezTo>
                  <a:cubicBezTo>
                    <a:pt x="8747" y="152"/>
                    <a:pt x="8742" y="151"/>
                    <a:pt x="8736" y="148"/>
                  </a:cubicBezTo>
                  <a:cubicBezTo>
                    <a:pt x="8681" y="138"/>
                    <a:pt x="8539" y="58"/>
                    <a:pt x="8482" y="58"/>
                  </a:cubicBezTo>
                  <a:cubicBezTo>
                    <a:pt x="8475" y="58"/>
                    <a:pt x="8469" y="60"/>
                    <a:pt x="8465" y="62"/>
                  </a:cubicBezTo>
                  <a:cubicBezTo>
                    <a:pt x="8440" y="112"/>
                    <a:pt x="8404" y="124"/>
                    <a:pt x="8354" y="124"/>
                  </a:cubicBezTo>
                  <a:cubicBezTo>
                    <a:pt x="8330" y="124"/>
                    <a:pt x="8304" y="123"/>
                    <a:pt x="8281" y="123"/>
                  </a:cubicBezTo>
                  <a:cubicBezTo>
                    <a:pt x="8225" y="123"/>
                    <a:pt x="8187" y="129"/>
                    <a:pt x="8231" y="173"/>
                  </a:cubicBezTo>
                  <a:cubicBezTo>
                    <a:pt x="8293" y="247"/>
                    <a:pt x="8736" y="321"/>
                    <a:pt x="8650" y="321"/>
                  </a:cubicBezTo>
                  <a:cubicBezTo>
                    <a:pt x="8564" y="321"/>
                    <a:pt x="8243" y="420"/>
                    <a:pt x="8157" y="420"/>
                  </a:cubicBezTo>
                  <a:cubicBezTo>
                    <a:pt x="8078" y="420"/>
                    <a:pt x="8268" y="533"/>
                    <a:pt x="8243" y="533"/>
                  </a:cubicBezTo>
                  <a:cubicBezTo>
                    <a:pt x="8241" y="533"/>
                    <a:pt x="8237" y="533"/>
                    <a:pt x="8231" y="530"/>
                  </a:cubicBezTo>
                  <a:cubicBezTo>
                    <a:pt x="8157" y="506"/>
                    <a:pt x="8095" y="469"/>
                    <a:pt x="8046" y="432"/>
                  </a:cubicBezTo>
                  <a:cubicBezTo>
                    <a:pt x="8036" y="421"/>
                    <a:pt x="8017" y="418"/>
                    <a:pt x="7995" y="418"/>
                  </a:cubicBezTo>
                  <a:cubicBezTo>
                    <a:pt x="7947" y="418"/>
                    <a:pt x="7880" y="434"/>
                    <a:pt x="7828" y="434"/>
                  </a:cubicBezTo>
                  <a:cubicBezTo>
                    <a:pt x="7818" y="434"/>
                    <a:pt x="7808" y="433"/>
                    <a:pt x="7800" y="432"/>
                  </a:cubicBezTo>
                  <a:cubicBezTo>
                    <a:pt x="7652" y="358"/>
                    <a:pt x="7492" y="296"/>
                    <a:pt x="7332" y="247"/>
                  </a:cubicBezTo>
                  <a:cubicBezTo>
                    <a:pt x="7316" y="244"/>
                    <a:pt x="7303" y="243"/>
                    <a:pt x="7292" y="243"/>
                  </a:cubicBezTo>
                  <a:cubicBezTo>
                    <a:pt x="7212" y="243"/>
                    <a:pt x="7219" y="309"/>
                    <a:pt x="7122" y="309"/>
                  </a:cubicBezTo>
                  <a:cubicBezTo>
                    <a:pt x="6999" y="309"/>
                    <a:pt x="6617" y="309"/>
                    <a:pt x="6703" y="358"/>
                  </a:cubicBezTo>
                  <a:cubicBezTo>
                    <a:pt x="6888" y="432"/>
                    <a:pt x="7085" y="493"/>
                    <a:pt x="7282" y="506"/>
                  </a:cubicBezTo>
                  <a:cubicBezTo>
                    <a:pt x="7418" y="506"/>
                    <a:pt x="7898" y="567"/>
                    <a:pt x="7923" y="641"/>
                  </a:cubicBezTo>
                  <a:cubicBezTo>
                    <a:pt x="7944" y="716"/>
                    <a:pt x="7947" y="848"/>
                    <a:pt x="7931" y="848"/>
                  </a:cubicBezTo>
                  <a:cubicBezTo>
                    <a:pt x="7929" y="848"/>
                    <a:pt x="7926" y="845"/>
                    <a:pt x="7923" y="838"/>
                  </a:cubicBezTo>
                  <a:cubicBezTo>
                    <a:pt x="7898" y="789"/>
                    <a:pt x="7935" y="703"/>
                    <a:pt x="7775" y="654"/>
                  </a:cubicBezTo>
                  <a:cubicBezTo>
                    <a:pt x="7681" y="625"/>
                    <a:pt x="7604" y="613"/>
                    <a:pt x="7559" y="613"/>
                  </a:cubicBezTo>
                  <a:cubicBezTo>
                    <a:pt x="7527" y="613"/>
                    <a:pt x="7511" y="619"/>
                    <a:pt x="7516" y="629"/>
                  </a:cubicBezTo>
                  <a:cubicBezTo>
                    <a:pt x="7516" y="650"/>
                    <a:pt x="7580" y="762"/>
                    <a:pt x="7559" y="762"/>
                  </a:cubicBezTo>
                  <a:cubicBezTo>
                    <a:pt x="7555" y="762"/>
                    <a:pt x="7550" y="759"/>
                    <a:pt x="7541" y="752"/>
                  </a:cubicBezTo>
                  <a:cubicBezTo>
                    <a:pt x="7479" y="691"/>
                    <a:pt x="7467" y="629"/>
                    <a:pt x="7369" y="592"/>
                  </a:cubicBezTo>
                  <a:cubicBezTo>
                    <a:pt x="7188" y="574"/>
                    <a:pt x="7008" y="563"/>
                    <a:pt x="6832" y="563"/>
                  </a:cubicBezTo>
                  <a:cubicBezTo>
                    <a:pt x="6768" y="563"/>
                    <a:pt x="6704" y="564"/>
                    <a:pt x="6642" y="567"/>
                  </a:cubicBezTo>
                  <a:cubicBezTo>
                    <a:pt x="6580" y="580"/>
                    <a:pt x="6937" y="789"/>
                    <a:pt x="7110" y="875"/>
                  </a:cubicBezTo>
                  <a:cubicBezTo>
                    <a:pt x="7241" y="937"/>
                    <a:pt x="7267" y="961"/>
                    <a:pt x="7248" y="961"/>
                  </a:cubicBezTo>
                  <a:cubicBezTo>
                    <a:pt x="7241" y="961"/>
                    <a:pt x="7226" y="957"/>
                    <a:pt x="7208" y="949"/>
                  </a:cubicBezTo>
                  <a:cubicBezTo>
                    <a:pt x="7141" y="937"/>
                    <a:pt x="7076" y="931"/>
                    <a:pt x="7011" y="931"/>
                  </a:cubicBezTo>
                  <a:cubicBezTo>
                    <a:pt x="6947" y="931"/>
                    <a:pt x="6882" y="937"/>
                    <a:pt x="6814" y="949"/>
                  </a:cubicBezTo>
                  <a:cubicBezTo>
                    <a:pt x="6792" y="972"/>
                    <a:pt x="6830" y="1076"/>
                    <a:pt x="6828" y="1076"/>
                  </a:cubicBezTo>
                  <a:cubicBezTo>
                    <a:pt x="6828" y="1076"/>
                    <a:pt x="6827" y="1075"/>
                    <a:pt x="6826" y="1073"/>
                  </a:cubicBezTo>
                  <a:cubicBezTo>
                    <a:pt x="6814" y="1048"/>
                    <a:pt x="6703" y="962"/>
                    <a:pt x="6715" y="937"/>
                  </a:cubicBezTo>
                  <a:cubicBezTo>
                    <a:pt x="6728" y="900"/>
                    <a:pt x="6863" y="925"/>
                    <a:pt x="6839" y="900"/>
                  </a:cubicBezTo>
                  <a:cubicBezTo>
                    <a:pt x="6765" y="814"/>
                    <a:pt x="6679" y="740"/>
                    <a:pt x="6568" y="703"/>
                  </a:cubicBezTo>
                  <a:cubicBezTo>
                    <a:pt x="6469" y="670"/>
                    <a:pt x="6310" y="643"/>
                    <a:pt x="6219" y="643"/>
                  </a:cubicBezTo>
                  <a:cubicBezTo>
                    <a:pt x="6173" y="643"/>
                    <a:pt x="6145" y="650"/>
                    <a:pt x="6149" y="666"/>
                  </a:cubicBezTo>
                  <a:cubicBezTo>
                    <a:pt x="6210" y="765"/>
                    <a:pt x="6297" y="851"/>
                    <a:pt x="6407" y="888"/>
                  </a:cubicBezTo>
                  <a:cubicBezTo>
                    <a:pt x="6580" y="949"/>
                    <a:pt x="6740" y="1036"/>
                    <a:pt x="6863" y="1171"/>
                  </a:cubicBezTo>
                  <a:cubicBezTo>
                    <a:pt x="6873" y="1219"/>
                    <a:pt x="6830" y="1289"/>
                    <a:pt x="6776" y="1289"/>
                  </a:cubicBezTo>
                  <a:cubicBezTo>
                    <a:pt x="6761" y="1289"/>
                    <a:pt x="6744" y="1283"/>
                    <a:pt x="6728" y="1270"/>
                  </a:cubicBezTo>
                  <a:cubicBezTo>
                    <a:pt x="6617" y="1196"/>
                    <a:pt x="6518" y="1122"/>
                    <a:pt x="6407" y="1060"/>
                  </a:cubicBezTo>
                  <a:cubicBezTo>
                    <a:pt x="6334" y="1036"/>
                    <a:pt x="5717" y="789"/>
                    <a:pt x="5631" y="777"/>
                  </a:cubicBezTo>
                  <a:cubicBezTo>
                    <a:pt x="5594" y="771"/>
                    <a:pt x="5511" y="765"/>
                    <a:pt x="5440" y="765"/>
                  </a:cubicBezTo>
                  <a:cubicBezTo>
                    <a:pt x="5369" y="765"/>
                    <a:pt x="5311" y="771"/>
                    <a:pt x="5323" y="789"/>
                  </a:cubicBezTo>
                  <a:cubicBezTo>
                    <a:pt x="5348" y="838"/>
                    <a:pt x="5434" y="1036"/>
                    <a:pt x="5508" y="1073"/>
                  </a:cubicBezTo>
                  <a:cubicBezTo>
                    <a:pt x="5582" y="1110"/>
                    <a:pt x="5680" y="1183"/>
                    <a:pt x="5594" y="1183"/>
                  </a:cubicBezTo>
                  <a:cubicBezTo>
                    <a:pt x="5537" y="1183"/>
                    <a:pt x="5430" y="1167"/>
                    <a:pt x="5369" y="1167"/>
                  </a:cubicBezTo>
                  <a:cubicBezTo>
                    <a:pt x="5338" y="1167"/>
                    <a:pt x="5319" y="1171"/>
                    <a:pt x="5323" y="1183"/>
                  </a:cubicBezTo>
                  <a:cubicBezTo>
                    <a:pt x="5323" y="1220"/>
                    <a:pt x="5483" y="1282"/>
                    <a:pt x="5520" y="1319"/>
                  </a:cubicBezTo>
                  <a:cubicBezTo>
                    <a:pt x="5534" y="1339"/>
                    <a:pt x="5543" y="1352"/>
                    <a:pt x="5534" y="1352"/>
                  </a:cubicBezTo>
                  <a:cubicBezTo>
                    <a:pt x="5526" y="1352"/>
                    <a:pt x="5505" y="1342"/>
                    <a:pt x="5459" y="1319"/>
                  </a:cubicBezTo>
                  <a:cubicBezTo>
                    <a:pt x="5274" y="1233"/>
                    <a:pt x="5089" y="1147"/>
                    <a:pt x="4892" y="1073"/>
                  </a:cubicBezTo>
                  <a:cubicBezTo>
                    <a:pt x="4855" y="1073"/>
                    <a:pt x="4843" y="1233"/>
                    <a:pt x="4818" y="1245"/>
                  </a:cubicBezTo>
                  <a:cubicBezTo>
                    <a:pt x="4793" y="1257"/>
                    <a:pt x="4756" y="1257"/>
                    <a:pt x="4732" y="1307"/>
                  </a:cubicBezTo>
                  <a:cubicBezTo>
                    <a:pt x="4710" y="1340"/>
                    <a:pt x="4668" y="1472"/>
                    <a:pt x="4650" y="1472"/>
                  </a:cubicBezTo>
                  <a:cubicBezTo>
                    <a:pt x="4648" y="1472"/>
                    <a:pt x="4647" y="1471"/>
                    <a:pt x="4645" y="1467"/>
                  </a:cubicBezTo>
                  <a:cubicBezTo>
                    <a:pt x="4621" y="1393"/>
                    <a:pt x="4633" y="1307"/>
                    <a:pt x="4670" y="1245"/>
                  </a:cubicBezTo>
                  <a:cubicBezTo>
                    <a:pt x="4732" y="1171"/>
                    <a:pt x="4682" y="949"/>
                    <a:pt x="4572" y="925"/>
                  </a:cubicBezTo>
                  <a:cubicBezTo>
                    <a:pt x="4522" y="906"/>
                    <a:pt x="4467" y="897"/>
                    <a:pt x="4410" y="897"/>
                  </a:cubicBezTo>
                  <a:cubicBezTo>
                    <a:pt x="4353" y="897"/>
                    <a:pt x="4294" y="906"/>
                    <a:pt x="4239" y="925"/>
                  </a:cubicBezTo>
                  <a:cubicBezTo>
                    <a:pt x="4066" y="962"/>
                    <a:pt x="3721" y="1023"/>
                    <a:pt x="3561" y="1048"/>
                  </a:cubicBezTo>
                  <a:cubicBezTo>
                    <a:pt x="3401" y="1060"/>
                    <a:pt x="3266" y="1110"/>
                    <a:pt x="3339" y="1122"/>
                  </a:cubicBezTo>
                  <a:cubicBezTo>
                    <a:pt x="3426" y="1122"/>
                    <a:pt x="3500" y="1159"/>
                    <a:pt x="3549" y="1220"/>
                  </a:cubicBezTo>
                  <a:cubicBezTo>
                    <a:pt x="3623" y="1294"/>
                    <a:pt x="3660" y="1294"/>
                    <a:pt x="3734" y="1331"/>
                  </a:cubicBezTo>
                  <a:cubicBezTo>
                    <a:pt x="3795" y="1362"/>
                    <a:pt x="3922" y="1501"/>
                    <a:pt x="3890" y="1501"/>
                  </a:cubicBezTo>
                  <a:cubicBezTo>
                    <a:pt x="3883" y="1501"/>
                    <a:pt x="3869" y="1494"/>
                    <a:pt x="3845" y="1479"/>
                  </a:cubicBezTo>
                  <a:cubicBezTo>
                    <a:pt x="3721" y="1405"/>
                    <a:pt x="3635" y="1418"/>
                    <a:pt x="3561" y="1381"/>
                  </a:cubicBezTo>
                  <a:cubicBezTo>
                    <a:pt x="3487" y="1331"/>
                    <a:pt x="3500" y="1233"/>
                    <a:pt x="3389" y="1208"/>
                  </a:cubicBezTo>
                  <a:cubicBezTo>
                    <a:pt x="3336" y="1199"/>
                    <a:pt x="3282" y="1195"/>
                    <a:pt x="3227" y="1195"/>
                  </a:cubicBezTo>
                  <a:cubicBezTo>
                    <a:pt x="3127" y="1195"/>
                    <a:pt x="3024" y="1209"/>
                    <a:pt x="2921" y="1233"/>
                  </a:cubicBezTo>
                  <a:cubicBezTo>
                    <a:pt x="2810" y="1257"/>
                    <a:pt x="2797" y="1270"/>
                    <a:pt x="2847" y="1331"/>
                  </a:cubicBezTo>
                  <a:cubicBezTo>
                    <a:pt x="2896" y="1405"/>
                    <a:pt x="2908" y="1479"/>
                    <a:pt x="2884" y="1553"/>
                  </a:cubicBezTo>
                  <a:cubicBezTo>
                    <a:pt x="2872" y="1586"/>
                    <a:pt x="2911" y="1719"/>
                    <a:pt x="2866" y="1719"/>
                  </a:cubicBezTo>
                  <a:cubicBezTo>
                    <a:pt x="2860" y="1719"/>
                    <a:pt x="2854" y="1717"/>
                    <a:pt x="2847" y="1713"/>
                  </a:cubicBezTo>
                  <a:cubicBezTo>
                    <a:pt x="2729" y="1671"/>
                    <a:pt x="2602" y="1637"/>
                    <a:pt x="2474" y="1637"/>
                  </a:cubicBezTo>
                  <a:cubicBezTo>
                    <a:pt x="2454" y="1637"/>
                    <a:pt x="2435" y="1638"/>
                    <a:pt x="2415" y="1639"/>
                  </a:cubicBezTo>
                  <a:cubicBezTo>
                    <a:pt x="2354" y="1676"/>
                    <a:pt x="2391" y="1861"/>
                    <a:pt x="2403" y="1886"/>
                  </a:cubicBezTo>
                  <a:cubicBezTo>
                    <a:pt x="2418" y="1900"/>
                    <a:pt x="2415" y="1920"/>
                    <a:pt x="2400" y="1920"/>
                  </a:cubicBezTo>
                  <a:cubicBezTo>
                    <a:pt x="2390" y="1920"/>
                    <a:pt x="2374" y="1911"/>
                    <a:pt x="2354" y="1886"/>
                  </a:cubicBezTo>
                  <a:cubicBezTo>
                    <a:pt x="2308" y="1830"/>
                    <a:pt x="2241" y="1740"/>
                    <a:pt x="2148" y="1740"/>
                  </a:cubicBezTo>
                  <a:cubicBezTo>
                    <a:pt x="2117" y="1740"/>
                    <a:pt x="2083" y="1750"/>
                    <a:pt x="2046" y="1775"/>
                  </a:cubicBezTo>
                  <a:cubicBezTo>
                    <a:pt x="1886" y="1886"/>
                    <a:pt x="1725" y="1997"/>
                    <a:pt x="1553" y="2083"/>
                  </a:cubicBezTo>
                  <a:cubicBezTo>
                    <a:pt x="1454" y="2120"/>
                    <a:pt x="1368" y="2182"/>
                    <a:pt x="1294" y="2243"/>
                  </a:cubicBezTo>
                  <a:cubicBezTo>
                    <a:pt x="1269" y="2268"/>
                    <a:pt x="1368" y="2342"/>
                    <a:pt x="1405" y="2354"/>
                  </a:cubicBezTo>
                  <a:cubicBezTo>
                    <a:pt x="1528" y="2379"/>
                    <a:pt x="1639" y="2403"/>
                    <a:pt x="1762" y="2403"/>
                  </a:cubicBezTo>
                  <a:cubicBezTo>
                    <a:pt x="1857" y="2403"/>
                    <a:pt x="2106" y="2349"/>
                    <a:pt x="2137" y="2349"/>
                  </a:cubicBezTo>
                  <a:cubicBezTo>
                    <a:pt x="2142" y="2349"/>
                    <a:pt x="2141" y="2351"/>
                    <a:pt x="2132" y="2354"/>
                  </a:cubicBezTo>
                  <a:cubicBezTo>
                    <a:pt x="2083" y="2366"/>
                    <a:pt x="1898" y="2440"/>
                    <a:pt x="1910" y="2588"/>
                  </a:cubicBezTo>
                  <a:cubicBezTo>
                    <a:pt x="1922" y="2724"/>
                    <a:pt x="2021" y="2711"/>
                    <a:pt x="1898" y="2835"/>
                  </a:cubicBezTo>
                  <a:cubicBezTo>
                    <a:pt x="1775" y="2945"/>
                    <a:pt x="1701" y="3007"/>
                    <a:pt x="1651" y="3007"/>
                  </a:cubicBezTo>
                  <a:cubicBezTo>
                    <a:pt x="1605" y="3007"/>
                    <a:pt x="1594" y="2986"/>
                    <a:pt x="1570" y="2986"/>
                  </a:cubicBezTo>
                  <a:cubicBezTo>
                    <a:pt x="1562" y="2986"/>
                    <a:pt x="1553" y="2989"/>
                    <a:pt x="1541" y="2995"/>
                  </a:cubicBezTo>
                  <a:cubicBezTo>
                    <a:pt x="1506" y="3003"/>
                    <a:pt x="1477" y="3012"/>
                    <a:pt x="1446" y="3012"/>
                  </a:cubicBezTo>
                  <a:cubicBezTo>
                    <a:pt x="1433" y="3012"/>
                    <a:pt x="1419" y="3011"/>
                    <a:pt x="1405" y="3007"/>
                  </a:cubicBezTo>
                  <a:cubicBezTo>
                    <a:pt x="1379" y="2999"/>
                    <a:pt x="1366" y="2984"/>
                    <a:pt x="1343" y="2984"/>
                  </a:cubicBezTo>
                  <a:cubicBezTo>
                    <a:pt x="1333" y="2984"/>
                    <a:pt x="1322" y="2987"/>
                    <a:pt x="1306" y="2995"/>
                  </a:cubicBezTo>
                  <a:cubicBezTo>
                    <a:pt x="1245" y="3007"/>
                    <a:pt x="1035" y="3032"/>
                    <a:pt x="998" y="3081"/>
                  </a:cubicBezTo>
                  <a:cubicBezTo>
                    <a:pt x="949" y="3143"/>
                    <a:pt x="998" y="3155"/>
                    <a:pt x="887" y="3180"/>
                  </a:cubicBezTo>
                  <a:cubicBezTo>
                    <a:pt x="797" y="3191"/>
                    <a:pt x="448" y="3306"/>
                    <a:pt x="352" y="3306"/>
                  </a:cubicBezTo>
                  <a:cubicBezTo>
                    <a:pt x="344" y="3306"/>
                    <a:pt x="337" y="3305"/>
                    <a:pt x="333" y="3303"/>
                  </a:cubicBezTo>
                  <a:cubicBezTo>
                    <a:pt x="306" y="3289"/>
                    <a:pt x="272" y="3279"/>
                    <a:pt x="244" y="3279"/>
                  </a:cubicBezTo>
                  <a:cubicBezTo>
                    <a:pt x="221" y="3279"/>
                    <a:pt x="203" y="3286"/>
                    <a:pt x="197" y="3303"/>
                  </a:cubicBezTo>
                  <a:cubicBezTo>
                    <a:pt x="185" y="3340"/>
                    <a:pt x="136" y="3389"/>
                    <a:pt x="111" y="3389"/>
                  </a:cubicBezTo>
                  <a:cubicBezTo>
                    <a:pt x="109" y="3388"/>
                    <a:pt x="107" y="3388"/>
                    <a:pt x="104" y="3388"/>
                  </a:cubicBezTo>
                  <a:cubicBezTo>
                    <a:pt x="66" y="3388"/>
                    <a:pt x="3" y="3475"/>
                    <a:pt x="37" y="3475"/>
                  </a:cubicBezTo>
                  <a:cubicBezTo>
                    <a:pt x="87" y="3488"/>
                    <a:pt x="37" y="3574"/>
                    <a:pt x="25" y="3574"/>
                  </a:cubicBezTo>
                  <a:cubicBezTo>
                    <a:pt x="0" y="3574"/>
                    <a:pt x="25" y="3611"/>
                    <a:pt x="74" y="3648"/>
                  </a:cubicBezTo>
                  <a:cubicBezTo>
                    <a:pt x="127" y="3690"/>
                    <a:pt x="144" y="3778"/>
                    <a:pt x="171" y="3778"/>
                  </a:cubicBezTo>
                  <a:cubicBezTo>
                    <a:pt x="175" y="3778"/>
                    <a:pt x="180" y="3776"/>
                    <a:pt x="185" y="3771"/>
                  </a:cubicBezTo>
                  <a:cubicBezTo>
                    <a:pt x="202" y="3754"/>
                    <a:pt x="225" y="3720"/>
                    <a:pt x="257" y="3720"/>
                  </a:cubicBezTo>
                  <a:cubicBezTo>
                    <a:pt x="272" y="3720"/>
                    <a:pt x="289" y="3727"/>
                    <a:pt x="308" y="3746"/>
                  </a:cubicBezTo>
                  <a:cubicBezTo>
                    <a:pt x="354" y="3792"/>
                    <a:pt x="413" y="3817"/>
                    <a:pt x="471" y="3817"/>
                  </a:cubicBezTo>
                  <a:cubicBezTo>
                    <a:pt x="491" y="3817"/>
                    <a:pt x="511" y="3814"/>
                    <a:pt x="530" y="3808"/>
                  </a:cubicBezTo>
                  <a:cubicBezTo>
                    <a:pt x="593" y="3790"/>
                    <a:pt x="656" y="3752"/>
                    <a:pt x="666" y="3752"/>
                  </a:cubicBezTo>
                  <a:cubicBezTo>
                    <a:pt x="670" y="3752"/>
                    <a:pt x="667" y="3758"/>
                    <a:pt x="653" y="3771"/>
                  </a:cubicBezTo>
                  <a:cubicBezTo>
                    <a:pt x="604" y="3820"/>
                    <a:pt x="616" y="3845"/>
                    <a:pt x="690" y="3919"/>
                  </a:cubicBezTo>
                  <a:cubicBezTo>
                    <a:pt x="761" y="3980"/>
                    <a:pt x="882" y="4024"/>
                    <a:pt x="944" y="4024"/>
                  </a:cubicBezTo>
                  <a:cubicBezTo>
                    <a:pt x="957" y="4024"/>
                    <a:pt x="967" y="4022"/>
                    <a:pt x="974" y="4017"/>
                  </a:cubicBezTo>
                  <a:cubicBezTo>
                    <a:pt x="995" y="3996"/>
                    <a:pt x="1007" y="3939"/>
                    <a:pt x="1049" y="3939"/>
                  </a:cubicBezTo>
                  <a:cubicBezTo>
                    <a:pt x="1056" y="3939"/>
                    <a:pt x="1064" y="3940"/>
                    <a:pt x="1072" y="3943"/>
                  </a:cubicBezTo>
                  <a:cubicBezTo>
                    <a:pt x="1128" y="3962"/>
                    <a:pt x="1183" y="3971"/>
                    <a:pt x="1239" y="3971"/>
                  </a:cubicBezTo>
                  <a:cubicBezTo>
                    <a:pt x="1294" y="3971"/>
                    <a:pt x="1350" y="3962"/>
                    <a:pt x="1405" y="3943"/>
                  </a:cubicBezTo>
                  <a:cubicBezTo>
                    <a:pt x="1432" y="3917"/>
                    <a:pt x="1446" y="3871"/>
                    <a:pt x="1479" y="3871"/>
                  </a:cubicBezTo>
                  <a:cubicBezTo>
                    <a:pt x="1492" y="3871"/>
                    <a:pt x="1508" y="3877"/>
                    <a:pt x="1528" y="3894"/>
                  </a:cubicBezTo>
                  <a:cubicBezTo>
                    <a:pt x="1602" y="3956"/>
                    <a:pt x="1688" y="3993"/>
                    <a:pt x="1614" y="4030"/>
                  </a:cubicBezTo>
                  <a:cubicBezTo>
                    <a:pt x="1596" y="4044"/>
                    <a:pt x="1545" y="4048"/>
                    <a:pt x="1481" y="4048"/>
                  </a:cubicBezTo>
                  <a:cubicBezTo>
                    <a:pt x="1412" y="4048"/>
                    <a:pt x="1329" y="4044"/>
                    <a:pt x="1253" y="4044"/>
                  </a:cubicBezTo>
                  <a:cubicBezTo>
                    <a:pt x="1159" y="4044"/>
                    <a:pt x="1076" y="4050"/>
                    <a:pt x="1048" y="4079"/>
                  </a:cubicBezTo>
                  <a:cubicBezTo>
                    <a:pt x="974" y="4141"/>
                    <a:pt x="1331" y="4178"/>
                    <a:pt x="1417" y="4178"/>
                  </a:cubicBezTo>
                  <a:cubicBezTo>
                    <a:pt x="1356" y="4183"/>
                    <a:pt x="1297" y="4186"/>
                    <a:pt x="1239" y="4186"/>
                  </a:cubicBezTo>
                  <a:cubicBezTo>
                    <a:pt x="1157" y="4186"/>
                    <a:pt x="1078" y="4180"/>
                    <a:pt x="998" y="4165"/>
                  </a:cubicBezTo>
                  <a:cubicBezTo>
                    <a:pt x="924" y="4141"/>
                    <a:pt x="851" y="4128"/>
                    <a:pt x="777" y="4128"/>
                  </a:cubicBezTo>
                  <a:cubicBezTo>
                    <a:pt x="703" y="4128"/>
                    <a:pt x="629" y="4141"/>
                    <a:pt x="555" y="4165"/>
                  </a:cubicBezTo>
                  <a:cubicBezTo>
                    <a:pt x="493" y="4190"/>
                    <a:pt x="370" y="4264"/>
                    <a:pt x="481" y="4313"/>
                  </a:cubicBezTo>
                  <a:cubicBezTo>
                    <a:pt x="551" y="4352"/>
                    <a:pt x="592" y="4376"/>
                    <a:pt x="631" y="4376"/>
                  </a:cubicBezTo>
                  <a:cubicBezTo>
                    <a:pt x="653" y="4376"/>
                    <a:pt x="676" y="4368"/>
                    <a:pt x="703" y="4350"/>
                  </a:cubicBezTo>
                  <a:cubicBezTo>
                    <a:pt x="726" y="4327"/>
                    <a:pt x="742" y="4318"/>
                    <a:pt x="751" y="4318"/>
                  </a:cubicBezTo>
                  <a:cubicBezTo>
                    <a:pt x="767" y="4318"/>
                    <a:pt x="763" y="4344"/>
                    <a:pt x="740" y="4375"/>
                  </a:cubicBezTo>
                  <a:cubicBezTo>
                    <a:pt x="715" y="4412"/>
                    <a:pt x="826" y="4461"/>
                    <a:pt x="912" y="4461"/>
                  </a:cubicBezTo>
                  <a:cubicBezTo>
                    <a:pt x="945" y="4465"/>
                    <a:pt x="974" y="4466"/>
                    <a:pt x="1002" y="4466"/>
                  </a:cubicBezTo>
                  <a:cubicBezTo>
                    <a:pt x="1059" y="4466"/>
                    <a:pt x="1113" y="4461"/>
                    <a:pt x="1196" y="4461"/>
                  </a:cubicBezTo>
                  <a:cubicBezTo>
                    <a:pt x="1294" y="4461"/>
                    <a:pt x="1196" y="4486"/>
                    <a:pt x="1122" y="4510"/>
                  </a:cubicBezTo>
                  <a:cubicBezTo>
                    <a:pt x="1035" y="4535"/>
                    <a:pt x="912" y="4523"/>
                    <a:pt x="900" y="4597"/>
                  </a:cubicBezTo>
                  <a:cubicBezTo>
                    <a:pt x="875" y="4670"/>
                    <a:pt x="912" y="4670"/>
                    <a:pt x="1023" y="4732"/>
                  </a:cubicBezTo>
                  <a:cubicBezTo>
                    <a:pt x="1171" y="4806"/>
                    <a:pt x="1331" y="4855"/>
                    <a:pt x="1504" y="4880"/>
                  </a:cubicBezTo>
                  <a:cubicBezTo>
                    <a:pt x="1491" y="4855"/>
                    <a:pt x="1368" y="4757"/>
                    <a:pt x="1417" y="4744"/>
                  </a:cubicBezTo>
                  <a:cubicBezTo>
                    <a:pt x="1423" y="4743"/>
                    <a:pt x="1428" y="4743"/>
                    <a:pt x="1434" y="4743"/>
                  </a:cubicBezTo>
                  <a:cubicBezTo>
                    <a:pt x="1474" y="4743"/>
                    <a:pt x="1498" y="4775"/>
                    <a:pt x="1530" y="4775"/>
                  </a:cubicBezTo>
                  <a:cubicBezTo>
                    <a:pt x="1537" y="4775"/>
                    <a:pt x="1544" y="4773"/>
                    <a:pt x="1553" y="4769"/>
                  </a:cubicBezTo>
                  <a:cubicBezTo>
                    <a:pt x="1581" y="4750"/>
                    <a:pt x="1668" y="4651"/>
                    <a:pt x="1718" y="4651"/>
                  </a:cubicBezTo>
                  <a:cubicBezTo>
                    <a:pt x="1733" y="4651"/>
                    <a:pt x="1744" y="4660"/>
                    <a:pt x="1750" y="4683"/>
                  </a:cubicBezTo>
                  <a:cubicBezTo>
                    <a:pt x="1784" y="4773"/>
                    <a:pt x="1714" y="4832"/>
                    <a:pt x="1750" y="4832"/>
                  </a:cubicBezTo>
                  <a:cubicBezTo>
                    <a:pt x="1753" y="4832"/>
                    <a:pt x="1757" y="4832"/>
                    <a:pt x="1762" y="4831"/>
                  </a:cubicBezTo>
                  <a:cubicBezTo>
                    <a:pt x="1849" y="4806"/>
                    <a:pt x="1922" y="4781"/>
                    <a:pt x="1996" y="4732"/>
                  </a:cubicBezTo>
                  <a:cubicBezTo>
                    <a:pt x="2043" y="4701"/>
                    <a:pt x="2060" y="4675"/>
                    <a:pt x="2076" y="4675"/>
                  </a:cubicBezTo>
                  <a:cubicBezTo>
                    <a:pt x="2085" y="4675"/>
                    <a:pt x="2093" y="4684"/>
                    <a:pt x="2107" y="4707"/>
                  </a:cubicBezTo>
                  <a:cubicBezTo>
                    <a:pt x="2135" y="4735"/>
                    <a:pt x="2151" y="4751"/>
                    <a:pt x="2168" y="4751"/>
                  </a:cubicBezTo>
                  <a:cubicBezTo>
                    <a:pt x="2182" y="4751"/>
                    <a:pt x="2197" y="4741"/>
                    <a:pt x="2218" y="4720"/>
                  </a:cubicBezTo>
                  <a:cubicBezTo>
                    <a:pt x="2269" y="4689"/>
                    <a:pt x="2244" y="4667"/>
                    <a:pt x="2303" y="4667"/>
                  </a:cubicBezTo>
                  <a:cubicBezTo>
                    <a:pt x="2315" y="4667"/>
                    <a:pt x="2332" y="4668"/>
                    <a:pt x="2354" y="4670"/>
                  </a:cubicBezTo>
                  <a:cubicBezTo>
                    <a:pt x="2477" y="4683"/>
                    <a:pt x="2600" y="4720"/>
                    <a:pt x="2723" y="4757"/>
                  </a:cubicBezTo>
                  <a:cubicBezTo>
                    <a:pt x="2797" y="4781"/>
                    <a:pt x="3044" y="4806"/>
                    <a:pt x="3142" y="4892"/>
                  </a:cubicBezTo>
                  <a:cubicBezTo>
                    <a:pt x="3180" y="4922"/>
                    <a:pt x="3195" y="4930"/>
                    <a:pt x="3202" y="4930"/>
                  </a:cubicBezTo>
                  <a:cubicBezTo>
                    <a:pt x="3210" y="4930"/>
                    <a:pt x="3208" y="4920"/>
                    <a:pt x="3218" y="4920"/>
                  </a:cubicBezTo>
                  <a:cubicBezTo>
                    <a:pt x="3226" y="4920"/>
                    <a:pt x="3239" y="4925"/>
                    <a:pt x="3266" y="4942"/>
                  </a:cubicBezTo>
                  <a:cubicBezTo>
                    <a:pt x="3376" y="4991"/>
                    <a:pt x="3463" y="4991"/>
                    <a:pt x="3512" y="5052"/>
                  </a:cubicBezTo>
                  <a:cubicBezTo>
                    <a:pt x="3561" y="5126"/>
                    <a:pt x="3500" y="5188"/>
                    <a:pt x="3500" y="5213"/>
                  </a:cubicBezTo>
                  <a:cubicBezTo>
                    <a:pt x="3537" y="5274"/>
                    <a:pt x="3586" y="5323"/>
                    <a:pt x="3647" y="5360"/>
                  </a:cubicBezTo>
                  <a:cubicBezTo>
                    <a:pt x="3697" y="5410"/>
                    <a:pt x="3808" y="5385"/>
                    <a:pt x="3832" y="5447"/>
                  </a:cubicBezTo>
                  <a:cubicBezTo>
                    <a:pt x="3869" y="5508"/>
                    <a:pt x="3919" y="5582"/>
                    <a:pt x="3968" y="5632"/>
                  </a:cubicBezTo>
                  <a:cubicBezTo>
                    <a:pt x="4005" y="5668"/>
                    <a:pt x="3992" y="5804"/>
                    <a:pt x="4029" y="5878"/>
                  </a:cubicBezTo>
                  <a:cubicBezTo>
                    <a:pt x="4079" y="5964"/>
                    <a:pt x="4153" y="6075"/>
                    <a:pt x="4128" y="6124"/>
                  </a:cubicBezTo>
                  <a:cubicBezTo>
                    <a:pt x="4091" y="6186"/>
                    <a:pt x="4153" y="6211"/>
                    <a:pt x="4177" y="6248"/>
                  </a:cubicBezTo>
                  <a:lnTo>
                    <a:pt x="4177" y="6248"/>
                  </a:lnTo>
                  <a:cubicBezTo>
                    <a:pt x="4177" y="6240"/>
                    <a:pt x="4179" y="6233"/>
                    <a:pt x="4187" y="6233"/>
                  </a:cubicBezTo>
                  <a:cubicBezTo>
                    <a:pt x="4193" y="6233"/>
                    <a:pt x="4201" y="6237"/>
                    <a:pt x="4214" y="6248"/>
                  </a:cubicBezTo>
                  <a:cubicBezTo>
                    <a:pt x="4264" y="6285"/>
                    <a:pt x="4313" y="6309"/>
                    <a:pt x="4288" y="6334"/>
                  </a:cubicBezTo>
                  <a:cubicBezTo>
                    <a:pt x="4264" y="6346"/>
                    <a:pt x="4202" y="6408"/>
                    <a:pt x="4214" y="6432"/>
                  </a:cubicBezTo>
                  <a:cubicBezTo>
                    <a:pt x="4225" y="6465"/>
                    <a:pt x="4207" y="6508"/>
                    <a:pt x="4220" y="6508"/>
                  </a:cubicBezTo>
                  <a:cubicBezTo>
                    <a:pt x="4222" y="6508"/>
                    <a:pt x="4224" y="6508"/>
                    <a:pt x="4227" y="6506"/>
                  </a:cubicBezTo>
                  <a:cubicBezTo>
                    <a:pt x="4246" y="6497"/>
                    <a:pt x="4280" y="6458"/>
                    <a:pt x="4311" y="6458"/>
                  </a:cubicBezTo>
                  <a:cubicBezTo>
                    <a:pt x="4320" y="6458"/>
                    <a:pt x="4329" y="6461"/>
                    <a:pt x="4337" y="6469"/>
                  </a:cubicBezTo>
                  <a:cubicBezTo>
                    <a:pt x="4387" y="6543"/>
                    <a:pt x="4399" y="6630"/>
                    <a:pt x="4374" y="6716"/>
                  </a:cubicBezTo>
                  <a:cubicBezTo>
                    <a:pt x="4337" y="6728"/>
                    <a:pt x="4362" y="6728"/>
                    <a:pt x="4424" y="6753"/>
                  </a:cubicBezTo>
                  <a:cubicBezTo>
                    <a:pt x="4498" y="6777"/>
                    <a:pt x="4461" y="6790"/>
                    <a:pt x="4411" y="6802"/>
                  </a:cubicBezTo>
                  <a:cubicBezTo>
                    <a:pt x="4358" y="6813"/>
                    <a:pt x="4379" y="6908"/>
                    <a:pt x="4353" y="6908"/>
                  </a:cubicBezTo>
                  <a:cubicBezTo>
                    <a:pt x="4349" y="6908"/>
                    <a:pt x="4344" y="6905"/>
                    <a:pt x="4337" y="6901"/>
                  </a:cubicBezTo>
                  <a:cubicBezTo>
                    <a:pt x="4288" y="6876"/>
                    <a:pt x="4288" y="6851"/>
                    <a:pt x="4300" y="6839"/>
                  </a:cubicBezTo>
                  <a:cubicBezTo>
                    <a:pt x="4325" y="6814"/>
                    <a:pt x="4337" y="6814"/>
                    <a:pt x="4300" y="6802"/>
                  </a:cubicBezTo>
                  <a:cubicBezTo>
                    <a:pt x="4290" y="6792"/>
                    <a:pt x="4269" y="6788"/>
                    <a:pt x="4249" y="6788"/>
                  </a:cubicBezTo>
                  <a:cubicBezTo>
                    <a:pt x="4223" y="6788"/>
                    <a:pt x="4200" y="6795"/>
                    <a:pt x="4214" y="6802"/>
                  </a:cubicBezTo>
                  <a:cubicBezTo>
                    <a:pt x="4251" y="6814"/>
                    <a:pt x="4288" y="6851"/>
                    <a:pt x="4264" y="6851"/>
                  </a:cubicBezTo>
                  <a:cubicBezTo>
                    <a:pt x="4227" y="6851"/>
                    <a:pt x="4165" y="6901"/>
                    <a:pt x="4190" y="6913"/>
                  </a:cubicBezTo>
                  <a:cubicBezTo>
                    <a:pt x="4202" y="6938"/>
                    <a:pt x="4313" y="6975"/>
                    <a:pt x="4288" y="6999"/>
                  </a:cubicBezTo>
                  <a:cubicBezTo>
                    <a:pt x="4264" y="7024"/>
                    <a:pt x="4239" y="7073"/>
                    <a:pt x="4300" y="7085"/>
                  </a:cubicBezTo>
                  <a:cubicBezTo>
                    <a:pt x="4350" y="7073"/>
                    <a:pt x="4387" y="7061"/>
                    <a:pt x="4424" y="7024"/>
                  </a:cubicBezTo>
                  <a:lnTo>
                    <a:pt x="4424" y="7024"/>
                  </a:lnTo>
                  <a:cubicBezTo>
                    <a:pt x="4387" y="7061"/>
                    <a:pt x="4362" y="7110"/>
                    <a:pt x="4313" y="7110"/>
                  </a:cubicBezTo>
                  <a:cubicBezTo>
                    <a:pt x="4276" y="7110"/>
                    <a:pt x="4239" y="7089"/>
                    <a:pt x="4218" y="7089"/>
                  </a:cubicBezTo>
                  <a:cubicBezTo>
                    <a:pt x="4210" y="7089"/>
                    <a:pt x="4205" y="7092"/>
                    <a:pt x="4202" y="7098"/>
                  </a:cubicBezTo>
                  <a:cubicBezTo>
                    <a:pt x="4190" y="7122"/>
                    <a:pt x="4227" y="7147"/>
                    <a:pt x="4202" y="7159"/>
                  </a:cubicBezTo>
                  <a:cubicBezTo>
                    <a:pt x="4177" y="7172"/>
                    <a:pt x="4116" y="7196"/>
                    <a:pt x="4140" y="7209"/>
                  </a:cubicBezTo>
                  <a:cubicBezTo>
                    <a:pt x="4177" y="7221"/>
                    <a:pt x="4214" y="7258"/>
                    <a:pt x="4227" y="7295"/>
                  </a:cubicBezTo>
                  <a:cubicBezTo>
                    <a:pt x="4234" y="7316"/>
                    <a:pt x="4245" y="7330"/>
                    <a:pt x="4256" y="7330"/>
                  </a:cubicBezTo>
                  <a:cubicBezTo>
                    <a:pt x="4263" y="7330"/>
                    <a:pt x="4271" y="7323"/>
                    <a:pt x="4276" y="7307"/>
                  </a:cubicBezTo>
                  <a:cubicBezTo>
                    <a:pt x="4280" y="7298"/>
                    <a:pt x="4291" y="7294"/>
                    <a:pt x="4304" y="7294"/>
                  </a:cubicBezTo>
                  <a:cubicBezTo>
                    <a:pt x="4329" y="7294"/>
                    <a:pt x="4363" y="7308"/>
                    <a:pt x="4387" y="7332"/>
                  </a:cubicBezTo>
                  <a:cubicBezTo>
                    <a:pt x="4414" y="7343"/>
                    <a:pt x="4442" y="7349"/>
                    <a:pt x="4469" y="7349"/>
                  </a:cubicBezTo>
                  <a:cubicBezTo>
                    <a:pt x="4501" y="7349"/>
                    <a:pt x="4532" y="7340"/>
                    <a:pt x="4559" y="7320"/>
                  </a:cubicBezTo>
                  <a:cubicBezTo>
                    <a:pt x="4584" y="7295"/>
                    <a:pt x="4559" y="7209"/>
                    <a:pt x="4621" y="7172"/>
                  </a:cubicBezTo>
                  <a:cubicBezTo>
                    <a:pt x="4670" y="7147"/>
                    <a:pt x="4769" y="7159"/>
                    <a:pt x="4707" y="7061"/>
                  </a:cubicBezTo>
                  <a:cubicBezTo>
                    <a:pt x="4658" y="7012"/>
                    <a:pt x="4633" y="6938"/>
                    <a:pt x="4633" y="6851"/>
                  </a:cubicBezTo>
                  <a:cubicBezTo>
                    <a:pt x="4633" y="6840"/>
                    <a:pt x="4634" y="6836"/>
                    <a:pt x="4635" y="6836"/>
                  </a:cubicBezTo>
                  <a:cubicBezTo>
                    <a:pt x="4642" y="6836"/>
                    <a:pt x="4660" y="6932"/>
                    <a:pt x="4670" y="6962"/>
                  </a:cubicBezTo>
                  <a:cubicBezTo>
                    <a:pt x="4695" y="6999"/>
                    <a:pt x="4707" y="7073"/>
                    <a:pt x="4744" y="7085"/>
                  </a:cubicBezTo>
                  <a:cubicBezTo>
                    <a:pt x="4761" y="7091"/>
                    <a:pt x="4781" y="7099"/>
                    <a:pt x="4800" y="7099"/>
                  </a:cubicBezTo>
                  <a:cubicBezTo>
                    <a:pt x="4821" y="7099"/>
                    <a:pt x="4842" y="7088"/>
                    <a:pt x="4855" y="7048"/>
                  </a:cubicBezTo>
                  <a:cubicBezTo>
                    <a:pt x="4861" y="7033"/>
                    <a:pt x="4866" y="7027"/>
                    <a:pt x="4868" y="7027"/>
                  </a:cubicBezTo>
                  <a:cubicBezTo>
                    <a:pt x="4877" y="7027"/>
                    <a:pt x="4867" y="7082"/>
                    <a:pt x="4830" y="7110"/>
                  </a:cubicBezTo>
                  <a:cubicBezTo>
                    <a:pt x="4793" y="7147"/>
                    <a:pt x="4806" y="7209"/>
                    <a:pt x="4756" y="7233"/>
                  </a:cubicBezTo>
                  <a:cubicBezTo>
                    <a:pt x="4732" y="7252"/>
                    <a:pt x="4738" y="7261"/>
                    <a:pt x="4753" y="7261"/>
                  </a:cubicBezTo>
                  <a:cubicBezTo>
                    <a:pt x="4769" y="7261"/>
                    <a:pt x="4793" y="7252"/>
                    <a:pt x="4806" y="7233"/>
                  </a:cubicBezTo>
                  <a:cubicBezTo>
                    <a:pt x="4842" y="7215"/>
                    <a:pt x="4891" y="7204"/>
                    <a:pt x="4939" y="7204"/>
                  </a:cubicBezTo>
                  <a:cubicBezTo>
                    <a:pt x="4957" y="7204"/>
                    <a:pt x="4974" y="7205"/>
                    <a:pt x="4990" y="7209"/>
                  </a:cubicBezTo>
                  <a:cubicBezTo>
                    <a:pt x="4994" y="7209"/>
                    <a:pt x="4998" y="7210"/>
                    <a:pt x="5002" y="7210"/>
                  </a:cubicBezTo>
                  <a:cubicBezTo>
                    <a:pt x="5051" y="7210"/>
                    <a:pt x="5121" y="7158"/>
                    <a:pt x="5138" y="7158"/>
                  </a:cubicBezTo>
                  <a:cubicBezTo>
                    <a:pt x="5143" y="7158"/>
                    <a:pt x="5143" y="7162"/>
                    <a:pt x="5138" y="7172"/>
                  </a:cubicBezTo>
                  <a:cubicBezTo>
                    <a:pt x="5114" y="7221"/>
                    <a:pt x="5151" y="7233"/>
                    <a:pt x="5064" y="7233"/>
                  </a:cubicBezTo>
                  <a:cubicBezTo>
                    <a:pt x="5015" y="7233"/>
                    <a:pt x="4954" y="7246"/>
                    <a:pt x="4917" y="7283"/>
                  </a:cubicBezTo>
                  <a:cubicBezTo>
                    <a:pt x="4878" y="7302"/>
                    <a:pt x="4832" y="7343"/>
                    <a:pt x="4890" y="7343"/>
                  </a:cubicBezTo>
                  <a:cubicBezTo>
                    <a:pt x="4906" y="7343"/>
                    <a:pt x="4930" y="7340"/>
                    <a:pt x="4966" y="7332"/>
                  </a:cubicBezTo>
                  <a:cubicBezTo>
                    <a:pt x="5072" y="7317"/>
                    <a:pt x="5174" y="7306"/>
                    <a:pt x="5213" y="7306"/>
                  </a:cubicBezTo>
                  <a:cubicBezTo>
                    <a:pt x="5238" y="7306"/>
                    <a:pt x="5238" y="7310"/>
                    <a:pt x="5200" y="7320"/>
                  </a:cubicBezTo>
                  <a:cubicBezTo>
                    <a:pt x="5114" y="7332"/>
                    <a:pt x="4954" y="7344"/>
                    <a:pt x="4990" y="7381"/>
                  </a:cubicBezTo>
                  <a:cubicBezTo>
                    <a:pt x="5015" y="7406"/>
                    <a:pt x="5052" y="7406"/>
                    <a:pt x="5077" y="7430"/>
                  </a:cubicBezTo>
                  <a:cubicBezTo>
                    <a:pt x="5089" y="7455"/>
                    <a:pt x="5089" y="7480"/>
                    <a:pt x="5114" y="7517"/>
                  </a:cubicBezTo>
                  <a:cubicBezTo>
                    <a:pt x="5126" y="7541"/>
                    <a:pt x="5126" y="7578"/>
                    <a:pt x="5101" y="7591"/>
                  </a:cubicBezTo>
                  <a:cubicBezTo>
                    <a:pt x="5082" y="7591"/>
                    <a:pt x="5070" y="7622"/>
                    <a:pt x="5085" y="7622"/>
                  </a:cubicBezTo>
                  <a:cubicBezTo>
                    <a:pt x="5089" y="7622"/>
                    <a:pt x="5094" y="7620"/>
                    <a:pt x="5101" y="7615"/>
                  </a:cubicBezTo>
                  <a:cubicBezTo>
                    <a:pt x="5126" y="7591"/>
                    <a:pt x="5175" y="7578"/>
                    <a:pt x="5212" y="7578"/>
                  </a:cubicBezTo>
                  <a:cubicBezTo>
                    <a:pt x="5274" y="7578"/>
                    <a:pt x="5262" y="7591"/>
                    <a:pt x="5274" y="7640"/>
                  </a:cubicBezTo>
                  <a:cubicBezTo>
                    <a:pt x="5286" y="7677"/>
                    <a:pt x="5385" y="7825"/>
                    <a:pt x="5348" y="7837"/>
                  </a:cubicBezTo>
                  <a:cubicBezTo>
                    <a:pt x="5329" y="7849"/>
                    <a:pt x="5308" y="7856"/>
                    <a:pt x="5286" y="7856"/>
                  </a:cubicBezTo>
                  <a:cubicBezTo>
                    <a:pt x="5265" y="7856"/>
                    <a:pt x="5243" y="7849"/>
                    <a:pt x="5225" y="7837"/>
                  </a:cubicBezTo>
                  <a:cubicBezTo>
                    <a:pt x="5126" y="7775"/>
                    <a:pt x="5027" y="7726"/>
                    <a:pt x="4917" y="7689"/>
                  </a:cubicBezTo>
                  <a:cubicBezTo>
                    <a:pt x="4793" y="7665"/>
                    <a:pt x="4682" y="7640"/>
                    <a:pt x="4559" y="7640"/>
                  </a:cubicBezTo>
                  <a:cubicBezTo>
                    <a:pt x="4498" y="7652"/>
                    <a:pt x="4436" y="7665"/>
                    <a:pt x="4547" y="7763"/>
                  </a:cubicBezTo>
                  <a:cubicBezTo>
                    <a:pt x="4658" y="7849"/>
                    <a:pt x="4744" y="7825"/>
                    <a:pt x="4830" y="7874"/>
                  </a:cubicBezTo>
                  <a:cubicBezTo>
                    <a:pt x="4917" y="7936"/>
                    <a:pt x="4966" y="8034"/>
                    <a:pt x="5040" y="8034"/>
                  </a:cubicBezTo>
                  <a:cubicBezTo>
                    <a:pt x="5089" y="8034"/>
                    <a:pt x="5171" y="8012"/>
                    <a:pt x="5231" y="8012"/>
                  </a:cubicBezTo>
                  <a:cubicBezTo>
                    <a:pt x="5262" y="8012"/>
                    <a:pt x="5286" y="8018"/>
                    <a:pt x="5299" y="8034"/>
                  </a:cubicBezTo>
                  <a:cubicBezTo>
                    <a:pt x="5335" y="8059"/>
                    <a:pt x="5385" y="8059"/>
                    <a:pt x="5422" y="8059"/>
                  </a:cubicBezTo>
                  <a:cubicBezTo>
                    <a:pt x="5459" y="8059"/>
                    <a:pt x="5459" y="8170"/>
                    <a:pt x="5422" y="8182"/>
                  </a:cubicBezTo>
                  <a:cubicBezTo>
                    <a:pt x="5372" y="8194"/>
                    <a:pt x="5360" y="8207"/>
                    <a:pt x="5385" y="8244"/>
                  </a:cubicBezTo>
                  <a:cubicBezTo>
                    <a:pt x="5422" y="8281"/>
                    <a:pt x="5471" y="8318"/>
                    <a:pt x="5397" y="8318"/>
                  </a:cubicBezTo>
                  <a:cubicBezTo>
                    <a:pt x="5348" y="8330"/>
                    <a:pt x="5311" y="8379"/>
                    <a:pt x="5323" y="8428"/>
                  </a:cubicBezTo>
                  <a:cubicBezTo>
                    <a:pt x="5323" y="8452"/>
                    <a:pt x="5318" y="8460"/>
                    <a:pt x="5327" y="8460"/>
                  </a:cubicBezTo>
                  <a:cubicBezTo>
                    <a:pt x="5332" y="8460"/>
                    <a:pt x="5342" y="8458"/>
                    <a:pt x="5360" y="8453"/>
                  </a:cubicBezTo>
                  <a:cubicBezTo>
                    <a:pt x="5422" y="8453"/>
                    <a:pt x="5446" y="8490"/>
                    <a:pt x="5385" y="8502"/>
                  </a:cubicBezTo>
                  <a:cubicBezTo>
                    <a:pt x="5357" y="8502"/>
                    <a:pt x="5332" y="8498"/>
                    <a:pt x="5313" y="8498"/>
                  </a:cubicBezTo>
                  <a:cubicBezTo>
                    <a:pt x="5289" y="8498"/>
                    <a:pt x="5274" y="8505"/>
                    <a:pt x="5274" y="8539"/>
                  </a:cubicBezTo>
                  <a:cubicBezTo>
                    <a:pt x="5274" y="8604"/>
                    <a:pt x="5226" y="8679"/>
                    <a:pt x="5240" y="8679"/>
                  </a:cubicBezTo>
                  <a:cubicBezTo>
                    <a:pt x="5242" y="8679"/>
                    <a:pt x="5245" y="8678"/>
                    <a:pt x="5249" y="8675"/>
                  </a:cubicBezTo>
                  <a:cubicBezTo>
                    <a:pt x="5266" y="8664"/>
                    <a:pt x="5290" y="8658"/>
                    <a:pt x="5308" y="8658"/>
                  </a:cubicBezTo>
                  <a:cubicBezTo>
                    <a:pt x="5330" y="8658"/>
                    <a:pt x="5344" y="8667"/>
                    <a:pt x="5323" y="8687"/>
                  </a:cubicBezTo>
                  <a:cubicBezTo>
                    <a:pt x="5286" y="8724"/>
                    <a:pt x="5262" y="8786"/>
                    <a:pt x="5212" y="8786"/>
                  </a:cubicBezTo>
                  <a:cubicBezTo>
                    <a:pt x="5138" y="8786"/>
                    <a:pt x="5064" y="8773"/>
                    <a:pt x="5003" y="8737"/>
                  </a:cubicBezTo>
                  <a:cubicBezTo>
                    <a:pt x="5000" y="8736"/>
                    <a:pt x="4998" y="8736"/>
                    <a:pt x="4995" y="8736"/>
                  </a:cubicBezTo>
                  <a:cubicBezTo>
                    <a:pt x="4950" y="8736"/>
                    <a:pt x="4915" y="8835"/>
                    <a:pt x="4880" y="8835"/>
                  </a:cubicBezTo>
                  <a:cubicBezTo>
                    <a:pt x="4850" y="8835"/>
                    <a:pt x="4829" y="8822"/>
                    <a:pt x="4820" y="8822"/>
                  </a:cubicBezTo>
                  <a:cubicBezTo>
                    <a:pt x="4814" y="8822"/>
                    <a:pt x="4813" y="8828"/>
                    <a:pt x="4818" y="8847"/>
                  </a:cubicBezTo>
                  <a:cubicBezTo>
                    <a:pt x="4830" y="8884"/>
                    <a:pt x="4867" y="8872"/>
                    <a:pt x="4892" y="8909"/>
                  </a:cubicBezTo>
                  <a:cubicBezTo>
                    <a:pt x="4901" y="8937"/>
                    <a:pt x="4959" y="8971"/>
                    <a:pt x="4982" y="8971"/>
                  </a:cubicBezTo>
                  <a:cubicBezTo>
                    <a:pt x="4990" y="8971"/>
                    <a:pt x="4994" y="8968"/>
                    <a:pt x="4990" y="8958"/>
                  </a:cubicBezTo>
                  <a:cubicBezTo>
                    <a:pt x="4983" y="8935"/>
                    <a:pt x="4970" y="8926"/>
                    <a:pt x="4980" y="8926"/>
                  </a:cubicBezTo>
                  <a:cubicBezTo>
                    <a:pt x="4987" y="8926"/>
                    <a:pt x="5000" y="8929"/>
                    <a:pt x="5027" y="8934"/>
                  </a:cubicBezTo>
                  <a:cubicBezTo>
                    <a:pt x="5055" y="8939"/>
                    <a:pt x="5073" y="8945"/>
                    <a:pt x="5088" y="8945"/>
                  </a:cubicBezTo>
                  <a:cubicBezTo>
                    <a:pt x="5107" y="8945"/>
                    <a:pt x="5123" y="8936"/>
                    <a:pt x="5151" y="8909"/>
                  </a:cubicBezTo>
                  <a:cubicBezTo>
                    <a:pt x="5181" y="8879"/>
                    <a:pt x="5220" y="8857"/>
                    <a:pt x="5260" y="8857"/>
                  </a:cubicBezTo>
                  <a:cubicBezTo>
                    <a:pt x="5269" y="8857"/>
                    <a:pt x="5277" y="8858"/>
                    <a:pt x="5286" y="8860"/>
                  </a:cubicBezTo>
                  <a:cubicBezTo>
                    <a:pt x="5323" y="8860"/>
                    <a:pt x="5360" y="8872"/>
                    <a:pt x="5299" y="8872"/>
                  </a:cubicBezTo>
                  <a:cubicBezTo>
                    <a:pt x="5237" y="8884"/>
                    <a:pt x="5188" y="8934"/>
                    <a:pt x="5237" y="8934"/>
                  </a:cubicBezTo>
                  <a:cubicBezTo>
                    <a:pt x="5286" y="8946"/>
                    <a:pt x="5323" y="8983"/>
                    <a:pt x="5286" y="8995"/>
                  </a:cubicBezTo>
                  <a:cubicBezTo>
                    <a:pt x="5249" y="9008"/>
                    <a:pt x="5323" y="9008"/>
                    <a:pt x="5372" y="9020"/>
                  </a:cubicBezTo>
                  <a:cubicBezTo>
                    <a:pt x="5409" y="9032"/>
                    <a:pt x="5570" y="9069"/>
                    <a:pt x="5483" y="9069"/>
                  </a:cubicBezTo>
                  <a:cubicBezTo>
                    <a:pt x="5449" y="9063"/>
                    <a:pt x="5420" y="9055"/>
                    <a:pt x="5408" y="9055"/>
                  </a:cubicBezTo>
                  <a:cubicBezTo>
                    <a:pt x="5393" y="9055"/>
                    <a:pt x="5400" y="9066"/>
                    <a:pt x="5446" y="9106"/>
                  </a:cubicBezTo>
                  <a:cubicBezTo>
                    <a:pt x="5513" y="9163"/>
                    <a:pt x="5573" y="9221"/>
                    <a:pt x="5556" y="9221"/>
                  </a:cubicBezTo>
                  <a:cubicBezTo>
                    <a:pt x="5551" y="9221"/>
                    <a:pt x="5540" y="9216"/>
                    <a:pt x="5520" y="9205"/>
                  </a:cubicBezTo>
                  <a:cubicBezTo>
                    <a:pt x="5459" y="9155"/>
                    <a:pt x="5385" y="9106"/>
                    <a:pt x="5335" y="9045"/>
                  </a:cubicBezTo>
                  <a:cubicBezTo>
                    <a:pt x="5299" y="9020"/>
                    <a:pt x="5249" y="9008"/>
                    <a:pt x="5212" y="9008"/>
                  </a:cubicBezTo>
                  <a:lnTo>
                    <a:pt x="5040" y="9008"/>
                  </a:lnTo>
                  <a:cubicBezTo>
                    <a:pt x="5031" y="9009"/>
                    <a:pt x="5023" y="9010"/>
                    <a:pt x="5015" y="9010"/>
                  </a:cubicBezTo>
                  <a:cubicBezTo>
                    <a:pt x="4970" y="9010"/>
                    <a:pt x="4945" y="8983"/>
                    <a:pt x="4892" y="8983"/>
                  </a:cubicBezTo>
                  <a:cubicBezTo>
                    <a:pt x="4818" y="8983"/>
                    <a:pt x="4818" y="9057"/>
                    <a:pt x="4793" y="9094"/>
                  </a:cubicBezTo>
                  <a:cubicBezTo>
                    <a:pt x="4769" y="9118"/>
                    <a:pt x="4695" y="9131"/>
                    <a:pt x="4682" y="9168"/>
                  </a:cubicBezTo>
                  <a:cubicBezTo>
                    <a:pt x="4682" y="9201"/>
                    <a:pt x="4662" y="9256"/>
                    <a:pt x="4696" y="9256"/>
                  </a:cubicBezTo>
                  <a:cubicBezTo>
                    <a:pt x="4699" y="9256"/>
                    <a:pt x="4703" y="9255"/>
                    <a:pt x="4707" y="9254"/>
                  </a:cubicBezTo>
                  <a:cubicBezTo>
                    <a:pt x="4781" y="9217"/>
                    <a:pt x="4855" y="9168"/>
                    <a:pt x="4929" y="9118"/>
                  </a:cubicBezTo>
                  <a:cubicBezTo>
                    <a:pt x="4949" y="9098"/>
                    <a:pt x="4970" y="9035"/>
                    <a:pt x="4976" y="9035"/>
                  </a:cubicBezTo>
                  <a:cubicBezTo>
                    <a:pt x="4977" y="9035"/>
                    <a:pt x="4978" y="9038"/>
                    <a:pt x="4978" y="9045"/>
                  </a:cubicBezTo>
                  <a:cubicBezTo>
                    <a:pt x="4978" y="9082"/>
                    <a:pt x="4978" y="9094"/>
                    <a:pt x="5015" y="9094"/>
                  </a:cubicBezTo>
                  <a:cubicBezTo>
                    <a:pt x="5034" y="9094"/>
                    <a:pt x="5049" y="9088"/>
                    <a:pt x="5061" y="9088"/>
                  </a:cubicBezTo>
                  <a:cubicBezTo>
                    <a:pt x="5074" y="9088"/>
                    <a:pt x="5083" y="9094"/>
                    <a:pt x="5089" y="9118"/>
                  </a:cubicBezTo>
                  <a:cubicBezTo>
                    <a:pt x="5098" y="9146"/>
                    <a:pt x="5135" y="9181"/>
                    <a:pt x="5153" y="9181"/>
                  </a:cubicBezTo>
                  <a:cubicBezTo>
                    <a:pt x="5159" y="9181"/>
                    <a:pt x="5163" y="9177"/>
                    <a:pt x="5163" y="9168"/>
                  </a:cubicBezTo>
                  <a:cubicBezTo>
                    <a:pt x="5174" y="9146"/>
                    <a:pt x="5156" y="9104"/>
                    <a:pt x="5186" y="9104"/>
                  </a:cubicBezTo>
                  <a:cubicBezTo>
                    <a:pt x="5190" y="9104"/>
                    <a:pt x="5195" y="9105"/>
                    <a:pt x="5200" y="9106"/>
                  </a:cubicBezTo>
                  <a:cubicBezTo>
                    <a:pt x="5237" y="9106"/>
                    <a:pt x="5212" y="9118"/>
                    <a:pt x="5249" y="9155"/>
                  </a:cubicBezTo>
                  <a:cubicBezTo>
                    <a:pt x="5272" y="9171"/>
                    <a:pt x="5286" y="9181"/>
                    <a:pt x="5298" y="9181"/>
                  </a:cubicBezTo>
                  <a:cubicBezTo>
                    <a:pt x="5306" y="9181"/>
                    <a:pt x="5314" y="9177"/>
                    <a:pt x="5323" y="9168"/>
                  </a:cubicBezTo>
                  <a:cubicBezTo>
                    <a:pt x="5329" y="9158"/>
                    <a:pt x="5337" y="9154"/>
                    <a:pt x="5344" y="9154"/>
                  </a:cubicBezTo>
                  <a:cubicBezTo>
                    <a:pt x="5367" y="9154"/>
                    <a:pt x="5394" y="9186"/>
                    <a:pt x="5422" y="9205"/>
                  </a:cubicBezTo>
                  <a:cubicBezTo>
                    <a:pt x="5443" y="9219"/>
                    <a:pt x="5452" y="9225"/>
                    <a:pt x="5446" y="9225"/>
                  </a:cubicBezTo>
                  <a:cubicBezTo>
                    <a:pt x="5442" y="9225"/>
                    <a:pt x="5430" y="9222"/>
                    <a:pt x="5409" y="9217"/>
                  </a:cubicBezTo>
                  <a:cubicBezTo>
                    <a:pt x="5360" y="9217"/>
                    <a:pt x="5385" y="9254"/>
                    <a:pt x="5422" y="9254"/>
                  </a:cubicBezTo>
                  <a:cubicBezTo>
                    <a:pt x="5451" y="9254"/>
                    <a:pt x="5505" y="9286"/>
                    <a:pt x="5480" y="9286"/>
                  </a:cubicBezTo>
                  <a:cubicBezTo>
                    <a:pt x="5474" y="9286"/>
                    <a:pt x="5464" y="9284"/>
                    <a:pt x="5446" y="9279"/>
                  </a:cubicBezTo>
                  <a:cubicBezTo>
                    <a:pt x="5372" y="9266"/>
                    <a:pt x="5323" y="9266"/>
                    <a:pt x="5299" y="9242"/>
                  </a:cubicBezTo>
                  <a:cubicBezTo>
                    <a:pt x="5275" y="9226"/>
                    <a:pt x="5251" y="9194"/>
                    <a:pt x="5233" y="9194"/>
                  </a:cubicBezTo>
                  <a:cubicBezTo>
                    <a:pt x="5224" y="9194"/>
                    <a:pt x="5217" y="9203"/>
                    <a:pt x="5212" y="9229"/>
                  </a:cubicBezTo>
                  <a:cubicBezTo>
                    <a:pt x="5212" y="9258"/>
                    <a:pt x="5207" y="9268"/>
                    <a:pt x="5201" y="9268"/>
                  </a:cubicBezTo>
                  <a:cubicBezTo>
                    <a:pt x="5195" y="9268"/>
                    <a:pt x="5188" y="9255"/>
                    <a:pt x="5188" y="9242"/>
                  </a:cubicBezTo>
                  <a:cubicBezTo>
                    <a:pt x="5188" y="9227"/>
                    <a:pt x="5183" y="9221"/>
                    <a:pt x="5172" y="9221"/>
                  </a:cubicBezTo>
                  <a:cubicBezTo>
                    <a:pt x="5165" y="9221"/>
                    <a:pt x="5154" y="9224"/>
                    <a:pt x="5138" y="9229"/>
                  </a:cubicBezTo>
                  <a:cubicBezTo>
                    <a:pt x="5136" y="9231"/>
                    <a:pt x="5133" y="9231"/>
                    <a:pt x="5131" y="9231"/>
                  </a:cubicBezTo>
                  <a:cubicBezTo>
                    <a:pt x="5111" y="9231"/>
                    <a:pt x="5096" y="9192"/>
                    <a:pt x="5052" y="9192"/>
                  </a:cubicBezTo>
                  <a:cubicBezTo>
                    <a:pt x="5019" y="9192"/>
                    <a:pt x="4970" y="9176"/>
                    <a:pt x="4930" y="9176"/>
                  </a:cubicBezTo>
                  <a:cubicBezTo>
                    <a:pt x="4910" y="9176"/>
                    <a:pt x="4892" y="9180"/>
                    <a:pt x="4880" y="9192"/>
                  </a:cubicBezTo>
                  <a:cubicBezTo>
                    <a:pt x="4830" y="9229"/>
                    <a:pt x="4633" y="9291"/>
                    <a:pt x="4633" y="9328"/>
                  </a:cubicBezTo>
                  <a:cubicBezTo>
                    <a:pt x="4633" y="9359"/>
                    <a:pt x="4616" y="9408"/>
                    <a:pt x="4640" y="9408"/>
                  </a:cubicBezTo>
                  <a:cubicBezTo>
                    <a:pt x="4644" y="9408"/>
                    <a:pt x="4650" y="9406"/>
                    <a:pt x="4658" y="9402"/>
                  </a:cubicBezTo>
                  <a:cubicBezTo>
                    <a:pt x="4695" y="9377"/>
                    <a:pt x="4867" y="9390"/>
                    <a:pt x="4917" y="9365"/>
                  </a:cubicBezTo>
                  <a:cubicBezTo>
                    <a:pt x="4954" y="9353"/>
                    <a:pt x="4994" y="9346"/>
                    <a:pt x="5034" y="9346"/>
                  </a:cubicBezTo>
                  <a:cubicBezTo>
                    <a:pt x="5074" y="9346"/>
                    <a:pt x="5114" y="9353"/>
                    <a:pt x="5151" y="9365"/>
                  </a:cubicBezTo>
                  <a:cubicBezTo>
                    <a:pt x="5184" y="9387"/>
                    <a:pt x="5218" y="9440"/>
                    <a:pt x="5280" y="9440"/>
                  </a:cubicBezTo>
                  <a:cubicBezTo>
                    <a:pt x="5286" y="9440"/>
                    <a:pt x="5292" y="9440"/>
                    <a:pt x="5299" y="9439"/>
                  </a:cubicBezTo>
                  <a:cubicBezTo>
                    <a:pt x="5311" y="9437"/>
                    <a:pt x="5321" y="9436"/>
                    <a:pt x="5330" y="9436"/>
                  </a:cubicBezTo>
                  <a:cubicBezTo>
                    <a:pt x="5380" y="9436"/>
                    <a:pt x="5364" y="9463"/>
                    <a:pt x="5311" y="9463"/>
                  </a:cubicBezTo>
                  <a:cubicBezTo>
                    <a:pt x="5262" y="9463"/>
                    <a:pt x="5200" y="9451"/>
                    <a:pt x="5163" y="9402"/>
                  </a:cubicBezTo>
                  <a:cubicBezTo>
                    <a:pt x="5115" y="9378"/>
                    <a:pt x="5062" y="9364"/>
                    <a:pt x="5011" y="9364"/>
                  </a:cubicBezTo>
                  <a:cubicBezTo>
                    <a:pt x="4983" y="9364"/>
                    <a:pt x="4955" y="9368"/>
                    <a:pt x="4929" y="9377"/>
                  </a:cubicBezTo>
                  <a:cubicBezTo>
                    <a:pt x="4830" y="9390"/>
                    <a:pt x="4744" y="9414"/>
                    <a:pt x="4658" y="9451"/>
                  </a:cubicBezTo>
                  <a:cubicBezTo>
                    <a:pt x="4621" y="9488"/>
                    <a:pt x="4658" y="9550"/>
                    <a:pt x="4719" y="9550"/>
                  </a:cubicBezTo>
                  <a:cubicBezTo>
                    <a:pt x="4793" y="9550"/>
                    <a:pt x="4867" y="9550"/>
                    <a:pt x="4941" y="9562"/>
                  </a:cubicBezTo>
                  <a:cubicBezTo>
                    <a:pt x="4892" y="9562"/>
                    <a:pt x="4892" y="9599"/>
                    <a:pt x="4867" y="9624"/>
                  </a:cubicBezTo>
                  <a:cubicBezTo>
                    <a:pt x="4843" y="9648"/>
                    <a:pt x="4756" y="9661"/>
                    <a:pt x="4732" y="9685"/>
                  </a:cubicBezTo>
                  <a:cubicBezTo>
                    <a:pt x="4695" y="9698"/>
                    <a:pt x="4695" y="9735"/>
                    <a:pt x="4781" y="9735"/>
                  </a:cubicBezTo>
                  <a:cubicBezTo>
                    <a:pt x="4867" y="9735"/>
                    <a:pt x="4904" y="9759"/>
                    <a:pt x="4830" y="9759"/>
                  </a:cubicBezTo>
                  <a:cubicBezTo>
                    <a:pt x="4812" y="9759"/>
                    <a:pt x="4791" y="9758"/>
                    <a:pt x="4770" y="9758"/>
                  </a:cubicBezTo>
                  <a:cubicBezTo>
                    <a:pt x="4709" y="9758"/>
                    <a:pt x="4649" y="9765"/>
                    <a:pt x="4658" y="9821"/>
                  </a:cubicBezTo>
                  <a:cubicBezTo>
                    <a:pt x="4658" y="9898"/>
                    <a:pt x="4678" y="9946"/>
                    <a:pt x="4717" y="9946"/>
                  </a:cubicBezTo>
                  <a:cubicBezTo>
                    <a:pt x="4722" y="9946"/>
                    <a:pt x="4727" y="9945"/>
                    <a:pt x="4732" y="9944"/>
                  </a:cubicBezTo>
                  <a:cubicBezTo>
                    <a:pt x="4781" y="9919"/>
                    <a:pt x="4978" y="9747"/>
                    <a:pt x="5089" y="9661"/>
                  </a:cubicBezTo>
                  <a:cubicBezTo>
                    <a:pt x="5163" y="9587"/>
                    <a:pt x="5262" y="9537"/>
                    <a:pt x="5372" y="9525"/>
                  </a:cubicBezTo>
                  <a:cubicBezTo>
                    <a:pt x="5471" y="9525"/>
                    <a:pt x="5545" y="9550"/>
                    <a:pt x="5422" y="9550"/>
                  </a:cubicBezTo>
                  <a:cubicBezTo>
                    <a:pt x="5311" y="9550"/>
                    <a:pt x="5262" y="9587"/>
                    <a:pt x="5360" y="9587"/>
                  </a:cubicBezTo>
                  <a:cubicBezTo>
                    <a:pt x="5471" y="9587"/>
                    <a:pt x="5520" y="9611"/>
                    <a:pt x="5372" y="9611"/>
                  </a:cubicBezTo>
                  <a:cubicBezTo>
                    <a:pt x="5237" y="9611"/>
                    <a:pt x="4855" y="9858"/>
                    <a:pt x="4769" y="9969"/>
                  </a:cubicBezTo>
                  <a:cubicBezTo>
                    <a:pt x="4733" y="10015"/>
                    <a:pt x="4735" y="10029"/>
                    <a:pt x="4755" y="10029"/>
                  </a:cubicBezTo>
                  <a:cubicBezTo>
                    <a:pt x="4782" y="10029"/>
                    <a:pt x="4844" y="10001"/>
                    <a:pt x="4880" y="9993"/>
                  </a:cubicBezTo>
                  <a:cubicBezTo>
                    <a:pt x="4932" y="9993"/>
                    <a:pt x="5067" y="9966"/>
                    <a:pt x="5073" y="9966"/>
                  </a:cubicBezTo>
                  <a:cubicBezTo>
                    <a:pt x="5074" y="9966"/>
                    <a:pt x="5071" y="9967"/>
                    <a:pt x="5064" y="9969"/>
                  </a:cubicBezTo>
                  <a:cubicBezTo>
                    <a:pt x="5027" y="9993"/>
                    <a:pt x="4990" y="10018"/>
                    <a:pt x="4941" y="10030"/>
                  </a:cubicBezTo>
                  <a:cubicBezTo>
                    <a:pt x="4892" y="10043"/>
                    <a:pt x="4843" y="10018"/>
                    <a:pt x="4855" y="10080"/>
                  </a:cubicBezTo>
                  <a:cubicBezTo>
                    <a:pt x="4876" y="10122"/>
                    <a:pt x="4925" y="10237"/>
                    <a:pt x="4954" y="10237"/>
                  </a:cubicBezTo>
                  <a:cubicBezTo>
                    <a:pt x="4958" y="10237"/>
                    <a:pt x="4962" y="10234"/>
                    <a:pt x="4966" y="10227"/>
                  </a:cubicBezTo>
                  <a:cubicBezTo>
                    <a:pt x="5003" y="10190"/>
                    <a:pt x="5089" y="10092"/>
                    <a:pt x="5126" y="10080"/>
                  </a:cubicBezTo>
                  <a:cubicBezTo>
                    <a:pt x="5200" y="10080"/>
                    <a:pt x="5262" y="10080"/>
                    <a:pt x="5335" y="10092"/>
                  </a:cubicBezTo>
                  <a:lnTo>
                    <a:pt x="5126" y="10092"/>
                  </a:lnTo>
                  <a:cubicBezTo>
                    <a:pt x="5101" y="10092"/>
                    <a:pt x="4978" y="10203"/>
                    <a:pt x="4978" y="10240"/>
                  </a:cubicBezTo>
                  <a:cubicBezTo>
                    <a:pt x="4978" y="10277"/>
                    <a:pt x="4978" y="10252"/>
                    <a:pt x="4990" y="10301"/>
                  </a:cubicBezTo>
                  <a:cubicBezTo>
                    <a:pt x="5003" y="10363"/>
                    <a:pt x="5003" y="10449"/>
                    <a:pt x="5027" y="10486"/>
                  </a:cubicBezTo>
                  <a:cubicBezTo>
                    <a:pt x="5033" y="10509"/>
                    <a:pt x="5047" y="10519"/>
                    <a:pt x="5062" y="10519"/>
                  </a:cubicBezTo>
                  <a:cubicBezTo>
                    <a:pt x="5080" y="10519"/>
                    <a:pt x="5101" y="10506"/>
                    <a:pt x="5114" y="10486"/>
                  </a:cubicBezTo>
                  <a:cubicBezTo>
                    <a:pt x="5122" y="10477"/>
                    <a:pt x="5128" y="10473"/>
                    <a:pt x="5131" y="10473"/>
                  </a:cubicBezTo>
                  <a:cubicBezTo>
                    <a:pt x="5135" y="10473"/>
                    <a:pt x="5130" y="10487"/>
                    <a:pt x="5114" y="10511"/>
                  </a:cubicBezTo>
                  <a:cubicBezTo>
                    <a:pt x="5091" y="10545"/>
                    <a:pt x="5038" y="10763"/>
                    <a:pt x="5066" y="10763"/>
                  </a:cubicBezTo>
                  <a:cubicBezTo>
                    <a:pt x="5069" y="10763"/>
                    <a:pt x="5072" y="10761"/>
                    <a:pt x="5077" y="10757"/>
                  </a:cubicBezTo>
                  <a:cubicBezTo>
                    <a:pt x="5114" y="10720"/>
                    <a:pt x="5188" y="10597"/>
                    <a:pt x="5237" y="10572"/>
                  </a:cubicBezTo>
                  <a:cubicBezTo>
                    <a:pt x="5248" y="10570"/>
                    <a:pt x="5254" y="10568"/>
                    <a:pt x="5257" y="10568"/>
                  </a:cubicBezTo>
                  <a:cubicBezTo>
                    <a:pt x="5267" y="10568"/>
                    <a:pt x="5240" y="10586"/>
                    <a:pt x="5249" y="10634"/>
                  </a:cubicBezTo>
                  <a:cubicBezTo>
                    <a:pt x="5259" y="10683"/>
                    <a:pt x="5269" y="10747"/>
                    <a:pt x="5291" y="10747"/>
                  </a:cubicBezTo>
                  <a:cubicBezTo>
                    <a:pt x="5297" y="10747"/>
                    <a:pt x="5303" y="10743"/>
                    <a:pt x="5311" y="10733"/>
                  </a:cubicBezTo>
                  <a:cubicBezTo>
                    <a:pt x="5335" y="10671"/>
                    <a:pt x="5372" y="10696"/>
                    <a:pt x="5372" y="10659"/>
                  </a:cubicBezTo>
                  <a:cubicBezTo>
                    <a:pt x="5372" y="10622"/>
                    <a:pt x="5434" y="10609"/>
                    <a:pt x="5360" y="10498"/>
                  </a:cubicBezTo>
                  <a:cubicBezTo>
                    <a:pt x="5306" y="10437"/>
                    <a:pt x="5277" y="10390"/>
                    <a:pt x="5283" y="10390"/>
                  </a:cubicBezTo>
                  <a:cubicBezTo>
                    <a:pt x="5286" y="10390"/>
                    <a:pt x="5303" y="10407"/>
                    <a:pt x="5335" y="10449"/>
                  </a:cubicBezTo>
                  <a:cubicBezTo>
                    <a:pt x="5392" y="10534"/>
                    <a:pt x="5412" y="10590"/>
                    <a:pt x="5430" y="10590"/>
                  </a:cubicBezTo>
                  <a:cubicBezTo>
                    <a:pt x="5435" y="10590"/>
                    <a:pt x="5441" y="10584"/>
                    <a:pt x="5446" y="10572"/>
                  </a:cubicBezTo>
                  <a:cubicBezTo>
                    <a:pt x="5471" y="10540"/>
                    <a:pt x="5490" y="10523"/>
                    <a:pt x="5497" y="10523"/>
                  </a:cubicBezTo>
                  <a:cubicBezTo>
                    <a:pt x="5500" y="10523"/>
                    <a:pt x="5500" y="10527"/>
                    <a:pt x="5496" y="10535"/>
                  </a:cubicBezTo>
                  <a:cubicBezTo>
                    <a:pt x="5484" y="10547"/>
                    <a:pt x="5586" y="10713"/>
                    <a:pt x="5585" y="10713"/>
                  </a:cubicBezTo>
                  <a:cubicBezTo>
                    <a:pt x="5585" y="10713"/>
                    <a:pt x="5584" y="10711"/>
                    <a:pt x="5582" y="10708"/>
                  </a:cubicBezTo>
                  <a:cubicBezTo>
                    <a:pt x="5545" y="10683"/>
                    <a:pt x="5545" y="10671"/>
                    <a:pt x="5508" y="10646"/>
                  </a:cubicBezTo>
                  <a:cubicBezTo>
                    <a:pt x="5500" y="10639"/>
                    <a:pt x="5492" y="10634"/>
                    <a:pt x="5485" y="10634"/>
                  </a:cubicBezTo>
                  <a:cubicBezTo>
                    <a:pt x="5470" y="10634"/>
                    <a:pt x="5459" y="10654"/>
                    <a:pt x="5459" y="10696"/>
                  </a:cubicBezTo>
                  <a:cubicBezTo>
                    <a:pt x="5459" y="10757"/>
                    <a:pt x="5520" y="10880"/>
                    <a:pt x="5496" y="10930"/>
                  </a:cubicBezTo>
                  <a:cubicBezTo>
                    <a:pt x="5485" y="10946"/>
                    <a:pt x="5479" y="10955"/>
                    <a:pt x="5475" y="10955"/>
                  </a:cubicBezTo>
                  <a:cubicBezTo>
                    <a:pt x="5471" y="10955"/>
                    <a:pt x="5471" y="10940"/>
                    <a:pt x="5471" y="10905"/>
                  </a:cubicBezTo>
                  <a:cubicBezTo>
                    <a:pt x="5471" y="10847"/>
                    <a:pt x="5482" y="10768"/>
                    <a:pt x="5433" y="10768"/>
                  </a:cubicBezTo>
                  <a:cubicBezTo>
                    <a:pt x="5429" y="10768"/>
                    <a:pt x="5426" y="10769"/>
                    <a:pt x="5422" y="10770"/>
                  </a:cubicBezTo>
                  <a:cubicBezTo>
                    <a:pt x="5385" y="10794"/>
                    <a:pt x="5348" y="10806"/>
                    <a:pt x="5323" y="10831"/>
                  </a:cubicBezTo>
                  <a:cubicBezTo>
                    <a:pt x="5274" y="10856"/>
                    <a:pt x="5212" y="10991"/>
                    <a:pt x="5200" y="11028"/>
                  </a:cubicBezTo>
                  <a:cubicBezTo>
                    <a:pt x="5200" y="11052"/>
                    <a:pt x="5236" y="11066"/>
                    <a:pt x="5271" y="11066"/>
                  </a:cubicBezTo>
                  <a:cubicBezTo>
                    <a:pt x="5291" y="11066"/>
                    <a:pt x="5310" y="11062"/>
                    <a:pt x="5323" y="11053"/>
                  </a:cubicBezTo>
                  <a:cubicBezTo>
                    <a:pt x="5325" y="11052"/>
                    <a:pt x="5327" y="11052"/>
                    <a:pt x="5329" y="11052"/>
                  </a:cubicBezTo>
                  <a:cubicBezTo>
                    <a:pt x="5365" y="11052"/>
                    <a:pt x="5286" y="11178"/>
                    <a:pt x="5286" y="11213"/>
                  </a:cubicBezTo>
                  <a:cubicBezTo>
                    <a:pt x="5288" y="11218"/>
                    <a:pt x="5290" y="11220"/>
                    <a:pt x="5293" y="11220"/>
                  </a:cubicBezTo>
                  <a:cubicBezTo>
                    <a:pt x="5308" y="11220"/>
                    <a:pt x="5337" y="11172"/>
                    <a:pt x="5361" y="11172"/>
                  </a:cubicBezTo>
                  <a:cubicBezTo>
                    <a:pt x="5370" y="11172"/>
                    <a:pt x="5379" y="11179"/>
                    <a:pt x="5385" y="11201"/>
                  </a:cubicBezTo>
                  <a:cubicBezTo>
                    <a:pt x="5422" y="11275"/>
                    <a:pt x="5385" y="11324"/>
                    <a:pt x="5434" y="11349"/>
                  </a:cubicBezTo>
                  <a:cubicBezTo>
                    <a:pt x="5483" y="11373"/>
                    <a:pt x="5533" y="11386"/>
                    <a:pt x="5508" y="11447"/>
                  </a:cubicBezTo>
                  <a:cubicBezTo>
                    <a:pt x="5483" y="11496"/>
                    <a:pt x="5409" y="11546"/>
                    <a:pt x="5496" y="11595"/>
                  </a:cubicBezTo>
                  <a:cubicBezTo>
                    <a:pt x="5557" y="11644"/>
                    <a:pt x="5607" y="11706"/>
                    <a:pt x="5656" y="11768"/>
                  </a:cubicBezTo>
                  <a:cubicBezTo>
                    <a:pt x="5668" y="11787"/>
                    <a:pt x="5682" y="11795"/>
                    <a:pt x="5697" y="11795"/>
                  </a:cubicBezTo>
                  <a:cubicBezTo>
                    <a:pt x="5727" y="11795"/>
                    <a:pt x="5758" y="11764"/>
                    <a:pt x="5767" y="11755"/>
                  </a:cubicBezTo>
                  <a:cubicBezTo>
                    <a:pt x="5772" y="11745"/>
                    <a:pt x="5775" y="11736"/>
                    <a:pt x="5778" y="11736"/>
                  </a:cubicBezTo>
                  <a:cubicBezTo>
                    <a:pt x="5781" y="11736"/>
                    <a:pt x="5784" y="11750"/>
                    <a:pt x="5791" y="11792"/>
                  </a:cubicBezTo>
                  <a:cubicBezTo>
                    <a:pt x="5779" y="11841"/>
                    <a:pt x="5779" y="11903"/>
                    <a:pt x="5791" y="11965"/>
                  </a:cubicBezTo>
                  <a:cubicBezTo>
                    <a:pt x="5791" y="12003"/>
                    <a:pt x="5822" y="12050"/>
                    <a:pt x="5841" y="12050"/>
                  </a:cubicBezTo>
                  <a:cubicBezTo>
                    <a:pt x="5846" y="12050"/>
                    <a:pt x="5850" y="12047"/>
                    <a:pt x="5853" y="12039"/>
                  </a:cubicBezTo>
                  <a:cubicBezTo>
                    <a:pt x="5863" y="12024"/>
                    <a:pt x="5869" y="12017"/>
                    <a:pt x="5875" y="12017"/>
                  </a:cubicBezTo>
                  <a:cubicBezTo>
                    <a:pt x="5885" y="12017"/>
                    <a:pt x="5897" y="12033"/>
                    <a:pt x="5927" y="12063"/>
                  </a:cubicBezTo>
                  <a:cubicBezTo>
                    <a:pt x="5989" y="12137"/>
                    <a:pt x="6062" y="12199"/>
                    <a:pt x="6136" y="12236"/>
                  </a:cubicBezTo>
                  <a:cubicBezTo>
                    <a:pt x="6163" y="12245"/>
                    <a:pt x="6187" y="12249"/>
                    <a:pt x="6211" y="12249"/>
                  </a:cubicBezTo>
                  <a:cubicBezTo>
                    <a:pt x="6254" y="12249"/>
                    <a:pt x="6294" y="12235"/>
                    <a:pt x="6334" y="12211"/>
                  </a:cubicBezTo>
                  <a:cubicBezTo>
                    <a:pt x="6339" y="12207"/>
                    <a:pt x="6346" y="12206"/>
                    <a:pt x="6354" y="12206"/>
                  </a:cubicBezTo>
                  <a:cubicBezTo>
                    <a:pt x="6385" y="12206"/>
                    <a:pt x="6430" y="12228"/>
                    <a:pt x="6462" y="12228"/>
                  </a:cubicBezTo>
                  <a:cubicBezTo>
                    <a:pt x="6476" y="12228"/>
                    <a:pt x="6487" y="12224"/>
                    <a:pt x="6494" y="12211"/>
                  </a:cubicBezTo>
                  <a:cubicBezTo>
                    <a:pt x="6506" y="12186"/>
                    <a:pt x="6512" y="12171"/>
                    <a:pt x="6515" y="12171"/>
                  </a:cubicBezTo>
                  <a:cubicBezTo>
                    <a:pt x="6518" y="12171"/>
                    <a:pt x="6518" y="12186"/>
                    <a:pt x="6518" y="12223"/>
                  </a:cubicBezTo>
                  <a:cubicBezTo>
                    <a:pt x="6518" y="12286"/>
                    <a:pt x="6505" y="12355"/>
                    <a:pt x="6512" y="12355"/>
                  </a:cubicBezTo>
                  <a:cubicBezTo>
                    <a:pt x="6515" y="12355"/>
                    <a:pt x="6521" y="12346"/>
                    <a:pt x="6531" y="12322"/>
                  </a:cubicBezTo>
                  <a:cubicBezTo>
                    <a:pt x="6560" y="12253"/>
                    <a:pt x="6621" y="12153"/>
                    <a:pt x="6632" y="12153"/>
                  </a:cubicBezTo>
                  <a:cubicBezTo>
                    <a:pt x="6635" y="12153"/>
                    <a:pt x="6634" y="12159"/>
                    <a:pt x="6629" y="12174"/>
                  </a:cubicBezTo>
                  <a:cubicBezTo>
                    <a:pt x="6592" y="12236"/>
                    <a:pt x="6605" y="12273"/>
                    <a:pt x="6642" y="12273"/>
                  </a:cubicBezTo>
                  <a:lnTo>
                    <a:pt x="6654" y="12273"/>
                  </a:lnTo>
                  <a:cubicBezTo>
                    <a:pt x="6642" y="12273"/>
                    <a:pt x="6629" y="12285"/>
                    <a:pt x="6617" y="12297"/>
                  </a:cubicBezTo>
                  <a:cubicBezTo>
                    <a:pt x="6586" y="12328"/>
                    <a:pt x="6563" y="12377"/>
                    <a:pt x="6594" y="12377"/>
                  </a:cubicBezTo>
                  <a:cubicBezTo>
                    <a:pt x="6599" y="12377"/>
                    <a:pt x="6607" y="12375"/>
                    <a:pt x="6617" y="12371"/>
                  </a:cubicBezTo>
                  <a:cubicBezTo>
                    <a:pt x="6636" y="12365"/>
                    <a:pt x="6651" y="12362"/>
                    <a:pt x="6663" y="12362"/>
                  </a:cubicBezTo>
                  <a:cubicBezTo>
                    <a:pt x="6696" y="12362"/>
                    <a:pt x="6700" y="12387"/>
                    <a:pt x="6691" y="12433"/>
                  </a:cubicBezTo>
                  <a:cubicBezTo>
                    <a:pt x="6679" y="12462"/>
                    <a:pt x="6679" y="12475"/>
                    <a:pt x="6686" y="12475"/>
                  </a:cubicBezTo>
                  <a:cubicBezTo>
                    <a:pt x="6695" y="12475"/>
                    <a:pt x="6714" y="12459"/>
                    <a:pt x="6740" y="12433"/>
                  </a:cubicBezTo>
                  <a:cubicBezTo>
                    <a:pt x="6773" y="12407"/>
                    <a:pt x="6802" y="12391"/>
                    <a:pt x="6815" y="12391"/>
                  </a:cubicBezTo>
                  <a:cubicBezTo>
                    <a:pt x="6826" y="12391"/>
                    <a:pt x="6825" y="12404"/>
                    <a:pt x="6802" y="12433"/>
                  </a:cubicBezTo>
                  <a:cubicBezTo>
                    <a:pt x="6774" y="12487"/>
                    <a:pt x="6707" y="12589"/>
                    <a:pt x="6713" y="12589"/>
                  </a:cubicBezTo>
                  <a:cubicBezTo>
                    <a:pt x="6715" y="12589"/>
                    <a:pt x="6727" y="12576"/>
                    <a:pt x="6752" y="12544"/>
                  </a:cubicBezTo>
                  <a:cubicBezTo>
                    <a:pt x="6779" y="12510"/>
                    <a:pt x="6796" y="12498"/>
                    <a:pt x="6807" y="12498"/>
                  </a:cubicBezTo>
                  <a:cubicBezTo>
                    <a:pt x="6829" y="12498"/>
                    <a:pt x="6822" y="12553"/>
                    <a:pt x="6824" y="12553"/>
                  </a:cubicBezTo>
                  <a:cubicBezTo>
                    <a:pt x="6824" y="12553"/>
                    <a:pt x="6825" y="12550"/>
                    <a:pt x="6826" y="12544"/>
                  </a:cubicBezTo>
                  <a:cubicBezTo>
                    <a:pt x="6826" y="12544"/>
                    <a:pt x="6826" y="12560"/>
                    <a:pt x="6833" y="12560"/>
                  </a:cubicBezTo>
                  <a:cubicBezTo>
                    <a:pt x="6834" y="12560"/>
                    <a:pt x="6836" y="12559"/>
                    <a:pt x="6839" y="12556"/>
                  </a:cubicBezTo>
                  <a:cubicBezTo>
                    <a:pt x="6901" y="12529"/>
                    <a:pt x="6944" y="12457"/>
                    <a:pt x="6959" y="12457"/>
                  </a:cubicBezTo>
                  <a:cubicBezTo>
                    <a:pt x="6964" y="12457"/>
                    <a:pt x="6965" y="12467"/>
                    <a:pt x="6962" y="12495"/>
                  </a:cubicBezTo>
                  <a:cubicBezTo>
                    <a:pt x="6962" y="12528"/>
                    <a:pt x="6952" y="12672"/>
                    <a:pt x="6959" y="12672"/>
                  </a:cubicBezTo>
                  <a:cubicBezTo>
                    <a:pt x="6960" y="12672"/>
                    <a:pt x="6961" y="12671"/>
                    <a:pt x="6962" y="12667"/>
                  </a:cubicBezTo>
                  <a:cubicBezTo>
                    <a:pt x="6999" y="12630"/>
                    <a:pt x="7036" y="12593"/>
                    <a:pt x="7085" y="12568"/>
                  </a:cubicBezTo>
                  <a:cubicBezTo>
                    <a:pt x="7122" y="12568"/>
                    <a:pt x="7184" y="12519"/>
                    <a:pt x="7159" y="12482"/>
                  </a:cubicBezTo>
                  <a:cubicBezTo>
                    <a:pt x="7122" y="12445"/>
                    <a:pt x="7073" y="12421"/>
                    <a:pt x="7048" y="12384"/>
                  </a:cubicBezTo>
                  <a:cubicBezTo>
                    <a:pt x="7036" y="12371"/>
                    <a:pt x="7032" y="12367"/>
                    <a:pt x="7034" y="12367"/>
                  </a:cubicBezTo>
                  <a:cubicBezTo>
                    <a:pt x="7039" y="12367"/>
                    <a:pt x="7069" y="12384"/>
                    <a:pt x="7110" y="12384"/>
                  </a:cubicBezTo>
                  <a:cubicBezTo>
                    <a:pt x="7171" y="12384"/>
                    <a:pt x="7270" y="12371"/>
                    <a:pt x="7233" y="12322"/>
                  </a:cubicBezTo>
                  <a:cubicBezTo>
                    <a:pt x="7208" y="12285"/>
                    <a:pt x="7134" y="12260"/>
                    <a:pt x="7159" y="12248"/>
                  </a:cubicBezTo>
                  <a:cubicBezTo>
                    <a:pt x="7171" y="12223"/>
                    <a:pt x="7319" y="12186"/>
                    <a:pt x="7270" y="12174"/>
                  </a:cubicBezTo>
                  <a:cubicBezTo>
                    <a:pt x="7221" y="12162"/>
                    <a:pt x="7134" y="12150"/>
                    <a:pt x="7159" y="12137"/>
                  </a:cubicBezTo>
                  <a:cubicBezTo>
                    <a:pt x="7171" y="12113"/>
                    <a:pt x="7356" y="11989"/>
                    <a:pt x="7319" y="11977"/>
                  </a:cubicBezTo>
                  <a:cubicBezTo>
                    <a:pt x="7295" y="11965"/>
                    <a:pt x="7196" y="11940"/>
                    <a:pt x="7245" y="11915"/>
                  </a:cubicBezTo>
                  <a:cubicBezTo>
                    <a:pt x="7282" y="11891"/>
                    <a:pt x="7369" y="11878"/>
                    <a:pt x="7369" y="11829"/>
                  </a:cubicBezTo>
                  <a:cubicBezTo>
                    <a:pt x="7369" y="11768"/>
                    <a:pt x="7369" y="11632"/>
                    <a:pt x="7332" y="11607"/>
                  </a:cubicBezTo>
                  <a:cubicBezTo>
                    <a:pt x="7307" y="11595"/>
                    <a:pt x="7393" y="11533"/>
                    <a:pt x="7369" y="11521"/>
                  </a:cubicBezTo>
                  <a:cubicBezTo>
                    <a:pt x="7344" y="11496"/>
                    <a:pt x="7208" y="11410"/>
                    <a:pt x="7233" y="11410"/>
                  </a:cubicBezTo>
                  <a:cubicBezTo>
                    <a:pt x="7270" y="11398"/>
                    <a:pt x="7578" y="11410"/>
                    <a:pt x="7541" y="11349"/>
                  </a:cubicBezTo>
                  <a:cubicBezTo>
                    <a:pt x="7504" y="11299"/>
                    <a:pt x="7405" y="11250"/>
                    <a:pt x="7442" y="11238"/>
                  </a:cubicBezTo>
                  <a:cubicBezTo>
                    <a:pt x="7459" y="11238"/>
                    <a:pt x="7574" y="11265"/>
                    <a:pt x="7630" y="11265"/>
                  </a:cubicBezTo>
                  <a:cubicBezTo>
                    <a:pt x="7659" y="11265"/>
                    <a:pt x="7672" y="11258"/>
                    <a:pt x="7652" y="11238"/>
                  </a:cubicBezTo>
                  <a:cubicBezTo>
                    <a:pt x="7596" y="11193"/>
                    <a:pt x="7488" y="11138"/>
                    <a:pt x="7507" y="11138"/>
                  </a:cubicBezTo>
                  <a:cubicBezTo>
                    <a:pt x="7509" y="11138"/>
                    <a:pt x="7512" y="11138"/>
                    <a:pt x="7516" y="11139"/>
                  </a:cubicBezTo>
                  <a:cubicBezTo>
                    <a:pt x="7546" y="11147"/>
                    <a:pt x="7617" y="11159"/>
                    <a:pt x="7660" y="11159"/>
                  </a:cubicBezTo>
                  <a:cubicBezTo>
                    <a:pt x="7688" y="11159"/>
                    <a:pt x="7703" y="11154"/>
                    <a:pt x="7689" y="11139"/>
                  </a:cubicBezTo>
                  <a:cubicBezTo>
                    <a:pt x="7640" y="11115"/>
                    <a:pt x="7775" y="11078"/>
                    <a:pt x="7738" y="11041"/>
                  </a:cubicBezTo>
                  <a:cubicBezTo>
                    <a:pt x="7689" y="11016"/>
                    <a:pt x="7541" y="10942"/>
                    <a:pt x="7578" y="10942"/>
                  </a:cubicBezTo>
                  <a:cubicBezTo>
                    <a:pt x="7601" y="10942"/>
                    <a:pt x="7679" y="10961"/>
                    <a:pt x="7731" y="10961"/>
                  </a:cubicBezTo>
                  <a:cubicBezTo>
                    <a:pt x="7763" y="10961"/>
                    <a:pt x="7785" y="10953"/>
                    <a:pt x="7775" y="10930"/>
                  </a:cubicBezTo>
                  <a:cubicBezTo>
                    <a:pt x="7763" y="10868"/>
                    <a:pt x="7812" y="10856"/>
                    <a:pt x="7726" y="10819"/>
                  </a:cubicBezTo>
                  <a:cubicBezTo>
                    <a:pt x="7652" y="10770"/>
                    <a:pt x="7541" y="10770"/>
                    <a:pt x="7590" y="10745"/>
                  </a:cubicBezTo>
                  <a:cubicBezTo>
                    <a:pt x="7640" y="10708"/>
                    <a:pt x="7898" y="10720"/>
                    <a:pt x="7886" y="10659"/>
                  </a:cubicBezTo>
                  <a:cubicBezTo>
                    <a:pt x="7886" y="10597"/>
                    <a:pt x="7837" y="10535"/>
                    <a:pt x="7787" y="10511"/>
                  </a:cubicBezTo>
                  <a:cubicBezTo>
                    <a:pt x="7726" y="10498"/>
                    <a:pt x="7578" y="10437"/>
                    <a:pt x="7664" y="10400"/>
                  </a:cubicBezTo>
                  <a:cubicBezTo>
                    <a:pt x="7707" y="10379"/>
                    <a:pt x="7759" y="10348"/>
                    <a:pt x="7796" y="10348"/>
                  </a:cubicBezTo>
                  <a:cubicBezTo>
                    <a:pt x="7802" y="10348"/>
                    <a:pt x="7807" y="10349"/>
                    <a:pt x="7812" y="10351"/>
                  </a:cubicBezTo>
                  <a:cubicBezTo>
                    <a:pt x="7831" y="10360"/>
                    <a:pt x="7821" y="10399"/>
                    <a:pt x="7838" y="10399"/>
                  </a:cubicBezTo>
                  <a:cubicBezTo>
                    <a:pt x="7843" y="10399"/>
                    <a:pt x="7850" y="10396"/>
                    <a:pt x="7861" y="10388"/>
                  </a:cubicBezTo>
                  <a:cubicBezTo>
                    <a:pt x="7948" y="10326"/>
                    <a:pt x="8009" y="10326"/>
                    <a:pt x="7972" y="10289"/>
                  </a:cubicBezTo>
                  <a:cubicBezTo>
                    <a:pt x="7948" y="10240"/>
                    <a:pt x="7886" y="10190"/>
                    <a:pt x="7898" y="10166"/>
                  </a:cubicBezTo>
                  <a:cubicBezTo>
                    <a:pt x="7923" y="10141"/>
                    <a:pt x="8009" y="10129"/>
                    <a:pt x="8009" y="10092"/>
                  </a:cubicBezTo>
                  <a:cubicBezTo>
                    <a:pt x="8009" y="10084"/>
                    <a:pt x="8009" y="10081"/>
                    <a:pt x="8013" y="10081"/>
                  </a:cubicBezTo>
                  <a:cubicBezTo>
                    <a:pt x="8020" y="10081"/>
                    <a:pt x="8042" y="10092"/>
                    <a:pt x="8108" y="10092"/>
                  </a:cubicBezTo>
                  <a:cubicBezTo>
                    <a:pt x="8162" y="10092"/>
                    <a:pt x="8244" y="10116"/>
                    <a:pt x="8296" y="10116"/>
                  </a:cubicBezTo>
                  <a:cubicBezTo>
                    <a:pt x="8327" y="10116"/>
                    <a:pt x="8347" y="10107"/>
                    <a:pt x="8342" y="10080"/>
                  </a:cubicBezTo>
                  <a:cubicBezTo>
                    <a:pt x="8330" y="10006"/>
                    <a:pt x="8280" y="9993"/>
                    <a:pt x="8330" y="9956"/>
                  </a:cubicBezTo>
                  <a:cubicBezTo>
                    <a:pt x="8367" y="9907"/>
                    <a:pt x="8391" y="9858"/>
                    <a:pt x="8416" y="9808"/>
                  </a:cubicBezTo>
                  <a:cubicBezTo>
                    <a:pt x="8429" y="9775"/>
                    <a:pt x="8478" y="9764"/>
                    <a:pt x="8514" y="9764"/>
                  </a:cubicBezTo>
                  <a:cubicBezTo>
                    <a:pt x="8546" y="9764"/>
                    <a:pt x="8568" y="9772"/>
                    <a:pt x="8551" y="9784"/>
                  </a:cubicBezTo>
                  <a:cubicBezTo>
                    <a:pt x="8514" y="9833"/>
                    <a:pt x="8490" y="9882"/>
                    <a:pt x="8477" y="9944"/>
                  </a:cubicBezTo>
                  <a:cubicBezTo>
                    <a:pt x="8457" y="9996"/>
                    <a:pt x="8401" y="10091"/>
                    <a:pt x="8421" y="10091"/>
                  </a:cubicBezTo>
                  <a:cubicBezTo>
                    <a:pt x="8424" y="10091"/>
                    <a:pt x="8431" y="10087"/>
                    <a:pt x="8440" y="10080"/>
                  </a:cubicBezTo>
                  <a:cubicBezTo>
                    <a:pt x="8490" y="10043"/>
                    <a:pt x="8527" y="10043"/>
                    <a:pt x="8576" y="10018"/>
                  </a:cubicBezTo>
                  <a:cubicBezTo>
                    <a:pt x="8625" y="9993"/>
                    <a:pt x="8625" y="9969"/>
                    <a:pt x="8650" y="9969"/>
                  </a:cubicBezTo>
                  <a:cubicBezTo>
                    <a:pt x="8680" y="9979"/>
                    <a:pt x="8725" y="10028"/>
                    <a:pt x="8742" y="10028"/>
                  </a:cubicBezTo>
                  <a:cubicBezTo>
                    <a:pt x="8746" y="10028"/>
                    <a:pt x="8749" y="10025"/>
                    <a:pt x="8749" y="10018"/>
                  </a:cubicBezTo>
                  <a:cubicBezTo>
                    <a:pt x="8760" y="9983"/>
                    <a:pt x="8750" y="9906"/>
                    <a:pt x="8779" y="9906"/>
                  </a:cubicBezTo>
                  <a:cubicBezTo>
                    <a:pt x="8781" y="9906"/>
                    <a:pt x="8783" y="9906"/>
                    <a:pt x="8785" y="9907"/>
                  </a:cubicBezTo>
                  <a:cubicBezTo>
                    <a:pt x="8804" y="9926"/>
                    <a:pt x="8831" y="9952"/>
                    <a:pt x="8858" y="9952"/>
                  </a:cubicBezTo>
                  <a:cubicBezTo>
                    <a:pt x="8867" y="9952"/>
                    <a:pt x="8875" y="9950"/>
                    <a:pt x="8884" y="9944"/>
                  </a:cubicBezTo>
                  <a:cubicBezTo>
                    <a:pt x="8921" y="9932"/>
                    <a:pt x="8970" y="9796"/>
                    <a:pt x="9032" y="9796"/>
                  </a:cubicBezTo>
                  <a:cubicBezTo>
                    <a:pt x="9094" y="9796"/>
                    <a:pt x="9155" y="9772"/>
                    <a:pt x="9204" y="9710"/>
                  </a:cubicBezTo>
                  <a:cubicBezTo>
                    <a:pt x="9254" y="9611"/>
                    <a:pt x="9328" y="9525"/>
                    <a:pt x="9402" y="9451"/>
                  </a:cubicBezTo>
                  <a:cubicBezTo>
                    <a:pt x="9451" y="9365"/>
                    <a:pt x="9500" y="9291"/>
                    <a:pt x="9549" y="9205"/>
                  </a:cubicBezTo>
                  <a:cubicBezTo>
                    <a:pt x="9574" y="9168"/>
                    <a:pt x="9820" y="9118"/>
                    <a:pt x="9796" y="9020"/>
                  </a:cubicBezTo>
                  <a:cubicBezTo>
                    <a:pt x="9784" y="8940"/>
                    <a:pt x="9699" y="8733"/>
                    <a:pt x="9736" y="8733"/>
                  </a:cubicBezTo>
                  <a:cubicBezTo>
                    <a:pt x="9738" y="8733"/>
                    <a:pt x="9742" y="8734"/>
                    <a:pt x="9747" y="8737"/>
                  </a:cubicBezTo>
                  <a:cubicBezTo>
                    <a:pt x="9796" y="8773"/>
                    <a:pt x="9931" y="8946"/>
                    <a:pt x="10030" y="8958"/>
                  </a:cubicBezTo>
                  <a:cubicBezTo>
                    <a:pt x="10116" y="8958"/>
                    <a:pt x="10178" y="8946"/>
                    <a:pt x="10178" y="8897"/>
                  </a:cubicBezTo>
                  <a:cubicBezTo>
                    <a:pt x="10178" y="8883"/>
                    <a:pt x="10180" y="8878"/>
                    <a:pt x="10184" y="8878"/>
                  </a:cubicBezTo>
                  <a:cubicBezTo>
                    <a:pt x="10193" y="8878"/>
                    <a:pt x="10213" y="8909"/>
                    <a:pt x="10239" y="8909"/>
                  </a:cubicBezTo>
                  <a:cubicBezTo>
                    <a:pt x="10261" y="8909"/>
                    <a:pt x="10302" y="8917"/>
                    <a:pt x="10326" y="8917"/>
                  </a:cubicBezTo>
                  <a:cubicBezTo>
                    <a:pt x="10345" y="8917"/>
                    <a:pt x="10354" y="8913"/>
                    <a:pt x="10338" y="8897"/>
                  </a:cubicBezTo>
                  <a:cubicBezTo>
                    <a:pt x="10313" y="8860"/>
                    <a:pt x="10276" y="8823"/>
                    <a:pt x="10326" y="8810"/>
                  </a:cubicBezTo>
                  <a:cubicBezTo>
                    <a:pt x="10335" y="8804"/>
                    <a:pt x="10341" y="8802"/>
                    <a:pt x="10346" y="8802"/>
                  </a:cubicBezTo>
                  <a:cubicBezTo>
                    <a:pt x="10362" y="8802"/>
                    <a:pt x="10369" y="8823"/>
                    <a:pt x="10424" y="8823"/>
                  </a:cubicBezTo>
                  <a:cubicBezTo>
                    <a:pt x="10444" y="8826"/>
                    <a:pt x="10465" y="8828"/>
                    <a:pt x="10486" y="8828"/>
                  </a:cubicBezTo>
                  <a:cubicBezTo>
                    <a:pt x="10543" y="8828"/>
                    <a:pt x="10604" y="8816"/>
                    <a:pt x="10658" y="8798"/>
                  </a:cubicBezTo>
                  <a:cubicBezTo>
                    <a:pt x="10831" y="8773"/>
                    <a:pt x="10979" y="8724"/>
                    <a:pt x="11139" y="8675"/>
                  </a:cubicBezTo>
                  <a:cubicBezTo>
                    <a:pt x="11262" y="8613"/>
                    <a:pt x="11619" y="8342"/>
                    <a:pt x="11718" y="8281"/>
                  </a:cubicBezTo>
                  <a:cubicBezTo>
                    <a:pt x="11817" y="8207"/>
                    <a:pt x="12235" y="7997"/>
                    <a:pt x="12174" y="7997"/>
                  </a:cubicBezTo>
                  <a:cubicBezTo>
                    <a:pt x="12038" y="7997"/>
                    <a:pt x="11903" y="7985"/>
                    <a:pt x="11767" y="7960"/>
                  </a:cubicBezTo>
                  <a:cubicBezTo>
                    <a:pt x="11669" y="7911"/>
                    <a:pt x="11558" y="7874"/>
                    <a:pt x="11447" y="7862"/>
                  </a:cubicBezTo>
                  <a:cubicBezTo>
                    <a:pt x="11366" y="7862"/>
                    <a:pt x="11219" y="7949"/>
                    <a:pt x="11182" y="7949"/>
                  </a:cubicBezTo>
                  <a:cubicBezTo>
                    <a:pt x="11179" y="7949"/>
                    <a:pt x="11177" y="7949"/>
                    <a:pt x="11176" y="7948"/>
                  </a:cubicBezTo>
                  <a:cubicBezTo>
                    <a:pt x="11157" y="7929"/>
                    <a:pt x="11138" y="7903"/>
                    <a:pt x="11114" y="7903"/>
                  </a:cubicBezTo>
                  <a:cubicBezTo>
                    <a:pt x="11106" y="7903"/>
                    <a:pt x="11098" y="7905"/>
                    <a:pt x="11090" y="7911"/>
                  </a:cubicBezTo>
                  <a:cubicBezTo>
                    <a:pt x="11066" y="7923"/>
                    <a:pt x="10987" y="8035"/>
                    <a:pt x="10958" y="8035"/>
                  </a:cubicBezTo>
                  <a:cubicBezTo>
                    <a:pt x="10957" y="8035"/>
                    <a:pt x="10955" y="8035"/>
                    <a:pt x="10954" y="8034"/>
                  </a:cubicBezTo>
                  <a:cubicBezTo>
                    <a:pt x="10929" y="8034"/>
                    <a:pt x="10831" y="7985"/>
                    <a:pt x="10929" y="7936"/>
                  </a:cubicBezTo>
                  <a:cubicBezTo>
                    <a:pt x="11016" y="7886"/>
                    <a:pt x="11225" y="7837"/>
                    <a:pt x="11151" y="7837"/>
                  </a:cubicBezTo>
                  <a:cubicBezTo>
                    <a:pt x="11083" y="7843"/>
                    <a:pt x="11013" y="7846"/>
                    <a:pt x="10942" y="7846"/>
                  </a:cubicBezTo>
                  <a:cubicBezTo>
                    <a:pt x="10871" y="7846"/>
                    <a:pt x="10800" y="7843"/>
                    <a:pt x="10732" y="7837"/>
                  </a:cubicBezTo>
                  <a:cubicBezTo>
                    <a:pt x="10683" y="7825"/>
                    <a:pt x="10621" y="7800"/>
                    <a:pt x="10572" y="7800"/>
                  </a:cubicBezTo>
                  <a:cubicBezTo>
                    <a:pt x="10547" y="7800"/>
                    <a:pt x="10609" y="7775"/>
                    <a:pt x="10671" y="7726"/>
                  </a:cubicBezTo>
                  <a:cubicBezTo>
                    <a:pt x="10732" y="7689"/>
                    <a:pt x="10782" y="7652"/>
                    <a:pt x="10806" y="7603"/>
                  </a:cubicBezTo>
                  <a:cubicBezTo>
                    <a:pt x="10817" y="7549"/>
                    <a:pt x="10828" y="7514"/>
                    <a:pt x="10871" y="7514"/>
                  </a:cubicBezTo>
                  <a:cubicBezTo>
                    <a:pt x="10877" y="7514"/>
                    <a:pt x="10884" y="7515"/>
                    <a:pt x="10892" y="7517"/>
                  </a:cubicBezTo>
                  <a:cubicBezTo>
                    <a:pt x="10947" y="7526"/>
                    <a:pt x="10955" y="7555"/>
                    <a:pt x="10999" y="7555"/>
                  </a:cubicBezTo>
                  <a:cubicBezTo>
                    <a:pt x="11015" y="7555"/>
                    <a:pt x="11036" y="7551"/>
                    <a:pt x="11065" y="7541"/>
                  </a:cubicBezTo>
                  <a:cubicBezTo>
                    <a:pt x="11188" y="7517"/>
                    <a:pt x="11509" y="7430"/>
                    <a:pt x="11459" y="7406"/>
                  </a:cubicBezTo>
                  <a:cubicBezTo>
                    <a:pt x="11410" y="7369"/>
                    <a:pt x="11299" y="7307"/>
                    <a:pt x="11237" y="7270"/>
                  </a:cubicBezTo>
                  <a:cubicBezTo>
                    <a:pt x="11212" y="7255"/>
                    <a:pt x="11212" y="7246"/>
                    <a:pt x="11230" y="7246"/>
                  </a:cubicBezTo>
                  <a:cubicBezTo>
                    <a:pt x="11256" y="7246"/>
                    <a:pt x="11318" y="7264"/>
                    <a:pt x="11398" y="7307"/>
                  </a:cubicBezTo>
                  <a:cubicBezTo>
                    <a:pt x="11509" y="7344"/>
                    <a:pt x="11607" y="7406"/>
                    <a:pt x="11706" y="7480"/>
                  </a:cubicBezTo>
                  <a:cubicBezTo>
                    <a:pt x="11730" y="7529"/>
                    <a:pt x="11632" y="7640"/>
                    <a:pt x="11804" y="7726"/>
                  </a:cubicBezTo>
                  <a:cubicBezTo>
                    <a:pt x="11854" y="7757"/>
                    <a:pt x="11900" y="7768"/>
                    <a:pt x="11940" y="7768"/>
                  </a:cubicBezTo>
                  <a:cubicBezTo>
                    <a:pt x="12029" y="7768"/>
                    <a:pt x="12088" y="7711"/>
                    <a:pt x="12088" y="7677"/>
                  </a:cubicBezTo>
                  <a:cubicBezTo>
                    <a:pt x="12088" y="7672"/>
                    <a:pt x="12088" y="7670"/>
                    <a:pt x="12089" y="7670"/>
                  </a:cubicBezTo>
                  <a:cubicBezTo>
                    <a:pt x="12094" y="7670"/>
                    <a:pt x="12119" y="7795"/>
                    <a:pt x="12159" y="7795"/>
                  </a:cubicBezTo>
                  <a:cubicBezTo>
                    <a:pt x="12167" y="7795"/>
                    <a:pt x="12176" y="7789"/>
                    <a:pt x="12186" y="7775"/>
                  </a:cubicBezTo>
                  <a:cubicBezTo>
                    <a:pt x="12272" y="7689"/>
                    <a:pt x="12309" y="7578"/>
                    <a:pt x="12297" y="7467"/>
                  </a:cubicBezTo>
                  <a:cubicBezTo>
                    <a:pt x="12274" y="7354"/>
                    <a:pt x="12262" y="7230"/>
                    <a:pt x="12241" y="7230"/>
                  </a:cubicBezTo>
                  <a:cubicBezTo>
                    <a:pt x="12239" y="7230"/>
                    <a:pt x="12237" y="7231"/>
                    <a:pt x="12235" y="7233"/>
                  </a:cubicBezTo>
                  <a:cubicBezTo>
                    <a:pt x="12217" y="7252"/>
                    <a:pt x="12172" y="7284"/>
                    <a:pt x="12149" y="7284"/>
                  </a:cubicBezTo>
                  <a:cubicBezTo>
                    <a:pt x="12142" y="7284"/>
                    <a:pt x="12137" y="7280"/>
                    <a:pt x="12137" y="7270"/>
                  </a:cubicBezTo>
                  <a:cubicBezTo>
                    <a:pt x="12137" y="7233"/>
                    <a:pt x="12174" y="7221"/>
                    <a:pt x="12112" y="7172"/>
                  </a:cubicBezTo>
                  <a:cubicBezTo>
                    <a:pt x="11952" y="7036"/>
                    <a:pt x="11767" y="6913"/>
                    <a:pt x="11582" y="6802"/>
                  </a:cubicBezTo>
                  <a:cubicBezTo>
                    <a:pt x="11579" y="6801"/>
                    <a:pt x="11576" y="6801"/>
                    <a:pt x="11572" y="6801"/>
                  </a:cubicBezTo>
                  <a:cubicBezTo>
                    <a:pt x="11522" y="6801"/>
                    <a:pt x="11445" y="6878"/>
                    <a:pt x="11422" y="6913"/>
                  </a:cubicBezTo>
                  <a:cubicBezTo>
                    <a:pt x="11419" y="6916"/>
                    <a:pt x="11417" y="6917"/>
                    <a:pt x="11416" y="6917"/>
                  </a:cubicBezTo>
                  <a:cubicBezTo>
                    <a:pt x="11406" y="6917"/>
                    <a:pt x="11432" y="6848"/>
                    <a:pt x="11410" y="6827"/>
                  </a:cubicBezTo>
                  <a:cubicBezTo>
                    <a:pt x="11373" y="6802"/>
                    <a:pt x="11299" y="6790"/>
                    <a:pt x="11348" y="6777"/>
                  </a:cubicBezTo>
                  <a:cubicBezTo>
                    <a:pt x="11373" y="6777"/>
                    <a:pt x="11416" y="6784"/>
                    <a:pt x="11455" y="6784"/>
                  </a:cubicBezTo>
                  <a:cubicBezTo>
                    <a:pt x="11493" y="6784"/>
                    <a:pt x="11527" y="6777"/>
                    <a:pt x="11533" y="6753"/>
                  </a:cubicBezTo>
                  <a:cubicBezTo>
                    <a:pt x="11533" y="6691"/>
                    <a:pt x="11570" y="6654"/>
                    <a:pt x="11533" y="6617"/>
                  </a:cubicBezTo>
                  <a:cubicBezTo>
                    <a:pt x="11511" y="6595"/>
                    <a:pt x="11467" y="6577"/>
                    <a:pt x="11427" y="6577"/>
                  </a:cubicBezTo>
                  <a:cubicBezTo>
                    <a:pt x="11400" y="6577"/>
                    <a:pt x="11375" y="6585"/>
                    <a:pt x="11361" y="6605"/>
                  </a:cubicBezTo>
                  <a:cubicBezTo>
                    <a:pt x="11328" y="6638"/>
                    <a:pt x="11265" y="6681"/>
                    <a:pt x="11226" y="6681"/>
                  </a:cubicBezTo>
                  <a:cubicBezTo>
                    <a:pt x="11221" y="6681"/>
                    <a:pt x="11217" y="6680"/>
                    <a:pt x="11213" y="6679"/>
                  </a:cubicBezTo>
                  <a:cubicBezTo>
                    <a:pt x="11178" y="6667"/>
                    <a:pt x="11144" y="6591"/>
                    <a:pt x="11079" y="6591"/>
                  </a:cubicBezTo>
                  <a:cubicBezTo>
                    <a:pt x="11075" y="6591"/>
                    <a:pt x="11070" y="6592"/>
                    <a:pt x="11065" y="6593"/>
                  </a:cubicBezTo>
                  <a:cubicBezTo>
                    <a:pt x="11050" y="6598"/>
                    <a:pt x="11036" y="6599"/>
                    <a:pt x="11023" y="6599"/>
                  </a:cubicBezTo>
                  <a:cubicBezTo>
                    <a:pt x="10971" y="6599"/>
                    <a:pt x="10939" y="6568"/>
                    <a:pt x="10979" y="6568"/>
                  </a:cubicBezTo>
                  <a:cubicBezTo>
                    <a:pt x="11010" y="6568"/>
                    <a:pt x="11069" y="6541"/>
                    <a:pt x="11109" y="6541"/>
                  </a:cubicBezTo>
                  <a:cubicBezTo>
                    <a:pt x="11115" y="6541"/>
                    <a:pt x="11121" y="6542"/>
                    <a:pt x="11127" y="6543"/>
                  </a:cubicBezTo>
                  <a:cubicBezTo>
                    <a:pt x="11156" y="6543"/>
                    <a:pt x="11194" y="6606"/>
                    <a:pt x="11233" y="6606"/>
                  </a:cubicBezTo>
                  <a:cubicBezTo>
                    <a:pt x="11242" y="6606"/>
                    <a:pt x="11252" y="6602"/>
                    <a:pt x="11262" y="6593"/>
                  </a:cubicBezTo>
                  <a:cubicBezTo>
                    <a:pt x="11311" y="6556"/>
                    <a:pt x="11496" y="6531"/>
                    <a:pt x="11509" y="6519"/>
                  </a:cubicBezTo>
                  <a:cubicBezTo>
                    <a:pt x="11521" y="6519"/>
                    <a:pt x="11398" y="6408"/>
                    <a:pt x="11299" y="6408"/>
                  </a:cubicBezTo>
                  <a:cubicBezTo>
                    <a:pt x="11176" y="6408"/>
                    <a:pt x="11065" y="6420"/>
                    <a:pt x="10942" y="6457"/>
                  </a:cubicBezTo>
                  <a:cubicBezTo>
                    <a:pt x="10991" y="6395"/>
                    <a:pt x="11065" y="6358"/>
                    <a:pt x="11151" y="6346"/>
                  </a:cubicBezTo>
                  <a:cubicBezTo>
                    <a:pt x="11262" y="6346"/>
                    <a:pt x="10966" y="6285"/>
                    <a:pt x="10954" y="6235"/>
                  </a:cubicBezTo>
                  <a:lnTo>
                    <a:pt x="10954" y="6235"/>
                  </a:lnTo>
                  <a:cubicBezTo>
                    <a:pt x="11077" y="6272"/>
                    <a:pt x="11200" y="6309"/>
                    <a:pt x="11324" y="6334"/>
                  </a:cubicBezTo>
                  <a:cubicBezTo>
                    <a:pt x="11361" y="6297"/>
                    <a:pt x="11398" y="6272"/>
                    <a:pt x="11447" y="6248"/>
                  </a:cubicBezTo>
                  <a:cubicBezTo>
                    <a:pt x="11472" y="6248"/>
                    <a:pt x="11545" y="6248"/>
                    <a:pt x="11533" y="6211"/>
                  </a:cubicBezTo>
                  <a:cubicBezTo>
                    <a:pt x="11522" y="6177"/>
                    <a:pt x="11377" y="6009"/>
                    <a:pt x="11380" y="6009"/>
                  </a:cubicBezTo>
                  <a:lnTo>
                    <a:pt x="11380" y="6009"/>
                  </a:lnTo>
                  <a:cubicBezTo>
                    <a:pt x="11381" y="6009"/>
                    <a:pt x="11382" y="6010"/>
                    <a:pt x="11385" y="6013"/>
                  </a:cubicBezTo>
                  <a:cubicBezTo>
                    <a:pt x="11421" y="6037"/>
                    <a:pt x="11603" y="6162"/>
                    <a:pt x="11640" y="6162"/>
                  </a:cubicBezTo>
                  <a:cubicBezTo>
                    <a:pt x="11642" y="6162"/>
                    <a:pt x="11643" y="6162"/>
                    <a:pt x="11644" y="6161"/>
                  </a:cubicBezTo>
                  <a:cubicBezTo>
                    <a:pt x="11681" y="6149"/>
                    <a:pt x="11669" y="6063"/>
                    <a:pt x="11743" y="6063"/>
                  </a:cubicBezTo>
                  <a:cubicBezTo>
                    <a:pt x="11878" y="6087"/>
                    <a:pt x="12001" y="6124"/>
                    <a:pt x="12137" y="6174"/>
                  </a:cubicBezTo>
                  <a:cubicBezTo>
                    <a:pt x="12088" y="6174"/>
                    <a:pt x="11881" y="6111"/>
                    <a:pt x="11806" y="6111"/>
                  </a:cubicBezTo>
                  <a:cubicBezTo>
                    <a:pt x="11787" y="6111"/>
                    <a:pt x="11777" y="6115"/>
                    <a:pt x="11780" y="6124"/>
                  </a:cubicBezTo>
                  <a:cubicBezTo>
                    <a:pt x="11854" y="6211"/>
                    <a:pt x="11940" y="6272"/>
                    <a:pt x="12051" y="6309"/>
                  </a:cubicBezTo>
                  <a:cubicBezTo>
                    <a:pt x="12174" y="6309"/>
                    <a:pt x="12285" y="6285"/>
                    <a:pt x="12396" y="6235"/>
                  </a:cubicBezTo>
                  <a:cubicBezTo>
                    <a:pt x="12403" y="6234"/>
                    <a:pt x="12411" y="6233"/>
                    <a:pt x="12419" y="6233"/>
                  </a:cubicBezTo>
                  <a:cubicBezTo>
                    <a:pt x="12452" y="6233"/>
                    <a:pt x="12490" y="6242"/>
                    <a:pt x="12521" y="6242"/>
                  </a:cubicBezTo>
                  <a:cubicBezTo>
                    <a:pt x="12548" y="6242"/>
                    <a:pt x="12570" y="6236"/>
                    <a:pt x="12580" y="6211"/>
                  </a:cubicBezTo>
                  <a:cubicBezTo>
                    <a:pt x="12593" y="6149"/>
                    <a:pt x="12691" y="6087"/>
                    <a:pt x="12593" y="6026"/>
                  </a:cubicBezTo>
                  <a:cubicBezTo>
                    <a:pt x="12505" y="5977"/>
                    <a:pt x="12363" y="5913"/>
                    <a:pt x="12308" y="5913"/>
                  </a:cubicBezTo>
                  <a:cubicBezTo>
                    <a:pt x="12293" y="5913"/>
                    <a:pt x="12285" y="5917"/>
                    <a:pt x="12285" y="5927"/>
                  </a:cubicBezTo>
                  <a:cubicBezTo>
                    <a:pt x="12285" y="5958"/>
                    <a:pt x="12311" y="6092"/>
                    <a:pt x="12297" y="6092"/>
                  </a:cubicBezTo>
                  <a:cubicBezTo>
                    <a:pt x="12295" y="6092"/>
                    <a:pt x="12291" y="6087"/>
                    <a:pt x="12285" y="6075"/>
                  </a:cubicBezTo>
                  <a:cubicBezTo>
                    <a:pt x="12235" y="6001"/>
                    <a:pt x="12211" y="5903"/>
                    <a:pt x="12149" y="5903"/>
                  </a:cubicBezTo>
                  <a:cubicBezTo>
                    <a:pt x="12088" y="5903"/>
                    <a:pt x="12235" y="5890"/>
                    <a:pt x="12186" y="5816"/>
                  </a:cubicBezTo>
                  <a:cubicBezTo>
                    <a:pt x="12137" y="5730"/>
                    <a:pt x="12248" y="5779"/>
                    <a:pt x="12248" y="5632"/>
                  </a:cubicBezTo>
                  <a:cubicBezTo>
                    <a:pt x="12251" y="5596"/>
                    <a:pt x="12254" y="5582"/>
                    <a:pt x="12257" y="5582"/>
                  </a:cubicBezTo>
                  <a:cubicBezTo>
                    <a:pt x="12270" y="5582"/>
                    <a:pt x="12285" y="5756"/>
                    <a:pt x="12285" y="5804"/>
                  </a:cubicBezTo>
                  <a:cubicBezTo>
                    <a:pt x="12285" y="5866"/>
                    <a:pt x="12297" y="5878"/>
                    <a:pt x="12420" y="5878"/>
                  </a:cubicBezTo>
                  <a:cubicBezTo>
                    <a:pt x="12532" y="5878"/>
                    <a:pt x="12634" y="5827"/>
                    <a:pt x="12717" y="5827"/>
                  </a:cubicBezTo>
                  <a:cubicBezTo>
                    <a:pt x="12725" y="5827"/>
                    <a:pt x="12733" y="5828"/>
                    <a:pt x="12741" y="5829"/>
                  </a:cubicBezTo>
                  <a:cubicBezTo>
                    <a:pt x="12802" y="5829"/>
                    <a:pt x="12864" y="5792"/>
                    <a:pt x="12901" y="5730"/>
                  </a:cubicBezTo>
                  <a:cubicBezTo>
                    <a:pt x="12938" y="5681"/>
                    <a:pt x="12913" y="5632"/>
                    <a:pt x="12864" y="5619"/>
                  </a:cubicBezTo>
                  <a:cubicBezTo>
                    <a:pt x="12848" y="5613"/>
                    <a:pt x="12838" y="5611"/>
                    <a:pt x="12832" y="5611"/>
                  </a:cubicBezTo>
                  <a:cubicBezTo>
                    <a:pt x="12817" y="5611"/>
                    <a:pt x="12816" y="5622"/>
                    <a:pt x="12784" y="5622"/>
                  </a:cubicBezTo>
                  <a:cubicBezTo>
                    <a:pt x="12776" y="5622"/>
                    <a:pt x="12766" y="5621"/>
                    <a:pt x="12753" y="5619"/>
                  </a:cubicBezTo>
                  <a:cubicBezTo>
                    <a:pt x="12679" y="5607"/>
                    <a:pt x="12778" y="5545"/>
                    <a:pt x="12753" y="5496"/>
                  </a:cubicBezTo>
                  <a:cubicBezTo>
                    <a:pt x="12742" y="5443"/>
                    <a:pt x="12704" y="5353"/>
                    <a:pt x="12662" y="5353"/>
                  </a:cubicBezTo>
                  <a:cubicBezTo>
                    <a:pt x="12656" y="5353"/>
                    <a:pt x="12649" y="5355"/>
                    <a:pt x="12642" y="5360"/>
                  </a:cubicBezTo>
                  <a:cubicBezTo>
                    <a:pt x="12628" y="5371"/>
                    <a:pt x="12611" y="5374"/>
                    <a:pt x="12593" y="5374"/>
                  </a:cubicBezTo>
                  <a:cubicBezTo>
                    <a:pt x="12555" y="5374"/>
                    <a:pt x="12513" y="5358"/>
                    <a:pt x="12484" y="5358"/>
                  </a:cubicBezTo>
                  <a:cubicBezTo>
                    <a:pt x="12479" y="5358"/>
                    <a:pt x="12474" y="5359"/>
                    <a:pt x="12470" y="5360"/>
                  </a:cubicBezTo>
                  <a:cubicBezTo>
                    <a:pt x="12452" y="5369"/>
                    <a:pt x="12395" y="5404"/>
                    <a:pt x="12342" y="5404"/>
                  </a:cubicBezTo>
                  <a:cubicBezTo>
                    <a:pt x="12322" y="5404"/>
                    <a:pt x="12302" y="5399"/>
                    <a:pt x="12285" y="5385"/>
                  </a:cubicBezTo>
                  <a:cubicBezTo>
                    <a:pt x="12263" y="5368"/>
                    <a:pt x="12257" y="5363"/>
                    <a:pt x="12260" y="5363"/>
                  </a:cubicBezTo>
                  <a:cubicBezTo>
                    <a:pt x="12265" y="5363"/>
                    <a:pt x="12293" y="5375"/>
                    <a:pt x="12325" y="5375"/>
                  </a:cubicBezTo>
                  <a:cubicBezTo>
                    <a:pt x="12332" y="5375"/>
                    <a:pt x="12339" y="5374"/>
                    <a:pt x="12346" y="5373"/>
                  </a:cubicBezTo>
                  <a:cubicBezTo>
                    <a:pt x="12420" y="5360"/>
                    <a:pt x="12470" y="5323"/>
                    <a:pt x="12519" y="5287"/>
                  </a:cubicBezTo>
                  <a:cubicBezTo>
                    <a:pt x="12546" y="5259"/>
                    <a:pt x="12594" y="5198"/>
                    <a:pt x="12637" y="5198"/>
                  </a:cubicBezTo>
                  <a:cubicBezTo>
                    <a:pt x="12652" y="5198"/>
                    <a:pt x="12666" y="5206"/>
                    <a:pt x="12679" y="5225"/>
                  </a:cubicBezTo>
                  <a:cubicBezTo>
                    <a:pt x="12715" y="5279"/>
                    <a:pt x="12738" y="5313"/>
                    <a:pt x="12767" y="5313"/>
                  </a:cubicBezTo>
                  <a:cubicBezTo>
                    <a:pt x="12778" y="5313"/>
                    <a:pt x="12789" y="5309"/>
                    <a:pt x="12802" y="5299"/>
                  </a:cubicBezTo>
                  <a:cubicBezTo>
                    <a:pt x="12852" y="5262"/>
                    <a:pt x="12852" y="5200"/>
                    <a:pt x="12864" y="5163"/>
                  </a:cubicBezTo>
                  <a:cubicBezTo>
                    <a:pt x="12876" y="5077"/>
                    <a:pt x="12827" y="5003"/>
                    <a:pt x="12753" y="4954"/>
                  </a:cubicBezTo>
                  <a:cubicBezTo>
                    <a:pt x="12701" y="4922"/>
                    <a:pt x="12711" y="4903"/>
                    <a:pt x="12738" y="4903"/>
                  </a:cubicBezTo>
                  <a:cubicBezTo>
                    <a:pt x="12763" y="4903"/>
                    <a:pt x="12803" y="4919"/>
                    <a:pt x="12827" y="4954"/>
                  </a:cubicBezTo>
                  <a:cubicBezTo>
                    <a:pt x="12870" y="5019"/>
                    <a:pt x="12866" y="5094"/>
                    <a:pt x="12890" y="5094"/>
                  </a:cubicBezTo>
                  <a:cubicBezTo>
                    <a:pt x="12893" y="5094"/>
                    <a:pt x="12896" y="5092"/>
                    <a:pt x="12901" y="5089"/>
                  </a:cubicBezTo>
                  <a:cubicBezTo>
                    <a:pt x="12938" y="5052"/>
                    <a:pt x="12987" y="5003"/>
                    <a:pt x="12938" y="4929"/>
                  </a:cubicBezTo>
                  <a:cubicBezTo>
                    <a:pt x="12876" y="4855"/>
                    <a:pt x="12827" y="4806"/>
                    <a:pt x="12778" y="4744"/>
                  </a:cubicBezTo>
                  <a:cubicBezTo>
                    <a:pt x="12751" y="4700"/>
                    <a:pt x="12744" y="4694"/>
                    <a:pt x="12710" y="4694"/>
                  </a:cubicBezTo>
                  <a:cubicBezTo>
                    <a:pt x="12697" y="4694"/>
                    <a:pt x="12679" y="4695"/>
                    <a:pt x="12654" y="4695"/>
                  </a:cubicBezTo>
                  <a:cubicBezTo>
                    <a:pt x="12624" y="4701"/>
                    <a:pt x="12593" y="4704"/>
                    <a:pt x="12560" y="4704"/>
                  </a:cubicBezTo>
                  <a:cubicBezTo>
                    <a:pt x="12528" y="4704"/>
                    <a:pt x="12494" y="4701"/>
                    <a:pt x="12457" y="4695"/>
                  </a:cubicBezTo>
                  <a:cubicBezTo>
                    <a:pt x="12408" y="4683"/>
                    <a:pt x="12359" y="4646"/>
                    <a:pt x="12334" y="4584"/>
                  </a:cubicBezTo>
                  <a:cubicBezTo>
                    <a:pt x="12309" y="4535"/>
                    <a:pt x="12309" y="4498"/>
                    <a:pt x="12248" y="4486"/>
                  </a:cubicBezTo>
                  <a:cubicBezTo>
                    <a:pt x="12218" y="4486"/>
                    <a:pt x="12185" y="4490"/>
                    <a:pt x="12157" y="4490"/>
                  </a:cubicBezTo>
                  <a:cubicBezTo>
                    <a:pt x="12115" y="4490"/>
                    <a:pt x="12085" y="4481"/>
                    <a:pt x="12100" y="4436"/>
                  </a:cubicBezTo>
                  <a:cubicBezTo>
                    <a:pt x="12127" y="4392"/>
                    <a:pt x="12153" y="4329"/>
                    <a:pt x="12189" y="4329"/>
                  </a:cubicBezTo>
                  <a:cubicBezTo>
                    <a:pt x="12203" y="4329"/>
                    <a:pt x="12218" y="4338"/>
                    <a:pt x="12235" y="4362"/>
                  </a:cubicBezTo>
                  <a:cubicBezTo>
                    <a:pt x="12272" y="4414"/>
                    <a:pt x="12304" y="4443"/>
                    <a:pt x="12340" y="4443"/>
                  </a:cubicBezTo>
                  <a:cubicBezTo>
                    <a:pt x="12364" y="4443"/>
                    <a:pt x="12390" y="4429"/>
                    <a:pt x="12420" y="4399"/>
                  </a:cubicBezTo>
                  <a:cubicBezTo>
                    <a:pt x="12492" y="4338"/>
                    <a:pt x="12556" y="4267"/>
                    <a:pt x="12646" y="4267"/>
                  </a:cubicBezTo>
                  <a:cubicBezTo>
                    <a:pt x="12664" y="4267"/>
                    <a:pt x="12683" y="4270"/>
                    <a:pt x="12704" y="4276"/>
                  </a:cubicBezTo>
                  <a:cubicBezTo>
                    <a:pt x="12813" y="4296"/>
                    <a:pt x="12961" y="4379"/>
                    <a:pt x="13048" y="4379"/>
                  </a:cubicBezTo>
                  <a:cubicBezTo>
                    <a:pt x="13069" y="4379"/>
                    <a:pt x="13086" y="4374"/>
                    <a:pt x="13098" y="4362"/>
                  </a:cubicBezTo>
                  <a:cubicBezTo>
                    <a:pt x="13170" y="4302"/>
                    <a:pt x="13195" y="4042"/>
                    <a:pt x="13047" y="4042"/>
                  </a:cubicBezTo>
                  <a:cubicBezTo>
                    <a:pt x="13043" y="4042"/>
                    <a:pt x="13040" y="4042"/>
                    <a:pt x="13036" y="4042"/>
                  </a:cubicBezTo>
                  <a:cubicBezTo>
                    <a:pt x="12925" y="4059"/>
                    <a:pt x="12915" y="4082"/>
                    <a:pt x="12890" y="4082"/>
                  </a:cubicBezTo>
                  <a:cubicBezTo>
                    <a:pt x="12879" y="4082"/>
                    <a:pt x="12865" y="4078"/>
                    <a:pt x="12839" y="4067"/>
                  </a:cubicBezTo>
                  <a:cubicBezTo>
                    <a:pt x="12753" y="4030"/>
                    <a:pt x="12667" y="3980"/>
                    <a:pt x="12605" y="3919"/>
                  </a:cubicBezTo>
                  <a:cubicBezTo>
                    <a:pt x="12554" y="3868"/>
                    <a:pt x="12550" y="3840"/>
                    <a:pt x="12601" y="3840"/>
                  </a:cubicBezTo>
                  <a:cubicBezTo>
                    <a:pt x="12624" y="3840"/>
                    <a:pt x="12658" y="3846"/>
                    <a:pt x="12704" y="3857"/>
                  </a:cubicBezTo>
                  <a:cubicBezTo>
                    <a:pt x="12802" y="3890"/>
                    <a:pt x="12906" y="3923"/>
                    <a:pt x="12943" y="3923"/>
                  </a:cubicBezTo>
                  <a:cubicBezTo>
                    <a:pt x="12961" y="3923"/>
                    <a:pt x="12962" y="3915"/>
                    <a:pt x="12938" y="3894"/>
                  </a:cubicBezTo>
                  <a:cubicBezTo>
                    <a:pt x="12827" y="3796"/>
                    <a:pt x="12704" y="3722"/>
                    <a:pt x="12580" y="3672"/>
                  </a:cubicBezTo>
                  <a:cubicBezTo>
                    <a:pt x="12547" y="3666"/>
                    <a:pt x="12517" y="3655"/>
                    <a:pt x="12492" y="3655"/>
                  </a:cubicBezTo>
                  <a:cubicBezTo>
                    <a:pt x="12472" y="3655"/>
                    <a:pt x="12456" y="3662"/>
                    <a:pt x="12445" y="3685"/>
                  </a:cubicBezTo>
                  <a:cubicBezTo>
                    <a:pt x="12433" y="3734"/>
                    <a:pt x="12408" y="3833"/>
                    <a:pt x="12359" y="3833"/>
                  </a:cubicBezTo>
                  <a:cubicBezTo>
                    <a:pt x="12336" y="3833"/>
                    <a:pt x="12295" y="3851"/>
                    <a:pt x="12272" y="3851"/>
                  </a:cubicBezTo>
                  <a:cubicBezTo>
                    <a:pt x="12258" y="3851"/>
                    <a:pt x="12251" y="3844"/>
                    <a:pt x="12260" y="3820"/>
                  </a:cubicBezTo>
                  <a:cubicBezTo>
                    <a:pt x="12285" y="3759"/>
                    <a:pt x="12359" y="3512"/>
                    <a:pt x="12408" y="3414"/>
                  </a:cubicBezTo>
                  <a:cubicBezTo>
                    <a:pt x="12457" y="3315"/>
                    <a:pt x="12433" y="3217"/>
                    <a:pt x="12470" y="3180"/>
                  </a:cubicBezTo>
                  <a:cubicBezTo>
                    <a:pt x="12494" y="3143"/>
                    <a:pt x="12704" y="3167"/>
                    <a:pt x="12716" y="3118"/>
                  </a:cubicBezTo>
                  <a:cubicBezTo>
                    <a:pt x="12728" y="3056"/>
                    <a:pt x="12765" y="3007"/>
                    <a:pt x="12815" y="2970"/>
                  </a:cubicBezTo>
                  <a:cubicBezTo>
                    <a:pt x="12876" y="2908"/>
                    <a:pt x="12962" y="2896"/>
                    <a:pt x="12888" y="2859"/>
                  </a:cubicBezTo>
                  <a:cubicBezTo>
                    <a:pt x="12815" y="2835"/>
                    <a:pt x="12827" y="2674"/>
                    <a:pt x="12839" y="2600"/>
                  </a:cubicBezTo>
                  <a:cubicBezTo>
                    <a:pt x="12845" y="2570"/>
                    <a:pt x="12885" y="2567"/>
                    <a:pt x="12936" y="2567"/>
                  </a:cubicBezTo>
                  <a:cubicBezTo>
                    <a:pt x="12949" y="2567"/>
                    <a:pt x="12962" y="2567"/>
                    <a:pt x="12976" y="2567"/>
                  </a:cubicBezTo>
                  <a:cubicBezTo>
                    <a:pt x="13017" y="2567"/>
                    <a:pt x="13061" y="2565"/>
                    <a:pt x="13098" y="2551"/>
                  </a:cubicBezTo>
                  <a:cubicBezTo>
                    <a:pt x="13184" y="2502"/>
                    <a:pt x="13369" y="2379"/>
                    <a:pt x="13283" y="2379"/>
                  </a:cubicBezTo>
                  <a:lnTo>
                    <a:pt x="12913" y="2379"/>
                  </a:lnTo>
                  <a:cubicBezTo>
                    <a:pt x="12815" y="2379"/>
                    <a:pt x="12728" y="2428"/>
                    <a:pt x="12691" y="2514"/>
                  </a:cubicBezTo>
                  <a:cubicBezTo>
                    <a:pt x="12686" y="2540"/>
                    <a:pt x="12664" y="2551"/>
                    <a:pt x="12639" y="2551"/>
                  </a:cubicBezTo>
                  <a:cubicBezTo>
                    <a:pt x="12605" y="2551"/>
                    <a:pt x="12568" y="2530"/>
                    <a:pt x="12568" y="2502"/>
                  </a:cubicBezTo>
                  <a:cubicBezTo>
                    <a:pt x="12568" y="2453"/>
                    <a:pt x="12605" y="2268"/>
                    <a:pt x="12741" y="2243"/>
                  </a:cubicBezTo>
                  <a:cubicBezTo>
                    <a:pt x="12756" y="2240"/>
                    <a:pt x="12777" y="2239"/>
                    <a:pt x="12802" y="2239"/>
                  </a:cubicBezTo>
                  <a:cubicBezTo>
                    <a:pt x="12932" y="2239"/>
                    <a:pt x="13166" y="2277"/>
                    <a:pt x="13300" y="2277"/>
                  </a:cubicBezTo>
                  <a:cubicBezTo>
                    <a:pt x="13335" y="2277"/>
                    <a:pt x="13363" y="2274"/>
                    <a:pt x="13381" y="2268"/>
                  </a:cubicBezTo>
                  <a:cubicBezTo>
                    <a:pt x="13480" y="2231"/>
                    <a:pt x="13615" y="2095"/>
                    <a:pt x="13566" y="2095"/>
                  </a:cubicBezTo>
                  <a:cubicBezTo>
                    <a:pt x="13527" y="2085"/>
                    <a:pt x="13439" y="2020"/>
                    <a:pt x="13368" y="2020"/>
                  </a:cubicBezTo>
                  <a:cubicBezTo>
                    <a:pt x="13351" y="2020"/>
                    <a:pt x="13334" y="2024"/>
                    <a:pt x="13320" y="2034"/>
                  </a:cubicBezTo>
                  <a:cubicBezTo>
                    <a:pt x="13270" y="2052"/>
                    <a:pt x="13221" y="2061"/>
                    <a:pt x="13172" y="2061"/>
                  </a:cubicBezTo>
                  <a:cubicBezTo>
                    <a:pt x="13123" y="2061"/>
                    <a:pt x="13073" y="2052"/>
                    <a:pt x="13024" y="2034"/>
                  </a:cubicBezTo>
                  <a:cubicBezTo>
                    <a:pt x="12901" y="1997"/>
                    <a:pt x="12593" y="1997"/>
                    <a:pt x="12691" y="1984"/>
                  </a:cubicBezTo>
                  <a:cubicBezTo>
                    <a:pt x="12749" y="1984"/>
                    <a:pt x="12878" y="2006"/>
                    <a:pt x="12983" y="2006"/>
                  </a:cubicBezTo>
                  <a:cubicBezTo>
                    <a:pt x="13035" y="2006"/>
                    <a:pt x="13082" y="2001"/>
                    <a:pt x="13110" y="1984"/>
                  </a:cubicBezTo>
                  <a:cubicBezTo>
                    <a:pt x="13168" y="1952"/>
                    <a:pt x="13231" y="1935"/>
                    <a:pt x="13292" y="1935"/>
                  </a:cubicBezTo>
                  <a:cubicBezTo>
                    <a:pt x="13322" y="1935"/>
                    <a:pt x="13353" y="1939"/>
                    <a:pt x="13381" y="1947"/>
                  </a:cubicBezTo>
                  <a:cubicBezTo>
                    <a:pt x="13418" y="1956"/>
                    <a:pt x="13455" y="1960"/>
                    <a:pt x="13492" y="1960"/>
                  </a:cubicBezTo>
                  <a:cubicBezTo>
                    <a:pt x="13565" y="1960"/>
                    <a:pt x="13636" y="1943"/>
                    <a:pt x="13702" y="1910"/>
                  </a:cubicBezTo>
                  <a:cubicBezTo>
                    <a:pt x="13763" y="1873"/>
                    <a:pt x="13911" y="1898"/>
                    <a:pt x="13936" y="1837"/>
                  </a:cubicBezTo>
                  <a:cubicBezTo>
                    <a:pt x="13948" y="1775"/>
                    <a:pt x="13837" y="1713"/>
                    <a:pt x="13887" y="1701"/>
                  </a:cubicBezTo>
                  <a:cubicBezTo>
                    <a:pt x="13997" y="1689"/>
                    <a:pt x="14121" y="1664"/>
                    <a:pt x="14219" y="1602"/>
                  </a:cubicBezTo>
                  <a:cubicBezTo>
                    <a:pt x="14342" y="1504"/>
                    <a:pt x="14638" y="1442"/>
                    <a:pt x="14564" y="1393"/>
                  </a:cubicBezTo>
                  <a:cubicBezTo>
                    <a:pt x="14379" y="1294"/>
                    <a:pt x="14170" y="1220"/>
                    <a:pt x="13960" y="1183"/>
                  </a:cubicBezTo>
                  <a:cubicBezTo>
                    <a:pt x="13885" y="1183"/>
                    <a:pt x="13772" y="1164"/>
                    <a:pt x="13663" y="1164"/>
                  </a:cubicBezTo>
                  <a:cubicBezTo>
                    <a:pt x="13575" y="1164"/>
                    <a:pt x="13491" y="1177"/>
                    <a:pt x="13431" y="1220"/>
                  </a:cubicBezTo>
                  <a:cubicBezTo>
                    <a:pt x="13307" y="1299"/>
                    <a:pt x="13244" y="1471"/>
                    <a:pt x="13150" y="1471"/>
                  </a:cubicBezTo>
                  <a:cubicBezTo>
                    <a:pt x="13141" y="1471"/>
                    <a:pt x="13132" y="1470"/>
                    <a:pt x="13123" y="1467"/>
                  </a:cubicBezTo>
                  <a:cubicBezTo>
                    <a:pt x="13052" y="1436"/>
                    <a:pt x="12981" y="1414"/>
                    <a:pt x="12903" y="1414"/>
                  </a:cubicBezTo>
                  <a:cubicBezTo>
                    <a:pt x="12886" y="1414"/>
                    <a:pt x="12869" y="1415"/>
                    <a:pt x="12852" y="1418"/>
                  </a:cubicBezTo>
                  <a:cubicBezTo>
                    <a:pt x="12824" y="1436"/>
                    <a:pt x="12732" y="1504"/>
                    <a:pt x="12695" y="1504"/>
                  </a:cubicBezTo>
                  <a:cubicBezTo>
                    <a:pt x="12683" y="1504"/>
                    <a:pt x="12676" y="1497"/>
                    <a:pt x="12679" y="1479"/>
                  </a:cubicBezTo>
                  <a:cubicBezTo>
                    <a:pt x="12690" y="1423"/>
                    <a:pt x="12712" y="1367"/>
                    <a:pt x="12678" y="1367"/>
                  </a:cubicBezTo>
                  <a:cubicBezTo>
                    <a:pt x="12675" y="1367"/>
                    <a:pt x="12671" y="1367"/>
                    <a:pt x="12667" y="1368"/>
                  </a:cubicBezTo>
                  <a:cubicBezTo>
                    <a:pt x="12543" y="1430"/>
                    <a:pt x="12445" y="1492"/>
                    <a:pt x="12346" y="1578"/>
                  </a:cubicBezTo>
                  <a:cubicBezTo>
                    <a:pt x="12272" y="1639"/>
                    <a:pt x="11952" y="1787"/>
                    <a:pt x="11903" y="1849"/>
                  </a:cubicBezTo>
                  <a:cubicBezTo>
                    <a:pt x="11873" y="1898"/>
                    <a:pt x="11691" y="2036"/>
                    <a:pt x="11667" y="2036"/>
                  </a:cubicBezTo>
                  <a:cubicBezTo>
                    <a:pt x="11661" y="2036"/>
                    <a:pt x="11664" y="2028"/>
                    <a:pt x="11681" y="2009"/>
                  </a:cubicBezTo>
                  <a:cubicBezTo>
                    <a:pt x="11767" y="1923"/>
                    <a:pt x="11878" y="1750"/>
                    <a:pt x="12001" y="1639"/>
                  </a:cubicBezTo>
                  <a:cubicBezTo>
                    <a:pt x="12112" y="1541"/>
                    <a:pt x="12260" y="1282"/>
                    <a:pt x="12198" y="1183"/>
                  </a:cubicBezTo>
                  <a:cubicBezTo>
                    <a:pt x="12158" y="1111"/>
                    <a:pt x="12046" y="1060"/>
                    <a:pt x="11948" y="1060"/>
                  </a:cubicBezTo>
                  <a:cubicBezTo>
                    <a:pt x="11895" y="1060"/>
                    <a:pt x="11847" y="1075"/>
                    <a:pt x="11817" y="1110"/>
                  </a:cubicBezTo>
                  <a:cubicBezTo>
                    <a:pt x="11718" y="1220"/>
                    <a:pt x="11743" y="1257"/>
                    <a:pt x="11656" y="1294"/>
                  </a:cubicBezTo>
                  <a:cubicBezTo>
                    <a:pt x="11422" y="1393"/>
                    <a:pt x="11176" y="1467"/>
                    <a:pt x="10942" y="1528"/>
                  </a:cubicBezTo>
                  <a:cubicBezTo>
                    <a:pt x="10917" y="1504"/>
                    <a:pt x="10868" y="1442"/>
                    <a:pt x="10954" y="1405"/>
                  </a:cubicBezTo>
                  <a:cubicBezTo>
                    <a:pt x="11040" y="1368"/>
                    <a:pt x="11472" y="1220"/>
                    <a:pt x="11447" y="1171"/>
                  </a:cubicBezTo>
                  <a:cubicBezTo>
                    <a:pt x="11419" y="1134"/>
                    <a:pt x="11002" y="1117"/>
                    <a:pt x="10725" y="1117"/>
                  </a:cubicBezTo>
                  <a:cubicBezTo>
                    <a:pt x="10639" y="1117"/>
                    <a:pt x="10566" y="1119"/>
                    <a:pt x="10523" y="1122"/>
                  </a:cubicBezTo>
                  <a:cubicBezTo>
                    <a:pt x="10326" y="1134"/>
                    <a:pt x="10116" y="1196"/>
                    <a:pt x="9993" y="1220"/>
                  </a:cubicBezTo>
                  <a:cubicBezTo>
                    <a:pt x="9892" y="1231"/>
                    <a:pt x="9734" y="1323"/>
                    <a:pt x="9666" y="1323"/>
                  </a:cubicBezTo>
                  <a:cubicBezTo>
                    <a:pt x="9651" y="1323"/>
                    <a:pt x="9640" y="1318"/>
                    <a:pt x="9636" y="1307"/>
                  </a:cubicBezTo>
                  <a:cubicBezTo>
                    <a:pt x="9623" y="1257"/>
                    <a:pt x="9549" y="1245"/>
                    <a:pt x="9660" y="1196"/>
                  </a:cubicBezTo>
                  <a:cubicBezTo>
                    <a:pt x="9780" y="1148"/>
                    <a:pt x="10187" y="973"/>
                    <a:pt x="10459" y="973"/>
                  </a:cubicBezTo>
                  <a:cubicBezTo>
                    <a:pt x="10468" y="973"/>
                    <a:pt x="10477" y="974"/>
                    <a:pt x="10486" y="974"/>
                  </a:cubicBezTo>
                  <a:cubicBezTo>
                    <a:pt x="10692" y="983"/>
                    <a:pt x="11139" y="1007"/>
                    <a:pt x="11370" y="1007"/>
                  </a:cubicBezTo>
                  <a:cubicBezTo>
                    <a:pt x="11443" y="1007"/>
                    <a:pt x="11494" y="1005"/>
                    <a:pt x="11509" y="999"/>
                  </a:cubicBezTo>
                  <a:cubicBezTo>
                    <a:pt x="11656" y="949"/>
                    <a:pt x="11817" y="912"/>
                    <a:pt x="11977" y="875"/>
                  </a:cubicBezTo>
                  <a:cubicBezTo>
                    <a:pt x="12137" y="851"/>
                    <a:pt x="12383" y="740"/>
                    <a:pt x="12346" y="691"/>
                  </a:cubicBezTo>
                  <a:cubicBezTo>
                    <a:pt x="12235" y="629"/>
                    <a:pt x="12112" y="592"/>
                    <a:pt x="11989" y="555"/>
                  </a:cubicBezTo>
                  <a:cubicBezTo>
                    <a:pt x="11969" y="550"/>
                    <a:pt x="11951" y="547"/>
                    <a:pt x="11935" y="547"/>
                  </a:cubicBezTo>
                  <a:cubicBezTo>
                    <a:pt x="11863" y="547"/>
                    <a:pt x="11827" y="593"/>
                    <a:pt x="11794" y="593"/>
                  </a:cubicBezTo>
                  <a:cubicBezTo>
                    <a:pt x="11785" y="593"/>
                    <a:pt x="11777" y="589"/>
                    <a:pt x="11767" y="580"/>
                  </a:cubicBezTo>
                  <a:cubicBezTo>
                    <a:pt x="11718" y="530"/>
                    <a:pt x="11730" y="506"/>
                    <a:pt x="11644" y="506"/>
                  </a:cubicBezTo>
                  <a:cubicBezTo>
                    <a:pt x="11558" y="506"/>
                    <a:pt x="11410" y="580"/>
                    <a:pt x="11373" y="580"/>
                  </a:cubicBezTo>
                  <a:cubicBezTo>
                    <a:pt x="11348" y="567"/>
                    <a:pt x="11582" y="395"/>
                    <a:pt x="11545" y="358"/>
                  </a:cubicBezTo>
                  <a:cubicBezTo>
                    <a:pt x="11459" y="346"/>
                    <a:pt x="11370" y="339"/>
                    <a:pt x="11281" y="339"/>
                  </a:cubicBezTo>
                  <a:cubicBezTo>
                    <a:pt x="11191" y="339"/>
                    <a:pt x="11102" y="346"/>
                    <a:pt x="11016" y="358"/>
                  </a:cubicBezTo>
                  <a:cubicBezTo>
                    <a:pt x="11002" y="359"/>
                    <a:pt x="10988" y="359"/>
                    <a:pt x="10972" y="359"/>
                  </a:cubicBezTo>
                  <a:cubicBezTo>
                    <a:pt x="10819" y="359"/>
                    <a:pt x="10581" y="316"/>
                    <a:pt x="10449" y="316"/>
                  </a:cubicBezTo>
                  <a:cubicBezTo>
                    <a:pt x="10424" y="316"/>
                    <a:pt x="10403" y="317"/>
                    <a:pt x="10387" y="321"/>
                  </a:cubicBezTo>
                  <a:cubicBezTo>
                    <a:pt x="10276" y="346"/>
                    <a:pt x="9956" y="420"/>
                    <a:pt x="9857" y="420"/>
                  </a:cubicBezTo>
                  <a:cubicBezTo>
                    <a:pt x="9771" y="432"/>
                    <a:pt x="9414" y="457"/>
                    <a:pt x="9266" y="469"/>
                  </a:cubicBezTo>
                  <a:cubicBezTo>
                    <a:pt x="9106" y="469"/>
                    <a:pt x="9439" y="432"/>
                    <a:pt x="9574" y="407"/>
                  </a:cubicBezTo>
                  <a:cubicBezTo>
                    <a:pt x="9697" y="383"/>
                    <a:pt x="9820" y="358"/>
                    <a:pt x="9968" y="321"/>
                  </a:cubicBezTo>
                  <a:cubicBezTo>
                    <a:pt x="10190" y="293"/>
                    <a:pt x="10405" y="279"/>
                    <a:pt x="10618" y="279"/>
                  </a:cubicBezTo>
                  <a:cubicBezTo>
                    <a:pt x="10689" y="279"/>
                    <a:pt x="10760" y="281"/>
                    <a:pt x="10831" y="284"/>
                  </a:cubicBezTo>
                  <a:cubicBezTo>
                    <a:pt x="10848" y="285"/>
                    <a:pt x="10868" y="286"/>
                    <a:pt x="10889" y="286"/>
                  </a:cubicBezTo>
                  <a:cubicBezTo>
                    <a:pt x="11068" y="286"/>
                    <a:pt x="11366" y="243"/>
                    <a:pt x="11311" y="210"/>
                  </a:cubicBezTo>
                  <a:cubicBezTo>
                    <a:pt x="11176" y="124"/>
                    <a:pt x="11016" y="75"/>
                    <a:pt x="10843" y="75"/>
                  </a:cubicBezTo>
                  <a:cubicBezTo>
                    <a:pt x="10816" y="77"/>
                    <a:pt x="10788" y="78"/>
                    <a:pt x="10761" y="78"/>
                  </a:cubicBezTo>
                  <a:cubicBezTo>
                    <a:pt x="10628" y="78"/>
                    <a:pt x="10497" y="54"/>
                    <a:pt x="10375" y="13"/>
                  </a:cubicBezTo>
                  <a:cubicBezTo>
                    <a:pt x="10325" y="4"/>
                    <a:pt x="10208" y="1"/>
                    <a:pt x="10075" y="1"/>
                  </a:cubicBezTo>
                  <a:cubicBezTo>
                    <a:pt x="9930" y="1"/>
                    <a:pt x="9767" y="4"/>
                    <a:pt x="9655" y="4"/>
                  </a:cubicBezTo>
                  <a:cubicBezTo>
                    <a:pt x="9592" y="4"/>
                    <a:pt x="9544" y="3"/>
                    <a:pt x="952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9" name="Google Shape;8165;p67">
              <a:extLst>
                <a:ext uri="{FF2B5EF4-FFF2-40B4-BE49-F238E27FC236}">
                  <a16:creationId xmlns:a16="http://schemas.microsoft.com/office/drawing/2014/main" id="{6C12D935-90FB-9514-F2FF-1843C84BAD09}"/>
                </a:ext>
              </a:extLst>
            </p:cNvPr>
            <p:cNvSpPr/>
            <p:nvPr/>
          </p:nvSpPr>
          <p:spPr>
            <a:xfrm>
              <a:off x="3187275" y="4436700"/>
              <a:ext cx="20050" cy="12100"/>
            </a:xfrm>
            <a:custGeom>
              <a:avLst/>
              <a:gdLst/>
              <a:ahLst/>
              <a:cxnLst/>
              <a:rect l="l" t="t" r="r" b="b"/>
              <a:pathLst>
                <a:path w="802" h="484" extrusionOk="0">
                  <a:moveTo>
                    <a:pt x="210" y="0"/>
                  </a:moveTo>
                  <a:cubicBezTo>
                    <a:pt x="127" y="0"/>
                    <a:pt x="54" y="19"/>
                    <a:pt x="75" y="59"/>
                  </a:cubicBezTo>
                  <a:cubicBezTo>
                    <a:pt x="124" y="121"/>
                    <a:pt x="210" y="146"/>
                    <a:pt x="173" y="146"/>
                  </a:cubicBezTo>
                  <a:cubicBezTo>
                    <a:pt x="136" y="158"/>
                    <a:pt x="62" y="219"/>
                    <a:pt x="87" y="244"/>
                  </a:cubicBezTo>
                  <a:cubicBezTo>
                    <a:pt x="112" y="281"/>
                    <a:pt x="1" y="330"/>
                    <a:pt x="112" y="330"/>
                  </a:cubicBezTo>
                  <a:cubicBezTo>
                    <a:pt x="223" y="343"/>
                    <a:pt x="297" y="330"/>
                    <a:pt x="321" y="367"/>
                  </a:cubicBezTo>
                  <a:cubicBezTo>
                    <a:pt x="346" y="392"/>
                    <a:pt x="235" y="454"/>
                    <a:pt x="297" y="466"/>
                  </a:cubicBezTo>
                  <a:cubicBezTo>
                    <a:pt x="335" y="477"/>
                    <a:pt x="377" y="483"/>
                    <a:pt x="418" y="483"/>
                  </a:cubicBezTo>
                  <a:cubicBezTo>
                    <a:pt x="469" y="483"/>
                    <a:pt x="520" y="474"/>
                    <a:pt x="568" y="454"/>
                  </a:cubicBezTo>
                  <a:cubicBezTo>
                    <a:pt x="666" y="380"/>
                    <a:pt x="802" y="355"/>
                    <a:pt x="789" y="293"/>
                  </a:cubicBezTo>
                  <a:cubicBezTo>
                    <a:pt x="765" y="232"/>
                    <a:pt x="703" y="269"/>
                    <a:pt x="642" y="195"/>
                  </a:cubicBezTo>
                  <a:cubicBezTo>
                    <a:pt x="568" y="121"/>
                    <a:pt x="481" y="59"/>
                    <a:pt x="383" y="35"/>
                  </a:cubicBezTo>
                  <a:cubicBezTo>
                    <a:pt x="350" y="12"/>
                    <a:pt x="277" y="0"/>
                    <a:pt x="21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0" name="Google Shape;8166;p67">
              <a:extLst>
                <a:ext uri="{FF2B5EF4-FFF2-40B4-BE49-F238E27FC236}">
                  <a16:creationId xmlns:a16="http://schemas.microsoft.com/office/drawing/2014/main" id="{B90E9814-B38F-2710-61B2-D4EEDB04EFA6}"/>
                </a:ext>
              </a:extLst>
            </p:cNvPr>
            <p:cNvSpPr/>
            <p:nvPr/>
          </p:nvSpPr>
          <p:spPr>
            <a:xfrm>
              <a:off x="3195300" y="4424625"/>
              <a:ext cx="3400" cy="2175"/>
            </a:xfrm>
            <a:custGeom>
              <a:avLst/>
              <a:gdLst/>
              <a:ahLst/>
              <a:cxnLst/>
              <a:rect l="l" t="t" r="r" b="b"/>
              <a:pathLst>
                <a:path w="136" h="87" extrusionOk="0">
                  <a:moveTo>
                    <a:pt x="49" y="0"/>
                  </a:moveTo>
                  <a:cubicBezTo>
                    <a:pt x="0" y="0"/>
                    <a:pt x="0" y="74"/>
                    <a:pt x="49" y="86"/>
                  </a:cubicBezTo>
                  <a:cubicBezTo>
                    <a:pt x="136" y="86"/>
                    <a:pt x="111" y="0"/>
                    <a:pt x="4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1" name="Google Shape;8167;p67">
              <a:extLst>
                <a:ext uri="{FF2B5EF4-FFF2-40B4-BE49-F238E27FC236}">
                  <a16:creationId xmlns:a16="http://schemas.microsoft.com/office/drawing/2014/main" id="{BA5BBFC2-9786-40B3-F0E1-4343A109FC9C}"/>
                </a:ext>
              </a:extLst>
            </p:cNvPr>
            <p:cNvSpPr/>
            <p:nvPr/>
          </p:nvSpPr>
          <p:spPr>
            <a:xfrm>
              <a:off x="3198450" y="4261625"/>
              <a:ext cx="13525" cy="6050"/>
            </a:xfrm>
            <a:custGeom>
              <a:avLst/>
              <a:gdLst/>
              <a:ahLst/>
              <a:cxnLst/>
              <a:rect l="l" t="t" r="r" b="b"/>
              <a:pathLst>
                <a:path w="541" h="242" extrusionOk="0">
                  <a:moveTo>
                    <a:pt x="41" y="1"/>
                  </a:moveTo>
                  <a:cubicBezTo>
                    <a:pt x="0" y="1"/>
                    <a:pt x="34" y="73"/>
                    <a:pt x="84" y="113"/>
                  </a:cubicBezTo>
                  <a:cubicBezTo>
                    <a:pt x="195" y="175"/>
                    <a:pt x="305" y="212"/>
                    <a:pt x="429" y="236"/>
                  </a:cubicBezTo>
                  <a:cubicBezTo>
                    <a:pt x="446" y="240"/>
                    <a:pt x="459" y="241"/>
                    <a:pt x="470" y="241"/>
                  </a:cubicBezTo>
                  <a:cubicBezTo>
                    <a:pt x="541" y="241"/>
                    <a:pt x="501" y="180"/>
                    <a:pt x="416" y="138"/>
                  </a:cubicBezTo>
                  <a:cubicBezTo>
                    <a:pt x="305" y="88"/>
                    <a:pt x="195" y="39"/>
                    <a:pt x="84" y="14"/>
                  </a:cubicBezTo>
                  <a:cubicBezTo>
                    <a:pt x="65" y="5"/>
                    <a:pt x="51" y="1"/>
                    <a:pt x="4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2" name="Google Shape;8168;p67">
              <a:extLst>
                <a:ext uri="{FF2B5EF4-FFF2-40B4-BE49-F238E27FC236}">
                  <a16:creationId xmlns:a16="http://schemas.microsoft.com/office/drawing/2014/main" id="{5FE4EE7F-16AF-9C7E-FC54-6789770337B4}"/>
                </a:ext>
              </a:extLst>
            </p:cNvPr>
            <p:cNvSpPr/>
            <p:nvPr/>
          </p:nvSpPr>
          <p:spPr>
            <a:xfrm>
              <a:off x="3227625" y="4251800"/>
              <a:ext cx="5575" cy="1875"/>
            </a:xfrm>
            <a:custGeom>
              <a:avLst/>
              <a:gdLst/>
              <a:ahLst/>
              <a:cxnLst/>
              <a:rect l="l" t="t" r="r" b="b"/>
              <a:pathLst>
                <a:path w="223" h="75" extrusionOk="0">
                  <a:moveTo>
                    <a:pt x="87" y="1"/>
                  </a:moveTo>
                  <a:cubicBezTo>
                    <a:pt x="1" y="1"/>
                    <a:pt x="50" y="75"/>
                    <a:pt x="136" y="75"/>
                  </a:cubicBezTo>
                  <a:cubicBezTo>
                    <a:pt x="223" y="75"/>
                    <a:pt x="173" y="1"/>
                    <a:pt x="8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3" name="Google Shape;8169;p67">
              <a:extLst>
                <a:ext uri="{FF2B5EF4-FFF2-40B4-BE49-F238E27FC236}">
                  <a16:creationId xmlns:a16="http://schemas.microsoft.com/office/drawing/2014/main" id="{EE1A6D3B-0E2E-E0EB-BF19-05514CABC1EB}"/>
                </a:ext>
              </a:extLst>
            </p:cNvPr>
            <p:cNvSpPr/>
            <p:nvPr/>
          </p:nvSpPr>
          <p:spPr>
            <a:xfrm>
              <a:off x="3238100" y="4249250"/>
              <a:ext cx="9575" cy="3525"/>
            </a:xfrm>
            <a:custGeom>
              <a:avLst/>
              <a:gdLst/>
              <a:ahLst/>
              <a:cxnLst/>
              <a:rect l="l" t="t" r="r" b="b"/>
              <a:pathLst>
                <a:path w="383" h="141" extrusionOk="0">
                  <a:moveTo>
                    <a:pt x="120" y="0"/>
                  </a:moveTo>
                  <a:cubicBezTo>
                    <a:pt x="89" y="0"/>
                    <a:pt x="64" y="5"/>
                    <a:pt x="50" y="17"/>
                  </a:cubicBezTo>
                  <a:cubicBezTo>
                    <a:pt x="1" y="54"/>
                    <a:pt x="38" y="66"/>
                    <a:pt x="87" y="103"/>
                  </a:cubicBezTo>
                  <a:cubicBezTo>
                    <a:pt x="122" y="124"/>
                    <a:pt x="210" y="140"/>
                    <a:pt x="281" y="140"/>
                  </a:cubicBezTo>
                  <a:cubicBezTo>
                    <a:pt x="337" y="140"/>
                    <a:pt x="383" y="130"/>
                    <a:pt x="383" y="103"/>
                  </a:cubicBezTo>
                  <a:cubicBezTo>
                    <a:pt x="383" y="55"/>
                    <a:pt x="222" y="0"/>
                    <a:pt x="12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4" name="Google Shape;8170;p67">
              <a:extLst>
                <a:ext uri="{FF2B5EF4-FFF2-40B4-BE49-F238E27FC236}">
                  <a16:creationId xmlns:a16="http://schemas.microsoft.com/office/drawing/2014/main" id="{E10EEFD6-D3E0-E69F-924A-ED9A7AA82B7F}"/>
                </a:ext>
              </a:extLst>
            </p:cNvPr>
            <p:cNvSpPr/>
            <p:nvPr/>
          </p:nvSpPr>
          <p:spPr>
            <a:xfrm>
              <a:off x="3274775" y="4244375"/>
              <a:ext cx="12325" cy="4850"/>
            </a:xfrm>
            <a:custGeom>
              <a:avLst/>
              <a:gdLst/>
              <a:ahLst/>
              <a:cxnLst/>
              <a:rect l="l" t="t" r="r" b="b"/>
              <a:pathLst>
                <a:path w="493" h="194" extrusionOk="0">
                  <a:moveTo>
                    <a:pt x="46" y="0"/>
                  </a:moveTo>
                  <a:cubicBezTo>
                    <a:pt x="42" y="0"/>
                    <a:pt x="39" y="1"/>
                    <a:pt x="37" y="2"/>
                  </a:cubicBezTo>
                  <a:cubicBezTo>
                    <a:pt x="0" y="14"/>
                    <a:pt x="160" y="88"/>
                    <a:pt x="234" y="113"/>
                  </a:cubicBezTo>
                  <a:cubicBezTo>
                    <a:pt x="266" y="122"/>
                    <a:pt x="254" y="124"/>
                    <a:pt x="225" y="124"/>
                  </a:cubicBezTo>
                  <a:cubicBezTo>
                    <a:pt x="194" y="124"/>
                    <a:pt x="142" y="122"/>
                    <a:pt x="105" y="122"/>
                  </a:cubicBezTo>
                  <a:cubicBezTo>
                    <a:pt x="84" y="122"/>
                    <a:pt x="67" y="123"/>
                    <a:pt x="62" y="125"/>
                  </a:cubicBezTo>
                  <a:cubicBezTo>
                    <a:pt x="49" y="138"/>
                    <a:pt x="173" y="162"/>
                    <a:pt x="247" y="187"/>
                  </a:cubicBezTo>
                  <a:cubicBezTo>
                    <a:pt x="261" y="192"/>
                    <a:pt x="273" y="194"/>
                    <a:pt x="282" y="194"/>
                  </a:cubicBezTo>
                  <a:cubicBezTo>
                    <a:pt x="323" y="194"/>
                    <a:pt x="326" y="158"/>
                    <a:pt x="296" y="138"/>
                  </a:cubicBezTo>
                  <a:cubicBezTo>
                    <a:pt x="259" y="125"/>
                    <a:pt x="382" y="138"/>
                    <a:pt x="431" y="113"/>
                  </a:cubicBezTo>
                  <a:cubicBezTo>
                    <a:pt x="493" y="88"/>
                    <a:pt x="370" y="64"/>
                    <a:pt x="284" y="51"/>
                  </a:cubicBezTo>
                  <a:cubicBezTo>
                    <a:pt x="205" y="51"/>
                    <a:pt x="86" y="0"/>
                    <a:pt x="4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5" name="Google Shape;8171;p67">
              <a:extLst>
                <a:ext uri="{FF2B5EF4-FFF2-40B4-BE49-F238E27FC236}">
                  <a16:creationId xmlns:a16="http://schemas.microsoft.com/office/drawing/2014/main" id="{D32376CD-BA43-763B-6CDD-1FC28DD46136}"/>
                </a:ext>
              </a:extLst>
            </p:cNvPr>
            <p:cNvSpPr/>
            <p:nvPr/>
          </p:nvSpPr>
          <p:spPr>
            <a:xfrm>
              <a:off x="3392625" y="4265275"/>
              <a:ext cx="6525" cy="4025"/>
            </a:xfrm>
            <a:custGeom>
              <a:avLst/>
              <a:gdLst/>
              <a:ahLst/>
              <a:cxnLst/>
              <a:rect l="l" t="t" r="r" b="b"/>
              <a:pathLst>
                <a:path w="261" h="161" extrusionOk="0">
                  <a:moveTo>
                    <a:pt x="69" y="1"/>
                  </a:moveTo>
                  <a:cubicBezTo>
                    <a:pt x="63" y="1"/>
                    <a:pt x="59" y="2"/>
                    <a:pt x="54" y="4"/>
                  </a:cubicBezTo>
                  <a:cubicBezTo>
                    <a:pt x="0" y="15"/>
                    <a:pt x="128" y="160"/>
                    <a:pt x="201" y="160"/>
                  </a:cubicBezTo>
                  <a:cubicBezTo>
                    <a:pt x="211" y="160"/>
                    <a:pt x="220" y="158"/>
                    <a:pt x="227" y="152"/>
                  </a:cubicBezTo>
                  <a:cubicBezTo>
                    <a:pt x="261" y="118"/>
                    <a:pt x="129" y="1"/>
                    <a:pt x="6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6" name="Google Shape;8172;p67">
              <a:extLst>
                <a:ext uri="{FF2B5EF4-FFF2-40B4-BE49-F238E27FC236}">
                  <a16:creationId xmlns:a16="http://schemas.microsoft.com/office/drawing/2014/main" id="{2ABF498C-5F36-0B74-78CB-35379134018C}"/>
                </a:ext>
              </a:extLst>
            </p:cNvPr>
            <p:cNvSpPr/>
            <p:nvPr/>
          </p:nvSpPr>
          <p:spPr>
            <a:xfrm>
              <a:off x="3402600" y="4270600"/>
              <a:ext cx="6175" cy="1875"/>
            </a:xfrm>
            <a:custGeom>
              <a:avLst/>
              <a:gdLst/>
              <a:ahLst/>
              <a:cxnLst/>
              <a:rect l="l" t="t" r="r" b="b"/>
              <a:pathLst>
                <a:path w="247" h="75" extrusionOk="0">
                  <a:moveTo>
                    <a:pt x="74" y="0"/>
                  </a:moveTo>
                  <a:cubicBezTo>
                    <a:pt x="0" y="0"/>
                    <a:pt x="87" y="74"/>
                    <a:pt x="173" y="74"/>
                  </a:cubicBezTo>
                  <a:cubicBezTo>
                    <a:pt x="247" y="74"/>
                    <a:pt x="148" y="13"/>
                    <a:pt x="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7" name="Google Shape;8173;p67">
              <a:extLst>
                <a:ext uri="{FF2B5EF4-FFF2-40B4-BE49-F238E27FC236}">
                  <a16:creationId xmlns:a16="http://schemas.microsoft.com/office/drawing/2014/main" id="{44F351FD-9F05-0C37-85B2-82F1BFED7956}"/>
                </a:ext>
              </a:extLst>
            </p:cNvPr>
            <p:cNvSpPr/>
            <p:nvPr/>
          </p:nvSpPr>
          <p:spPr>
            <a:xfrm>
              <a:off x="3402325" y="4350675"/>
              <a:ext cx="4600" cy="9900"/>
            </a:xfrm>
            <a:custGeom>
              <a:avLst/>
              <a:gdLst/>
              <a:ahLst/>
              <a:cxnLst/>
              <a:rect l="l" t="t" r="r" b="b"/>
              <a:pathLst>
                <a:path w="184" h="396" extrusionOk="0">
                  <a:moveTo>
                    <a:pt x="73" y="1"/>
                  </a:moveTo>
                  <a:cubicBezTo>
                    <a:pt x="0" y="1"/>
                    <a:pt x="143" y="396"/>
                    <a:pt x="159" y="396"/>
                  </a:cubicBezTo>
                  <a:cubicBezTo>
                    <a:pt x="159" y="396"/>
                    <a:pt x="159" y="395"/>
                    <a:pt x="159" y="395"/>
                  </a:cubicBezTo>
                  <a:cubicBezTo>
                    <a:pt x="184" y="395"/>
                    <a:pt x="159" y="13"/>
                    <a:pt x="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8" name="Google Shape;8174;p67">
              <a:extLst>
                <a:ext uri="{FF2B5EF4-FFF2-40B4-BE49-F238E27FC236}">
                  <a16:creationId xmlns:a16="http://schemas.microsoft.com/office/drawing/2014/main" id="{6E086831-081C-4FC9-A97C-9A04165CF960}"/>
                </a:ext>
              </a:extLst>
            </p:cNvPr>
            <p:cNvSpPr/>
            <p:nvPr/>
          </p:nvSpPr>
          <p:spPr>
            <a:xfrm>
              <a:off x="3403825" y="4369475"/>
              <a:ext cx="7350" cy="4825"/>
            </a:xfrm>
            <a:custGeom>
              <a:avLst/>
              <a:gdLst/>
              <a:ahLst/>
              <a:cxnLst/>
              <a:rect l="l" t="t" r="r" b="b"/>
              <a:pathLst>
                <a:path w="294" h="193" extrusionOk="0">
                  <a:moveTo>
                    <a:pt x="62" y="1"/>
                  </a:moveTo>
                  <a:cubicBezTo>
                    <a:pt x="50" y="13"/>
                    <a:pt x="1" y="161"/>
                    <a:pt x="62" y="173"/>
                  </a:cubicBezTo>
                  <a:cubicBezTo>
                    <a:pt x="92" y="181"/>
                    <a:pt x="177" y="193"/>
                    <a:pt x="233" y="193"/>
                  </a:cubicBezTo>
                  <a:cubicBezTo>
                    <a:pt x="269" y="193"/>
                    <a:pt x="294" y="188"/>
                    <a:pt x="284" y="173"/>
                  </a:cubicBezTo>
                  <a:cubicBezTo>
                    <a:pt x="223" y="99"/>
                    <a:pt x="149" y="38"/>
                    <a:pt x="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9" name="Google Shape;8175;p67">
              <a:extLst>
                <a:ext uri="{FF2B5EF4-FFF2-40B4-BE49-F238E27FC236}">
                  <a16:creationId xmlns:a16="http://schemas.microsoft.com/office/drawing/2014/main" id="{1533C233-55F4-770D-3578-90B37AE56CEA}"/>
                </a:ext>
              </a:extLst>
            </p:cNvPr>
            <p:cNvSpPr/>
            <p:nvPr/>
          </p:nvSpPr>
          <p:spPr>
            <a:xfrm>
              <a:off x="3370875" y="4401475"/>
              <a:ext cx="16050" cy="11450"/>
            </a:xfrm>
            <a:custGeom>
              <a:avLst/>
              <a:gdLst/>
              <a:ahLst/>
              <a:cxnLst/>
              <a:rect l="l" t="t" r="r" b="b"/>
              <a:pathLst>
                <a:path w="642" h="458" extrusionOk="0">
                  <a:moveTo>
                    <a:pt x="244" y="0"/>
                  </a:moveTo>
                  <a:cubicBezTo>
                    <a:pt x="231" y="0"/>
                    <a:pt x="220" y="1"/>
                    <a:pt x="210" y="2"/>
                  </a:cubicBezTo>
                  <a:cubicBezTo>
                    <a:pt x="99" y="14"/>
                    <a:pt x="25" y="64"/>
                    <a:pt x="13" y="138"/>
                  </a:cubicBezTo>
                  <a:cubicBezTo>
                    <a:pt x="0" y="310"/>
                    <a:pt x="506" y="458"/>
                    <a:pt x="543" y="458"/>
                  </a:cubicBezTo>
                  <a:cubicBezTo>
                    <a:pt x="592" y="458"/>
                    <a:pt x="530" y="359"/>
                    <a:pt x="469" y="322"/>
                  </a:cubicBezTo>
                  <a:cubicBezTo>
                    <a:pt x="419" y="285"/>
                    <a:pt x="543" y="298"/>
                    <a:pt x="592" y="285"/>
                  </a:cubicBezTo>
                  <a:cubicBezTo>
                    <a:pt x="641" y="285"/>
                    <a:pt x="481" y="236"/>
                    <a:pt x="407" y="175"/>
                  </a:cubicBezTo>
                  <a:cubicBezTo>
                    <a:pt x="373" y="147"/>
                    <a:pt x="384" y="139"/>
                    <a:pt x="411" y="139"/>
                  </a:cubicBezTo>
                  <a:cubicBezTo>
                    <a:pt x="433" y="139"/>
                    <a:pt x="466" y="144"/>
                    <a:pt x="493" y="150"/>
                  </a:cubicBezTo>
                  <a:cubicBezTo>
                    <a:pt x="543" y="150"/>
                    <a:pt x="604" y="113"/>
                    <a:pt x="616" y="76"/>
                  </a:cubicBezTo>
                  <a:cubicBezTo>
                    <a:pt x="616" y="53"/>
                    <a:pt x="371" y="0"/>
                    <a:pt x="24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0" name="Google Shape;8176;p67">
              <a:extLst>
                <a:ext uri="{FF2B5EF4-FFF2-40B4-BE49-F238E27FC236}">
                  <a16:creationId xmlns:a16="http://schemas.microsoft.com/office/drawing/2014/main" id="{1157099D-5AE0-5487-035E-073B24EDB92D}"/>
                </a:ext>
              </a:extLst>
            </p:cNvPr>
            <p:cNvSpPr/>
            <p:nvPr/>
          </p:nvSpPr>
          <p:spPr>
            <a:xfrm>
              <a:off x="3367475" y="4396275"/>
              <a:ext cx="10825" cy="2175"/>
            </a:xfrm>
            <a:custGeom>
              <a:avLst/>
              <a:gdLst/>
              <a:ahLst/>
              <a:cxnLst/>
              <a:rect l="l" t="t" r="r" b="b"/>
              <a:pathLst>
                <a:path w="433" h="87" extrusionOk="0">
                  <a:moveTo>
                    <a:pt x="247" y="1"/>
                  </a:moveTo>
                  <a:cubicBezTo>
                    <a:pt x="161" y="1"/>
                    <a:pt x="87" y="13"/>
                    <a:pt x="1" y="25"/>
                  </a:cubicBezTo>
                  <a:cubicBezTo>
                    <a:pt x="124" y="50"/>
                    <a:pt x="260" y="74"/>
                    <a:pt x="383" y="87"/>
                  </a:cubicBezTo>
                  <a:cubicBezTo>
                    <a:pt x="432" y="62"/>
                    <a:pt x="297" y="1"/>
                    <a:pt x="24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1" name="Google Shape;8177;p67">
              <a:extLst>
                <a:ext uri="{FF2B5EF4-FFF2-40B4-BE49-F238E27FC236}">
                  <a16:creationId xmlns:a16="http://schemas.microsoft.com/office/drawing/2014/main" id="{905519D7-4C21-0C0C-450E-201B906CCA33}"/>
                </a:ext>
              </a:extLst>
            </p:cNvPr>
            <p:cNvSpPr/>
            <p:nvPr/>
          </p:nvSpPr>
          <p:spPr>
            <a:xfrm>
              <a:off x="3350550" y="4426950"/>
              <a:ext cx="15950" cy="6275"/>
            </a:xfrm>
            <a:custGeom>
              <a:avLst/>
              <a:gdLst/>
              <a:ahLst/>
              <a:cxnLst/>
              <a:rect l="l" t="t" r="r" b="b"/>
              <a:pathLst>
                <a:path w="638" h="251" extrusionOk="0">
                  <a:moveTo>
                    <a:pt x="556" y="1"/>
                  </a:moveTo>
                  <a:cubicBezTo>
                    <a:pt x="548" y="1"/>
                    <a:pt x="539" y="2"/>
                    <a:pt x="530" y="6"/>
                  </a:cubicBezTo>
                  <a:cubicBezTo>
                    <a:pt x="444" y="43"/>
                    <a:pt x="222" y="67"/>
                    <a:pt x="173" y="92"/>
                  </a:cubicBezTo>
                  <a:cubicBezTo>
                    <a:pt x="123" y="104"/>
                    <a:pt x="0" y="240"/>
                    <a:pt x="25" y="240"/>
                  </a:cubicBezTo>
                  <a:cubicBezTo>
                    <a:pt x="36" y="240"/>
                    <a:pt x="133" y="251"/>
                    <a:pt x="247" y="251"/>
                  </a:cubicBezTo>
                  <a:cubicBezTo>
                    <a:pt x="375" y="251"/>
                    <a:pt x="526" y="237"/>
                    <a:pt x="604" y="178"/>
                  </a:cubicBezTo>
                  <a:cubicBezTo>
                    <a:pt x="637" y="145"/>
                    <a:pt x="630" y="1"/>
                    <a:pt x="55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2" name="Google Shape;8178;p67">
              <a:extLst>
                <a:ext uri="{FF2B5EF4-FFF2-40B4-BE49-F238E27FC236}">
                  <a16:creationId xmlns:a16="http://schemas.microsoft.com/office/drawing/2014/main" id="{D076C501-7B2D-5E54-DCFB-5EB0386CBDCA}"/>
                </a:ext>
              </a:extLst>
            </p:cNvPr>
            <p:cNvSpPr/>
            <p:nvPr/>
          </p:nvSpPr>
          <p:spPr>
            <a:xfrm>
              <a:off x="3210700" y="4440625"/>
              <a:ext cx="3400" cy="5300"/>
            </a:xfrm>
            <a:custGeom>
              <a:avLst/>
              <a:gdLst/>
              <a:ahLst/>
              <a:cxnLst/>
              <a:rect l="l" t="t" r="r" b="b"/>
              <a:pathLst>
                <a:path w="136" h="212" extrusionOk="0">
                  <a:moveTo>
                    <a:pt x="62" y="1"/>
                  </a:moveTo>
                  <a:cubicBezTo>
                    <a:pt x="37" y="1"/>
                    <a:pt x="0" y="124"/>
                    <a:pt x="13" y="136"/>
                  </a:cubicBezTo>
                  <a:cubicBezTo>
                    <a:pt x="13" y="159"/>
                    <a:pt x="23" y="212"/>
                    <a:pt x="34" y="212"/>
                  </a:cubicBezTo>
                  <a:cubicBezTo>
                    <a:pt x="35" y="212"/>
                    <a:pt x="36" y="211"/>
                    <a:pt x="37" y="210"/>
                  </a:cubicBezTo>
                  <a:cubicBezTo>
                    <a:pt x="62" y="198"/>
                    <a:pt x="136" y="149"/>
                    <a:pt x="123" y="99"/>
                  </a:cubicBezTo>
                  <a:cubicBezTo>
                    <a:pt x="99" y="50"/>
                    <a:pt x="87" y="13"/>
                    <a:pt x="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3" name="Google Shape;8179;p67">
              <a:extLst>
                <a:ext uri="{FF2B5EF4-FFF2-40B4-BE49-F238E27FC236}">
                  <a16:creationId xmlns:a16="http://schemas.microsoft.com/office/drawing/2014/main" id="{87582508-394E-8FDA-D674-E972341C6346}"/>
                </a:ext>
              </a:extLst>
            </p:cNvPr>
            <p:cNvSpPr/>
            <p:nvPr/>
          </p:nvSpPr>
          <p:spPr>
            <a:xfrm>
              <a:off x="3199600" y="4422725"/>
              <a:ext cx="4650" cy="3200"/>
            </a:xfrm>
            <a:custGeom>
              <a:avLst/>
              <a:gdLst/>
              <a:ahLst/>
              <a:cxnLst/>
              <a:rect l="l" t="t" r="r" b="b"/>
              <a:pathLst>
                <a:path w="186" h="128" extrusionOk="0">
                  <a:moveTo>
                    <a:pt x="67" y="1"/>
                  </a:moveTo>
                  <a:cubicBezTo>
                    <a:pt x="66" y="1"/>
                    <a:pt x="64" y="1"/>
                    <a:pt x="62" y="2"/>
                  </a:cubicBezTo>
                  <a:cubicBezTo>
                    <a:pt x="25" y="15"/>
                    <a:pt x="1" y="15"/>
                    <a:pt x="25" y="51"/>
                  </a:cubicBezTo>
                  <a:cubicBezTo>
                    <a:pt x="47" y="84"/>
                    <a:pt x="50" y="127"/>
                    <a:pt x="85" y="127"/>
                  </a:cubicBezTo>
                  <a:cubicBezTo>
                    <a:pt x="89" y="127"/>
                    <a:pt x="94" y="127"/>
                    <a:pt x="99" y="125"/>
                  </a:cubicBezTo>
                  <a:cubicBezTo>
                    <a:pt x="136" y="101"/>
                    <a:pt x="186" y="88"/>
                    <a:pt x="161" y="76"/>
                  </a:cubicBezTo>
                  <a:cubicBezTo>
                    <a:pt x="126" y="76"/>
                    <a:pt x="92" y="1"/>
                    <a:pt x="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4" name="Google Shape;8180;p67">
              <a:extLst>
                <a:ext uri="{FF2B5EF4-FFF2-40B4-BE49-F238E27FC236}">
                  <a16:creationId xmlns:a16="http://schemas.microsoft.com/office/drawing/2014/main" id="{116C386D-0E0B-037A-4847-1A748B93FAE4}"/>
                </a:ext>
              </a:extLst>
            </p:cNvPr>
            <p:cNvSpPr/>
            <p:nvPr/>
          </p:nvSpPr>
          <p:spPr>
            <a:xfrm>
              <a:off x="3409350" y="4333100"/>
              <a:ext cx="3050" cy="1800"/>
            </a:xfrm>
            <a:custGeom>
              <a:avLst/>
              <a:gdLst/>
              <a:ahLst/>
              <a:cxnLst/>
              <a:rect l="l" t="t" r="r" b="b"/>
              <a:pathLst>
                <a:path w="122" h="72" extrusionOk="0">
                  <a:moveTo>
                    <a:pt x="86" y="0"/>
                  </a:moveTo>
                  <a:cubicBezTo>
                    <a:pt x="52" y="0"/>
                    <a:pt x="1" y="38"/>
                    <a:pt x="26" y="63"/>
                  </a:cubicBezTo>
                  <a:cubicBezTo>
                    <a:pt x="32" y="69"/>
                    <a:pt x="40" y="71"/>
                    <a:pt x="50" y="71"/>
                  </a:cubicBezTo>
                  <a:cubicBezTo>
                    <a:pt x="81" y="71"/>
                    <a:pt x="122" y="45"/>
                    <a:pt x="112" y="26"/>
                  </a:cubicBezTo>
                  <a:cubicBezTo>
                    <a:pt x="112" y="7"/>
                    <a:pt x="101" y="0"/>
                    <a:pt x="8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5" name="Google Shape;8181;p67">
              <a:extLst>
                <a:ext uri="{FF2B5EF4-FFF2-40B4-BE49-F238E27FC236}">
                  <a16:creationId xmlns:a16="http://schemas.microsoft.com/office/drawing/2014/main" id="{5A256A9A-D178-3CC6-190F-02C8CABF79AD}"/>
                </a:ext>
              </a:extLst>
            </p:cNvPr>
            <p:cNvSpPr/>
            <p:nvPr/>
          </p:nvSpPr>
          <p:spPr>
            <a:xfrm>
              <a:off x="3399750" y="4317175"/>
              <a:ext cx="3675" cy="1925"/>
            </a:xfrm>
            <a:custGeom>
              <a:avLst/>
              <a:gdLst/>
              <a:ahLst/>
              <a:cxnLst/>
              <a:rect l="l" t="t" r="r" b="b"/>
              <a:pathLst>
                <a:path w="147" h="77" extrusionOk="0">
                  <a:moveTo>
                    <a:pt x="79" y="0"/>
                  </a:moveTo>
                  <a:cubicBezTo>
                    <a:pt x="33" y="0"/>
                    <a:pt x="1" y="52"/>
                    <a:pt x="41" y="72"/>
                  </a:cubicBezTo>
                  <a:cubicBezTo>
                    <a:pt x="48" y="75"/>
                    <a:pt x="55" y="77"/>
                    <a:pt x="62" y="77"/>
                  </a:cubicBezTo>
                  <a:cubicBezTo>
                    <a:pt x="105" y="77"/>
                    <a:pt x="146" y="21"/>
                    <a:pt x="114" y="10"/>
                  </a:cubicBezTo>
                  <a:cubicBezTo>
                    <a:pt x="103" y="3"/>
                    <a:pt x="91" y="0"/>
                    <a:pt x="7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6" name="Google Shape;8182;p67">
              <a:extLst>
                <a:ext uri="{FF2B5EF4-FFF2-40B4-BE49-F238E27FC236}">
                  <a16:creationId xmlns:a16="http://schemas.microsoft.com/office/drawing/2014/main" id="{D303942B-A8FE-317A-F593-5C26B4C3F510}"/>
                </a:ext>
              </a:extLst>
            </p:cNvPr>
            <p:cNvSpPr/>
            <p:nvPr/>
          </p:nvSpPr>
          <p:spPr>
            <a:xfrm>
              <a:off x="3409250" y="4312325"/>
              <a:ext cx="3100" cy="2025"/>
            </a:xfrm>
            <a:custGeom>
              <a:avLst/>
              <a:gdLst/>
              <a:ahLst/>
              <a:cxnLst/>
              <a:rect l="l" t="t" r="r" b="b"/>
              <a:pathLst>
                <a:path w="124" h="81" extrusionOk="0">
                  <a:moveTo>
                    <a:pt x="90" y="0"/>
                  </a:moveTo>
                  <a:cubicBezTo>
                    <a:pt x="60" y="0"/>
                    <a:pt x="0" y="39"/>
                    <a:pt x="30" y="69"/>
                  </a:cubicBezTo>
                  <a:cubicBezTo>
                    <a:pt x="38" y="77"/>
                    <a:pt x="47" y="80"/>
                    <a:pt x="57" y="80"/>
                  </a:cubicBezTo>
                  <a:cubicBezTo>
                    <a:pt x="90" y="80"/>
                    <a:pt x="123" y="36"/>
                    <a:pt x="104" y="7"/>
                  </a:cubicBezTo>
                  <a:cubicBezTo>
                    <a:pt x="102" y="3"/>
                    <a:pt x="97" y="0"/>
                    <a:pt x="9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7" name="Google Shape;8183;p67">
              <a:extLst>
                <a:ext uri="{FF2B5EF4-FFF2-40B4-BE49-F238E27FC236}">
                  <a16:creationId xmlns:a16="http://schemas.microsoft.com/office/drawing/2014/main" id="{F7BF0A3B-0C88-2004-604F-6B1BE5A917B2}"/>
                </a:ext>
              </a:extLst>
            </p:cNvPr>
            <p:cNvSpPr/>
            <p:nvPr/>
          </p:nvSpPr>
          <p:spPr>
            <a:xfrm>
              <a:off x="3083875" y="4339550"/>
              <a:ext cx="5525" cy="725"/>
            </a:xfrm>
            <a:custGeom>
              <a:avLst/>
              <a:gdLst/>
              <a:ahLst/>
              <a:cxnLst/>
              <a:rect l="l" t="t" r="r" b="b"/>
              <a:pathLst>
                <a:path w="221" h="29" extrusionOk="0">
                  <a:moveTo>
                    <a:pt x="53" y="1"/>
                  </a:moveTo>
                  <a:cubicBezTo>
                    <a:pt x="19" y="1"/>
                    <a:pt x="1" y="4"/>
                    <a:pt x="22" y="15"/>
                  </a:cubicBezTo>
                  <a:cubicBezTo>
                    <a:pt x="42" y="25"/>
                    <a:pt x="83" y="29"/>
                    <a:pt x="121" y="29"/>
                  </a:cubicBezTo>
                  <a:cubicBezTo>
                    <a:pt x="173" y="29"/>
                    <a:pt x="221" y="22"/>
                    <a:pt x="206" y="15"/>
                  </a:cubicBezTo>
                  <a:cubicBezTo>
                    <a:pt x="171" y="8"/>
                    <a:pt x="98" y="1"/>
                    <a:pt x="5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8" name="Google Shape;8184;p67">
              <a:extLst>
                <a:ext uri="{FF2B5EF4-FFF2-40B4-BE49-F238E27FC236}">
                  <a16:creationId xmlns:a16="http://schemas.microsoft.com/office/drawing/2014/main" id="{C723325A-AC5D-CC48-180B-F48CBD47A65B}"/>
                </a:ext>
              </a:extLst>
            </p:cNvPr>
            <p:cNvSpPr/>
            <p:nvPr/>
          </p:nvSpPr>
          <p:spPr>
            <a:xfrm>
              <a:off x="3091575" y="4339250"/>
              <a:ext cx="5175" cy="600"/>
            </a:xfrm>
            <a:custGeom>
              <a:avLst/>
              <a:gdLst/>
              <a:ahLst/>
              <a:cxnLst/>
              <a:rect l="l" t="t" r="r" b="b"/>
              <a:pathLst>
                <a:path w="207" h="24" extrusionOk="0">
                  <a:moveTo>
                    <a:pt x="53" y="0"/>
                  </a:moveTo>
                  <a:cubicBezTo>
                    <a:pt x="20" y="0"/>
                    <a:pt x="1" y="4"/>
                    <a:pt x="22" y="14"/>
                  </a:cubicBezTo>
                  <a:cubicBezTo>
                    <a:pt x="52" y="21"/>
                    <a:pt x="83" y="24"/>
                    <a:pt x="114" y="24"/>
                  </a:cubicBezTo>
                  <a:cubicBezTo>
                    <a:pt x="145" y="24"/>
                    <a:pt x="176" y="21"/>
                    <a:pt x="206" y="14"/>
                  </a:cubicBezTo>
                  <a:cubicBezTo>
                    <a:pt x="171" y="7"/>
                    <a:pt x="98" y="0"/>
                    <a:pt x="5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</p:grpSp>
      <p:sp>
        <p:nvSpPr>
          <p:cNvPr id="1109" name="Google Shape;8185;p67">
            <a:extLst>
              <a:ext uri="{FF2B5EF4-FFF2-40B4-BE49-F238E27FC236}">
                <a16:creationId xmlns:a16="http://schemas.microsoft.com/office/drawing/2014/main" id="{2657B473-80A7-4CC6-AE40-D435944C8EB7}"/>
              </a:ext>
            </a:extLst>
          </p:cNvPr>
          <p:cNvSpPr/>
          <p:nvPr/>
        </p:nvSpPr>
        <p:spPr>
          <a:xfrm>
            <a:off x="1328484" y="2232733"/>
            <a:ext cx="3909385" cy="2464274"/>
          </a:xfrm>
          <a:custGeom>
            <a:avLst/>
            <a:gdLst/>
            <a:ahLst/>
            <a:cxnLst/>
            <a:rect l="l" t="t" r="r" b="b"/>
            <a:pathLst>
              <a:path w="69863" h="44038" extrusionOk="0">
                <a:moveTo>
                  <a:pt x="11582" y="37"/>
                </a:moveTo>
                <a:lnTo>
                  <a:pt x="19936" y="1873"/>
                </a:lnTo>
                <a:lnTo>
                  <a:pt x="12408" y="12876"/>
                </a:lnTo>
                <a:lnTo>
                  <a:pt x="11582" y="37"/>
                </a:lnTo>
                <a:close/>
                <a:moveTo>
                  <a:pt x="41893" y="12568"/>
                </a:moveTo>
                <a:lnTo>
                  <a:pt x="28167" y="17497"/>
                </a:lnTo>
                <a:lnTo>
                  <a:pt x="30520" y="12728"/>
                </a:lnTo>
                <a:lnTo>
                  <a:pt x="41893" y="12568"/>
                </a:lnTo>
                <a:close/>
                <a:moveTo>
                  <a:pt x="4177" y="12568"/>
                </a:moveTo>
                <a:lnTo>
                  <a:pt x="12334" y="12950"/>
                </a:lnTo>
                <a:lnTo>
                  <a:pt x="3881" y="18766"/>
                </a:lnTo>
                <a:lnTo>
                  <a:pt x="4177" y="12568"/>
                </a:lnTo>
                <a:close/>
                <a:moveTo>
                  <a:pt x="51294" y="10104"/>
                </a:moveTo>
                <a:lnTo>
                  <a:pt x="58342" y="14293"/>
                </a:lnTo>
                <a:lnTo>
                  <a:pt x="53635" y="19197"/>
                </a:lnTo>
                <a:lnTo>
                  <a:pt x="36693" y="26763"/>
                </a:lnTo>
                <a:lnTo>
                  <a:pt x="51208" y="10203"/>
                </a:lnTo>
                <a:lnTo>
                  <a:pt x="46538" y="19542"/>
                </a:lnTo>
                <a:lnTo>
                  <a:pt x="46575" y="19567"/>
                </a:lnTo>
                <a:lnTo>
                  <a:pt x="51294" y="10104"/>
                </a:lnTo>
                <a:close/>
                <a:moveTo>
                  <a:pt x="41967" y="12642"/>
                </a:moveTo>
                <a:lnTo>
                  <a:pt x="36607" y="26775"/>
                </a:lnTo>
                <a:lnTo>
                  <a:pt x="36607" y="26799"/>
                </a:lnTo>
                <a:lnTo>
                  <a:pt x="30188" y="25493"/>
                </a:lnTo>
                <a:lnTo>
                  <a:pt x="41967" y="12642"/>
                </a:lnTo>
                <a:close/>
                <a:moveTo>
                  <a:pt x="12371" y="12975"/>
                </a:moveTo>
                <a:lnTo>
                  <a:pt x="12371" y="12987"/>
                </a:lnTo>
                <a:lnTo>
                  <a:pt x="16757" y="29744"/>
                </a:lnTo>
                <a:lnTo>
                  <a:pt x="3894" y="18815"/>
                </a:lnTo>
                <a:lnTo>
                  <a:pt x="12371" y="12975"/>
                </a:lnTo>
                <a:close/>
                <a:moveTo>
                  <a:pt x="3931" y="18901"/>
                </a:moveTo>
                <a:lnTo>
                  <a:pt x="16757" y="29794"/>
                </a:lnTo>
                <a:lnTo>
                  <a:pt x="13603" y="31938"/>
                </a:lnTo>
                <a:lnTo>
                  <a:pt x="13615" y="31974"/>
                </a:lnTo>
                <a:lnTo>
                  <a:pt x="16757" y="29843"/>
                </a:lnTo>
                <a:lnTo>
                  <a:pt x="14675" y="38098"/>
                </a:lnTo>
                <a:lnTo>
                  <a:pt x="3931" y="18901"/>
                </a:lnTo>
                <a:close/>
                <a:moveTo>
                  <a:pt x="11533" y="0"/>
                </a:moveTo>
                <a:lnTo>
                  <a:pt x="12358" y="12889"/>
                </a:lnTo>
                <a:lnTo>
                  <a:pt x="12358" y="12889"/>
                </a:lnTo>
                <a:lnTo>
                  <a:pt x="5138" y="6543"/>
                </a:lnTo>
                <a:lnTo>
                  <a:pt x="5114" y="6580"/>
                </a:lnTo>
                <a:lnTo>
                  <a:pt x="12334" y="12913"/>
                </a:lnTo>
                <a:lnTo>
                  <a:pt x="4165" y="12531"/>
                </a:lnTo>
                <a:lnTo>
                  <a:pt x="1084" y="4535"/>
                </a:lnTo>
                <a:lnTo>
                  <a:pt x="1047" y="4547"/>
                </a:lnTo>
                <a:lnTo>
                  <a:pt x="4140" y="12556"/>
                </a:lnTo>
                <a:lnTo>
                  <a:pt x="3844" y="18729"/>
                </a:lnTo>
                <a:lnTo>
                  <a:pt x="37" y="10400"/>
                </a:lnTo>
                <a:lnTo>
                  <a:pt x="0" y="10412"/>
                </a:lnTo>
                <a:lnTo>
                  <a:pt x="3832" y="18803"/>
                </a:lnTo>
                <a:lnTo>
                  <a:pt x="3832" y="18815"/>
                </a:lnTo>
                <a:lnTo>
                  <a:pt x="14675" y="38148"/>
                </a:lnTo>
                <a:lnTo>
                  <a:pt x="12543" y="44025"/>
                </a:lnTo>
                <a:lnTo>
                  <a:pt x="12580" y="44037"/>
                </a:lnTo>
                <a:lnTo>
                  <a:pt x="14687" y="38184"/>
                </a:lnTo>
                <a:lnTo>
                  <a:pt x="16794" y="29855"/>
                </a:lnTo>
                <a:lnTo>
                  <a:pt x="18889" y="36041"/>
                </a:lnTo>
                <a:lnTo>
                  <a:pt x="18926" y="36028"/>
                </a:lnTo>
                <a:lnTo>
                  <a:pt x="16807" y="29794"/>
                </a:lnTo>
                <a:lnTo>
                  <a:pt x="16819" y="29744"/>
                </a:lnTo>
                <a:lnTo>
                  <a:pt x="16794" y="29757"/>
                </a:lnTo>
                <a:lnTo>
                  <a:pt x="12408" y="12950"/>
                </a:lnTo>
                <a:lnTo>
                  <a:pt x="30471" y="12728"/>
                </a:lnTo>
                <a:lnTo>
                  <a:pt x="28093" y="17571"/>
                </a:lnTo>
                <a:lnTo>
                  <a:pt x="28093" y="17571"/>
                </a:lnTo>
                <a:lnTo>
                  <a:pt x="41954" y="12593"/>
                </a:lnTo>
                <a:lnTo>
                  <a:pt x="30114" y="25518"/>
                </a:lnTo>
                <a:lnTo>
                  <a:pt x="36582" y="26836"/>
                </a:lnTo>
                <a:lnTo>
                  <a:pt x="34130" y="28685"/>
                </a:lnTo>
                <a:lnTo>
                  <a:pt x="34143" y="28709"/>
                </a:lnTo>
                <a:lnTo>
                  <a:pt x="36595" y="26861"/>
                </a:lnTo>
                <a:lnTo>
                  <a:pt x="35523" y="35498"/>
                </a:lnTo>
                <a:lnTo>
                  <a:pt x="35560" y="35498"/>
                </a:lnTo>
                <a:lnTo>
                  <a:pt x="36632" y="26873"/>
                </a:lnTo>
                <a:lnTo>
                  <a:pt x="40981" y="35190"/>
                </a:lnTo>
                <a:lnTo>
                  <a:pt x="41018" y="35178"/>
                </a:lnTo>
                <a:lnTo>
                  <a:pt x="36656" y="26824"/>
                </a:lnTo>
                <a:lnTo>
                  <a:pt x="53635" y="19234"/>
                </a:lnTo>
                <a:lnTo>
                  <a:pt x="59710" y="35942"/>
                </a:lnTo>
                <a:lnTo>
                  <a:pt x="59710" y="35954"/>
                </a:lnTo>
                <a:lnTo>
                  <a:pt x="69838" y="42509"/>
                </a:lnTo>
                <a:lnTo>
                  <a:pt x="69862" y="42485"/>
                </a:lnTo>
                <a:lnTo>
                  <a:pt x="59759" y="35942"/>
                </a:lnTo>
                <a:lnTo>
                  <a:pt x="62999" y="30533"/>
                </a:lnTo>
                <a:lnTo>
                  <a:pt x="62975" y="30508"/>
                </a:lnTo>
                <a:lnTo>
                  <a:pt x="59734" y="35905"/>
                </a:lnTo>
                <a:lnTo>
                  <a:pt x="53672" y="19222"/>
                </a:lnTo>
                <a:lnTo>
                  <a:pt x="58379" y="14306"/>
                </a:lnTo>
                <a:lnTo>
                  <a:pt x="58366" y="14293"/>
                </a:lnTo>
                <a:lnTo>
                  <a:pt x="58379" y="14269"/>
                </a:lnTo>
                <a:lnTo>
                  <a:pt x="51343" y="10104"/>
                </a:lnTo>
                <a:lnTo>
                  <a:pt x="62235" y="9648"/>
                </a:lnTo>
                <a:lnTo>
                  <a:pt x="68926" y="7356"/>
                </a:lnTo>
                <a:lnTo>
                  <a:pt x="68914" y="7319"/>
                </a:lnTo>
                <a:lnTo>
                  <a:pt x="62235" y="9599"/>
                </a:lnTo>
                <a:lnTo>
                  <a:pt x="51368" y="10067"/>
                </a:lnTo>
                <a:lnTo>
                  <a:pt x="51368" y="10067"/>
                </a:lnTo>
                <a:lnTo>
                  <a:pt x="58206" y="6642"/>
                </a:lnTo>
                <a:lnTo>
                  <a:pt x="58194" y="6629"/>
                </a:lnTo>
                <a:lnTo>
                  <a:pt x="58206" y="6605"/>
                </a:lnTo>
                <a:lnTo>
                  <a:pt x="52403" y="617"/>
                </a:lnTo>
                <a:lnTo>
                  <a:pt x="52378" y="641"/>
                </a:lnTo>
                <a:lnTo>
                  <a:pt x="58157" y="6605"/>
                </a:lnTo>
                <a:lnTo>
                  <a:pt x="51294" y="10055"/>
                </a:lnTo>
                <a:lnTo>
                  <a:pt x="50579" y="4227"/>
                </a:lnTo>
                <a:lnTo>
                  <a:pt x="50542" y="4227"/>
                </a:lnTo>
                <a:lnTo>
                  <a:pt x="51257" y="10067"/>
                </a:lnTo>
                <a:lnTo>
                  <a:pt x="51245" y="10079"/>
                </a:lnTo>
                <a:lnTo>
                  <a:pt x="51257" y="10079"/>
                </a:lnTo>
                <a:lnTo>
                  <a:pt x="36669" y="26713"/>
                </a:lnTo>
                <a:lnTo>
                  <a:pt x="42028" y="12544"/>
                </a:lnTo>
                <a:lnTo>
                  <a:pt x="46674" y="8921"/>
                </a:lnTo>
                <a:lnTo>
                  <a:pt x="46649" y="8884"/>
                </a:lnTo>
                <a:lnTo>
                  <a:pt x="42016" y="12507"/>
                </a:lnTo>
                <a:lnTo>
                  <a:pt x="33921" y="1245"/>
                </a:lnTo>
                <a:lnTo>
                  <a:pt x="33896" y="1270"/>
                </a:lnTo>
                <a:lnTo>
                  <a:pt x="41967" y="12531"/>
                </a:lnTo>
                <a:lnTo>
                  <a:pt x="30533" y="12679"/>
                </a:lnTo>
                <a:lnTo>
                  <a:pt x="30533" y="12679"/>
                </a:lnTo>
                <a:lnTo>
                  <a:pt x="32824" y="8034"/>
                </a:lnTo>
                <a:lnTo>
                  <a:pt x="32787" y="8022"/>
                </a:lnTo>
                <a:lnTo>
                  <a:pt x="30496" y="12679"/>
                </a:lnTo>
                <a:lnTo>
                  <a:pt x="12420" y="12926"/>
                </a:lnTo>
                <a:lnTo>
                  <a:pt x="12420" y="12926"/>
                </a:lnTo>
                <a:lnTo>
                  <a:pt x="19985" y="1886"/>
                </a:lnTo>
                <a:lnTo>
                  <a:pt x="19998" y="1861"/>
                </a:lnTo>
                <a:lnTo>
                  <a:pt x="11533" y="0"/>
                </a:lnTo>
                <a:close/>
              </a:path>
            </a:pathLst>
          </a:custGeom>
          <a:solidFill>
            <a:srgbClr val="F8FAF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>
              <a:solidFill>
                <a:srgbClr val="000000"/>
              </a:solidFill>
              <a:latin typeface="Calibri" panose="020F0502020204030204"/>
            </a:endParaRPr>
          </a:p>
        </p:txBody>
      </p:sp>
      <p:grpSp>
        <p:nvGrpSpPr>
          <p:cNvPr id="1110" name="Google Shape;8186;p67">
            <a:extLst>
              <a:ext uri="{FF2B5EF4-FFF2-40B4-BE49-F238E27FC236}">
                <a16:creationId xmlns:a16="http://schemas.microsoft.com/office/drawing/2014/main" id="{6B17038F-7D35-35D0-16D2-304E2E55BBC4}"/>
              </a:ext>
            </a:extLst>
          </p:cNvPr>
          <p:cNvGrpSpPr/>
          <p:nvPr/>
        </p:nvGrpSpPr>
        <p:grpSpPr>
          <a:xfrm>
            <a:off x="1287069" y="2145136"/>
            <a:ext cx="3991472" cy="2596842"/>
            <a:chOff x="2732000" y="1526850"/>
            <a:chExt cx="1783250" cy="1160175"/>
          </a:xfrm>
          <a:solidFill>
            <a:srgbClr val="FFFFFF"/>
          </a:solidFill>
        </p:grpSpPr>
        <p:sp>
          <p:nvSpPr>
            <p:cNvPr id="1111" name="Google Shape;8187;p67">
              <a:extLst>
                <a:ext uri="{FF2B5EF4-FFF2-40B4-BE49-F238E27FC236}">
                  <a16:creationId xmlns:a16="http://schemas.microsoft.com/office/drawing/2014/main" id="{EC7263B7-6FAD-A38F-1755-2EAB98DC6C71}"/>
                </a:ext>
              </a:extLst>
            </p:cNvPr>
            <p:cNvSpPr/>
            <p:nvPr/>
          </p:nvSpPr>
          <p:spPr>
            <a:xfrm>
              <a:off x="3766400" y="1850425"/>
              <a:ext cx="68700" cy="62425"/>
            </a:xfrm>
            <a:custGeom>
              <a:avLst/>
              <a:gdLst/>
              <a:ahLst/>
              <a:cxnLst/>
              <a:rect l="l" t="t" r="r" b="b"/>
              <a:pathLst>
                <a:path w="2748" h="2497" extrusionOk="0">
                  <a:moveTo>
                    <a:pt x="1371" y="1"/>
                  </a:moveTo>
                  <a:cubicBezTo>
                    <a:pt x="1277" y="1"/>
                    <a:pt x="1180" y="12"/>
                    <a:pt x="1084" y="35"/>
                  </a:cubicBezTo>
                  <a:cubicBezTo>
                    <a:pt x="407" y="195"/>
                    <a:pt x="0" y="861"/>
                    <a:pt x="160" y="1538"/>
                  </a:cubicBezTo>
                  <a:cubicBezTo>
                    <a:pt x="287" y="2108"/>
                    <a:pt x="801" y="2497"/>
                    <a:pt x="1364" y="2497"/>
                  </a:cubicBezTo>
                  <a:cubicBezTo>
                    <a:pt x="1459" y="2497"/>
                    <a:pt x="1555" y="2486"/>
                    <a:pt x="1651" y="2462"/>
                  </a:cubicBezTo>
                  <a:cubicBezTo>
                    <a:pt x="2329" y="2302"/>
                    <a:pt x="2748" y="1637"/>
                    <a:pt x="2588" y="959"/>
                  </a:cubicBezTo>
                  <a:cubicBezTo>
                    <a:pt x="2450" y="390"/>
                    <a:pt x="1934" y="1"/>
                    <a:pt x="13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2" name="Google Shape;8188;p67">
              <a:extLst>
                <a:ext uri="{FF2B5EF4-FFF2-40B4-BE49-F238E27FC236}">
                  <a16:creationId xmlns:a16="http://schemas.microsoft.com/office/drawing/2014/main" id="{F30BCEDD-D8C6-18A8-AAF7-4284BE64E98D}"/>
                </a:ext>
              </a:extLst>
            </p:cNvPr>
            <p:cNvSpPr/>
            <p:nvPr/>
          </p:nvSpPr>
          <p:spPr>
            <a:xfrm>
              <a:off x="3469450" y="2168575"/>
              <a:ext cx="68700" cy="62550"/>
            </a:xfrm>
            <a:custGeom>
              <a:avLst/>
              <a:gdLst/>
              <a:ahLst/>
              <a:cxnLst/>
              <a:rect l="l" t="t" r="r" b="b"/>
              <a:pathLst>
                <a:path w="2748" h="2502" extrusionOk="0">
                  <a:moveTo>
                    <a:pt x="1374" y="0"/>
                  </a:moveTo>
                  <a:cubicBezTo>
                    <a:pt x="1054" y="0"/>
                    <a:pt x="733" y="123"/>
                    <a:pt x="493" y="370"/>
                  </a:cubicBezTo>
                  <a:cubicBezTo>
                    <a:pt x="0" y="850"/>
                    <a:pt x="0" y="1639"/>
                    <a:pt x="493" y="2132"/>
                  </a:cubicBezTo>
                  <a:cubicBezTo>
                    <a:pt x="733" y="2378"/>
                    <a:pt x="1054" y="2501"/>
                    <a:pt x="1374" y="2501"/>
                  </a:cubicBezTo>
                  <a:cubicBezTo>
                    <a:pt x="1694" y="2501"/>
                    <a:pt x="2015" y="2378"/>
                    <a:pt x="2255" y="2132"/>
                  </a:cubicBezTo>
                  <a:cubicBezTo>
                    <a:pt x="2748" y="1639"/>
                    <a:pt x="2748" y="850"/>
                    <a:pt x="2255" y="370"/>
                  </a:cubicBezTo>
                  <a:cubicBezTo>
                    <a:pt x="2015" y="123"/>
                    <a:pt x="1694" y="0"/>
                    <a:pt x="13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3" name="Google Shape;8189;p67">
              <a:extLst>
                <a:ext uri="{FF2B5EF4-FFF2-40B4-BE49-F238E27FC236}">
                  <a16:creationId xmlns:a16="http://schemas.microsoft.com/office/drawing/2014/main" id="{A220F410-07A3-C069-2A48-20CF79D92BCB}"/>
                </a:ext>
              </a:extLst>
            </p:cNvPr>
            <p:cNvSpPr/>
            <p:nvPr/>
          </p:nvSpPr>
          <p:spPr>
            <a:xfrm>
              <a:off x="4059625" y="2013625"/>
              <a:ext cx="73050" cy="62500"/>
            </a:xfrm>
            <a:custGeom>
              <a:avLst/>
              <a:gdLst/>
              <a:ahLst/>
              <a:cxnLst/>
              <a:rect l="l" t="t" r="r" b="b"/>
              <a:pathLst>
                <a:path w="2922" h="2500" extrusionOk="0">
                  <a:moveTo>
                    <a:pt x="1258" y="1"/>
                  </a:moveTo>
                  <a:cubicBezTo>
                    <a:pt x="568" y="1"/>
                    <a:pt x="1" y="555"/>
                    <a:pt x="1" y="1245"/>
                  </a:cubicBezTo>
                  <a:cubicBezTo>
                    <a:pt x="1" y="1997"/>
                    <a:pt x="624" y="2499"/>
                    <a:pt x="1267" y="2499"/>
                  </a:cubicBezTo>
                  <a:cubicBezTo>
                    <a:pt x="1573" y="2499"/>
                    <a:pt x="1883" y="2386"/>
                    <a:pt x="2133" y="2132"/>
                  </a:cubicBezTo>
                  <a:cubicBezTo>
                    <a:pt x="2921" y="1344"/>
                    <a:pt x="2367" y="1"/>
                    <a:pt x="125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4" name="Google Shape;8190;p67">
              <a:extLst>
                <a:ext uri="{FF2B5EF4-FFF2-40B4-BE49-F238E27FC236}">
                  <a16:creationId xmlns:a16="http://schemas.microsoft.com/office/drawing/2014/main" id="{9E87A774-1437-579D-00CF-09B1ADCF26DD}"/>
                </a:ext>
              </a:extLst>
            </p:cNvPr>
            <p:cNvSpPr/>
            <p:nvPr/>
          </p:nvSpPr>
          <p:spPr>
            <a:xfrm>
              <a:off x="4163450" y="1701900"/>
              <a:ext cx="73025" cy="62575"/>
            </a:xfrm>
            <a:custGeom>
              <a:avLst/>
              <a:gdLst/>
              <a:ahLst/>
              <a:cxnLst/>
              <a:rect l="l" t="t" r="r" b="b"/>
              <a:pathLst>
                <a:path w="2921" h="2503" extrusionOk="0">
                  <a:moveTo>
                    <a:pt x="1676" y="0"/>
                  </a:moveTo>
                  <a:cubicBezTo>
                    <a:pt x="567" y="0"/>
                    <a:pt x="0" y="1343"/>
                    <a:pt x="789" y="2132"/>
                  </a:cubicBezTo>
                  <a:cubicBezTo>
                    <a:pt x="1045" y="2388"/>
                    <a:pt x="1359" y="2502"/>
                    <a:pt x="1667" y="2502"/>
                  </a:cubicBezTo>
                  <a:cubicBezTo>
                    <a:pt x="2308" y="2502"/>
                    <a:pt x="2920" y="2006"/>
                    <a:pt x="2920" y="1257"/>
                  </a:cubicBezTo>
                  <a:cubicBezTo>
                    <a:pt x="2920" y="567"/>
                    <a:pt x="2366" y="0"/>
                    <a:pt x="16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5" name="Google Shape;8191;p67">
              <a:extLst>
                <a:ext uri="{FF2B5EF4-FFF2-40B4-BE49-F238E27FC236}">
                  <a16:creationId xmlns:a16="http://schemas.microsoft.com/office/drawing/2014/main" id="{5D1DCE31-BF56-EB6C-9FD9-B8AA8A0A5EF3}"/>
                </a:ext>
              </a:extLst>
            </p:cNvPr>
            <p:cNvSpPr/>
            <p:nvPr/>
          </p:nvSpPr>
          <p:spPr>
            <a:xfrm>
              <a:off x="3076400" y="2487150"/>
              <a:ext cx="68700" cy="62400"/>
            </a:xfrm>
            <a:custGeom>
              <a:avLst/>
              <a:gdLst/>
              <a:ahLst/>
              <a:cxnLst/>
              <a:rect l="l" t="t" r="r" b="b"/>
              <a:pathLst>
                <a:path w="2748" h="2496" extrusionOk="0">
                  <a:moveTo>
                    <a:pt x="1384" y="0"/>
                  </a:moveTo>
                  <a:cubicBezTo>
                    <a:pt x="1289" y="0"/>
                    <a:pt x="1193" y="11"/>
                    <a:pt x="1097" y="34"/>
                  </a:cubicBezTo>
                  <a:cubicBezTo>
                    <a:pt x="419" y="195"/>
                    <a:pt x="0" y="860"/>
                    <a:pt x="160" y="1538"/>
                  </a:cubicBezTo>
                  <a:cubicBezTo>
                    <a:pt x="297" y="2107"/>
                    <a:pt x="813" y="2496"/>
                    <a:pt x="1376" y="2496"/>
                  </a:cubicBezTo>
                  <a:cubicBezTo>
                    <a:pt x="1471" y="2496"/>
                    <a:pt x="1568" y="2485"/>
                    <a:pt x="1664" y="2462"/>
                  </a:cubicBezTo>
                  <a:cubicBezTo>
                    <a:pt x="2341" y="2302"/>
                    <a:pt x="2748" y="1636"/>
                    <a:pt x="2600" y="959"/>
                  </a:cubicBezTo>
                  <a:cubicBezTo>
                    <a:pt x="2463" y="389"/>
                    <a:pt x="1947" y="0"/>
                    <a:pt x="13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6" name="Google Shape;8192;p67">
              <a:extLst>
                <a:ext uri="{FF2B5EF4-FFF2-40B4-BE49-F238E27FC236}">
                  <a16:creationId xmlns:a16="http://schemas.microsoft.com/office/drawing/2014/main" id="{84DB2623-A644-A9E6-50DE-7F96A5E36D6B}"/>
                </a:ext>
              </a:extLst>
            </p:cNvPr>
            <p:cNvSpPr/>
            <p:nvPr/>
          </p:nvSpPr>
          <p:spPr>
            <a:xfrm>
              <a:off x="3138925" y="2281300"/>
              <a:ext cx="73025" cy="62575"/>
            </a:xfrm>
            <a:custGeom>
              <a:avLst/>
              <a:gdLst/>
              <a:ahLst/>
              <a:cxnLst/>
              <a:rect l="l" t="t" r="r" b="b"/>
              <a:pathLst>
                <a:path w="2921" h="2503" extrusionOk="0">
                  <a:moveTo>
                    <a:pt x="1261" y="1"/>
                  </a:moveTo>
                  <a:cubicBezTo>
                    <a:pt x="620" y="1"/>
                    <a:pt x="0" y="500"/>
                    <a:pt x="0" y="1258"/>
                  </a:cubicBezTo>
                  <a:cubicBezTo>
                    <a:pt x="0" y="1948"/>
                    <a:pt x="567" y="2502"/>
                    <a:pt x="1257" y="2502"/>
                  </a:cubicBezTo>
                  <a:cubicBezTo>
                    <a:pt x="2366" y="2502"/>
                    <a:pt x="2921" y="1159"/>
                    <a:pt x="2132" y="370"/>
                  </a:cubicBezTo>
                  <a:cubicBezTo>
                    <a:pt x="1881" y="115"/>
                    <a:pt x="1568" y="1"/>
                    <a:pt x="126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7" name="Google Shape;8193;p67">
              <a:extLst>
                <a:ext uri="{FF2B5EF4-FFF2-40B4-BE49-F238E27FC236}">
                  <a16:creationId xmlns:a16="http://schemas.microsoft.com/office/drawing/2014/main" id="{69BC34B7-DADA-ECB5-FB65-838D09F9845B}"/>
                </a:ext>
              </a:extLst>
            </p:cNvPr>
            <p:cNvSpPr/>
            <p:nvPr/>
          </p:nvSpPr>
          <p:spPr>
            <a:xfrm>
              <a:off x="3187900" y="2440550"/>
              <a:ext cx="62550" cy="62575"/>
            </a:xfrm>
            <a:custGeom>
              <a:avLst/>
              <a:gdLst/>
              <a:ahLst/>
              <a:cxnLst/>
              <a:rect l="l" t="t" r="r" b="b"/>
              <a:pathLst>
                <a:path w="2502" h="2503" extrusionOk="0">
                  <a:moveTo>
                    <a:pt x="1245" y="1"/>
                  </a:moveTo>
                  <a:cubicBezTo>
                    <a:pt x="555" y="1"/>
                    <a:pt x="0" y="568"/>
                    <a:pt x="0" y="1245"/>
                  </a:cubicBezTo>
                  <a:cubicBezTo>
                    <a:pt x="0" y="1935"/>
                    <a:pt x="555" y="2502"/>
                    <a:pt x="1245" y="2502"/>
                  </a:cubicBezTo>
                  <a:cubicBezTo>
                    <a:pt x="1935" y="2502"/>
                    <a:pt x="2502" y="1935"/>
                    <a:pt x="2502" y="1245"/>
                  </a:cubicBezTo>
                  <a:cubicBezTo>
                    <a:pt x="2502" y="568"/>
                    <a:pt x="1935" y="1"/>
                    <a:pt x="124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8" name="Google Shape;8194;p67">
              <a:extLst>
                <a:ext uri="{FF2B5EF4-FFF2-40B4-BE49-F238E27FC236}">
                  <a16:creationId xmlns:a16="http://schemas.microsoft.com/office/drawing/2014/main" id="{B3F1E8AD-25AE-1807-9CE4-A2EF4A11E32E}"/>
                </a:ext>
              </a:extLst>
            </p:cNvPr>
            <p:cNvSpPr/>
            <p:nvPr/>
          </p:nvSpPr>
          <p:spPr>
            <a:xfrm>
              <a:off x="3536275" y="1737400"/>
              <a:ext cx="68725" cy="62425"/>
            </a:xfrm>
            <a:custGeom>
              <a:avLst/>
              <a:gdLst/>
              <a:ahLst/>
              <a:cxnLst/>
              <a:rect l="l" t="t" r="r" b="b"/>
              <a:pathLst>
                <a:path w="2749" h="2497" extrusionOk="0">
                  <a:moveTo>
                    <a:pt x="1376" y="0"/>
                  </a:moveTo>
                  <a:cubicBezTo>
                    <a:pt x="1281" y="0"/>
                    <a:pt x="1183" y="11"/>
                    <a:pt x="1085" y="34"/>
                  </a:cubicBezTo>
                  <a:cubicBezTo>
                    <a:pt x="420" y="194"/>
                    <a:pt x="1" y="872"/>
                    <a:pt x="161" y="1537"/>
                  </a:cubicBezTo>
                  <a:cubicBezTo>
                    <a:pt x="298" y="2116"/>
                    <a:pt x="802" y="2496"/>
                    <a:pt x="1368" y="2496"/>
                  </a:cubicBezTo>
                  <a:cubicBezTo>
                    <a:pt x="1465" y="2496"/>
                    <a:pt x="1565" y="2485"/>
                    <a:pt x="1664" y="2462"/>
                  </a:cubicBezTo>
                  <a:cubicBezTo>
                    <a:pt x="2330" y="2314"/>
                    <a:pt x="2749" y="1636"/>
                    <a:pt x="2588" y="958"/>
                  </a:cubicBezTo>
                  <a:cubicBezTo>
                    <a:pt x="2451" y="389"/>
                    <a:pt x="1944" y="0"/>
                    <a:pt x="13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9" name="Google Shape;8195;p67">
              <a:extLst>
                <a:ext uri="{FF2B5EF4-FFF2-40B4-BE49-F238E27FC236}">
                  <a16:creationId xmlns:a16="http://schemas.microsoft.com/office/drawing/2014/main" id="{1F2A50CE-CDA8-04EE-518C-A9B41D334C14}"/>
                </a:ext>
              </a:extLst>
            </p:cNvPr>
            <p:cNvSpPr/>
            <p:nvPr/>
          </p:nvSpPr>
          <p:spPr>
            <a:xfrm>
              <a:off x="4294050" y="2299775"/>
              <a:ext cx="73025" cy="62375"/>
            </a:xfrm>
            <a:custGeom>
              <a:avLst/>
              <a:gdLst/>
              <a:ahLst/>
              <a:cxnLst/>
              <a:rect l="l" t="t" r="r" b="b"/>
              <a:pathLst>
                <a:path w="2921" h="2495" extrusionOk="0">
                  <a:moveTo>
                    <a:pt x="1223" y="1"/>
                  </a:moveTo>
                  <a:cubicBezTo>
                    <a:pt x="543" y="1"/>
                    <a:pt x="1" y="563"/>
                    <a:pt x="1" y="1246"/>
                  </a:cubicBezTo>
                  <a:cubicBezTo>
                    <a:pt x="1" y="1998"/>
                    <a:pt x="618" y="2495"/>
                    <a:pt x="1262" y="2495"/>
                  </a:cubicBezTo>
                  <a:cubicBezTo>
                    <a:pt x="1567" y="2495"/>
                    <a:pt x="1878" y="2383"/>
                    <a:pt x="2132" y="2133"/>
                  </a:cubicBezTo>
                  <a:cubicBezTo>
                    <a:pt x="2921" y="1344"/>
                    <a:pt x="2354" y="1"/>
                    <a:pt x="1245" y="1"/>
                  </a:cubicBezTo>
                  <a:cubicBezTo>
                    <a:pt x="1238" y="1"/>
                    <a:pt x="1230" y="1"/>
                    <a:pt x="122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0" name="Google Shape;8196;p67">
              <a:extLst>
                <a:ext uri="{FF2B5EF4-FFF2-40B4-BE49-F238E27FC236}">
                  <a16:creationId xmlns:a16="http://schemas.microsoft.com/office/drawing/2014/main" id="{931C6B6A-5C7A-0367-6F97-F27649D48A8B}"/>
                </a:ext>
              </a:extLst>
            </p:cNvPr>
            <p:cNvSpPr/>
            <p:nvPr/>
          </p:nvSpPr>
          <p:spPr>
            <a:xfrm>
              <a:off x="3983250" y="1642450"/>
              <a:ext cx="72925" cy="62550"/>
            </a:xfrm>
            <a:custGeom>
              <a:avLst/>
              <a:gdLst/>
              <a:ahLst/>
              <a:cxnLst/>
              <a:rect l="l" t="t" r="r" b="b"/>
              <a:pathLst>
                <a:path w="2917" h="2502" extrusionOk="0">
                  <a:moveTo>
                    <a:pt x="1260" y="0"/>
                  </a:moveTo>
                  <a:cubicBezTo>
                    <a:pt x="1255" y="0"/>
                    <a:pt x="1250" y="0"/>
                    <a:pt x="1245" y="0"/>
                  </a:cubicBezTo>
                  <a:cubicBezTo>
                    <a:pt x="555" y="0"/>
                    <a:pt x="0" y="555"/>
                    <a:pt x="0" y="1245"/>
                  </a:cubicBezTo>
                  <a:cubicBezTo>
                    <a:pt x="0" y="2003"/>
                    <a:pt x="614" y="2502"/>
                    <a:pt x="1256" y="2502"/>
                  </a:cubicBezTo>
                  <a:cubicBezTo>
                    <a:pt x="1563" y="2502"/>
                    <a:pt x="1876" y="2387"/>
                    <a:pt x="2132" y="2132"/>
                  </a:cubicBezTo>
                  <a:cubicBezTo>
                    <a:pt x="2917" y="1347"/>
                    <a:pt x="2359" y="0"/>
                    <a:pt x="126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1" name="Google Shape;8197;p67">
              <a:extLst>
                <a:ext uri="{FF2B5EF4-FFF2-40B4-BE49-F238E27FC236}">
                  <a16:creationId xmlns:a16="http://schemas.microsoft.com/office/drawing/2014/main" id="{2C11E961-2F7E-C929-BBC9-78B0F193815F}"/>
                </a:ext>
              </a:extLst>
            </p:cNvPr>
            <p:cNvSpPr/>
            <p:nvPr/>
          </p:nvSpPr>
          <p:spPr>
            <a:xfrm>
              <a:off x="2742800" y="1650150"/>
              <a:ext cx="68700" cy="62550"/>
            </a:xfrm>
            <a:custGeom>
              <a:avLst/>
              <a:gdLst/>
              <a:ahLst/>
              <a:cxnLst/>
              <a:rect l="l" t="t" r="r" b="b"/>
              <a:pathLst>
                <a:path w="2748" h="2502" extrusionOk="0">
                  <a:moveTo>
                    <a:pt x="1374" y="0"/>
                  </a:moveTo>
                  <a:cubicBezTo>
                    <a:pt x="1054" y="0"/>
                    <a:pt x="733" y="124"/>
                    <a:pt x="493" y="370"/>
                  </a:cubicBezTo>
                  <a:cubicBezTo>
                    <a:pt x="0" y="850"/>
                    <a:pt x="0" y="1639"/>
                    <a:pt x="493" y="2132"/>
                  </a:cubicBezTo>
                  <a:cubicBezTo>
                    <a:pt x="733" y="2378"/>
                    <a:pt x="1054" y="2502"/>
                    <a:pt x="1374" y="2502"/>
                  </a:cubicBezTo>
                  <a:cubicBezTo>
                    <a:pt x="1694" y="2502"/>
                    <a:pt x="2015" y="2378"/>
                    <a:pt x="2255" y="2132"/>
                  </a:cubicBezTo>
                  <a:cubicBezTo>
                    <a:pt x="2748" y="1639"/>
                    <a:pt x="2748" y="850"/>
                    <a:pt x="2255" y="370"/>
                  </a:cubicBezTo>
                  <a:cubicBezTo>
                    <a:pt x="2015" y="124"/>
                    <a:pt x="1694" y="0"/>
                    <a:pt x="13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2" name="Google Shape;8198;p67">
              <a:extLst>
                <a:ext uri="{FF2B5EF4-FFF2-40B4-BE49-F238E27FC236}">
                  <a16:creationId xmlns:a16="http://schemas.microsoft.com/office/drawing/2014/main" id="{FF1C4B2D-E550-6F3A-D826-5EDF41A79F44}"/>
                </a:ext>
              </a:extLst>
            </p:cNvPr>
            <p:cNvSpPr/>
            <p:nvPr/>
          </p:nvSpPr>
          <p:spPr>
            <a:xfrm>
              <a:off x="3338825" y="1526850"/>
              <a:ext cx="68425" cy="62400"/>
            </a:xfrm>
            <a:custGeom>
              <a:avLst/>
              <a:gdLst/>
              <a:ahLst/>
              <a:cxnLst/>
              <a:rect l="l" t="t" r="r" b="b"/>
              <a:pathLst>
                <a:path w="2737" h="2496" extrusionOk="0">
                  <a:moveTo>
                    <a:pt x="1369" y="1"/>
                  </a:moveTo>
                  <a:cubicBezTo>
                    <a:pt x="1048" y="1"/>
                    <a:pt x="728" y="121"/>
                    <a:pt x="482" y="361"/>
                  </a:cubicBezTo>
                  <a:cubicBezTo>
                    <a:pt x="1" y="854"/>
                    <a:pt x="1" y="1642"/>
                    <a:pt x="482" y="2135"/>
                  </a:cubicBezTo>
                  <a:cubicBezTo>
                    <a:pt x="728" y="2376"/>
                    <a:pt x="1048" y="2496"/>
                    <a:pt x="1369" y="2496"/>
                  </a:cubicBezTo>
                  <a:cubicBezTo>
                    <a:pt x="1689" y="2496"/>
                    <a:pt x="2009" y="2376"/>
                    <a:pt x="2256" y="2135"/>
                  </a:cubicBezTo>
                  <a:cubicBezTo>
                    <a:pt x="2736" y="1642"/>
                    <a:pt x="2736" y="854"/>
                    <a:pt x="2256" y="361"/>
                  </a:cubicBezTo>
                  <a:cubicBezTo>
                    <a:pt x="2009" y="121"/>
                    <a:pt x="1689" y="1"/>
                    <a:pt x="136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3" name="Google Shape;8199;p67">
              <a:extLst>
                <a:ext uri="{FF2B5EF4-FFF2-40B4-BE49-F238E27FC236}">
                  <a16:creationId xmlns:a16="http://schemas.microsoft.com/office/drawing/2014/main" id="{9B8466E6-A85C-FAE0-03A4-22003A78E04A}"/>
                </a:ext>
              </a:extLst>
            </p:cNvPr>
            <p:cNvSpPr/>
            <p:nvPr/>
          </p:nvSpPr>
          <p:spPr>
            <a:xfrm>
              <a:off x="2812725" y="2006775"/>
              <a:ext cx="68400" cy="62400"/>
            </a:xfrm>
            <a:custGeom>
              <a:avLst/>
              <a:gdLst/>
              <a:ahLst/>
              <a:cxnLst/>
              <a:rect l="l" t="t" r="r" b="b"/>
              <a:pathLst>
                <a:path w="2736" h="2496" extrusionOk="0">
                  <a:moveTo>
                    <a:pt x="1368" y="0"/>
                  </a:moveTo>
                  <a:cubicBezTo>
                    <a:pt x="1047" y="0"/>
                    <a:pt x="727" y="121"/>
                    <a:pt x="481" y="361"/>
                  </a:cubicBezTo>
                  <a:cubicBezTo>
                    <a:pt x="0" y="854"/>
                    <a:pt x="0" y="1642"/>
                    <a:pt x="481" y="2135"/>
                  </a:cubicBezTo>
                  <a:cubicBezTo>
                    <a:pt x="727" y="2375"/>
                    <a:pt x="1047" y="2495"/>
                    <a:pt x="1368" y="2495"/>
                  </a:cubicBezTo>
                  <a:cubicBezTo>
                    <a:pt x="1688" y="2495"/>
                    <a:pt x="2008" y="2375"/>
                    <a:pt x="2255" y="2135"/>
                  </a:cubicBezTo>
                  <a:cubicBezTo>
                    <a:pt x="2735" y="1642"/>
                    <a:pt x="2735" y="854"/>
                    <a:pt x="2255" y="361"/>
                  </a:cubicBezTo>
                  <a:cubicBezTo>
                    <a:pt x="2008" y="121"/>
                    <a:pt x="1688" y="0"/>
                    <a:pt x="136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4" name="Google Shape;8200;p67">
              <a:extLst>
                <a:ext uri="{FF2B5EF4-FFF2-40B4-BE49-F238E27FC236}">
                  <a16:creationId xmlns:a16="http://schemas.microsoft.com/office/drawing/2014/main" id="{3C4DDAE9-CE1A-4B32-75F2-C0D570B8BCDE}"/>
                </a:ext>
              </a:extLst>
            </p:cNvPr>
            <p:cNvSpPr/>
            <p:nvPr/>
          </p:nvSpPr>
          <p:spPr>
            <a:xfrm>
              <a:off x="3025250" y="1857425"/>
              <a:ext cx="72725" cy="62575"/>
            </a:xfrm>
            <a:custGeom>
              <a:avLst/>
              <a:gdLst/>
              <a:ahLst/>
              <a:cxnLst/>
              <a:rect l="l" t="t" r="r" b="b"/>
              <a:pathLst>
                <a:path w="2909" h="2503" extrusionOk="0">
                  <a:moveTo>
                    <a:pt x="1254" y="1"/>
                  </a:moveTo>
                  <a:cubicBezTo>
                    <a:pt x="614" y="1"/>
                    <a:pt x="1" y="497"/>
                    <a:pt x="1" y="1246"/>
                  </a:cubicBezTo>
                  <a:cubicBezTo>
                    <a:pt x="1" y="1936"/>
                    <a:pt x="555" y="2503"/>
                    <a:pt x="1245" y="2503"/>
                  </a:cubicBezTo>
                  <a:cubicBezTo>
                    <a:pt x="2354" y="2503"/>
                    <a:pt x="2909" y="1160"/>
                    <a:pt x="2132" y="371"/>
                  </a:cubicBezTo>
                  <a:cubicBezTo>
                    <a:pt x="1877" y="115"/>
                    <a:pt x="1562" y="1"/>
                    <a:pt x="125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5" name="Google Shape;8201;p67">
              <a:extLst>
                <a:ext uri="{FF2B5EF4-FFF2-40B4-BE49-F238E27FC236}">
                  <a16:creationId xmlns:a16="http://schemas.microsoft.com/office/drawing/2014/main" id="{495A47D5-C890-417E-C548-A9B8569A814F}"/>
                </a:ext>
              </a:extLst>
            </p:cNvPr>
            <p:cNvSpPr/>
            <p:nvPr/>
          </p:nvSpPr>
          <p:spPr>
            <a:xfrm>
              <a:off x="2844125" y="1700725"/>
              <a:ext cx="68725" cy="62425"/>
            </a:xfrm>
            <a:custGeom>
              <a:avLst/>
              <a:gdLst/>
              <a:ahLst/>
              <a:cxnLst/>
              <a:rect l="l" t="t" r="r" b="b"/>
              <a:pathLst>
                <a:path w="2749" h="2497" extrusionOk="0">
                  <a:moveTo>
                    <a:pt x="1385" y="1"/>
                  </a:moveTo>
                  <a:cubicBezTo>
                    <a:pt x="1290" y="1"/>
                    <a:pt x="1193" y="12"/>
                    <a:pt x="1097" y="35"/>
                  </a:cubicBezTo>
                  <a:cubicBezTo>
                    <a:pt x="420" y="195"/>
                    <a:pt x="1" y="860"/>
                    <a:pt x="161" y="1538"/>
                  </a:cubicBezTo>
                  <a:cubicBezTo>
                    <a:pt x="298" y="2108"/>
                    <a:pt x="814" y="2496"/>
                    <a:pt x="1377" y="2496"/>
                  </a:cubicBezTo>
                  <a:cubicBezTo>
                    <a:pt x="1472" y="2496"/>
                    <a:pt x="1568" y="2485"/>
                    <a:pt x="1664" y="2462"/>
                  </a:cubicBezTo>
                  <a:cubicBezTo>
                    <a:pt x="2342" y="2302"/>
                    <a:pt x="2749" y="1637"/>
                    <a:pt x="2601" y="959"/>
                  </a:cubicBezTo>
                  <a:cubicBezTo>
                    <a:pt x="2464" y="390"/>
                    <a:pt x="1948" y="1"/>
                    <a:pt x="138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6" name="Google Shape;8202;p67">
              <a:extLst>
                <a:ext uri="{FF2B5EF4-FFF2-40B4-BE49-F238E27FC236}">
                  <a16:creationId xmlns:a16="http://schemas.microsoft.com/office/drawing/2014/main" id="{BE2D41A1-B8E6-184A-5170-553A0654E542}"/>
                </a:ext>
              </a:extLst>
            </p:cNvPr>
            <p:cNvSpPr/>
            <p:nvPr/>
          </p:nvSpPr>
          <p:spPr>
            <a:xfrm>
              <a:off x="3873900" y="1758625"/>
              <a:ext cx="68700" cy="62425"/>
            </a:xfrm>
            <a:custGeom>
              <a:avLst/>
              <a:gdLst/>
              <a:ahLst/>
              <a:cxnLst/>
              <a:rect l="l" t="t" r="r" b="b"/>
              <a:pathLst>
                <a:path w="2748" h="2497" extrusionOk="0">
                  <a:moveTo>
                    <a:pt x="1389" y="1"/>
                  </a:moveTo>
                  <a:cubicBezTo>
                    <a:pt x="1293" y="1"/>
                    <a:pt x="1195" y="12"/>
                    <a:pt x="1097" y="35"/>
                  </a:cubicBezTo>
                  <a:cubicBezTo>
                    <a:pt x="419" y="183"/>
                    <a:pt x="0" y="861"/>
                    <a:pt x="160" y="1526"/>
                  </a:cubicBezTo>
                  <a:cubicBezTo>
                    <a:pt x="297" y="2106"/>
                    <a:pt x="814" y="2497"/>
                    <a:pt x="1377" y="2497"/>
                  </a:cubicBezTo>
                  <a:cubicBezTo>
                    <a:pt x="1472" y="2497"/>
                    <a:pt x="1568" y="2486"/>
                    <a:pt x="1664" y="2463"/>
                  </a:cubicBezTo>
                  <a:cubicBezTo>
                    <a:pt x="2341" y="2303"/>
                    <a:pt x="2748" y="1625"/>
                    <a:pt x="2588" y="959"/>
                  </a:cubicBezTo>
                  <a:cubicBezTo>
                    <a:pt x="2462" y="381"/>
                    <a:pt x="1950" y="1"/>
                    <a:pt x="13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7" name="Google Shape;8203;p67">
              <a:extLst>
                <a:ext uri="{FF2B5EF4-FFF2-40B4-BE49-F238E27FC236}">
                  <a16:creationId xmlns:a16="http://schemas.microsoft.com/office/drawing/2014/main" id="{ACA3CB7D-0EE6-669B-1DEB-F9B0DA28027B}"/>
                </a:ext>
              </a:extLst>
            </p:cNvPr>
            <p:cNvSpPr/>
            <p:nvPr/>
          </p:nvSpPr>
          <p:spPr>
            <a:xfrm>
              <a:off x="4437900" y="1719900"/>
              <a:ext cx="70875" cy="62425"/>
            </a:xfrm>
            <a:custGeom>
              <a:avLst/>
              <a:gdLst/>
              <a:ahLst/>
              <a:cxnLst/>
              <a:rect l="l" t="t" r="r" b="b"/>
              <a:pathLst>
                <a:path w="2835" h="2497" extrusionOk="0">
                  <a:moveTo>
                    <a:pt x="1416" y="0"/>
                  </a:moveTo>
                  <a:cubicBezTo>
                    <a:pt x="1256" y="0"/>
                    <a:pt x="1094" y="30"/>
                    <a:pt x="937" y="93"/>
                  </a:cubicBezTo>
                  <a:cubicBezTo>
                    <a:pt x="309" y="352"/>
                    <a:pt x="1" y="1092"/>
                    <a:pt x="272" y="1732"/>
                  </a:cubicBezTo>
                  <a:cubicBezTo>
                    <a:pt x="466" y="2205"/>
                    <a:pt x="926" y="2496"/>
                    <a:pt x="1414" y="2496"/>
                  </a:cubicBezTo>
                  <a:cubicBezTo>
                    <a:pt x="1575" y="2496"/>
                    <a:pt x="1739" y="2465"/>
                    <a:pt x="1898" y="2398"/>
                  </a:cubicBezTo>
                  <a:cubicBezTo>
                    <a:pt x="2539" y="2139"/>
                    <a:pt x="2835" y="1412"/>
                    <a:pt x="2576" y="771"/>
                  </a:cubicBezTo>
                  <a:cubicBezTo>
                    <a:pt x="2380" y="287"/>
                    <a:pt x="1911" y="0"/>
                    <a:pt x="141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8" name="Google Shape;8204;p67">
              <a:extLst>
                <a:ext uri="{FF2B5EF4-FFF2-40B4-BE49-F238E27FC236}">
                  <a16:creationId xmlns:a16="http://schemas.microsoft.com/office/drawing/2014/main" id="{76471987-FCD8-E23A-1C48-0A6650BED250}"/>
                </a:ext>
              </a:extLst>
            </p:cNvPr>
            <p:cNvSpPr/>
            <p:nvPr/>
          </p:nvSpPr>
          <p:spPr>
            <a:xfrm>
              <a:off x="3885600" y="2022800"/>
              <a:ext cx="68725" cy="62400"/>
            </a:xfrm>
            <a:custGeom>
              <a:avLst/>
              <a:gdLst/>
              <a:ahLst/>
              <a:cxnLst/>
              <a:rect l="l" t="t" r="r" b="b"/>
              <a:pathLst>
                <a:path w="2749" h="2496" extrusionOk="0">
                  <a:moveTo>
                    <a:pt x="1374" y="0"/>
                  </a:moveTo>
                  <a:cubicBezTo>
                    <a:pt x="1054" y="0"/>
                    <a:pt x="734" y="120"/>
                    <a:pt x="493" y="360"/>
                  </a:cubicBezTo>
                  <a:cubicBezTo>
                    <a:pt x="0" y="853"/>
                    <a:pt x="0" y="1642"/>
                    <a:pt x="493" y="2135"/>
                  </a:cubicBezTo>
                  <a:cubicBezTo>
                    <a:pt x="734" y="2375"/>
                    <a:pt x="1054" y="2495"/>
                    <a:pt x="1374" y="2495"/>
                  </a:cubicBezTo>
                  <a:cubicBezTo>
                    <a:pt x="1695" y="2495"/>
                    <a:pt x="2015" y="2375"/>
                    <a:pt x="2255" y="2135"/>
                  </a:cubicBezTo>
                  <a:cubicBezTo>
                    <a:pt x="2748" y="1642"/>
                    <a:pt x="2748" y="853"/>
                    <a:pt x="2255" y="360"/>
                  </a:cubicBezTo>
                  <a:cubicBezTo>
                    <a:pt x="2015" y="120"/>
                    <a:pt x="1695" y="0"/>
                    <a:pt x="13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9" name="Google Shape;8205;p67">
              <a:extLst>
                <a:ext uri="{FF2B5EF4-FFF2-40B4-BE49-F238E27FC236}">
                  <a16:creationId xmlns:a16="http://schemas.microsoft.com/office/drawing/2014/main" id="{4FFFEF7A-6711-977E-F035-0D6703AE92F2}"/>
                </a:ext>
              </a:extLst>
            </p:cNvPr>
            <p:cNvSpPr/>
            <p:nvPr/>
          </p:nvSpPr>
          <p:spPr>
            <a:xfrm>
              <a:off x="3596350" y="2418150"/>
              <a:ext cx="68725" cy="62400"/>
            </a:xfrm>
            <a:custGeom>
              <a:avLst/>
              <a:gdLst/>
              <a:ahLst/>
              <a:cxnLst/>
              <a:rect l="l" t="t" r="r" b="b"/>
              <a:pathLst>
                <a:path w="2749" h="2496" extrusionOk="0">
                  <a:moveTo>
                    <a:pt x="1376" y="0"/>
                  </a:moveTo>
                  <a:cubicBezTo>
                    <a:pt x="1280" y="0"/>
                    <a:pt x="1183" y="11"/>
                    <a:pt x="1085" y="34"/>
                  </a:cubicBezTo>
                  <a:cubicBezTo>
                    <a:pt x="420" y="195"/>
                    <a:pt x="1" y="860"/>
                    <a:pt x="161" y="1538"/>
                  </a:cubicBezTo>
                  <a:cubicBezTo>
                    <a:pt x="298" y="2107"/>
                    <a:pt x="805" y="2496"/>
                    <a:pt x="1373" y="2496"/>
                  </a:cubicBezTo>
                  <a:cubicBezTo>
                    <a:pt x="1469" y="2496"/>
                    <a:pt x="1566" y="2485"/>
                    <a:pt x="1664" y="2462"/>
                  </a:cubicBezTo>
                  <a:cubicBezTo>
                    <a:pt x="2329" y="2302"/>
                    <a:pt x="2748" y="1636"/>
                    <a:pt x="2588" y="959"/>
                  </a:cubicBezTo>
                  <a:cubicBezTo>
                    <a:pt x="2451" y="389"/>
                    <a:pt x="1944" y="0"/>
                    <a:pt x="13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0" name="Google Shape;8206;p67">
              <a:extLst>
                <a:ext uri="{FF2B5EF4-FFF2-40B4-BE49-F238E27FC236}">
                  <a16:creationId xmlns:a16="http://schemas.microsoft.com/office/drawing/2014/main" id="{592EEEAB-599B-4A0B-533B-901EBA619E62}"/>
                </a:ext>
              </a:extLst>
            </p:cNvPr>
            <p:cNvSpPr/>
            <p:nvPr/>
          </p:nvSpPr>
          <p:spPr>
            <a:xfrm>
              <a:off x="3004925" y="1537175"/>
              <a:ext cx="68725" cy="62625"/>
            </a:xfrm>
            <a:custGeom>
              <a:avLst/>
              <a:gdLst/>
              <a:ahLst/>
              <a:cxnLst/>
              <a:rect l="l" t="t" r="r" b="b"/>
              <a:pathLst>
                <a:path w="2749" h="2505" extrusionOk="0">
                  <a:moveTo>
                    <a:pt x="1384" y="0"/>
                  </a:moveTo>
                  <a:cubicBezTo>
                    <a:pt x="1289" y="0"/>
                    <a:pt x="1193" y="11"/>
                    <a:pt x="1097" y="34"/>
                  </a:cubicBezTo>
                  <a:cubicBezTo>
                    <a:pt x="420" y="194"/>
                    <a:pt x="1" y="872"/>
                    <a:pt x="161" y="1538"/>
                  </a:cubicBezTo>
                  <a:cubicBezTo>
                    <a:pt x="299" y="2122"/>
                    <a:pt x="821" y="2504"/>
                    <a:pt x="1389" y="2504"/>
                  </a:cubicBezTo>
                  <a:cubicBezTo>
                    <a:pt x="1480" y="2504"/>
                    <a:pt x="1572" y="2494"/>
                    <a:pt x="1664" y="2474"/>
                  </a:cubicBezTo>
                  <a:cubicBezTo>
                    <a:pt x="2342" y="2314"/>
                    <a:pt x="2748" y="1636"/>
                    <a:pt x="2600" y="971"/>
                  </a:cubicBezTo>
                  <a:cubicBezTo>
                    <a:pt x="2463" y="391"/>
                    <a:pt x="1947" y="0"/>
                    <a:pt x="13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1" name="Google Shape;8207;p67">
              <a:extLst>
                <a:ext uri="{FF2B5EF4-FFF2-40B4-BE49-F238E27FC236}">
                  <a16:creationId xmlns:a16="http://schemas.microsoft.com/office/drawing/2014/main" id="{D5F2DE1F-DA05-1602-18E8-E3D020C9BC27}"/>
                </a:ext>
              </a:extLst>
            </p:cNvPr>
            <p:cNvSpPr/>
            <p:nvPr/>
          </p:nvSpPr>
          <p:spPr>
            <a:xfrm>
              <a:off x="2835825" y="1863000"/>
              <a:ext cx="37600" cy="37300"/>
            </a:xfrm>
            <a:custGeom>
              <a:avLst/>
              <a:gdLst/>
              <a:ahLst/>
              <a:cxnLst/>
              <a:rect l="l" t="t" r="r" b="b"/>
              <a:pathLst>
                <a:path w="1504" h="1492" extrusionOk="0">
                  <a:moveTo>
                    <a:pt x="752" y="0"/>
                  </a:moveTo>
                  <a:cubicBezTo>
                    <a:pt x="333" y="0"/>
                    <a:pt x="0" y="333"/>
                    <a:pt x="0" y="740"/>
                  </a:cubicBezTo>
                  <a:cubicBezTo>
                    <a:pt x="0" y="1159"/>
                    <a:pt x="333" y="1491"/>
                    <a:pt x="752" y="1491"/>
                  </a:cubicBezTo>
                  <a:cubicBezTo>
                    <a:pt x="1158" y="1491"/>
                    <a:pt x="1503" y="1159"/>
                    <a:pt x="1503" y="740"/>
                  </a:cubicBezTo>
                  <a:cubicBezTo>
                    <a:pt x="1503" y="333"/>
                    <a:pt x="1158" y="0"/>
                    <a:pt x="75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2" name="Google Shape;8208;p67">
              <a:extLst>
                <a:ext uri="{FF2B5EF4-FFF2-40B4-BE49-F238E27FC236}">
                  <a16:creationId xmlns:a16="http://schemas.microsoft.com/office/drawing/2014/main" id="{541CADFF-6665-A38B-48F4-2EBD4311A616}"/>
                </a:ext>
              </a:extLst>
            </p:cNvPr>
            <p:cNvSpPr/>
            <p:nvPr/>
          </p:nvSpPr>
          <p:spPr>
            <a:xfrm>
              <a:off x="4013750" y="1801075"/>
              <a:ext cx="37600" cy="37600"/>
            </a:xfrm>
            <a:custGeom>
              <a:avLst/>
              <a:gdLst/>
              <a:ahLst/>
              <a:cxnLst/>
              <a:rect l="l" t="t" r="r" b="b"/>
              <a:pathLst>
                <a:path w="1504" h="1504" extrusionOk="0">
                  <a:moveTo>
                    <a:pt x="752" y="1"/>
                  </a:moveTo>
                  <a:cubicBezTo>
                    <a:pt x="333" y="1"/>
                    <a:pt x="0" y="333"/>
                    <a:pt x="0" y="752"/>
                  </a:cubicBezTo>
                  <a:cubicBezTo>
                    <a:pt x="0" y="1159"/>
                    <a:pt x="333" y="1504"/>
                    <a:pt x="752" y="1504"/>
                  </a:cubicBezTo>
                  <a:cubicBezTo>
                    <a:pt x="1171" y="1504"/>
                    <a:pt x="1503" y="1159"/>
                    <a:pt x="1503" y="752"/>
                  </a:cubicBezTo>
                  <a:cubicBezTo>
                    <a:pt x="1503" y="333"/>
                    <a:pt x="1171" y="1"/>
                    <a:pt x="75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3" name="Google Shape;8209;p67">
              <a:extLst>
                <a:ext uri="{FF2B5EF4-FFF2-40B4-BE49-F238E27FC236}">
                  <a16:creationId xmlns:a16="http://schemas.microsoft.com/office/drawing/2014/main" id="{59732206-1E9D-A0CA-FBF8-64DD40D106EB}"/>
                </a:ext>
              </a:extLst>
            </p:cNvPr>
            <p:cNvSpPr/>
            <p:nvPr/>
          </p:nvSpPr>
          <p:spPr>
            <a:xfrm>
              <a:off x="3645325" y="2219575"/>
              <a:ext cx="41000" cy="37550"/>
            </a:xfrm>
            <a:custGeom>
              <a:avLst/>
              <a:gdLst/>
              <a:ahLst/>
              <a:cxnLst/>
              <a:rect l="l" t="t" r="r" b="b"/>
              <a:pathLst>
                <a:path w="1640" h="1502" extrusionOk="0">
                  <a:moveTo>
                    <a:pt x="805" y="1"/>
                  </a:moveTo>
                  <a:cubicBezTo>
                    <a:pt x="751" y="1"/>
                    <a:pt x="696" y="6"/>
                    <a:pt x="641" y="18"/>
                  </a:cubicBezTo>
                  <a:cubicBezTo>
                    <a:pt x="247" y="116"/>
                    <a:pt x="1" y="523"/>
                    <a:pt x="87" y="930"/>
                  </a:cubicBezTo>
                  <a:cubicBezTo>
                    <a:pt x="172" y="1271"/>
                    <a:pt x="488" y="1501"/>
                    <a:pt x="827" y="1501"/>
                  </a:cubicBezTo>
                  <a:cubicBezTo>
                    <a:pt x="880" y="1501"/>
                    <a:pt x="933" y="1496"/>
                    <a:pt x="986" y="1484"/>
                  </a:cubicBezTo>
                  <a:cubicBezTo>
                    <a:pt x="1393" y="1386"/>
                    <a:pt x="1639" y="979"/>
                    <a:pt x="1553" y="585"/>
                  </a:cubicBezTo>
                  <a:cubicBezTo>
                    <a:pt x="1468" y="233"/>
                    <a:pt x="1152" y="1"/>
                    <a:pt x="80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4" name="Google Shape;8210;p67">
              <a:extLst>
                <a:ext uri="{FF2B5EF4-FFF2-40B4-BE49-F238E27FC236}">
                  <a16:creationId xmlns:a16="http://schemas.microsoft.com/office/drawing/2014/main" id="{EE437814-BB60-19E8-BC27-53C7917A4CFB}"/>
                </a:ext>
              </a:extLst>
            </p:cNvPr>
            <p:cNvSpPr/>
            <p:nvPr/>
          </p:nvSpPr>
          <p:spPr>
            <a:xfrm>
              <a:off x="3072075" y="2347850"/>
              <a:ext cx="37300" cy="37600"/>
            </a:xfrm>
            <a:custGeom>
              <a:avLst/>
              <a:gdLst/>
              <a:ahLst/>
              <a:cxnLst/>
              <a:rect l="l" t="t" r="r" b="b"/>
              <a:pathLst>
                <a:path w="1492" h="1504" extrusionOk="0">
                  <a:moveTo>
                    <a:pt x="740" y="0"/>
                  </a:moveTo>
                  <a:cubicBezTo>
                    <a:pt x="333" y="0"/>
                    <a:pt x="1" y="333"/>
                    <a:pt x="1" y="752"/>
                  </a:cubicBezTo>
                  <a:cubicBezTo>
                    <a:pt x="1" y="1158"/>
                    <a:pt x="333" y="1503"/>
                    <a:pt x="740" y="1503"/>
                  </a:cubicBezTo>
                  <a:cubicBezTo>
                    <a:pt x="1159" y="1503"/>
                    <a:pt x="1492" y="1158"/>
                    <a:pt x="1492" y="752"/>
                  </a:cubicBezTo>
                  <a:cubicBezTo>
                    <a:pt x="1492" y="333"/>
                    <a:pt x="1159" y="0"/>
                    <a:pt x="7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5" name="Google Shape;8211;p67">
              <a:extLst>
                <a:ext uri="{FF2B5EF4-FFF2-40B4-BE49-F238E27FC236}">
                  <a16:creationId xmlns:a16="http://schemas.microsoft.com/office/drawing/2014/main" id="{CB535F7F-3EB9-2CB9-3722-504E21CC5D66}"/>
                </a:ext>
              </a:extLst>
            </p:cNvPr>
            <p:cNvSpPr/>
            <p:nvPr/>
          </p:nvSpPr>
          <p:spPr>
            <a:xfrm>
              <a:off x="2732000" y="1809100"/>
              <a:ext cx="37625" cy="37600"/>
            </a:xfrm>
            <a:custGeom>
              <a:avLst/>
              <a:gdLst/>
              <a:ahLst/>
              <a:cxnLst/>
              <a:rect l="l" t="t" r="r" b="b"/>
              <a:pathLst>
                <a:path w="1505" h="1504" extrusionOk="0">
                  <a:moveTo>
                    <a:pt x="752" y="0"/>
                  </a:moveTo>
                  <a:cubicBezTo>
                    <a:pt x="346" y="0"/>
                    <a:pt x="1" y="333"/>
                    <a:pt x="1" y="752"/>
                  </a:cubicBezTo>
                  <a:cubicBezTo>
                    <a:pt x="1" y="1171"/>
                    <a:pt x="346" y="1503"/>
                    <a:pt x="752" y="1503"/>
                  </a:cubicBezTo>
                  <a:cubicBezTo>
                    <a:pt x="1171" y="1503"/>
                    <a:pt x="1504" y="1171"/>
                    <a:pt x="1504" y="752"/>
                  </a:cubicBezTo>
                  <a:cubicBezTo>
                    <a:pt x="1504" y="333"/>
                    <a:pt x="1171" y="0"/>
                    <a:pt x="75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6" name="Google Shape;8212;p67">
              <a:extLst>
                <a:ext uri="{FF2B5EF4-FFF2-40B4-BE49-F238E27FC236}">
                  <a16:creationId xmlns:a16="http://schemas.microsoft.com/office/drawing/2014/main" id="{C05BE77D-52B3-A080-F906-EC72EDF63799}"/>
                </a:ext>
              </a:extLst>
            </p:cNvPr>
            <p:cNvSpPr/>
            <p:nvPr/>
          </p:nvSpPr>
          <p:spPr>
            <a:xfrm>
              <a:off x="3434950" y="1987125"/>
              <a:ext cx="37600" cy="37625"/>
            </a:xfrm>
            <a:custGeom>
              <a:avLst/>
              <a:gdLst/>
              <a:ahLst/>
              <a:cxnLst/>
              <a:rect l="l" t="t" r="r" b="b"/>
              <a:pathLst>
                <a:path w="1504" h="1505" extrusionOk="0">
                  <a:moveTo>
                    <a:pt x="752" y="1"/>
                  </a:moveTo>
                  <a:cubicBezTo>
                    <a:pt x="333" y="1"/>
                    <a:pt x="0" y="334"/>
                    <a:pt x="0" y="753"/>
                  </a:cubicBezTo>
                  <a:cubicBezTo>
                    <a:pt x="0" y="1171"/>
                    <a:pt x="333" y="1504"/>
                    <a:pt x="752" y="1504"/>
                  </a:cubicBezTo>
                  <a:cubicBezTo>
                    <a:pt x="1158" y="1504"/>
                    <a:pt x="1503" y="1171"/>
                    <a:pt x="1503" y="753"/>
                  </a:cubicBezTo>
                  <a:cubicBezTo>
                    <a:pt x="1503" y="334"/>
                    <a:pt x="1158" y="1"/>
                    <a:pt x="75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7" name="Google Shape;8213;p67">
              <a:extLst>
                <a:ext uri="{FF2B5EF4-FFF2-40B4-BE49-F238E27FC236}">
                  <a16:creationId xmlns:a16="http://schemas.microsoft.com/office/drawing/2014/main" id="{A8B473CB-1AAC-A95F-A903-59DDD71B516E}"/>
                </a:ext>
              </a:extLst>
            </p:cNvPr>
            <p:cNvSpPr/>
            <p:nvPr/>
          </p:nvSpPr>
          <p:spPr>
            <a:xfrm>
              <a:off x="4287575" y="1789375"/>
              <a:ext cx="37600" cy="37600"/>
            </a:xfrm>
            <a:custGeom>
              <a:avLst/>
              <a:gdLst/>
              <a:ahLst/>
              <a:cxnLst/>
              <a:rect l="l" t="t" r="r" b="b"/>
              <a:pathLst>
                <a:path w="1504" h="1504" extrusionOk="0">
                  <a:moveTo>
                    <a:pt x="752" y="1"/>
                  </a:moveTo>
                  <a:cubicBezTo>
                    <a:pt x="333" y="1"/>
                    <a:pt x="1" y="346"/>
                    <a:pt x="1" y="752"/>
                  </a:cubicBezTo>
                  <a:cubicBezTo>
                    <a:pt x="1" y="1171"/>
                    <a:pt x="333" y="1504"/>
                    <a:pt x="752" y="1504"/>
                  </a:cubicBezTo>
                  <a:cubicBezTo>
                    <a:pt x="1159" y="1504"/>
                    <a:pt x="1504" y="1171"/>
                    <a:pt x="1504" y="752"/>
                  </a:cubicBezTo>
                  <a:cubicBezTo>
                    <a:pt x="1504" y="346"/>
                    <a:pt x="1159" y="1"/>
                    <a:pt x="75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8" name="Google Shape;8214;p67">
              <a:extLst>
                <a:ext uri="{FF2B5EF4-FFF2-40B4-BE49-F238E27FC236}">
                  <a16:creationId xmlns:a16="http://schemas.microsoft.com/office/drawing/2014/main" id="{D82EB741-808E-46D4-4803-60865FA6DAFA}"/>
                </a:ext>
              </a:extLst>
            </p:cNvPr>
            <p:cNvSpPr/>
            <p:nvPr/>
          </p:nvSpPr>
          <p:spPr>
            <a:xfrm>
              <a:off x="4039300" y="1562675"/>
              <a:ext cx="37300" cy="37600"/>
            </a:xfrm>
            <a:custGeom>
              <a:avLst/>
              <a:gdLst/>
              <a:ahLst/>
              <a:cxnLst/>
              <a:rect l="l" t="t" r="r" b="b"/>
              <a:pathLst>
                <a:path w="1492" h="1504" extrusionOk="0">
                  <a:moveTo>
                    <a:pt x="752" y="0"/>
                  </a:moveTo>
                  <a:cubicBezTo>
                    <a:pt x="333" y="0"/>
                    <a:pt x="1" y="333"/>
                    <a:pt x="1" y="752"/>
                  </a:cubicBezTo>
                  <a:cubicBezTo>
                    <a:pt x="1" y="1158"/>
                    <a:pt x="333" y="1503"/>
                    <a:pt x="752" y="1503"/>
                  </a:cubicBezTo>
                  <a:cubicBezTo>
                    <a:pt x="1159" y="1503"/>
                    <a:pt x="1492" y="1158"/>
                    <a:pt x="1492" y="752"/>
                  </a:cubicBezTo>
                  <a:cubicBezTo>
                    <a:pt x="1492" y="333"/>
                    <a:pt x="1159" y="0"/>
                    <a:pt x="75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9" name="Google Shape;8215;p67">
              <a:extLst>
                <a:ext uri="{FF2B5EF4-FFF2-40B4-BE49-F238E27FC236}">
                  <a16:creationId xmlns:a16="http://schemas.microsoft.com/office/drawing/2014/main" id="{5E4EA6F5-EE63-D368-18E1-17F1E69C57AC}"/>
                </a:ext>
              </a:extLst>
            </p:cNvPr>
            <p:cNvSpPr/>
            <p:nvPr/>
          </p:nvSpPr>
          <p:spPr>
            <a:xfrm>
              <a:off x="3754075" y="2428650"/>
              <a:ext cx="42525" cy="37400"/>
            </a:xfrm>
            <a:custGeom>
              <a:avLst/>
              <a:gdLst/>
              <a:ahLst/>
              <a:cxnLst/>
              <a:rect l="l" t="t" r="r" b="b"/>
              <a:pathLst>
                <a:path w="1701" h="1496" extrusionOk="0">
                  <a:moveTo>
                    <a:pt x="847" y="0"/>
                  </a:moveTo>
                  <a:cubicBezTo>
                    <a:pt x="552" y="0"/>
                    <a:pt x="272" y="176"/>
                    <a:pt x="160" y="465"/>
                  </a:cubicBezTo>
                  <a:cubicBezTo>
                    <a:pt x="0" y="847"/>
                    <a:pt x="185" y="1278"/>
                    <a:pt x="567" y="1438"/>
                  </a:cubicBezTo>
                  <a:cubicBezTo>
                    <a:pt x="661" y="1477"/>
                    <a:pt x="757" y="1496"/>
                    <a:pt x="852" y="1496"/>
                  </a:cubicBezTo>
                  <a:cubicBezTo>
                    <a:pt x="1144" y="1496"/>
                    <a:pt x="1419" y="1320"/>
                    <a:pt x="1540" y="1031"/>
                  </a:cubicBezTo>
                  <a:cubicBezTo>
                    <a:pt x="1701" y="649"/>
                    <a:pt x="1516" y="218"/>
                    <a:pt x="1134" y="58"/>
                  </a:cubicBezTo>
                  <a:cubicBezTo>
                    <a:pt x="1040" y="19"/>
                    <a:pt x="943" y="0"/>
                    <a:pt x="8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0" name="Google Shape;8216;p67">
              <a:extLst>
                <a:ext uri="{FF2B5EF4-FFF2-40B4-BE49-F238E27FC236}">
                  <a16:creationId xmlns:a16="http://schemas.microsoft.com/office/drawing/2014/main" id="{B23D684C-0615-B775-8E0D-B68DB0F7FA20}"/>
                </a:ext>
              </a:extLst>
            </p:cNvPr>
            <p:cNvSpPr/>
            <p:nvPr/>
          </p:nvSpPr>
          <p:spPr>
            <a:xfrm>
              <a:off x="4471475" y="2611600"/>
              <a:ext cx="43775" cy="37525"/>
            </a:xfrm>
            <a:custGeom>
              <a:avLst/>
              <a:gdLst/>
              <a:ahLst/>
              <a:cxnLst/>
              <a:rect l="l" t="t" r="r" b="b"/>
              <a:pathLst>
                <a:path w="1751" h="1501" extrusionOk="0">
                  <a:moveTo>
                    <a:pt x="1000" y="0"/>
                  </a:moveTo>
                  <a:cubicBezTo>
                    <a:pt x="818" y="0"/>
                    <a:pt x="632" y="68"/>
                    <a:pt x="481" y="219"/>
                  </a:cubicBezTo>
                  <a:cubicBezTo>
                    <a:pt x="1" y="687"/>
                    <a:pt x="346" y="1488"/>
                    <a:pt x="1011" y="1501"/>
                  </a:cubicBezTo>
                  <a:cubicBezTo>
                    <a:pt x="1418" y="1501"/>
                    <a:pt x="1750" y="1156"/>
                    <a:pt x="1750" y="749"/>
                  </a:cubicBezTo>
                  <a:cubicBezTo>
                    <a:pt x="1750" y="298"/>
                    <a:pt x="1383" y="0"/>
                    <a:pt x="100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1" name="Google Shape;8217;p67">
              <a:extLst>
                <a:ext uri="{FF2B5EF4-FFF2-40B4-BE49-F238E27FC236}">
                  <a16:creationId xmlns:a16="http://schemas.microsoft.com/office/drawing/2014/main" id="{FCEA9F86-7BA5-030C-43CB-DDDFFD3489D9}"/>
                </a:ext>
              </a:extLst>
            </p:cNvPr>
            <p:cNvSpPr/>
            <p:nvPr/>
          </p:nvSpPr>
          <p:spPr>
            <a:xfrm>
              <a:off x="3045900" y="2649725"/>
              <a:ext cx="37300" cy="37300"/>
            </a:xfrm>
            <a:custGeom>
              <a:avLst/>
              <a:gdLst/>
              <a:ahLst/>
              <a:cxnLst/>
              <a:rect l="l" t="t" r="r" b="b"/>
              <a:pathLst>
                <a:path w="1492" h="1492" extrusionOk="0">
                  <a:moveTo>
                    <a:pt x="740" y="0"/>
                  </a:moveTo>
                  <a:cubicBezTo>
                    <a:pt x="333" y="0"/>
                    <a:pt x="0" y="333"/>
                    <a:pt x="0" y="752"/>
                  </a:cubicBezTo>
                  <a:cubicBezTo>
                    <a:pt x="0" y="1158"/>
                    <a:pt x="333" y="1491"/>
                    <a:pt x="740" y="1491"/>
                  </a:cubicBezTo>
                  <a:cubicBezTo>
                    <a:pt x="1159" y="1491"/>
                    <a:pt x="1491" y="1158"/>
                    <a:pt x="1491" y="752"/>
                  </a:cubicBezTo>
                  <a:cubicBezTo>
                    <a:pt x="1491" y="333"/>
                    <a:pt x="1159" y="0"/>
                    <a:pt x="7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2" name="Google Shape;8218;p67">
              <a:extLst>
                <a:ext uri="{FF2B5EF4-FFF2-40B4-BE49-F238E27FC236}">
                  <a16:creationId xmlns:a16="http://schemas.microsoft.com/office/drawing/2014/main" id="{6DECB062-DC81-C53F-216B-4485F22F993A}"/>
                </a:ext>
              </a:extLst>
            </p:cNvPr>
            <p:cNvSpPr/>
            <p:nvPr/>
          </p:nvSpPr>
          <p:spPr>
            <a:xfrm>
              <a:off x="3583225" y="2266300"/>
              <a:ext cx="44875" cy="37525"/>
            </a:xfrm>
            <a:custGeom>
              <a:avLst/>
              <a:gdLst/>
              <a:ahLst/>
              <a:cxnLst/>
              <a:rect l="l" t="t" r="r" b="b"/>
              <a:pathLst>
                <a:path w="1795" h="1501" extrusionOk="0">
                  <a:moveTo>
                    <a:pt x="809" y="1"/>
                  </a:moveTo>
                  <a:cubicBezTo>
                    <a:pt x="446" y="1"/>
                    <a:pt x="127" y="269"/>
                    <a:pt x="82" y="638"/>
                  </a:cubicBezTo>
                  <a:cubicBezTo>
                    <a:pt x="0" y="1130"/>
                    <a:pt x="390" y="1501"/>
                    <a:pt x="818" y="1501"/>
                  </a:cubicBezTo>
                  <a:cubicBezTo>
                    <a:pt x="969" y="1501"/>
                    <a:pt x="1124" y="1455"/>
                    <a:pt x="1265" y="1352"/>
                  </a:cubicBezTo>
                  <a:cubicBezTo>
                    <a:pt x="1795" y="946"/>
                    <a:pt x="1585" y="108"/>
                    <a:pt x="920" y="9"/>
                  </a:cubicBezTo>
                  <a:cubicBezTo>
                    <a:pt x="883" y="4"/>
                    <a:pt x="845" y="1"/>
                    <a:pt x="80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3" name="Google Shape;8219;p67">
              <a:extLst>
                <a:ext uri="{FF2B5EF4-FFF2-40B4-BE49-F238E27FC236}">
                  <a16:creationId xmlns:a16="http://schemas.microsoft.com/office/drawing/2014/main" id="{FFEDB284-B03A-7FB5-D0E3-6133F5DCAA2F}"/>
                </a:ext>
              </a:extLst>
            </p:cNvPr>
            <p:cNvSpPr/>
            <p:nvPr/>
          </p:nvSpPr>
          <p:spPr>
            <a:xfrm>
              <a:off x="4225050" y="2447725"/>
              <a:ext cx="43775" cy="37525"/>
            </a:xfrm>
            <a:custGeom>
              <a:avLst/>
              <a:gdLst/>
              <a:ahLst/>
              <a:cxnLst/>
              <a:rect l="l" t="t" r="r" b="b"/>
              <a:pathLst>
                <a:path w="1751" h="1501" extrusionOk="0">
                  <a:moveTo>
                    <a:pt x="750" y="0"/>
                  </a:moveTo>
                  <a:cubicBezTo>
                    <a:pt x="368" y="0"/>
                    <a:pt x="1" y="298"/>
                    <a:pt x="1" y="749"/>
                  </a:cubicBezTo>
                  <a:cubicBezTo>
                    <a:pt x="1" y="1168"/>
                    <a:pt x="333" y="1501"/>
                    <a:pt x="752" y="1501"/>
                  </a:cubicBezTo>
                  <a:cubicBezTo>
                    <a:pt x="1418" y="1501"/>
                    <a:pt x="1750" y="687"/>
                    <a:pt x="1270" y="219"/>
                  </a:cubicBezTo>
                  <a:cubicBezTo>
                    <a:pt x="1119" y="68"/>
                    <a:pt x="933" y="0"/>
                    <a:pt x="75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4" name="Google Shape;8220;p67">
              <a:extLst>
                <a:ext uri="{FF2B5EF4-FFF2-40B4-BE49-F238E27FC236}">
                  <a16:creationId xmlns:a16="http://schemas.microsoft.com/office/drawing/2014/main" id="{6B88330D-0C6C-45F5-17F7-FB85174C2128}"/>
                </a:ext>
              </a:extLst>
            </p:cNvPr>
            <p:cNvSpPr/>
            <p:nvPr/>
          </p:nvSpPr>
          <p:spPr>
            <a:xfrm>
              <a:off x="4184700" y="1906425"/>
              <a:ext cx="43775" cy="37525"/>
            </a:xfrm>
            <a:custGeom>
              <a:avLst/>
              <a:gdLst/>
              <a:ahLst/>
              <a:cxnLst/>
              <a:rect l="l" t="t" r="r" b="b"/>
              <a:pathLst>
                <a:path w="1751" h="1501" extrusionOk="0">
                  <a:moveTo>
                    <a:pt x="998" y="1"/>
                  </a:moveTo>
                  <a:cubicBezTo>
                    <a:pt x="333" y="1"/>
                    <a:pt x="0" y="802"/>
                    <a:pt x="469" y="1282"/>
                  </a:cubicBezTo>
                  <a:cubicBezTo>
                    <a:pt x="624" y="1433"/>
                    <a:pt x="812" y="1501"/>
                    <a:pt x="996" y="1501"/>
                  </a:cubicBezTo>
                  <a:cubicBezTo>
                    <a:pt x="1383" y="1501"/>
                    <a:pt x="1750" y="1203"/>
                    <a:pt x="1750" y="752"/>
                  </a:cubicBezTo>
                  <a:cubicBezTo>
                    <a:pt x="1750" y="333"/>
                    <a:pt x="1417" y="1"/>
                    <a:pt x="99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5" name="Google Shape;8221;p67">
              <a:extLst>
                <a:ext uri="{FF2B5EF4-FFF2-40B4-BE49-F238E27FC236}">
                  <a16:creationId xmlns:a16="http://schemas.microsoft.com/office/drawing/2014/main" id="{C777433B-F530-47C2-4D13-93D00E3D9C16}"/>
                </a:ext>
              </a:extLst>
            </p:cNvPr>
            <p:cNvSpPr/>
            <p:nvPr/>
          </p:nvSpPr>
          <p:spPr>
            <a:xfrm>
              <a:off x="3575400" y="1583100"/>
              <a:ext cx="42225" cy="37400"/>
            </a:xfrm>
            <a:custGeom>
              <a:avLst/>
              <a:gdLst/>
              <a:ahLst/>
              <a:cxnLst/>
              <a:rect l="l" t="t" r="r" b="b"/>
              <a:pathLst>
                <a:path w="1689" h="1496" extrusionOk="0">
                  <a:moveTo>
                    <a:pt x="848" y="0"/>
                  </a:moveTo>
                  <a:cubicBezTo>
                    <a:pt x="552" y="0"/>
                    <a:pt x="270" y="176"/>
                    <a:pt x="149" y="464"/>
                  </a:cubicBezTo>
                  <a:cubicBezTo>
                    <a:pt x="1" y="846"/>
                    <a:pt x="173" y="1278"/>
                    <a:pt x="555" y="1438"/>
                  </a:cubicBezTo>
                  <a:cubicBezTo>
                    <a:pt x="649" y="1477"/>
                    <a:pt x="746" y="1496"/>
                    <a:pt x="842" y="1496"/>
                  </a:cubicBezTo>
                  <a:cubicBezTo>
                    <a:pt x="1138" y="1496"/>
                    <a:pt x="1420" y="1320"/>
                    <a:pt x="1541" y="1031"/>
                  </a:cubicBezTo>
                  <a:cubicBezTo>
                    <a:pt x="1689" y="649"/>
                    <a:pt x="1516" y="218"/>
                    <a:pt x="1134" y="58"/>
                  </a:cubicBezTo>
                  <a:cubicBezTo>
                    <a:pt x="1041" y="19"/>
                    <a:pt x="943" y="0"/>
                    <a:pt x="84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6" name="Google Shape;8222;p67">
              <a:extLst>
                <a:ext uri="{FF2B5EF4-FFF2-40B4-BE49-F238E27FC236}">
                  <a16:creationId xmlns:a16="http://schemas.microsoft.com/office/drawing/2014/main" id="{73A79266-6051-0499-E5F1-8D91C0D86185}"/>
                </a:ext>
              </a:extLst>
            </p:cNvPr>
            <p:cNvSpPr/>
            <p:nvPr/>
          </p:nvSpPr>
          <p:spPr>
            <a:xfrm>
              <a:off x="3231025" y="1595925"/>
              <a:ext cx="37300" cy="37300"/>
            </a:xfrm>
            <a:custGeom>
              <a:avLst/>
              <a:gdLst/>
              <a:ahLst/>
              <a:cxnLst/>
              <a:rect l="l" t="t" r="r" b="b"/>
              <a:pathLst>
                <a:path w="1492" h="1492" extrusionOk="0">
                  <a:moveTo>
                    <a:pt x="752" y="1"/>
                  </a:moveTo>
                  <a:cubicBezTo>
                    <a:pt x="333" y="1"/>
                    <a:pt x="0" y="333"/>
                    <a:pt x="0" y="752"/>
                  </a:cubicBezTo>
                  <a:cubicBezTo>
                    <a:pt x="0" y="1159"/>
                    <a:pt x="333" y="1492"/>
                    <a:pt x="752" y="1492"/>
                  </a:cubicBezTo>
                  <a:cubicBezTo>
                    <a:pt x="1159" y="1492"/>
                    <a:pt x="1491" y="1159"/>
                    <a:pt x="1491" y="752"/>
                  </a:cubicBezTo>
                  <a:cubicBezTo>
                    <a:pt x="1491" y="333"/>
                    <a:pt x="1159" y="1"/>
                    <a:pt x="75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109019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F48451-7B21-B6A7-7D5A-23214D7FDB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EBFFCC17-00A2-CDEF-EC10-6F785E35F416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91E6318-BEF9-AD73-1AAF-D3D3272D057D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0CAC99-17AD-25EA-1A0F-C118FA9D6E3B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grpSp>
        <p:nvGrpSpPr>
          <p:cNvPr id="576" name="Google Shape;7651;p67">
            <a:extLst>
              <a:ext uri="{FF2B5EF4-FFF2-40B4-BE49-F238E27FC236}">
                <a16:creationId xmlns:a16="http://schemas.microsoft.com/office/drawing/2014/main" id="{C0803471-9FC2-2851-3A24-94970F2C1B50}"/>
              </a:ext>
            </a:extLst>
          </p:cNvPr>
          <p:cNvGrpSpPr/>
          <p:nvPr/>
        </p:nvGrpSpPr>
        <p:grpSpPr>
          <a:xfrm>
            <a:off x="6496001" y="2302157"/>
            <a:ext cx="4521999" cy="2621262"/>
            <a:chOff x="1397225" y="1410350"/>
            <a:chExt cx="4786300" cy="2774500"/>
          </a:xfrm>
          <a:solidFill>
            <a:schemeClr val="bg1">
              <a:lumMod val="95000"/>
            </a:schemeClr>
          </a:solidFill>
        </p:grpSpPr>
        <p:grpSp>
          <p:nvGrpSpPr>
            <p:cNvPr id="577" name="Google Shape;7652;p67">
              <a:extLst>
                <a:ext uri="{FF2B5EF4-FFF2-40B4-BE49-F238E27FC236}">
                  <a16:creationId xmlns:a16="http://schemas.microsoft.com/office/drawing/2014/main" id="{BD6CB964-59FF-95DE-648B-8D4D14C67491}"/>
                </a:ext>
              </a:extLst>
            </p:cNvPr>
            <p:cNvGrpSpPr/>
            <p:nvPr/>
          </p:nvGrpSpPr>
          <p:grpSpPr>
            <a:xfrm>
              <a:off x="4293400" y="2574725"/>
              <a:ext cx="84425" cy="80100"/>
              <a:chOff x="4293400" y="2574725"/>
              <a:chExt cx="84425" cy="80100"/>
            </a:xfrm>
            <a:grpFill/>
          </p:grpSpPr>
          <p:sp>
            <p:nvSpPr>
              <p:cNvPr id="832" name="Google Shape;7653;p67">
                <a:extLst>
                  <a:ext uri="{FF2B5EF4-FFF2-40B4-BE49-F238E27FC236}">
                    <a16:creationId xmlns:a16="http://schemas.microsoft.com/office/drawing/2014/main" id="{CB23297C-E1D7-7E2D-02C5-F192CA5132BD}"/>
                  </a:ext>
                </a:extLst>
              </p:cNvPr>
              <p:cNvSpPr/>
              <p:nvPr/>
            </p:nvSpPr>
            <p:spPr>
              <a:xfrm>
                <a:off x="4293400" y="2574725"/>
                <a:ext cx="57150" cy="45250"/>
              </a:xfrm>
              <a:custGeom>
                <a:avLst/>
                <a:gdLst/>
                <a:ahLst/>
                <a:cxnLst/>
                <a:rect l="l" t="t" r="r" b="b"/>
                <a:pathLst>
                  <a:path w="2286" h="1810" extrusionOk="0">
                    <a:moveTo>
                      <a:pt x="2286" y="905"/>
                    </a:moveTo>
                    <a:lnTo>
                      <a:pt x="1857" y="476"/>
                    </a:lnTo>
                    <a:lnTo>
                      <a:pt x="0" y="0"/>
                    </a:lnTo>
                    <a:lnTo>
                      <a:pt x="95" y="834"/>
                    </a:lnTo>
                    <a:lnTo>
                      <a:pt x="952" y="1476"/>
                    </a:lnTo>
                    <a:lnTo>
                      <a:pt x="1952" y="18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3" name="Google Shape;7654;p67">
                <a:extLst>
                  <a:ext uri="{FF2B5EF4-FFF2-40B4-BE49-F238E27FC236}">
                    <a16:creationId xmlns:a16="http://schemas.microsoft.com/office/drawing/2014/main" id="{BF8B265A-7A69-EFAE-9955-B7A39D192AC1}"/>
                  </a:ext>
                </a:extLst>
              </p:cNvPr>
              <p:cNvSpPr/>
              <p:nvPr/>
            </p:nvSpPr>
            <p:spPr>
              <a:xfrm>
                <a:off x="4299350" y="2589925"/>
                <a:ext cx="78475" cy="64900"/>
              </a:xfrm>
              <a:custGeom>
                <a:avLst/>
                <a:gdLst/>
                <a:ahLst/>
                <a:cxnLst/>
                <a:rect l="l" t="t" r="r" b="b"/>
                <a:pathLst>
                  <a:path w="3139" h="2596" extrusionOk="0">
                    <a:moveTo>
                      <a:pt x="2009" y="1"/>
                    </a:moveTo>
                    <a:lnTo>
                      <a:pt x="1820" y="252"/>
                    </a:lnTo>
                    <a:lnTo>
                      <a:pt x="1632" y="314"/>
                    </a:lnTo>
                    <a:lnTo>
                      <a:pt x="1590" y="419"/>
                    </a:lnTo>
                    <a:lnTo>
                      <a:pt x="1318" y="398"/>
                    </a:lnTo>
                    <a:lnTo>
                      <a:pt x="1255" y="273"/>
                    </a:lnTo>
                    <a:lnTo>
                      <a:pt x="983" y="63"/>
                    </a:lnTo>
                    <a:lnTo>
                      <a:pt x="837" y="42"/>
                    </a:lnTo>
                    <a:lnTo>
                      <a:pt x="795" y="63"/>
                    </a:lnTo>
                    <a:lnTo>
                      <a:pt x="753" y="252"/>
                    </a:lnTo>
                    <a:lnTo>
                      <a:pt x="900" y="314"/>
                    </a:lnTo>
                    <a:lnTo>
                      <a:pt x="983" y="461"/>
                    </a:lnTo>
                    <a:lnTo>
                      <a:pt x="963" y="670"/>
                    </a:lnTo>
                    <a:lnTo>
                      <a:pt x="753" y="566"/>
                    </a:lnTo>
                    <a:lnTo>
                      <a:pt x="544" y="524"/>
                    </a:lnTo>
                    <a:lnTo>
                      <a:pt x="209" y="356"/>
                    </a:lnTo>
                    <a:lnTo>
                      <a:pt x="0" y="419"/>
                    </a:lnTo>
                    <a:lnTo>
                      <a:pt x="0" y="524"/>
                    </a:lnTo>
                    <a:lnTo>
                      <a:pt x="105" y="628"/>
                    </a:lnTo>
                    <a:lnTo>
                      <a:pt x="314" y="670"/>
                    </a:lnTo>
                    <a:lnTo>
                      <a:pt x="419" y="796"/>
                    </a:lnTo>
                    <a:lnTo>
                      <a:pt x="377" y="921"/>
                    </a:lnTo>
                    <a:lnTo>
                      <a:pt x="377" y="1026"/>
                    </a:lnTo>
                    <a:lnTo>
                      <a:pt x="628" y="1214"/>
                    </a:lnTo>
                    <a:lnTo>
                      <a:pt x="628" y="1340"/>
                    </a:lnTo>
                    <a:lnTo>
                      <a:pt x="544" y="1423"/>
                    </a:lnTo>
                    <a:lnTo>
                      <a:pt x="628" y="1612"/>
                    </a:lnTo>
                    <a:lnTo>
                      <a:pt x="879" y="1737"/>
                    </a:lnTo>
                    <a:lnTo>
                      <a:pt x="1067" y="1737"/>
                    </a:lnTo>
                    <a:lnTo>
                      <a:pt x="1193" y="1863"/>
                    </a:lnTo>
                    <a:lnTo>
                      <a:pt x="1046" y="1884"/>
                    </a:lnTo>
                    <a:lnTo>
                      <a:pt x="1109" y="2051"/>
                    </a:lnTo>
                    <a:lnTo>
                      <a:pt x="1088" y="2093"/>
                    </a:lnTo>
                    <a:lnTo>
                      <a:pt x="1088" y="2239"/>
                    </a:lnTo>
                    <a:lnTo>
                      <a:pt x="1172" y="2260"/>
                    </a:lnTo>
                    <a:lnTo>
                      <a:pt x="1276" y="2198"/>
                    </a:lnTo>
                    <a:lnTo>
                      <a:pt x="1276" y="2156"/>
                    </a:lnTo>
                    <a:lnTo>
                      <a:pt x="1318" y="2093"/>
                    </a:lnTo>
                    <a:lnTo>
                      <a:pt x="1381" y="2072"/>
                    </a:lnTo>
                    <a:lnTo>
                      <a:pt x="1486" y="1946"/>
                    </a:lnTo>
                    <a:lnTo>
                      <a:pt x="1569" y="1926"/>
                    </a:lnTo>
                    <a:lnTo>
                      <a:pt x="1611" y="1821"/>
                    </a:lnTo>
                    <a:lnTo>
                      <a:pt x="1695" y="1821"/>
                    </a:lnTo>
                    <a:lnTo>
                      <a:pt x="1820" y="1737"/>
                    </a:lnTo>
                    <a:lnTo>
                      <a:pt x="1883" y="1737"/>
                    </a:lnTo>
                    <a:lnTo>
                      <a:pt x="1883" y="1758"/>
                    </a:lnTo>
                    <a:lnTo>
                      <a:pt x="1925" y="1758"/>
                    </a:lnTo>
                    <a:lnTo>
                      <a:pt x="1988" y="1863"/>
                    </a:lnTo>
                    <a:lnTo>
                      <a:pt x="2051" y="1946"/>
                    </a:lnTo>
                    <a:lnTo>
                      <a:pt x="2009" y="1988"/>
                    </a:lnTo>
                    <a:lnTo>
                      <a:pt x="2030" y="2051"/>
                    </a:lnTo>
                    <a:lnTo>
                      <a:pt x="2155" y="2135"/>
                    </a:lnTo>
                    <a:lnTo>
                      <a:pt x="1988" y="2260"/>
                    </a:lnTo>
                    <a:lnTo>
                      <a:pt x="2155" y="2470"/>
                    </a:lnTo>
                    <a:lnTo>
                      <a:pt x="2260" y="2511"/>
                    </a:lnTo>
                    <a:lnTo>
                      <a:pt x="2302" y="2574"/>
                    </a:lnTo>
                    <a:lnTo>
                      <a:pt x="2406" y="2595"/>
                    </a:lnTo>
                    <a:lnTo>
                      <a:pt x="2448" y="2574"/>
                    </a:lnTo>
                    <a:lnTo>
                      <a:pt x="2448" y="2365"/>
                    </a:lnTo>
                    <a:lnTo>
                      <a:pt x="2427" y="2302"/>
                    </a:lnTo>
                    <a:lnTo>
                      <a:pt x="2427" y="2198"/>
                    </a:lnTo>
                    <a:lnTo>
                      <a:pt x="2406" y="2072"/>
                    </a:lnTo>
                    <a:lnTo>
                      <a:pt x="2427" y="1967"/>
                    </a:lnTo>
                    <a:lnTo>
                      <a:pt x="2469" y="1946"/>
                    </a:lnTo>
                    <a:lnTo>
                      <a:pt x="2553" y="2030"/>
                    </a:lnTo>
                    <a:lnTo>
                      <a:pt x="2511" y="2135"/>
                    </a:lnTo>
                    <a:lnTo>
                      <a:pt x="2553" y="2198"/>
                    </a:lnTo>
                    <a:lnTo>
                      <a:pt x="2574" y="2135"/>
                    </a:lnTo>
                    <a:lnTo>
                      <a:pt x="2574" y="1946"/>
                    </a:lnTo>
                    <a:lnTo>
                      <a:pt x="2636" y="1884"/>
                    </a:lnTo>
                    <a:lnTo>
                      <a:pt x="2636" y="1779"/>
                    </a:lnTo>
                    <a:lnTo>
                      <a:pt x="2574" y="1737"/>
                    </a:lnTo>
                    <a:lnTo>
                      <a:pt x="2616" y="1633"/>
                    </a:lnTo>
                    <a:lnTo>
                      <a:pt x="2657" y="1549"/>
                    </a:lnTo>
                    <a:lnTo>
                      <a:pt x="2636" y="1444"/>
                    </a:lnTo>
                    <a:lnTo>
                      <a:pt x="2636" y="1298"/>
                    </a:lnTo>
                    <a:lnTo>
                      <a:pt x="2783" y="1151"/>
                    </a:lnTo>
                    <a:lnTo>
                      <a:pt x="2950" y="1130"/>
                    </a:lnTo>
                    <a:lnTo>
                      <a:pt x="3034" y="1089"/>
                    </a:lnTo>
                    <a:lnTo>
                      <a:pt x="3139" y="1089"/>
                    </a:lnTo>
                    <a:lnTo>
                      <a:pt x="3034" y="984"/>
                    </a:lnTo>
                    <a:lnTo>
                      <a:pt x="2888" y="900"/>
                    </a:lnTo>
                    <a:lnTo>
                      <a:pt x="2741" y="921"/>
                    </a:lnTo>
                    <a:lnTo>
                      <a:pt x="2616" y="817"/>
                    </a:lnTo>
                    <a:lnTo>
                      <a:pt x="2574" y="712"/>
                    </a:lnTo>
                    <a:lnTo>
                      <a:pt x="2406" y="586"/>
                    </a:lnTo>
                    <a:lnTo>
                      <a:pt x="2323" y="419"/>
                    </a:lnTo>
                    <a:lnTo>
                      <a:pt x="2323" y="314"/>
                    </a:lnTo>
                    <a:lnTo>
                      <a:pt x="2134" y="84"/>
                    </a:lnTo>
                    <a:lnTo>
                      <a:pt x="2009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578" name="Google Shape;7655;p67">
              <a:extLst>
                <a:ext uri="{FF2B5EF4-FFF2-40B4-BE49-F238E27FC236}">
                  <a16:creationId xmlns:a16="http://schemas.microsoft.com/office/drawing/2014/main" id="{76C60C38-815F-B27D-09EC-F45117D0573C}"/>
                </a:ext>
              </a:extLst>
            </p:cNvPr>
            <p:cNvGrpSpPr/>
            <p:nvPr/>
          </p:nvGrpSpPr>
          <p:grpSpPr>
            <a:xfrm>
              <a:off x="4000175" y="1462675"/>
              <a:ext cx="1917275" cy="1140875"/>
              <a:chOff x="4000175" y="1462675"/>
              <a:chExt cx="1917275" cy="1140875"/>
            </a:xfrm>
            <a:grpFill/>
          </p:grpSpPr>
          <p:sp>
            <p:nvSpPr>
              <p:cNvPr id="824" name="Google Shape;7656;p67">
                <a:extLst>
                  <a:ext uri="{FF2B5EF4-FFF2-40B4-BE49-F238E27FC236}">
                    <a16:creationId xmlns:a16="http://schemas.microsoft.com/office/drawing/2014/main" id="{CEFBB12F-BC53-A8D6-4960-6E479F255269}"/>
                  </a:ext>
                </a:extLst>
              </p:cNvPr>
              <p:cNvSpPr/>
              <p:nvPr/>
            </p:nvSpPr>
            <p:spPr>
              <a:xfrm>
                <a:off x="4178050" y="2433300"/>
                <a:ext cx="60250" cy="65175"/>
              </a:xfrm>
              <a:custGeom>
                <a:avLst/>
                <a:gdLst/>
                <a:ahLst/>
                <a:cxnLst/>
                <a:rect l="l" t="t" r="r" b="b"/>
                <a:pathLst>
                  <a:path w="2410" h="2607" extrusionOk="0">
                    <a:moveTo>
                      <a:pt x="639" y="2410"/>
                    </a:moveTo>
                    <a:lnTo>
                      <a:pt x="1180" y="2607"/>
                    </a:lnTo>
                    <a:lnTo>
                      <a:pt x="2410" y="2017"/>
                    </a:lnTo>
                    <a:lnTo>
                      <a:pt x="2262" y="0"/>
                    </a:lnTo>
                    <a:lnTo>
                      <a:pt x="541" y="0"/>
                    </a:lnTo>
                    <a:lnTo>
                      <a:pt x="0" y="177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825" name="Google Shape;7657;p67">
                <a:extLst>
                  <a:ext uri="{FF2B5EF4-FFF2-40B4-BE49-F238E27FC236}">
                    <a16:creationId xmlns:a16="http://schemas.microsoft.com/office/drawing/2014/main" id="{38B8ABBB-63EA-14F7-DD19-D32BEA41E6D2}"/>
                  </a:ext>
                </a:extLst>
              </p:cNvPr>
              <p:cNvGrpSpPr/>
              <p:nvPr/>
            </p:nvGrpSpPr>
            <p:grpSpPr>
              <a:xfrm>
                <a:off x="4000175" y="1462675"/>
                <a:ext cx="1917275" cy="1140875"/>
                <a:chOff x="4000175" y="1462675"/>
                <a:chExt cx="1917275" cy="1140875"/>
              </a:xfrm>
              <a:grpFill/>
            </p:grpSpPr>
            <p:sp>
              <p:nvSpPr>
                <p:cNvPr id="826" name="Google Shape;7658;p67">
                  <a:extLst>
                    <a:ext uri="{FF2B5EF4-FFF2-40B4-BE49-F238E27FC236}">
                      <a16:creationId xmlns:a16="http://schemas.microsoft.com/office/drawing/2014/main" id="{FD349B93-4C3B-21A8-7B3F-64871249D9BF}"/>
                    </a:ext>
                  </a:extLst>
                </p:cNvPr>
                <p:cNvSpPr/>
                <p:nvPr/>
              </p:nvSpPr>
              <p:spPr>
                <a:xfrm>
                  <a:off x="4000175" y="2000075"/>
                  <a:ext cx="1545875" cy="510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835" h="20400" extrusionOk="0">
                      <a:moveTo>
                        <a:pt x="1594" y="319"/>
                      </a:moveTo>
                      <a:lnTo>
                        <a:pt x="106" y="0"/>
                      </a:lnTo>
                      <a:lnTo>
                        <a:pt x="0" y="2444"/>
                      </a:lnTo>
                      <a:lnTo>
                        <a:pt x="1062" y="9031"/>
                      </a:lnTo>
                      <a:lnTo>
                        <a:pt x="3931" y="9775"/>
                      </a:lnTo>
                      <a:lnTo>
                        <a:pt x="2125" y="10200"/>
                      </a:lnTo>
                      <a:lnTo>
                        <a:pt x="531" y="10413"/>
                      </a:lnTo>
                      <a:lnTo>
                        <a:pt x="1487" y="13600"/>
                      </a:lnTo>
                      <a:lnTo>
                        <a:pt x="3931" y="17212"/>
                      </a:lnTo>
                      <a:lnTo>
                        <a:pt x="8393" y="18594"/>
                      </a:lnTo>
                      <a:lnTo>
                        <a:pt x="9987" y="18169"/>
                      </a:lnTo>
                      <a:lnTo>
                        <a:pt x="13281" y="20400"/>
                      </a:lnTo>
                      <a:lnTo>
                        <a:pt x="14343" y="18912"/>
                      </a:lnTo>
                      <a:lnTo>
                        <a:pt x="28793" y="17319"/>
                      </a:lnTo>
                      <a:lnTo>
                        <a:pt x="35699" y="16894"/>
                      </a:lnTo>
                      <a:lnTo>
                        <a:pt x="48342" y="16894"/>
                      </a:lnTo>
                      <a:lnTo>
                        <a:pt x="49617" y="15194"/>
                      </a:lnTo>
                      <a:lnTo>
                        <a:pt x="59285" y="20294"/>
                      </a:lnTo>
                      <a:lnTo>
                        <a:pt x="60135" y="19231"/>
                      </a:lnTo>
                      <a:lnTo>
                        <a:pt x="61835" y="18487"/>
                      </a:lnTo>
                      <a:lnTo>
                        <a:pt x="61092" y="13494"/>
                      </a:lnTo>
                      <a:lnTo>
                        <a:pt x="46323" y="3188"/>
                      </a:lnTo>
                      <a:lnTo>
                        <a:pt x="12962" y="10413"/>
                      </a:lnTo>
                      <a:lnTo>
                        <a:pt x="4569" y="7013"/>
                      </a:lnTo>
                      <a:lnTo>
                        <a:pt x="2444" y="3507"/>
                      </a:lnTo>
                      <a:lnTo>
                        <a:pt x="2019" y="1807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27" name="Google Shape;7659;p67">
                  <a:extLst>
                    <a:ext uri="{FF2B5EF4-FFF2-40B4-BE49-F238E27FC236}">
                      <a16:creationId xmlns:a16="http://schemas.microsoft.com/office/drawing/2014/main" id="{3EFAD884-8F6D-D3B0-AB95-F677057BA94F}"/>
                    </a:ext>
                  </a:extLst>
                </p:cNvPr>
                <p:cNvSpPr/>
                <p:nvPr/>
              </p:nvSpPr>
              <p:spPr>
                <a:xfrm>
                  <a:off x="4624175" y="1521775"/>
                  <a:ext cx="58100" cy="73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24" h="2951" extrusionOk="0">
                      <a:moveTo>
                        <a:pt x="210" y="1"/>
                      </a:moveTo>
                      <a:lnTo>
                        <a:pt x="126" y="84"/>
                      </a:lnTo>
                      <a:lnTo>
                        <a:pt x="147" y="189"/>
                      </a:lnTo>
                      <a:lnTo>
                        <a:pt x="252" y="252"/>
                      </a:lnTo>
                      <a:lnTo>
                        <a:pt x="335" y="356"/>
                      </a:lnTo>
                      <a:lnTo>
                        <a:pt x="273" y="419"/>
                      </a:lnTo>
                      <a:lnTo>
                        <a:pt x="210" y="419"/>
                      </a:lnTo>
                      <a:lnTo>
                        <a:pt x="147" y="335"/>
                      </a:lnTo>
                      <a:lnTo>
                        <a:pt x="63" y="293"/>
                      </a:lnTo>
                      <a:lnTo>
                        <a:pt x="22" y="293"/>
                      </a:lnTo>
                      <a:lnTo>
                        <a:pt x="42" y="356"/>
                      </a:lnTo>
                      <a:lnTo>
                        <a:pt x="22" y="545"/>
                      </a:lnTo>
                      <a:lnTo>
                        <a:pt x="1" y="565"/>
                      </a:lnTo>
                      <a:lnTo>
                        <a:pt x="1" y="712"/>
                      </a:lnTo>
                      <a:lnTo>
                        <a:pt x="42" y="754"/>
                      </a:lnTo>
                      <a:lnTo>
                        <a:pt x="126" y="775"/>
                      </a:lnTo>
                      <a:lnTo>
                        <a:pt x="189" y="858"/>
                      </a:lnTo>
                      <a:lnTo>
                        <a:pt x="147" y="963"/>
                      </a:lnTo>
                      <a:lnTo>
                        <a:pt x="294" y="1256"/>
                      </a:lnTo>
                      <a:lnTo>
                        <a:pt x="356" y="1340"/>
                      </a:lnTo>
                      <a:lnTo>
                        <a:pt x="461" y="1340"/>
                      </a:lnTo>
                      <a:lnTo>
                        <a:pt x="398" y="1402"/>
                      </a:lnTo>
                      <a:lnTo>
                        <a:pt x="294" y="1444"/>
                      </a:lnTo>
                      <a:lnTo>
                        <a:pt x="231" y="1612"/>
                      </a:lnTo>
                      <a:lnTo>
                        <a:pt x="335" y="1821"/>
                      </a:lnTo>
                      <a:lnTo>
                        <a:pt x="398" y="1988"/>
                      </a:lnTo>
                      <a:lnTo>
                        <a:pt x="398" y="2114"/>
                      </a:lnTo>
                      <a:lnTo>
                        <a:pt x="440" y="2177"/>
                      </a:lnTo>
                      <a:lnTo>
                        <a:pt x="461" y="2281"/>
                      </a:lnTo>
                      <a:lnTo>
                        <a:pt x="419" y="2323"/>
                      </a:lnTo>
                      <a:lnTo>
                        <a:pt x="503" y="2511"/>
                      </a:lnTo>
                      <a:lnTo>
                        <a:pt x="545" y="2679"/>
                      </a:lnTo>
                      <a:lnTo>
                        <a:pt x="649" y="2762"/>
                      </a:lnTo>
                      <a:lnTo>
                        <a:pt x="649" y="2867"/>
                      </a:lnTo>
                      <a:lnTo>
                        <a:pt x="733" y="2951"/>
                      </a:lnTo>
                      <a:lnTo>
                        <a:pt x="879" y="2909"/>
                      </a:lnTo>
                      <a:lnTo>
                        <a:pt x="963" y="2742"/>
                      </a:lnTo>
                      <a:lnTo>
                        <a:pt x="1089" y="2553"/>
                      </a:lnTo>
                      <a:lnTo>
                        <a:pt x="1172" y="2511"/>
                      </a:lnTo>
                      <a:lnTo>
                        <a:pt x="1151" y="2428"/>
                      </a:lnTo>
                      <a:lnTo>
                        <a:pt x="1172" y="2323"/>
                      </a:lnTo>
                      <a:lnTo>
                        <a:pt x="1423" y="2135"/>
                      </a:lnTo>
                      <a:lnTo>
                        <a:pt x="1528" y="2114"/>
                      </a:lnTo>
                      <a:lnTo>
                        <a:pt x="1612" y="2177"/>
                      </a:lnTo>
                      <a:lnTo>
                        <a:pt x="1695" y="2177"/>
                      </a:lnTo>
                      <a:lnTo>
                        <a:pt x="1737" y="2072"/>
                      </a:lnTo>
                      <a:lnTo>
                        <a:pt x="1800" y="1988"/>
                      </a:lnTo>
                      <a:lnTo>
                        <a:pt x="1926" y="1926"/>
                      </a:lnTo>
                      <a:lnTo>
                        <a:pt x="2114" y="1779"/>
                      </a:lnTo>
                      <a:lnTo>
                        <a:pt x="2135" y="1674"/>
                      </a:lnTo>
                      <a:lnTo>
                        <a:pt x="2219" y="1612"/>
                      </a:lnTo>
                      <a:lnTo>
                        <a:pt x="2323" y="1382"/>
                      </a:lnTo>
                      <a:lnTo>
                        <a:pt x="2302" y="1256"/>
                      </a:lnTo>
                      <a:lnTo>
                        <a:pt x="2135" y="1068"/>
                      </a:lnTo>
                      <a:lnTo>
                        <a:pt x="2051" y="942"/>
                      </a:lnTo>
                      <a:lnTo>
                        <a:pt x="2051" y="837"/>
                      </a:lnTo>
                      <a:lnTo>
                        <a:pt x="1884" y="712"/>
                      </a:lnTo>
                      <a:lnTo>
                        <a:pt x="1779" y="712"/>
                      </a:lnTo>
                      <a:lnTo>
                        <a:pt x="1716" y="733"/>
                      </a:lnTo>
                      <a:lnTo>
                        <a:pt x="1633" y="670"/>
                      </a:lnTo>
                      <a:lnTo>
                        <a:pt x="1507" y="628"/>
                      </a:lnTo>
                      <a:lnTo>
                        <a:pt x="1382" y="503"/>
                      </a:lnTo>
                      <a:lnTo>
                        <a:pt x="1319" y="461"/>
                      </a:lnTo>
                      <a:lnTo>
                        <a:pt x="1298" y="524"/>
                      </a:lnTo>
                      <a:lnTo>
                        <a:pt x="1214" y="503"/>
                      </a:lnTo>
                      <a:lnTo>
                        <a:pt x="1193" y="419"/>
                      </a:lnTo>
                      <a:lnTo>
                        <a:pt x="1110" y="314"/>
                      </a:lnTo>
                      <a:lnTo>
                        <a:pt x="1047" y="314"/>
                      </a:lnTo>
                      <a:lnTo>
                        <a:pt x="1005" y="419"/>
                      </a:lnTo>
                      <a:lnTo>
                        <a:pt x="963" y="419"/>
                      </a:lnTo>
                      <a:lnTo>
                        <a:pt x="858" y="252"/>
                      </a:lnTo>
                      <a:lnTo>
                        <a:pt x="775" y="210"/>
                      </a:lnTo>
                      <a:lnTo>
                        <a:pt x="775" y="252"/>
                      </a:lnTo>
                      <a:lnTo>
                        <a:pt x="858" y="356"/>
                      </a:lnTo>
                      <a:lnTo>
                        <a:pt x="858" y="440"/>
                      </a:lnTo>
                      <a:lnTo>
                        <a:pt x="775" y="503"/>
                      </a:lnTo>
                      <a:lnTo>
                        <a:pt x="775" y="607"/>
                      </a:lnTo>
                      <a:lnTo>
                        <a:pt x="733" y="607"/>
                      </a:lnTo>
                      <a:lnTo>
                        <a:pt x="670" y="524"/>
                      </a:lnTo>
                      <a:lnTo>
                        <a:pt x="649" y="147"/>
                      </a:lnTo>
                      <a:lnTo>
                        <a:pt x="545" y="105"/>
                      </a:lnTo>
                      <a:lnTo>
                        <a:pt x="440" y="84"/>
                      </a:lnTo>
                      <a:lnTo>
                        <a:pt x="273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828" name="Google Shape;7660;p67">
                  <a:extLst>
                    <a:ext uri="{FF2B5EF4-FFF2-40B4-BE49-F238E27FC236}">
                      <a16:creationId xmlns:a16="http://schemas.microsoft.com/office/drawing/2014/main" id="{36347301-BBD4-A120-736A-77FBAC8AA14A}"/>
                    </a:ext>
                  </a:extLst>
                </p:cNvPr>
                <p:cNvSpPr/>
                <p:nvPr/>
              </p:nvSpPr>
              <p:spPr>
                <a:xfrm>
                  <a:off x="4499150" y="1462675"/>
                  <a:ext cx="117200" cy="104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88" h="4164" extrusionOk="0">
                      <a:moveTo>
                        <a:pt x="398" y="0"/>
                      </a:moveTo>
                      <a:lnTo>
                        <a:pt x="357" y="63"/>
                      </a:lnTo>
                      <a:lnTo>
                        <a:pt x="336" y="168"/>
                      </a:lnTo>
                      <a:lnTo>
                        <a:pt x="357" y="251"/>
                      </a:lnTo>
                      <a:lnTo>
                        <a:pt x="357" y="398"/>
                      </a:lnTo>
                      <a:lnTo>
                        <a:pt x="252" y="523"/>
                      </a:lnTo>
                      <a:lnTo>
                        <a:pt x="147" y="712"/>
                      </a:lnTo>
                      <a:lnTo>
                        <a:pt x="22" y="879"/>
                      </a:lnTo>
                      <a:lnTo>
                        <a:pt x="1" y="984"/>
                      </a:lnTo>
                      <a:lnTo>
                        <a:pt x="22" y="1423"/>
                      </a:lnTo>
                      <a:lnTo>
                        <a:pt x="105" y="1507"/>
                      </a:lnTo>
                      <a:lnTo>
                        <a:pt x="210" y="1549"/>
                      </a:lnTo>
                      <a:lnTo>
                        <a:pt x="231" y="1653"/>
                      </a:lnTo>
                      <a:lnTo>
                        <a:pt x="189" y="1967"/>
                      </a:lnTo>
                      <a:lnTo>
                        <a:pt x="126" y="2093"/>
                      </a:lnTo>
                      <a:lnTo>
                        <a:pt x="105" y="2197"/>
                      </a:lnTo>
                      <a:lnTo>
                        <a:pt x="126" y="2281"/>
                      </a:lnTo>
                      <a:lnTo>
                        <a:pt x="189" y="2260"/>
                      </a:lnTo>
                      <a:lnTo>
                        <a:pt x="273" y="2155"/>
                      </a:lnTo>
                      <a:lnTo>
                        <a:pt x="419" y="2093"/>
                      </a:lnTo>
                      <a:lnTo>
                        <a:pt x="482" y="2155"/>
                      </a:lnTo>
                      <a:lnTo>
                        <a:pt x="503" y="2260"/>
                      </a:lnTo>
                      <a:lnTo>
                        <a:pt x="650" y="2385"/>
                      </a:lnTo>
                      <a:lnTo>
                        <a:pt x="754" y="2385"/>
                      </a:lnTo>
                      <a:lnTo>
                        <a:pt x="817" y="2344"/>
                      </a:lnTo>
                      <a:lnTo>
                        <a:pt x="901" y="2365"/>
                      </a:lnTo>
                      <a:cubicBezTo>
                        <a:pt x="859" y="2448"/>
                        <a:pt x="859" y="2511"/>
                        <a:pt x="859" y="2595"/>
                      </a:cubicBezTo>
                      <a:lnTo>
                        <a:pt x="838" y="2595"/>
                      </a:lnTo>
                      <a:lnTo>
                        <a:pt x="733" y="2657"/>
                      </a:lnTo>
                      <a:lnTo>
                        <a:pt x="629" y="2595"/>
                      </a:lnTo>
                      <a:lnTo>
                        <a:pt x="545" y="2595"/>
                      </a:lnTo>
                      <a:lnTo>
                        <a:pt x="440" y="2678"/>
                      </a:lnTo>
                      <a:lnTo>
                        <a:pt x="315" y="2678"/>
                      </a:lnTo>
                      <a:lnTo>
                        <a:pt x="294" y="2699"/>
                      </a:lnTo>
                      <a:lnTo>
                        <a:pt x="336" y="2783"/>
                      </a:lnTo>
                      <a:lnTo>
                        <a:pt x="482" y="2804"/>
                      </a:lnTo>
                      <a:lnTo>
                        <a:pt x="524" y="2909"/>
                      </a:lnTo>
                      <a:lnTo>
                        <a:pt x="650" y="2971"/>
                      </a:lnTo>
                      <a:lnTo>
                        <a:pt x="733" y="3076"/>
                      </a:lnTo>
                      <a:lnTo>
                        <a:pt x="901" y="3118"/>
                      </a:lnTo>
                      <a:lnTo>
                        <a:pt x="1110" y="3118"/>
                      </a:lnTo>
                      <a:lnTo>
                        <a:pt x="1173" y="3139"/>
                      </a:lnTo>
                      <a:lnTo>
                        <a:pt x="1131" y="3181"/>
                      </a:lnTo>
                      <a:lnTo>
                        <a:pt x="963" y="3222"/>
                      </a:lnTo>
                      <a:lnTo>
                        <a:pt x="838" y="3222"/>
                      </a:lnTo>
                      <a:lnTo>
                        <a:pt x="838" y="3285"/>
                      </a:lnTo>
                      <a:lnTo>
                        <a:pt x="942" y="3327"/>
                      </a:lnTo>
                      <a:lnTo>
                        <a:pt x="1068" y="3327"/>
                      </a:lnTo>
                      <a:lnTo>
                        <a:pt x="1173" y="3243"/>
                      </a:lnTo>
                      <a:lnTo>
                        <a:pt x="1319" y="3139"/>
                      </a:lnTo>
                      <a:lnTo>
                        <a:pt x="1382" y="3097"/>
                      </a:lnTo>
                      <a:lnTo>
                        <a:pt x="1445" y="2929"/>
                      </a:lnTo>
                      <a:lnTo>
                        <a:pt x="1528" y="2762"/>
                      </a:lnTo>
                      <a:lnTo>
                        <a:pt x="1486" y="2678"/>
                      </a:lnTo>
                      <a:lnTo>
                        <a:pt x="1256" y="2532"/>
                      </a:lnTo>
                      <a:lnTo>
                        <a:pt x="1152" y="2511"/>
                      </a:lnTo>
                      <a:lnTo>
                        <a:pt x="1152" y="2385"/>
                      </a:lnTo>
                      <a:lnTo>
                        <a:pt x="1256" y="2406"/>
                      </a:lnTo>
                      <a:lnTo>
                        <a:pt x="1382" y="2385"/>
                      </a:lnTo>
                      <a:lnTo>
                        <a:pt x="1570" y="2281"/>
                      </a:lnTo>
                      <a:lnTo>
                        <a:pt x="1654" y="2176"/>
                      </a:lnTo>
                      <a:lnTo>
                        <a:pt x="1654" y="2072"/>
                      </a:lnTo>
                      <a:lnTo>
                        <a:pt x="1779" y="1946"/>
                      </a:lnTo>
                      <a:lnTo>
                        <a:pt x="1968" y="1800"/>
                      </a:lnTo>
                      <a:lnTo>
                        <a:pt x="2114" y="1967"/>
                      </a:lnTo>
                      <a:lnTo>
                        <a:pt x="2010" y="2009"/>
                      </a:lnTo>
                      <a:lnTo>
                        <a:pt x="1968" y="2093"/>
                      </a:lnTo>
                      <a:lnTo>
                        <a:pt x="1968" y="2176"/>
                      </a:lnTo>
                      <a:lnTo>
                        <a:pt x="1800" y="2197"/>
                      </a:lnTo>
                      <a:lnTo>
                        <a:pt x="1696" y="2281"/>
                      </a:lnTo>
                      <a:lnTo>
                        <a:pt x="1654" y="2469"/>
                      </a:lnTo>
                      <a:lnTo>
                        <a:pt x="1654" y="2574"/>
                      </a:lnTo>
                      <a:lnTo>
                        <a:pt x="1758" y="2637"/>
                      </a:lnTo>
                      <a:lnTo>
                        <a:pt x="1821" y="2637"/>
                      </a:lnTo>
                      <a:lnTo>
                        <a:pt x="1884" y="2720"/>
                      </a:lnTo>
                      <a:lnTo>
                        <a:pt x="1758" y="2867"/>
                      </a:lnTo>
                      <a:lnTo>
                        <a:pt x="1717" y="2971"/>
                      </a:lnTo>
                      <a:lnTo>
                        <a:pt x="1779" y="3139"/>
                      </a:lnTo>
                      <a:lnTo>
                        <a:pt x="1758" y="3222"/>
                      </a:lnTo>
                      <a:lnTo>
                        <a:pt x="1570" y="3327"/>
                      </a:lnTo>
                      <a:lnTo>
                        <a:pt x="1549" y="3390"/>
                      </a:lnTo>
                      <a:lnTo>
                        <a:pt x="1675" y="3453"/>
                      </a:lnTo>
                      <a:lnTo>
                        <a:pt x="1738" y="3515"/>
                      </a:lnTo>
                      <a:lnTo>
                        <a:pt x="1779" y="3494"/>
                      </a:lnTo>
                      <a:lnTo>
                        <a:pt x="1758" y="3411"/>
                      </a:lnTo>
                      <a:lnTo>
                        <a:pt x="1779" y="3348"/>
                      </a:lnTo>
                      <a:lnTo>
                        <a:pt x="1884" y="3411"/>
                      </a:lnTo>
                      <a:lnTo>
                        <a:pt x="1989" y="3494"/>
                      </a:lnTo>
                      <a:lnTo>
                        <a:pt x="2093" y="3432"/>
                      </a:lnTo>
                      <a:lnTo>
                        <a:pt x="2177" y="3432"/>
                      </a:lnTo>
                      <a:lnTo>
                        <a:pt x="2240" y="3536"/>
                      </a:lnTo>
                      <a:lnTo>
                        <a:pt x="2323" y="3746"/>
                      </a:lnTo>
                      <a:lnTo>
                        <a:pt x="2407" y="3829"/>
                      </a:lnTo>
                      <a:lnTo>
                        <a:pt x="2533" y="3850"/>
                      </a:lnTo>
                      <a:lnTo>
                        <a:pt x="2658" y="3934"/>
                      </a:lnTo>
                      <a:lnTo>
                        <a:pt x="2763" y="3955"/>
                      </a:lnTo>
                      <a:lnTo>
                        <a:pt x="2909" y="3871"/>
                      </a:lnTo>
                      <a:lnTo>
                        <a:pt x="3056" y="3829"/>
                      </a:lnTo>
                      <a:lnTo>
                        <a:pt x="3139" y="3871"/>
                      </a:lnTo>
                      <a:lnTo>
                        <a:pt x="3286" y="3955"/>
                      </a:lnTo>
                      <a:lnTo>
                        <a:pt x="3579" y="3976"/>
                      </a:lnTo>
                      <a:lnTo>
                        <a:pt x="3683" y="3955"/>
                      </a:lnTo>
                      <a:lnTo>
                        <a:pt x="3767" y="3976"/>
                      </a:lnTo>
                      <a:lnTo>
                        <a:pt x="3872" y="3976"/>
                      </a:lnTo>
                      <a:lnTo>
                        <a:pt x="3955" y="4059"/>
                      </a:lnTo>
                      <a:lnTo>
                        <a:pt x="4060" y="4164"/>
                      </a:lnTo>
                      <a:lnTo>
                        <a:pt x="4165" y="4164"/>
                      </a:lnTo>
                      <a:lnTo>
                        <a:pt x="4269" y="4080"/>
                      </a:lnTo>
                      <a:lnTo>
                        <a:pt x="4395" y="3955"/>
                      </a:lnTo>
                      <a:lnTo>
                        <a:pt x="4541" y="3913"/>
                      </a:lnTo>
                      <a:lnTo>
                        <a:pt x="4688" y="3725"/>
                      </a:lnTo>
                      <a:lnTo>
                        <a:pt x="4688" y="3620"/>
                      </a:lnTo>
                      <a:lnTo>
                        <a:pt x="4541" y="3453"/>
                      </a:lnTo>
                      <a:lnTo>
                        <a:pt x="4479" y="3432"/>
                      </a:lnTo>
                      <a:lnTo>
                        <a:pt x="4332" y="3285"/>
                      </a:lnTo>
                      <a:lnTo>
                        <a:pt x="4186" y="3243"/>
                      </a:lnTo>
                      <a:lnTo>
                        <a:pt x="4060" y="3181"/>
                      </a:lnTo>
                      <a:lnTo>
                        <a:pt x="4018" y="3034"/>
                      </a:lnTo>
                      <a:lnTo>
                        <a:pt x="4102" y="3034"/>
                      </a:lnTo>
                      <a:lnTo>
                        <a:pt x="4186" y="3097"/>
                      </a:lnTo>
                      <a:lnTo>
                        <a:pt x="4290" y="3097"/>
                      </a:lnTo>
                      <a:lnTo>
                        <a:pt x="4290" y="3013"/>
                      </a:lnTo>
                      <a:lnTo>
                        <a:pt x="4165" y="2825"/>
                      </a:lnTo>
                      <a:lnTo>
                        <a:pt x="3976" y="2657"/>
                      </a:lnTo>
                      <a:lnTo>
                        <a:pt x="3976" y="2490"/>
                      </a:lnTo>
                      <a:lnTo>
                        <a:pt x="3955" y="2344"/>
                      </a:lnTo>
                      <a:lnTo>
                        <a:pt x="3851" y="2281"/>
                      </a:lnTo>
                      <a:lnTo>
                        <a:pt x="3851" y="2155"/>
                      </a:lnTo>
                      <a:lnTo>
                        <a:pt x="3788" y="2093"/>
                      </a:lnTo>
                      <a:lnTo>
                        <a:pt x="3746" y="2093"/>
                      </a:lnTo>
                      <a:lnTo>
                        <a:pt x="3370" y="1821"/>
                      </a:lnTo>
                      <a:lnTo>
                        <a:pt x="3160" y="1779"/>
                      </a:lnTo>
                      <a:lnTo>
                        <a:pt x="2972" y="1821"/>
                      </a:lnTo>
                      <a:lnTo>
                        <a:pt x="2951" y="1883"/>
                      </a:lnTo>
                      <a:lnTo>
                        <a:pt x="2972" y="1967"/>
                      </a:lnTo>
                      <a:lnTo>
                        <a:pt x="3139" y="2155"/>
                      </a:lnTo>
                      <a:lnTo>
                        <a:pt x="3139" y="2239"/>
                      </a:lnTo>
                      <a:lnTo>
                        <a:pt x="3077" y="2344"/>
                      </a:lnTo>
                      <a:lnTo>
                        <a:pt x="3077" y="2448"/>
                      </a:lnTo>
                      <a:lnTo>
                        <a:pt x="3056" y="2574"/>
                      </a:lnTo>
                      <a:lnTo>
                        <a:pt x="2972" y="2720"/>
                      </a:lnTo>
                      <a:lnTo>
                        <a:pt x="2930" y="2783"/>
                      </a:lnTo>
                      <a:lnTo>
                        <a:pt x="2909" y="2699"/>
                      </a:lnTo>
                      <a:lnTo>
                        <a:pt x="2951" y="2595"/>
                      </a:lnTo>
                      <a:lnTo>
                        <a:pt x="2972" y="2490"/>
                      </a:lnTo>
                      <a:lnTo>
                        <a:pt x="2930" y="2448"/>
                      </a:lnTo>
                      <a:lnTo>
                        <a:pt x="2972" y="2260"/>
                      </a:lnTo>
                      <a:lnTo>
                        <a:pt x="2930" y="2155"/>
                      </a:lnTo>
                      <a:lnTo>
                        <a:pt x="2742" y="1883"/>
                      </a:lnTo>
                      <a:lnTo>
                        <a:pt x="2595" y="1779"/>
                      </a:lnTo>
                      <a:lnTo>
                        <a:pt x="2386" y="1758"/>
                      </a:lnTo>
                      <a:lnTo>
                        <a:pt x="2323" y="1779"/>
                      </a:lnTo>
                      <a:lnTo>
                        <a:pt x="2282" y="1925"/>
                      </a:lnTo>
                      <a:lnTo>
                        <a:pt x="2240" y="1946"/>
                      </a:lnTo>
                      <a:cubicBezTo>
                        <a:pt x="2198" y="1883"/>
                        <a:pt x="2114" y="1841"/>
                        <a:pt x="2072" y="1821"/>
                      </a:cubicBezTo>
                      <a:lnTo>
                        <a:pt x="2114" y="1779"/>
                      </a:lnTo>
                      <a:lnTo>
                        <a:pt x="2177" y="1674"/>
                      </a:lnTo>
                      <a:lnTo>
                        <a:pt x="2177" y="1549"/>
                      </a:lnTo>
                      <a:lnTo>
                        <a:pt x="1989" y="1444"/>
                      </a:lnTo>
                      <a:lnTo>
                        <a:pt x="1800" y="1297"/>
                      </a:lnTo>
                      <a:lnTo>
                        <a:pt x="1696" y="1109"/>
                      </a:lnTo>
                      <a:lnTo>
                        <a:pt x="1696" y="984"/>
                      </a:lnTo>
                      <a:lnTo>
                        <a:pt x="1758" y="837"/>
                      </a:lnTo>
                      <a:lnTo>
                        <a:pt x="1758" y="733"/>
                      </a:lnTo>
                      <a:lnTo>
                        <a:pt x="1696" y="712"/>
                      </a:lnTo>
                      <a:lnTo>
                        <a:pt x="1403" y="712"/>
                      </a:lnTo>
                      <a:lnTo>
                        <a:pt x="1194" y="628"/>
                      </a:lnTo>
                      <a:lnTo>
                        <a:pt x="1047" y="523"/>
                      </a:lnTo>
                      <a:lnTo>
                        <a:pt x="817" y="251"/>
                      </a:lnTo>
                      <a:lnTo>
                        <a:pt x="650" y="105"/>
                      </a:lnTo>
                      <a:lnTo>
                        <a:pt x="461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829" name="Google Shape;7661;p67">
                  <a:extLst>
                    <a:ext uri="{FF2B5EF4-FFF2-40B4-BE49-F238E27FC236}">
                      <a16:creationId xmlns:a16="http://schemas.microsoft.com/office/drawing/2014/main" id="{4A25516F-440E-25BA-6D35-FD259186237E}"/>
                    </a:ext>
                  </a:extLst>
                </p:cNvPr>
                <p:cNvSpPr/>
                <p:nvPr/>
              </p:nvSpPr>
              <p:spPr>
                <a:xfrm>
                  <a:off x="4241800" y="1706950"/>
                  <a:ext cx="130800" cy="246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32" h="9856" extrusionOk="0">
                      <a:moveTo>
                        <a:pt x="4750" y="1"/>
                      </a:moveTo>
                      <a:lnTo>
                        <a:pt x="4625" y="63"/>
                      </a:lnTo>
                      <a:lnTo>
                        <a:pt x="4604" y="126"/>
                      </a:lnTo>
                      <a:lnTo>
                        <a:pt x="4520" y="105"/>
                      </a:lnTo>
                      <a:lnTo>
                        <a:pt x="4436" y="42"/>
                      </a:lnTo>
                      <a:lnTo>
                        <a:pt x="4332" y="63"/>
                      </a:lnTo>
                      <a:lnTo>
                        <a:pt x="4206" y="168"/>
                      </a:lnTo>
                      <a:lnTo>
                        <a:pt x="4185" y="273"/>
                      </a:lnTo>
                      <a:lnTo>
                        <a:pt x="4101" y="335"/>
                      </a:lnTo>
                      <a:lnTo>
                        <a:pt x="4018" y="356"/>
                      </a:lnTo>
                      <a:lnTo>
                        <a:pt x="3934" y="440"/>
                      </a:lnTo>
                      <a:lnTo>
                        <a:pt x="3934" y="524"/>
                      </a:lnTo>
                      <a:lnTo>
                        <a:pt x="3871" y="628"/>
                      </a:lnTo>
                      <a:lnTo>
                        <a:pt x="3871" y="670"/>
                      </a:lnTo>
                      <a:lnTo>
                        <a:pt x="3934" y="775"/>
                      </a:lnTo>
                      <a:lnTo>
                        <a:pt x="3934" y="858"/>
                      </a:lnTo>
                      <a:lnTo>
                        <a:pt x="3829" y="858"/>
                      </a:lnTo>
                      <a:lnTo>
                        <a:pt x="3788" y="900"/>
                      </a:lnTo>
                      <a:lnTo>
                        <a:pt x="3788" y="984"/>
                      </a:lnTo>
                      <a:lnTo>
                        <a:pt x="3725" y="1047"/>
                      </a:lnTo>
                      <a:lnTo>
                        <a:pt x="3662" y="1109"/>
                      </a:lnTo>
                      <a:lnTo>
                        <a:pt x="3453" y="1256"/>
                      </a:lnTo>
                      <a:lnTo>
                        <a:pt x="3369" y="1298"/>
                      </a:lnTo>
                      <a:lnTo>
                        <a:pt x="3306" y="1277"/>
                      </a:lnTo>
                      <a:lnTo>
                        <a:pt x="3202" y="1277"/>
                      </a:lnTo>
                      <a:lnTo>
                        <a:pt x="3139" y="1319"/>
                      </a:lnTo>
                      <a:lnTo>
                        <a:pt x="3034" y="1486"/>
                      </a:lnTo>
                      <a:lnTo>
                        <a:pt x="2951" y="1528"/>
                      </a:lnTo>
                      <a:lnTo>
                        <a:pt x="2888" y="1507"/>
                      </a:lnTo>
                      <a:lnTo>
                        <a:pt x="2867" y="1423"/>
                      </a:lnTo>
                      <a:lnTo>
                        <a:pt x="2825" y="1423"/>
                      </a:lnTo>
                      <a:lnTo>
                        <a:pt x="2783" y="1507"/>
                      </a:lnTo>
                      <a:lnTo>
                        <a:pt x="2825" y="1633"/>
                      </a:lnTo>
                      <a:lnTo>
                        <a:pt x="2783" y="1695"/>
                      </a:lnTo>
                      <a:lnTo>
                        <a:pt x="2762" y="1591"/>
                      </a:lnTo>
                      <a:lnTo>
                        <a:pt x="2721" y="1486"/>
                      </a:lnTo>
                      <a:lnTo>
                        <a:pt x="2532" y="1507"/>
                      </a:lnTo>
                      <a:lnTo>
                        <a:pt x="2323" y="1570"/>
                      </a:lnTo>
                      <a:lnTo>
                        <a:pt x="2260" y="1612"/>
                      </a:lnTo>
                      <a:lnTo>
                        <a:pt x="2197" y="1633"/>
                      </a:lnTo>
                      <a:lnTo>
                        <a:pt x="2156" y="1695"/>
                      </a:lnTo>
                      <a:lnTo>
                        <a:pt x="2218" y="1842"/>
                      </a:lnTo>
                      <a:lnTo>
                        <a:pt x="2260" y="1905"/>
                      </a:lnTo>
                      <a:lnTo>
                        <a:pt x="2260" y="1946"/>
                      </a:lnTo>
                      <a:lnTo>
                        <a:pt x="2218" y="1988"/>
                      </a:lnTo>
                      <a:lnTo>
                        <a:pt x="2135" y="2093"/>
                      </a:lnTo>
                      <a:lnTo>
                        <a:pt x="2093" y="2051"/>
                      </a:lnTo>
                      <a:lnTo>
                        <a:pt x="2093" y="2009"/>
                      </a:lnTo>
                      <a:lnTo>
                        <a:pt x="2135" y="1946"/>
                      </a:lnTo>
                      <a:lnTo>
                        <a:pt x="2135" y="1884"/>
                      </a:lnTo>
                      <a:lnTo>
                        <a:pt x="2051" y="1884"/>
                      </a:lnTo>
                      <a:lnTo>
                        <a:pt x="1946" y="2009"/>
                      </a:lnTo>
                      <a:lnTo>
                        <a:pt x="1884" y="2051"/>
                      </a:lnTo>
                      <a:lnTo>
                        <a:pt x="1884" y="2135"/>
                      </a:lnTo>
                      <a:lnTo>
                        <a:pt x="1946" y="2156"/>
                      </a:lnTo>
                      <a:lnTo>
                        <a:pt x="1905" y="2218"/>
                      </a:lnTo>
                      <a:lnTo>
                        <a:pt x="1842" y="2323"/>
                      </a:lnTo>
                      <a:lnTo>
                        <a:pt x="1716" y="2323"/>
                      </a:lnTo>
                      <a:lnTo>
                        <a:pt x="1632" y="2365"/>
                      </a:lnTo>
                      <a:lnTo>
                        <a:pt x="1612" y="2449"/>
                      </a:lnTo>
                      <a:lnTo>
                        <a:pt x="1507" y="2470"/>
                      </a:lnTo>
                      <a:lnTo>
                        <a:pt x="1465" y="2553"/>
                      </a:lnTo>
                      <a:lnTo>
                        <a:pt x="1423" y="2721"/>
                      </a:lnTo>
                      <a:lnTo>
                        <a:pt x="1465" y="2742"/>
                      </a:lnTo>
                      <a:lnTo>
                        <a:pt x="1528" y="2742"/>
                      </a:lnTo>
                      <a:lnTo>
                        <a:pt x="1465" y="2825"/>
                      </a:lnTo>
                      <a:lnTo>
                        <a:pt x="1277" y="2825"/>
                      </a:lnTo>
                      <a:lnTo>
                        <a:pt x="1214" y="2867"/>
                      </a:lnTo>
                      <a:lnTo>
                        <a:pt x="1193" y="3034"/>
                      </a:lnTo>
                      <a:lnTo>
                        <a:pt x="1214" y="3097"/>
                      </a:lnTo>
                      <a:lnTo>
                        <a:pt x="1277" y="3097"/>
                      </a:lnTo>
                      <a:lnTo>
                        <a:pt x="1360" y="3076"/>
                      </a:lnTo>
                      <a:lnTo>
                        <a:pt x="1381" y="3139"/>
                      </a:lnTo>
                      <a:lnTo>
                        <a:pt x="1360" y="3181"/>
                      </a:lnTo>
                      <a:lnTo>
                        <a:pt x="1360" y="3286"/>
                      </a:lnTo>
                      <a:lnTo>
                        <a:pt x="1277" y="3348"/>
                      </a:lnTo>
                      <a:lnTo>
                        <a:pt x="1193" y="3306"/>
                      </a:lnTo>
                      <a:lnTo>
                        <a:pt x="1068" y="3286"/>
                      </a:lnTo>
                      <a:lnTo>
                        <a:pt x="942" y="3348"/>
                      </a:lnTo>
                      <a:lnTo>
                        <a:pt x="900" y="3411"/>
                      </a:lnTo>
                      <a:lnTo>
                        <a:pt x="900" y="3495"/>
                      </a:lnTo>
                      <a:lnTo>
                        <a:pt x="858" y="3599"/>
                      </a:lnTo>
                      <a:lnTo>
                        <a:pt x="754" y="3683"/>
                      </a:lnTo>
                      <a:lnTo>
                        <a:pt x="670" y="3620"/>
                      </a:lnTo>
                      <a:lnTo>
                        <a:pt x="628" y="3558"/>
                      </a:lnTo>
                      <a:lnTo>
                        <a:pt x="586" y="3474"/>
                      </a:lnTo>
                      <a:lnTo>
                        <a:pt x="544" y="3495"/>
                      </a:lnTo>
                      <a:lnTo>
                        <a:pt x="524" y="3662"/>
                      </a:lnTo>
                      <a:lnTo>
                        <a:pt x="544" y="3788"/>
                      </a:lnTo>
                      <a:lnTo>
                        <a:pt x="649" y="3871"/>
                      </a:lnTo>
                      <a:lnTo>
                        <a:pt x="733" y="3830"/>
                      </a:lnTo>
                      <a:lnTo>
                        <a:pt x="754" y="3871"/>
                      </a:lnTo>
                      <a:lnTo>
                        <a:pt x="754" y="3934"/>
                      </a:lnTo>
                      <a:lnTo>
                        <a:pt x="691" y="4081"/>
                      </a:lnTo>
                      <a:lnTo>
                        <a:pt x="733" y="4122"/>
                      </a:lnTo>
                      <a:lnTo>
                        <a:pt x="796" y="4143"/>
                      </a:lnTo>
                      <a:lnTo>
                        <a:pt x="858" y="4081"/>
                      </a:lnTo>
                      <a:lnTo>
                        <a:pt x="900" y="4081"/>
                      </a:lnTo>
                      <a:lnTo>
                        <a:pt x="963" y="4102"/>
                      </a:lnTo>
                      <a:lnTo>
                        <a:pt x="1068" y="4102"/>
                      </a:lnTo>
                      <a:lnTo>
                        <a:pt x="1151" y="4039"/>
                      </a:lnTo>
                      <a:lnTo>
                        <a:pt x="1172" y="4081"/>
                      </a:lnTo>
                      <a:lnTo>
                        <a:pt x="1109" y="4143"/>
                      </a:lnTo>
                      <a:lnTo>
                        <a:pt x="1047" y="4185"/>
                      </a:lnTo>
                      <a:lnTo>
                        <a:pt x="900" y="4185"/>
                      </a:lnTo>
                      <a:lnTo>
                        <a:pt x="858" y="4248"/>
                      </a:lnTo>
                      <a:lnTo>
                        <a:pt x="775" y="4227"/>
                      </a:lnTo>
                      <a:lnTo>
                        <a:pt x="733" y="4311"/>
                      </a:lnTo>
                      <a:lnTo>
                        <a:pt x="754" y="4436"/>
                      </a:lnTo>
                      <a:lnTo>
                        <a:pt x="837" y="4499"/>
                      </a:lnTo>
                      <a:lnTo>
                        <a:pt x="900" y="4520"/>
                      </a:lnTo>
                      <a:lnTo>
                        <a:pt x="984" y="4499"/>
                      </a:lnTo>
                      <a:lnTo>
                        <a:pt x="1005" y="4520"/>
                      </a:lnTo>
                      <a:lnTo>
                        <a:pt x="984" y="4562"/>
                      </a:lnTo>
                      <a:lnTo>
                        <a:pt x="858" y="4625"/>
                      </a:lnTo>
                      <a:lnTo>
                        <a:pt x="733" y="4625"/>
                      </a:lnTo>
                      <a:lnTo>
                        <a:pt x="649" y="4666"/>
                      </a:lnTo>
                      <a:lnTo>
                        <a:pt x="649" y="4729"/>
                      </a:lnTo>
                      <a:lnTo>
                        <a:pt x="691" y="4771"/>
                      </a:lnTo>
                      <a:lnTo>
                        <a:pt x="796" y="4750"/>
                      </a:lnTo>
                      <a:lnTo>
                        <a:pt x="900" y="4750"/>
                      </a:lnTo>
                      <a:lnTo>
                        <a:pt x="900" y="4813"/>
                      </a:lnTo>
                      <a:lnTo>
                        <a:pt x="837" y="4834"/>
                      </a:lnTo>
                      <a:lnTo>
                        <a:pt x="733" y="4855"/>
                      </a:lnTo>
                      <a:lnTo>
                        <a:pt x="733" y="4897"/>
                      </a:lnTo>
                      <a:lnTo>
                        <a:pt x="754" y="4938"/>
                      </a:lnTo>
                      <a:lnTo>
                        <a:pt x="879" y="4959"/>
                      </a:lnTo>
                      <a:lnTo>
                        <a:pt x="984" y="5043"/>
                      </a:lnTo>
                      <a:lnTo>
                        <a:pt x="984" y="5085"/>
                      </a:lnTo>
                      <a:lnTo>
                        <a:pt x="858" y="5085"/>
                      </a:lnTo>
                      <a:lnTo>
                        <a:pt x="754" y="5043"/>
                      </a:lnTo>
                      <a:lnTo>
                        <a:pt x="649" y="5043"/>
                      </a:lnTo>
                      <a:lnTo>
                        <a:pt x="565" y="5085"/>
                      </a:lnTo>
                      <a:lnTo>
                        <a:pt x="544" y="5169"/>
                      </a:lnTo>
                      <a:lnTo>
                        <a:pt x="482" y="5210"/>
                      </a:lnTo>
                      <a:lnTo>
                        <a:pt x="482" y="5273"/>
                      </a:lnTo>
                      <a:lnTo>
                        <a:pt x="544" y="5315"/>
                      </a:lnTo>
                      <a:lnTo>
                        <a:pt x="524" y="5378"/>
                      </a:lnTo>
                      <a:lnTo>
                        <a:pt x="461" y="5399"/>
                      </a:lnTo>
                      <a:lnTo>
                        <a:pt x="419" y="5399"/>
                      </a:lnTo>
                      <a:lnTo>
                        <a:pt x="335" y="5483"/>
                      </a:lnTo>
                      <a:lnTo>
                        <a:pt x="314" y="5566"/>
                      </a:lnTo>
                      <a:lnTo>
                        <a:pt x="335" y="5608"/>
                      </a:lnTo>
                      <a:lnTo>
                        <a:pt x="314" y="5671"/>
                      </a:lnTo>
                      <a:lnTo>
                        <a:pt x="210" y="5692"/>
                      </a:lnTo>
                      <a:lnTo>
                        <a:pt x="210" y="5713"/>
                      </a:lnTo>
                      <a:lnTo>
                        <a:pt x="335" y="5838"/>
                      </a:lnTo>
                      <a:lnTo>
                        <a:pt x="440" y="5901"/>
                      </a:lnTo>
                      <a:lnTo>
                        <a:pt x="482" y="5880"/>
                      </a:lnTo>
                      <a:lnTo>
                        <a:pt x="524" y="5796"/>
                      </a:lnTo>
                      <a:lnTo>
                        <a:pt x="586" y="5734"/>
                      </a:lnTo>
                      <a:lnTo>
                        <a:pt x="754" y="5629"/>
                      </a:lnTo>
                      <a:lnTo>
                        <a:pt x="858" y="5587"/>
                      </a:lnTo>
                      <a:lnTo>
                        <a:pt x="858" y="5629"/>
                      </a:lnTo>
                      <a:lnTo>
                        <a:pt x="837" y="5629"/>
                      </a:lnTo>
                      <a:lnTo>
                        <a:pt x="796" y="5713"/>
                      </a:lnTo>
                      <a:lnTo>
                        <a:pt x="649" y="5817"/>
                      </a:lnTo>
                      <a:lnTo>
                        <a:pt x="586" y="5922"/>
                      </a:lnTo>
                      <a:lnTo>
                        <a:pt x="565" y="6027"/>
                      </a:lnTo>
                      <a:lnTo>
                        <a:pt x="586" y="6131"/>
                      </a:lnTo>
                      <a:lnTo>
                        <a:pt x="565" y="6194"/>
                      </a:lnTo>
                      <a:lnTo>
                        <a:pt x="565" y="6236"/>
                      </a:lnTo>
                      <a:lnTo>
                        <a:pt x="754" y="6236"/>
                      </a:lnTo>
                      <a:lnTo>
                        <a:pt x="837" y="6194"/>
                      </a:lnTo>
                      <a:lnTo>
                        <a:pt x="837" y="6257"/>
                      </a:lnTo>
                      <a:lnTo>
                        <a:pt x="775" y="6299"/>
                      </a:lnTo>
                      <a:lnTo>
                        <a:pt x="586" y="6299"/>
                      </a:lnTo>
                      <a:lnTo>
                        <a:pt x="524" y="6340"/>
                      </a:lnTo>
                      <a:lnTo>
                        <a:pt x="356" y="6445"/>
                      </a:lnTo>
                      <a:lnTo>
                        <a:pt x="356" y="6571"/>
                      </a:lnTo>
                      <a:lnTo>
                        <a:pt x="335" y="6654"/>
                      </a:lnTo>
                      <a:lnTo>
                        <a:pt x="356" y="6759"/>
                      </a:lnTo>
                      <a:lnTo>
                        <a:pt x="461" y="6759"/>
                      </a:lnTo>
                      <a:lnTo>
                        <a:pt x="524" y="6822"/>
                      </a:lnTo>
                      <a:lnTo>
                        <a:pt x="482" y="6863"/>
                      </a:lnTo>
                      <a:lnTo>
                        <a:pt x="377" y="6863"/>
                      </a:lnTo>
                      <a:lnTo>
                        <a:pt x="252" y="6884"/>
                      </a:lnTo>
                      <a:lnTo>
                        <a:pt x="147" y="7052"/>
                      </a:lnTo>
                      <a:lnTo>
                        <a:pt x="147" y="7177"/>
                      </a:lnTo>
                      <a:lnTo>
                        <a:pt x="210" y="7240"/>
                      </a:lnTo>
                      <a:lnTo>
                        <a:pt x="272" y="7198"/>
                      </a:lnTo>
                      <a:lnTo>
                        <a:pt x="440" y="7135"/>
                      </a:lnTo>
                      <a:lnTo>
                        <a:pt x="461" y="7177"/>
                      </a:lnTo>
                      <a:lnTo>
                        <a:pt x="356" y="7261"/>
                      </a:lnTo>
                      <a:lnTo>
                        <a:pt x="335" y="7366"/>
                      </a:lnTo>
                      <a:lnTo>
                        <a:pt x="377" y="7366"/>
                      </a:lnTo>
                      <a:lnTo>
                        <a:pt x="461" y="7282"/>
                      </a:lnTo>
                      <a:lnTo>
                        <a:pt x="544" y="7261"/>
                      </a:lnTo>
                      <a:lnTo>
                        <a:pt x="565" y="7303"/>
                      </a:lnTo>
                      <a:lnTo>
                        <a:pt x="482" y="7387"/>
                      </a:lnTo>
                      <a:lnTo>
                        <a:pt x="461" y="7470"/>
                      </a:lnTo>
                      <a:lnTo>
                        <a:pt x="544" y="7554"/>
                      </a:lnTo>
                      <a:lnTo>
                        <a:pt x="649" y="7554"/>
                      </a:lnTo>
                      <a:lnTo>
                        <a:pt x="565" y="7575"/>
                      </a:lnTo>
                      <a:lnTo>
                        <a:pt x="482" y="7575"/>
                      </a:lnTo>
                      <a:lnTo>
                        <a:pt x="419" y="7659"/>
                      </a:lnTo>
                      <a:lnTo>
                        <a:pt x="419" y="7721"/>
                      </a:lnTo>
                      <a:lnTo>
                        <a:pt x="461" y="7826"/>
                      </a:lnTo>
                      <a:lnTo>
                        <a:pt x="419" y="7889"/>
                      </a:lnTo>
                      <a:lnTo>
                        <a:pt x="356" y="7868"/>
                      </a:lnTo>
                      <a:lnTo>
                        <a:pt x="252" y="7889"/>
                      </a:lnTo>
                      <a:lnTo>
                        <a:pt x="168" y="7826"/>
                      </a:lnTo>
                      <a:lnTo>
                        <a:pt x="105" y="7826"/>
                      </a:lnTo>
                      <a:lnTo>
                        <a:pt x="0" y="7972"/>
                      </a:lnTo>
                      <a:lnTo>
                        <a:pt x="0" y="8077"/>
                      </a:lnTo>
                      <a:lnTo>
                        <a:pt x="168" y="8265"/>
                      </a:lnTo>
                      <a:lnTo>
                        <a:pt x="147" y="8391"/>
                      </a:lnTo>
                      <a:lnTo>
                        <a:pt x="168" y="8496"/>
                      </a:lnTo>
                      <a:lnTo>
                        <a:pt x="335" y="8621"/>
                      </a:lnTo>
                      <a:lnTo>
                        <a:pt x="335" y="8705"/>
                      </a:lnTo>
                      <a:lnTo>
                        <a:pt x="482" y="8830"/>
                      </a:lnTo>
                      <a:lnTo>
                        <a:pt x="586" y="8872"/>
                      </a:lnTo>
                      <a:lnTo>
                        <a:pt x="649" y="8851"/>
                      </a:lnTo>
                      <a:lnTo>
                        <a:pt x="733" y="8830"/>
                      </a:lnTo>
                      <a:lnTo>
                        <a:pt x="837" y="8663"/>
                      </a:lnTo>
                      <a:lnTo>
                        <a:pt x="796" y="8516"/>
                      </a:lnTo>
                      <a:lnTo>
                        <a:pt x="837" y="8412"/>
                      </a:lnTo>
                      <a:lnTo>
                        <a:pt x="900" y="8307"/>
                      </a:lnTo>
                      <a:lnTo>
                        <a:pt x="858" y="8433"/>
                      </a:lnTo>
                      <a:lnTo>
                        <a:pt x="858" y="8516"/>
                      </a:lnTo>
                      <a:lnTo>
                        <a:pt x="900" y="8600"/>
                      </a:lnTo>
                      <a:lnTo>
                        <a:pt x="963" y="8747"/>
                      </a:lnTo>
                      <a:lnTo>
                        <a:pt x="1047" y="8788"/>
                      </a:lnTo>
                      <a:lnTo>
                        <a:pt x="1109" y="8726"/>
                      </a:lnTo>
                      <a:lnTo>
                        <a:pt x="1109" y="8642"/>
                      </a:lnTo>
                      <a:lnTo>
                        <a:pt x="1172" y="8537"/>
                      </a:lnTo>
                      <a:lnTo>
                        <a:pt x="1193" y="8600"/>
                      </a:lnTo>
                      <a:lnTo>
                        <a:pt x="1172" y="8642"/>
                      </a:lnTo>
                      <a:lnTo>
                        <a:pt x="1172" y="8747"/>
                      </a:lnTo>
                      <a:lnTo>
                        <a:pt x="1277" y="8935"/>
                      </a:lnTo>
                      <a:lnTo>
                        <a:pt x="1402" y="9019"/>
                      </a:lnTo>
                      <a:lnTo>
                        <a:pt x="1507" y="9019"/>
                      </a:lnTo>
                      <a:lnTo>
                        <a:pt x="1591" y="8956"/>
                      </a:lnTo>
                      <a:lnTo>
                        <a:pt x="1632" y="8998"/>
                      </a:lnTo>
                      <a:lnTo>
                        <a:pt x="1612" y="9040"/>
                      </a:lnTo>
                      <a:lnTo>
                        <a:pt x="1570" y="9040"/>
                      </a:lnTo>
                      <a:lnTo>
                        <a:pt x="1528" y="9123"/>
                      </a:lnTo>
                      <a:lnTo>
                        <a:pt x="1444" y="9165"/>
                      </a:lnTo>
                      <a:lnTo>
                        <a:pt x="1423" y="9249"/>
                      </a:lnTo>
                      <a:lnTo>
                        <a:pt x="1528" y="9332"/>
                      </a:lnTo>
                      <a:lnTo>
                        <a:pt x="1528" y="9416"/>
                      </a:lnTo>
                      <a:lnTo>
                        <a:pt x="1444" y="9416"/>
                      </a:lnTo>
                      <a:lnTo>
                        <a:pt x="1381" y="9374"/>
                      </a:lnTo>
                      <a:lnTo>
                        <a:pt x="1381" y="9458"/>
                      </a:lnTo>
                      <a:lnTo>
                        <a:pt x="1423" y="9521"/>
                      </a:lnTo>
                      <a:lnTo>
                        <a:pt x="1612" y="9542"/>
                      </a:lnTo>
                      <a:lnTo>
                        <a:pt x="1716" y="9584"/>
                      </a:lnTo>
                      <a:lnTo>
                        <a:pt x="1821" y="9563"/>
                      </a:lnTo>
                      <a:lnTo>
                        <a:pt x="1967" y="9604"/>
                      </a:lnTo>
                      <a:lnTo>
                        <a:pt x="1967" y="9521"/>
                      </a:lnTo>
                      <a:lnTo>
                        <a:pt x="2051" y="9542"/>
                      </a:lnTo>
                      <a:lnTo>
                        <a:pt x="2072" y="9625"/>
                      </a:lnTo>
                      <a:lnTo>
                        <a:pt x="2135" y="9772"/>
                      </a:lnTo>
                      <a:lnTo>
                        <a:pt x="2218" y="9856"/>
                      </a:lnTo>
                      <a:lnTo>
                        <a:pt x="2281" y="9856"/>
                      </a:lnTo>
                      <a:lnTo>
                        <a:pt x="2365" y="9751"/>
                      </a:lnTo>
                      <a:lnTo>
                        <a:pt x="2344" y="9625"/>
                      </a:lnTo>
                      <a:lnTo>
                        <a:pt x="2177" y="9542"/>
                      </a:lnTo>
                      <a:lnTo>
                        <a:pt x="2135" y="9521"/>
                      </a:lnTo>
                      <a:lnTo>
                        <a:pt x="2177" y="9479"/>
                      </a:lnTo>
                      <a:lnTo>
                        <a:pt x="2260" y="9521"/>
                      </a:lnTo>
                      <a:lnTo>
                        <a:pt x="2365" y="9584"/>
                      </a:lnTo>
                      <a:lnTo>
                        <a:pt x="2428" y="9667"/>
                      </a:lnTo>
                      <a:lnTo>
                        <a:pt x="2469" y="9772"/>
                      </a:lnTo>
                      <a:lnTo>
                        <a:pt x="2532" y="9772"/>
                      </a:lnTo>
                      <a:lnTo>
                        <a:pt x="2553" y="9667"/>
                      </a:lnTo>
                      <a:lnTo>
                        <a:pt x="2595" y="9646"/>
                      </a:lnTo>
                      <a:lnTo>
                        <a:pt x="2679" y="9751"/>
                      </a:lnTo>
                      <a:lnTo>
                        <a:pt x="2804" y="9793"/>
                      </a:lnTo>
                      <a:lnTo>
                        <a:pt x="2888" y="9793"/>
                      </a:lnTo>
                      <a:lnTo>
                        <a:pt x="2888" y="9730"/>
                      </a:lnTo>
                      <a:lnTo>
                        <a:pt x="2783" y="9646"/>
                      </a:lnTo>
                      <a:lnTo>
                        <a:pt x="2783" y="9584"/>
                      </a:lnTo>
                      <a:lnTo>
                        <a:pt x="2846" y="9563"/>
                      </a:lnTo>
                      <a:lnTo>
                        <a:pt x="2951" y="9604"/>
                      </a:lnTo>
                      <a:lnTo>
                        <a:pt x="2993" y="9667"/>
                      </a:lnTo>
                      <a:lnTo>
                        <a:pt x="3013" y="9667"/>
                      </a:lnTo>
                      <a:lnTo>
                        <a:pt x="3055" y="9772"/>
                      </a:lnTo>
                      <a:lnTo>
                        <a:pt x="3118" y="9814"/>
                      </a:lnTo>
                      <a:lnTo>
                        <a:pt x="3181" y="9793"/>
                      </a:lnTo>
                      <a:lnTo>
                        <a:pt x="3202" y="9688"/>
                      </a:lnTo>
                      <a:lnTo>
                        <a:pt x="3160" y="9604"/>
                      </a:lnTo>
                      <a:lnTo>
                        <a:pt x="3076" y="9604"/>
                      </a:lnTo>
                      <a:lnTo>
                        <a:pt x="3013" y="9563"/>
                      </a:lnTo>
                      <a:lnTo>
                        <a:pt x="3055" y="9500"/>
                      </a:lnTo>
                      <a:lnTo>
                        <a:pt x="3097" y="9542"/>
                      </a:lnTo>
                      <a:lnTo>
                        <a:pt x="3160" y="9542"/>
                      </a:lnTo>
                      <a:lnTo>
                        <a:pt x="3223" y="9437"/>
                      </a:lnTo>
                      <a:lnTo>
                        <a:pt x="3265" y="9353"/>
                      </a:lnTo>
                      <a:lnTo>
                        <a:pt x="3265" y="9312"/>
                      </a:lnTo>
                      <a:lnTo>
                        <a:pt x="3118" y="9207"/>
                      </a:lnTo>
                      <a:lnTo>
                        <a:pt x="3055" y="9228"/>
                      </a:lnTo>
                      <a:lnTo>
                        <a:pt x="2951" y="9207"/>
                      </a:lnTo>
                      <a:lnTo>
                        <a:pt x="2867" y="9040"/>
                      </a:lnTo>
                      <a:lnTo>
                        <a:pt x="2762" y="9040"/>
                      </a:lnTo>
                      <a:lnTo>
                        <a:pt x="2574" y="8872"/>
                      </a:lnTo>
                      <a:lnTo>
                        <a:pt x="2490" y="8788"/>
                      </a:lnTo>
                      <a:lnTo>
                        <a:pt x="2365" y="8788"/>
                      </a:lnTo>
                      <a:lnTo>
                        <a:pt x="2239" y="8516"/>
                      </a:lnTo>
                      <a:lnTo>
                        <a:pt x="2030" y="8286"/>
                      </a:lnTo>
                      <a:lnTo>
                        <a:pt x="1946" y="8014"/>
                      </a:lnTo>
                      <a:lnTo>
                        <a:pt x="1842" y="7847"/>
                      </a:lnTo>
                      <a:lnTo>
                        <a:pt x="1842" y="7554"/>
                      </a:lnTo>
                      <a:lnTo>
                        <a:pt x="1758" y="7387"/>
                      </a:lnTo>
                      <a:lnTo>
                        <a:pt x="1716" y="7073"/>
                      </a:lnTo>
                      <a:lnTo>
                        <a:pt x="1695" y="7010"/>
                      </a:lnTo>
                      <a:lnTo>
                        <a:pt x="1737" y="6905"/>
                      </a:lnTo>
                      <a:lnTo>
                        <a:pt x="1737" y="6822"/>
                      </a:lnTo>
                      <a:lnTo>
                        <a:pt x="1632" y="6801"/>
                      </a:lnTo>
                      <a:lnTo>
                        <a:pt x="1549" y="6843"/>
                      </a:lnTo>
                      <a:lnTo>
                        <a:pt x="1486" y="6801"/>
                      </a:lnTo>
                      <a:lnTo>
                        <a:pt x="1507" y="6759"/>
                      </a:lnTo>
                      <a:lnTo>
                        <a:pt x="1653" y="6759"/>
                      </a:lnTo>
                      <a:lnTo>
                        <a:pt x="1800" y="6696"/>
                      </a:lnTo>
                      <a:lnTo>
                        <a:pt x="1821" y="6487"/>
                      </a:lnTo>
                      <a:lnTo>
                        <a:pt x="1800" y="6382"/>
                      </a:lnTo>
                      <a:lnTo>
                        <a:pt x="1695" y="6403"/>
                      </a:lnTo>
                      <a:lnTo>
                        <a:pt x="1591" y="6424"/>
                      </a:lnTo>
                      <a:lnTo>
                        <a:pt x="1632" y="6382"/>
                      </a:lnTo>
                      <a:lnTo>
                        <a:pt x="1800" y="6319"/>
                      </a:lnTo>
                      <a:lnTo>
                        <a:pt x="1821" y="6236"/>
                      </a:lnTo>
                      <a:lnTo>
                        <a:pt x="1779" y="6194"/>
                      </a:lnTo>
                      <a:lnTo>
                        <a:pt x="1570" y="6194"/>
                      </a:lnTo>
                      <a:lnTo>
                        <a:pt x="1423" y="6173"/>
                      </a:lnTo>
                      <a:lnTo>
                        <a:pt x="1423" y="6110"/>
                      </a:lnTo>
                      <a:lnTo>
                        <a:pt x="1507" y="6068"/>
                      </a:lnTo>
                      <a:lnTo>
                        <a:pt x="1465" y="6006"/>
                      </a:lnTo>
                      <a:lnTo>
                        <a:pt x="1465" y="5922"/>
                      </a:lnTo>
                      <a:lnTo>
                        <a:pt x="1507" y="5964"/>
                      </a:lnTo>
                      <a:lnTo>
                        <a:pt x="1570" y="6068"/>
                      </a:lnTo>
                      <a:lnTo>
                        <a:pt x="1674" y="6110"/>
                      </a:lnTo>
                      <a:lnTo>
                        <a:pt x="1821" y="6110"/>
                      </a:lnTo>
                      <a:lnTo>
                        <a:pt x="1842" y="6068"/>
                      </a:lnTo>
                      <a:lnTo>
                        <a:pt x="1925" y="6027"/>
                      </a:lnTo>
                      <a:lnTo>
                        <a:pt x="1988" y="5901"/>
                      </a:lnTo>
                      <a:lnTo>
                        <a:pt x="1988" y="5775"/>
                      </a:lnTo>
                      <a:lnTo>
                        <a:pt x="2051" y="5650"/>
                      </a:lnTo>
                      <a:lnTo>
                        <a:pt x="2093" y="5545"/>
                      </a:lnTo>
                      <a:lnTo>
                        <a:pt x="2009" y="5462"/>
                      </a:lnTo>
                      <a:lnTo>
                        <a:pt x="1946" y="5336"/>
                      </a:lnTo>
                      <a:lnTo>
                        <a:pt x="1842" y="5294"/>
                      </a:lnTo>
                      <a:lnTo>
                        <a:pt x="1779" y="5294"/>
                      </a:lnTo>
                      <a:lnTo>
                        <a:pt x="1716" y="5252"/>
                      </a:lnTo>
                      <a:lnTo>
                        <a:pt x="1800" y="5231"/>
                      </a:lnTo>
                      <a:lnTo>
                        <a:pt x="1884" y="5252"/>
                      </a:lnTo>
                      <a:lnTo>
                        <a:pt x="1946" y="5231"/>
                      </a:lnTo>
                      <a:lnTo>
                        <a:pt x="2009" y="5294"/>
                      </a:lnTo>
                      <a:lnTo>
                        <a:pt x="2009" y="5378"/>
                      </a:lnTo>
                      <a:lnTo>
                        <a:pt x="2051" y="5399"/>
                      </a:lnTo>
                      <a:lnTo>
                        <a:pt x="2114" y="5336"/>
                      </a:lnTo>
                      <a:lnTo>
                        <a:pt x="2051" y="5148"/>
                      </a:lnTo>
                      <a:lnTo>
                        <a:pt x="1925" y="4980"/>
                      </a:lnTo>
                      <a:lnTo>
                        <a:pt x="1821" y="4834"/>
                      </a:lnTo>
                      <a:lnTo>
                        <a:pt x="1842" y="4771"/>
                      </a:lnTo>
                      <a:lnTo>
                        <a:pt x="1925" y="4855"/>
                      </a:lnTo>
                      <a:lnTo>
                        <a:pt x="1946" y="4938"/>
                      </a:lnTo>
                      <a:lnTo>
                        <a:pt x="2051" y="4980"/>
                      </a:lnTo>
                      <a:lnTo>
                        <a:pt x="2156" y="5022"/>
                      </a:lnTo>
                      <a:lnTo>
                        <a:pt x="2197" y="4938"/>
                      </a:lnTo>
                      <a:lnTo>
                        <a:pt x="2197" y="4855"/>
                      </a:lnTo>
                      <a:lnTo>
                        <a:pt x="2135" y="4813"/>
                      </a:lnTo>
                      <a:lnTo>
                        <a:pt x="2135" y="4729"/>
                      </a:lnTo>
                      <a:lnTo>
                        <a:pt x="2218" y="4625"/>
                      </a:lnTo>
                      <a:lnTo>
                        <a:pt x="2218" y="4520"/>
                      </a:lnTo>
                      <a:lnTo>
                        <a:pt x="2135" y="4415"/>
                      </a:lnTo>
                      <a:lnTo>
                        <a:pt x="2009" y="4248"/>
                      </a:lnTo>
                      <a:lnTo>
                        <a:pt x="2093" y="4248"/>
                      </a:lnTo>
                      <a:lnTo>
                        <a:pt x="2197" y="4332"/>
                      </a:lnTo>
                      <a:lnTo>
                        <a:pt x="2260" y="4311"/>
                      </a:lnTo>
                      <a:lnTo>
                        <a:pt x="2323" y="4185"/>
                      </a:lnTo>
                      <a:lnTo>
                        <a:pt x="2302" y="4143"/>
                      </a:lnTo>
                      <a:lnTo>
                        <a:pt x="2218" y="4143"/>
                      </a:lnTo>
                      <a:lnTo>
                        <a:pt x="2218" y="3997"/>
                      </a:lnTo>
                      <a:lnTo>
                        <a:pt x="2302" y="3976"/>
                      </a:lnTo>
                      <a:lnTo>
                        <a:pt x="2407" y="4039"/>
                      </a:lnTo>
                      <a:lnTo>
                        <a:pt x="2553" y="4102"/>
                      </a:lnTo>
                      <a:lnTo>
                        <a:pt x="2616" y="4018"/>
                      </a:lnTo>
                      <a:lnTo>
                        <a:pt x="2532" y="3976"/>
                      </a:lnTo>
                      <a:lnTo>
                        <a:pt x="2532" y="3913"/>
                      </a:lnTo>
                      <a:lnTo>
                        <a:pt x="2616" y="3913"/>
                      </a:lnTo>
                      <a:lnTo>
                        <a:pt x="2679" y="3934"/>
                      </a:lnTo>
                      <a:lnTo>
                        <a:pt x="2762" y="3871"/>
                      </a:lnTo>
                      <a:lnTo>
                        <a:pt x="2762" y="3767"/>
                      </a:lnTo>
                      <a:lnTo>
                        <a:pt x="2741" y="3704"/>
                      </a:lnTo>
                      <a:lnTo>
                        <a:pt x="2762" y="3662"/>
                      </a:lnTo>
                      <a:lnTo>
                        <a:pt x="2930" y="3578"/>
                      </a:lnTo>
                      <a:lnTo>
                        <a:pt x="2951" y="3495"/>
                      </a:lnTo>
                      <a:lnTo>
                        <a:pt x="2846" y="3453"/>
                      </a:lnTo>
                      <a:lnTo>
                        <a:pt x="2783" y="3369"/>
                      </a:lnTo>
                      <a:lnTo>
                        <a:pt x="2846" y="3265"/>
                      </a:lnTo>
                      <a:lnTo>
                        <a:pt x="2888" y="3369"/>
                      </a:lnTo>
                      <a:lnTo>
                        <a:pt x="2972" y="3306"/>
                      </a:lnTo>
                      <a:lnTo>
                        <a:pt x="3139" y="3097"/>
                      </a:lnTo>
                      <a:lnTo>
                        <a:pt x="3181" y="2972"/>
                      </a:lnTo>
                      <a:lnTo>
                        <a:pt x="3265" y="2930"/>
                      </a:lnTo>
                      <a:lnTo>
                        <a:pt x="3285" y="2783"/>
                      </a:lnTo>
                      <a:lnTo>
                        <a:pt x="3453" y="2679"/>
                      </a:lnTo>
                      <a:lnTo>
                        <a:pt x="3516" y="2532"/>
                      </a:lnTo>
                      <a:lnTo>
                        <a:pt x="3599" y="2323"/>
                      </a:lnTo>
                      <a:lnTo>
                        <a:pt x="3683" y="2323"/>
                      </a:lnTo>
                      <a:lnTo>
                        <a:pt x="3892" y="2156"/>
                      </a:lnTo>
                      <a:lnTo>
                        <a:pt x="4122" y="1905"/>
                      </a:lnTo>
                      <a:lnTo>
                        <a:pt x="4311" y="1737"/>
                      </a:lnTo>
                      <a:lnTo>
                        <a:pt x="4394" y="1737"/>
                      </a:lnTo>
                      <a:lnTo>
                        <a:pt x="4541" y="1612"/>
                      </a:lnTo>
                      <a:lnTo>
                        <a:pt x="4729" y="1570"/>
                      </a:lnTo>
                      <a:lnTo>
                        <a:pt x="4834" y="1486"/>
                      </a:lnTo>
                      <a:lnTo>
                        <a:pt x="4980" y="1277"/>
                      </a:lnTo>
                      <a:lnTo>
                        <a:pt x="5064" y="1214"/>
                      </a:lnTo>
                      <a:lnTo>
                        <a:pt x="5127" y="1214"/>
                      </a:lnTo>
                      <a:lnTo>
                        <a:pt x="5190" y="1193"/>
                      </a:lnTo>
                      <a:lnTo>
                        <a:pt x="5190" y="1109"/>
                      </a:lnTo>
                      <a:lnTo>
                        <a:pt x="5169" y="1068"/>
                      </a:lnTo>
                      <a:lnTo>
                        <a:pt x="5231" y="963"/>
                      </a:lnTo>
                      <a:lnTo>
                        <a:pt x="5190" y="858"/>
                      </a:lnTo>
                      <a:lnTo>
                        <a:pt x="5190" y="691"/>
                      </a:lnTo>
                      <a:lnTo>
                        <a:pt x="5169" y="670"/>
                      </a:lnTo>
                      <a:lnTo>
                        <a:pt x="5085" y="670"/>
                      </a:lnTo>
                      <a:lnTo>
                        <a:pt x="5085" y="524"/>
                      </a:lnTo>
                      <a:lnTo>
                        <a:pt x="5148" y="377"/>
                      </a:lnTo>
                      <a:lnTo>
                        <a:pt x="5127" y="335"/>
                      </a:lnTo>
                      <a:lnTo>
                        <a:pt x="5022" y="314"/>
                      </a:lnTo>
                      <a:lnTo>
                        <a:pt x="4959" y="252"/>
                      </a:lnTo>
                      <a:lnTo>
                        <a:pt x="4855" y="231"/>
                      </a:lnTo>
                      <a:lnTo>
                        <a:pt x="4813" y="147"/>
                      </a:lnTo>
                      <a:lnTo>
                        <a:pt x="4813" y="42"/>
                      </a:lnTo>
                      <a:lnTo>
                        <a:pt x="4750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830" name="Google Shape;7662;p67">
                  <a:extLst>
                    <a:ext uri="{FF2B5EF4-FFF2-40B4-BE49-F238E27FC236}">
                      <a16:creationId xmlns:a16="http://schemas.microsoft.com/office/drawing/2014/main" id="{719E0528-2A7C-46A6-12D4-925E47009CF1}"/>
                    </a:ext>
                  </a:extLst>
                </p:cNvPr>
                <p:cNvSpPr/>
                <p:nvPr/>
              </p:nvSpPr>
              <p:spPr>
                <a:xfrm>
                  <a:off x="4015475" y="1586100"/>
                  <a:ext cx="1901975" cy="1017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079" h="40698" extrusionOk="0">
                      <a:moveTo>
                        <a:pt x="27578" y="1"/>
                      </a:moveTo>
                      <a:lnTo>
                        <a:pt x="27431" y="126"/>
                      </a:lnTo>
                      <a:lnTo>
                        <a:pt x="27389" y="231"/>
                      </a:lnTo>
                      <a:lnTo>
                        <a:pt x="27285" y="273"/>
                      </a:lnTo>
                      <a:lnTo>
                        <a:pt x="27368" y="377"/>
                      </a:lnTo>
                      <a:lnTo>
                        <a:pt x="27264" y="482"/>
                      </a:lnTo>
                      <a:lnTo>
                        <a:pt x="27243" y="649"/>
                      </a:lnTo>
                      <a:lnTo>
                        <a:pt x="27285" y="796"/>
                      </a:lnTo>
                      <a:lnTo>
                        <a:pt x="27159" y="921"/>
                      </a:lnTo>
                      <a:lnTo>
                        <a:pt x="27138" y="1444"/>
                      </a:lnTo>
                      <a:lnTo>
                        <a:pt x="27264" y="1570"/>
                      </a:lnTo>
                      <a:lnTo>
                        <a:pt x="27264" y="1695"/>
                      </a:lnTo>
                      <a:lnTo>
                        <a:pt x="27159" y="1695"/>
                      </a:lnTo>
                      <a:lnTo>
                        <a:pt x="27180" y="1842"/>
                      </a:lnTo>
                      <a:lnTo>
                        <a:pt x="27285" y="1967"/>
                      </a:lnTo>
                      <a:lnTo>
                        <a:pt x="27389" y="1967"/>
                      </a:lnTo>
                      <a:lnTo>
                        <a:pt x="27536" y="2156"/>
                      </a:lnTo>
                      <a:lnTo>
                        <a:pt x="27682" y="2177"/>
                      </a:lnTo>
                      <a:lnTo>
                        <a:pt x="27536" y="2281"/>
                      </a:lnTo>
                      <a:lnTo>
                        <a:pt x="27578" y="2407"/>
                      </a:lnTo>
                      <a:lnTo>
                        <a:pt x="27578" y="2491"/>
                      </a:lnTo>
                      <a:lnTo>
                        <a:pt x="27787" y="2511"/>
                      </a:lnTo>
                      <a:lnTo>
                        <a:pt x="27912" y="2470"/>
                      </a:lnTo>
                      <a:lnTo>
                        <a:pt x="28101" y="2532"/>
                      </a:lnTo>
                      <a:lnTo>
                        <a:pt x="28289" y="2532"/>
                      </a:lnTo>
                      <a:lnTo>
                        <a:pt x="28331" y="2616"/>
                      </a:lnTo>
                      <a:lnTo>
                        <a:pt x="28226" y="2700"/>
                      </a:lnTo>
                      <a:lnTo>
                        <a:pt x="28122" y="2679"/>
                      </a:lnTo>
                      <a:lnTo>
                        <a:pt x="28059" y="2700"/>
                      </a:lnTo>
                      <a:lnTo>
                        <a:pt x="27933" y="2616"/>
                      </a:lnTo>
                      <a:lnTo>
                        <a:pt x="27661" y="2721"/>
                      </a:lnTo>
                      <a:lnTo>
                        <a:pt x="27578" y="2679"/>
                      </a:lnTo>
                      <a:lnTo>
                        <a:pt x="27473" y="2721"/>
                      </a:lnTo>
                      <a:lnTo>
                        <a:pt x="27368" y="2700"/>
                      </a:lnTo>
                      <a:lnTo>
                        <a:pt x="27264" y="2700"/>
                      </a:lnTo>
                      <a:lnTo>
                        <a:pt x="27201" y="2783"/>
                      </a:lnTo>
                      <a:lnTo>
                        <a:pt x="26950" y="2783"/>
                      </a:lnTo>
                      <a:lnTo>
                        <a:pt x="26887" y="2888"/>
                      </a:lnTo>
                      <a:lnTo>
                        <a:pt x="26908" y="2930"/>
                      </a:lnTo>
                      <a:lnTo>
                        <a:pt x="27034" y="2951"/>
                      </a:lnTo>
                      <a:lnTo>
                        <a:pt x="27054" y="3055"/>
                      </a:lnTo>
                      <a:lnTo>
                        <a:pt x="27201" y="3035"/>
                      </a:lnTo>
                      <a:lnTo>
                        <a:pt x="27264" y="3097"/>
                      </a:lnTo>
                      <a:lnTo>
                        <a:pt x="27410" y="3014"/>
                      </a:lnTo>
                      <a:lnTo>
                        <a:pt x="27515" y="3160"/>
                      </a:lnTo>
                      <a:lnTo>
                        <a:pt x="27661" y="3265"/>
                      </a:lnTo>
                      <a:lnTo>
                        <a:pt x="27787" y="3516"/>
                      </a:lnTo>
                      <a:lnTo>
                        <a:pt x="27682" y="3746"/>
                      </a:lnTo>
                      <a:lnTo>
                        <a:pt x="27410" y="4018"/>
                      </a:lnTo>
                      <a:lnTo>
                        <a:pt x="27515" y="3746"/>
                      </a:lnTo>
                      <a:lnTo>
                        <a:pt x="27431" y="3662"/>
                      </a:lnTo>
                      <a:lnTo>
                        <a:pt x="27431" y="3495"/>
                      </a:lnTo>
                      <a:lnTo>
                        <a:pt x="27243" y="3453"/>
                      </a:lnTo>
                      <a:lnTo>
                        <a:pt x="27180" y="3432"/>
                      </a:lnTo>
                      <a:lnTo>
                        <a:pt x="27180" y="3348"/>
                      </a:lnTo>
                      <a:lnTo>
                        <a:pt x="27117" y="3327"/>
                      </a:lnTo>
                      <a:lnTo>
                        <a:pt x="27013" y="3411"/>
                      </a:lnTo>
                      <a:lnTo>
                        <a:pt x="26845" y="3411"/>
                      </a:lnTo>
                      <a:lnTo>
                        <a:pt x="26720" y="3537"/>
                      </a:lnTo>
                      <a:lnTo>
                        <a:pt x="26845" y="3599"/>
                      </a:lnTo>
                      <a:lnTo>
                        <a:pt x="26803" y="3662"/>
                      </a:lnTo>
                      <a:lnTo>
                        <a:pt x="26657" y="3662"/>
                      </a:lnTo>
                      <a:lnTo>
                        <a:pt x="26741" y="3767"/>
                      </a:lnTo>
                      <a:lnTo>
                        <a:pt x="26720" y="3851"/>
                      </a:lnTo>
                      <a:lnTo>
                        <a:pt x="26552" y="3976"/>
                      </a:lnTo>
                      <a:lnTo>
                        <a:pt x="26531" y="3851"/>
                      </a:lnTo>
                      <a:lnTo>
                        <a:pt x="26490" y="3851"/>
                      </a:lnTo>
                      <a:lnTo>
                        <a:pt x="26406" y="3913"/>
                      </a:lnTo>
                      <a:lnTo>
                        <a:pt x="26448" y="4039"/>
                      </a:lnTo>
                      <a:lnTo>
                        <a:pt x="26406" y="4164"/>
                      </a:lnTo>
                      <a:lnTo>
                        <a:pt x="26301" y="4164"/>
                      </a:lnTo>
                      <a:lnTo>
                        <a:pt x="26280" y="3976"/>
                      </a:lnTo>
                      <a:lnTo>
                        <a:pt x="26176" y="3871"/>
                      </a:lnTo>
                      <a:lnTo>
                        <a:pt x="26134" y="3934"/>
                      </a:lnTo>
                      <a:lnTo>
                        <a:pt x="26176" y="4039"/>
                      </a:lnTo>
                      <a:lnTo>
                        <a:pt x="26071" y="4227"/>
                      </a:lnTo>
                      <a:lnTo>
                        <a:pt x="26008" y="4374"/>
                      </a:lnTo>
                      <a:lnTo>
                        <a:pt x="25883" y="4290"/>
                      </a:lnTo>
                      <a:lnTo>
                        <a:pt x="25883" y="4227"/>
                      </a:lnTo>
                      <a:lnTo>
                        <a:pt x="26008" y="3955"/>
                      </a:lnTo>
                      <a:lnTo>
                        <a:pt x="25966" y="3851"/>
                      </a:lnTo>
                      <a:lnTo>
                        <a:pt x="25820" y="3830"/>
                      </a:lnTo>
                      <a:lnTo>
                        <a:pt x="25506" y="3934"/>
                      </a:lnTo>
                      <a:lnTo>
                        <a:pt x="25401" y="3871"/>
                      </a:lnTo>
                      <a:lnTo>
                        <a:pt x="25255" y="4018"/>
                      </a:lnTo>
                      <a:lnTo>
                        <a:pt x="25150" y="3976"/>
                      </a:lnTo>
                      <a:lnTo>
                        <a:pt x="25046" y="3934"/>
                      </a:lnTo>
                      <a:lnTo>
                        <a:pt x="24878" y="3955"/>
                      </a:lnTo>
                      <a:lnTo>
                        <a:pt x="25025" y="4081"/>
                      </a:lnTo>
                      <a:lnTo>
                        <a:pt x="24941" y="4164"/>
                      </a:lnTo>
                      <a:lnTo>
                        <a:pt x="24920" y="4143"/>
                      </a:lnTo>
                      <a:lnTo>
                        <a:pt x="24878" y="4081"/>
                      </a:lnTo>
                      <a:lnTo>
                        <a:pt x="24837" y="4060"/>
                      </a:lnTo>
                      <a:lnTo>
                        <a:pt x="24774" y="4164"/>
                      </a:lnTo>
                      <a:lnTo>
                        <a:pt x="24732" y="4227"/>
                      </a:lnTo>
                      <a:lnTo>
                        <a:pt x="24732" y="4478"/>
                      </a:lnTo>
                      <a:lnTo>
                        <a:pt x="24816" y="4562"/>
                      </a:lnTo>
                      <a:lnTo>
                        <a:pt x="24941" y="4436"/>
                      </a:lnTo>
                      <a:lnTo>
                        <a:pt x="25025" y="4478"/>
                      </a:lnTo>
                      <a:lnTo>
                        <a:pt x="25192" y="4353"/>
                      </a:lnTo>
                      <a:lnTo>
                        <a:pt x="25276" y="4374"/>
                      </a:lnTo>
                      <a:lnTo>
                        <a:pt x="25255" y="4478"/>
                      </a:lnTo>
                      <a:lnTo>
                        <a:pt x="24941" y="4604"/>
                      </a:lnTo>
                      <a:lnTo>
                        <a:pt x="24878" y="4750"/>
                      </a:lnTo>
                      <a:lnTo>
                        <a:pt x="24753" y="4813"/>
                      </a:lnTo>
                      <a:lnTo>
                        <a:pt x="24502" y="4855"/>
                      </a:lnTo>
                      <a:lnTo>
                        <a:pt x="24460" y="4918"/>
                      </a:lnTo>
                      <a:lnTo>
                        <a:pt x="24523" y="5001"/>
                      </a:lnTo>
                      <a:lnTo>
                        <a:pt x="24313" y="5064"/>
                      </a:lnTo>
                      <a:lnTo>
                        <a:pt x="24209" y="5001"/>
                      </a:lnTo>
                      <a:lnTo>
                        <a:pt x="24146" y="5022"/>
                      </a:lnTo>
                      <a:lnTo>
                        <a:pt x="24125" y="5127"/>
                      </a:lnTo>
                      <a:lnTo>
                        <a:pt x="24041" y="5169"/>
                      </a:lnTo>
                      <a:lnTo>
                        <a:pt x="23895" y="5211"/>
                      </a:lnTo>
                      <a:lnTo>
                        <a:pt x="23832" y="5294"/>
                      </a:lnTo>
                      <a:lnTo>
                        <a:pt x="23916" y="5399"/>
                      </a:lnTo>
                      <a:lnTo>
                        <a:pt x="23874" y="5399"/>
                      </a:lnTo>
                      <a:lnTo>
                        <a:pt x="23832" y="5504"/>
                      </a:lnTo>
                      <a:lnTo>
                        <a:pt x="23790" y="5524"/>
                      </a:lnTo>
                      <a:lnTo>
                        <a:pt x="23728" y="5441"/>
                      </a:lnTo>
                      <a:lnTo>
                        <a:pt x="23686" y="5441"/>
                      </a:lnTo>
                      <a:lnTo>
                        <a:pt x="23581" y="5608"/>
                      </a:lnTo>
                      <a:lnTo>
                        <a:pt x="23602" y="5650"/>
                      </a:lnTo>
                      <a:lnTo>
                        <a:pt x="23560" y="5713"/>
                      </a:lnTo>
                      <a:lnTo>
                        <a:pt x="23560" y="5817"/>
                      </a:lnTo>
                      <a:lnTo>
                        <a:pt x="23456" y="5943"/>
                      </a:lnTo>
                      <a:lnTo>
                        <a:pt x="23477" y="6048"/>
                      </a:lnTo>
                      <a:lnTo>
                        <a:pt x="23309" y="6110"/>
                      </a:lnTo>
                      <a:lnTo>
                        <a:pt x="23142" y="6110"/>
                      </a:lnTo>
                      <a:lnTo>
                        <a:pt x="23037" y="6173"/>
                      </a:lnTo>
                      <a:lnTo>
                        <a:pt x="23037" y="6278"/>
                      </a:lnTo>
                      <a:lnTo>
                        <a:pt x="23100" y="6278"/>
                      </a:lnTo>
                      <a:lnTo>
                        <a:pt x="23163" y="6215"/>
                      </a:lnTo>
                      <a:lnTo>
                        <a:pt x="23414" y="6257"/>
                      </a:lnTo>
                      <a:lnTo>
                        <a:pt x="23372" y="6340"/>
                      </a:lnTo>
                      <a:lnTo>
                        <a:pt x="23246" y="6320"/>
                      </a:lnTo>
                      <a:lnTo>
                        <a:pt x="23204" y="6361"/>
                      </a:lnTo>
                      <a:lnTo>
                        <a:pt x="23288" y="6445"/>
                      </a:lnTo>
                      <a:lnTo>
                        <a:pt x="23267" y="6675"/>
                      </a:lnTo>
                      <a:lnTo>
                        <a:pt x="23163" y="6759"/>
                      </a:lnTo>
                      <a:lnTo>
                        <a:pt x="23184" y="6843"/>
                      </a:lnTo>
                      <a:lnTo>
                        <a:pt x="23163" y="6947"/>
                      </a:lnTo>
                      <a:lnTo>
                        <a:pt x="23037" y="6759"/>
                      </a:lnTo>
                      <a:lnTo>
                        <a:pt x="22932" y="6780"/>
                      </a:lnTo>
                      <a:lnTo>
                        <a:pt x="22786" y="6633"/>
                      </a:lnTo>
                      <a:lnTo>
                        <a:pt x="22723" y="6592"/>
                      </a:lnTo>
                      <a:lnTo>
                        <a:pt x="22681" y="6654"/>
                      </a:lnTo>
                      <a:lnTo>
                        <a:pt x="22765" y="6738"/>
                      </a:lnTo>
                      <a:lnTo>
                        <a:pt x="22765" y="6843"/>
                      </a:lnTo>
                      <a:lnTo>
                        <a:pt x="22723" y="6905"/>
                      </a:lnTo>
                      <a:lnTo>
                        <a:pt x="22786" y="7010"/>
                      </a:lnTo>
                      <a:lnTo>
                        <a:pt x="22891" y="6968"/>
                      </a:lnTo>
                      <a:lnTo>
                        <a:pt x="23079" y="7010"/>
                      </a:lnTo>
                      <a:lnTo>
                        <a:pt x="23204" y="7052"/>
                      </a:lnTo>
                      <a:lnTo>
                        <a:pt x="23246" y="7156"/>
                      </a:lnTo>
                      <a:lnTo>
                        <a:pt x="23351" y="7219"/>
                      </a:lnTo>
                      <a:lnTo>
                        <a:pt x="23456" y="7198"/>
                      </a:lnTo>
                      <a:lnTo>
                        <a:pt x="23497" y="7177"/>
                      </a:lnTo>
                      <a:lnTo>
                        <a:pt x="23560" y="7261"/>
                      </a:lnTo>
                      <a:lnTo>
                        <a:pt x="23414" y="7303"/>
                      </a:lnTo>
                      <a:lnTo>
                        <a:pt x="23288" y="7303"/>
                      </a:lnTo>
                      <a:lnTo>
                        <a:pt x="23184" y="7198"/>
                      </a:lnTo>
                      <a:lnTo>
                        <a:pt x="23142" y="7219"/>
                      </a:lnTo>
                      <a:lnTo>
                        <a:pt x="23100" y="7303"/>
                      </a:lnTo>
                      <a:lnTo>
                        <a:pt x="23058" y="7366"/>
                      </a:lnTo>
                      <a:lnTo>
                        <a:pt x="23184" y="7512"/>
                      </a:lnTo>
                      <a:lnTo>
                        <a:pt x="23267" y="7470"/>
                      </a:lnTo>
                      <a:lnTo>
                        <a:pt x="23456" y="7470"/>
                      </a:lnTo>
                      <a:lnTo>
                        <a:pt x="23497" y="7617"/>
                      </a:lnTo>
                      <a:lnTo>
                        <a:pt x="23581" y="7680"/>
                      </a:lnTo>
                      <a:lnTo>
                        <a:pt x="23623" y="7596"/>
                      </a:lnTo>
                      <a:lnTo>
                        <a:pt x="23811" y="7596"/>
                      </a:lnTo>
                      <a:lnTo>
                        <a:pt x="23790" y="7701"/>
                      </a:lnTo>
                      <a:lnTo>
                        <a:pt x="23937" y="7805"/>
                      </a:lnTo>
                      <a:lnTo>
                        <a:pt x="24083" y="7805"/>
                      </a:lnTo>
                      <a:lnTo>
                        <a:pt x="24146" y="7952"/>
                      </a:lnTo>
                      <a:lnTo>
                        <a:pt x="24083" y="8161"/>
                      </a:lnTo>
                      <a:lnTo>
                        <a:pt x="23832" y="8307"/>
                      </a:lnTo>
                      <a:lnTo>
                        <a:pt x="23769" y="8433"/>
                      </a:lnTo>
                      <a:lnTo>
                        <a:pt x="23769" y="8517"/>
                      </a:lnTo>
                      <a:lnTo>
                        <a:pt x="23979" y="8726"/>
                      </a:lnTo>
                      <a:lnTo>
                        <a:pt x="24104" y="8768"/>
                      </a:lnTo>
                      <a:lnTo>
                        <a:pt x="23895" y="8768"/>
                      </a:lnTo>
                      <a:lnTo>
                        <a:pt x="23665" y="8579"/>
                      </a:lnTo>
                      <a:lnTo>
                        <a:pt x="23665" y="8454"/>
                      </a:lnTo>
                      <a:lnTo>
                        <a:pt x="23769" y="8224"/>
                      </a:lnTo>
                      <a:lnTo>
                        <a:pt x="23832" y="8161"/>
                      </a:lnTo>
                      <a:lnTo>
                        <a:pt x="23832" y="8098"/>
                      </a:lnTo>
                      <a:lnTo>
                        <a:pt x="23895" y="7952"/>
                      </a:lnTo>
                      <a:lnTo>
                        <a:pt x="23832" y="7910"/>
                      </a:lnTo>
                      <a:lnTo>
                        <a:pt x="23456" y="8098"/>
                      </a:lnTo>
                      <a:lnTo>
                        <a:pt x="23246" y="8161"/>
                      </a:lnTo>
                      <a:lnTo>
                        <a:pt x="23184" y="8307"/>
                      </a:lnTo>
                      <a:lnTo>
                        <a:pt x="23058" y="8349"/>
                      </a:lnTo>
                      <a:lnTo>
                        <a:pt x="22953" y="8307"/>
                      </a:lnTo>
                      <a:lnTo>
                        <a:pt x="22828" y="8328"/>
                      </a:lnTo>
                      <a:lnTo>
                        <a:pt x="22660" y="8454"/>
                      </a:lnTo>
                      <a:lnTo>
                        <a:pt x="22221" y="8621"/>
                      </a:lnTo>
                      <a:lnTo>
                        <a:pt x="21907" y="8684"/>
                      </a:lnTo>
                      <a:lnTo>
                        <a:pt x="21782" y="8684"/>
                      </a:lnTo>
                      <a:lnTo>
                        <a:pt x="21614" y="8851"/>
                      </a:lnTo>
                      <a:lnTo>
                        <a:pt x="21468" y="8851"/>
                      </a:lnTo>
                      <a:lnTo>
                        <a:pt x="21384" y="8935"/>
                      </a:lnTo>
                      <a:lnTo>
                        <a:pt x="21510" y="9040"/>
                      </a:lnTo>
                      <a:lnTo>
                        <a:pt x="21510" y="9165"/>
                      </a:lnTo>
                      <a:lnTo>
                        <a:pt x="21489" y="9291"/>
                      </a:lnTo>
                      <a:lnTo>
                        <a:pt x="21572" y="9374"/>
                      </a:lnTo>
                      <a:lnTo>
                        <a:pt x="21677" y="9374"/>
                      </a:lnTo>
                      <a:lnTo>
                        <a:pt x="21698" y="9458"/>
                      </a:lnTo>
                      <a:lnTo>
                        <a:pt x="21635" y="9521"/>
                      </a:lnTo>
                      <a:lnTo>
                        <a:pt x="21844" y="9667"/>
                      </a:lnTo>
                      <a:lnTo>
                        <a:pt x="22012" y="9918"/>
                      </a:lnTo>
                      <a:lnTo>
                        <a:pt x="22012" y="10128"/>
                      </a:lnTo>
                      <a:lnTo>
                        <a:pt x="22054" y="10232"/>
                      </a:lnTo>
                      <a:lnTo>
                        <a:pt x="22116" y="10232"/>
                      </a:lnTo>
                      <a:lnTo>
                        <a:pt x="22137" y="10400"/>
                      </a:lnTo>
                      <a:lnTo>
                        <a:pt x="22305" y="10504"/>
                      </a:lnTo>
                      <a:lnTo>
                        <a:pt x="22430" y="10462"/>
                      </a:lnTo>
                      <a:lnTo>
                        <a:pt x="22828" y="10504"/>
                      </a:lnTo>
                      <a:lnTo>
                        <a:pt x="22953" y="10421"/>
                      </a:lnTo>
                      <a:lnTo>
                        <a:pt x="22953" y="10504"/>
                      </a:lnTo>
                      <a:lnTo>
                        <a:pt x="22995" y="10609"/>
                      </a:lnTo>
                      <a:lnTo>
                        <a:pt x="22995" y="10755"/>
                      </a:lnTo>
                      <a:lnTo>
                        <a:pt x="23184" y="10839"/>
                      </a:lnTo>
                      <a:lnTo>
                        <a:pt x="23288" y="10986"/>
                      </a:lnTo>
                      <a:lnTo>
                        <a:pt x="23581" y="10986"/>
                      </a:lnTo>
                      <a:lnTo>
                        <a:pt x="23790" y="11132"/>
                      </a:lnTo>
                      <a:lnTo>
                        <a:pt x="23874" y="11132"/>
                      </a:lnTo>
                      <a:lnTo>
                        <a:pt x="23979" y="11258"/>
                      </a:lnTo>
                      <a:lnTo>
                        <a:pt x="24000" y="11550"/>
                      </a:lnTo>
                      <a:lnTo>
                        <a:pt x="24041" y="11676"/>
                      </a:lnTo>
                      <a:lnTo>
                        <a:pt x="24000" y="11864"/>
                      </a:lnTo>
                      <a:lnTo>
                        <a:pt x="24125" y="12011"/>
                      </a:lnTo>
                      <a:lnTo>
                        <a:pt x="24230" y="12094"/>
                      </a:lnTo>
                      <a:lnTo>
                        <a:pt x="24418" y="12346"/>
                      </a:lnTo>
                      <a:lnTo>
                        <a:pt x="24502" y="12618"/>
                      </a:lnTo>
                      <a:lnTo>
                        <a:pt x="24648" y="12743"/>
                      </a:lnTo>
                      <a:lnTo>
                        <a:pt x="24711" y="12869"/>
                      </a:lnTo>
                      <a:lnTo>
                        <a:pt x="24585" y="13141"/>
                      </a:lnTo>
                      <a:lnTo>
                        <a:pt x="24502" y="13162"/>
                      </a:lnTo>
                      <a:lnTo>
                        <a:pt x="24418" y="13141"/>
                      </a:lnTo>
                      <a:lnTo>
                        <a:pt x="24418" y="13141"/>
                      </a:lnTo>
                      <a:lnTo>
                        <a:pt x="24523" y="13287"/>
                      </a:lnTo>
                      <a:lnTo>
                        <a:pt x="24732" y="13329"/>
                      </a:lnTo>
                      <a:lnTo>
                        <a:pt x="24837" y="13392"/>
                      </a:lnTo>
                      <a:lnTo>
                        <a:pt x="25046" y="13643"/>
                      </a:lnTo>
                      <a:lnTo>
                        <a:pt x="25255" y="13706"/>
                      </a:lnTo>
                      <a:lnTo>
                        <a:pt x="25276" y="13685"/>
                      </a:lnTo>
                      <a:lnTo>
                        <a:pt x="25360" y="13706"/>
                      </a:lnTo>
                      <a:lnTo>
                        <a:pt x="25548" y="13559"/>
                      </a:lnTo>
                      <a:lnTo>
                        <a:pt x="25736" y="13517"/>
                      </a:lnTo>
                      <a:lnTo>
                        <a:pt x="25945" y="13685"/>
                      </a:lnTo>
                      <a:lnTo>
                        <a:pt x="26092" y="13747"/>
                      </a:lnTo>
                      <a:lnTo>
                        <a:pt x="26197" y="13747"/>
                      </a:lnTo>
                      <a:lnTo>
                        <a:pt x="26280" y="13894"/>
                      </a:lnTo>
                      <a:lnTo>
                        <a:pt x="26301" y="14124"/>
                      </a:lnTo>
                      <a:lnTo>
                        <a:pt x="26238" y="13915"/>
                      </a:lnTo>
                      <a:lnTo>
                        <a:pt x="26176" y="13810"/>
                      </a:lnTo>
                      <a:lnTo>
                        <a:pt x="25987" y="13810"/>
                      </a:lnTo>
                      <a:lnTo>
                        <a:pt x="25757" y="13643"/>
                      </a:lnTo>
                      <a:lnTo>
                        <a:pt x="25611" y="13643"/>
                      </a:lnTo>
                      <a:lnTo>
                        <a:pt x="25443" y="13810"/>
                      </a:lnTo>
                      <a:lnTo>
                        <a:pt x="25443" y="13978"/>
                      </a:lnTo>
                      <a:lnTo>
                        <a:pt x="25464" y="14061"/>
                      </a:lnTo>
                      <a:lnTo>
                        <a:pt x="25234" y="13810"/>
                      </a:lnTo>
                      <a:lnTo>
                        <a:pt x="24983" y="13810"/>
                      </a:lnTo>
                      <a:lnTo>
                        <a:pt x="24857" y="13706"/>
                      </a:lnTo>
                      <a:lnTo>
                        <a:pt x="24857" y="13580"/>
                      </a:lnTo>
                      <a:lnTo>
                        <a:pt x="24753" y="13434"/>
                      </a:lnTo>
                      <a:lnTo>
                        <a:pt x="24565" y="13371"/>
                      </a:lnTo>
                      <a:lnTo>
                        <a:pt x="24397" y="13371"/>
                      </a:lnTo>
                      <a:lnTo>
                        <a:pt x="24188" y="13245"/>
                      </a:lnTo>
                      <a:lnTo>
                        <a:pt x="24230" y="13182"/>
                      </a:lnTo>
                      <a:lnTo>
                        <a:pt x="24230" y="13057"/>
                      </a:lnTo>
                      <a:lnTo>
                        <a:pt x="24313" y="13015"/>
                      </a:lnTo>
                      <a:lnTo>
                        <a:pt x="24272" y="12910"/>
                      </a:lnTo>
                      <a:lnTo>
                        <a:pt x="24230" y="12638"/>
                      </a:lnTo>
                      <a:lnTo>
                        <a:pt x="24167" y="12429"/>
                      </a:lnTo>
                      <a:lnTo>
                        <a:pt x="24083" y="12387"/>
                      </a:lnTo>
                      <a:lnTo>
                        <a:pt x="24021" y="12555"/>
                      </a:lnTo>
                      <a:lnTo>
                        <a:pt x="23958" y="12597"/>
                      </a:lnTo>
                      <a:lnTo>
                        <a:pt x="23979" y="12743"/>
                      </a:lnTo>
                      <a:lnTo>
                        <a:pt x="23895" y="12827"/>
                      </a:lnTo>
                      <a:lnTo>
                        <a:pt x="23916" y="12910"/>
                      </a:lnTo>
                      <a:lnTo>
                        <a:pt x="23895" y="13036"/>
                      </a:lnTo>
                      <a:lnTo>
                        <a:pt x="23811" y="13036"/>
                      </a:lnTo>
                      <a:lnTo>
                        <a:pt x="23769" y="12659"/>
                      </a:lnTo>
                      <a:lnTo>
                        <a:pt x="23853" y="12555"/>
                      </a:lnTo>
                      <a:lnTo>
                        <a:pt x="23811" y="12429"/>
                      </a:lnTo>
                      <a:lnTo>
                        <a:pt x="23644" y="12283"/>
                      </a:lnTo>
                      <a:lnTo>
                        <a:pt x="23644" y="12094"/>
                      </a:lnTo>
                      <a:lnTo>
                        <a:pt x="23560" y="11969"/>
                      </a:lnTo>
                      <a:lnTo>
                        <a:pt x="23560" y="11802"/>
                      </a:lnTo>
                      <a:lnTo>
                        <a:pt x="23707" y="11697"/>
                      </a:lnTo>
                      <a:lnTo>
                        <a:pt x="23707" y="11613"/>
                      </a:lnTo>
                      <a:lnTo>
                        <a:pt x="23686" y="11509"/>
                      </a:lnTo>
                      <a:lnTo>
                        <a:pt x="23707" y="11299"/>
                      </a:lnTo>
                      <a:lnTo>
                        <a:pt x="23581" y="11278"/>
                      </a:lnTo>
                      <a:lnTo>
                        <a:pt x="23539" y="11299"/>
                      </a:lnTo>
                      <a:lnTo>
                        <a:pt x="23456" y="11216"/>
                      </a:lnTo>
                      <a:lnTo>
                        <a:pt x="23225" y="11383"/>
                      </a:lnTo>
                      <a:lnTo>
                        <a:pt x="22912" y="11425"/>
                      </a:lnTo>
                      <a:lnTo>
                        <a:pt x="22744" y="11425"/>
                      </a:lnTo>
                      <a:lnTo>
                        <a:pt x="22514" y="11195"/>
                      </a:lnTo>
                      <a:lnTo>
                        <a:pt x="22388" y="11111"/>
                      </a:lnTo>
                      <a:lnTo>
                        <a:pt x="22347" y="11006"/>
                      </a:lnTo>
                      <a:lnTo>
                        <a:pt x="22012" y="10965"/>
                      </a:lnTo>
                      <a:lnTo>
                        <a:pt x="21886" y="10860"/>
                      </a:lnTo>
                      <a:lnTo>
                        <a:pt x="21761" y="10693"/>
                      </a:lnTo>
                      <a:lnTo>
                        <a:pt x="21363" y="10693"/>
                      </a:lnTo>
                      <a:lnTo>
                        <a:pt x="21259" y="10651"/>
                      </a:lnTo>
                      <a:lnTo>
                        <a:pt x="21133" y="10734"/>
                      </a:lnTo>
                      <a:lnTo>
                        <a:pt x="20987" y="10944"/>
                      </a:lnTo>
                      <a:lnTo>
                        <a:pt x="20966" y="11069"/>
                      </a:lnTo>
                      <a:lnTo>
                        <a:pt x="20924" y="11111"/>
                      </a:lnTo>
                      <a:lnTo>
                        <a:pt x="20861" y="11090"/>
                      </a:lnTo>
                      <a:lnTo>
                        <a:pt x="20840" y="11174"/>
                      </a:lnTo>
                      <a:lnTo>
                        <a:pt x="20924" y="11258"/>
                      </a:lnTo>
                      <a:lnTo>
                        <a:pt x="21091" y="11132"/>
                      </a:lnTo>
                      <a:lnTo>
                        <a:pt x="21300" y="11174"/>
                      </a:lnTo>
                      <a:lnTo>
                        <a:pt x="21405" y="11383"/>
                      </a:lnTo>
                      <a:lnTo>
                        <a:pt x="21280" y="11613"/>
                      </a:lnTo>
                      <a:lnTo>
                        <a:pt x="21133" y="11655"/>
                      </a:lnTo>
                      <a:lnTo>
                        <a:pt x="20861" y="11550"/>
                      </a:lnTo>
                      <a:lnTo>
                        <a:pt x="20715" y="11362"/>
                      </a:lnTo>
                      <a:lnTo>
                        <a:pt x="20610" y="11362"/>
                      </a:lnTo>
                      <a:lnTo>
                        <a:pt x="20443" y="11467"/>
                      </a:lnTo>
                      <a:lnTo>
                        <a:pt x="20401" y="11550"/>
                      </a:lnTo>
                      <a:lnTo>
                        <a:pt x="20317" y="11571"/>
                      </a:lnTo>
                      <a:lnTo>
                        <a:pt x="20505" y="11822"/>
                      </a:lnTo>
                      <a:lnTo>
                        <a:pt x="20568" y="11822"/>
                      </a:lnTo>
                      <a:lnTo>
                        <a:pt x="20631" y="11969"/>
                      </a:lnTo>
                      <a:lnTo>
                        <a:pt x="20840" y="12136"/>
                      </a:lnTo>
                      <a:lnTo>
                        <a:pt x="21028" y="12136"/>
                      </a:lnTo>
                      <a:lnTo>
                        <a:pt x="21112" y="12220"/>
                      </a:lnTo>
                      <a:lnTo>
                        <a:pt x="21405" y="12241"/>
                      </a:lnTo>
                      <a:lnTo>
                        <a:pt x="21489" y="12178"/>
                      </a:lnTo>
                      <a:lnTo>
                        <a:pt x="21531" y="12178"/>
                      </a:lnTo>
                      <a:lnTo>
                        <a:pt x="21572" y="12283"/>
                      </a:lnTo>
                      <a:lnTo>
                        <a:pt x="21782" y="12283"/>
                      </a:lnTo>
                      <a:lnTo>
                        <a:pt x="21824" y="12429"/>
                      </a:lnTo>
                      <a:lnTo>
                        <a:pt x="21907" y="12450"/>
                      </a:lnTo>
                      <a:lnTo>
                        <a:pt x="21928" y="12555"/>
                      </a:lnTo>
                      <a:lnTo>
                        <a:pt x="22158" y="12597"/>
                      </a:lnTo>
                      <a:lnTo>
                        <a:pt x="22263" y="12513"/>
                      </a:lnTo>
                      <a:lnTo>
                        <a:pt x="22200" y="12618"/>
                      </a:lnTo>
                      <a:lnTo>
                        <a:pt x="21949" y="12659"/>
                      </a:lnTo>
                      <a:lnTo>
                        <a:pt x="21803" y="12576"/>
                      </a:lnTo>
                      <a:lnTo>
                        <a:pt x="21698" y="12555"/>
                      </a:lnTo>
                      <a:lnTo>
                        <a:pt x="21531" y="12366"/>
                      </a:lnTo>
                      <a:lnTo>
                        <a:pt x="21426" y="12346"/>
                      </a:lnTo>
                      <a:lnTo>
                        <a:pt x="21321" y="12408"/>
                      </a:lnTo>
                      <a:lnTo>
                        <a:pt x="21196" y="12408"/>
                      </a:lnTo>
                      <a:lnTo>
                        <a:pt x="21091" y="12534"/>
                      </a:lnTo>
                      <a:lnTo>
                        <a:pt x="21049" y="12429"/>
                      </a:lnTo>
                      <a:lnTo>
                        <a:pt x="20945" y="12346"/>
                      </a:lnTo>
                      <a:lnTo>
                        <a:pt x="20840" y="12408"/>
                      </a:lnTo>
                      <a:lnTo>
                        <a:pt x="20631" y="12408"/>
                      </a:lnTo>
                      <a:lnTo>
                        <a:pt x="20464" y="12304"/>
                      </a:lnTo>
                      <a:lnTo>
                        <a:pt x="20338" y="12325"/>
                      </a:lnTo>
                      <a:lnTo>
                        <a:pt x="20296" y="12220"/>
                      </a:lnTo>
                      <a:lnTo>
                        <a:pt x="20401" y="12136"/>
                      </a:lnTo>
                      <a:lnTo>
                        <a:pt x="20401" y="12053"/>
                      </a:lnTo>
                      <a:lnTo>
                        <a:pt x="20296" y="11990"/>
                      </a:lnTo>
                      <a:lnTo>
                        <a:pt x="20296" y="11885"/>
                      </a:lnTo>
                      <a:lnTo>
                        <a:pt x="20108" y="11718"/>
                      </a:lnTo>
                      <a:lnTo>
                        <a:pt x="20024" y="11592"/>
                      </a:lnTo>
                      <a:lnTo>
                        <a:pt x="20087" y="11425"/>
                      </a:lnTo>
                      <a:lnTo>
                        <a:pt x="19982" y="11278"/>
                      </a:lnTo>
                      <a:lnTo>
                        <a:pt x="19982" y="11006"/>
                      </a:lnTo>
                      <a:lnTo>
                        <a:pt x="19836" y="10881"/>
                      </a:lnTo>
                      <a:lnTo>
                        <a:pt x="19836" y="10693"/>
                      </a:lnTo>
                      <a:lnTo>
                        <a:pt x="19794" y="10651"/>
                      </a:lnTo>
                      <a:lnTo>
                        <a:pt x="19710" y="10630"/>
                      </a:lnTo>
                      <a:lnTo>
                        <a:pt x="19689" y="10462"/>
                      </a:lnTo>
                      <a:lnTo>
                        <a:pt x="19522" y="10337"/>
                      </a:lnTo>
                      <a:lnTo>
                        <a:pt x="19459" y="10379"/>
                      </a:lnTo>
                      <a:lnTo>
                        <a:pt x="19689" y="10860"/>
                      </a:lnTo>
                      <a:lnTo>
                        <a:pt x="19752" y="11174"/>
                      </a:lnTo>
                      <a:lnTo>
                        <a:pt x="19710" y="11425"/>
                      </a:lnTo>
                      <a:lnTo>
                        <a:pt x="19522" y="11676"/>
                      </a:lnTo>
                      <a:lnTo>
                        <a:pt x="19396" y="11802"/>
                      </a:lnTo>
                      <a:lnTo>
                        <a:pt x="19396" y="11885"/>
                      </a:lnTo>
                      <a:lnTo>
                        <a:pt x="19480" y="11948"/>
                      </a:lnTo>
                      <a:lnTo>
                        <a:pt x="19501" y="12136"/>
                      </a:lnTo>
                      <a:lnTo>
                        <a:pt x="19417" y="12346"/>
                      </a:lnTo>
                      <a:lnTo>
                        <a:pt x="19417" y="12471"/>
                      </a:lnTo>
                      <a:lnTo>
                        <a:pt x="19627" y="12618"/>
                      </a:lnTo>
                      <a:lnTo>
                        <a:pt x="19899" y="12848"/>
                      </a:lnTo>
                      <a:lnTo>
                        <a:pt x="19940" y="12994"/>
                      </a:lnTo>
                      <a:lnTo>
                        <a:pt x="20108" y="12994"/>
                      </a:lnTo>
                      <a:lnTo>
                        <a:pt x="20233" y="13141"/>
                      </a:lnTo>
                      <a:lnTo>
                        <a:pt x="20338" y="13371"/>
                      </a:lnTo>
                      <a:lnTo>
                        <a:pt x="20317" y="13727"/>
                      </a:lnTo>
                      <a:lnTo>
                        <a:pt x="20275" y="13894"/>
                      </a:lnTo>
                      <a:lnTo>
                        <a:pt x="20422" y="14103"/>
                      </a:lnTo>
                      <a:lnTo>
                        <a:pt x="20380" y="14354"/>
                      </a:lnTo>
                      <a:lnTo>
                        <a:pt x="20464" y="14501"/>
                      </a:lnTo>
                      <a:lnTo>
                        <a:pt x="20673" y="14731"/>
                      </a:lnTo>
                      <a:lnTo>
                        <a:pt x="20715" y="14856"/>
                      </a:lnTo>
                      <a:lnTo>
                        <a:pt x="20673" y="15024"/>
                      </a:lnTo>
                      <a:lnTo>
                        <a:pt x="20736" y="15087"/>
                      </a:lnTo>
                      <a:lnTo>
                        <a:pt x="20882" y="15149"/>
                      </a:lnTo>
                      <a:lnTo>
                        <a:pt x="21070" y="15045"/>
                      </a:lnTo>
                      <a:lnTo>
                        <a:pt x="21280" y="15087"/>
                      </a:lnTo>
                      <a:lnTo>
                        <a:pt x="21363" y="15045"/>
                      </a:lnTo>
                      <a:lnTo>
                        <a:pt x="21384" y="14877"/>
                      </a:lnTo>
                      <a:lnTo>
                        <a:pt x="21510" y="14752"/>
                      </a:lnTo>
                      <a:lnTo>
                        <a:pt x="21677" y="14815"/>
                      </a:lnTo>
                      <a:lnTo>
                        <a:pt x="21782" y="14773"/>
                      </a:lnTo>
                      <a:lnTo>
                        <a:pt x="21991" y="14919"/>
                      </a:lnTo>
                      <a:lnTo>
                        <a:pt x="22116" y="14856"/>
                      </a:lnTo>
                      <a:lnTo>
                        <a:pt x="22200" y="14982"/>
                      </a:lnTo>
                      <a:lnTo>
                        <a:pt x="22451" y="15087"/>
                      </a:lnTo>
                      <a:lnTo>
                        <a:pt x="22640" y="15087"/>
                      </a:lnTo>
                      <a:lnTo>
                        <a:pt x="22765" y="15275"/>
                      </a:lnTo>
                      <a:lnTo>
                        <a:pt x="22765" y="15379"/>
                      </a:lnTo>
                      <a:lnTo>
                        <a:pt x="22953" y="15484"/>
                      </a:lnTo>
                      <a:lnTo>
                        <a:pt x="23016" y="15589"/>
                      </a:lnTo>
                      <a:lnTo>
                        <a:pt x="23037" y="15610"/>
                      </a:lnTo>
                      <a:lnTo>
                        <a:pt x="23058" y="15693"/>
                      </a:lnTo>
                      <a:lnTo>
                        <a:pt x="23142" y="15777"/>
                      </a:lnTo>
                      <a:lnTo>
                        <a:pt x="23058" y="15861"/>
                      </a:lnTo>
                      <a:lnTo>
                        <a:pt x="22953" y="15882"/>
                      </a:lnTo>
                      <a:lnTo>
                        <a:pt x="22953" y="16070"/>
                      </a:lnTo>
                      <a:lnTo>
                        <a:pt x="23037" y="16216"/>
                      </a:lnTo>
                      <a:lnTo>
                        <a:pt x="23121" y="16279"/>
                      </a:lnTo>
                      <a:lnTo>
                        <a:pt x="23079" y="16384"/>
                      </a:lnTo>
                      <a:lnTo>
                        <a:pt x="23163" y="16488"/>
                      </a:lnTo>
                      <a:lnTo>
                        <a:pt x="23288" y="16488"/>
                      </a:lnTo>
                      <a:lnTo>
                        <a:pt x="23372" y="16593"/>
                      </a:lnTo>
                      <a:lnTo>
                        <a:pt x="23518" y="16593"/>
                      </a:lnTo>
                      <a:lnTo>
                        <a:pt x="23602" y="16426"/>
                      </a:lnTo>
                      <a:lnTo>
                        <a:pt x="23665" y="16509"/>
                      </a:lnTo>
                      <a:lnTo>
                        <a:pt x="23769" y="16488"/>
                      </a:lnTo>
                      <a:lnTo>
                        <a:pt x="23832" y="16509"/>
                      </a:lnTo>
                      <a:lnTo>
                        <a:pt x="23790" y="16530"/>
                      </a:lnTo>
                      <a:lnTo>
                        <a:pt x="23728" y="16593"/>
                      </a:lnTo>
                      <a:lnTo>
                        <a:pt x="23560" y="16614"/>
                      </a:lnTo>
                      <a:lnTo>
                        <a:pt x="23456" y="16635"/>
                      </a:lnTo>
                      <a:lnTo>
                        <a:pt x="23288" y="16656"/>
                      </a:lnTo>
                      <a:lnTo>
                        <a:pt x="23142" y="16551"/>
                      </a:lnTo>
                      <a:lnTo>
                        <a:pt x="22995" y="16551"/>
                      </a:lnTo>
                      <a:lnTo>
                        <a:pt x="22932" y="16426"/>
                      </a:lnTo>
                      <a:lnTo>
                        <a:pt x="22974" y="16384"/>
                      </a:lnTo>
                      <a:lnTo>
                        <a:pt x="22953" y="16237"/>
                      </a:lnTo>
                      <a:lnTo>
                        <a:pt x="22849" y="16112"/>
                      </a:lnTo>
                      <a:lnTo>
                        <a:pt x="22828" y="15986"/>
                      </a:lnTo>
                      <a:lnTo>
                        <a:pt x="22723" y="15923"/>
                      </a:lnTo>
                      <a:lnTo>
                        <a:pt x="22744" y="15798"/>
                      </a:lnTo>
                      <a:lnTo>
                        <a:pt x="22619" y="15610"/>
                      </a:lnTo>
                      <a:lnTo>
                        <a:pt x="22556" y="15610"/>
                      </a:lnTo>
                      <a:lnTo>
                        <a:pt x="22430" y="15526"/>
                      </a:lnTo>
                      <a:lnTo>
                        <a:pt x="22242" y="15421"/>
                      </a:lnTo>
                      <a:lnTo>
                        <a:pt x="22242" y="15254"/>
                      </a:lnTo>
                      <a:lnTo>
                        <a:pt x="22054" y="15066"/>
                      </a:lnTo>
                      <a:lnTo>
                        <a:pt x="21907" y="15066"/>
                      </a:lnTo>
                      <a:lnTo>
                        <a:pt x="21677" y="15317"/>
                      </a:lnTo>
                      <a:lnTo>
                        <a:pt x="21510" y="15338"/>
                      </a:lnTo>
                      <a:lnTo>
                        <a:pt x="21405" y="15463"/>
                      </a:lnTo>
                      <a:lnTo>
                        <a:pt x="21217" y="15589"/>
                      </a:lnTo>
                      <a:lnTo>
                        <a:pt x="21259" y="15944"/>
                      </a:lnTo>
                      <a:lnTo>
                        <a:pt x="21321" y="16049"/>
                      </a:lnTo>
                      <a:lnTo>
                        <a:pt x="21572" y="16175"/>
                      </a:lnTo>
                      <a:lnTo>
                        <a:pt x="21761" y="16593"/>
                      </a:lnTo>
                      <a:lnTo>
                        <a:pt x="21719" y="16698"/>
                      </a:lnTo>
                      <a:lnTo>
                        <a:pt x="21531" y="17012"/>
                      </a:lnTo>
                      <a:lnTo>
                        <a:pt x="21510" y="17179"/>
                      </a:lnTo>
                      <a:lnTo>
                        <a:pt x="21614" y="17367"/>
                      </a:lnTo>
                      <a:lnTo>
                        <a:pt x="21510" y="17639"/>
                      </a:lnTo>
                      <a:lnTo>
                        <a:pt x="21510" y="17744"/>
                      </a:lnTo>
                      <a:lnTo>
                        <a:pt x="21363" y="17890"/>
                      </a:lnTo>
                      <a:lnTo>
                        <a:pt x="21363" y="17974"/>
                      </a:lnTo>
                      <a:lnTo>
                        <a:pt x="21259" y="18016"/>
                      </a:lnTo>
                      <a:lnTo>
                        <a:pt x="21175" y="18120"/>
                      </a:lnTo>
                      <a:lnTo>
                        <a:pt x="21175" y="18267"/>
                      </a:lnTo>
                      <a:lnTo>
                        <a:pt x="21259" y="18330"/>
                      </a:lnTo>
                      <a:lnTo>
                        <a:pt x="21259" y="18434"/>
                      </a:lnTo>
                      <a:lnTo>
                        <a:pt x="21070" y="18539"/>
                      </a:lnTo>
                      <a:lnTo>
                        <a:pt x="20840" y="18497"/>
                      </a:lnTo>
                      <a:lnTo>
                        <a:pt x="20798" y="18434"/>
                      </a:lnTo>
                      <a:lnTo>
                        <a:pt x="20589" y="18434"/>
                      </a:lnTo>
                      <a:lnTo>
                        <a:pt x="20380" y="18476"/>
                      </a:lnTo>
                      <a:lnTo>
                        <a:pt x="20212" y="18413"/>
                      </a:lnTo>
                      <a:lnTo>
                        <a:pt x="19794" y="18330"/>
                      </a:lnTo>
                      <a:lnTo>
                        <a:pt x="19627" y="18183"/>
                      </a:lnTo>
                      <a:lnTo>
                        <a:pt x="19585" y="18079"/>
                      </a:lnTo>
                      <a:lnTo>
                        <a:pt x="19396" y="18100"/>
                      </a:lnTo>
                      <a:lnTo>
                        <a:pt x="19334" y="18204"/>
                      </a:lnTo>
                      <a:lnTo>
                        <a:pt x="19313" y="18162"/>
                      </a:lnTo>
                      <a:lnTo>
                        <a:pt x="19229" y="18120"/>
                      </a:lnTo>
                      <a:lnTo>
                        <a:pt x="19313" y="17974"/>
                      </a:lnTo>
                      <a:lnTo>
                        <a:pt x="19480" y="17953"/>
                      </a:lnTo>
                      <a:lnTo>
                        <a:pt x="19794" y="17890"/>
                      </a:lnTo>
                      <a:lnTo>
                        <a:pt x="19836" y="17807"/>
                      </a:lnTo>
                      <a:lnTo>
                        <a:pt x="20108" y="17974"/>
                      </a:lnTo>
                      <a:lnTo>
                        <a:pt x="20171" y="17974"/>
                      </a:lnTo>
                      <a:lnTo>
                        <a:pt x="20212" y="17890"/>
                      </a:lnTo>
                      <a:lnTo>
                        <a:pt x="20338" y="17890"/>
                      </a:lnTo>
                      <a:lnTo>
                        <a:pt x="20338" y="17974"/>
                      </a:lnTo>
                      <a:lnTo>
                        <a:pt x="20150" y="18079"/>
                      </a:lnTo>
                      <a:lnTo>
                        <a:pt x="20254" y="18183"/>
                      </a:lnTo>
                      <a:lnTo>
                        <a:pt x="20464" y="18162"/>
                      </a:lnTo>
                      <a:lnTo>
                        <a:pt x="20547" y="18058"/>
                      </a:lnTo>
                      <a:lnTo>
                        <a:pt x="20673" y="17995"/>
                      </a:lnTo>
                      <a:lnTo>
                        <a:pt x="20673" y="17911"/>
                      </a:lnTo>
                      <a:lnTo>
                        <a:pt x="20568" y="17786"/>
                      </a:lnTo>
                      <a:lnTo>
                        <a:pt x="20568" y="17702"/>
                      </a:lnTo>
                      <a:lnTo>
                        <a:pt x="20694" y="17786"/>
                      </a:lnTo>
                      <a:lnTo>
                        <a:pt x="20756" y="17702"/>
                      </a:lnTo>
                      <a:lnTo>
                        <a:pt x="20756" y="17472"/>
                      </a:lnTo>
                      <a:lnTo>
                        <a:pt x="20882" y="17388"/>
                      </a:lnTo>
                      <a:lnTo>
                        <a:pt x="20861" y="17325"/>
                      </a:lnTo>
                      <a:lnTo>
                        <a:pt x="20777" y="17346"/>
                      </a:lnTo>
                      <a:lnTo>
                        <a:pt x="20756" y="17284"/>
                      </a:lnTo>
                      <a:lnTo>
                        <a:pt x="20882" y="17242"/>
                      </a:lnTo>
                      <a:lnTo>
                        <a:pt x="20882" y="17012"/>
                      </a:lnTo>
                      <a:lnTo>
                        <a:pt x="20840" y="16928"/>
                      </a:lnTo>
                      <a:lnTo>
                        <a:pt x="20903" y="16823"/>
                      </a:lnTo>
                      <a:lnTo>
                        <a:pt x="20903" y="16760"/>
                      </a:lnTo>
                      <a:lnTo>
                        <a:pt x="21008" y="16698"/>
                      </a:lnTo>
                      <a:lnTo>
                        <a:pt x="20987" y="16509"/>
                      </a:lnTo>
                      <a:lnTo>
                        <a:pt x="20861" y="16384"/>
                      </a:lnTo>
                      <a:lnTo>
                        <a:pt x="20777" y="16175"/>
                      </a:lnTo>
                      <a:lnTo>
                        <a:pt x="20798" y="16007"/>
                      </a:lnTo>
                      <a:lnTo>
                        <a:pt x="20798" y="15882"/>
                      </a:lnTo>
                      <a:lnTo>
                        <a:pt x="20861" y="15903"/>
                      </a:lnTo>
                      <a:lnTo>
                        <a:pt x="20861" y="15819"/>
                      </a:lnTo>
                      <a:lnTo>
                        <a:pt x="20673" y="15651"/>
                      </a:lnTo>
                      <a:lnTo>
                        <a:pt x="20589" y="15610"/>
                      </a:lnTo>
                      <a:lnTo>
                        <a:pt x="20526" y="15505"/>
                      </a:lnTo>
                      <a:lnTo>
                        <a:pt x="20338" y="15463"/>
                      </a:lnTo>
                      <a:lnTo>
                        <a:pt x="20108" y="15170"/>
                      </a:lnTo>
                      <a:lnTo>
                        <a:pt x="20045" y="14940"/>
                      </a:lnTo>
                      <a:lnTo>
                        <a:pt x="20003" y="14877"/>
                      </a:lnTo>
                      <a:lnTo>
                        <a:pt x="20045" y="14794"/>
                      </a:lnTo>
                      <a:lnTo>
                        <a:pt x="19919" y="14710"/>
                      </a:lnTo>
                      <a:lnTo>
                        <a:pt x="19836" y="14563"/>
                      </a:lnTo>
                      <a:lnTo>
                        <a:pt x="19899" y="14417"/>
                      </a:lnTo>
                      <a:lnTo>
                        <a:pt x="19710" y="14145"/>
                      </a:lnTo>
                      <a:lnTo>
                        <a:pt x="19710" y="13978"/>
                      </a:lnTo>
                      <a:lnTo>
                        <a:pt x="19585" y="13831"/>
                      </a:lnTo>
                      <a:lnTo>
                        <a:pt x="19606" y="13768"/>
                      </a:lnTo>
                      <a:lnTo>
                        <a:pt x="19606" y="13685"/>
                      </a:lnTo>
                      <a:lnTo>
                        <a:pt x="19501" y="13580"/>
                      </a:lnTo>
                      <a:lnTo>
                        <a:pt x="19438" y="13224"/>
                      </a:lnTo>
                      <a:lnTo>
                        <a:pt x="19375" y="13078"/>
                      </a:lnTo>
                      <a:lnTo>
                        <a:pt x="19229" y="12973"/>
                      </a:lnTo>
                      <a:lnTo>
                        <a:pt x="19292" y="12910"/>
                      </a:lnTo>
                      <a:lnTo>
                        <a:pt x="19250" y="12848"/>
                      </a:lnTo>
                      <a:lnTo>
                        <a:pt x="19166" y="12869"/>
                      </a:lnTo>
                      <a:lnTo>
                        <a:pt x="19166" y="12848"/>
                      </a:lnTo>
                      <a:lnTo>
                        <a:pt x="19041" y="12806"/>
                      </a:lnTo>
                      <a:lnTo>
                        <a:pt x="18957" y="12638"/>
                      </a:lnTo>
                      <a:lnTo>
                        <a:pt x="18831" y="12534"/>
                      </a:lnTo>
                      <a:lnTo>
                        <a:pt x="18769" y="12408"/>
                      </a:lnTo>
                      <a:lnTo>
                        <a:pt x="18852" y="12387"/>
                      </a:lnTo>
                      <a:lnTo>
                        <a:pt x="18873" y="12283"/>
                      </a:lnTo>
                      <a:lnTo>
                        <a:pt x="18831" y="12178"/>
                      </a:lnTo>
                      <a:lnTo>
                        <a:pt x="18852" y="12094"/>
                      </a:lnTo>
                      <a:lnTo>
                        <a:pt x="18790" y="11990"/>
                      </a:lnTo>
                      <a:lnTo>
                        <a:pt x="18852" y="11676"/>
                      </a:lnTo>
                      <a:lnTo>
                        <a:pt x="18769" y="11488"/>
                      </a:lnTo>
                      <a:lnTo>
                        <a:pt x="18769" y="11278"/>
                      </a:lnTo>
                      <a:lnTo>
                        <a:pt x="18727" y="11195"/>
                      </a:lnTo>
                      <a:lnTo>
                        <a:pt x="18727" y="11069"/>
                      </a:lnTo>
                      <a:lnTo>
                        <a:pt x="18643" y="10944"/>
                      </a:lnTo>
                      <a:lnTo>
                        <a:pt x="18748" y="10881"/>
                      </a:lnTo>
                      <a:lnTo>
                        <a:pt x="18685" y="10776"/>
                      </a:lnTo>
                      <a:lnTo>
                        <a:pt x="18559" y="10755"/>
                      </a:lnTo>
                      <a:lnTo>
                        <a:pt x="18413" y="10755"/>
                      </a:lnTo>
                      <a:lnTo>
                        <a:pt x="18057" y="10630"/>
                      </a:lnTo>
                      <a:lnTo>
                        <a:pt x="17932" y="10630"/>
                      </a:lnTo>
                      <a:lnTo>
                        <a:pt x="17890" y="10672"/>
                      </a:lnTo>
                      <a:lnTo>
                        <a:pt x="17785" y="10630"/>
                      </a:lnTo>
                      <a:lnTo>
                        <a:pt x="17681" y="10630"/>
                      </a:lnTo>
                      <a:lnTo>
                        <a:pt x="17534" y="10714"/>
                      </a:lnTo>
                      <a:lnTo>
                        <a:pt x="17388" y="10714"/>
                      </a:lnTo>
                      <a:lnTo>
                        <a:pt x="17262" y="10755"/>
                      </a:lnTo>
                      <a:lnTo>
                        <a:pt x="17220" y="10714"/>
                      </a:lnTo>
                      <a:lnTo>
                        <a:pt x="17262" y="10651"/>
                      </a:lnTo>
                      <a:lnTo>
                        <a:pt x="17158" y="10609"/>
                      </a:lnTo>
                      <a:lnTo>
                        <a:pt x="17053" y="10630"/>
                      </a:lnTo>
                      <a:lnTo>
                        <a:pt x="17074" y="10860"/>
                      </a:lnTo>
                      <a:lnTo>
                        <a:pt x="17053" y="11069"/>
                      </a:lnTo>
                      <a:lnTo>
                        <a:pt x="17158" y="11195"/>
                      </a:lnTo>
                      <a:lnTo>
                        <a:pt x="17116" y="11258"/>
                      </a:lnTo>
                      <a:lnTo>
                        <a:pt x="17074" y="11467"/>
                      </a:lnTo>
                      <a:lnTo>
                        <a:pt x="17158" y="11550"/>
                      </a:lnTo>
                      <a:lnTo>
                        <a:pt x="17158" y="11676"/>
                      </a:lnTo>
                      <a:lnTo>
                        <a:pt x="17199" y="11760"/>
                      </a:lnTo>
                      <a:lnTo>
                        <a:pt x="17158" y="11822"/>
                      </a:lnTo>
                      <a:lnTo>
                        <a:pt x="17158" y="12011"/>
                      </a:lnTo>
                      <a:lnTo>
                        <a:pt x="17220" y="12136"/>
                      </a:lnTo>
                      <a:lnTo>
                        <a:pt x="17158" y="12304"/>
                      </a:lnTo>
                      <a:lnTo>
                        <a:pt x="17158" y="12408"/>
                      </a:lnTo>
                      <a:lnTo>
                        <a:pt x="17199" y="12534"/>
                      </a:lnTo>
                      <a:lnTo>
                        <a:pt x="17178" y="12618"/>
                      </a:lnTo>
                      <a:lnTo>
                        <a:pt x="17053" y="12701"/>
                      </a:lnTo>
                      <a:lnTo>
                        <a:pt x="16844" y="13015"/>
                      </a:lnTo>
                      <a:lnTo>
                        <a:pt x="16760" y="13057"/>
                      </a:lnTo>
                      <a:lnTo>
                        <a:pt x="16781" y="13162"/>
                      </a:lnTo>
                      <a:lnTo>
                        <a:pt x="16865" y="13266"/>
                      </a:lnTo>
                      <a:lnTo>
                        <a:pt x="16802" y="13371"/>
                      </a:lnTo>
                      <a:lnTo>
                        <a:pt x="16781" y="13559"/>
                      </a:lnTo>
                      <a:lnTo>
                        <a:pt x="16906" y="13685"/>
                      </a:lnTo>
                      <a:lnTo>
                        <a:pt x="16990" y="13643"/>
                      </a:lnTo>
                      <a:lnTo>
                        <a:pt x="17074" y="13706"/>
                      </a:lnTo>
                      <a:lnTo>
                        <a:pt x="17158" y="13915"/>
                      </a:lnTo>
                      <a:lnTo>
                        <a:pt x="17283" y="13915"/>
                      </a:lnTo>
                      <a:lnTo>
                        <a:pt x="17388" y="14019"/>
                      </a:lnTo>
                      <a:lnTo>
                        <a:pt x="17304" y="13999"/>
                      </a:lnTo>
                      <a:lnTo>
                        <a:pt x="17220" y="14103"/>
                      </a:lnTo>
                      <a:lnTo>
                        <a:pt x="17220" y="14271"/>
                      </a:lnTo>
                      <a:lnTo>
                        <a:pt x="17409" y="14396"/>
                      </a:lnTo>
                      <a:lnTo>
                        <a:pt x="17409" y="14522"/>
                      </a:lnTo>
                      <a:lnTo>
                        <a:pt x="17325" y="14605"/>
                      </a:lnTo>
                      <a:lnTo>
                        <a:pt x="17262" y="14543"/>
                      </a:lnTo>
                      <a:lnTo>
                        <a:pt x="17262" y="14626"/>
                      </a:lnTo>
                      <a:lnTo>
                        <a:pt x="17367" y="14898"/>
                      </a:lnTo>
                      <a:lnTo>
                        <a:pt x="17430" y="14961"/>
                      </a:lnTo>
                      <a:lnTo>
                        <a:pt x="17492" y="15149"/>
                      </a:lnTo>
                      <a:lnTo>
                        <a:pt x="17534" y="15066"/>
                      </a:lnTo>
                      <a:lnTo>
                        <a:pt x="17639" y="15149"/>
                      </a:lnTo>
                      <a:lnTo>
                        <a:pt x="17764" y="15149"/>
                      </a:lnTo>
                      <a:lnTo>
                        <a:pt x="17911" y="15233"/>
                      </a:lnTo>
                      <a:lnTo>
                        <a:pt x="18015" y="15066"/>
                      </a:lnTo>
                      <a:lnTo>
                        <a:pt x="18057" y="15128"/>
                      </a:lnTo>
                      <a:lnTo>
                        <a:pt x="18057" y="15338"/>
                      </a:lnTo>
                      <a:lnTo>
                        <a:pt x="18141" y="15442"/>
                      </a:lnTo>
                      <a:lnTo>
                        <a:pt x="18183" y="15463"/>
                      </a:lnTo>
                      <a:lnTo>
                        <a:pt x="18434" y="15756"/>
                      </a:lnTo>
                      <a:lnTo>
                        <a:pt x="18559" y="15777"/>
                      </a:lnTo>
                      <a:lnTo>
                        <a:pt x="18643" y="15735"/>
                      </a:lnTo>
                      <a:lnTo>
                        <a:pt x="18748" y="15735"/>
                      </a:lnTo>
                      <a:lnTo>
                        <a:pt x="18769" y="15777"/>
                      </a:lnTo>
                      <a:lnTo>
                        <a:pt x="18873" y="15777"/>
                      </a:lnTo>
                      <a:lnTo>
                        <a:pt x="18769" y="15861"/>
                      </a:lnTo>
                      <a:lnTo>
                        <a:pt x="18769" y="16175"/>
                      </a:lnTo>
                      <a:lnTo>
                        <a:pt x="18748" y="16258"/>
                      </a:lnTo>
                      <a:lnTo>
                        <a:pt x="18811" y="16384"/>
                      </a:lnTo>
                      <a:lnTo>
                        <a:pt x="18790" y="16426"/>
                      </a:lnTo>
                      <a:lnTo>
                        <a:pt x="18706" y="16426"/>
                      </a:lnTo>
                      <a:lnTo>
                        <a:pt x="18748" y="16593"/>
                      </a:lnTo>
                      <a:lnTo>
                        <a:pt x="18748" y="16677"/>
                      </a:lnTo>
                      <a:lnTo>
                        <a:pt x="18601" y="16635"/>
                      </a:lnTo>
                      <a:lnTo>
                        <a:pt x="18476" y="16384"/>
                      </a:lnTo>
                      <a:lnTo>
                        <a:pt x="18329" y="16258"/>
                      </a:lnTo>
                      <a:lnTo>
                        <a:pt x="18141" y="16216"/>
                      </a:lnTo>
                      <a:lnTo>
                        <a:pt x="18057" y="16070"/>
                      </a:lnTo>
                      <a:lnTo>
                        <a:pt x="17932" y="15965"/>
                      </a:lnTo>
                      <a:lnTo>
                        <a:pt x="17618" y="15944"/>
                      </a:lnTo>
                      <a:lnTo>
                        <a:pt x="17304" y="15756"/>
                      </a:lnTo>
                      <a:lnTo>
                        <a:pt x="17116" y="15735"/>
                      </a:lnTo>
                      <a:lnTo>
                        <a:pt x="17095" y="15631"/>
                      </a:lnTo>
                      <a:lnTo>
                        <a:pt x="17011" y="15631"/>
                      </a:lnTo>
                      <a:lnTo>
                        <a:pt x="16906" y="15547"/>
                      </a:lnTo>
                      <a:lnTo>
                        <a:pt x="16760" y="15589"/>
                      </a:lnTo>
                      <a:lnTo>
                        <a:pt x="16655" y="15693"/>
                      </a:lnTo>
                      <a:lnTo>
                        <a:pt x="16593" y="15568"/>
                      </a:lnTo>
                      <a:lnTo>
                        <a:pt x="16614" y="15526"/>
                      </a:lnTo>
                      <a:lnTo>
                        <a:pt x="16593" y="15442"/>
                      </a:lnTo>
                      <a:lnTo>
                        <a:pt x="16237" y="15317"/>
                      </a:lnTo>
                      <a:lnTo>
                        <a:pt x="16070" y="15212"/>
                      </a:lnTo>
                      <a:lnTo>
                        <a:pt x="15526" y="15170"/>
                      </a:lnTo>
                      <a:lnTo>
                        <a:pt x="15086" y="15233"/>
                      </a:lnTo>
                      <a:lnTo>
                        <a:pt x="14982" y="15191"/>
                      </a:lnTo>
                      <a:lnTo>
                        <a:pt x="14877" y="15233"/>
                      </a:lnTo>
                      <a:lnTo>
                        <a:pt x="14772" y="15170"/>
                      </a:lnTo>
                      <a:lnTo>
                        <a:pt x="14710" y="15212"/>
                      </a:lnTo>
                      <a:lnTo>
                        <a:pt x="14605" y="15170"/>
                      </a:lnTo>
                      <a:lnTo>
                        <a:pt x="14521" y="15233"/>
                      </a:lnTo>
                      <a:lnTo>
                        <a:pt x="14584" y="15359"/>
                      </a:lnTo>
                      <a:lnTo>
                        <a:pt x="14584" y="15463"/>
                      </a:lnTo>
                      <a:lnTo>
                        <a:pt x="14458" y="15505"/>
                      </a:lnTo>
                      <a:lnTo>
                        <a:pt x="14458" y="15568"/>
                      </a:lnTo>
                      <a:lnTo>
                        <a:pt x="14521" y="15693"/>
                      </a:lnTo>
                      <a:lnTo>
                        <a:pt x="14605" y="15756"/>
                      </a:lnTo>
                      <a:lnTo>
                        <a:pt x="14668" y="15965"/>
                      </a:lnTo>
                      <a:lnTo>
                        <a:pt x="14710" y="16070"/>
                      </a:lnTo>
                      <a:lnTo>
                        <a:pt x="14751" y="15965"/>
                      </a:lnTo>
                      <a:lnTo>
                        <a:pt x="14814" y="15965"/>
                      </a:lnTo>
                      <a:lnTo>
                        <a:pt x="14919" y="16133"/>
                      </a:lnTo>
                      <a:lnTo>
                        <a:pt x="14919" y="16237"/>
                      </a:lnTo>
                      <a:lnTo>
                        <a:pt x="15044" y="16279"/>
                      </a:lnTo>
                      <a:lnTo>
                        <a:pt x="15212" y="16447"/>
                      </a:lnTo>
                      <a:lnTo>
                        <a:pt x="15044" y="16426"/>
                      </a:lnTo>
                      <a:lnTo>
                        <a:pt x="15002" y="16384"/>
                      </a:lnTo>
                      <a:lnTo>
                        <a:pt x="14919" y="16384"/>
                      </a:lnTo>
                      <a:lnTo>
                        <a:pt x="14877" y="16551"/>
                      </a:lnTo>
                      <a:lnTo>
                        <a:pt x="14772" y="16635"/>
                      </a:lnTo>
                      <a:lnTo>
                        <a:pt x="14605" y="16551"/>
                      </a:lnTo>
                      <a:lnTo>
                        <a:pt x="14521" y="16614"/>
                      </a:lnTo>
                      <a:lnTo>
                        <a:pt x="14521" y="16656"/>
                      </a:lnTo>
                      <a:lnTo>
                        <a:pt x="14668" y="16823"/>
                      </a:lnTo>
                      <a:lnTo>
                        <a:pt x="14710" y="16865"/>
                      </a:lnTo>
                      <a:lnTo>
                        <a:pt x="14710" y="16949"/>
                      </a:lnTo>
                      <a:lnTo>
                        <a:pt x="14668" y="17032"/>
                      </a:lnTo>
                      <a:lnTo>
                        <a:pt x="14375" y="17032"/>
                      </a:lnTo>
                      <a:lnTo>
                        <a:pt x="14291" y="16949"/>
                      </a:lnTo>
                      <a:lnTo>
                        <a:pt x="14312" y="16865"/>
                      </a:lnTo>
                      <a:lnTo>
                        <a:pt x="14270" y="16760"/>
                      </a:lnTo>
                      <a:lnTo>
                        <a:pt x="14375" y="16698"/>
                      </a:lnTo>
                      <a:lnTo>
                        <a:pt x="14375" y="16635"/>
                      </a:lnTo>
                      <a:lnTo>
                        <a:pt x="14270" y="16530"/>
                      </a:lnTo>
                      <a:lnTo>
                        <a:pt x="14186" y="16509"/>
                      </a:lnTo>
                      <a:lnTo>
                        <a:pt x="14270" y="16405"/>
                      </a:lnTo>
                      <a:lnTo>
                        <a:pt x="14249" y="16384"/>
                      </a:lnTo>
                      <a:lnTo>
                        <a:pt x="14165" y="16426"/>
                      </a:lnTo>
                      <a:lnTo>
                        <a:pt x="14103" y="16426"/>
                      </a:lnTo>
                      <a:lnTo>
                        <a:pt x="13956" y="16593"/>
                      </a:lnTo>
                      <a:lnTo>
                        <a:pt x="13873" y="16614"/>
                      </a:lnTo>
                      <a:lnTo>
                        <a:pt x="13768" y="16719"/>
                      </a:lnTo>
                      <a:lnTo>
                        <a:pt x="13768" y="16760"/>
                      </a:lnTo>
                      <a:lnTo>
                        <a:pt x="13642" y="16760"/>
                      </a:lnTo>
                      <a:lnTo>
                        <a:pt x="13580" y="16844"/>
                      </a:lnTo>
                      <a:lnTo>
                        <a:pt x="13580" y="16928"/>
                      </a:lnTo>
                      <a:lnTo>
                        <a:pt x="13517" y="16970"/>
                      </a:lnTo>
                      <a:lnTo>
                        <a:pt x="13245" y="16970"/>
                      </a:lnTo>
                      <a:lnTo>
                        <a:pt x="13161" y="16949"/>
                      </a:lnTo>
                      <a:lnTo>
                        <a:pt x="13119" y="16970"/>
                      </a:lnTo>
                      <a:lnTo>
                        <a:pt x="13036" y="16970"/>
                      </a:lnTo>
                      <a:lnTo>
                        <a:pt x="12952" y="16928"/>
                      </a:lnTo>
                      <a:lnTo>
                        <a:pt x="12805" y="17032"/>
                      </a:lnTo>
                      <a:lnTo>
                        <a:pt x="12785" y="17074"/>
                      </a:lnTo>
                      <a:lnTo>
                        <a:pt x="12680" y="17116"/>
                      </a:lnTo>
                      <a:lnTo>
                        <a:pt x="12575" y="17221"/>
                      </a:lnTo>
                      <a:lnTo>
                        <a:pt x="12575" y="17263"/>
                      </a:lnTo>
                      <a:lnTo>
                        <a:pt x="12638" y="17325"/>
                      </a:lnTo>
                      <a:lnTo>
                        <a:pt x="12617" y="17388"/>
                      </a:lnTo>
                      <a:lnTo>
                        <a:pt x="12638" y="17472"/>
                      </a:lnTo>
                      <a:lnTo>
                        <a:pt x="12617" y="17535"/>
                      </a:lnTo>
                      <a:lnTo>
                        <a:pt x="12513" y="17451"/>
                      </a:lnTo>
                      <a:lnTo>
                        <a:pt x="12471" y="17367"/>
                      </a:lnTo>
                      <a:lnTo>
                        <a:pt x="12408" y="17367"/>
                      </a:lnTo>
                      <a:lnTo>
                        <a:pt x="12282" y="17493"/>
                      </a:lnTo>
                      <a:lnTo>
                        <a:pt x="12220" y="17639"/>
                      </a:lnTo>
                      <a:lnTo>
                        <a:pt x="12220" y="17493"/>
                      </a:lnTo>
                      <a:lnTo>
                        <a:pt x="12094" y="17451"/>
                      </a:lnTo>
                      <a:lnTo>
                        <a:pt x="12010" y="17493"/>
                      </a:lnTo>
                      <a:lnTo>
                        <a:pt x="11948" y="17493"/>
                      </a:lnTo>
                      <a:lnTo>
                        <a:pt x="11864" y="17535"/>
                      </a:lnTo>
                      <a:lnTo>
                        <a:pt x="11759" y="17493"/>
                      </a:lnTo>
                      <a:lnTo>
                        <a:pt x="11738" y="17388"/>
                      </a:lnTo>
                      <a:lnTo>
                        <a:pt x="11864" y="17284"/>
                      </a:lnTo>
                      <a:lnTo>
                        <a:pt x="11969" y="17284"/>
                      </a:lnTo>
                      <a:lnTo>
                        <a:pt x="12010" y="17221"/>
                      </a:lnTo>
                      <a:lnTo>
                        <a:pt x="11948" y="17074"/>
                      </a:lnTo>
                      <a:lnTo>
                        <a:pt x="11969" y="17032"/>
                      </a:lnTo>
                      <a:lnTo>
                        <a:pt x="12052" y="16970"/>
                      </a:lnTo>
                      <a:lnTo>
                        <a:pt x="11906" y="16844"/>
                      </a:lnTo>
                      <a:lnTo>
                        <a:pt x="11864" y="16865"/>
                      </a:lnTo>
                      <a:lnTo>
                        <a:pt x="11780" y="16844"/>
                      </a:lnTo>
                      <a:lnTo>
                        <a:pt x="11759" y="16802"/>
                      </a:lnTo>
                      <a:lnTo>
                        <a:pt x="11969" y="16698"/>
                      </a:lnTo>
                      <a:lnTo>
                        <a:pt x="12052" y="16698"/>
                      </a:lnTo>
                      <a:lnTo>
                        <a:pt x="12157" y="16635"/>
                      </a:lnTo>
                      <a:lnTo>
                        <a:pt x="12115" y="16593"/>
                      </a:lnTo>
                      <a:lnTo>
                        <a:pt x="11906" y="16614"/>
                      </a:lnTo>
                      <a:lnTo>
                        <a:pt x="11592" y="16740"/>
                      </a:lnTo>
                      <a:lnTo>
                        <a:pt x="11529" y="16823"/>
                      </a:lnTo>
                      <a:lnTo>
                        <a:pt x="11571" y="16886"/>
                      </a:lnTo>
                      <a:lnTo>
                        <a:pt x="11592" y="16970"/>
                      </a:lnTo>
                      <a:lnTo>
                        <a:pt x="11655" y="17053"/>
                      </a:lnTo>
                      <a:lnTo>
                        <a:pt x="11592" y="17137"/>
                      </a:lnTo>
                      <a:lnTo>
                        <a:pt x="11529" y="17158"/>
                      </a:lnTo>
                      <a:lnTo>
                        <a:pt x="11425" y="17053"/>
                      </a:lnTo>
                      <a:lnTo>
                        <a:pt x="11445" y="17012"/>
                      </a:lnTo>
                      <a:lnTo>
                        <a:pt x="11487" y="16991"/>
                      </a:lnTo>
                      <a:lnTo>
                        <a:pt x="11466" y="16907"/>
                      </a:lnTo>
                      <a:lnTo>
                        <a:pt x="11445" y="16907"/>
                      </a:lnTo>
                      <a:lnTo>
                        <a:pt x="11236" y="17116"/>
                      </a:lnTo>
                      <a:lnTo>
                        <a:pt x="11236" y="17158"/>
                      </a:lnTo>
                      <a:lnTo>
                        <a:pt x="11320" y="17242"/>
                      </a:lnTo>
                      <a:lnTo>
                        <a:pt x="11383" y="17263"/>
                      </a:lnTo>
                      <a:lnTo>
                        <a:pt x="11383" y="17346"/>
                      </a:lnTo>
                      <a:lnTo>
                        <a:pt x="11257" y="17472"/>
                      </a:lnTo>
                      <a:lnTo>
                        <a:pt x="11215" y="17430"/>
                      </a:lnTo>
                      <a:lnTo>
                        <a:pt x="11257" y="17346"/>
                      </a:lnTo>
                      <a:lnTo>
                        <a:pt x="11236" y="17263"/>
                      </a:lnTo>
                      <a:lnTo>
                        <a:pt x="11173" y="17263"/>
                      </a:lnTo>
                      <a:lnTo>
                        <a:pt x="11173" y="17200"/>
                      </a:lnTo>
                      <a:lnTo>
                        <a:pt x="10943" y="17263"/>
                      </a:lnTo>
                      <a:lnTo>
                        <a:pt x="10922" y="17346"/>
                      </a:lnTo>
                      <a:lnTo>
                        <a:pt x="10755" y="17430"/>
                      </a:lnTo>
                      <a:lnTo>
                        <a:pt x="10629" y="17409"/>
                      </a:lnTo>
                      <a:lnTo>
                        <a:pt x="10546" y="17430"/>
                      </a:lnTo>
                      <a:lnTo>
                        <a:pt x="10546" y="17472"/>
                      </a:lnTo>
                      <a:lnTo>
                        <a:pt x="10316" y="17765"/>
                      </a:lnTo>
                      <a:lnTo>
                        <a:pt x="10274" y="17786"/>
                      </a:lnTo>
                      <a:lnTo>
                        <a:pt x="10064" y="18058"/>
                      </a:lnTo>
                      <a:lnTo>
                        <a:pt x="9960" y="18100"/>
                      </a:lnTo>
                      <a:lnTo>
                        <a:pt x="9876" y="18037"/>
                      </a:lnTo>
                      <a:lnTo>
                        <a:pt x="9813" y="18037"/>
                      </a:lnTo>
                      <a:lnTo>
                        <a:pt x="9876" y="18141"/>
                      </a:lnTo>
                      <a:lnTo>
                        <a:pt x="10023" y="18246"/>
                      </a:lnTo>
                      <a:lnTo>
                        <a:pt x="10064" y="18309"/>
                      </a:lnTo>
                      <a:lnTo>
                        <a:pt x="10064" y="18309"/>
                      </a:lnTo>
                      <a:lnTo>
                        <a:pt x="9876" y="18246"/>
                      </a:lnTo>
                      <a:lnTo>
                        <a:pt x="9813" y="18288"/>
                      </a:lnTo>
                      <a:lnTo>
                        <a:pt x="9500" y="18309"/>
                      </a:lnTo>
                      <a:lnTo>
                        <a:pt x="9458" y="18372"/>
                      </a:lnTo>
                      <a:lnTo>
                        <a:pt x="9541" y="18476"/>
                      </a:lnTo>
                      <a:lnTo>
                        <a:pt x="9541" y="18581"/>
                      </a:lnTo>
                      <a:lnTo>
                        <a:pt x="9458" y="18706"/>
                      </a:lnTo>
                      <a:lnTo>
                        <a:pt x="9500" y="18895"/>
                      </a:lnTo>
                      <a:lnTo>
                        <a:pt x="9458" y="19020"/>
                      </a:lnTo>
                      <a:lnTo>
                        <a:pt x="9248" y="19104"/>
                      </a:lnTo>
                      <a:lnTo>
                        <a:pt x="9228" y="19146"/>
                      </a:lnTo>
                      <a:lnTo>
                        <a:pt x="9081" y="19146"/>
                      </a:lnTo>
                      <a:lnTo>
                        <a:pt x="9039" y="19229"/>
                      </a:lnTo>
                      <a:lnTo>
                        <a:pt x="8956" y="19104"/>
                      </a:lnTo>
                      <a:lnTo>
                        <a:pt x="8809" y="19208"/>
                      </a:lnTo>
                      <a:lnTo>
                        <a:pt x="8579" y="19208"/>
                      </a:lnTo>
                      <a:lnTo>
                        <a:pt x="8328" y="18916"/>
                      </a:lnTo>
                      <a:lnTo>
                        <a:pt x="8098" y="18706"/>
                      </a:lnTo>
                      <a:lnTo>
                        <a:pt x="8014" y="18644"/>
                      </a:lnTo>
                      <a:lnTo>
                        <a:pt x="8014" y="18476"/>
                      </a:lnTo>
                      <a:lnTo>
                        <a:pt x="8056" y="18413"/>
                      </a:lnTo>
                      <a:lnTo>
                        <a:pt x="8098" y="18455"/>
                      </a:lnTo>
                      <a:lnTo>
                        <a:pt x="8160" y="18372"/>
                      </a:lnTo>
                      <a:lnTo>
                        <a:pt x="8119" y="18309"/>
                      </a:lnTo>
                      <a:lnTo>
                        <a:pt x="8181" y="18267"/>
                      </a:lnTo>
                      <a:lnTo>
                        <a:pt x="8370" y="18267"/>
                      </a:lnTo>
                      <a:lnTo>
                        <a:pt x="8412" y="18183"/>
                      </a:lnTo>
                      <a:lnTo>
                        <a:pt x="8621" y="18183"/>
                      </a:lnTo>
                      <a:lnTo>
                        <a:pt x="8642" y="18100"/>
                      </a:lnTo>
                      <a:lnTo>
                        <a:pt x="8495" y="17890"/>
                      </a:lnTo>
                      <a:lnTo>
                        <a:pt x="8474" y="17807"/>
                      </a:lnTo>
                      <a:lnTo>
                        <a:pt x="8328" y="17786"/>
                      </a:lnTo>
                      <a:lnTo>
                        <a:pt x="8202" y="17660"/>
                      </a:lnTo>
                      <a:lnTo>
                        <a:pt x="8202" y="17556"/>
                      </a:lnTo>
                      <a:lnTo>
                        <a:pt x="8077" y="17451"/>
                      </a:lnTo>
                      <a:lnTo>
                        <a:pt x="7763" y="17430"/>
                      </a:lnTo>
                      <a:lnTo>
                        <a:pt x="7554" y="17451"/>
                      </a:lnTo>
                      <a:lnTo>
                        <a:pt x="7449" y="17493"/>
                      </a:lnTo>
                      <a:lnTo>
                        <a:pt x="7323" y="17493"/>
                      </a:lnTo>
                      <a:lnTo>
                        <a:pt x="7072" y="17346"/>
                      </a:lnTo>
                      <a:lnTo>
                        <a:pt x="6947" y="17346"/>
                      </a:lnTo>
                      <a:lnTo>
                        <a:pt x="6947" y="17388"/>
                      </a:lnTo>
                      <a:lnTo>
                        <a:pt x="7240" y="17639"/>
                      </a:lnTo>
                      <a:lnTo>
                        <a:pt x="7386" y="17744"/>
                      </a:lnTo>
                      <a:lnTo>
                        <a:pt x="7470" y="17974"/>
                      </a:lnTo>
                      <a:lnTo>
                        <a:pt x="7470" y="18100"/>
                      </a:lnTo>
                      <a:lnTo>
                        <a:pt x="7533" y="18183"/>
                      </a:lnTo>
                      <a:lnTo>
                        <a:pt x="7470" y="18225"/>
                      </a:lnTo>
                      <a:lnTo>
                        <a:pt x="7470" y="18330"/>
                      </a:lnTo>
                      <a:lnTo>
                        <a:pt x="7491" y="18413"/>
                      </a:lnTo>
                      <a:lnTo>
                        <a:pt x="7449" y="18434"/>
                      </a:lnTo>
                      <a:lnTo>
                        <a:pt x="7449" y="18706"/>
                      </a:lnTo>
                      <a:lnTo>
                        <a:pt x="7386" y="18853"/>
                      </a:lnTo>
                      <a:lnTo>
                        <a:pt x="7449" y="18999"/>
                      </a:lnTo>
                      <a:lnTo>
                        <a:pt x="7595" y="18999"/>
                      </a:lnTo>
                      <a:lnTo>
                        <a:pt x="7742" y="19062"/>
                      </a:lnTo>
                      <a:lnTo>
                        <a:pt x="7805" y="19167"/>
                      </a:lnTo>
                      <a:lnTo>
                        <a:pt x="7784" y="19229"/>
                      </a:lnTo>
                      <a:lnTo>
                        <a:pt x="7805" y="19313"/>
                      </a:lnTo>
                      <a:lnTo>
                        <a:pt x="7784" y="19355"/>
                      </a:lnTo>
                      <a:lnTo>
                        <a:pt x="7784" y="19418"/>
                      </a:lnTo>
                      <a:lnTo>
                        <a:pt x="7847" y="19460"/>
                      </a:lnTo>
                      <a:lnTo>
                        <a:pt x="7784" y="19543"/>
                      </a:lnTo>
                      <a:lnTo>
                        <a:pt x="7784" y="19794"/>
                      </a:lnTo>
                      <a:lnTo>
                        <a:pt x="7742" y="19857"/>
                      </a:lnTo>
                      <a:lnTo>
                        <a:pt x="7805" y="20004"/>
                      </a:lnTo>
                      <a:lnTo>
                        <a:pt x="7847" y="20213"/>
                      </a:lnTo>
                      <a:lnTo>
                        <a:pt x="7763" y="20171"/>
                      </a:lnTo>
                      <a:lnTo>
                        <a:pt x="7700" y="20045"/>
                      </a:lnTo>
                      <a:lnTo>
                        <a:pt x="7575" y="19941"/>
                      </a:lnTo>
                      <a:lnTo>
                        <a:pt x="7449" y="20066"/>
                      </a:lnTo>
                      <a:lnTo>
                        <a:pt x="7470" y="19941"/>
                      </a:lnTo>
                      <a:lnTo>
                        <a:pt x="7428" y="19857"/>
                      </a:lnTo>
                      <a:lnTo>
                        <a:pt x="7240" y="19836"/>
                      </a:lnTo>
                      <a:lnTo>
                        <a:pt x="7072" y="19857"/>
                      </a:lnTo>
                      <a:lnTo>
                        <a:pt x="6968" y="19773"/>
                      </a:lnTo>
                      <a:lnTo>
                        <a:pt x="6821" y="19753"/>
                      </a:lnTo>
                      <a:lnTo>
                        <a:pt x="6738" y="19794"/>
                      </a:lnTo>
                      <a:lnTo>
                        <a:pt x="6612" y="20087"/>
                      </a:lnTo>
                      <a:lnTo>
                        <a:pt x="6424" y="20255"/>
                      </a:lnTo>
                      <a:lnTo>
                        <a:pt x="6298" y="20276"/>
                      </a:lnTo>
                      <a:lnTo>
                        <a:pt x="6194" y="20380"/>
                      </a:lnTo>
                      <a:lnTo>
                        <a:pt x="6173" y="20527"/>
                      </a:lnTo>
                      <a:lnTo>
                        <a:pt x="6026" y="20694"/>
                      </a:lnTo>
                      <a:lnTo>
                        <a:pt x="5963" y="20757"/>
                      </a:lnTo>
                      <a:lnTo>
                        <a:pt x="5963" y="20841"/>
                      </a:lnTo>
                      <a:lnTo>
                        <a:pt x="6005" y="21029"/>
                      </a:lnTo>
                      <a:lnTo>
                        <a:pt x="6277" y="21301"/>
                      </a:lnTo>
                      <a:lnTo>
                        <a:pt x="6424" y="21531"/>
                      </a:lnTo>
                      <a:lnTo>
                        <a:pt x="6340" y="21636"/>
                      </a:lnTo>
                      <a:lnTo>
                        <a:pt x="6277" y="21636"/>
                      </a:lnTo>
                      <a:lnTo>
                        <a:pt x="6277" y="21761"/>
                      </a:lnTo>
                      <a:lnTo>
                        <a:pt x="6173" y="21845"/>
                      </a:lnTo>
                      <a:lnTo>
                        <a:pt x="6110" y="21949"/>
                      </a:lnTo>
                      <a:lnTo>
                        <a:pt x="5963" y="21782"/>
                      </a:lnTo>
                      <a:lnTo>
                        <a:pt x="5587" y="21615"/>
                      </a:lnTo>
                      <a:lnTo>
                        <a:pt x="5461" y="21615"/>
                      </a:lnTo>
                      <a:lnTo>
                        <a:pt x="5398" y="21531"/>
                      </a:lnTo>
                      <a:lnTo>
                        <a:pt x="5189" y="21531"/>
                      </a:lnTo>
                      <a:lnTo>
                        <a:pt x="5085" y="21447"/>
                      </a:lnTo>
                      <a:lnTo>
                        <a:pt x="5022" y="21322"/>
                      </a:lnTo>
                      <a:lnTo>
                        <a:pt x="4854" y="21301"/>
                      </a:lnTo>
                      <a:lnTo>
                        <a:pt x="4729" y="21217"/>
                      </a:lnTo>
                      <a:lnTo>
                        <a:pt x="4603" y="21217"/>
                      </a:lnTo>
                      <a:lnTo>
                        <a:pt x="4562" y="21301"/>
                      </a:lnTo>
                      <a:lnTo>
                        <a:pt x="4603" y="21364"/>
                      </a:lnTo>
                      <a:lnTo>
                        <a:pt x="4562" y="21426"/>
                      </a:lnTo>
                      <a:lnTo>
                        <a:pt x="4603" y="21468"/>
                      </a:lnTo>
                      <a:lnTo>
                        <a:pt x="4520" y="21552"/>
                      </a:lnTo>
                      <a:lnTo>
                        <a:pt x="4415" y="21552"/>
                      </a:lnTo>
                      <a:lnTo>
                        <a:pt x="4499" y="21719"/>
                      </a:lnTo>
                      <a:lnTo>
                        <a:pt x="4520" y="21845"/>
                      </a:lnTo>
                      <a:lnTo>
                        <a:pt x="4666" y="21929"/>
                      </a:lnTo>
                      <a:lnTo>
                        <a:pt x="4771" y="22054"/>
                      </a:lnTo>
                      <a:lnTo>
                        <a:pt x="4917" y="22138"/>
                      </a:lnTo>
                      <a:lnTo>
                        <a:pt x="5022" y="22075"/>
                      </a:lnTo>
                      <a:lnTo>
                        <a:pt x="5085" y="22075"/>
                      </a:lnTo>
                      <a:lnTo>
                        <a:pt x="5168" y="22033"/>
                      </a:lnTo>
                      <a:lnTo>
                        <a:pt x="5189" y="22096"/>
                      </a:lnTo>
                      <a:lnTo>
                        <a:pt x="5336" y="22159"/>
                      </a:lnTo>
                      <a:lnTo>
                        <a:pt x="5336" y="22201"/>
                      </a:lnTo>
                      <a:lnTo>
                        <a:pt x="5273" y="22263"/>
                      </a:lnTo>
                      <a:lnTo>
                        <a:pt x="5357" y="22347"/>
                      </a:lnTo>
                      <a:lnTo>
                        <a:pt x="5357" y="22514"/>
                      </a:lnTo>
                      <a:lnTo>
                        <a:pt x="5273" y="22556"/>
                      </a:lnTo>
                      <a:lnTo>
                        <a:pt x="5168" y="22556"/>
                      </a:lnTo>
                      <a:lnTo>
                        <a:pt x="5043" y="22682"/>
                      </a:lnTo>
                      <a:lnTo>
                        <a:pt x="4980" y="22682"/>
                      </a:lnTo>
                      <a:lnTo>
                        <a:pt x="4875" y="22577"/>
                      </a:lnTo>
                      <a:lnTo>
                        <a:pt x="4729" y="22577"/>
                      </a:lnTo>
                      <a:lnTo>
                        <a:pt x="4645" y="22514"/>
                      </a:lnTo>
                      <a:lnTo>
                        <a:pt x="4457" y="22514"/>
                      </a:lnTo>
                      <a:lnTo>
                        <a:pt x="4415" y="22473"/>
                      </a:lnTo>
                      <a:lnTo>
                        <a:pt x="4415" y="22347"/>
                      </a:lnTo>
                      <a:lnTo>
                        <a:pt x="4310" y="22284"/>
                      </a:lnTo>
                      <a:lnTo>
                        <a:pt x="4227" y="22180"/>
                      </a:lnTo>
                      <a:lnTo>
                        <a:pt x="4185" y="22180"/>
                      </a:lnTo>
                      <a:lnTo>
                        <a:pt x="4080" y="22263"/>
                      </a:lnTo>
                      <a:lnTo>
                        <a:pt x="3829" y="22180"/>
                      </a:lnTo>
                      <a:lnTo>
                        <a:pt x="3787" y="22075"/>
                      </a:lnTo>
                      <a:lnTo>
                        <a:pt x="3725" y="22033"/>
                      </a:lnTo>
                      <a:lnTo>
                        <a:pt x="3787" y="21949"/>
                      </a:lnTo>
                      <a:lnTo>
                        <a:pt x="3766" y="21824"/>
                      </a:lnTo>
                      <a:lnTo>
                        <a:pt x="3766" y="21719"/>
                      </a:lnTo>
                      <a:lnTo>
                        <a:pt x="3662" y="21636"/>
                      </a:lnTo>
                      <a:lnTo>
                        <a:pt x="3662" y="21531"/>
                      </a:lnTo>
                      <a:lnTo>
                        <a:pt x="3494" y="21385"/>
                      </a:lnTo>
                      <a:lnTo>
                        <a:pt x="3494" y="21238"/>
                      </a:lnTo>
                      <a:lnTo>
                        <a:pt x="3411" y="21217"/>
                      </a:lnTo>
                      <a:lnTo>
                        <a:pt x="3453" y="21113"/>
                      </a:lnTo>
                      <a:lnTo>
                        <a:pt x="3515" y="21092"/>
                      </a:lnTo>
                      <a:lnTo>
                        <a:pt x="3557" y="20903"/>
                      </a:lnTo>
                      <a:lnTo>
                        <a:pt x="3557" y="20799"/>
                      </a:lnTo>
                      <a:lnTo>
                        <a:pt x="3515" y="20778"/>
                      </a:lnTo>
                      <a:lnTo>
                        <a:pt x="3515" y="20694"/>
                      </a:lnTo>
                      <a:lnTo>
                        <a:pt x="3578" y="20610"/>
                      </a:lnTo>
                      <a:lnTo>
                        <a:pt x="3515" y="20589"/>
                      </a:lnTo>
                      <a:lnTo>
                        <a:pt x="3390" y="20401"/>
                      </a:lnTo>
                      <a:lnTo>
                        <a:pt x="3139" y="20297"/>
                      </a:lnTo>
                      <a:lnTo>
                        <a:pt x="3055" y="20359"/>
                      </a:lnTo>
                      <a:lnTo>
                        <a:pt x="2992" y="20297"/>
                      </a:lnTo>
                      <a:lnTo>
                        <a:pt x="2930" y="20297"/>
                      </a:lnTo>
                      <a:lnTo>
                        <a:pt x="2867" y="20338"/>
                      </a:lnTo>
                      <a:lnTo>
                        <a:pt x="2741" y="20297"/>
                      </a:lnTo>
                      <a:lnTo>
                        <a:pt x="2783" y="20255"/>
                      </a:lnTo>
                      <a:lnTo>
                        <a:pt x="2888" y="20234"/>
                      </a:lnTo>
                      <a:lnTo>
                        <a:pt x="2930" y="20150"/>
                      </a:lnTo>
                      <a:lnTo>
                        <a:pt x="2783" y="20108"/>
                      </a:lnTo>
                      <a:lnTo>
                        <a:pt x="2783" y="20087"/>
                      </a:lnTo>
                      <a:lnTo>
                        <a:pt x="2867" y="20066"/>
                      </a:lnTo>
                      <a:lnTo>
                        <a:pt x="2783" y="20004"/>
                      </a:lnTo>
                      <a:lnTo>
                        <a:pt x="2720" y="20066"/>
                      </a:lnTo>
                      <a:lnTo>
                        <a:pt x="2532" y="20108"/>
                      </a:lnTo>
                      <a:lnTo>
                        <a:pt x="2511" y="20087"/>
                      </a:lnTo>
                      <a:lnTo>
                        <a:pt x="2553" y="20004"/>
                      </a:lnTo>
                      <a:lnTo>
                        <a:pt x="2658" y="19962"/>
                      </a:lnTo>
                      <a:lnTo>
                        <a:pt x="2637" y="19941"/>
                      </a:lnTo>
                      <a:lnTo>
                        <a:pt x="2448" y="19899"/>
                      </a:lnTo>
                      <a:lnTo>
                        <a:pt x="2427" y="19836"/>
                      </a:lnTo>
                      <a:lnTo>
                        <a:pt x="2302" y="19753"/>
                      </a:lnTo>
                      <a:lnTo>
                        <a:pt x="2260" y="19585"/>
                      </a:lnTo>
                      <a:lnTo>
                        <a:pt x="2134" y="19522"/>
                      </a:lnTo>
                      <a:lnTo>
                        <a:pt x="2155" y="19481"/>
                      </a:lnTo>
                      <a:lnTo>
                        <a:pt x="2260" y="19481"/>
                      </a:lnTo>
                      <a:lnTo>
                        <a:pt x="2302" y="19522"/>
                      </a:lnTo>
                      <a:lnTo>
                        <a:pt x="2448" y="19543"/>
                      </a:lnTo>
                      <a:lnTo>
                        <a:pt x="2469" y="19648"/>
                      </a:lnTo>
                      <a:lnTo>
                        <a:pt x="2720" y="19857"/>
                      </a:lnTo>
                      <a:lnTo>
                        <a:pt x="2783" y="19857"/>
                      </a:lnTo>
                      <a:lnTo>
                        <a:pt x="2825" y="19794"/>
                      </a:lnTo>
                      <a:lnTo>
                        <a:pt x="2950" y="19878"/>
                      </a:lnTo>
                      <a:lnTo>
                        <a:pt x="3139" y="19878"/>
                      </a:lnTo>
                      <a:lnTo>
                        <a:pt x="3160" y="19836"/>
                      </a:lnTo>
                      <a:lnTo>
                        <a:pt x="3243" y="19899"/>
                      </a:lnTo>
                      <a:lnTo>
                        <a:pt x="3160" y="19962"/>
                      </a:lnTo>
                      <a:lnTo>
                        <a:pt x="3202" y="19983"/>
                      </a:lnTo>
                      <a:lnTo>
                        <a:pt x="3202" y="20045"/>
                      </a:lnTo>
                      <a:lnTo>
                        <a:pt x="3306" y="20045"/>
                      </a:lnTo>
                      <a:lnTo>
                        <a:pt x="3369" y="19983"/>
                      </a:lnTo>
                      <a:lnTo>
                        <a:pt x="3557" y="19983"/>
                      </a:lnTo>
                      <a:lnTo>
                        <a:pt x="3494" y="20004"/>
                      </a:lnTo>
                      <a:lnTo>
                        <a:pt x="3599" y="20004"/>
                      </a:lnTo>
                      <a:lnTo>
                        <a:pt x="3704" y="19983"/>
                      </a:lnTo>
                      <a:lnTo>
                        <a:pt x="3704" y="20066"/>
                      </a:lnTo>
                      <a:lnTo>
                        <a:pt x="3871" y="20192"/>
                      </a:lnTo>
                      <a:lnTo>
                        <a:pt x="3934" y="20150"/>
                      </a:lnTo>
                      <a:lnTo>
                        <a:pt x="4038" y="20171"/>
                      </a:lnTo>
                      <a:lnTo>
                        <a:pt x="4080" y="20213"/>
                      </a:lnTo>
                      <a:lnTo>
                        <a:pt x="4227" y="20213"/>
                      </a:lnTo>
                      <a:lnTo>
                        <a:pt x="4331" y="20255"/>
                      </a:lnTo>
                      <a:lnTo>
                        <a:pt x="4415" y="20192"/>
                      </a:lnTo>
                      <a:lnTo>
                        <a:pt x="4541" y="20297"/>
                      </a:lnTo>
                      <a:lnTo>
                        <a:pt x="4729" y="20359"/>
                      </a:lnTo>
                      <a:lnTo>
                        <a:pt x="5064" y="20380"/>
                      </a:lnTo>
                      <a:lnTo>
                        <a:pt x="5336" y="20359"/>
                      </a:lnTo>
                      <a:lnTo>
                        <a:pt x="5357" y="20297"/>
                      </a:lnTo>
                      <a:lnTo>
                        <a:pt x="5545" y="20297"/>
                      </a:lnTo>
                      <a:lnTo>
                        <a:pt x="5608" y="20255"/>
                      </a:lnTo>
                      <a:lnTo>
                        <a:pt x="5796" y="20213"/>
                      </a:lnTo>
                      <a:lnTo>
                        <a:pt x="5963" y="20150"/>
                      </a:lnTo>
                      <a:lnTo>
                        <a:pt x="6173" y="19857"/>
                      </a:lnTo>
                      <a:lnTo>
                        <a:pt x="6194" y="19773"/>
                      </a:lnTo>
                      <a:lnTo>
                        <a:pt x="6319" y="19627"/>
                      </a:lnTo>
                      <a:lnTo>
                        <a:pt x="6319" y="19543"/>
                      </a:lnTo>
                      <a:lnTo>
                        <a:pt x="6340" y="19460"/>
                      </a:lnTo>
                      <a:lnTo>
                        <a:pt x="6382" y="19313"/>
                      </a:lnTo>
                      <a:lnTo>
                        <a:pt x="6382" y="19167"/>
                      </a:lnTo>
                      <a:lnTo>
                        <a:pt x="6382" y="19041"/>
                      </a:lnTo>
                      <a:lnTo>
                        <a:pt x="6319" y="18999"/>
                      </a:lnTo>
                      <a:lnTo>
                        <a:pt x="6277" y="18999"/>
                      </a:lnTo>
                      <a:lnTo>
                        <a:pt x="6173" y="18832"/>
                      </a:lnTo>
                      <a:lnTo>
                        <a:pt x="6089" y="18790"/>
                      </a:lnTo>
                      <a:lnTo>
                        <a:pt x="6068" y="18644"/>
                      </a:lnTo>
                      <a:lnTo>
                        <a:pt x="5963" y="18392"/>
                      </a:lnTo>
                      <a:lnTo>
                        <a:pt x="5859" y="18372"/>
                      </a:lnTo>
                      <a:lnTo>
                        <a:pt x="5817" y="18413"/>
                      </a:lnTo>
                      <a:lnTo>
                        <a:pt x="5691" y="18372"/>
                      </a:lnTo>
                      <a:lnTo>
                        <a:pt x="5691" y="18288"/>
                      </a:lnTo>
                      <a:lnTo>
                        <a:pt x="5461" y="18120"/>
                      </a:lnTo>
                      <a:lnTo>
                        <a:pt x="5461" y="18016"/>
                      </a:lnTo>
                      <a:lnTo>
                        <a:pt x="5336" y="17890"/>
                      </a:lnTo>
                      <a:lnTo>
                        <a:pt x="5273" y="17890"/>
                      </a:lnTo>
                      <a:lnTo>
                        <a:pt x="5294" y="17953"/>
                      </a:lnTo>
                      <a:lnTo>
                        <a:pt x="5378" y="18079"/>
                      </a:lnTo>
                      <a:lnTo>
                        <a:pt x="5294" y="18100"/>
                      </a:lnTo>
                      <a:lnTo>
                        <a:pt x="5168" y="17974"/>
                      </a:lnTo>
                      <a:lnTo>
                        <a:pt x="5085" y="17974"/>
                      </a:lnTo>
                      <a:lnTo>
                        <a:pt x="4938" y="17807"/>
                      </a:lnTo>
                      <a:lnTo>
                        <a:pt x="4875" y="17807"/>
                      </a:lnTo>
                      <a:lnTo>
                        <a:pt x="4875" y="17869"/>
                      </a:lnTo>
                      <a:lnTo>
                        <a:pt x="4917" y="17911"/>
                      </a:lnTo>
                      <a:lnTo>
                        <a:pt x="4834" y="17890"/>
                      </a:lnTo>
                      <a:lnTo>
                        <a:pt x="4708" y="17681"/>
                      </a:lnTo>
                      <a:lnTo>
                        <a:pt x="4603" y="17660"/>
                      </a:lnTo>
                      <a:lnTo>
                        <a:pt x="4520" y="17556"/>
                      </a:lnTo>
                      <a:lnTo>
                        <a:pt x="4122" y="17284"/>
                      </a:lnTo>
                      <a:lnTo>
                        <a:pt x="3515" y="16970"/>
                      </a:lnTo>
                      <a:lnTo>
                        <a:pt x="3390" y="16928"/>
                      </a:lnTo>
                      <a:lnTo>
                        <a:pt x="3369" y="16970"/>
                      </a:lnTo>
                      <a:lnTo>
                        <a:pt x="3243" y="16907"/>
                      </a:lnTo>
                      <a:lnTo>
                        <a:pt x="3097" y="16865"/>
                      </a:lnTo>
                      <a:lnTo>
                        <a:pt x="3097" y="16928"/>
                      </a:lnTo>
                      <a:lnTo>
                        <a:pt x="3034" y="16970"/>
                      </a:lnTo>
                      <a:lnTo>
                        <a:pt x="2930" y="16928"/>
                      </a:lnTo>
                      <a:lnTo>
                        <a:pt x="2762" y="16928"/>
                      </a:lnTo>
                      <a:lnTo>
                        <a:pt x="2678" y="16823"/>
                      </a:lnTo>
                      <a:lnTo>
                        <a:pt x="2574" y="16760"/>
                      </a:lnTo>
                      <a:lnTo>
                        <a:pt x="2574" y="16802"/>
                      </a:lnTo>
                      <a:lnTo>
                        <a:pt x="2637" y="16865"/>
                      </a:lnTo>
                      <a:lnTo>
                        <a:pt x="2616" y="16928"/>
                      </a:lnTo>
                      <a:lnTo>
                        <a:pt x="2532" y="16865"/>
                      </a:lnTo>
                      <a:lnTo>
                        <a:pt x="2406" y="16907"/>
                      </a:lnTo>
                      <a:lnTo>
                        <a:pt x="2344" y="16949"/>
                      </a:lnTo>
                      <a:lnTo>
                        <a:pt x="2365" y="17032"/>
                      </a:lnTo>
                      <a:lnTo>
                        <a:pt x="2302" y="17158"/>
                      </a:lnTo>
                      <a:lnTo>
                        <a:pt x="2155" y="17158"/>
                      </a:lnTo>
                      <a:lnTo>
                        <a:pt x="2239" y="17053"/>
                      </a:lnTo>
                      <a:lnTo>
                        <a:pt x="2323" y="17012"/>
                      </a:lnTo>
                      <a:lnTo>
                        <a:pt x="2260" y="16949"/>
                      </a:lnTo>
                      <a:lnTo>
                        <a:pt x="2197" y="16949"/>
                      </a:lnTo>
                      <a:lnTo>
                        <a:pt x="2218" y="16907"/>
                      </a:lnTo>
                      <a:lnTo>
                        <a:pt x="2239" y="16844"/>
                      </a:lnTo>
                      <a:lnTo>
                        <a:pt x="2197" y="16823"/>
                      </a:lnTo>
                      <a:lnTo>
                        <a:pt x="2134" y="16886"/>
                      </a:lnTo>
                      <a:lnTo>
                        <a:pt x="2030" y="17012"/>
                      </a:lnTo>
                      <a:lnTo>
                        <a:pt x="2030" y="16928"/>
                      </a:lnTo>
                      <a:lnTo>
                        <a:pt x="2030" y="16886"/>
                      </a:lnTo>
                      <a:lnTo>
                        <a:pt x="2009" y="16844"/>
                      </a:lnTo>
                      <a:lnTo>
                        <a:pt x="1946" y="16928"/>
                      </a:lnTo>
                      <a:lnTo>
                        <a:pt x="1925" y="16928"/>
                      </a:lnTo>
                      <a:lnTo>
                        <a:pt x="1925" y="16844"/>
                      </a:lnTo>
                      <a:lnTo>
                        <a:pt x="1821" y="16823"/>
                      </a:lnTo>
                      <a:lnTo>
                        <a:pt x="1716" y="16907"/>
                      </a:lnTo>
                      <a:lnTo>
                        <a:pt x="1695" y="16802"/>
                      </a:lnTo>
                      <a:lnTo>
                        <a:pt x="1632" y="16760"/>
                      </a:lnTo>
                      <a:lnTo>
                        <a:pt x="1569" y="16844"/>
                      </a:lnTo>
                      <a:lnTo>
                        <a:pt x="1528" y="16740"/>
                      </a:lnTo>
                      <a:lnTo>
                        <a:pt x="1528" y="16614"/>
                      </a:lnTo>
                      <a:lnTo>
                        <a:pt x="1590" y="16530"/>
                      </a:lnTo>
                      <a:lnTo>
                        <a:pt x="1590" y="16614"/>
                      </a:lnTo>
                      <a:lnTo>
                        <a:pt x="1674" y="16698"/>
                      </a:lnTo>
                      <a:lnTo>
                        <a:pt x="1800" y="16656"/>
                      </a:lnTo>
                      <a:lnTo>
                        <a:pt x="1883" y="16719"/>
                      </a:lnTo>
                      <a:lnTo>
                        <a:pt x="1988" y="16635"/>
                      </a:lnTo>
                      <a:lnTo>
                        <a:pt x="1988" y="16593"/>
                      </a:lnTo>
                      <a:lnTo>
                        <a:pt x="1904" y="16530"/>
                      </a:lnTo>
                      <a:lnTo>
                        <a:pt x="1883" y="16509"/>
                      </a:lnTo>
                      <a:lnTo>
                        <a:pt x="1800" y="16488"/>
                      </a:lnTo>
                      <a:lnTo>
                        <a:pt x="1737" y="16530"/>
                      </a:lnTo>
                      <a:lnTo>
                        <a:pt x="1695" y="16488"/>
                      </a:lnTo>
                      <a:lnTo>
                        <a:pt x="1632" y="16405"/>
                      </a:lnTo>
                      <a:lnTo>
                        <a:pt x="1528" y="16342"/>
                      </a:lnTo>
                      <a:lnTo>
                        <a:pt x="1423" y="16342"/>
                      </a:lnTo>
                      <a:lnTo>
                        <a:pt x="1402" y="16384"/>
                      </a:lnTo>
                      <a:lnTo>
                        <a:pt x="1465" y="16426"/>
                      </a:lnTo>
                      <a:lnTo>
                        <a:pt x="1486" y="16426"/>
                      </a:lnTo>
                      <a:lnTo>
                        <a:pt x="1486" y="16488"/>
                      </a:lnTo>
                      <a:lnTo>
                        <a:pt x="1402" y="16509"/>
                      </a:lnTo>
                      <a:lnTo>
                        <a:pt x="1360" y="16509"/>
                      </a:lnTo>
                      <a:lnTo>
                        <a:pt x="1360" y="16551"/>
                      </a:lnTo>
                      <a:lnTo>
                        <a:pt x="1465" y="16635"/>
                      </a:lnTo>
                      <a:lnTo>
                        <a:pt x="1402" y="16656"/>
                      </a:lnTo>
                      <a:lnTo>
                        <a:pt x="1318" y="16656"/>
                      </a:lnTo>
                      <a:lnTo>
                        <a:pt x="1277" y="16740"/>
                      </a:lnTo>
                      <a:lnTo>
                        <a:pt x="1256" y="16886"/>
                      </a:lnTo>
                      <a:lnTo>
                        <a:pt x="1193" y="16802"/>
                      </a:lnTo>
                      <a:lnTo>
                        <a:pt x="1193" y="16698"/>
                      </a:lnTo>
                      <a:lnTo>
                        <a:pt x="1151" y="16635"/>
                      </a:lnTo>
                      <a:lnTo>
                        <a:pt x="1005" y="16614"/>
                      </a:lnTo>
                      <a:lnTo>
                        <a:pt x="1005" y="16740"/>
                      </a:lnTo>
                      <a:lnTo>
                        <a:pt x="942" y="16823"/>
                      </a:lnTo>
                      <a:lnTo>
                        <a:pt x="795" y="16781"/>
                      </a:lnTo>
                      <a:lnTo>
                        <a:pt x="691" y="16781"/>
                      </a:lnTo>
                      <a:lnTo>
                        <a:pt x="691" y="16928"/>
                      </a:lnTo>
                      <a:lnTo>
                        <a:pt x="628" y="17053"/>
                      </a:lnTo>
                      <a:lnTo>
                        <a:pt x="481" y="17095"/>
                      </a:lnTo>
                      <a:lnTo>
                        <a:pt x="335" y="17242"/>
                      </a:lnTo>
                      <a:lnTo>
                        <a:pt x="335" y="17451"/>
                      </a:lnTo>
                      <a:lnTo>
                        <a:pt x="251" y="17451"/>
                      </a:lnTo>
                      <a:lnTo>
                        <a:pt x="105" y="17514"/>
                      </a:lnTo>
                      <a:lnTo>
                        <a:pt x="0" y="17556"/>
                      </a:lnTo>
                      <a:lnTo>
                        <a:pt x="105" y="17576"/>
                      </a:lnTo>
                      <a:lnTo>
                        <a:pt x="63" y="17744"/>
                      </a:lnTo>
                      <a:lnTo>
                        <a:pt x="21" y="17932"/>
                      </a:lnTo>
                      <a:lnTo>
                        <a:pt x="105" y="18037"/>
                      </a:lnTo>
                      <a:lnTo>
                        <a:pt x="209" y="18288"/>
                      </a:lnTo>
                      <a:lnTo>
                        <a:pt x="272" y="18288"/>
                      </a:lnTo>
                      <a:lnTo>
                        <a:pt x="440" y="18372"/>
                      </a:lnTo>
                      <a:lnTo>
                        <a:pt x="523" y="18497"/>
                      </a:lnTo>
                      <a:lnTo>
                        <a:pt x="565" y="18602"/>
                      </a:lnTo>
                      <a:lnTo>
                        <a:pt x="837" y="18769"/>
                      </a:lnTo>
                      <a:lnTo>
                        <a:pt x="900" y="18832"/>
                      </a:lnTo>
                      <a:lnTo>
                        <a:pt x="858" y="19020"/>
                      </a:lnTo>
                      <a:lnTo>
                        <a:pt x="753" y="19208"/>
                      </a:lnTo>
                      <a:lnTo>
                        <a:pt x="649" y="19460"/>
                      </a:lnTo>
                      <a:lnTo>
                        <a:pt x="774" y="19627"/>
                      </a:lnTo>
                      <a:lnTo>
                        <a:pt x="837" y="19773"/>
                      </a:lnTo>
                      <a:lnTo>
                        <a:pt x="1067" y="20234"/>
                      </a:lnTo>
                      <a:lnTo>
                        <a:pt x="1318" y="20820"/>
                      </a:lnTo>
                      <a:lnTo>
                        <a:pt x="1214" y="20861"/>
                      </a:lnTo>
                      <a:lnTo>
                        <a:pt x="1193" y="21217"/>
                      </a:lnTo>
                      <a:lnTo>
                        <a:pt x="1193" y="21322"/>
                      </a:lnTo>
                      <a:lnTo>
                        <a:pt x="1297" y="21343"/>
                      </a:lnTo>
                      <a:lnTo>
                        <a:pt x="1214" y="21447"/>
                      </a:lnTo>
                      <a:lnTo>
                        <a:pt x="1214" y="21636"/>
                      </a:lnTo>
                      <a:lnTo>
                        <a:pt x="1297" y="21740"/>
                      </a:lnTo>
                      <a:lnTo>
                        <a:pt x="1423" y="21761"/>
                      </a:lnTo>
                      <a:lnTo>
                        <a:pt x="1486" y="21866"/>
                      </a:lnTo>
                      <a:lnTo>
                        <a:pt x="1423" y="21929"/>
                      </a:lnTo>
                      <a:lnTo>
                        <a:pt x="1423" y="22138"/>
                      </a:lnTo>
                      <a:lnTo>
                        <a:pt x="1486" y="22263"/>
                      </a:lnTo>
                      <a:lnTo>
                        <a:pt x="1674" y="22389"/>
                      </a:lnTo>
                      <a:lnTo>
                        <a:pt x="1674" y="22577"/>
                      </a:lnTo>
                      <a:lnTo>
                        <a:pt x="1569" y="22745"/>
                      </a:lnTo>
                      <a:lnTo>
                        <a:pt x="1507" y="22912"/>
                      </a:lnTo>
                      <a:lnTo>
                        <a:pt x="1779" y="23289"/>
                      </a:lnTo>
                      <a:lnTo>
                        <a:pt x="1925" y="23330"/>
                      </a:lnTo>
                      <a:lnTo>
                        <a:pt x="2197" y="23623"/>
                      </a:lnTo>
                      <a:lnTo>
                        <a:pt x="2218" y="23812"/>
                      </a:lnTo>
                      <a:lnTo>
                        <a:pt x="2051" y="24230"/>
                      </a:lnTo>
                      <a:lnTo>
                        <a:pt x="1821" y="24628"/>
                      </a:lnTo>
                      <a:lnTo>
                        <a:pt x="1695" y="24900"/>
                      </a:lnTo>
                      <a:lnTo>
                        <a:pt x="1528" y="25151"/>
                      </a:lnTo>
                      <a:lnTo>
                        <a:pt x="1381" y="25402"/>
                      </a:lnTo>
                      <a:lnTo>
                        <a:pt x="1256" y="25486"/>
                      </a:lnTo>
                      <a:lnTo>
                        <a:pt x="984" y="25737"/>
                      </a:lnTo>
                      <a:lnTo>
                        <a:pt x="1005" y="25904"/>
                      </a:lnTo>
                      <a:cubicBezTo>
                        <a:pt x="1005" y="25883"/>
                        <a:pt x="1046" y="25883"/>
                        <a:pt x="1046" y="25883"/>
                      </a:cubicBezTo>
                      <a:cubicBezTo>
                        <a:pt x="1067" y="25883"/>
                        <a:pt x="1193" y="25799"/>
                        <a:pt x="1193" y="25799"/>
                      </a:cubicBezTo>
                      <a:lnTo>
                        <a:pt x="1318" y="25779"/>
                      </a:lnTo>
                      <a:lnTo>
                        <a:pt x="1256" y="25841"/>
                      </a:lnTo>
                      <a:lnTo>
                        <a:pt x="1297" y="25925"/>
                      </a:lnTo>
                      <a:lnTo>
                        <a:pt x="1297" y="26030"/>
                      </a:lnTo>
                      <a:lnTo>
                        <a:pt x="1172" y="25925"/>
                      </a:lnTo>
                      <a:lnTo>
                        <a:pt x="1151" y="26009"/>
                      </a:lnTo>
                      <a:lnTo>
                        <a:pt x="1277" y="26155"/>
                      </a:lnTo>
                      <a:lnTo>
                        <a:pt x="1402" y="26155"/>
                      </a:lnTo>
                      <a:lnTo>
                        <a:pt x="1486" y="26260"/>
                      </a:lnTo>
                      <a:lnTo>
                        <a:pt x="1611" y="26260"/>
                      </a:lnTo>
                      <a:lnTo>
                        <a:pt x="1674" y="26239"/>
                      </a:lnTo>
                      <a:lnTo>
                        <a:pt x="1779" y="26239"/>
                      </a:lnTo>
                      <a:lnTo>
                        <a:pt x="1883" y="26364"/>
                      </a:lnTo>
                      <a:lnTo>
                        <a:pt x="1800" y="26448"/>
                      </a:lnTo>
                      <a:lnTo>
                        <a:pt x="1611" y="26406"/>
                      </a:lnTo>
                      <a:lnTo>
                        <a:pt x="1528" y="26427"/>
                      </a:lnTo>
                      <a:lnTo>
                        <a:pt x="1507" y="26532"/>
                      </a:lnTo>
                      <a:lnTo>
                        <a:pt x="1381" y="26636"/>
                      </a:lnTo>
                      <a:lnTo>
                        <a:pt x="1277" y="26553"/>
                      </a:lnTo>
                      <a:lnTo>
                        <a:pt x="1214" y="26615"/>
                      </a:lnTo>
                      <a:lnTo>
                        <a:pt x="1214" y="26720"/>
                      </a:lnTo>
                      <a:lnTo>
                        <a:pt x="1109" y="26741"/>
                      </a:lnTo>
                      <a:lnTo>
                        <a:pt x="1067" y="26636"/>
                      </a:lnTo>
                      <a:lnTo>
                        <a:pt x="1005" y="26657"/>
                      </a:lnTo>
                      <a:lnTo>
                        <a:pt x="1005" y="26720"/>
                      </a:lnTo>
                      <a:lnTo>
                        <a:pt x="1067" y="26783"/>
                      </a:lnTo>
                      <a:lnTo>
                        <a:pt x="1046" y="26929"/>
                      </a:lnTo>
                      <a:lnTo>
                        <a:pt x="1088" y="26992"/>
                      </a:lnTo>
                      <a:lnTo>
                        <a:pt x="1088" y="27034"/>
                      </a:lnTo>
                      <a:lnTo>
                        <a:pt x="1067" y="27055"/>
                      </a:lnTo>
                      <a:lnTo>
                        <a:pt x="984" y="27159"/>
                      </a:lnTo>
                      <a:lnTo>
                        <a:pt x="942" y="27306"/>
                      </a:lnTo>
                      <a:lnTo>
                        <a:pt x="858" y="27369"/>
                      </a:lnTo>
                      <a:lnTo>
                        <a:pt x="795" y="27808"/>
                      </a:lnTo>
                      <a:lnTo>
                        <a:pt x="1067" y="28289"/>
                      </a:lnTo>
                      <a:lnTo>
                        <a:pt x="1067" y="28394"/>
                      </a:lnTo>
                      <a:lnTo>
                        <a:pt x="984" y="28457"/>
                      </a:lnTo>
                      <a:lnTo>
                        <a:pt x="1005" y="28561"/>
                      </a:lnTo>
                      <a:lnTo>
                        <a:pt x="942" y="28708"/>
                      </a:lnTo>
                      <a:lnTo>
                        <a:pt x="1046" y="28729"/>
                      </a:lnTo>
                      <a:lnTo>
                        <a:pt x="1067" y="28833"/>
                      </a:lnTo>
                      <a:lnTo>
                        <a:pt x="1046" y="28875"/>
                      </a:lnTo>
                      <a:lnTo>
                        <a:pt x="1088" y="28938"/>
                      </a:lnTo>
                      <a:lnTo>
                        <a:pt x="1109" y="29043"/>
                      </a:lnTo>
                      <a:lnTo>
                        <a:pt x="1088" y="29126"/>
                      </a:lnTo>
                      <a:lnTo>
                        <a:pt x="1172" y="29252"/>
                      </a:lnTo>
                      <a:lnTo>
                        <a:pt x="1193" y="29294"/>
                      </a:lnTo>
                      <a:lnTo>
                        <a:pt x="1256" y="29461"/>
                      </a:lnTo>
                      <a:lnTo>
                        <a:pt x="1318" y="29566"/>
                      </a:lnTo>
                      <a:lnTo>
                        <a:pt x="1360" y="29712"/>
                      </a:lnTo>
                      <a:lnTo>
                        <a:pt x="1402" y="29712"/>
                      </a:lnTo>
                      <a:lnTo>
                        <a:pt x="1507" y="29796"/>
                      </a:lnTo>
                      <a:lnTo>
                        <a:pt x="1632" y="29712"/>
                      </a:lnTo>
                      <a:lnTo>
                        <a:pt x="1737" y="29900"/>
                      </a:lnTo>
                      <a:lnTo>
                        <a:pt x="1883" y="29817"/>
                      </a:lnTo>
                      <a:lnTo>
                        <a:pt x="2009" y="29859"/>
                      </a:lnTo>
                      <a:lnTo>
                        <a:pt x="2113" y="30026"/>
                      </a:lnTo>
                      <a:lnTo>
                        <a:pt x="2260" y="29921"/>
                      </a:lnTo>
                      <a:lnTo>
                        <a:pt x="2427" y="29880"/>
                      </a:lnTo>
                      <a:lnTo>
                        <a:pt x="2511" y="29963"/>
                      </a:lnTo>
                      <a:lnTo>
                        <a:pt x="2574" y="29963"/>
                      </a:lnTo>
                      <a:lnTo>
                        <a:pt x="2846" y="30026"/>
                      </a:lnTo>
                      <a:lnTo>
                        <a:pt x="2867" y="30172"/>
                      </a:lnTo>
                      <a:lnTo>
                        <a:pt x="2825" y="30319"/>
                      </a:lnTo>
                      <a:lnTo>
                        <a:pt x="2930" y="30424"/>
                      </a:lnTo>
                      <a:lnTo>
                        <a:pt x="2930" y="30612"/>
                      </a:lnTo>
                      <a:lnTo>
                        <a:pt x="3055" y="30737"/>
                      </a:lnTo>
                      <a:lnTo>
                        <a:pt x="3139" y="30905"/>
                      </a:lnTo>
                      <a:lnTo>
                        <a:pt x="3285" y="31114"/>
                      </a:lnTo>
                      <a:lnTo>
                        <a:pt x="3390" y="31177"/>
                      </a:lnTo>
                      <a:lnTo>
                        <a:pt x="3453" y="31365"/>
                      </a:lnTo>
                      <a:lnTo>
                        <a:pt x="3620" y="31428"/>
                      </a:lnTo>
                      <a:lnTo>
                        <a:pt x="3829" y="31595"/>
                      </a:lnTo>
                      <a:lnTo>
                        <a:pt x="3871" y="31700"/>
                      </a:lnTo>
                      <a:lnTo>
                        <a:pt x="4018" y="31805"/>
                      </a:lnTo>
                      <a:lnTo>
                        <a:pt x="3934" y="31867"/>
                      </a:lnTo>
                      <a:lnTo>
                        <a:pt x="3829" y="32056"/>
                      </a:lnTo>
                      <a:lnTo>
                        <a:pt x="3557" y="32097"/>
                      </a:lnTo>
                      <a:lnTo>
                        <a:pt x="3411" y="31993"/>
                      </a:lnTo>
                      <a:lnTo>
                        <a:pt x="3369" y="32097"/>
                      </a:lnTo>
                      <a:lnTo>
                        <a:pt x="3369" y="32223"/>
                      </a:lnTo>
                      <a:lnTo>
                        <a:pt x="3474" y="32411"/>
                      </a:lnTo>
                      <a:lnTo>
                        <a:pt x="3453" y="32579"/>
                      </a:lnTo>
                      <a:lnTo>
                        <a:pt x="3578" y="32725"/>
                      </a:lnTo>
                      <a:lnTo>
                        <a:pt x="3578" y="32893"/>
                      </a:lnTo>
                      <a:lnTo>
                        <a:pt x="3683" y="32913"/>
                      </a:lnTo>
                      <a:lnTo>
                        <a:pt x="3808" y="32893"/>
                      </a:lnTo>
                      <a:lnTo>
                        <a:pt x="3808" y="32746"/>
                      </a:lnTo>
                      <a:lnTo>
                        <a:pt x="3892" y="32683"/>
                      </a:lnTo>
                      <a:lnTo>
                        <a:pt x="4185" y="32788"/>
                      </a:lnTo>
                      <a:lnTo>
                        <a:pt x="4457" y="32788"/>
                      </a:lnTo>
                      <a:lnTo>
                        <a:pt x="4624" y="32704"/>
                      </a:lnTo>
                      <a:lnTo>
                        <a:pt x="4750" y="32704"/>
                      </a:lnTo>
                      <a:lnTo>
                        <a:pt x="4834" y="32955"/>
                      </a:lnTo>
                      <a:lnTo>
                        <a:pt x="4959" y="33060"/>
                      </a:lnTo>
                      <a:lnTo>
                        <a:pt x="4875" y="33206"/>
                      </a:lnTo>
                      <a:lnTo>
                        <a:pt x="5043" y="33416"/>
                      </a:lnTo>
                      <a:lnTo>
                        <a:pt x="5357" y="33353"/>
                      </a:lnTo>
                      <a:lnTo>
                        <a:pt x="5461" y="33457"/>
                      </a:lnTo>
                      <a:lnTo>
                        <a:pt x="5482" y="33583"/>
                      </a:lnTo>
                      <a:lnTo>
                        <a:pt x="5587" y="33625"/>
                      </a:lnTo>
                      <a:lnTo>
                        <a:pt x="5587" y="33771"/>
                      </a:lnTo>
                      <a:lnTo>
                        <a:pt x="5650" y="33960"/>
                      </a:lnTo>
                      <a:lnTo>
                        <a:pt x="5901" y="34211"/>
                      </a:lnTo>
                      <a:lnTo>
                        <a:pt x="6005" y="34106"/>
                      </a:lnTo>
                      <a:lnTo>
                        <a:pt x="6173" y="34190"/>
                      </a:lnTo>
                      <a:lnTo>
                        <a:pt x="6298" y="34169"/>
                      </a:lnTo>
                      <a:lnTo>
                        <a:pt x="6424" y="34190"/>
                      </a:lnTo>
                      <a:lnTo>
                        <a:pt x="6612" y="34043"/>
                      </a:lnTo>
                      <a:lnTo>
                        <a:pt x="6696" y="34043"/>
                      </a:lnTo>
                      <a:lnTo>
                        <a:pt x="6821" y="34315"/>
                      </a:lnTo>
                      <a:lnTo>
                        <a:pt x="7010" y="34420"/>
                      </a:lnTo>
                      <a:lnTo>
                        <a:pt x="7051" y="34525"/>
                      </a:lnTo>
                      <a:lnTo>
                        <a:pt x="7135" y="34462"/>
                      </a:lnTo>
                      <a:lnTo>
                        <a:pt x="7344" y="34504"/>
                      </a:lnTo>
                      <a:lnTo>
                        <a:pt x="7491" y="34504"/>
                      </a:lnTo>
                      <a:lnTo>
                        <a:pt x="7595" y="34587"/>
                      </a:lnTo>
                      <a:lnTo>
                        <a:pt x="7742" y="34566"/>
                      </a:lnTo>
                      <a:lnTo>
                        <a:pt x="7888" y="34671"/>
                      </a:lnTo>
                      <a:lnTo>
                        <a:pt x="8077" y="34692"/>
                      </a:lnTo>
                      <a:lnTo>
                        <a:pt x="8160" y="34608"/>
                      </a:lnTo>
                      <a:lnTo>
                        <a:pt x="8202" y="34734"/>
                      </a:lnTo>
                      <a:lnTo>
                        <a:pt x="8286" y="34797"/>
                      </a:lnTo>
                      <a:lnTo>
                        <a:pt x="8286" y="34943"/>
                      </a:lnTo>
                      <a:lnTo>
                        <a:pt x="8181" y="35090"/>
                      </a:lnTo>
                      <a:lnTo>
                        <a:pt x="8056" y="35110"/>
                      </a:lnTo>
                      <a:lnTo>
                        <a:pt x="8014" y="35362"/>
                      </a:lnTo>
                      <a:lnTo>
                        <a:pt x="8181" y="35466"/>
                      </a:lnTo>
                      <a:lnTo>
                        <a:pt x="8202" y="35634"/>
                      </a:lnTo>
                      <a:lnTo>
                        <a:pt x="8119" y="35843"/>
                      </a:lnTo>
                      <a:lnTo>
                        <a:pt x="8160" y="35989"/>
                      </a:lnTo>
                      <a:lnTo>
                        <a:pt x="8056" y="36073"/>
                      </a:lnTo>
                      <a:lnTo>
                        <a:pt x="7763" y="36094"/>
                      </a:lnTo>
                      <a:lnTo>
                        <a:pt x="7637" y="36303"/>
                      </a:lnTo>
                      <a:lnTo>
                        <a:pt x="7554" y="36345"/>
                      </a:lnTo>
                      <a:lnTo>
                        <a:pt x="7533" y="36596"/>
                      </a:lnTo>
                      <a:lnTo>
                        <a:pt x="7554" y="36596"/>
                      </a:lnTo>
                      <a:lnTo>
                        <a:pt x="7658" y="36617"/>
                      </a:lnTo>
                      <a:lnTo>
                        <a:pt x="7784" y="36554"/>
                      </a:lnTo>
                      <a:lnTo>
                        <a:pt x="7951" y="36512"/>
                      </a:lnTo>
                      <a:lnTo>
                        <a:pt x="7972" y="36575"/>
                      </a:lnTo>
                      <a:lnTo>
                        <a:pt x="7951" y="36659"/>
                      </a:lnTo>
                      <a:lnTo>
                        <a:pt x="7637" y="36805"/>
                      </a:lnTo>
                      <a:lnTo>
                        <a:pt x="7491" y="36889"/>
                      </a:lnTo>
                      <a:lnTo>
                        <a:pt x="7554" y="36931"/>
                      </a:lnTo>
                      <a:lnTo>
                        <a:pt x="7637" y="36931"/>
                      </a:lnTo>
                      <a:lnTo>
                        <a:pt x="7554" y="37014"/>
                      </a:lnTo>
                      <a:lnTo>
                        <a:pt x="7428" y="36994"/>
                      </a:lnTo>
                      <a:lnTo>
                        <a:pt x="7240" y="37014"/>
                      </a:lnTo>
                      <a:lnTo>
                        <a:pt x="7323" y="37203"/>
                      </a:lnTo>
                      <a:lnTo>
                        <a:pt x="7386" y="37286"/>
                      </a:lnTo>
                      <a:lnTo>
                        <a:pt x="7449" y="37224"/>
                      </a:lnTo>
                      <a:lnTo>
                        <a:pt x="7470" y="37286"/>
                      </a:lnTo>
                      <a:lnTo>
                        <a:pt x="7575" y="37307"/>
                      </a:lnTo>
                      <a:lnTo>
                        <a:pt x="7575" y="37349"/>
                      </a:lnTo>
                      <a:lnTo>
                        <a:pt x="7491" y="37391"/>
                      </a:lnTo>
                      <a:lnTo>
                        <a:pt x="7449" y="37454"/>
                      </a:lnTo>
                      <a:lnTo>
                        <a:pt x="7365" y="37454"/>
                      </a:lnTo>
                      <a:lnTo>
                        <a:pt x="7323" y="37517"/>
                      </a:lnTo>
                      <a:lnTo>
                        <a:pt x="7323" y="37559"/>
                      </a:lnTo>
                      <a:lnTo>
                        <a:pt x="7177" y="37705"/>
                      </a:lnTo>
                      <a:lnTo>
                        <a:pt x="7177" y="37831"/>
                      </a:lnTo>
                      <a:lnTo>
                        <a:pt x="7240" y="37851"/>
                      </a:lnTo>
                      <a:lnTo>
                        <a:pt x="7219" y="38019"/>
                      </a:lnTo>
                      <a:lnTo>
                        <a:pt x="7114" y="37977"/>
                      </a:lnTo>
                      <a:lnTo>
                        <a:pt x="7072" y="38019"/>
                      </a:lnTo>
                      <a:lnTo>
                        <a:pt x="6968" y="37935"/>
                      </a:lnTo>
                      <a:lnTo>
                        <a:pt x="6842" y="37914"/>
                      </a:lnTo>
                      <a:lnTo>
                        <a:pt x="6842" y="37956"/>
                      </a:lnTo>
                      <a:lnTo>
                        <a:pt x="6905" y="38040"/>
                      </a:lnTo>
                      <a:lnTo>
                        <a:pt x="6821" y="38061"/>
                      </a:lnTo>
                      <a:lnTo>
                        <a:pt x="6738" y="38144"/>
                      </a:lnTo>
                      <a:lnTo>
                        <a:pt x="6863" y="38165"/>
                      </a:lnTo>
                      <a:lnTo>
                        <a:pt x="6947" y="38165"/>
                      </a:lnTo>
                      <a:lnTo>
                        <a:pt x="7114" y="38291"/>
                      </a:lnTo>
                      <a:lnTo>
                        <a:pt x="7114" y="38375"/>
                      </a:lnTo>
                      <a:lnTo>
                        <a:pt x="7240" y="38500"/>
                      </a:lnTo>
                      <a:lnTo>
                        <a:pt x="7449" y="38479"/>
                      </a:lnTo>
                      <a:lnTo>
                        <a:pt x="7679" y="38605"/>
                      </a:lnTo>
                      <a:lnTo>
                        <a:pt x="7847" y="38647"/>
                      </a:lnTo>
                      <a:lnTo>
                        <a:pt x="8202" y="38898"/>
                      </a:lnTo>
                      <a:lnTo>
                        <a:pt x="8286" y="39023"/>
                      </a:lnTo>
                      <a:lnTo>
                        <a:pt x="8391" y="39065"/>
                      </a:lnTo>
                      <a:lnTo>
                        <a:pt x="8412" y="39128"/>
                      </a:lnTo>
                      <a:lnTo>
                        <a:pt x="8516" y="39211"/>
                      </a:lnTo>
                      <a:lnTo>
                        <a:pt x="8600" y="39211"/>
                      </a:lnTo>
                      <a:lnTo>
                        <a:pt x="8621" y="39295"/>
                      </a:lnTo>
                      <a:lnTo>
                        <a:pt x="8725" y="39337"/>
                      </a:lnTo>
                      <a:lnTo>
                        <a:pt x="8788" y="39337"/>
                      </a:lnTo>
                      <a:lnTo>
                        <a:pt x="8893" y="39483"/>
                      </a:lnTo>
                      <a:lnTo>
                        <a:pt x="8997" y="39504"/>
                      </a:lnTo>
                      <a:lnTo>
                        <a:pt x="9039" y="39525"/>
                      </a:lnTo>
                      <a:lnTo>
                        <a:pt x="9102" y="39504"/>
                      </a:lnTo>
                      <a:lnTo>
                        <a:pt x="9248" y="39630"/>
                      </a:lnTo>
                      <a:lnTo>
                        <a:pt x="9248" y="39714"/>
                      </a:lnTo>
                      <a:lnTo>
                        <a:pt x="9374" y="39735"/>
                      </a:lnTo>
                      <a:lnTo>
                        <a:pt x="9520" y="39923"/>
                      </a:lnTo>
                      <a:lnTo>
                        <a:pt x="9583" y="40007"/>
                      </a:lnTo>
                      <a:lnTo>
                        <a:pt x="9625" y="40237"/>
                      </a:lnTo>
                      <a:lnTo>
                        <a:pt x="9730" y="40425"/>
                      </a:lnTo>
                      <a:lnTo>
                        <a:pt x="9688" y="40488"/>
                      </a:lnTo>
                      <a:lnTo>
                        <a:pt x="9730" y="40572"/>
                      </a:lnTo>
                      <a:cubicBezTo>
                        <a:pt x="9939" y="40572"/>
                        <a:pt x="10483" y="40572"/>
                        <a:pt x="10462" y="40446"/>
                      </a:cubicBezTo>
                      <a:lnTo>
                        <a:pt x="10420" y="40279"/>
                      </a:lnTo>
                      <a:lnTo>
                        <a:pt x="11090" y="40258"/>
                      </a:lnTo>
                      <a:cubicBezTo>
                        <a:pt x="11090" y="40258"/>
                        <a:pt x="11215" y="40383"/>
                        <a:pt x="11320" y="40383"/>
                      </a:cubicBezTo>
                      <a:cubicBezTo>
                        <a:pt x="11425" y="40383"/>
                        <a:pt x="11948" y="40153"/>
                        <a:pt x="11948" y="40153"/>
                      </a:cubicBezTo>
                      <a:cubicBezTo>
                        <a:pt x="11948" y="40153"/>
                        <a:pt x="12073" y="40174"/>
                        <a:pt x="12136" y="40279"/>
                      </a:cubicBezTo>
                      <a:cubicBezTo>
                        <a:pt x="12159" y="40337"/>
                        <a:pt x="12208" y="40350"/>
                        <a:pt x="12254" y="40350"/>
                      </a:cubicBezTo>
                      <a:cubicBezTo>
                        <a:pt x="12291" y="40350"/>
                        <a:pt x="12327" y="40341"/>
                        <a:pt x="12345" y="40341"/>
                      </a:cubicBezTo>
                      <a:lnTo>
                        <a:pt x="12345" y="40320"/>
                      </a:lnTo>
                      <a:lnTo>
                        <a:pt x="12492" y="40341"/>
                      </a:lnTo>
                      <a:lnTo>
                        <a:pt x="12764" y="40551"/>
                      </a:lnTo>
                      <a:lnTo>
                        <a:pt x="12826" y="40676"/>
                      </a:lnTo>
                      <a:lnTo>
                        <a:pt x="13098" y="40697"/>
                      </a:lnTo>
                      <a:lnTo>
                        <a:pt x="13140" y="40592"/>
                      </a:lnTo>
                      <a:lnTo>
                        <a:pt x="13308" y="40488"/>
                      </a:lnTo>
                      <a:lnTo>
                        <a:pt x="13496" y="40258"/>
                      </a:lnTo>
                      <a:lnTo>
                        <a:pt x="13433" y="40237"/>
                      </a:lnTo>
                      <a:lnTo>
                        <a:pt x="13119" y="39965"/>
                      </a:lnTo>
                      <a:lnTo>
                        <a:pt x="12910" y="39714"/>
                      </a:lnTo>
                      <a:lnTo>
                        <a:pt x="12889" y="39546"/>
                      </a:lnTo>
                      <a:lnTo>
                        <a:pt x="12805" y="39442"/>
                      </a:lnTo>
                      <a:lnTo>
                        <a:pt x="12805" y="39295"/>
                      </a:lnTo>
                      <a:lnTo>
                        <a:pt x="12785" y="39211"/>
                      </a:lnTo>
                      <a:lnTo>
                        <a:pt x="12764" y="39170"/>
                      </a:lnTo>
                      <a:lnTo>
                        <a:pt x="12680" y="39170"/>
                      </a:lnTo>
                      <a:lnTo>
                        <a:pt x="12680" y="39065"/>
                      </a:lnTo>
                      <a:lnTo>
                        <a:pt x="12722" y="39086"/>
                      </a:lnTo>
                      <a:lnTo>
                        <a:pt x="12764" y="38981"/>
                      </a:lnTo>
                      <a:lnTo>
                        <a:pt x="12805" y="38877"/>
                      </a:lnTo>
                      <a:lnTo>
                        <a:pt x="12722" y="38877"/>
                      </a:lnTo>
                      <a:lnTo>
                        <a:pt x="12680" y="38919"/>
                      </a:lnTo>
                      <a:lnTo>
                        <a:pt x="12554" y="38856"/>
                      </a:lnTo>
                      <a:lnTo>
                        <a:pt x="12554" y="38667"/>
                      </a:lnTo>
                      <a:lnTo>
                        <a:pt x="12450" y="38647"/>
                      </a:lnTo>
                      <a:lnTo>
                        <a:pt x="12366" y="38563"/>
                      </a:lnTo>
                      <a:lnTo>
                        <a:pt x="12282" y="38584"/>
                      </a:lnTo>
                      <a:lnTo>
                        <a:pt x="12178" y="38584"/>
                      </a:lnTo>
                      <a:lnTo>
                        <a:pt x="12136" y="38375"/>
                      </a:lnTo>
                      <a:lnTo>
                        <a:pt x="12157" y="38270"/>
                      </a:lnTo>
                      <a:lnTo>
                        <a:pt x="12199" y="38228"/>
                      </a:lnTo>
                      <a:lnTo>
                        <a:pt x="12199" y="38019"/>
                      </a:lnTo>
                      <a:lnTo>
                        <a:pt x="12261" y="37914"/>
                      </a:lnTo>
                      <a:lnTo>
                        <a:pt x="12282" y="37768"/>
                      </a:lnTo>
                      <a:lnTo>
                        <a:pt x="12345" y="37726"/>
                      </a:lnTo>
                      <a:lnTo>
                        <a:pt x="12366" y="37600"/>
                      </a:lnTo>
                      <a:lnTo>
                        <a:pt x="12408" y="37517"/>
                      </a:lnTo>
                      <a:lnTo>
                        <a:pt x="12408" y="37433"/>
                      </a:lnTo>
                      <a:lnTo>
                        <a:pt x="12471" y="37454"/>
                      </a:lnTo>
                      <a:lnTo>
                        <a:pt x="12513" y="37517"/>
                      </a:lnTo>
                      <a:lnTo>
                        <a:pt x="12575" y="37496"/>
                      </a:lnTo>
                      <a:lnTo>
                        <a:pt x="12596" y="37412"/>
                      </a:lnTo>
                      <a:lnTo>
                        <a:pt x="12659" y="37454"/>
                      </a:lnTo>
                      <a:lnTo>
                        <a:pt x="12701" y="37412"/>
                      </a:lnTo>
                      <a:lnTo>
                        <a:pt x="12785" y="37412"/>
                      </a:lnTo>
                      <a:lnTo>
                        <a:pt x="12868" y="37349"/>
                      </a:lnTo>
                      <a:lnTo>
                        <a:pt x="12826" y="37307"/>
                      </a:lnTo>
                      <a:lnTo>
                        <a:pt x="12764" y="37286"/>
                      </a:lnTo>
                      <a:lnTo>
                        <a:pt x="12805" y="37286"/>
                      </a:lnTo>
                      <a:cubicBezTo>
                        <a:pt x="12805" y="37286"/>
                        <a:pt x="12826" y="37307"/>
                        <a:pt x="12868" y="37307"/>
                      </a:cubicBezTo>
                      <a:cubicBezTo>
                        <a:pt x="12889" y="37307"/>
                        <a:pt x="12931" y="37286"/>
                        <a:pt x="12931" y="37286"/>
                      </a:cubicBezTo>
                      <a:lnTo>
                        <a:pt x="12994" y="37328"/>
                      </a:lnTo>
                      <a:lnTo>
                        <a:pt x="13036" y="37307"/>
                      </a:lnTo>
                      <a:lnTo>
                        <a:pt x="13015" y="37245"/>
                      </a:lnTo>
                      <a:lnTo>
                        <a:pt x="12847" y="37140"/>
                      </a:lnTo>
                      <a:lnTo>
                        <a:pt x="12931" y="37119"/>
                      </a:lnTo>
                      <a:lnTo>
                        <a:pt x="13036" y="37140"/>
                      </a:lnTo>
                      <a:lnTo>
                        <a:pt x="13098" y="37119"/>
                      </a:lnTo>
                      <a:lnTo>
                        <a:pt x="13161" y="37140"/>
                      </a:lnTo>
                      <a:lnTo>
                        <a:pt x="13161" y="37077"/>
                      </a:lnTo>
                      <a:lnTo>
                        <a:pt x="13119" y="37035"/>
                      </a:lnTo>
                      <a:lnTo>
                        <a:pt x="13161" y="37035"/>
                      </a:lnTo>
                      <a:lnTo>
                        <a:pt x="13161" y="36994"/>
                      </a:lnTo>
                      <a:lnTo>
                        <a:pt x="13119" y="36931"/>
                      </a:lnTo>
                      <a:lnTo>
                        <a:pt x="13203" y="36910"/>
                      </a:lnTo>
                      <a:lnTo>
                        <a:pt x="13203" y="36868"/>
                      </a:lnTo>
                      <a:lnTo>
                        <a:pt x="13203" y="36805"/>
                      </a:lnTo>
                      <a:lnTo>
                        <a:pt x="13057" y="36722"/>
                      </a:lnTo>
                      <a:lnTo>
                        <a:pt x="12910" y="36784"/>
                      </a:lnTo>
                      <a:lnTo>
                        <a:pt x="12701" y="36659"/>
                      </a:lnTo>
                      <a:lnTo>
                        <a:pt x="12701" y="36554"/>
                      </a:lnTo>
                      <a:lnTo>
                        <a:pt x="12910" y="36554"/>
                      </a:lnTo>
                      <a:lnTo>
                        <a:pt x="12680" y="36157"/>
                      </a:lnTo>
                      <a:lnTo>
                        <a:pt x="12408" y="35885"/>
                      </a:lnTo>
                      <a:lnTo>
                        <a:pt x="12052" y="35780"/>
                      </a:lnTo>
                      <a:lnTo>
                        <a:pt x="11989" y="35864"/>
                      </a:lnTo>
                      <a:lnTo>
                        <a:pt x="11822" y="35717"/>
                      </a:lnTo>
                      <a:lnTo>
                        <a:pt x="11843" y="35634"/>
                      </a:lnTo>
                      <a:lnTo>
                        <a:pt x="11738" y="35466"/>
                      </a:lnTo>
                      <a:lnTo>
                        <a:pt x="11508" y="35403"/>
                      </a:lnTo>
                      <a:lnTo>
                        <a:pt x="11571" y="35194"/>
                      </a:lnTo>
                      <a:lnTo>
                        <a:pt x="11634" y="34818"/>
                      </a:lnTo>
                      <a:lnTo>
                        <a:pt x="11550" y="34734"/>
                      </a:lnTo>
                      <a:lnTo>
                        <a:pt x="11529" y="34462"/>
                      </a:lnTo>
                      <a:lnTo>
                        <a:pt x="11634" y="34399"/>
                      </a:lnTo>
                      <a:lnTo>
                        <a:pt x="11780" y="34211"/>
                      </a:lnTo>
                      <a:lnTo>
                        <a:pt x="11780" y="34064"/>
                      </a:lnTo>
                      <a:lnTo>
                        <a:pt x="11864" y="33960"/>
                      </a:lnTo>
                      <a:lnTo>
                        <a:pt x="12178" y="34253"/>
                      </a:lnTo>
                      <a:lnTo>
                        <a:pt x="12199" y="34357"/>
                      </a:lnTo>
                      <a:lnTo>
                        <a:pt x="12387" y="34462"/>
                      </a:lnTo>
                      <a:lnTo>
                        <a:pt x="12575" y="34420"/>
                      </a:lnTo>
                      <a:lnTo>
                        <a:pt x="12554" y="34253"/>
                      </a:lnTo>
                      <a:lnTo>
                        <a:pt x="12617" y="34190"/>
                      </a:lnTo>
                      <a:lnTo>
                        <a:pt x="12492" y="33729"/>
                      </a:lnTo>
                      <a:lnTo>
                        <a:pt x="12680" y="33688"/>
                      </a:lnTo>
                      <a:lnTo>
                        <a:pt x="12868" y="33688"/>
                      </a:lnTo>
                      <a:lnTo>
                        <a:pt x="12868" y="33562"/>
                      </a:lnTo>
                      <a:lnTo>
                        <a:pt x="12785" y="33457"/>
                      </a:lnTo>
                      <a:lnTo>
                        <a:pt x="12805" y="33332"/>
                      </a:lnTo>
                      <a:lnTo>
                        <a:pt x="12994" y="33227"/>
                      </a:lnTo>
                      <a:lnTo>
                        <a:pt x="13077" y="33227"/>
                      </a:lnTo>
                      <a:lnTo>
                        <a:pt x="13119" y="33060"/>
                      </a:lnTo>
                      <a:lnTo>
                        <a:pt x="13203" y="32997"/>
                      </a:lnTo>
                      <a:lnTo>
                        <a:pt x="13329" y="33018"/>
                      </a:lnTo>
                      <a:lnTo>
                        <a:pt x="13349" y="32913"/>
                      </a:lnTo>
                      <a:lnTo>
                        <a:pt x="13329" y="32809"/>
                      </a:lnTo>
                      <a:lnTo>
                        <a:pt x="13349" y="32725"/>
                      </a:lnTo>
                      <a:lnTo>
                        <a:pt x="13538" y="32830"/>
                      </a:lnTo>
                      <a:lnTo>
                        <a:pt x="13663" y="32893"/>
                      </a:lnTo>
                      <a:lnTo>
                        <a:pt x="13642" y="32955"/>
                      </a:lnTo>
                      <a:lnTo>
                        <a:pt x="13559" y="33060"/>
                      </a:lnTo>
                      <a:lnTo>
                        <a:pt x="13621" y="33123"/>
                      </a:lnTo>
                      <a:lnTo>
                        <a:pt x="13726" y="33060"/>
                      </a:lnTo>
                      <a:lnTo>
                        <a:pt x="13747" y="32997"/>
                      </a:lnTo>
                      <a:lnTo>
                        <a:pt x="13831" y="32934"/>
                      </a:lnTo>
                      <a:lnTo>
                        <a:pt x="13831" y="33039"/>
                      </a:lnTo>
                      <a:lnTo>
                        <a:pt x="13914" y="32955"/>
                      </a:lnTo>
                      <a:lnTo>
                        <a:pt x="13935" y="32893"/>
                      </a:lnTo>
                      <a:lnTo>
                        <a:pt x="14040" y="32893"/>
                      </a:lnTo>
                      <a:lnTo>
                        <a:pt x="14165" y="32809"/>
                      </a:lnTo>
                      <a:lnTo>
                        <a:pt x="14270" y="32809"/>
                      </a:lnTo>
                      <a:lnTo>
                        <a:pt x="14312" y="32955"/>
                      </a:lnTo>
                      <a:lnTo>
                        <a:pt x="14458" y="33039"/>
                      </a:lnTo>
                      <a:lnTo>
                        <a:pt x="14668" y="32955"/>
                      </a:lnTo>
                      <a:lnTo>
                        <a:pt x="14772" y="32955"/>
                      </a:lnTo>
                      <a:lnTo>
                        <a:pt x="14814" y="33039"/>
                      </a:lnTo>
                      <a:lnTo>
                        <a:pt x="14898" y="33039"/>
                      </a:lnTo>
                      <a:lnTo>
                        <a:pt x="15002" y="33206"/>
                      </a:lnTo>
                      <a:lnTo>
                        <a:pt x="15128" y="33206"/>
                      </a:lnTo>
                      <a:lnTo>
                        <a:pt x="15233" y="33332"/>
                      </a:lnTo>
                      <a:lnTo>
                        <a:pt x="15400" y="33457"/>
                      </a:lnTo>
                      <a:lnTo>
                        <a:pt x="15463" y="33457"/>
                      </a:lnTo>
                      <a:lnTo>
                        <a:pt x="15526" y="33541"/>
                      </a:lnTo>
                      <a:lnTo>
                        <a:pt x="15526" y="33667"/>
                      </a:lnTo>
                      <a:lnTo>
                        <a:pt x="15609" y="33688"/>
                      </a:lnTo>
                      <a:lnTo>
                        <a:pt x="15672" y="33583"/>
                      </a:lnTo>
                      <a:lnTo>
                        <a:pt x="15672" y="33437"/>
                      </a:lnTo>
                      <a:lnTo>
                        <a:pt x="15777" y="33353"/>
                      </a:lnTo>
                      <a:lnTo>
                        <a:pt x="15860" y="33457"/>
                      </a:lnTo>
                      <a:lnTo>
                        <a:pt x="16070" y="33478"/>
                      </a:lnTo>
                      <a:lnTo>
                        <a:pt x="16153" y="33583"/>
                      </a:lnTo>
                      <a:lnTo>
                        <a:pt x="16258" y="33625"/>
                      </a:lnTo>
                      <a:lnTo>
                        <a:pt x="16383" y="33520"/>
                      </a:lnTo>
                      <a:lnTo>
                        <a:pt x="16383" y="33311"/>
                      </a:lnTo>
                      <a:lnTo>
                        <a:pt x="16509" y="33311"/>
                      </a:lnTo>
                      <a:lnTo>
                        <a:pt x="16509" y="33206"/>
                      </a:lnTo>
                      <a:lnTo>
                        <a:pt x="16614" y="33165"/>
                      </a:lnTo>
                      <a:lnTo>
                        <a:pt x="16697" y="33248"/>
                      </a:lnTo>
                      <a:lnTo>
                        <a:pt x="16760" y="33144"/>
                      </a:lnTo>
                      <a:lnTo>
                        <a:pt x="16886" y="33123"/>
                      </a:lnTo>
                      <a:lnTo>
                        <a:pt x="17032" y="33269"/>
                      </a:lnTo>
                      <a:lnTo>
                        <a:pt x="17074" y="33332"/>
                      </a:lnTo>
                      <a:lnTo>
                        <a:pt x="17220" y="33311"/>
                      </a:lnTo>
                      <a:lnTo>
                        <a:pt x="17199" y="33165"/>
                      </a:lnTo>
                      <a:lnTo>
                        <a:pt x="17283" y="33144"/>
                      </a:lnTo>
                      <a:lnTo>
                        <a:pt x="17409" y="33144"/>
                      </a:lnTo>
                      <a:lnTo>
                        <a:pt x="17451" y="33060"/>
                      </a:lnTo>
                      <a:lnTo>
                        <a:pt x="17597" y="33144"/>
                      </a:lnTo>
                      <a:lnTo>
                        <a:pt x="17660" y="33206"/>
                      </a:lnTo>
                      <a:lnTo>
                        <a:pt x="17639" y="33269"/>
                      </a:lnTo>
                      <a:lnTo>
                        <a:pt x="17555" y="33332"/>
                      </a:lnTo>
                      <a:lnTo>
                        <a:pt x="17660" y="33457"/>
                      </a:lnTo>
                      <a:lnTo>
                        <a:pt x="17764" y="33478"/>
                      </a:lnTo>
                      <a:lnTo>
                        <a:pt x="17827" y="33457"/>
                      </a:lnTo>
                      <a:lnTo>
                        <a:pt x="17911" y="33520"/>
                      </a:lnTo>
                      <a:lnTo>
                        <a:pt x="18078" y="33520"/>
                      </a:lnTo>
                      <a:lnTo>
                        <a:pt x="18287" y="33625"/>
                      </a:lnTo>
                      <a:lnTo>
                        <a:pt x="18434" y="33583"/>
                      </a:lnTo>
                      <a:lnTo>
                        <a:pt x="18476" y="33457"/>
                      </a:lnTo>
                      <a:lnTo>
                        <a:pt x="18476" y="33353"/>
                      </a:lnTo>
                      <a:lnTo>
                        <a:pt x="18539" y="33311"/>
                      </a:lnTo>
                      <a:lnTo>
                        <a:pt x="18706" y="33416"/>
                      </a:lnTo>
                      <a:lnTo>
                        <a:pt x="18873" y="33437"/>
                      </a:lnTo>
                      <a:lnTo>
                        <a:pt x="19062" y="33353"/>
                      </a:lnTo>
                      <a:lnTo>
                        <a:pt x="19103" y="33248"/>
                      </a:lnTo>
                      <a:lnTo>
                        <a:pt x="19083" y="32809"/>
                      </a:lnTo>
                      <a:lnTo>
                        <a:pt x="19020" y="32746"/>
                      </a:lnTo>
                      <a:lnTo>
                        <a:pt x="18852" y="32746"/>
                      </a:lnTo>
                      <a:lnTo>
                        <a:pt x="18748" y="32683"/>
                      </a:lnTo>
                      <a:lnTo>
                        <a:pt x="18706" y="32621"/>
                      </a:lnTo>
                      <a:lnTo>
                        <a:pt x="18580" y="32600"/>
                      </a:lnTo>
                      <a:lnTo>
                        <a:pt x="18497" y="32516"/>
                      </a:lnTo>
                      <a:lnTo>
                        <a:pt x="18371" y="32516"/>
                      </a:lnTo>
                      <a:lnTo>
                        <a:pt x="18371" y="32432"/>
                      </a:lnTo>
                      <a:lnTo>
                        <a:pt x="18350" y="32369"/>
                      </a:lnTo>
                      <a:lnTo>
                        <a:pt x="18371" y="32307"/>
                      </a:lnTo>
                      <a:lnTo>
                        <a:pt x="18476" y="32307"/>
                      </a:lnTo>
                      <a:lnTo>
                        <a:pt x="18497" y="32181"/>
                      </a:lnTo>
                      <a:lnTo>
                        <a:pt x="18580" y="32077"/>
                      </a:lnTo>
                      <a:lnTo>
                        <a:pt x="18559" y="31951"/>
                      </a:lnTo>
                      <a:lnTo>
                        <a:pt x="18476" y="31951"/>
                      </a:lnTo>
                      <a:lnTo>
                        <a:pt x="18476" y="31805"/>
                      </a:lnTo>
                      <a:lnTo>
                        <a:pt x="18601" y="31637"/>
                      </a:lnTo>
                      <a:lnTo>
                        <a:pt x="18748" y="31491"/>
                      </a:lnTo>
                      <a:lnTo>
                        <a:pt x="18978" y="31470"/>
                      </a:lnTo>
                      <a:lnTo>
                        <a:pt x="19083" y="31491"/>
                      </a:lnTo>
                      <a:lnTo>
                        <a:pt x="19166" y="31449"/>
                      </a:lnTo>
                      <a:lnTo>
                        <a:pt x="19166" y="31344"/>
                      </a:lnTo>
                      <a:lnTo>
                        <a:pt x="19062" y="31323"/>
                      </a:lnTo>
                      <a:lnTo>
                        <a:pt x="18978" y="31219"/>
                      </a:lnTo>
                      <a:lnTo>
                        <a:pt x="18873" y="31219"/>
                      </a:lnTo>
                      <a:lnTo>
                        <a:pt x="18790" y="31260"/>
                      </a:lnTo>
                      <a:lnTo>
                        <a:pt x="18685" y="31219"/>
                      </a:lnTo>
                      <a:lnTo>
                        <a:pt x="18539" y="31219"/>
                      </a:lnTo>
                      <a:lnTo>
                        <a:pt x="18539" y="31135"/>
                      </a:lnTo>
                      <a:lnTo>
                        <a:pt x="18580" y="31072"/>
                      </a:lnTo>
                      <a:lnTo>
                        <a:pt x="18748" y="31072"/>
                      </a:lnTo>
                      <a:lnTo>
                        <a:pt x="18685" y="30947"/>
                      </a:lnTo>
                      <a:lnTo>
                        <a:pt x="18539" y="30968"/>
                      </a:lnTo>
                      <a:lnTo>
                        <a:pt x="18434" y="30947"/>
                      </a:lnTo>
                      <a:lnTo>
                        <a:pt x="18476" y="30905"/>
                      </a:lnTo>
                      <a:lnTo>
                        <a:pt x="18434" y="30758"/>
                      </a:lnTo>
                      <a:lnTo>
                        <a:pt x="18476" y="30737"/>
                      </a:lnTo>
                      <a:lnTo>
                        <a:pt x="18601" y="30737"/>
                      </a:lnTo>
                      <a:lnTo>
                        <a:pt x="18664" y="30654"/>
                      </a:lnTo>
                      <a:lnTo>
                        <a:pt x="18748" y="30654"/>
                      </a:lnTo>
                      <a:lnTo>
                        <a:pt x="18769" y="30716"/>
                      </a:lnTo>
                      <a:lnTo>
                        <a:pt x="18894" y="30696"/>
                      </a:lnTo>
                      <a:lnTo>
                        <a:pt x="18999" y="30758"/>
                      </a:lnTo>
                      <a:lnTo>
                        <a:pt x="19062" y="30716"/>
                      </a:lnTo>
                      <a:lnTo>
                        <a:pt x="19062" y="30633"/>
                      </a:lnTo>
                      <a:lnTo>
                        <a:pt x="19166" y="30591"/>
                      </a:lnTo>
                      <a:lnTo>
                        <a:pt x="19271" y="30591"/>
                      </a:lnTo>
                      <a:lnTo>
                        <a:pt x="19334" y="30696"/>
                      </a:lnTo>
                      <a:lnTo>
                        <a:pt x="19396" y="30612"/>
                      </a:lnTo>
                      <a:lnTo>
                        <a:pt x="19396" y="30528"/>
                      </a:lnTo>
                      <a:lnTo>
                        <a:pt x="19606" y="30486"/>
                      </a:lnTo>
                      <a:lnTo>
                        <a:pt x="19731" y="30486"/>
                      </a:lnTo>
                      <a:lnTo>
                        <a:pt x="19899" y="30403"/>
                      </a:lnTo>
                      <a:lnTo>
                        <a:pt x="20045" y="30403"/>
                      </a:lnTo>
                      <a:lnTo>
                        <a:pt x="20066" y="30340"/>
                      </a:lnTo>
                      <a:lnTo>
                        <a:pt x="20233" y="30235"/>
                      </a:lnTo>
                      <a:lnTo>
                        <a:pt x="20359" y="30235"/>
                      </a:lnTo>
                      <a:lnTo>
                        <a:pt x="20443" y="30193"/>
                      </a:lnTo>
                      <a:lnTo>
                        <a:pt x="20526" y="30193"/>
                      </a:lnTo>
                      <a:lnTo>
                        <a:pt x="20589" y="30214"/>
                      </a:lnTo>
                      <a:lnTo>
                        <a:pt x="20652" y="30172"/>
                      </a:lnTo>
                      <a:lnTo>
                        <a:pt x="20652" y="30026"/>
                      </a:lnTo>
                      <a:lnTo>
                        <a:pt x="20736" y="29984"/>
                      </a:lnTo>
                      <a:lnTo>
                        <a:pt x="20861" y="29984"/>
                      </a:lnTo>
                      <a:lnTo>
                        <a:pt x="20882" y="29900"/>
                      </a:lnTo>
                      <a:lnTo>
                        <a:pt x="20966" y="29859"/>
                      </a:lnTo>
                      <a:lnTo>
                        <a:pt x="21008" y="29900"/>
                      </a:lnTo>
                      <a:lnTo>
                        <a:pt x="21091" y="29921"/>
                      </a:lnTo>
                      <a:lnTo>
                        <a:pt x="21196" y="29880"/>
                      </a:lnTo>
                      <a:lnTo>
                        <a:pt x="21321" y="29817"/>
                      </a:lnTo>
                      <a:lnTo>
                        <a:pt x="21572" y="29670"/>
                      </a:lnTo>
                      <a:lnTo>
                        <a:pt x="21614" y="29670"/>
                      </a:lnTo>
                      <a:lnTo>
                        <a:pt x="21677" y="29649"/>
                      </a:lnTo>
                      <a:lnTo>
                        <a:pt x="21803" y="29608"/>
                      </a:lnTo>
                      <a:lnTo>
                        <a:pt x="21886" y="29503"/>
                      </a:lnTo>
                      <a:lnTo>
                        <a:pt x="21949" y="29545"/>
                      </a:lnTo>
                      <a:lnTo>
                        <a:pt x="22116" y="29503"/>
                      </a:lnTo>
                      <a:lnTo>
                        <a:pt x="22116" y="29440"/>
                      </a:lnTo>
                      <a:lnTo>
                        <a:pt x="22054" y="29356"/>
                      </a:lnTo>
                      <a:lnTo>
                        <a:pt x="22116" y="29336"/>
                      </a:lnTo>
                      <a:lnTo>
                        <a:pt x="22284" y="29336"/>
                      </a:lnTo>
                      <a:lnTo>
                        <a:pt x="22305" y="29231"/>
                      </a:lnTo>
                      <a:lnTo>
                        <a:pt x="22409" y="29168"/>
                      </a:lnTo>
                      <a:lnTo>
                        <a:pt x="22472" y="29168"/>
                      </a:lnTo>
                      <a:lnTo>
                        <a:pt x="22556" y="29147"/>
                      </a:lnTo>
                      <a:lnTo>
                        <a:pt x="22681" y="29189"/>
                      </a:lnTo>
                      <a:lnTo>
                        <a:pt x="22849" y="29168"/>
                      </a:lnTo>
                      <a:lnTo>
                        <a:pt x="22974" y="29273"/>
                      </a:lnTo>
                      <a:lnTo>
                        <a:pt x="23100" y="29273"/>
                      </a:lnTo>
                      <a:lnTo>
                        <a:pt x="23246" y="29210"/>
                      </a:lnTo>
                      <a:lnTo>
                        <a:pt x="23372" y="29210"/>
                      </a:lnTo>
                      <a:lnTo>
                        <a:pt x="23414" y="29356"/>
                      </a:lnTo>
                      <a:lnTo>
                        <a:pt x="23477" y="29377"/>
                      </a:lnTo>
                      <a:lnTo>
                        <a:pt x="23539" y="29503"/>
                      </a:lnTo>
                      <a:lnTo>
                        <a:pt x="23602" y="29608"/>
                      </a:lnTo>
                      <a:lnTo>
                        <a:pt x="23686" y="29670"/>
                      </a:lnTo>
                      <a:lnTo>
                        <a:pt x="23686" y="29712"/>
                      </a:lnTo>
                      <a:lnTo>
                        <a:pt x="23665" y="29817"/>
                      </a:lnTo>
                      <a:lnTo>
                        <a:pt x="23686" y="29921"/>
                      </a:lnTo>
                      <a:lnTo>
                        <a:pt x="23686" y="29984"/>
                      </a:lnTo>
                      <a:lnTo>
                        <a:pt x="23602" y="30005"/>
                      </a:lnTo>
                      <a:lnTo>
                        <a:pt x="23665" y="30110"/>
                      </a:lnTo>
                      <a:lnTo>
                        <a:pt x="23749" y="30152"/>
                      </a:lnTo>
                      <a:lnTo>
                        <a:pt x="23874" y="30089"/>
                      </a:lnTo>
                      <a:lnTo>
                        <a:pt x="23937" y="30152"/>
                      </a:lnTo>
                      <a:lnTo>
                        <a:pt x="24000" y="30131"/>
                      </a:lnTo>
                      <a:lnTo>
                        <a:pt x="24021" y="30026"/>
                      </a:lnTo>
                      <a:lnTo>
                        <a:pt x="24104" y="30005"/>
                      </a:lnTo>
                      <a:lnTo>
                        <a:pt x="24125" y="30110"/>
                      </a:lnTo>
                      <a:lnTo>
                        <a:pt x="24209" y="30110"/>
                      </a:lnTo>
                      <a:lnTo>
                        <a:pt x="24230" y="30026"/>
                      </a:lnTo>
                      <a:lnTo>
                        <a:pt x="24188" y="29921"/>
                      </a:lnTo>
                      <a:lnTo>
                        <a:pt x="24209" y="29900"/>
                      </a:lnTo>
                      <a:lnTo>
                        <a:pt x="24418" y="30026"/>
                      </a:lnTo>
                      <a:lnTo>
                        <a:pt x="24439" y="30214"/>
                      </a:lnTo>
                      <a:lnTo>
                        <a:pt x="24523" y="30340"/>
                      </a:lnTo>
                      <a:lnTo>
                        <a:pt x="24606" y="30340"/>
                      </a:lnTo>
                      <a:lnTo>
                        <a:pt x="24669" y="30256"/>
                      </a:lnTo>
                      <a:lnTo>
                        <a:pt x="24627" y="30235"/>
                      </a:lnTo>
                      <a:lnTo>
                        <a:pt x="24606" y="30193"/>
                      </a:lnTo>
                      <a:lnTo>
                        <a:pt x="24732" y="30152"/>
                      </a:lnTo>
                      <a:lnTo>
                        <a:pt x="24941" y="30256"/>
                      </a:lnTo>
                      <a:lnTo>
                        <a:pt x="25025" y="30256"/>
                      </a:lnTo>
                      <a:lnTo>
                        <a:pt x="25088" y="30193"/>
                      </a:lnTo>
                      <a:lnTo>
                        <a:pt x="25150" y="30214"/>
                      </a:lnTo>
                      <a:lnTo>
                        <a:pt x="25088" y="30319"/>
                      </a:lnTo>
                      <a:lnTo>
                        <a:pt x="25025" y="30361"/>
                      </a:lnTo>
                      <a:lnTo>
                        <a:pt x="25025" y="30528"/>
                      </a:lnTo>
                      <a:lnTo>
                        <a:pt x="25088" y="30633"/>
                      </a:lnTo>
                      <a:lnTo>
                        <a:pt x="25171" y="30633"/>
                      </a:lnTo>
                      <a:lnTo>
                        <a:pt x="25255" y="30549"/>
                      </a:lnTo>
                      <a:lnTo>
                        <a:pt x="25381" y="30528"/>
                      </a:lnTo>
                      <a:lnTo>
                        <a:pt x="25611" y="30570"/>
                      </a:lnTo>
                      <a:lnTo>
                        <a:pt x="25673" y="30612"/>
                      </a:lnTo>
                      <a:lnTo>
                        <a:pt x="25757" y="30549"/>
                      </a:lnTo>
                      <a:lnTo>
                        <a:pt x="25715" y="30424"/>
                      </a:lnTo>
                      <a:lnTo>
                        <a:pt x="25820" y="30361"/>
                      </a:lnTo>
                      <a:lnTo>
                        <a:pt x="25987" y="30340"/>
                      </a:lnTo>
                      <a:lnTo>
                        <a:pt x="26092" y="30256"/>
                      </a:lnTo>
                      <a:lnTo>
                        <a:pt x="26134" y="30152"/>
                      </a:lnTo>
                      <a:lnTo>
                        <a:pt x="26217" y="30089"/>
                      </a:lnTo>
                      <a:lnTo>
                        <a:pt x="26217" y="30005"/>
                      </a:lnTo>
                      <a:lnTo>
                        <a:pt x="26343" y="29880"/>
                      </a:lnTo>
                      <a:lnTo>
                        <a:pt x="26448" y="29838"/>
                      </a:lnTo>
                      <a:lnTo>
                        <a:pt x="26531" y="29733"/>
                      </a:lnTo>
                      <a:lnTo>
                        <a:pt x="26657" y="29712"/>
                      </a:lnTo>
                      <a:lnTo>
                        <a:pt x="26824" y="29670"/>
                      </a:lnTo>
                      <a:lnTo>
                        <a:pt x="26866" y="29712"/>
                      </a:lnTo>
                      <a:lnTo>
                        <a:pt x="26866" y="29817"/>
                      </a:lnTo>
                      <a:lnTo>
                        <a:pt x="27138" y="29900"/>
                      </a:lnTo>
                      <a:lnTo>
                        <a:pt x="27054" y="29921"/>
                      </a:lnTo>
                      <a:lnTo>
                        <a:pt x="27117" y="30005"/>
                      </a:lnTo>
                      <a:lnTo>
                        <a:pt x="28163" y="30800"/>
                      </a:lnTo>
                      <a:lnTo>
                        <a:pt x="29565" y="32579"/>
                      </a:lnTo>
                      <a:lnTo>
                        <a:pt x="29712" y="32537"/>
                      </a:lnTo>
                      <a:lnTo>
                        <a:pt x="29816" y="32495"/>
                      </a:lnTo>
                      <a:lnTo>
                        <a:pt x="29837" y="32411"/>
                      </a:lnTo>
                      <a:lnTo>
                        <a:pt x="29816" y="32390"/>
                      </a:lnTo>
                      <a:lnTo>
                        <a:pt x="29816" y="32265"/>
                      </a:lnTo>
                      <a:lnTo>
                        <a:pt x="29879" y="32202"/>
                      </a:lnTo>
                      <a:lnTo>
                        <a:pt x="30047" y="32286"/>
                      </a:lnTo>
                      <a:lnTo>
                        <a:pt x="30026" y="32369"/>
                      </a:lnTo>
                      <a:lnTo>
                        <a:pt x="30026" y="32432"/>
                      </a:lnTo>
                      <a:lnTo>
                        <a:pt x="30151" y="32474"/>
                      </a:lnTo>
                      <a:lnTo>
                        <a:pt x="30214" y="32537"/>
                      </a:lnTo>
                      <a:lnTo>
                        <a:pt x="30319" y="32537"/>
                      </a:lnTo>
                      <a:lnTo>
                        <a:pt x="30402" y="32495"/>
                      </a:lnTo>
                      <a:lnTo>
                        <a:pt x="30507" y="32474"/>
                      </a:lnTo>
                      <a:lnTo>
                        <a:pt x="30674" y="32537"/>
                      </a:lnTo>
                      <a:lnTo>
                        <a:pt x="30800" y="32495"/>
                      </a:lnTo>
                      <a:lnTo>
                        <a:pt x="30904" y="32516"/>
                      </a:lnTo>
                      <a:lnTo>
                        <a:pt x="31009" y="32474"/>
                      </a:lnTo>
                      <a:lnTo>
                        <a:pt x="31030" y="32411"/>
                      </a:lnTo>
                      <a:lnTo>
                        <a:pt x="31009" y="32369"/>
                      </a:lnTo>
                      <a:lnTo>
                        <a:pt x="31030" y="32307"/>
                      </a:lnTo>
                      <a:lnTo>
                        <a:pt x="31218" y="32286"/>
                      </a:lnTo>
                      <a:lnTo>
                        <a:pt x="31427" y="32286"/>
                      </a:lnTo>
                      <a:lnTo>
                        <a:pt x="31616" y="32328"/>
                      </a:lnTo>
                      <a:lnTo>
                        <a:pt x="31783" y="32474"/>
                      </a:lnTo>
                      <a:lnTo>
                        <a:pt x="31888" y="32621"/>
                      </a:lnTo>
                      <a:lnTo>
                        <a:pt x="31951" y="32746"/>
                      </a:lnTo>
                      <a:lnTo>
                        <a:pt x="32013" y="32746"/>
                      </a:lnTo>
                      <a:lnTo>
                        <a:pt x="32139" y="32788"/>
                      </a:lnTo>
                      <a:lnTo>
                        <a:pt x="32264" y="32851"/>
                      </a:lnTo>
                      <a:lnTo>
                        <a:pt x="32327" y="32851"/>
                      </a:lnTo>
                      <a:lnTo>
                        <a:pt x="32390" y="32913"/>
                      </a:lnTo>
                      <a:lnTo>
                        <a:pt x="32390" y="32997"/>
                      </a:lnTo>
                      <a:lnTo>
                        <a:pt x="32369" y="33039"/>
                      </a:lnTo>
                      <a:lnTo>
                        <a:pt x="32369" y="33144"/>
                      </a:lnTo>
                      <a:lnTo>
                        <a:pt x="32390" y="33227"/>
                      </a:lnTo>
                      <a:lnTo>
                        <a:pt x="32453" y="33269"/>
                      </a:lnTo>
                      <a:lnTo>
                        <a:pt x="32474" y="33311"/>
                      </a:lnTo>
                      <a:lnTo>
                        <a:pt x="32536" y="33311"/>
                      </a:lnTo>
                      <a:lnTo>
                        <a:pt x="32641" y="33353"/>
                      </a:lnTo>
                      <a:lnTo>
                        <a:pt x="32704" y="33416"/>
                      </a:lnTo>
                      <a:lnTo>
                        <a:pt x="32746" y="33353"/>
                      </a:lnTo>
                      <a:lnTo>
                        <a:pt x="32850" y="33311"/>
                      </a:lnTo>
                      <a:lnTo>
                        <a:pt x="33101" y="33269"/>
                      </a:lnTo>
                      <a:lnTo>
                        <a:pt x="33227" y="33248"/>
                      </a:lnTo>
                      <a:lnTo>
                        <a:pt x="33290" y="33144"/>
                      </a:lnTo>
                      <a:lnTo>
                        <a:pt x="33394" y="33102"/>
                      </a:lnTo>
                      <a:lnTo>
                        <a:pt x="33436" y="33123"/>
                      </a:lnTo>
                      <a:lnTo>
                        <a:pt x="33394" y="33248"/>
                      </a:lnTo>
                      <a:lnTo>
                        <a:pt x="33415" y="33353"/>
                      </a:lnTo>
                      <a:lnTo>
                        <a:pt x="33499" y="33374"/>
                      </a:lnTo>
                      <a:lnTo>
                        <a:pt x="33624" y="33478"/>
                      </a:lnTo>
                      <a:lnTo>
                        <a:pt x="33792" y="33541"/>
                      </a:lnTo>
                      <a:lnTo>
                        <a:pt x="33813" y="33562"/>
                      </a:lnTo>
                      <a:lnTo>
                        <a:pt x="33896" y="33562"/>
                      </a:lnTo>
                      <a:lnTo>
                        <a:pt x="34001" y="33625"/>
                      </a:lnTo>
                      <a:lnTo>
                        <a:pt x="34043" y="33625"/>
                      </a:lnTo>
                      <a:lnTo>
                        <a:pt x="34043" y="33583"/>
                      </a:lnTo>
                      <a:lnTo>
                        <a:pt x="34127" y="33374"/>
                      </a:lnTo>
                      <a:lnTo>
                        <a:pt x="34231" y="33332"/>
                      </a:lnTo>
                      <a:lnTo>
                        <a:pt x="34482" y="33332"/>
                      </a:lnTo>
                      <a:lnTo>
                        <a:pt x="34524" y="33269"/>
                      </a:lnTo>
                      <a:lnTo>
                        <a:pt x="34629" y="33165"/>
                      </a:lnTo>
                      <a:lnTo>
                        <a:pt x="34796" y="33102"/>
                      </a:lnTo>
                      <a:lnTo>
                        <a:pt x="34796" y="32997"/>
                      </a:lnTo>
                      <a:lnTo>
                        <a:pt x="34859" y="32893"/>
                      </a:lnTo>
                      <a:lnTo>
                        <a:pt x="35005" y="32809"/>
                      </a:lnTo>
                      <a:lnTo>
                        <a:pt x="35005" y="32725"/>
                      </a:lnTo>
                      <a:lnTo>
                        <a:pt x="35110" y="32621"/>
                      </a:lnTo>
                      <a:lnTo>
                        <a:pt x="35215" y="32600"/>
                      </a:lnTo>
                      <a:lnTo>
                        <a:pt x="35298" y="32495"/>
                      </a:lnTo>
                      <a:lnTo>
                        <a:pt x="35361" y="32432"/>
                      </a:lnTo>
                      <a:lnTo>
                        <a:pt x="35298" y="32390"/>
                      </a:lnTo>
                      <a:lnTo>
                        <a:pt x="35298" y="32307"/>
                      </a:lnTo>
                      <a:lnTo>
                        <a:pt x="35319" y="32265"/>
                      </a:lnTo>
                      <a:lnTo>
                        <a:pt x="35508" y="32307"/>
                      </a:lnTo>
                      <a:lnTo>
                        <a:pt x="35591" y="32265"/>
                      </a:lnTo>
                      <a:lnTo>
                        <a:pt x="35633" y="32097"/>
                      </a:lnTo>
                      <a:lnTo>
                        <a:pt x="35717" y="32077"/>
                      </a:lnTo>
                      <a:lnTo>
                        <a:pt x="35926" y="32056"/>
                      </a:lnTo>
                      <a:lnTo>
                        <a:pt x="36031" y="32014"/>
                      </a:lnTo>
                      <a:lnTo>
                        <a:pt x="36261" y="32014"/>
                      </a:lnTo>
                      <a:lnTo>
                        <a:pt x="36345" y="31972"/>
                      </a:lnTo>
                      <a:lnTo>
                        <a:pt x="36365" y="31972"/>
                      </a:lnTo>
                      <a:lnTo>
                        <a:pt x="36449" y="32077"/>
                      </a:lnTo>
                      <a:lnTo>
                        <a:pt x="36449" y="32160"/>
                      </a:lnTo>
                      <a:lnTo>
                        <a:pt x="36533" y="32223"/>
                      </a:lnTo>
                      <a:lnTo>
                        <a:pt x="36658" y="32223"/>
                      </a:lnTo>
                      <a:lnTo>
                        <a:pt x="36700" y="32202"/>
                      </a:lnTo>
                      <a:lnTo>
                        <a:pt x="36805" y="32202"/>
                      </a:lnTo>
                      <a:lnTo>
                        <a:pt x="36889" y="32160"/>
                      </a:lnTo>
                      <a:lnTo>
                        <a:pt x="37077" y="32160"/>
                      </a:lnTo>
                      <a:lnTo>
                        <a:pt x="37098" y="32223"/>
                      </a:lnTo>
                      <a:lnTo>
                        <a:pt x="37119" y="32328"/>
                      </a:lnTo>
                      <a:lnTo>
                        <a:pt x="37161" y="32411"/>
                      </a:lnTo>
                      <a:lnTo>
                        <a:pt x="37453" y="32579"/>
                      </a:lnTo>
                      <a:lnTo>
                        <a:pt x="37537" y="32641"/>
                      </a:lnTo>
                      <a:lnTo>
                        <a:pt x="37746" y="32746"/>
                      </a:lnTo>
                      <a:lnTo>
                        <a:pt x="37830" y="32704"/>
                      </a:lnTo>
                      <a:lnTo>
                        <a:pt x="37935" y="32641"/>
                      </a:lnTo>
                      <a:lnTo>
                        <a:pt x="38060" y="32579"/>
                      </a:lnTo>
                      <a:lnTo>
                        <a:pt x="38165" y="32579"/>
                      </a:lnTo>
                      <a:lnTo>
                        <a:pt x="38269" y="32600"/>
                      </a:lnTo>
                      <a:lnTo>
                        <a:pt x="38353" y="32641"/>
                      </a:lnTo>
                      <a:lnTo>
                        <a:pt x="38437" y="32621"/>
                      </a:lnTo>
                      <a:lnTo>
                        <a:pt x="38688" y="32621"/>
                      </a:lnTo>
                      <a:lnTo>
                        <a:pt x="38793" y="32683"/>
                      </a:lnTo>
                      <a:lnTo>
                        <a:pt x="38897" y="32683"/>
                      </a:lnTo>
                      <a:lnTo>
                        <a:pt x="38939" y="32641"/>
                      </a:lnTo>
                      <a:lnTo>
                        <a:pt x="39044" y="32683"/>
                      </a:lnTo>
                      <a:lnTo>
                        <a:pt x="39211" y="32641"/>
                      </a:lnTo>
                      <a:lnTo>
                        <a:pt x="39316" y="32474"/>
                      </a:lnTo>
                      <a:lnTo>
                        <a:pt x="39274" y="32390"/>
                      </a:lnTo>
                      <a:lnTo>
                        <a:pt x="39169" y="32307"/>
                      </a:lnTo>
                      <a:lnTo>
                        <a:pt x="39169" y="32118"/>
                      </a:lnTo>
                      <a:lnTo>
                        <a:pt x="39190" y="31951"/>
                      </a:lnTo>
                      <a:lnTo>
                        <a:pt x="39169" y="31867"/>
                      </a:lnTo>
                      <a:lnTo>
                        <a:pt x="39065" y="31846"/>
                      </a:lnTo>
                      <a:lnTo>
                        <a:pt x="39002" y="31763"/>
                      </a:lnTo>
                      <a:lnTo>
                        <a:pt x="38834" y="31700"/>
                      </a:lnTo>
                      <a:lnTo>
                        <a:pt x="38772" y="31574"/>
                      </a:lnTo>
                      <a:lnTo>
                        <a:pt x="38772" y="31281"/>
                      </a:lnTo>
                      <a:lnTo>
                        <a:pt x="38876" y="31156"/>
                      </a:lnTo>
                      <a:lnTo>
                        <a:pt x="38876" y="31072"/>
                      </a:lnTo>
                      <a:lnTo>
                        <a:pt x="38939" y="30968"/>
                      </a:lnTo>
                      <a:lnTo>
                        <a:pt x="39044" y="30947"/>
                      </a:lnTo>
                      <a:lnTo>
                        <a:pt x="39086" y="30968"/>
                      </a:lnTo>
                      <a:lnTo>
                        <a:pt x="39148" y="30863"/>
                      </a:lnTo>
                      <a:lnTo>
                        <a:pt x="39106" y="30758"/>
                      </a:lnTo>
                      <a:lnTo>
                        <a:pt x="39148" y="30696"/>
                      </a:lnTo>
                      <a:lnTo>
                        <a:pt x="39211" y="30633"/>
                      </a:lnTo>
                      <a:lnTo>
                        <a:pt x="39316" y="30633"/>
                      </a:lnTo>
                      <a:lnTo>
                        <a:pt x="39399" y="30696"/>
                      </a:lnTo>
                      <a:lnTo>
                        <a:pt x="39567" y="30737"/>
                      </a:lnTo>
                      <a:lnTo>
                        <a:pt x="39713" y="30821"/>
                      </a:lnTo>
                      <a:lnTo>
                        <a:pt x="39734" y="30863"/>
                      </a:lnTo>
                      <a:lnTo>
                        <a:pt x="39881" y="30926"/>
                      </a:lnTo>
                      <a:lnTo>
                        <a:pt x="40236" y="30926"/>
                      </a:lnTo>
                      <a:lnTo>
                        <a:pt x="40320" y="30968"/>
                      </a:lnTo>
                      <a:lnTo>
                        <a:pt x="40362" y="31030"/>
                      </a:lnTo>
                      <a:lnTo>
                        <a:pt x="40529" y="31051"/>
                      </a:lnTo>
                      <a:lnTo>
                        <a:pt x="40613" y="31114"/>
                      </a:lnTo>
                      <a:lnTo>
                        <a:pt x="40718" y="31135"/>
                      </a:lnTo>
                      <a:lnTo>
                        <a:pt x="40948" y="31135"/>
                      </a:lnTo>
                      <a:lnTo>
                        <a:pt x="41031" y="31156"/>
                      </a:lnTo>
                      <a:lnTo>
                        <a:pt x="41073" y="31240"/>
                      </a:lnTo>
                      <a:lnTo>
                        <a:pt x="41073" y="31323"/>
                      </a:lnTo>
                      <a:lnTo>
                        <a:pt x="41136" y="31386"/>
                      </a:lnTo>
                      <a:lnTo>
                        <a:pt x="41136" y="31470"/>
                      </a:lnTo>
                      <a:lnTo>
                        <a:pt x="41178" y="31533"/>
                      </a:lnTo>
                      <a:lnTo>
                        <a:pt x="41241" y="31658"/>
                      </a:lnTo>
                      <a:lnTo>
                        <a:pt x="41241" y="31763"/>
                      </a:lnTo>
                      <a:lnTo>
                        <a:pt x="41303" y="31805"/>
                      </a:lnTo>
                      <a:lnTo>
                        <a:pt x="41387" y="31805"/>
                      </a:lnTo>
                      <a:lnTo>
                        <a:pt x="41492" y="31909"/>
                      </a:lnTo>
                      <a:lnTo>
                        <a:pt x="41513" y="31972"/>
                      </a:lnTo>
                      <a:lnTo>
                        <a:pt x="41680" y="32014"/>
                      </a:lnTo>
                      <a:lnTo>
                        <a:pt x="41868" y="32118"/>
                      </a:lnTo>
                      <a:lnTo>
                        <a:pt x="41931" y="32118"/>
                      </a:lnTo>
                      <a:lnTo>
                        <a:pt x="41994" y="32077"/>
                      </a:lnTo>
                      <a:lnTo>
                        <a:pt x="42182" y="32077"/>
                      </a:lnTo>
                      <a:lnTo>
                        <a:pt x="42245" y="32014"/>
                      </a:lnTo>
                      <a:lnTo>
                        <a:pt x="42329" y="32014"/>
                      </a:lnTo>
                      <a:lnTo>
                        <a:pt x="42412" y="32056"/>
                      </a:lnTo>
                      <a:lnTo>
                        <a:pt x="42496" y="32014"/>
                      </a:lnTo>
                      <a:lnTo>
                        <a:pt x="42601" y="31909"/>
                      </a:lnTo>
                      <a:lnTo>
                        <a:pt x="42747" y="31867"/>
                      </a:lnTo>
                      <a:lnTo>
                        <a:pt x="42977" y="31846"/>
                      </a:lnTo>
                      <a:lnTo>
                        <a:pt x="43124" y="31763"/>
                      </a:lnTo>
                      <a:lnTo>
                        <a:pt x="43270" y="31763"/>
                      </a:lnTo>
                      <a:lnTo>
                        <a:pt x="43396" y="31700"/>
                      </a:lnTo>
                      <a:lnTo>
                        <a:pt x="43542" y="31784"/>
                      </a:lnTo>
                      <a:lnTo>
                        <a:pt x="43710" y="31805"/>
                      </a:lnTo>
                      <a:lnTo>
                        <a:pt x="43961" y="31805"/>
                      </a:lnTo>
                      <a:lnTo>
                        <a:pt x="44065" y="31972"/>
                      </a:lnTo>
                      <a:lnTo>
                        <a:pt x="44275" y="32056"/>
                      </a:lnTo>
                      <a:lnTo>
                        <a:pt x="44421" y="32056"/>
                      </a:lnTo>
                      <a:lnTo>
                        <a:pt x="44547" y="32014"/>
                      </a:lnTo>
                      <a:lnTo>
                        <a:pt x="44609" y="32077"/>
                      </a:lnTo>
                      <a:lnTo>
                        <a:pt x="44651" y="32265"/>
                      </a:lnTo>
                      <a:lnTo>
                        <a:pt x="44756" y="32328"/>
                      </a:lnTo>
                      <a:lnTo>
                        <a:pt x="44840" y="32390"/>
                      </a:lnTo>
                      <a:lnTo>
                        <a:pt x="44923" y="32411"/>
                      </a:lnTo>
                      <a:lnTo>
                        <a:pt x="45028" y="32516"/>
                      </a:lnTo>
                      <a:lnTo>
                        <a:pt x="45112" y="32516"/>
                      </a:lnTo>
                      <a:lnTo>
                        <a:pt x="45363" y="32495"/>
                      </a:lnTo>
                      <a:lnTo>
                        <a:pt x="45593" y="32579"/>
                      </a:lnTo>
                      <a:lnTo>
                        <a:pt x="45948" y="32579"/>
                      </a:lnTo>
                      <a:lnTo>
                        <a:pt x="46095" y="32537"/>
                      </a:lnTo>
                      <a:lnTo>
                        <a:pt x="46158" y="32495"/>
                      </a:lnTo>
                      <a:lnTo>
                        <a:pt x="46283" y="32495"/>
                      </a:lnTo>
                      <a:lnTo>
                        <a:pt x="46388" y="32537"/>
                      </a:lnTo>
                      <a:lnTo>
                        <a:pt x="46472" y="32537"/>
                      </a:lnTo>
                      <a:lnTo>
                        <a:pt x="46534" y="32411"/>
                      </a:lnTo>
                      <a:lnTo>
                        <a:pt x="46744" y="32286"/>
                      </a:lnTo>
                      <a:lnTo>
                        <a:pt x="46890" y="32286"/>
                      </a:lnTo>
                      <a:lnTo>
                        <a:pt x="46953" y="32181"/>
                      </a:lnTo>
                      <a:lnTo>
                        <a:pt x="47329" y="32181"/>
                      </a:lnTo>
                      <a:lnTo>
                        <a:pt x="47434" y="32077"/>
                      </a:lnTo>
                      <a:lnTo>
                        <a:pt x="47455" y="31972"/>
                      </a:lnTo>
                      <a:lnTo>
                        <a:pt x="47455" y="31909"/>
                      </a:lnTo>
                      <a:lnTo>
                        <a:pt x="47539" y="31805"/>
                      </a:lnTo>
                      <a:lnTo>
                        <a:pt x="47664" y="31763"/>
                      </a:lnTo>
                      <a:lnTo>
                        <a:pt x="47748" y="31679"/>
                      </a:lnTo>
                      <a:lnTo>
                        <a:pt x="47790" y="31553"/>
                      </a:lnTo>
                      <a:lnTo>
                        <a:pt x="47873" y="31470"/>
                      </a:lnTo>
                      <a:lnTo>
                        <a:pt x="47978" y="31470"/>
                      </a:lnTo>
                      <a:lnTo>
                        <a:pt x="47999" y="31491"/>
                      </a:lnTo>
                      <a:lnTo>
                        <a:pt x="48187" y="31449"/>
                      </a:lnTo>
                      <a:lnTo>
                        <a:pt x="48292" y="31449"/>
                      </a:lnTo>
                      <a:lnTo>
                        <a:pt x="48417" y="31533"/>
                      </a:lnTo>
                      <a:lnTo>
                        <a:pt x="48501" y="31637"/>
                      </a:lnTo>
                      <a:lnTo>
                        <a:pt x="48585" y="31658"/>
                      </a:lnTo>
                      <a:lnTo>
                        <a:pt x="48689" y="31595"/>
                      </a:lnTo>
                      <a:lnTo>
                        <a:pt x="48731" y="31658"/>
                      </a:lnTo>
                      <a:lnTo>
                        <a:pt x="48836" y="31658"/>
                      </a:lnTo>
                      <a:lnTo>
                        <a:pt x="48982" y="31574"/>
                      </a:lnTo>
                      <a:lnTo>
                        <a:pt x="48982" y="31533"/>
                      </a:lnTo>
                      <a:lnTo>
                        <a:pt x="49150" y="31491"/>
                      </a:lnTo>
                      <a:lnTo>
                        <a:pt x="49359" y="31574"/>
                      </a:lnTo>
                      <a:lnTo>
                        <a:pt x="49422" y="31637"/>
                      </a:lnTo>
                      <a:lnTo>
                        <a:pt x="49464" y="31595"/>
                      </a:lnTo>
                      <a:lnTo>
                        <a:pt x="49547" y="31595"/>
                      </a:lnTo>
                      <a:lnTo>
                        <a:pt x="49568" y="31658"/>
                      </a:lnTo>
                      <a:lnTo>
                        <a:pt x="49673" y="31637"/>
                      </a:lnTo>
                      <a:lnTo>
                        <a:pt x="49840" y="31658"/>
                      </a:lnTo>
                      <a:lnTo>
                        <a:pt x="49924" y="31742"/>
                      </a:lnTo>
                      <a:lnTo>
                        <a:pt x="49966" y="31742"/>
                      </a:lnTo>
                      <a:lnTo>
                        <a:pt x="50259" y="31470"/>
                      </a:lnTo>
                      <a:lnTo>
                        <a:pt x="50384" y="31365"/>
                      </a:lnTo>
                      <a:lnTo>
                        <a:pt x="50594" y="31344"/>
                      </a:lnTo>
                      <a:lnTo>
                        <a:pt x="50677" y="31260"/>
                      </a:lnTo>
                      <a:lnTo>
                        <a:pt x="50698" y="31156"/>
                      </a:lnTo>
                      <a:lnTo>
                        <a:pt x="50677" y="31030"/>
                      </a:lnTo>
                      <a:lnTo>
                        <a:pt x="50614" y="31009"/>
                      </a:lnTo>
                      <a:lnTo>
                        <a:pt x="50573" y="31030"/>
                      </a:lnTo>
                      <a:lnTo>
                        <a:pt x="50510" y="31009"/>
                      </a:lnTo>
                      <a:lnTo>
                        <a:pt x="50468" y="31009"/>
                      </a:lnTo>
                      <a:lnTo>
                        <a:pt x="50468" y="30842"/>
                      </a:lnTo>
                      <a:lnTo>
                        <a:pt x="50489" y="30800"/>
                      </a:lnTo>
                      <a:lnTo>
                        <a:pt x="50489" y="30633"/>
                      </a:lnTo>
                      <a:lnTo>
                        <a:pt x="50447" y="30528"/>
                      </a:lnTo>
                      <a:lnTo>
                        <a:pt x="50468" y="30444"/>
                      </a:lnTo>
                      <a:lnTo>
                        <a:pt x="50552" y="30424"/>
                      </a:lnTo>
                      <a:lnTo>
                        <a:pt x="50552" y="30319"/>
                      </a:lnTo>
                      <a:lnTo>
                        <a:pt x="50468" y="30235"/>
                      </a:lnTo>
                      <a:lnTo>
                        <a:pt x="50447" y="30110"/>
                      </a:lnTo>
                      <a:lnTo>
                        <a:pt x="50468" y="30068"/>
                      </a:lnTo>
                      <a:lnTo>
                        <a:pt x="50405" y="29963"/>
                      </a:lnTo>
                      <a:lnTo>
                        <a:pt x="50405" y="29859"/>
                      </a:lnTo>
                      <a:lnTo>
                        <a:pt x="50489" y="29754"/>
                      </a:lnTo>
                      <a:lnTo>
                        <a:pt x="50573" y="29691"/>
                      </a:lnTo>
                      <a:lnTo>
                        <a:pt x="50594" y="29566"/>
                      </a:lnTo>
                      <a:lnTo>
                        <a:pt x="50677" y="29461"/>
                      </a:lnTo>
                      <a:lnTo>
                        <a:pt x="50761" y="29398"/>
                      </a:lnTo>
                      <a:lnTo>
                        <a:pt x="50761" y="29273"/>
                      </a:lnTo>
                      <a:lnTo>
                        <a:pt x="50719" y="29189"/>
                      </a:lnTo>
                      <a:lnTo>
                        <a:pt x="50719" y="29126"/>
                      </a:lnTo>
                      <a:lnTo>
                        <a:pt x="50656" y="29064"/>
                      </a:lnTo>
                      <a:lnTo>
                        <a:pt x="50594" y="28959"/>
                      </a:lnTo>
                      <a:lnTo>
                        <a:pt x="50510" y="28833"/>
                      </a:lnTo>
                      <a:lnTo>
                        <a:pt x="50447" y="28812"/>
                      </a:lnTo>
                      <a:lnTo>
                        <a:pt x="50363" y="28833"/>
                      </a:lnTo>
                      <a:lnTo>
                        <a:pt x="50238" y="28917"/>
                      </a:lnTo>
                      <a:lnTo>
                        <a:pt x="50175" y="28917"/>
                      </a:lnTo>
                      <a:lnTo>
                        <a:pt x="50154" y="28854"/>
                      </a:lnTo>
                      <a:lnTo>
                        <a:pt x="50154" y="28603"/>
                      </a:lnTo>
                      <a:lnTo>
                        <a:pt x="50175" y="28540"/>
                      </a:lnTo>
                      <a:lnTo>
                        <a:pt x="50175" y="28499"/>
                      </a:lnTo>
                      <a:lnTo>
                        <a:pt x="50238" y="28436"/>
                      </a:lnTo>
                      <a:lnTo>
                        <a:pt x="50259" y="28331"/>
                      </a:lnTo>
                      <a:lnTo>
                        <a:pt x="50342" y="28227"/>
                      </a:lnTo>
                      <a:lnTo>
                        <a:pt x="50342" y="28143"/>
                      </a:lnTo>
                      <a:lnTo>
                        <a:pt x="50384" y="28101"/>
                      </a:lnTo>
                      <a:lnTo>
                        <a:pt x="50552" y="28080"/>
                      </a:lnTo>
                      <a:lnTo>
                        <a:pt x="50614" y="28038"/>
                      </a:lnTo>
                      <a:lnTo>
                        <a:pt x="50698" y="28038"/>
                      </a:lnTo>
                      <a:lnTo>
                        <a:pt x="50719" y="28017"/>
                      </a:lnTo>
                      <a:lnTo>
                        <a:pt x="50803" y="28017"/>
                      </a:lnTo>
                      <a:lnTo>
                        <a:pt x="50886" y="27996"/>
                      </a:lnTo>
                      <a:lnTo>
                        <a:pt x="50928" y="27913"/>
                      </a:lnTo>
                      <a:lnTo>
                        <a:pt x="51033" y="27913"/>
                      </a:lnTo>
                      <a:lnTo>
                        <a:pt x="51117" y="27829"/>
                      </a:lnTo>
                      <a:lnTo>
                        <a:pt x="51242" y="27871"/>
                      </a:lnTo>
                      <a:lnTo>
                        <a:pt x="51451" y="27871"/>
                      </a:lnTo>
                      <a:lnTo>
                        <a:pt x="51514" y="27808"/>
                      </a:lnTo>
                      <a:lnTo>
                        <a:pt x="51556" y="27808"/>
                      </a:lnTo>
                      <a:lnTo>
                        <a:pt x="51598" y="27724"/>
                      </a:lnTo>
                      <a:lnTo>
                        <a:pt x="51744" y="27703"/>
                      </a:lnTo>
                      <a:lnTo>
                        <a:pt x="51765" y="27683"/>
                      </a:lnTo>
                      <a:lnTo>
                        <a:pt x="51849" y="27703"/>
                      </a:lnTo>
                      <a:lnTo>
                        <a:pt x="51933" y="27703"/>
                      </a:lnTo>
                      <a:lnTo>
                        <a:pt x="52016" y="27745"/>
                      </a:lnTo>
                      <a:lnTo>
                        <a:pt x="52184" y="27787"/>
                      </a:lnTo>
                      <a:lnTo>
                        <a:pt x="52267" y="27829"/>
                      </a:lnTo>
                      <a:lnTo>
                        <a:pt x="52288" y="27892"/>
                      </a:lnTo>
                      <a:lnTo>
                        <a:pt x="52435" y="27892"/>
                      </a:lnTo>
                      <a:lnTo>
                        <a:pt x="52498" y="27850"/>
                      </a:lnTo>
                      <a:lnTo>
                        <a:pt x="52539" y="27892"/>
                      </a:lnTo>
                      <a:lnTo>
                        <a:pt x="52644" y="27934"/>
                      </a:lnTo>
                      <a:lnTo>
                        <a:pt x="52686" y="27913"/>
                      </a:lnTo>
                      <a:lnTo>
                        <a:pt x="52686" y="27829"/>
                      </a:lnTo>
                      <a:lnTo>
                        <a:pt x="52749" y="27808"/>
                      </a:lnTo>
                      <a:lnTo>
                        <a:pt x="52790" y="27829"/>
                      </a:lnTo>
                      <a:lnTo>
                        <a:pt x="52874" y="27829"/>
                      </a:lnTo>
                      <a:lnTo>
                        <a:pt x="52916" y="27808"/>
                      </a:lnTo>
                      <a:lnTo>
                        <a:pt x="52979" y="27892"/>
                      </a:lnTo>
                      <a:lnTo>
                        <a:pt x="53021" y="27892"/>
                      </a:lnTo>
                      <a:lnTo>
                        <a:pt x="53104" y="27913"/>
                      </a:lnTo>
                      <a:lnTo>
                        <a:pt x="53125" y="27955"/>
                      </a:lnTo>
                      <a:lnTo>
                        <a:pt x="53104" y="28017"/>
                      </a:lnTo>
                      <a:lnTo>
                        <a:pt x="53125" y="28059"/>
                      </a:lnTo>
                      <a:lnTo>
                        <a:pt x="53188" y="28059"/>
                      </a:lnTo>
                      <a:lnTo>
                        <a:pt x="53209" y="28122"/>
                      </a:lnTo>
                      <a:lnTo>
                        <a:pt x="53272" y="28059"/>
                      </a:lnTo>
                      <a:lnTo>
                        <a:pt x="53335" y="28101"/>
                      </a:lnTo>
                      <a:lnTo>
                        <a:pt x="53376" y="28143"/>
                      </a:lnTo>
                      <a:lnTo>
                        <a:pt x="53335" y="28206"/>
                      </a:lnTo>
                      <a:lnTo>
                        <a:pt x="53376" y="28247"/>
                      </a:lnTo>
                      <a:lnTo>
                        <a:pt x="53481" y="28268"/>
                      </a:lnTo>
                      <a:lnTo>
                        <a:pt x="53523" y="28268"/>
                      </a:lnTo>
                      <a:lnTo>
                        <a:pt x="53586" y="28310"/>
                      </a:lnTo>
                      <a:lnTo>
                        <a:pt x="53586" y="28352"/>
                      </a:lnTo>
                      <a:lnTo>
                        <a:pt x="53627" y="28373"/>
                      </a:lnTo>
                      <a:lnTo>
                        <a:pt x="53690" y="28457"/>
                      </a:lnTo>
                      <a:lnTo>
                        <a:pt x="53690" y="28540"/>
                      </a:lnTo>
                      <a:lnTo>
                        <a:pt x="53711" y="28624"/>
                      </a:lnTo>
                      <a:lnTo>
                        <a:pt x="53711" y="28666"/>
                      </a:lnTo>
                      <a:lnTo>
                        <a:pt x="53732" y="28687"/>
                      </a:lnTo>
                      <a:lnTo>
                        <a:pt x="53899" y="28687"/>
                      </a:lnTo>
                      <a:lnTo>
                        <a:pt x="53920" y="28750"/>
                      </a:lnTo>
                      <a:lnTo>
                        <a:pt x="53899" y="28833"/>
                      </a:lnTo>
                      <a:lnTo>
                        <a:pt x="53899" y="28875"/>
                      </a:lnTo>
                      <a:lnTo>
                        <a:pt x="54025" y="28959"/>
                      </a:lnTo>
                      <a:lnTo>
                        <a:pt x="54067" y="29064"/>
                      </a:lnTo>
                      <a:lnTo>
                        <a:pt x="54151" y="29147"/>
                      </a:lnTo>
                      <a:lnTo>
                        <a:pt x="54171" y="29210"/>
                      </a:lnTo>
                      <a:lnTo>
                        <a:pt x="54234" y="29252"/>
                      </a:lnTo>
                      <a:lnTo>
                        <a:pt x="54255" y="29356"/>
                      </a:lnTo>
                      <a:lnTo>
                        <a:pt x="54339" y="29398"/>
                      </a:lnTo>
                      <a:lnTo>
                        <a:pt x="54339" y="29461"/>
                      </a:lnTo>
                      <a:lnTo>
                        <a:pt x="54318" y="29503"/>
                      </a:lnTo>
                      <a:lnTo>
                        <a:pt x="54339" y="29524"/>
                      </a:lnTo>
                      <a:lnTo>
                        <a:pt x="54381" y="29503"/>
                      </a:lnTo>
                      <a:lnTo>
                        <a:pt x="54443" y="29587"/>
                      </a:lnTo>
                      <a:lnTo>
                        <a:pt x="54464" y="29670"/>
                      </a:lnTo>
                      <a:lnTo>
                        <a:pt x="54569" y="29817"/>
                      </a:lnTo>
                      <a:lnTo>
                        <a:pt x="54778" y="29963"/>
                      </a:lnTo>
                      <a:lnTo>
                        <a:pt x="54799" y="30047"/>
                      </a:lnTo>
                      <a:lnTo>
                        <a:pt x="54841" y="30152"/>
                      </a:lnTo>
                      <a:lnTo>
                        <a:pt x="54883" y="30193"/>
                      </a:lnTo>
                      <a:lnTo>
                        <a:pt x="54883" y="30298"/>
                      </a:lnTo>
                      <a:lnTo>
                        <a:pt x="54967" y="30319"/>
                      </a:lnTo>
                      <a:lnTo>
                        <a:pt x="55008" y="30319"/>
                      </a:lnTo>
                      <a:lnTo>
                        <a:pt x="55050" y="30424"/>
                      </a:lnTo>
                      <a:lnTo>
                        <a:pt x="55050" y="30507"/>
                      </a:lnTo>
                      <a:lnTo>
                        <a:pt x="55092" y="30612"/>
                      </a:lnTo>
                      <a:lnTo>
                        <a:pt x="55218" y="30737"/>
                      </a:lnTo>
                      <a:lnTo>
                        <a:pt x="55322" y="30758"/>
                      </a:lnTo>
                      <a:lnTo>
                        <a:pt x="55385" y="30842"/>
                      </a:lnTo>
                      <a:lnTo>
                        <a:pt x="55469" y="30842"/>
                      </a:lnTo>
                      <a:lnTo>
                        <a:pt x="55511" y="30821"/>
                      </a:lnTo>
                      <a:lnTo>
                        <a:pt x="55573" y="30842"/>
                      </a:lnTo>
                      <a:lnTo>
                        <a:pt x="55615" y="30821"/>
                      </a:lnTo>
                      <a:lnTo>
                        <a:pt x="55741" y="30842"/>
                      </a:lnTo>
                      <a:lnTo>
                        <a:pt x="55803" y="30779"/>
                      </a:lnTo>
                      <a:lnTo>
                        <a:pt x="55887" y="30779"/>
                      </a:lnTo>
                      <a:lnTo>
                        <a:pt x="55887" y="30821"/>
                      </a:lnTo>
                      <a:lnTo>
                        <a:pt x="55824" y="30863"/>
                      </a:lnTo>
                      <a:lnTo>
                        <a:pt x="55845" y="30905"/>
                      </a:lnTo>
                      <a:lnTo>
                        <a:pt x="55992" y="30905"/>
                      </a:lnTo>
                      <a:lnTo>
                        <a:pt x="56034" y="30926"/>
                      </a:lnTo>
                      <a:lnTo>
                        <a:pt x="56055" y="30968"/>
                      </a:lnTo>
                      <a:lnTo>
                        <a:pt x="56138" y="31030"/>
                      </a:lnTo>
                      <a:lnTo>
                        <a:pt x="56159" y="30968"/>
                      </a:lnTo>
                      <a:lnTo>
                        <a:pt x="56222" y="30947"/>
                      </a:lnTo>
                      <a:lnTo>
                        <a:pt x="56264" y="30968"/>
                      </a:lnTo>
                      <a:lnTo>
                        <a:pt x="56306" y="30905"/>
                      </a:lnTo>
                      <a:lnTo>
                        <a:pt x="56348" y="30905"/>
                      </a:lnTo>
                      <a:lnTo>
                        <a:pt x="56410" y="30947"/>
                      </a:lnTo>
                      <a:lnTo>
                        <a:pt x="56431" y="31009"/>
                      </a:lnTo>
                      <a:lnTo>
                        <a:pt x="56473" y="31072"/>
                      </a:lnTo>
                      <a:lnTo>
                        <a:pt x="56536" y="31072"/>
                      </a:lnTo>
                      <a:lnTo>
                        <a:pt x="56557" y="31135"/>
                      </a:lnTo>
                      <a:lnTo>
                        <a:pt x="56620" y="31177"/>
                      </a:lnTo>
                      <a:lnTo>
                        <a:pt x="56640" y="31177"/>
                      </a:lnTo>
                      <a:lnTo>
                        <a:pt x="56682" y="31240"/>
                      </a:lnTo>
                      <a:lnTo>
                        <a:pt x="56724" y="31281"/>
                      </a:lnTo>
                      <a:lnTo>
                        <a:pt x="56850" y="31344"/>
                      </a:lnTo>
                      <a:lnTo>
                        <a:pt x="56871" y="31365"/>
                      </a:lnTo>
                      <a:lnTo>
                        <a:pt x="56933" y="31365"/>
                      </a:lnTo>
                      <a:lnTo>
                        <a:pt x="56975" y="31407"/>
                      </a:lnTo>
                      <a:lnTo>
                        <a:pt x="57059" y="31449"/>
                      </a:lnTo>
                      <a:lnTo>
                        <a:pt x="57122" y="31407"/>
                      </a:lnTo>
                      <a:lnTo>
                        <a:pt x="57184" y="31407"/>
                      </a:lnTo>
                      <a:lnTo>
                        <a:pt x="57247" y="31365"/>
                      </a:lnTo>
                      <a:lnTo>
                        <a:pt x="57289" y="31365"/>
                      </a:lnTo>
                      <a:lnTo>
                        <a:pt x="57352" y="31386"/>
                      </a:lnTo>
                      <a:lnTo>
                        <a:pt x="57352" y="31470"/>
                      </a:lnTo>
                      <a:lnTo>
                        <a:pt x="57289" y="31553"/>
                      </a:lnTo>
                      <a:lnTo>
                        <a:pt x="57289" y="31637"/>
                      </a:lnTo>
                      <a:lnTo>
                        <a:pt x="57289" y="31700"/>
                      </a:lnTo>
                      <a:lnTo>
                        <a:pt x="57394" y="31700"/>
                      </a:lnTo>
                      <a:lnTo>
                        <a:pt x="57436" y="31805"/>
                      </a:lnTo>
                      <a:lnTo>
                        <a:pt x="57456" y="31909"/>
                      </a:lnTo>
                      <a:lnTo>
                        <a:pt x="57436" y="32014"/>
                      </a:lnTo>
                      <a:lnTo>
                        <a:pt x="57394" y="32056"/>
                      </a:lnTo>
                      <a:lnTo>
                        <a:pt x="57394" y="32118"/>
                      </a:lnTo>
                      <a:lnTo>
                        <a:pt x="57498" y="32265"/>
                      </a:lnTo>
                      <a:lnTo>
                        <a:pt x="57561" y="32286"/>
                      </a:lnTo>
                      <a:lnTo>
                        <a:pt x="57645" y="32390"/>
                      </a:lnTo>
                      <a:lnTo>
                        <a:pt x="57666" y="32432"/>
                      </a:lnTo>
                      <a:lnTo>
                        <a:pt x="57749" y="32411"/>
                      </a:lnTo>
                      <a:lnTo>
                        <a:pt x="57812" y="32369"/>
                      </a:lnTo>
                      <a:lnTo>
                        <a:pt x="57896" y="32369"/>
                      </a:lnTo>
                      <a:lnTo>
                        <a:pt x="57938" y="32432"/>
                      </a:lnTo>
                      <a:lnTo>
                        <a:pt x="57980" y="32516"/>
                      </a:lnTo>
                      <a:lnTo>
                        <a:pt x="58042" y="32495"/>
                      </a:lnTo>
                      <a:lnTo>
                        <a:pt x="58105" y="32432"/>
                      </a:lnTo>
                      <a:lnTo>
                        <a:pt x="58189" y="32474"/>
                      </a:lnTo>
                      <a:lnTo>
                        <a:pt x="58231" y="32432"/>
                      </a:lnTo>
                      <a:lnTo>
                        <a:pt x="58398" y="32411"/>
                      </a:lnTo>
                      <a:lnTo>
                        <a:pt x="58461" y="32328"/>
                      </a:lnTo>
                      <a:lnTo>
                        <a:pt x="58524" y="32307"/>
                      </a:lnTo>
                      <a:lnTo>
                        <a:pt x="58524" y="32244"/>
                      </a:lnTo>
                      <a:lnTo>
                        <a:pt x="58544" y="32160"/>
                      </a:lnTo>
                      <a:lnTo>
                        <a:pt x="58628" y="32097"/>
                      </a:lnTo>
                      <a:lnTo>
                        <a:pt x="58628" y="31993"/>
                      </a:lnTo>
                      <a:lnTo>
                        <a:pt x="58649" y="31909"/>
                      </a:lnTo>
                      <a:lnTo>
                        <a:pt x="58837" y="31909"/>
                      </a:lnTo>
                      <a:lnTo>
                        <a:pt x="58858" y="31805"/>
                      </a:lnTo>
                      <a:lnTo>
                        <a:pt x="58921" y="31805"/>
                      </a:lnTo>
                      <a:lnTo>
                        <a:pt x="58963" y="31784"/>
                      </a:lnTo>
                      <a:lnTo>
                        <a:pt x="59005" y="31700"/>
                      </a:lnTo>
                      <a:lnTo>
                        <a:pt x="59047" y="31658"/>
                      </a:lnTo>
                      <a:lnTo>
                        <a:pt x="59151" y="31658"/>
                      </a:lnTo>
                      <a:lnTo>
                        <a:pt x="59214" y="31595"/>
                      </a:lnTo>
                      <a:lnTo>
                        <a:pt x="59319" y="31658"/>
                      </a:lnTo>
                      <a:lnTo>
                        <a:pt x="59361" y="31700"/>
                      </a:lnTo>
                      <a:lnTo>
                        <a:pt x="59465" y="31700"/>
                      </a:lnTo>
                      <a:lnTo>
                        <a:pt x="59486" y="31763"/>
                      </a:lnTo>
                      <a:lnTo>
                        <a:pt x="59549" y="31867"/>
                      </a:lnTo>
                      <a:lnTo>
                        <a:pt x="59486" y="31909"/>
                      </a:lnTo>
                      <a:lnTo>
                        <a:pt x="59528" y="31972"/>
                      </a:lnTo>
                      <a:lnTo>
                        <a:pt x="59633" y="32077"/>
                      </a:lnTo>
                      <a:lnTo>
                        <a:pt x="59633" y="32139"/>
                      </a:lnTo>
                      <a:lnTo>
                        <a:pt x="59674" y="32202"/>
                      </a:lnTo>
                      <a:lnTo>
                        <a:pt x="59758" y="32244"/>
                      </a:lnTo>
                      <a:lnTo>
                        <a:pt x="59737" y="32390"/>
                      </a:lnTo>
                      <a:lnTo>
                        <a:pt x="59737" y="32495"/>
                      </a:lnTo>
                      <a:lnTo>
                        <a:pt x="59695" y="32537"/>
                      </a:lnTo>
                      <a:lnTo>
                        <a:pt x="59633" y="32558"/>
                      </a:lnTo>
                      <a:lnTo>
                        <a:pt x="59549" y="32662"/>
                      </a:lnTo>
                      <a:lnTo>
                        <a:pt x="59549" y="32725"/>
                      </a:lnTo>
                      <a:lnTo>
                        <a:pt x="59591" y="32809"/>
                      </a:lnTo>
                      <a:lnTo>
                        <a:pt x="59633" y="32830"/>
                      </a:lnTo>
                      <a:lnTo>
                        <a:pt x="59633" y="32934"/>
                      </a:lnTo>
                      <a:lnTo>
                        <a:pt x="59591" y="33018"/>
                      </a:lnTo>
                      <a:lnTo>
                        <a:pt x="59633" y="33060"/>
                      </a:lnTo>
                      <a:lnTo>
                        <a:pt x="59674" y="33081"/>
                      </a:lnTo>
                      <a:lnTo>
                        <a:pt x="59674" y="33144"/>
                      </a:lnTo>
                      <a:lnTo>
                        <a:pt x="59695" y="33185"/>
                      </a:lnTo>
                      <a:lnTo>
                        <a:pt x="59695" y="33248"/>
                      </a:lnTo>
                      <a:lnTo>
                        <a:pt x="59674" y="33269"/>
                      </a:lnTo>
                      <a:lnTo>
                        <a:pt x="59653" y="33290"/>
                      </a:lnTo>
                      <a:lnTo>
                        <a:pt x="59653" y="33437"/>
                      </a:lnTo>
                      <a:lnTo>
                        <a:pt x="59695" y="33562"/>
                      </a:lnTo>
                      <a:lnTo>
                        <a:pt x="59737" y="33604"/>
                      </a:lnTo>
                      <a:lnTo>
                        <a:pt x="59737" y="33667"/>
                      </a:lnTo>
                      <a:lnTo>
                        <a:pt x="59674" y="33709"/>
                      </a:lnTo>
                      <a:lnTo>
                        <a:pt x="59653" y="33792"/>
                      </a:lnTo>
                      <a:lnTo>
                        <a:pt x="59674" y="33855"/>
                      </a:lnTo>
                      <a:lnTo>
                        <a:pt x="59674" y="33897"/>
                      </a:lnTo>
                      <a:lnTo>
                        <a:pt x="59695" y="33960"/>
                      </a:lnTo>
                      <a:lnTo>
                        <a:pt x="59633" y="34001"/>
                      </a:lnTo>
                      <a:lnTo>
                        <a:pt x="59591" y="34022"/>
                      </a:lnTo>
                      <a:lnTo>
                        <a:pt x="59633" y="34085"/>
                      </a:lnTo>
                      <a:lnTo>
                        <a:pt x="59653" y="34169"/>
                      </a:lnTo>
                      <a:lnTo>
                        <a:pt x="59633" y="34211"/>
                      </a:lnTo>
                      <a:lnTo>
                        <a:pt x="59570" y="34315"/>
                      </a:lnTo>
                      <a:lnTo>
                        <a:pt x="59591" y="34378"/>
                      </a:lnTo>
                      <a:lnTo>
                        <a:pt x="59633" y="34420"/>
                      </a:lnTo>
                      <a:lnTo>
                        <a:pt x="59591" y="34483"/>
                      </a:lnTo>
                      <a:lnTo>
                        <a:pt x="59591" y="34525"/>
                      </a:lnTo>
                      <a:lnTo>
                        <a:pt x="59633" y="34587"/>
                      </a:lnTo>
                      <a:lnTo>
                        <a:pt x="59653" y="34650"/>
                      </a:lnTo>
                      <a:lnTo>
                        <a:pt x="59591" y="34713"/>
                      </a:lnTo>
                      <a:lnTo>
                        <a:pt x="59549" y="34713"/>
                      </a:lnTo>
                      <a:lnTo>
                        <a:pt x="59486" y="34692"/>
                      </a:lnTo>
                      <a:lnTo>
                        <a:pt x="59130" y="34608"/>
                      </a:lnTo>
                      <a:lnTo>
                        <a:pt x="59047" y="34587"/>
                      </a:lnTo>
                      <a:lnTo>
                        <a:pt x="58942" y="34546"/>
                      </a:lnTo>
                      <a:lnTo>
                        <a:pt x="58900" y="34546"/>
                      </a:lnTo>
                      <a:lnTo>
                        <a:pt x="58796" y="34713"/>
                      </a:lnTo>
                      <a:lnTo>
                        <a:pt x="58754" y="34797"/>
                      </a:lnTo>
                      <a:lnTo>
                        <a:pt x="58712" y="34859"/>
                      </a:lnTo>
                      <a:lnTo>
                        <a:pt x="58628" y="34859"/>
                      </a:lnTo>
                      <a:lnTo>
                        <a:pt x="58544" y="34922"/>
                      </a:lnTo>
                      <a:lnTo>
                        <a:pt x="58524" y="34964"/>
                      </a:lnTo>
                      <a:lnTo>
                        <a:pt x="58586" y="35069"/>
                      </a:lnTo>
                      <a:lnTo>
                        <a:pt x="58712" y="35278"/>
                      </a:lnTo>
                      <a:lnTo>
                        <a:pt x="58733" y="35362"/>
                      </a:lnTo>
                      <a:lnTo>
                        <a:pt x="58754" y="35445"/>
                      </a:lnTo>
                      <a:lnTo>
                        <a:pt x="58837" y="35550"/>
                      </a:lnTo>
                      <a:lnTo>
                        <a:pt x="58837" y="35654"/>
                      </a:lnTo>
                      <a:lnTo>
                        <a:pt x="58837" y="35780"/>
                      </a:lnTo>
                      <a:lnTo>
                        <a:pt x="58837" y="35885"/>
                      </a:lnTo>
                      <a:lnTo>
                        <a:pt x="58837" y="36094"/>
                      </a:lnTo>
                      <a:lnTo>
                        <a:pt x="58921" y="36157"/>
                      </a:lnTo>
                      <a:lnTo>
                        <a:pt x="58921" y="36261"/>
                      </a:lnTo>
                      <a:lnTo>
                        <a:pt x="58921" y="36366"/>
                      </a:lnTo>
                      <a:lnTo>
                        <a:pt x="58900" y="36408"/>
                      </a:lnTo>
                      <a:lnTo>
                        <a:pt x="58900" y="36491"/>
                      </a:lnTo>
                      <a:lnTo>
                        <a:pt x="58921" y="36533"/>
                      </a:lnTo>
                      <a:lnTo>
                        <a:pt x="58921" y="36638"/>
                      </a:lnTo>
                      <a:lnTo>
                        <a:pt x="58858" y="36638"/>
                      </a:lnTo>
                      <a:lnTo>
                        <a:pt x="58733" y="36617"/>
                      </a:lnTo>
                      <a:lnTo>
                        <a:pt x="58649" y="36680"/>
                      </a:lnTo>
                      <a:lnTo>
                        <a:pt x="58649" y="36722"/>
                      </a:lnTo>
                      <a:lnTo>
                        <a:pt x="58691" y="36826"/>
                      </a:lnTo>
                      <a:lnTo>
                        <a:pt x="58733" y="36847"/>
                      </a:lnTo>
                      <a:lnTo>
                        <a:pt x="58733" y="36931"/>
                      </a:lnTo>
                      <a:lnTo>
                        <a:pt x="58733" y="36952"/>
                      </a:lnTo>
                      <a:lnTo>
                        <a:pt x="58837" y="37098"/>
                      </a:lnTo>
                      <a:lnTo>
                        <a:pt x="58858" y="37098"/>
                      </a:lnTo>
                      <a:lnTo>
                        <a:pt x="58921" y="36931"/>
                      </a:lnTo>
                      <a:lnTo>
                        <a:pt x="59068" y="36910"/>
                      </a:lnTo>
                      <a:lnTo>
                        <a:pt x="59130" y="36952"/>
                      </a:lnTo>
                      <a:lnTo>
                        <a:pt x="59172" y="36784"/>
                      </a:lnTo>
                      <a:lnTo>
                        <a:pt x="59256" y="36722"/>
                      </a:lnTo>
                      <a:lnTo>
                        <a:pt x="59256" y="36512"/>
                      </a:lnTo>
                      <a:lnTo>
                        <a:pt x="59361" y="36429"/>
                      </a:lnTo>
                      <a:lnTo>
                        <a:pt x="59361" y="36324"/>
                      </a:lnTo>
                      <a:lnTo>
                        <a:pt x="59381" y="36282"/>
                      </a:lnTo>
                      <a:lnTo>
                        <a:pt x="59528" y="36366"/>
                      </a:lnTo>
                      <a:lnTo>
                        <a:pt x="59653" y="36303"/>
                      </a:lnTo>
                      <a:lnTo>
                        <a:pt x="59695" y="36366"/>
                      </a:lnTo>
                      <a:lnTo>
                        <a:pt x="59695" y="36575"/>
                      </a:lnTo>
                      <a:lnTo>
                        <a:pt x="59884" y="36617"/>
                      </a:lnTo>
                      <a:lnTo>
                        <a:pt x="60072" y="36722"/>
                      </a:lnTo>
                      <a:lnTo>
                        <a:pt x="60114" y="36680"/>
                      </a:lnTo>
                      <a:lnTo>
                        <a:pt x="60197" y="36742"/>
                      </a:lnTo>
                      <a:lnTo>
                        <a:pt x="60323" y="36617"/>
                      </a:lnTo>
                      <a:lnTo>
                        <a:pt x="60490" y="36596"/>
                      </a:lnTo>
                      <a:lnTo>
                        <a:pt x="60511" y="36512"/>
                      </a:lnTo>
                      <a:lnTo>
                        <a:pt x="60595" y="36512"/>
                      </a:lnTo>
                      <a:lnTo>
                        <a:pt x="60679" y="36366"/>
                      </a:lnTo>
                      <a:lnTo>
                        <a:pt x="60846" y="36115"/>
                      </a:lnTo>
                      <a:lnTo>
                        <a:pt x="60825" y="36073"/>
                      </a:lnTo>
                      <a:lnTo>
                        <a:pt x="60951" y="36010"/>
                      </a:lnTo>
                      <a:lnTo>
                        <a:pt x="60951" y="35926"/>
                      </a:lnTo>
                      <a:lnTo>
                        <a:pt x="60909" y="35780"/>
                      </a:lnTo>
                      <a:lnTo>
                        <a:pt x="60993" y="35822"/>
                      </a:lnTo>
                      <a:lnTo>
                        <a:pt x="60993" y="35843"/>
                      </a:lnTo>
                      <a:lnTo>
                        <a:pt x="61118" y="35654"/>
                      </a:lnTo>
                      <a:lnTo>
                        <a:pt x="61055" y="35550"/>
                      </a:lnTo>
                      <a:lnTo>
                        <a:pt x="61118" y="35529"/>
                      </a:lnTo>
                      <a:lnTo>
                        <a:pt x="61118" y="35341"/>
                      </a:lnTo>
                      <a:lnTo>
                        <a:pt x="61223" y="35299"/>
                      </a:lnTo>
                      <a:lnTo>
                        <a:pt x="61223" y="35194"/>
                      </a:lnTo>
                      <a:lnTo>
                        <a:pt x="61369" y="35090"/>
                      </a:lnTo>
                      <a:lnTo>
                        <a:pt x="61411" y="35027"/>
                      </a:lnTo>
                      <a:lnTo>
                        <a:pt x="61348" y="34985"/>
                      </a:lnTo>
                      <a:lnTo>
                        <a:pt x="61369" y="34838"/>
                      </a:lnTo>
                      <a:lnTo>
                        <a:pt x="61453" y="34818"/>
                      </a:lnTo>
                      <a:lnTo>
                        <a:pt x="61557" y="34315"/>
                      </a:lnTo>
                      <a:lnTo>
                        <a:pt x="61683" y="34169"/>
                      </a:lnTo>
                      <a:lnTo>
                        <a:pt x="61683" y="34064"/>
                      </a:lnTo>
                      <a:lnTo>
                        <a:pt x="61829" y="33960"/>
                      </a:lnTo>
                      <a:lnTo>
                        <a:pt x="61850" y="33834"/>
                      </a:lnTo>
                      <a:lnTo>
                        <a:pt x="61976" y="33667"/>
                      </a:lnTo>
                      <a:lnTo>
                        <a:pt x="61976" y="33541"/>
                      </a:lnTo>
                      <a:lnTo>
                        <a:pt x="61934" y="33520"/>
                      </a:lnTo>
                      <a:lnTo>
                        <a:pt x="61892" y="33353"/>
                      </a:lnTo>
                      <a:lnTo>
                        <a:pt x="62039" y="33227"/>
                      </a:lnTo>
                      <a:lnTo>
                        <a:pt x="61976" y="32955"/>
                      </a:lnTo>
                      <a:lnTo>
                        <a:pt x="62081" y="32830"/>
                      </a:lnTo>
                      <a:lnTo>
                        <a:pt x="62081" y="32746"/>
                      </a:lnTo>
                      <a:lnTo>
                        <a:pt x="62039" y="32746"/>
                      </a:lnTo>
                      <a:lnTo>
                        <a:pt x="62101" y="32579"/>
                      </a:lnTo>
                      <a:lnTo>
                        <a:pt x="62101" y="32411"/>
                      </a:lnTo>
                      <a:lnTo>
                        <a:pt x="62206" y="32307"/>
                      </a:lnTo>
                      <a:lnTo>
                        <a:pt x="62206" y="32118"/>
                      </a:lnTo>
                      <a:lnTo>
                        <a:pt x="62185" y="32097"/>
                      </a:lnTo>
                      <a:lnTo>
                        <a:pt x="62164" y="31909"/>
                      </a:lnTo>
                      <a:lnTo>
                        <a:pt x="62248" y="31742"/>
                      </a:lnTo>
                      <a:lnTo>
                        <a:pt x="62248" y="31574"/>
                      </a:lnTo>
                      <a:lnTo>
                        <a:pt x="62394" y="31386"/>
                      </a:lnTo>
                      <a:lnTo>
                        <a:pt x="62394" y="31240"/>
                      </a:lnTo>
                      <a:lnTo>
                        <a:pt x="62353" y="31135"/>
                      </a:lnTo>
                      <a:lnTo>
                        <a:pt x="62353" y="30947"/>
                      </a:lnTo>
                      <a:lnTo>
                        <a:pt x="62394" y="30905"/>
                      </a:lnTo>
                      <a:lnTo>
                        <a:pt x="62394" y="30758"/>
                      </a:lnTo>
                      <a:lnTo>
                        <a:pt x="62311" y="30758"/>
                      </a:lnTo>
                      <a:lnTo>
                        <a:pt x="62269" y="30486"/>
                      </a:lnTo>
                      <a:lnTo>
                        <a:pt x="62269" y="30403"/>
                      </a:lnTo>
                      <a:lnTo>
                        <a:pt x="62248" y="30319"/>
                      </a:lnTo>
                      <a:lnTo>
                        <a:pt x="62248" y="30110"/>
                      </a:lnTo>
                      <a:lnTo>
                        <a:pt x="62081" y="29921"/>
                      </a:lnTo>
                      <a:lnTo>
                        <a:pt x="62039" y="29921"/>
                      </a:lnTo>
                      <a:lnTo>
                        <a:pt x="61976" y="29817"/>
                      </a:lnTo>
                      <a:lnTo>
                        <a:pt x="62039" y="29775"/>
                      </a:lnTo>
                      <a:lnTo>
                        <a:pt x="62101" y="29608"/>
                      </a:lnTo>
                      <a:lnTo>
                        <a:pt x="62101" y="29566"/>
                      </a:lnTo>
                      <a:lnTo>
                        <a:pt x="61997" y="29649"/>
                      </a:lnTo>
                      <a:lnTo>
                        <a:pt x="61892" y="29608"/>
                      </a:lnTo>
                      <a:lnTo>
                        <a:pt x="61788" y="29231"/>
                      </a:lnTo>
                      <a:lnTo>
                        <a:pt x="61788" y="29126"/>
                      </a:lnTo>
                      <a:lnTo>
                        <a:pt x="61767" y="29043"/>
                      </a:lnTo>
                      <a:lnTo>
                        <a:pt x="61746" y="28833"/>
                      </a:lnTo>
                      <a:lnTo>
                        <a:pt x="61788" y="28750"/>
                      </a:lnTo>
                      <a:lnTo>
                        <a:pt x="61683" y="28457"/>
                      </a:lnTo>
                      <a:lnTo>
                        <a:pt x="61767" y="28394"/>
                      </a:lnTo>
                      <a:lnTo>
                        <a:pt x="61725" y="28352"/>
                      </a:lnTo>
                      <a:lnTo>
                        <a:pt x="61746" y="28310"/>
                      </a:lnTo>
                      <a:lnTo>
                        <a:pt x="61746" y="28227"/>
                      </a:lnTo>
                      <a:lnTo>
                        <a:pt x="61683" y="28185"/>
                      </a:lnTo>
                      <a:lnTo>
                        <a:pt x="61746" y="28080"/>
                      </a:lnTo>
                      <a:lnTo>
                        <a:pt x="61683" y="27975"/>
                      </a:lnTo>
                      <a:lnTo>
                        <a:pt x="61683" y="27892"/>
                      </a:lnTo>
                      <a:lnTo>
                        <a:pt x="61767" y="27829"/>
                      </a:lnTo>
                      <a:lnTo>
                        <a:pt x="61662" y="27766"/>
                      </a:lnTo>
                      <a:lnTo>
                        <a:pt x="61641" y="27620"/>
                      </a:lnTo>
                      <a:lnTo>
                        <a:pt x="61683" y="27557"/>
                      </a:lnTo>
                      <a:lnTo>
                        <a:pt x="61662" y="27452"/>
                      </a:lnTo>
                      <a:lnTo>
                        <a:pt x="61578" y="27515"/>
                      </a:lnTo>
                      <a:lnTo>
                        <a:pt x="61474" y="27494"/>
                      </a:lnTo>
                      <a:lnTo>
                        <a:pt x="61348" y="27390"/>
                      </a:lnTo>
                      <a:lnTo>
                        <a:pt x="61348" y="27264"/>
                      </a:lnTo>
                      <a:lnTo>
                        <a:pt x="61411" y="27180"/>
                      </a:lnTo>
                      <a:lnTo>
                        <a:pt x="61411" y="27076"/>
                      </a:lnTo>
                      <a:lnTo>
                        <a:pt x="61244" y="26887"/>
                      </a:lnTo>
                      <a:lnTo>
                        <a:pt x="61160" y="26887"/>
                      </a:lnTo>
                      <a:lnTo>
                        <a:pt x="61055" y="26762"/>
                      </a:lnTo>
                      <a:lnTo>
                        <a:pt x="61139" y="26720"/>
                      </a:lnTo>
                      <a:lnTo>
                        <a:pt x="61139" y="26615"/>
                      </a:lnTo>
                      <a:lnTo>
                        <a:pt x="61202" y="26511"/>
                      </a:lnTo>
                      <a:lnTo>
                        <a:pt x="61097" y="26323"/>
                      </a:lnTo>
                      <a:lnTo>
                        <a:pt x="61013" y="26323"/>
                      </a:lnTo>
                      <a:lnTo>
                        <a:pt x="60930" y="26239"/>
                      </a:lnTo>
                      <a:lnTo>
                        <a:pt x="60825" y="26218"/>
                      </a:lnTo>
                      <a:lnTo>
                        <a:pt x="60804" y="26134"/>
                      </a:lnTo>
                      <a:lnTo>
                        <a:pt x="60532" y="26051"/>
                      </a:lnTo>
                      <a:lnTo>
                        <a:pt x="60490" y="25988"/>
                      </a:lnTo>
                      <a:lnTo>
                        <a:pt x="60323" y="25946"/>
                      </a:lnTo>
                      <a:lnTo>
                        <a:pt x="60260" y="25904"/>
                      </a:lnTo>
                      <a:lnTo>
                        <a:pt x="60197" y="25779"/>
                      </a:lnTo>
                      <a:lnTo>
                        <a:pt x="60114" y="25695"/>
                      </a:lnTo>
                      <a:lnTo>
                        <a:pt x="59988" y="25695"/>
                      </a:lnTo>
                      <a:lnTo>
                        <a:pt x="59863" y="25590"/>
                      </a:lnTo>
                      <a:lnTo>
                        <a:pt x="59737" y="25695"/>
                      </a:lnTo>
                      <a:lnTo>
                        <a:pt x="59633" y="25695"/>
                      </a:lnTo>
                      <a:lnTo>
                        <a:pt x="59570" y="25779"/>
                      </a:lnTo>
                      <a:lnTo>
                        <a:pt x="59486" y="25779"/>
                      </a:lnTo>
                      <a:lnTo>
                        <a:pt x="59444" y="25716"/>
                      </a:lnTo>
                      <a:lnTo>
                        <a:pt x="59444" y="25674"/>
                      </a:lnTo>
                      <a:lnTo>
                        <a:pt x="59340" y="25611"/>
                      </a:lnTo>
                      <a:lnTo>
                        <a:pt x="59235" y="25611"/>
                      </a:lnTo>
                      <a:lnTo>
                        <a:pt x="59277" y="25799"/>
                      </a:lnTo>
                      <a:lnTo>
                        <a:pt x="59381" y="25904"/>
                      </a:lnTo>
                      <a:lnTo>
                        <a:pt x="59340" y="26009"/>
                      </a:lnTo>
                      <a:lnTo>
                        <a:pt x="59381" y="26197"/>
                      </a:lnTo>
                      <a:lnTo>
                        <a:pt x="59340" y="26343"/>
                      </a:lnTo>
                      <a:lnTo>
                        <a:pt x="59256" y="26406"/>
                      </a:lnTo>
                      <a:lnTo>
                        <a:pt x="59256" y="26239"/>
                      </a:lnTo>
                      <a:lnTo>
                        <a:pt x="59277" y="26113"/>
                      </a:lnTo>
                      <a:lnTo>
                        <a:pt x="59214" y="25946"/>
                      </a:lnTo>
                      <a:lnTo>
                        <a:pt x="59151" y="26030"/>
                      </a:lnTo>
                      <a:lnTo>
                        <a:pt x="59172" y="26134"/>
                      </a:lnTo>
                      <a:lnTo>
                        <a:pt x="59130" y="26323"/>
                      </a:lnTo>
                      <a:lnTo>
                        <a:pt x="59005" y="26406"/>
                      </a:lnTo>
                      <a:lnTo>
                        <a:pt x="58733" y="26427"/>
                      </a:lnTo>
                      <a:lnTo>
                        <a:pt x="58712" y="26364"/>
                      </a:lnTo>
                      <a:lnTo>
                        <a:pt x="58816" y="26302"/>
                      </a:lnTo>
                      <a:lnTo>
                        <a:pt x="58858" y="26302"/>
                      </a:lnTo>
                      <a:lnTo>
                        <a:pt x="58858" y="26134"/>
                      </a:lnTo>
                      <a:lnTo>
                        <a:pt x="58921" y="26051"/>
                      </a:lnTo>
                      <a:lnTo>
                        <a:pt x="58963" y="26009"/>
                      </a:lnTo>
                      <a:lnTo>
                        <a:pt x="58837" y="26009"/>
                      </a:lnTo>
                      <a:lnTo>
                        <a:pt x="58796" y="26051"/>
                      </a:lnTo>
                      <a:lnTo>
                        <a:pt x="58733" y="26009"/>
                      </a:lnTo>
                      <a:lnTo>
                        <a:pt x="58649" y="26030"/>
                      </a:lnTo>
                      <a:lnTo>
                        <a:pt x="58607" y="26134"/>
                      </a:lnTo>
                      <a:lnTo>
                        <a:pt x="58524" y="26197"/>
                      </a:lnTo>
                      <a:lnTo>
                        <a:pt x="58503" y="26197"/>
                      </a:lnTo>
                      <a:lnTo>
                        <a:pt x="58419" y="26302"/>
                      </a:lnTo>
                      <a:lnTo>
                        <a:pt x="58272" y="26155"/>
                      </a:lnTo>
                      <a:lnTo>
                        <a:pt x="58293" y="26009"/>
                      </a:lnTo>
                      <a:lnTo>
                        <a:pt x="58231" y="25820"/>
                      </a:lnTo>
                      <a:lnTo>
                        <a:pt x="58105" y="25632"/>
                      </a:lnTo>
                      <a:lnTo>
                        <a:pt x="58105" y="25339"/>
                      </a:lnTo>
                      <a:lnTo>
                        <a:pt x="57980" y="25381"/>
                      </a:lnTo>
                      <a:lnTo>
                        <a:pt x="57917" y="25381"/>
                      </a:lnTo>
                      <a:lnTo>
                        <a:pt x="57812" y="25423"/>
                      </a:lnTo>
                      <a:lnTo>
                        <a:pt x="57749" y="25465"/>
                      </a:lnTo>
                      <a:lnTo>
                        <a:pt x="57603" y="25548"/>
                      </a:lnTo>
                      <a:lnTo>
                        <a:pt x="57498" y="25548"/>
                      </a:lnTo>
                      <a:lnTo>
                        <a:pt x="57394" y="25486"/>
                      </a:lnTo>
                      <a:lnTo>
                        <a:pt x="57289" y="25527"/>
                      </a:lnTo>
                      <a:lnTo>
                        <a:pt x="57184" y="25444"/>
                      </a:lnTo>
                      <a:lnTo>
                        <a:pt x="57143" y="25339"/>
                      </a:lnTo>
                      <a:lnTo>
                        <a:pt x="57184" y="25255"/>
                      </a:lnTo>
                      <a:lnTo>
                        <a:pt x="57226" y="25109"/>
                      </a:lnTo>
                      <a:lnTo>
                        <a:pt x="57331" y="24942"/>
                      </a:lnTo>
                      <a:lnTo>
                        <a:pt x="57477" y="24774"/>
                      </a:lnTo>
                      <a:lnTo>
                        <a:pt x="57477" y="24586"/>
                      </a:lnTo>
                      <a:lnTo>
                        <a:pt x="57666" y="24439"/>
                      </a:lnTo>
                      <a:lnTo>
                        <a:pt x="57666" y="24272"/>
                      </a:lnTo>
                      <a:lnTo>
                        <a:pt x="57708" y="24251"/>
                      </a:lnTo>
                      <a:lnTo>
                        <a:pt x="57708" y="24188"/>
                      </a:lnTo>
                      <a:lnTo>
                        <a:pt x="57812" y="24021"/>
                      </a:lnTo>
                      <a:lnTo>
                        <a:pt x="57854" y="23874"/>
                      </a:lnTo>
                      <a:lnTo>
                        <a:pt x="57917" y="23749"/>
                      </a:lnTo>
                      <a:lnTo>
                        <a:pt x="57875" y="23623"/>
                      </a:lnTo>
                      <a:lnTo>
                        <a:pt x="57917" y="23540"/>
                      </a:lnTo>
                      <a:lnTo>
                        <a:pt x="57917" y="23330"/>
                      </a:lnTo>
                      <a:lnTo>
                        <a:pt x="57980" y="23038"/>
                      </a:lnTo>
                      <a:lnTo>
                        <a:pt x="58021" y="23038"/>
                      </a:lnTo>
                      <a:lnTo>
                        <a:pt x="58063" y="22828"/>
                      </a:lnTo>
                      <a:lnTo>
                        <a:pt x="58168" y="22786"/>
                      </a:lnTo>
                      <a:lnTo>
                        <a:pt x="58126" y="22661"/>
                      </a:lnTo>
                      <a:lnTo>
                        <a:pt x="58293" y="22473"/>
                      </a:lnTo>
                      <a:lnTo>
                        <a:pt x="58314" y="22305"/>
                      </a:lnTo>
                      <a:lnTo>
                        <a:pt x="58419" y="22242"/>
                      </a:lnTo>
                      <a:lnTo>
                        <a:pt x="58377" y="22033"/>
                      </a:lnTo>
                      <a:lnTo>
                        <a:pt x="58419" y="21970"/>
                      </a:lnTo>
                      <a:lnTo>
                        <a:pt x="58419" y="21845"/>
                      </a:lnTo>
                      <a:lnTo>
                        <a:pt x="58503" y="21782"/>
                      </a:lnTo>
                      <a:lnTo>
                        <a:pt x="58544" y="21782"/>
                      </a:lnTo>
                      <a:lnTo>
                        <a:pt x="58544" y="21657"/>
                      </a:lnTo>
                      <a:lnTo>
                        <a:pt x="58503" y="21573"/>
                      </a:lnTo>
                      <a:lnTo>
                        <a:pt x="58503" y="21343"/>
                      </a:lnTo>
                      <a:lnTo>
                        <a:pt x="58482" y="21217"/>
                      </a:lnTo>
                      <a:lnTo>
                        <a:pt x="58544" y="21029"/>
                      </a:lnTo>
                      <a:lnTo>
                        <a:pt x="58712" y="20841"/>
                      </a:lnTo>
                      <a:lnTo>
                        <a:pt x="58754" y="20631"/>
                      </a:lnTo>
                      <a:lnTo>
                        <a:pt x="58607" y="20401"/>
                      </a:lnTo>
                      <a:lnTo>
                        <a:pt x="58628" y="20276"/>
                      </a:lnTo>
                      <a:lnTo>
                        <a:pt x="58733" y="20171"/>
                      </a:lnTo>
                      <a:lnTo>
                        <a:pt x="58754" y="20045"/>
                      </a:lnTo>
                      <a:lnTo>
                        <a:pt x="58963" y="19878"/>
                      </a:lnTo>
                      <a:lnTo>
                        <a:pt x="59005" y="19773"/>
                      </a:lnTo>
                      <a:lnTo>
                        <a:pt x="59068" y="19773"/>
                      </a:lnTo>
                      <a:lnTo>
                        <a:pt x="59151" y="19857"/>
                      </a:lnTo>
                      <a:lnTo>
                        <a:pt x="59277" y="19836"/>
                      </a:lnTo>
                      <a:lnTo>
                        <a:pt x="59486" y="19669"/>
                      </a:lnTo>
                      <a:lnTo>
                        <a:pt x="59674" y="19669"/>
                      </a:lnTo>
                      <a:lnTo>
                        <a:pt x="59842" y="19564"/>
                      </a:lnTo>
                      <a:lnTo>
                        <a:pt x="59967" y="19564"/>
                      </a:lnTo>
                      <a:lnTo>
                        <a:pt x="60072" y="19481"/>
                      </a:lnTo>
                      <a:lnTo>
                        <a:pt x="60177" y="19481"/>
                      </a:lnTo>
                      <a:lnTo>
                        <a:pt x="60281" y="19460"/>
                      </a:lnTo>
                      <a:lnTo>
                        <a:pt x="60323" y="19376"/>
                      </a:lnTo>
                      <a:lnTo>
                        <a:pt x="60428" y="19460"/>
                      </a:lnTo>
                      <a:lnTo>
                        <a:pt x="60386" y="19585"/>
                      </a:lnTo>
                      <a:lnTo>
                        <a:pt x="60469" y="19627"/>
                      </a:lnTo>
                      <a:lnTo>
                        <a:pt x="60574" y="19732"/>
                      </a:lnTo>
                      <a:lnTo>
                        <a:pt x="60616" y="19627"/>
                      </a:lnTo>
                      <a:lnTo>
                        <a:pt x="60721" y="19543"/>
                      </a:lnTo>
                      <a:lnTo>
                        <a:pt x="60574" y="19418"/>
                      </a:lnTo>
                      <a:lnTo>
                        <a:pt x="60574" y="19355"/>
                      </a:lnTo>
                      <a:lnTo>
                        <a:pt x="60700" y="19271"/>
                      </a:lnTo>
                      <a:lnTo>
                        <a:pt x="60909" y="19313"/>
                      </a:lnTo>
                      <a:lnTo>
                        <a:pt x="61013" y="19250"/>
                      </a:lnTo>
                      <a:lnTo>
                        <a:pt x="61244" y="19250"/>
                      </a:lnTo>
                      <a:lnTo>
                        <a:pt x="61306" y="19334"/>
                      </a:lnTo>
                      <a:lnTo>
                        <a:pt x="61348" y="19334"/>
                      </a:lnTo>
                      <a:lnTo>
                        <a:pt x="61432" y="19250"/>
                      </a:lnTo>
                      <a:lnTo>
                        <a:pt x="61516" y="19250"/>
                      </a:lnTo>
                      <a:lnTo>
                        <a:pt x="61474" y="19146"/>
                      </a:lnTo>
                      <a:lnTo>
                        <a:pt x="61557" y="19104"/>
                      </a:lnTo>
                      <a:lnTo>
                        <a:pt x="61746" y="19104"/>
                      </a:lnTo>
                      <a:lnTo>
                        <a:pt x="61829" y="19208"/>
                      </a:lnTo>
                      <a:lnTo>
                        <a:pt x="62039" y="19125"/>
                      </a:lnTo>
                      <a:lnTo>
                        <a:pt x="62039" y="19041"/>
                      </a:lnTo>
                      <a:lnTo>
                        <a:pt x="61955" y="18999"/>
                      </a:lnTo>
                      <a:lnTo>
                        <a:pt x="61892" y="19041"/>
                      </a:lnTo>
                      <a:lnTo>
                        <a:pt x="61767" y="18957"/>
                      </a:lnTo>
                      <a:lnTo>
                        <a:pt x="61850" y="18832"/>
                      </a:lnTo>
                      <a:lnTo>
                        <a:pt x="61871" y="18916"/>
                      </a:lnTo>
                      <a:lnTo>
                        <a:pt x="62039" y="18853"/>
                      </a:lnTo>
                      <a:lnTo>
                        <a:pt x="61871" y="18748"/>
                      </a:lnTo>
                      <a:lnTo>
                        <a:pt x="61871" y="18685"/>
                      </a:lnTo>
                      <a:lnTo>
                        <a:pt x="61955" y="18685"/>
                      </a:lnTo>
                      <a:lnTo>
                        <a:pt x="62101" y="18497"/>
                      </a:lnTo>
                      <a:lnTo>
                        <a:pt x="62269" y="18497"/>
                      </a:lnTo>
                      <a:lnTo>
                        <a:pt x="62353" y="18581"/>
                      </a:lnTo>
                      <a:lnTo>
                        <a:pt x="62457" y="18518"/>
                      </a:lnTo>
                      <a:lnTo>
                        <a:pt x="62666" y="18581"/>
                      </a:lnTo>
                      <a:lnTo>
                        <a:pt x="62813" y="18581"/>
                      </a:lnTo>
                      <a:lnTo>
                        <a:pt x="62813" y="18623"/>
                      </a:lnTo>
                      <a:lnTo>
                        <a:pt x="62897" y="18685"/>
                      </a:lnTo>
                      <a:lnTo>
                        <a:pt x="62959" y="18644"/>
                      </a:lnTo>
                      <a:lnTo>
                        <a:pt x="62918" y="18581"/>
                      </a:lnTo>
                      <a:lnTo>
                        <a:pt x="63106" y="18581"/>
                      </a:lnTo>
                      <a:lnTo>
                        <a:pt x="63252" y="18602"/>
                      </a:lnTo>
                      <a:lnTo>
                        <a:pt x="63357" y="18602"/>
                      </a:lnTo>
                      <a:lnTo>
                        <a:pt x="63462" y="18685"/>
                      </a:lnTo>
                      <a:lnTo>
                        <a:pt x="63462" y="18727"/>
                      </a:lnTo>
                      <a:lnTo>
                        <a:pt x="63629" y="18748"/>
                      </a:lnTo>
                      <a:lnTo>
                        <a:pt x="63734" y="18664"/>
                      </a:lnTo>
                      <a:lnTo>
                        <a:pt x="63796" y="18685"/>
                      </a:lnTo>
                      <a:lnTo>
                        <a:pt x="63838" y="18769"/>
                      </a:lnTo>
                      <a:lnTo>
                        <a:pt x="63629" y="18916"/>
                      </a:lnTo>
                      <a:lnTo>
                        <a:pt x="63441" y="18916"/>
                      </a:lnTo>
                      <a:lnTo>
                        <a:pt x="63378" y="18978"/>
                      </a:lnTo>
                      <a:lnTo>
                        <a:pt x="63378" y="19083"/>
                      </a:lnTo>
                      <a:lnTo>
                        <a:pt x="63273" y="19083"/>
                      </a:lnTo>
                      <a:lnTo>
                        <a:pt x="63252" y="19125"/>
                      </a:lnTo>
                      <a:lnTo>
                        <a:pt x="63315" y="19146"/>
                      </a:lnTo>
                      <a:lnTo>
                        <a:pt x="63378" y="19146"/>
                      </a:lnTo>
                      <a:lnTo>
                        <a:pt x="63545" y="19355"/>
                      </a:lnTo>
                      <a:lnTo>
                        <a:pt x="63587" y="19313"/>
                      </a:lnTo>
                      <a:lnTo>
                        <a:pt x="63775" y="19250"/>
                      </a:lnTo>
                      <a:lnTo>
                        <a:pt x="63859" y="19146"/>
                      </a:lnTo>
                      <a:lnTo>
                        <a:pt x="63838" y="19104"/>
                      </a:lnTo>
                      <a:lnTo>
                        <a:pt x="63964" y="19041"/>
                      </a:lnTo>
                      <a:lnTo>
                        <a:pt x="63880" y="18916"/>
                      </a:lnTo>
                      <a:lnTo>
                        <a:pt x="63964" y="18916"/>
                      </a:lnTo>
                      <a:lnTo>
                        <a:pt x="64089" y="19083"/>
                      </a:lnTo>
                      <a:lnTo>
                        <a:pt x="64173" y="19104"/>
                      </a:lnTo>
                      <a:lnTo>
                        <a:pt x="64215" y="19020"/>
                      </a:lnTo>
                      <a:lnTo>
                        <a:pt x="64173" y="18978"/>
                      </a:lnTo>
                      <a:lnTo>
                        <a:pt x="64257" y="18916"/>
                      </a:lnTo>
                      <a:lnTo>
                        <a:pt x="64298" y="18832"/>
                      </a:lnTo>
                      <a:lnTo>
                        <a:pt x="64319" y="18832"/>
                      </a:lnTo>
                      <a:lnTo>
                        <a:pt x="64319" y="18727"/>
                      </a:lnTo>
                      <a:lnTo>
                        <a:pt x="64298" y="18664"/>
                      </a:lnTo>
                      <a:lnTo>
                        <a:pt x="64382" y="18623"/>
                      </a:lnTo>
                      <a:lnTo>
                        <a:pt x="64466" y="18685"/>
                      </a:lnTo>
                      <a:lnTo>
                        <a:pt x="64529" y="18623"/>
                      </a:lnTo>
                      <a:lnTo>
                        <a:pt x="64591" y="18685"/>
                      </a:lnTo>
                      <a:lnTo>
                        <a:pt x="64612" y="18769"/>
                      </a:lnTo>
                      <a:lnTo>
                        <a:pt x="64696" y="18811"/>
                      </a:lnTo>
                      <a:lnTo>
                        <a:pt x="64842" y="18664"/>
                      </a:lnTo>
                      <a:lnTo>
                        <a:pt x="64780" y="18602"/>
                      </a:lnTo>
                      <a:lnTo>
                        <a:pt x="64780" y="18581"/>
                      </a:lnTo>
                      <a:lnTo>
                        <a:pt x="64842" y="18518"/>
                      </a:lnTo>
                      <a:lnTo>
                        <a:pt x="64926" y="18560"/>
                      </a:lnTo>
                      <a:lnTo>
                        <a:pt x="65010" y="18497"/>
                      </a:lnTo>
                      <a:lnTo>
                        <a:pt x="65094" y="18497"/>
                      </a:lnTo>
                      <a:lnTo>
                        <a:pt x="65114" y="18455"/>
                      </a:lnTo>
                      <a:lnTo>
                        <a:pt x="65010" y="18351"/>
                      </a:lnTo>
                      <a:lnTo>
                        <a:pt x="65031" y="18288"/>
                      </a:lnTo>
                      <a:lnTo>
                        <a:pt x="65031" y="18246"/>
                      </a:lnTo>
                      <a:lnTo>
                        <a:pt x="64926" y="18183"/>
                      </a:lnTo>
                      <a:lnTo>
                        <a:pt x="64884" y="18141"/>
                      </a:lnTo>
                      <a:lnTo>
                        <a:pt x="64884" y="18162"/>
                      </a:lnTo>
                      <a:lnTo>
                        <a:pt x="64884" y="18204"/>
                      </a:lnTo>
                      <a:lnTo>
                        <a:pt x="64822" y="18204"/>
                      </a:lnTo>
                      <a:lnTo>
                        <a:pt x="64717" y="18162"/>
                      </a:lnTo>
                      <a:lnTo>
                        <a:pt x="64696" y="18183"/>
                      </a:lnTo>
                      <a:lnTo>
                        <a:pt x="64696" y="18246"/>
                      </a:lnTo>
                      <a:lnTo>
                        <a:pt x="64591" y="18246"/>
                      </a:lnTo>
                      <a:lnTo>
                        <a:pt x="64529" y="18288"/>
                      </a:lnTo>
                      <a:lnTo>
                        <a:pt x="64466" y="18246"/>
                      </a:lnTo>
                      <a:lnTo>
                        <a:pt x="64487" y="18141"/>
                      </a:lnTo>
                      <a:lnTo>
                        <a:pt x="64529" y="18100"/>
                      </a:lnTo>
                      <a:lnTo>
                        <a:pt x="64382" y="17890"/>
                      </a:lnTo>
                      <a:lnTo>
                        <a:pt x="64487" y="17828"/>
                      </a:lnTo>
                      <a:lnTo>
                        <a:pt x="64382" y="17660"/>
                      </a:lnTo>
                      <a:lnTo>
                        <a:pt x="64424" y="17451"/>
                      </a:lnTo>
                      <a:lnTo>
                        <a:pt x="64424" y="17325"/>
                      </a:lnTo>
                      <a:lnTo>
                        <a:pt x="64508" y="17221"/>
                      </a:lnTo>
                      <a:lnTo>
                        <a:pt x="64508" y="17032"/>
                      </a:lnTo>
                      <a:lnTo>
                        <a:pt x="64612" y="16928"/>
                      </a:lnTo>
                      <a:lnTo>
                        <a:pt x="64612" y="16802"/>
                      </a:lnTo>
                      <a:lnTo>
                        <a:pt x="64591" y="16781"/>
                      </a:lnTo>
                      <a:lnTo>
                        <a:pt x="64717" y="16719"/>
                      </a:lnTo>
                      <a:lnTo>
                        <a:pt x="64591" y="16572"/>
                      </a:lnTo>
                      <a:lnTo>
                        <a:pt x="64633" y="16175"/>
                      </a:lnTo>
                      <a:lnTo>
                        <a:pt x="64738" y="16091"/>
                      </a:lnTo>
                      <a:lnTo>
                        <a:pt x="64633" y="15944"/>
                      </a:lnTo>
                      <a:lnTo>
                        <a:pt x="64612" y="15777"/>
                      </a:lnTo>
                      <a:lnTo>
                        <a:pt x="64529" y="15735"/>
                      </a:lnTo>
                      <a:lnTo>
                        <a:pt x="64529" y="15672"/>
                      </a:lnTo>
                      <a:lnTo>
                        <a:pt x="64633" y="15589"/>
                      </a:lnTo>
                      <a:lnTo>
                        <a:pt x="64612" y="15442"/>
                      </a:lnTo>
                      <a:lnTo>
                        <a:pt x="64696" y="15379"/>
                      </a:lnTo>
                      <a:lnTo>
                        <a:pt x="64822" y="15170"/>
                      </a:lnTo>
                      <a:lnTo>
                        <a:pt x="64947" y="15212"/>
                      </a:lnTo>
                      <a:lnTo>
                        <a:pt x="65031" y="15149"/>
                      </a:lnTo>
                      <a:lnTo>
                        <a:pt x="65114" y="15170"/>
                      </a:lnTo>
                      <a:lnTo>
                        <a:pt x="65156" y="15107"/>
                      </a:lnTo>
                      <a:lnTo>
                        <a:pt x="65366" y="15107"/>
                      </a:lnTo>
                      <a:lnTo>
                        <a:pt x="65407" y="15045"/>
                      </a:lnTo>
                      <a:lnTo>
                        <a:pt x="65470" y="15024"/>
                      </a:lnTo>
                      <a:lnTo>
                        <a:pt x="65512" y="14919"/>
                      </a:lnTo>
                      <a:lnTo>
                        <a:pt x="65554" y="14919"/>
                      </a:lnTo>
                      <a:lnTo>
                        <a:pt x="65617" y="14898"/>
                      </a:lnTo>
                      <a:lnTo>
                        <a:pt x="65742" y="14898"/>
                      </a:lnTo>
                      <a:lnTo>
                        <a:pt x="65763" y="15003"/>
                      </a:lnTo>
                      <a:lnTo>
                        <a:pt x="65826" y="14961"/>
                      </a:lnTo>
                      <a:lnTo>
                        <a:pt x="65868" y="14961"/>
                      </a:lnTo>
                      <a:lnTo>
                        <a:pt x="65951" y="15107"/>
                      </a:lnTo>
                      <a:lnTo>
                        <a:pt x="65993" y="15107"/>
                      </a:lnTo>
                      <a:lnTo>
                        <a:pt x="66098" y="14961"/>
                      </a:lnTo>
                      <a:lnTo>
                        <a:pt x="66098" y="14835"/>
                      </a:lnTo>
                      <a:lnTo>
                        <a:pt x="66182" y="14815"/>
                      </a:lnTo>
                      <a:lnTo>
                        <a:pt x="66203" y="14689"/>
                      </a:lnTo>
                      <a:lnTo>
                        <a:pt x="66265" y="14689"/>
                      </a:lnTo>
                      <a:lnTo>
                        <a:pt x="66286" y="14794"/>
                      </a:lnTo>
                      <a:lnTo>
                        <a:pt x="66412" y="14856"/>
                      </a:lnTo>
                      <a:lnTo>
                        <a:pt x="66412" y="15003"/>
                      </a:lnTo>
                      <a:lnTo>
                        <a:pt x="66391" y="15045"/>
                      </a:lnTo>
                      <a:lnTo>
                        <a:pt x="66454" y="15107"/>
                      </a:lnTo>
                      <a:lnTo>
                        <a:pt x="66475" y="15212"/>
                      </a:lnTo>
                      <a:lnTo>
                        <a:pt x="66391" y="15275"/>
                      </a:lnTo>
                      <a:lnTo>
                        <a:pt x="66454" y="15317"/>
                      </a:lnTo>
                      <a:lnTo>
                        <a:pt x="66475" y="15442"/>
                      </a:lnTo>
                      <a:lnTo>
                        <a:pt x="66454" y="15442"/>
                      </a:lnTo>
                      <a:lnTo>
                        <a:pt x="66454" y="15526"/>
                      </a:lnTo>
                      <a:lnTo>
                        <a:pt x="66475" y="15568"/>
                      </a:lnTo>
                      <a:lnTo>
                        <a:pt x="66412" y="15651"/>
                      </a:lnTo>
                      <a:lnTo>
                        <a:pt x="66391" y="15693"/>
                      </a:lnTo>
                      <a:lnTo>
                        <a:pt x="66412" y="15756"/>
                      </a:lnTo>
                      <a:lnTo>
                        <a:pt x="66516" y="15651"/>
                      </a:lnTo>
                      <a:lnTo>
                        <a:pt x="66558" y="15735"/>
                      </a:lnTo>
                      <a:lnTo>
                        <a:pt x="66663" y="15756"/>
                      </a:lnTo>
                      <a:lnTo>
                        <a:pt x="66684" y="15965"/>
                      </a:lnTo>
                      <a:lnTo>
                        <a:pt x="66726" y="15903"/>
                      </a:lnTo>
                      <a:lnTo>
                        <a:pt x="66726" y="15840"/>
                      </a:lnTo>
                      <a:lnTo>
                        <a:pt x="66830" y="15735"/>
                      </a:lnTo>
                      <a:lnTo>
                        <a:pt x="66914" y="15735"/>
                      </a:lnTo>
                      <a:lnTo>
                        <a:pt x="66977" y="15777"/>
                      </a:lnTo>
                      <a:lnTo>
                        <a:pt x="66872" y="15944"/>
                      </a:lnTo>
                      <a:lnTo>
                        <a:pt x="66977" y="16049"/>
                      </a:lnTo>
                      <a:lnTo>
                        <a:pt x="66998" y="16175"/>
                      </a:lnTo>
                      <a:lnTo>
                        <a:pt x="67081" y="15986"/>
                      </a:lnTo>
                      <a:lnTo>
                        <a:pt x="67144" y="15944"/>
                      </a:lnTo>
                      <a:lnTo>
                        <a:pt x="67144" y="15861"/>
                      </a:lnTo>
                      <a:lnTo>
                        <a:pt x="67207" y="15777"/>
                      </a:lnTo>
                      <a:lnTo>
                        <a:pt x="67207" y="15484"/>
                      </a:lnTo>
                      <a:lnTo>
                        <a:pt x="67291" y="15421"/>
                      </a:lnTo>
                      <a:lnTo>
                        <a:pt x="67207" y="15338"/>
                      </a:lnTo>
                      <a:lnTo>
                        <a:pt x="67311" y="15254"/>
                      </a:lnTo>
                      <a:lnTo>
                        <a:pt x="67311" y="15149"/>
                      </a:lnTo>
                      <a:lnTo>
                        <a:pt x="67249" y="15128"/>
                      </a:lnTo>
                      <a:lnTo>
                        <a:pt x="67249" y="15066"/>
                      </a:lnTo>
                      <a:lnTo>
                        <a:pt x="67311" y="15045"/>
                      </a:lnTo>
                      <a:lnTo>
                        <a:pt x="67332" y="14856"/>
                      </a:lnTo>
                      <a:lnTo>
                        <a:pt x="67249" y="14794"/>
                      </a:lnTo>
                      <a:lnTo>
                        <a:pt x="67311" y="14605"/>
                      </a:lnTo>
                      <a:lnTo>
                        <a:pt x="67395" y="14522"/>
                      </a:lnTo>
                      <a:lnTo>
                        <a:pt x="67542" y="14501"/>
                      </a:lnTo>
                      <a:lnTo>
                        <a:pt x="67604" y="14584"/>
                      </a:lnTo>
                      <a:lnTo>
                        <a:pt x="67667" y="14647"/>
                      </a:lnTo>
                      <a:lnTo>
                        <a:pt x="67730" y="14584"/>
                      </a:lnTo>
                      <a:lnTo>
                        <a:pt x="67646" y="14501"/>
                      </a:lnTo>
                      <a:lnTo>
                        <a:pt x="67688" y="14375"/>
                      </a:lnTo>
                      <a:lnTo>
                        <a:pt x="67521" y="14291"/>
                      </a:lnTo>
                      <a:lnTo>
                        <a:pt x="67479" y="14061"/>
                      </a:lnTo>
                      <a:lnTo>
                        <a:pt x="67395" y="13999"/>
                      </a:lnTo>
                      <a:lnTo>
                        <a:pt x="67395" y="13957"/>
                      </a:lnTo>
                      <a:lnTo>
                        <a:pt x="67291" y="13873"/>
                      </a:lnTo>
                      <a:lnTo>
                        <a:pt x="67270" y="13706"/>
                      </a:lnTo>
                      <a:lnTo>
                        <a:pt x="67311" y="13664"/>
                      </a:lnTo>
                      <a:lnTo>
                        <a:pt x="67291" y="13538"/>
                      </a:lnTo>
                      <a:lnTo>
                        <a:pt x="67165" y="13434"/>
                      </a:lnTo>
                      <a:lnTo>
                        <a:pt x="67186" y="13329"/>
                      </a:lnTo>
                      <a:lnTo>
                        <a:pt x="67123" y="13266"/>
                      </a:lnTo>
                      <a:lnTo>
                        <a:pt x="67291" y="13141"/>
                      </a:lnTo>
                      <a:lnTo>
                        <a:pt x="67416" y="13141"/>
                      </a:lnTo>
                      <a:lnTo>
                        <a:pt x="67521" y="13015"/>
                      </a:lnTo>
                      <a:lnTo>
                        <a:pt x="67688" y="13015"/>
                      </a:lnTo>
                      <a:lnTo>
                        <a:pt x="67730" y="12952"/>
                      </a:lnTo>
                      <a:lnTo>
                        <a:pt x="67897" y="13078"/>
                      </a:lnTo>
                      <a:lnTo>
                        <a:pt x="68044" y="13078"/>
                      </a:lnTo>
                      <a:lnTo>
                        <a:pt x="68107" y="13120"/>
                      </a:lnTo>
                      <a:lnTo>
                        <a:pt x="68211" y="13141"/>
                      </a:lnTo>
                      <a:lnTo>
                        <a:pt x="68274" y="13120"/>
                      </a:lnTo>
                      <a:lnTo>
                        <a:pt x="68127" y="13182"/>
                      </a:lnTo>
                      <a:lnTo>
                        <a:pt x="68211" y="13245"/>
                      </a:lnTo>
                      <a:lnTo>
                        <a:pt x="68065" y="13287"/>
                      </a:lnTo>
                      <a:lnTo>
                        <a:pt x="67939" y="13266"/>
                      </a:lnTo>
                      <a:lnTo>
                        <a:pt x="67793" y="13434"/>
                      </a:lnTo>
                      <a:lnTo>
                        <a:pt x="67793" y="13496"/>
                      </a:lnTo>
                      <a:lnTo>
                        <a:pt x="67835" y="13643"/>
                      </a:lnTo>
                      <a:lnTo>
                        <a:pt x="67835" y="13768"/>
                      </a:lnTo>
                      <a:lnTo>
                        <a:pt x="67918" y="13810"/>
                      </a:lnTo>
                      <a:lnTo>
                        <a:pt x="67939" y="13894"/>
                      </a:lnTo>
                      <a:lnTo>
                        <a:pt x="68065" y="14061"/>
                      </a:lnTo>
                      <a:lnTo>
                        <a:pt x="68065" y="14103"/>
                      </a:lnTo>
                      <a:lnTo>
                        <a:pt x="68107" y="14103"/>
                      </a:lnTo>
                      <a:lnTo>
                        <a:pt x="68065" y="14166"/>
                      </a:lnTo>
                      <a:lnTo>
                        <a:pt x="68211" y="14208"/>
                      </a:lnTo>
                      <a:lnTo>
                        <a:pt x="68232" y="14333"/>
                      </a:lnTo>
                      <a:lnTo>
                        <a:pt x="68232" y="14396"/>
                      </a:lnTo>
                      <a:lnTo>
                        <a:pt x="68169" y="14438"/>
                      </a:lnTo>
                      <a:lnTo>
                        <a:pt x="68211" y="14710"/>
                      </a:lnTo>
                      <a:lnTo>
                        <a:pt x="68253" y="14731"/>
                      </a:lnTo>
                      <a:lnTo>
                        <a:pt x="68316" y="14647"/>
                      </a:lnTo>
                      <a:lnTo>
                        <a:pt x="68358" y="14647"/>
                      </a:lnTo>
                      <a:lnTo>
                        <a:pt x="68441" y="14752"/>
                      </a:lnTo>
                      <a:lnTo>
                        <a:pt x="68483" y="14835"/>
                      </a:lnTo>
                      <a:lnTo>
                        <a:pt x="68420" y="15024"/>
                      </a:lnTo>
                      <a:lnTo>
                        <a:pt x="68420" y="15233"/>
                      </a:lnTo>
                      <a:lnTo>
                        <a:pt x="68483" y="15317"/>
                      </a:lnTo>
                      <a:lnTo>
                        <a:pt x="68567" y="15254"/>
                      </a:lnTo>
                      <a:lnTo>
                        <a:pt x="68672" y="15275"/>
                      </a:lnTo>
                      <a:lnTo>
                        <a:pt x="68692" y="15338"/>
                      </a:lnTo>
                      <a:lnTo>
                        <a:pt x="68672" y="15421"/>
                      </a:lnTo>
                      <a:lnTo>
                        <a:pt x="68588" y="15421"/>
                      </a:lnTo>
                      <a:lnTo>
                        <a:pt x="68483" y="15484"/>
                      </a:lnTo>
                      <a:lnTo>
                        <a:pt x="68462" y="15484"/>
                      </a:lnTo>
                      <a:lnTo>
                        <a:pt x="68337" y="15631"/>
                      </a:lnTo>
                      <a:lnTo>
                        <a:pt x="68316" y="15735"/>
                      </a:lnTo>
                      <a:lnTo>
                        <a:pt x="68169" y="15798"/>
                      </a:lnTo>
                      <a:lnTo>
                        <a:pt x="68148" y="15861"/>
                      </a:lnTo>
                      <a:lnTo>
                        <a:pt x="68065" y="15882"/>
                      </a:lnTo>
                      <a:lnTo>
                        <a:pt x="68065" y="15986"/>
                      </a:lnTo>
                      <a:lnTo>
                        <a:pt x="68023" y="16070"/>
                      </a:lnTo>
                      <a:lnTo>
                        <a:pt x="68065" y="16195"/>
                      </a:lnTo>
                      <a:lnTo>
                        <a:pt x="68148" y="16175"/>
                      </a:lnTo>
                      <a:lnTo>
                        <a:pt x="68148" y="16321"/>
                      </a:lnTo>
                      <a:lnTo>
                        <a:pt x="68044" y="16509"/>
                      </a:lnTo>
                      <a:lnTo>
                        <a:pt x="68065" y="16593"/>
                      </a:lnTo>
                      <a:lnTo>
                        <a:pt x="68127" y="16614"/>
                      </a:lnTo>
                      <a:lnTo>
                        <a:pt x="68107" y="16844"/>
                      </a:lnTo>
                      <a:lnTo>
                        <a:pt x="68127" y="17032"/>
                      </a:lnTo>
                      <a:lnTo>
                        <a:pt x="68065" y="17116"/>
                      </a:lnTo>
                      <a:lnTo>
                        <a:pt x="67939" y="17158"/>
                      </a:lnTo>
                      <a:lnTo>
                        <a:pt x="67918" y="17263"/>
                      </a:lnTo>
                      <a:lnTo>
                        <a:pt x="67960" y="17325"/>
                      </a:lnTo>
                      <a:lnTo>
                        <a:pt x="67939" y="17535"/>
                      </a:lnTo>
                      <a:lnTo>
                        <a:pt x="67918" y="17576"/>
                      </a:lnTo>
                      <a:lnTo>
                        <a:pt x="67939" y="17660"/>
                      </a:lnTo>
                      <a:lnTo>
                        <a:pt x="68044" y="17765"/>
                      </a:lnTo>
                      <a:lnTo>
                        <a:pt x="67960" y="17765"/>
                      </a:lnTo>
                      <a:lnTo>
                        <a:pt x="67939" y="17953"/>
                      </a:lnTo>
                      <a:lnTo>
                        <a:pt x="67960" y="17995"/>
                      </a:lnTo>
                      <a:lnTo>
                        <a:pt x="67960" y="18141"/>
                      </a:lnTo>
                      <a:lnTo>
                        <a:pt x="67855" y="18246"/>
                      </a:lnTo>
                      <a:lnTo>
                        <a:pt x="67939" y="18372"/>
                      </a:lnTo>
                      <a:lnTo>
                        <a:pt x="67939" y="18602"/>
                      </a:lnTo>
                      <a:lnTo>
                        <a:pt x="68023" y="18811"/>
                      </a:lnTo>
                      <a:lnTo>
                        <a:pt x="67835" y="19146"/>
                      </a:lnTo>
                      <a:lnTo>
                        <a:pt x="67939" y="19292"/>
                      </a:lnTo>
                      <a:lnTo>
                        <a:pt x="67835" y="19250"/>
                      </a:lnTo>
                      <a:lnTo>
                        <a:pt x="67625" y="19292"/>
                      </a:lnTo>
                      <a:lnTo>
                        <a:pt x="67625" y="19501"/>
                      </a:lnTo>
                      <a:lnTo>
                        <a:pt x="67646" y="19564"/>
                      </a:lnTo>
                      <a:lnTo>
                        <a:pt x="67521" y="19711"/>
                      </a:lnTo>
                      <a:lnTo>
                        <a:pt x="67291" y="19606"/>
                      </a:lnTo>
                      <a:lnTo>
                        <a:pt x="67186" y="19711"/>
                      </a:lnTo>
                      <a:lnTo>
                        <a:pt x="67186" y="19773"/>
                      </a:lnTo>
                      <a:lnTo>
                        <a:pt x="67332" y="19773"/>
                      </a:lnTo>
                      <a:lnTo>
                        <a:pt x="67542" y="20087"/>
                      </a:lnTo>
                      <a:lnTo>
                        <a:pt x="67542" y="20380"/>
                      </a:lnTo>
                      <a:lnTo>
                        <a:pt x="67500" y="20464"/>
                      </a:lnTo>
                      <a:lnTo>
                        <a:pt x="67542" y="20548"/>
                      </a:lnTo>
                      <a:lnTo>
                        <a:pt x="67437" y="20569"/>
                      </a:lnTo>
                      <a:lnTo>
                        <a:pt x="67416" y="20778"/>
                      </a:lnTo>
                      <a:lnTo>
                        <a:pt x="67291" y="20924"/>
                      </a:lnTo>
                      <a:lnTo>
                        <a:pt x="67270" y="21175"/>
                      </a:lnTo>
                      <a:lnTo>
                        <a:pt x="67374" y="21385"/>
                      </a:lnTo>
                      <a:lnTo>
                        <a:pt x="67416" y="21761"/>
                      </a:lnTo>
                      <a:lnTo>
                        <a:pt x="67583" y="22033"/>
                      </a:lnTo>
                      <a:lnTo>
                        <a:pt x="67583" y="22242"/>
                      </a:lnTo>
                      <a:lnTo>
                        <a:pt x="67835" y="22807"/>
                      </a:lnTo>
                      <a:lnTo>
                        <a:pt x="68148" y="23414"/>
                      </a:lnTo>
                      <a:lnTo>
                        <a:pt x="68462" y="23916"/>
                      </a:lnTo>
                      <a:lnTo>
                        <a:pt x="68630" y="24063"/>
                      </a:lnTo>
                      <a:lnTo>
                        <a:pt x="68630" y="24251"/>
                      </a:lnTo>
                      <a:lnTo>
                        <a:pt x="69048" y="24732"/>
                      </a:lnTo>
                      <a:lnTo>
                        <a:pt x="69488" y="25527"/>
                      </a:lnTo>
                      <a:lnTo>
                        <a:pt x="69697" y="25632"/>
                      </a:lnTo>
                      <a:lnTo>
                        <a:pt x="69843" y="25632"/>
                      </a:lnTo>
                      <a:lnTo>
                        <a:pt x="69927" y="25590"/>
                      </a:lnTo>
                      <a:lnTo>
                        <a:pt x="69927" y="25590"/>
                      </a:lnTo>
                      <a:lnTo>
                        <a:pt x="69885" y="25695"/>
                      </a:lnTo>
                      <a:lnTo>
                        <a:pt x="69780" y="25737"/>
                      </a:lnTo>
                      <a:lnTo>
                        <a:pt x="69697" y="25737"/>
                      </a:lnTo>
                      <a:lnTo>
                        <a:pt x="69843" y="25988"/>
                      </a:lnTo>
                      <a:lnTo>
                        <a:pt x="70052" y="26469"/>
                      </a:lnTo>
                      <a:lnTo>
                        <a:pt x="70094" y="26678"/>
                      </a:lnTo>
                      <a:lnTo>
                        <a:pt x="70220" y="26867"/>
                      </a:lnTo>
                      <a:lnTo>
                        <a:pt x="70450" y="26887"/>
                      </a:lnTo>
                      <a:lnTo>
                        <a:pt x="70471" y="26971"/>
                      </a:lnTo>
                      <a:lnTo>
                        <a:pt x="70471" y="27076"/>
                      </a:lnTo>
                      <a:lnTo>
                        <a:pt x="70513" y="27159"/>
                      </a:lnTo>
                      <a:lnTo>
                        <a:pt x="70471" y="27285"/>
                      </a:lnTo>
                      <a:lnTo>
                        <a:pt x="70617" y="27034"/>
                      </a:lnTo>
                      <a:lnTo>
                        <a:pt x="70659" y="26762"/>
                      </a:lnTo>
                      <a:lnTo>
                        <a:pt x="70680" y="26741"/>
                      </a:lnTo>
                      <a:lnTo>
                        <a:pt x="70680" y="26636"/>
                      </a:lnTo>
                      <a:lnTo>
                        <a:pt x="70827" y="26511"/>
                      </a:lnTo>
                      <a:lnTo>
                        <a:pt x="70848" y="26406"/>
                      </a:lnTo>
                      <a:lnTo>
                        <a:pt x="70827" y="26343"/>
                      </a:lnTo>
                      <a:lnTo>
                        <a:pt x="70868" y="26239"/>
                      </a:lnTo>
                      <a:lnTo>
                        <a:pt x="70931" y="25988"/>
                      </a:lnTo>
                      <a:lnTo>
                        <a:pt x="70868" y="25883"/>
                      </a:lnTo>
                      <a:lnTo>
                        <a:pt x="70889" y="25695"/>
                      </a:lnTo>
                      <a:lnTo>
                        <a:pt x="70994" y="25611"/>
                      </a:lnTo>
                      <a:lnTo>
                        <a:pt x="70889" y="25507"/>
                      </a:lnTo>
                      <a:lnTo>
                        <a:pt x="70848" y="25527"/>
                      </a:lnTo>
                      <a:lnTo>
                        <a:pt x="70764" y="25507"/>
                      </a:lnTo>
                      <a:lnTo>
                        <a:pt x="70827" y="25423"/>
                      </a:lnTo>
                      <a:lnTo>
                        <a:pt x="70743" y="25276"/>
                      </a:lnTo>
                      <a:lnTo>
                        <a:pt x="70785" y="25297"/>
                      </a:lnTo>
                      <a:lnTo>
                        <a:pt x="70848" y="25255"/>
                      </a:lnTo>
                      <a:lnTo>
                        <a:pt x="70743" y="25151"/>
                      </a:lnTo>
                      <a:lnTo>
                        <a:pt x="70764" y="25067"/>
                      </a:lnTo>
                      <a:lnTo>
                        <a:pt x="70785" y="24942"/>
                      </a:lnTo>
                      <a:lnTo>
                        <a:pt x="70659" y="24942"/>
                      </a:lnTo>
                      <a:lnTo>
                        <a:pt x="70576" y="24879"/>
                      </a:lnTo>
                      <a:lnTo>
                        <a:pt x="70638" y="24774"/>
                      </a:lnTo>
                      <a:lnTo>
                        <a:pt x="70743" y="24879"/>
                      </a:lnTo>
                      <a:lnTo>
                        <a:pt x="70889" y="24732"/>
                      </a:lnTo>
                      <a:lnTo>
                        <a:pt x="70973" y="24753"/>
                      </a:lnTo>
                      <a:lnTo>
                        <a:pt x="71078" y="24649"/>
                      </a:lnTo>
                      <a:lnTo>
                        <a:pt x="71182" y="24565"/>
                      </a:lnTo>
                      <a:lnTo>
                        <a:pt x="71203" y="24586"/>
                      </a:lnTo>
                      <a:lnTo>
                        <a:pt x="71350" y="24628"/>
                      </a:lnTo>
                      <a:lnTo>
                        <a:pt x="71266" y="24523"/>
                      </a:lnTo>
                      <a:lnTo>
                        <a:pt x="71099" y="24439"/>
                      </a:lnTo>
                      <a:lnTo>
                        <a:pt x="71099" y="24314"/>
                      </a:lnTo>
                      <a:lnTo>
                        <a:pt x="70952" y="24230"/>
                      </a:lnTo>
                      <a:lnTo>
                        <a:pt x="70848" y="23895"/>
                      </a:lnTo>
                      <a:lnTo>
                        <a:pt x="70931" y="23602"/>
                      </a:lnTo>
                      <a:lnTo>
                        <a:pt x="70827" y="23498"/>
                      </a:lnTo>
                      <a:lnTo>
                        <a:pt x="70889" y="23414"/>
                      </a:lnTo>
                      <a:lnTo>
                        <a:pt x="70931" y="23268"/>
                      </a:lnTo>
                      <a:lnTo>
                        <a:pt x="71036" y="23058"/>
                      </a:lnTo>
                      <a:lnTo>
                        <a:pt x="71078" y="23372"/>
                      </a:lnTo>
                      <a:lnTo>
                        <a:pt x="71161" y="23393"/>
                      </a:lnTo>
                      <a:lnTo>
                        <a:pt x="71350" y="23289"/>
                      </a:lnTo>
                      <a:lnTo>
                        <a:pt x="71371" y="23330"/>
                      </a:lnTo>
                      <a:lnTo>
                        <a:pt x="71705" y="23205"/>
                      </a:lnTo>
                      <a:lnTo>
                        <a:pt x="71705" y="23058"/>
                      </a:lnTo>
                      <a:lnTo>
                        <a:pt x="71789" y="22975"/>
                      </a:lnTo>
                      <a:lnTo>
                        <a:pt x="71664" y="22891"/>
                      </a:lnTo>
                      <a:lnTo>
                        <a:pt x="71454" y="22598"/>
                      </a:lnTo>
                      <a:lnTo>
                        <a:pt x="71371" y="22598"/>
                      </a:lnTo>
                      <a:lnTo>
                        <a:pt x="71078" y="22159"/>
                      </a:lnTo>
                      <a:lnTo>
                        <a:pt x="71078" y="22054"/>
                      </a:lnTo>
                      <a:lnTo>
                        <a:pt x="70994" y="21970"/>
                      </a:lnTo>
                      <a:lnTo>
                        <a:pt x="70973" y="21594"/>
                      </a:lnTo>
                      <a:lnTo>
                        <a:pt x="70994" y="21531"/>
                      </a:lnTo>
                      <a:lnTo>
                        <a:pt x="70952" y="21343"/>
                      </a:lnTo>
                      <a:lnTo>
                        <a:pt x="71036" y="21217"/>
                      </a:lnTo>
                      <a:lnTo>
                        <a:pt x="71036" y="21092"/>
                      </a:lnTo>
                      <a:lnTo>
                        <a:pt x="70889" y="21113"/>
                      </a:lnTo>
                      <a:lnTo>
                        <a:pt x="70868" y="21029"/>
                      </a:lnTo>
                      <a:lnTo>
                        <a:pt x="70973" y="20882"/>
                      </a:lnTo>
                      <a:lnTo>
                        <a:pt x="71078" y="20841"/>
                      </a:lnTo>
                      <a:lnTo>
                        <a:pt x="71078" y="20778"/>
                      </a:lnTo>
                      <a:lnTo>
                        <a:pt x="71078" y="20757"/>
                      </a:lnTo>
                      <a:lnTo>
                        <a:pt x="71161" y="20673"/>
                      </a:lnTo>
                      <a:lnTo>
                        <a:pt x="71182" y="20778"/>
                      </a:lnTo>
                      <a:lnTo>
                        <a:pt x="71182" y="20903"/>
                      </a:lnTo>
                      <a:lnTo>
                        <a:pt x="71140" y="21029"/>
                      </a:lnTo>
                      <a:lnTo>
                        <a:pt x="71140" y="21196"/>
                      </a:lnTo>
                      <a:lnTo>
                        <a:pt x="71308" y="21238"/>
                      </a:lnTo>
                      <a:lnTo>
                        <a:pt x="71475" y="21343"/>
                      </a:lnTo>
                      <a:lnTo>
                        <a:pt x="71559" y="21322"/>
                      </a:lnTo>
                      <a:lnTo>
                        <a:pt x="71559" y="21154"/>
                      </a:lnTo>
                      <a:lnTo>
                        <a:pt x="71601" y="21092"/>
                      </a:lnTo>
                      <a:lnTo>
                        <a:pt x="71496" y="20903"/>
                      </a:lnTo>
                      <a:lnTo>
                        <a:pt x="71245" y="20673"/>
                      </a:lnTo>
                      <a:lnTo>
                        <a:pt x="71245" y="20401"/>
                      </a:lnTo>
                      <a:lnTo>
                        <a:pt x="71099" y="20359"/>
                      </a:lnTo>
                      <a:lnTo>
                        <a:pt x="71078" y="20317"/>
                      </a:lnTo>
                      <a:lnTo>
                        <a:pt x="71057" y="20380"/>
                      </a:lnTo>
                      <a:lnTo>
                        <a:pt x="70973" y="20464"/>
                      </a:lnTo>
                      <a:lnTo>
                        <a:pt x="70973" y="20506"/>
                      </a:lnTo>
                      <a:lnTo>
                        <a:pt x="70931" y="20569"/>
                      </a:lnTo>
                      <a:lnTo>
                        <a:pt x="70785" y="20485"/>
                      </a:lnTo>
                      <a:lnTo>
                        <a:pt x="70785" y="20276"/>
                      </a:lnTo>
                      <a:lnTo>
                        <a:pt x="70722" y="20150"/>
                      </a:lnTo>
                      <a:lnTo>
                        <a:pt x="70617" y="19941"/>
                      </a:lnTo>
                      <a:lnTo>
                        <a:pt x="70680" y="19836"/>
                      </a:lnTo>
                      <a:lnTo>
                        <a:pt x="70743" y="19794"/>
                      </a:lnTo>
                      <a:lnTo>
                        <a:pt x="70722" y="19690"/>
                      </a:lnTo>
                      <a:lnTo>
                        <a:pt x="70785" y="19585"/>
                      </a:lnTo>
                      <a:lnTo>
                        <a:pt x="70722" y="19522"/>
                      </a:lnTo>
                      <a:lnTo>
                        <a:pt x="70743" y="19439"/>
                      </a:lnTo>
                      <a:lnTo>
                        <a:pt x="70743" y="19334"/>
                      </a:lnTo>
                      <a:lnTo>
                        <a:pt x="70659" y="19271"/>
                      </a:lnTo>
                      <a:lnTo>
                        <a:pt x="70555" y="19313"/>
                      </a:lnTo>
                      <a:lnTo>
                        <a:pt x="70366" y="19146"/>
                      </a:lnTo>
                      <a:lnTo>
                        <a:pt x="70241" y="19146"/>
                      </a:lnTo>
                      <a:lnTo>
                        <a:pt x="70157" y="19229"/>
                      </a:lnTo>
                      <a:lnTo>
                        <a:pt x="70157" y="19313"/>
                      </a:lnTo>
                      <a:lnTo>
                        <a:pt x="70304" y="19460"/>
                      </a:lnTo>
                      <a:lnTo>
                        <a:pt x="70262" y="19564"/>
                      </a:lnTo>
                      <a:lnTo>
                        <a:pt x="70220" y="19627"/>
                      </a:lnTo>
                      <a:lnTo>
                        <a:pt x="70094" y="19564"/>
                      </a:lnTo>
                      <a:lnTo>
                        <a:pt x="69927" y="19355"/>
                      </a:lnTo>
                      <a:lnTo>
                        <a:pt x="69822" y="19250"/>
                      </a:lnTo>
                      <a:lnTo>
                        <a:pt x="69739" y="19208"/>
                      </a:lnTo>
                      <a:lnTo>
                        <a:pt x="69801" y="19146"/>
                      </a:lnTo>
                      <a:lnTo>
                        <a:pt x="69697" y="18936"/>
                      </a:lnTo>
                      <a:lnTo>
                        <a:pt x="69697" y="18811"/>
                      </a:lnTo>
                      <a:lnTo>
                        <a:pt x="69697" y="18727"/>
                      </a:lnTo>
                      <a:lnTo>
                        <a:pt x="69634" y="18623"/>
                      </a:lnTo>
                      <a:lnTo>
                        <a:pt x="69697" y="18539"/>
                      </a:lnTo>
                      <a:lnTo>
                        <a:pt x="69634" y="18372"/>
                      </a:lnTo>
                      <a:lnTo>
                        <a:pt x="69718" y="18267"/>
                      </a:lnTo>
                      <a:lnTo>
                        <a:pt x="69718" y="18162"/>
                      </a:lnTo>
                      <a:lnTo>
                        <a:pt x="69739" y="18037"/>
                      </a:lnTo>
                      <a:lnTo>
                        <a:pt x="69739" y="17890"/>
                      </a:lnTo>
                      <a:lnTo>
                        <a:pt x="69697" y="17932"/>
                      </a:lnTo>
                      <a:lnTo>
                        <a:pt x="69592" y="17786"/>
                      </a:lnTo>
                      <a:lnTo>
                        <a:pt x="69613" y="17744"/>
                      </a:lnTo>
                      <a:lnTo>
                        <a:pt x="69697" y="17723"/>
                      </a:lnTo>
                      <a:lnTo>
                        <a:pt x="69801" y="17786"/>
                      </a:lnTo>
                      <a:lnTo>
                        <a:pt x="69801" y="17744"/>
                      </a:lnTo>
                      <a:lnTo>
                        <a:pt x="69718" y="17660"/>
                      </a:lnTo>
                      <a:lnTo>
                        <a:pt x="69634" y="17576"/>
                      </a:lnTo>
                      <a:lnTo>
                        <a:pt x="69676" y="17514"/>
                      </a:lnTo>
                      <a:lnTo>
                        <a:pt x="69718" y="17514"/>
                      </a:lnTo>
                      <a:lnTo>
                        <a:pt x="69697" y="17430"/>
                      </a:lnTo>
                      <a:lnTo>
                        <a:pt x="69613" y="17346"/>
                      </a:lnTo>
                      <a:lnTo>
                        <a:pt x="69488" y="17325"/>
                      </a:lnTo>
                      <a:lnTo>
                        <a:pt x="69467" y="17242"/>
                      </a:lnTo>
                      <a:lnTo>
                        <a:pt x="69508" y="17221"/>
                      </a:lnTo>
                      <a:lnTo>
                        <a:pt x="69488" y="17074"/>
                      </a:lnTo>
                      <a:lnTo>
                        <a:pt x="69383" y="16970"/>
                      </a:lnTo>
                      <a:lnTo>
                        <a:pt x="69404" y="16886"/>
                      </a:lnTo>
                      <a:lnTo>
                        <a:pt x="69425" y="16781"/>
                      </a:lnTo>
                      <a:lnTo>
                        <a:pt x="69488" y="16719"/>
                      </a:lnTo>
                      <a:lnTo>
                        <a:pt x="69404" y="16614"/>
                      </a:lnTo>
                      <a:lnTo>
                        <a:pt x="69425" y="16530"/>
                      </a:lnTo>
                      <a:lnTo>
                        <a:pt x="69508" y="16530"/>
                      </a:lnTo>
                      <a:lnTo>
                        <a:pt x="69613" y="16593"/>
                      </a:lnTo>
                      <a:lnTo>
                        <a:pt x="69697" y="16572"/>
                      </a:lnTo>
                      <a:lnTo>
                        <a:pt x="69739" y="16405"/>
                      </a:lnTo>
                      <a:lnTo>
                        <a:pt x="69822" y="16405"/>
                      </a:lnTo>
                      <a:lnTo>
                        <a:pt x="69885" y="16488"/>
                      </a:lnTo>
                      <a:lnTo>
                        <a:pt x="69927" y="16488"/>
                      </a:lnTo>
                      <a:lnTo>
                        <a:pt x="70011" y="16614"/>
                      </a:lnTo>
                      <a:lnTo>
                        <a:pt x="70136" y="16363"/>
                      </a:lnTo>
                      <a:lnTo>
                        <a:pt x="70011" y="16300"/>
                      </a:lnTo>
                      <a:lnTo>
                        <a:pt x="70032" y="16195"/>
                      </a:lnTo>
                      <a:lnTo>
                        <a:pt x="70115" y="16154"/>
                      </a:lnTo>
                      <a:lnTo>
                        <a:pt x="70241" y="15903"/>
                      </a:lnTo>
                      <a:lnTo>
                        <a:pt x="70241" y="15777"/>
                      </a:lnTo>
                      <a:lnTo>
                        <a:pt x="70324" y="15882"/>
                      </a:lnTo>
                      <a:lnTo>
                        <a:pt x="70429" y="15944"/>
                      </a:lnTo>
                      <a:lnTo>
                        <a:pt x="70429" y="16070"/>
                      </a:lnTo>
                      <a:lnTo>
                        <a:pt x="70555" y="16426"/>
                      </a:lnTo>
                      <a:lnTo>
                        <a:pt x="70638" y="16509"/>
                      </a:lnTo>
                      <a:lnTo>
                        <a:pt x="70680" y="16468"/>
                      </a:lnTo>
                      <a:lnTo>
                        <a:pt x="70722" y="16154"/>
                      </a:lnTo>
                      <a:lnTo>
                        <a:pt x="70743" y="16049"/>
                      </a:lnTo>
                      <a:lnTo>
                        <a:pt x="70722" y="15903"/>
                      </a:lnTo>
                      <a:lnTo>
                        <a:pt x="70785" y="15798"/>
                      </a:lnTo>
                      <a:lnTo>
                        <a:pt x="70722" y="15651"/>
                      </a:lnTo>
                      <a:lnTo>
                        <a:pt x="70827" y="15693"/>
                      </a:lnTo>
                      <a:lnTo>
                        <a:pt x="70889" y="15631"/>
                      </a:lnTo>
                      <a:lnTo>
                        <a:pt x="70952" y="15421"/>
                      </a:lnTo>
                      <a:lnTo>
                        <a:pt x="71057" y="15421"/>
                      </a:lnTo>
                      <a:lnTo>
                        <a:pt x="71182" y="15254"/>
                      </a:lnTo>
                      <a:lnTo>
                        <a:pt x="71308" y="15233"/>
                      </a:lnTo>
                      <a:lnTo>
                        <a:pt x="71371" y="15275"/>
                      </a:lnTo>
                      <a:lnTo>
                        <a:pt x="71559" y="15149"/>
                      </a:lnTo>
                      <a:lnTo>
                        <a:pt x="71705" y="15170"/>
                      </a:lnTo>
                      <a:lnTo>
                        <a:pt x="72019" y="15359"/>
                      </a:lnTo>
                      <a:lnTo>
                        <a:pt x="72040" y="15463"/>
                      </a:lnTo>
                      <a:lnTo>
                        <a:pt x="72124" y="15484"/>
                      </a:lnTo>
                      <a:lnTo>
                        <a:pt x="72229" y="15463"/>
                      </a:lnTo>
                      <a:lnTo>
                        <a:pt x="72291" y="15484"/>
                      </a:lnTo>
                      <a:lnTo>
                        <a:pt x="72229" y="15547"/>
                      </a:lnTo>
                      <a:lnTo>
                        <a:pt x="72396" y="15714"/>
                      </a:lnTo>
                      <a:lnTo>
                        <a:pt x="72438" y="15672"/>
                      </a:lnTo>
                      <a:lnTo>
                        <a:pt x="72542" y="15777"/>
                      </a:lnTo>
                      <a:lnTo>
                        <a:pt x="72668" y="15756"/>
                      </a:lnTo>
                      <a:lnTo>
                        <a:pt x="72752" y="15777"/>
                      </a:lnTo>
                      <a:lnTo>
                        <a:pt x="72752" y="15672"/>
                      </a:lnTo>
                      <a:lnTo>
                        <a:pt x="72647" y="15526"/>
                      </a:lnTo>
                      <a:lnTo>
                        <a:pt x="72710" y="15442"/>
                      </a:lnTo>
                      <a:lnTo>
                        <a:pt x="72668" y="15359"/>
                      </a:lnTo>
                      <a:lnTo>
                        <a:pt x="72605" y="15338"/>
                      </a:lnTo>
                      <a:lnTo>
                        <a:pt x="72605" y="15233"/>
                      </a:lnTo>
                      <a:lnTo>
                        <a:pt x="72668" y="15128"/>
                      </a:lnTo>
                      <a:lnTo>
                        <a:pt x="72731" y="14856"/>
                      </a:lnTo>
                      <a:lnTo>
                        <a:pt x="72814" y="14647"/>
                      </a:lnTo>
                      <a:lnTo>
                        <a:pt x="72773" y="14543"/>
                      </a:lnTo>
                      <a:lnTo>
                        <a:pt x="72919" y="14375"/>
                      </a:lnTo>
                      <a:lnTo>
                        <a:pt x="72856" y="14291"/>
                      </a:lnTo>
                      <a:lnTo>
                        <a:pt x="72940" y="14229"/>
                      </a:lnTo>
                      <a:lnTo>
                        <a:pt x="72856" y="14061"/>
                      </a:lnTo>
                      <a:lnTo>
                        <a:pt x="72773" y="13999"/>
                      </a:lnTo>
                      <a:lnTo>
                        <a:pt x="72773" y="13957"/>
                      </a:lnTo>
                      <a:lnTo>
                        <a:pt x="72940" y="13957"/>
                      </a:lnTo>
                      <a:lnTo>
                        <a:pt x="72982" y="13810"/>
                      </a:lnTo>
                      <a:lnTo>
                        <a:pt x="72814" y="13747"/>
                      </a:lnTo>
                      <a:lnTo>
                        <a:pt x="72752" y="13643"/>
                      </a:lnTo>
                      <a:lnTo>
                        <a:pt x="72835" y="13601"/>
                      </a:lnTo>
                      <a:lnTo>
                        <a:pt x="72877" y="13664"/>
                      </a:lnTo>
                      <a:lnTo>
                        <a:pt x="72961" y="13643"/>
                      </a:lnTo>
                      <a:lnTo>
                        <a:pt x="72982" y="13559"/>
                      </a:lnTo>
                      <a:lnTo>
                        <a:pt x="72940" y="13475"/>
                      </a:lnTo>
                      <a:lnTo>
                        <a:pt x="73065" y="13371"/>
                      </a:lnTo>
                      <a:lnTo>
                        <a:pt x="73065" y="13287"/>
                      </a:lnTo>
                      <a:lnTo>
                        <a:pt x="72982" y="13224"/>
                      </a:lnTo>
                      <a:lnTo>
                        <a:pt x="73065" y="13162"/>
                      </a:lnTo>
                      <a:lnTo>
                        <a:pt x="73149" y="13182"/>
                      </a:lnTo>
                      <a:lnTo>
                        <a:pt x="73191" y="13078"/>
                      </a:lnTo>
                      <a:lnTo>
                        <a:pt x="73233" y="13036"/>
                      </a:lnTo>
                      <a:lnTo>
                        <a:pt x="73170" y="12973"/>
                      </a:lnTo>
                      <a:lnTo>
                        <a:pt x="73275" y="12952"/>
                      </a:lnTo>
                      <a:lnTo>
                        <a:pt x="73400" y="12827"/>
                      </a:lnTo>
                      <a:lnTo>
                        <a:pt x="73358" y="12743"/>
                      </a:lnTo>
                      <a:lnTo>
                        <a:pt x="73379" y="12638"/>
                      </a:lnTo>
                      <a:lnTo>
                        <a:pt x="73421" y="12722"/>
                      </a:lnTo>
                      <a:lnTo>
                        <a:pt x="73526" y="12618"/>
                      </a:lnTo>
                      <a:lnTo>
                        <a:pt x="73463" y="12450"/>
                      </a:lnTo>
                      <a:lnTo>
                        <a:pt x="73463" y="12304"/>
                      </a:lnTo>
                      <a:lnTo>
                        <a:pt x="73568" y="12304"/>
                      </a:lnTo>
                      <a:lnTo>
                        <a:pt x="73589" y="12325"/>
                      </a:lnTo>
                      <a:lnTo>
                        <a:pt x="73651" y="12283"/>
                      </a:lnTo>
                      <a:lnTo>
                        <a:pt x="73819" y="12074"/>
                      </a:lnTo>
                      <a:lnTo>
                        <a:pt x="73756" y="12032"/>
                      </a:lnTo>
                      <a:lnTo>
                        <a:pt x="73756" y="11927"/>
                      </a:lnTo>
                      <a:lnTo>
                        <a:pt x="73861" y="11927"/>
                      </a:lnTo>
                      <a:lnTo>
                        <a:pt x="74070" y="11760"/>
                      </a:lnTo>
                      <a:lnTo>
                        <a:pt x="73986" y="11697"/>
                      </a:lnTo>
                      <a:lnTo>
                        <a:pt x="74028" y="11655"/>
                      </a:lnTo>
                      <a:lnTo>
                        <a:pt x="74174" y="11655"/>
                      </a:lnTo>
                      <a:lnTo>
                        <a:pt x="74342" y="11550"/>
                      </a:lnTo>
                      <a:lnTo>
                        <a:pt x="74300" y="11467"/>
                      </a:lnTo>
                      <a:lnTo>
                        <a:pt x="74321" y="11404"/>
                      </a:lnTo>
                      <a:lnTo>
                        <a:pt x="74405" y="11467"/>
                      </a:lnTo>
                      <a:lnTo>
                        <a:pt x="74426" y="11571"/>
                      </a:lnTo>
                      <a:lnTo>
                        <a:pt x="74530" y="11592"/>
                      </a:lnTo>
                      <a:lnTo>
                        <a:pt x="74614" y="11550"/>
                      </a:lnTo>
                      <a:lnTo>
                        <a:pt x="74739" y="11613"/>
                      </a:lnTo>
                      <a:lnTo>
                        <a:pt x="75158" y="11613"/>
                      </a:lnTo>
                      <a:lnTo>
                        <a:pt x="75242" y="11676"/>
                      </a:lnTo>
                      <a:lnTo>
                        <a:pt x="75283" y="11655"/>
                      </a:lnTo>
                      <a:lnTo>
                        <a:pt x="75242" y="11488"/>
                      </a:lnTo>
                      <a:lnTo>
                        <a:pt x="75137" y="11404"/>
                      </a:lnTo>
                      <a:lnTo>
                        <a:pt x="75137" y="11362"/>
                      </a:lnTo>
                      <a:lnTo>
                        <a:pt x="75221" y="11341"/>
                      </a:lnTo>
                      <a:lnTo>
                        <a:pt x="75221" y="10986"/>
                      </a:lnTo>
                      <a:lnTo>
                        <a:pt x="75053" y="10755"/>
                      </a:lnTo>
                      <a:lnTo>
                        <a:pt x="74928" y="10734"/>
                      </a:lnTo>
                      <a:lnTo>
                        <a:pt x="74760" y="10525"/>
                      </a:lnTo>
                      <a:lnTo>
                        <a:pt x="74844" y="10442"/>
                      </a:lnTo>
                      <a:lnTo>
                        <a:pt x="74677" y="10316"/>
                      </a:lnTo>
                      <a:lnTo>
                        <a:pt x="74426" y="10253"/>
                      </a:lnTo>
                      <a:lnTo>
                        <a:pt x="74153" y="10086"/>
                      </a:lnTo>
                      <a:lnTo>
                        <a:pt x="74049" y="9918"/>
                      </a:lnTo>
                      <a:lnTo>
                        <a:pt x="74028" y="10023"/>
                      </a:lnTo>
                      <a:lnTo>
                        <a:pt x="73944" y="10002"/>
                      </a:lnTo>
                      <a:lnTo>
                        <a:pt x="73902" y="10023"/>
                      </a:lnTo>
                      <a:lnTo>
                        <a:pt x="73881" y="10149"/>
                      </a:lnTo>
                      <a:lnTo>
                        <a:pt x="73735" y="10190"/>
                      </a:lnTo>
                      <a:lnTo>
                        <a:pt x="73693" y="10107"/>
                      </a:lnTo>
                      <a:lnTo>
                        <a:pt x="73693" y="9981"/>
                      </a:lnTo>
                      <a:lnTo>
                        <a:pt x="73819" y="9897"/>
                      </a:lnTo>
                      <a:lnTo>
                        <a:pt x="73735" y="9793"/>
                      </a:lnTo>
                      <a:lnTo>
                        <a:pt x="73777" y="9730"/>
                      </a:lnTo>
                      <a:lnTo>
                        <a:pt x="73840" y="9730"/>
                      </a:lnTo>
                      <a:lnTo>
                        <a:pt x="73923" y="9814"/>
                      </a:lnTo>
                      <a:lnTo>
                        <a:pt x="73693" y="9458"/>
                      </a:lnTo>
                      <a:lnTo>
                        <a:pt x="73526" y="9312"/>
                      </a:lnTo>
                      <a:lnTo>
                        <a:pt x="73526" y="9479"/>
                      </a:lnTo>
                      <a:lnTo>
                        <a:pt x="73526" y="9521"/>
                      </a:lnTo>
                      <a:lnTo>
                        <a:pt x="73463" y="9521"/>
                      </a:lnTo>
                      <a:lnTo>
                        <a:pt x="73254" y="9312"/>
                      </a:lnTo>
                      <a:lnTo>
                        <a:pt x="73254" y="9207"/>
                      </a:lnTo>
                      <a:lnTo>
                        <a:pt x="73358" y="9249"/>
                      </a:lnTo>
                      <a:lnTo>
                        <a:pt x="73296" y="9144"/>
                      </a:lnTo>
                      <a:lnTo>
                        <a:pt x="73003" y="8893"/>
                      </a:lnTo>
                      <a:lnTo>
                        <a:pt x="72961" y="8893"/>
                      </a:lnTo>
                      <a:lnTo>
                        <a:pt x="72982" y="8977"/>
                      </a:lnTo>
                      <a:lnTo>
                        <a:pt x="72940" y="9081"/>
                      </a:lnTo>
                      <a:lnTo>
                        <a:pt x="72773" y="9102"/>
                      </a:lnTo>
                      <a:lnTo>
                        <a:pt x="72647" y="8977"/>
                      </a:lnTo>
                      <a:lnTo>
                        <a:pt x="72521" y="8956"/>
                      </a:lnTo>
                      <a:lnTo>
                        <a:pt x="72375" y="8726"/>
                      </a:lnTo>
                      <a:lnTo>
                        <a:pt x="72375" y="8642"/>
                      </a:lnTo>
                      <a:lnTo>
                        <a:pt x="72312" y="8579"/>
                      </a:lnTo>
                      <a:lnTo>
                        <a:pt x="72208" y="8621"/>
                      </a:lnTo>
                      <a:lnTo>
                        <a:pt x="72019" y="8768"/>
                      </a:lnTo>
                      <a:lnTo>
                        <a:pt x="72019" y="8830"/>
                      </a:lnTo>
                      <a:lnTo>
                        <a:pt x="71915" y="8789"/>
                      </a:lnTo>
                      <a:lnTo>
                        <a:pt x="71831" y="8851"/>
                      </a:lnTo>
                      <a:lnTo>
                        <a:pt x="71831" y="9081"/>
                      </a:lnTo>
                      <a:lnTo>
                        <a:pt x="71894" y="9144"/>
                      </a:lnTo>
                      <a:lnTo>
                        <a:pt x="71894" y="9144"/>
                      </a:lnTo>
                      <a:lnTo>
                        <a:pt x="71789" y="9081"/>
                      </a:lnTo>
                      <a:lnTo>
                        <a:pt x="71705" y="8872"/>
                      </a:lnTo>
                      <a:lnTo>
                        <a:pt x="71747" y="8726"/>
                      </a:lnTo>
                      <a:lnTo>
                        <a:pt x="71580" y="8621"/>
                      </a:lnTo>
                      <a:lnTo>
                        <a:pt x="71517" y="8454"/>
                      </a:lnTo>
                      <a:lnTo>
                        <a:pt x="71475" y="8454"/>
                      </a:lnTo>
                      <a:lnTo>
                        <a:pt x="71580" y="8433"/>
                      </a:lnTo>
                      <a:lnTo>
                        <a:pt x="71685" y="8558"/>
                      </a:lnTo>
                      <a:lnTo>
                        <a:pt x="71685" y="8433"/>
                      </a:lnTo>
                      <a:lnTo>
                        <a:pt x="71810" y="8433"/>
                      </a:lnTo>
                      <a:lnTo>
                        <a:pt x="71915" y="8475"/>
                      </a:lnTo>
                      <a:lnTo>
                        <a:pt x="72061" y="8370"/>
                      </a:lnTo>
                      <a:lnTo>
                        <a:pt x="72019" y="8265"/>
                      </a:lnTo>
                      <a:lnTo>
                        <a:pt x="71705" y="8140"/>
                      </a:lnTo>
                      <a:lnTo>
                        <a:pt x="71622" y="8265"/>
                      </a:lnTo>
                      <a:lnTo>
                        <a:pt x="71475" y="8265"/>
                      </a:lnTo>
                      <a:lnTo>
                        <a:pt x="71329" y="8224"/>
                      </a:lnTo>
                      <a:lnTo>
                        <a:pt x="71475" y="8224"/>
                      </a:lnTo>
                      <a:lnTo>
                        <a:pt x="71580" y="8098"/>
                      </a:lnTo>
                      <a:lnTo>
                        <a:pt x="71685" y="8056"/>
                      </a:lnTo>
                      <a:lnTo>
                        <a:pt x="71789" y="8119"/>
                      </a:lnTo>
                      <a:lnTo>
                        <a:pt x="71936" y="8140"/>
                      </a:lnTo>
                      <a:lnTo>
                        <a:pt x="72061" y="8245"/>
                      </a:lnTo>
                      <a:lnTo>
                        <a:pt x="72229" y="8433"/>
                      </a:lnTo>
                      <a:lnTo>
                        <a:pt x="72354" y="8433"/>
                      </a:lnTo>
                      <a:lnTo>
                        <a:pt x="72417" y="8537"/>
                      </a:lnTo>
                      <a:lnTo>
                        <a:pt x="72480" y="8558"/>
                      </a:lnTo>
                      <a:lnTo>
                        <a:pt x="72626" y="8475"/>
                      </a:lnTo>
                      <a:lnTo>
                        <a:pt x="72668" y="8558"/>
                      </a:lnTo>
                      <a:lnTo>
                        <a:pt x="72940" y="8349"/>
                      </a:lnTo>
                      <a:lnTo>
                        <a:pt x="72961" y="8391"/>
                      </a:lnTo>
                      <a:lnTo>
                        <a:pt x="72940" y="8496"/>
                      </a:lnTo>
                      <a:lnTo>
                        <a:pt x="73045" y="8433"/>
                      </a:lnTo>
                      <a:lnTo>
                        <a:pt x="73045" y="8286"/>
                      </a:lnTo>
                      <a:lnTo>
                        <a:pt x="73170" y="8077"/>
                      </a:lnTo>
                      <a:lnTo>
                        <a:pt x="73149" y="8014"/>
                      </a:lnTo>
                      <a:lnTo>
                        <a:pt x="73149" y="7847"/>
                      </a:lnTo>
                      <a:lnTo>
                        <a:pt x="73086" y="7617"/>
                      </a:lnTo>
                      <a:lnTo>
                        <a:pt x="73191" y="7240"/>
                      </a:lnTo>
                      <a:lnTo>
                        <a:pt x="73191" y="7010"/>
                      </a:lnTo>
                      <a:lnTo>
                        <a:pt x="73086" y="6884"/>
                      </a:lnTo>
                      <a:lnTo>
                        <a:pt x="73045" y="6759"/>
                      </a:lnTo>
                      <a:lnTo>
                        <a:pt x="72877" y="6612"/>
                      </a:lnTo>
                      <a:lnTo>
                        <a:pt x="72793" y="6445"/>
                      </a:lnTo>
                      <a:lnTo>
                        <a:pt x="72856" y="6445"/>
                      </a:lnTo>
                      <a:lnTo>
                        <a:pt x="72961" y="6571"/>
                      </a:lnTo>
                      <a:lnTo>
                        <a:pt x="72982" y="6571"/>
                      </a:lnTo>
                      <a:lnTo>
                        <a:pt x="72940" y="6403"/>
                      </a:lnTo>
                      <a:lnTo>
                        <a:pt x="72773" y="6340"/>
                      </a:lnTo>
                      <a:lnTo>
                        <a:pt x="72647" y="6382"/>
                      </a:lnTo>
                      <a:lnTo>
                        <a:pt x="72417" y="6340"/>
                      </a:lnTo>
                      <a:lnTo>
                        <a:pt x="72103" y="5943"/>
                      </a:lnTo>
                      <a:lnTo>
                        <a:pt x="72019" y="5880"/>
                      </a:lnTo>
                      <a:lnTo>
                        <a:pt x="72040" y="5817"/>
                      </a:lnTo>
                      <a:lnTo>
                        <a:pt x="72208" y="5817"/>
                      </a:lnTo>
                      <a:lnTo>
                        <a:pt x="72249" y="5671"/>
                      </a:lnTo>
                      <a:lnTo>
                        <a:pt x="72166" y="5608"/>
                      </a:lnTo>
                      <a:lnTo>
                        <a:pt x="72040" y="5608"/>
                      </a:lnTo>
                      <a:lnTo>
                        <a:pt x="71998" y="5545"/>
                      </a:lnTo>
                      <a:lnTo>
                        <a:pt x="72061" y="5504"/>
                      </a:lnTo>
                      <a:lnTo>
                        <a:pt x="72019" y="5336"/>
                      </a:lnTo>
                      <a:lnTo>
                        <a:pt x="72040" y="5315"/>
                      </a:lnTo>
                      <a:lnTo>
                        <a:pt x="72166" y="5462"/>
                      </a:lnTo>
                      <a:lnTo>
                        <a:pt x="72354" y="5566"/>
                      </a:lnTo>
                      <a:lnTo>
                        <a:pt x="72375" y="5504"/>
                      </a:lnTo>
                      <a:lnTo>
                        <a:pt x="72312" y="5420"/>
                      </a:lnTo>
                      <a:lnTo>
                        <a:pt x="72312" y="5315"/>
                      </a:lnTo>
                      <a:lnTo>
                        <a:pt x="72270" y="5232"/>
                      </a:lnTo>
                      <a:lnTo>
                        <a:pt x="72333" y="5190"/>
                      </a:lnTo>
                      <a:lnTo>
                        <a:pt x="72375" y="5252"/>
                      </a:lnTo>
                      <a:lnTo>
                        <a:pt x="72417" y="5336"/>
                      </a:lnTo>
                      <a:lnTo>
                        <a:pt x="72521" y="5357"/>
                      </a:lnTo>
                      <a:lnTo>
                        <a:pt x="72563" y="5650"/>
                      </a:lnTo>
                      <a:lnTo>
                        <a:pt x="72542" y="5734"/>
                      </a:lnTo>
                      <a:lnTo>
                        <a:pt x="72835" y="5943"/>
                      </a:lnTo>
                      <a:lnTo>
                        <a:pt x="72940" y="5880"/>
                      </a:lnTo>
                      <a:lnTo>
                        <a:pt x="73065" y="5943"/>
                      </a:lnTo>
                      <a:lnTo>
                        <a:pt x="73065" y="6152"/>
                      </a:lnTo>
                      <a:lnTo>
                        <a:pt x="73170" y="6152"/>
                      </a:lnTo>
                      <a:lnTo>
                        <a:pt x="73379" y="5859"/>
                      </a:lnTo>
                      <a:lnTo>
                        <a:pt x="73421" y="5734"/>
                      </a:lnTo>
                      <a:lnTo>
                        <a:pt x="73379" y="5608"/>
                      </a:lnTo>
                      <a:lnTo>
                        <a:pt x="73400" y="5357"/>
                      </a:lnTo>
                      <a:lnTo>
                        <a:pt x="73379" y="5252"/>
                      </a:lnTo>
                      <a:lnTo>
                        <a:pt x="73421" y="5357"/>
                      </a:lnTo>
                      <a:lnTo>
                        <a:pt x="73421" y="5524"/>
                      </a:lnTo>
                      <a:lnTo>
                        <a:pt x="73505" y="5524"/>
                      </a:lnTo>
                      <a:lnTo>
                        <a:pt x="73609" y="5420"/>
                      </a:lnTo>
                      <a:lnTo>
                        <a:pt x="73798" y="5357"/>
                      </a:lnTo>
                      <a:lnTo>
                        <a:pt x="73819" y="5232"/>
                      </a:lnTo>
                      <a:lnTo>
                        <a:pt x="74007" y="5294"/>
                      </a:lnTo>
                      <a:lnTo>
                        <a:pt x="73986" y="5336"/>
                      </a:lnTo>
                      <a:lnTo>
                        <a:pt x="74007" y="5399"/>
                      </a:lnTo>
                      <a:lnTo>
                        <a:pt x="74300" y="5608"/>
                      </a:lnTo>
                      <a:lnTo>
                        <a:pt x="74342" y="5629"/>
                      </a:lnTo>
                      <a:lnTo>
                        <a:pt x="74405" y="5776"/>
                      </a:lnTo>
                      <a:lnTo>
                        <a:pt x="74405" y="5838"/>
                      </a:lnTo>
                      <a:lnTo>
                        <a:pt x="74446" y="5859"/>
                      </a:lnTo>
                      <a:lnTo>
                        <a:pt x="74698" y="5817"/>
                      </a:lnTo>
                      <a:lnTo>
                        <a:pt x="74739" y="5838"/>
                      </a:lnTo>
                      <a:lnTo>
                        <a:pt x="74739" y="5880"/>
                      </a:lnTo>
                      <a:lnTo>
                        <a:pt x="74760" y="5880"/>
                      </a:lnTo>
                      <a:lnTo>
                        <a:pt x="74865" y="5776"/>
                      </a:lnTo>
                      <a:lnTo>
                        <a:pt x="74823" y="5671"/>
                      </a:lnTo>
                      <a:lnTo>
                        <a:pt x="74844" y="5650"/>
                      </a:lnTo>
                      <a:lnTo>
                        <a:pt x="74928" y="5650"/>
                      </a:lnTo>
                      <a:lnTo>
                        <a:pt x="74886" y="5504"/>
                      </a:lnTo>
                      <a:lnTo>
                        <a:pt x="74970" y="5524"/>
                      </a:lnTo>
                      <a:lnTo>
                        <a:pt x="75032" y="5608"/>
                      </a:lnTo>
                      <a:lnTo>
                        <a:pt x="74990" y="5671"/>
                      </a:lnTo>
                      <a:lnTo>
                        <a:pt x="75095" y="5671"/>
                      </a:lnTo>
                      <a:lnTo>
                        <a:pt x="75200" y="5629"/>
                      </a:lnTo>
                      <a:lnTo>
                        <a:pt x="75472" y="5650"/>
                      </a:lnTo>
                      <a:lnTo>
                        <a:pt x="75555" y="5713"/>
                      </a:lnTo>
                      <a:lnTo>
                        <a:pt x="75618" y="5713"/>
                      </a:lnTo>
                      <a:lnTo>
                        <a:pt x="75660" y="5755"/>
                      </a:lnTo>
                      <a:lnTo>
                        <a:pt x="75702" y="5755"/>
                      </a:lnTo>
                      <a:lnTo>
                        <a:pt x="75786" y="5671"/>
                      </a:lnTo>
                      <a:lnTo>
                        <a:pt x="75723" y="5462"/>
                      </a:lnTo>
                      <a:lnTo>
                        <a:pt x="75786" y="5504"/>
                      </a:lnTo>
                      <a:lnTo>
                        <a:pt x="75911" y="5671"/>
                      </a:lnTo>
                      <a:lnTo>
                        <a:pt x="76078" y="5608"/>
                      </a:lnTo>
                      <a:lnTo>
                        <a:pt x="76078" y="5524"/>
                      </a:lnTo>
                      <a:lnTo>
                        <a:pt x="75995" y="5357"/>
                      </a:lnTo>
                      <a:lnTo>
                        <a:pt x="75869" y="5378"/>
                      </a:lnTo>
                      <a:lnTo>
                        <a:pt x="75744" y="5294"/>
                      </a:lnTo>
                      <a:lnTo>
                        <a:pt x="75806" y="5190"/>
                      </a:lnTo>
                      <a:lnTo>
                        <a:pt x="75911" y="5232"/>
                      </a:lnTo>
                      <a:lnTo>
                        <a:pt x="75995" y="5211"/>
                      </a:lnTo>
                      <a:lnTo>
                        <a:pt x="75995" y="5064"/>
                      </a:lnTo>
                      <a:lnTo>
                        <a:pt x="75890" y="5022"/>
                      </a:lnTo>
                      <a:lnTo>
                        <a:pt x="75806" y="4980"/>
                      </a:lnTo>
                      <a:lnTo>
                        <a:pt x="75744" y="5022"/>
                      </a:lnTo>
                      <a:lnTo>
                        <a:pt x="75744" y="5127"/>
                      </a:lnTo>
                      <a:lnTo>
                        <a:pt x="75681" y="5064"/>
                      </a:lnTo>
                      <a:lnTo>
                        <a:pt x="75555" y="5085"/>
                      </a:lnTo>
                      <a:lnTo>
                        <a:pt x="75576" y="4918"/>
                      </a:lnTo>
                      <a:lnTo>
                        <a:pt x="75493" y="4855"/>
                      </a:lnTo>
                      <a:lnTo>
                        <a:pt x="75388" y="4876"/>
                      </a:lnTo>
                      <a:lnTo>
                        <a:pt x="75388" y="4980"/>
                      </a:lnTo>
                      <a:lnTo>
                        <a:pt x="75346" y="4897"/>
                      </a:lnTo>
                      <a:lnTo>
                        <a:pt x="75346" y="4813"/>
                      </a:lnTo>
                      <a:lnTo>
                        <a:pt x="75472" y="4771"/>
                      </a:lnTo>
                      <a:lnTo>
                        <a:pt x="75451" y="4583"/>
                      </a:lnTo>
                      <a:lnTo>
                        <a:pt x="75367" y="4562"/>
                      </a:lnTo>
                      <a:lnTo>
                        <a:pt x="75493" y="4457"/>
                      </a:lnTo>
                      <a:lnTo>
                        <a:pt x="75430" y="4290"/>
                      </a:lnTo>
                      <a:lnTo>
                        <a:pt x="75451" y="4227"/>
                      </a:lnTo>
                      <a:lnTo>
                        <a:pt x="75283" y="4081"/>
                      </a:lnTo>
                      <a:lnTo>
                        <a:pt x="75158" y="4102"/>
                      </a:lnTo>
                      <a:lnTo>
                        <a:pt x="75032" y="4248"/>
                      </a:lnTo>
                      <a:lnTo>
                        <a:pt x="75053" y="4060"/>
                      </a:lnTo>
                      <a:lnTo>
                        <a:pt x="75158" y="4018"/>
                      </a:lnTo>
                      <a:lnTo>
                        <a:pt x="75053" y="3851"/>
                      </a:lnTo>
                      <a:lnTo>
                        <a:pt x="75053" y="3746"/>
                      </a:lnTo>
                      <a:lnTo>
                        <a:pt x="75011" y="3746"/>
                      </a:lnTo>
                      <a:lnTo>
                        <a:pt x="74928" y="3830"/>
                      </a:lnTo>
                      <a:lnTo>
                        <a:pt x="74865" y="3746"/>
                      </a:lnTo>
                      <a:lnTo>
                        <a:pt x="74739" y="3746"/>
                      </a:lnTo>
                      <a:lnTo>
                        <a:pt x="74593" y="3767"/>
                      </a:lnTo>
                      <a:lnTo>
                        <a:pt x="74718" y="3662"/>
                      </a:lnTo>
                      <a:lnTo>
                        <a:pt x="74865" y="3662"/>
                      </a:lnTo>
                      <a:lnTo>
                        <a:pt x="75011" y="3558"/>
                      </a:lnTo>
                      <a:lnTo>
                        <a:pt x="75053" y="3620"/>
                      </a:lnTo>
                      <a:lnTo>
                        <a:pt x="75158" y="3432"/>
                      </a:lnTo>
                      <a:lnTo>
                        <a:pt x="75283" y="3411"/>
                      </a:lnTo>
                      <a:lnTo>
                        <a:pt x="75325" y="3307"/>
                      </a:lnTo>
                      <a:lnTo>
                        <a:pt x="75242" y="3202"/>
                      </a:lnTo>
                      <a:lnTo>
                        <a:pt x="74970" y="3139"/>
                      </a:lnTo>
                      <a:lnTo>
                        <a:pt x="75158" y="3118"/>
                      </a:lnTo>
                      <a:lnTo>
                        <a:pt x="75346" y="3118"/>
                      </a:lnTo>
                      <a:lnTo>
                        <a:pt x="75388" y="3035"/>
                      </a:lnTo>
                      <a:lnTo>
                        <a:pt x="75346" y="2909"/>
                      </a:lnTo>
                      <a:lnTo>
                        <a:pt x="75221" y="2867"/>
                      </a:lnTo>
                      <a:lnTo>
                        <a:pt x="75137" y="2721"/>
                      </a:lnTo>
                      <a:lnTo>
                        <a:pt x="75032" y="2763"/>
                      </a:lnTo>
                      <a:lnTo>
                        <a:pt x="75011" y="2679"/>
                      </a:lnTo>
                      <a:lnTo>
                        <a:pt x="75053" y="2511"/>
                      </a:lnTo>
                      <a:lnTo>
                        <a:pt x="74949" y="2198"/>
                      </a:lnTo>
                      <a:lnTo>
                        <a:pt x="74970" y="2135"/>
                      </a:lnTo>
                      <a:lnTo>
                        <a:pt x="75032" y="2051"/>
                      </a:lnTo>
                      <a:lnTo>
                        <a:pt x="75032" y="1967"/>
                      </a:lnTo>
                      <a:lnTo>
                        <a:pt x="74928" y="1905"/>
                      </a:lnTo>
                      <a:lnTo>
                        <a:pt x="74823" y="2051"/>
                      </a:lnTo>
                      <a:lnTo>
                        <a:pt x="74718" y="2135"/>
                      </a:lnTo>
                      <a:lnTo>
                        <a:pt x="74718" y="1967"/>
                      </a:lnTo>
                      <a:lnTo>
                        <a:pt x="74614" y="1967"/>
                      </a:lnTo>
                      <a:lnTo>
                        <a:pt x="74614" y="2051"/>
                      </a:lnTo>
                      <a:lnTo>
                        <a:pt x="74530" y="2072"/>
                      </a:lnTo>
                      <a:lnTo>
                        <a:pt x="74509" y="2030"/>
                      </a:lnTo>
                      <a:lnTo>
                        <a:pt x="74530" y="1884"/>
                      </a:lnTo>
                      <a:lnTo>
                        <a:pt x="74174" y="1842"/>
                      </a:lnTo>
                      <a:lnTo>
                        <a:pt x="74091" y="1884"/>
                      </a:lnTo>
                      <a:lnTo>
                        <a:pt x="73923" y="1863"/>
                      </a:lnTo>
                      <a:lnTo>
                        <a:pt x="73819" y="1758"/>
                      </a:lnTo>
                      <a:lnTo>
                        <a:pt x="73798" y="1716"/>
                      </a:lnTo>
                      <a:lnTo>
                        <a:pt x="73693" y="1675"/>
                      </a:lnTo>
                      <a:lnTo>
                        <a:pt x="73651" y="1716"/>
                      </a:lnTo>
                      <a:lnTo>
                        <a:pt x="73589" y="1633"/>
                      </a:lnTo>
                      <a:lnTo>
                        <a:pt x="73484" y="1633"/>
                      </a:lnTo>
                      <a:lnTo>
                        <a:pt x="73379" y="1779"/>
                      </a:lnTo>
                      <a:lnTo>
                        <a:pt x="73275" y="1821"/>
                      </a:lnTo>
                      <a:lnTo>
                        <a:pt x="73233" y="1842"/>
                      </a:lnTo>
                      <a:lnTo>
                        <a:pt x="73170" y="1884"/>
                      </a:lnTo>
                      <a:lnTo>
                        <a:pt x="73296" y="1884"/>
                      </a:lnTo>
                      <a:lnTo>
                        <a:pt x="73254" y="1967"/>
                      </a:lnTo>
                      <a:lnTo>
                        <a:pt x="73128" y="2051"/>
                      </a:lnTo>
                      <a:lnTo>
                        <a:pt x="73065" y="2051"/>
                      </a:lnTo>
                      <a:lnTo>
                        <a:pt x="73086" y="2156"/>
                      </a:lnTo>
                      <a:lnTo>
                        <a:pt x="73191" y="2239"/>
                      </a:lnTo>
                      <a:lnTo>
                        <a:pt x="73170" y="2281"/>
                      </a:lnTo>
                      <a:lnTo>
                        <a:pt x="73065" y="2260"/>
                      </a:lnTo>
                      <a:lnTo>
                        <a:pt x="72982" y="2051"/>
                      </a:lnTo>
                      <a:lnTo>
                        <a:pt x="73024" y="1988"/>
                      </a:lnTo>
                      <a:lnTo>
                        <a:pt x="73024" y="1988"/>
                      </a:lnTo>
                      <a:lnTo>
                        <a:pt x="72940" y="2030"/>
                      </a:lnTo>
                      <a:lnTo>
                        <a:pt x="72773" y="2239"/>
                      </a:lnTo>
                      <a:lnTo>
                        <a:pt x="72710" y="2386"/>
                      </a:lnTo>
                      <a:lnTo>
                        <a:pt x="72605" y="2491"/>
                      </a:lnTo>
                      <a:lnTo>
                        <a:pt x="72626" y="2553"/>
                      </a:lnTo>
                      <a:lnTo>
                        <a:pt x="72773" y="2407"/>
                      </a:lnTo>
                      <a:lnTo>
                        <a:pt x="72856" y="2407"/>
                      </a:lnTo>
                      <a:lnTo>
                        <a:pt x="72919" y="2511"/>
                      </a:lnTo>
                      <a:lnTo>
                        <a:pt x="73024" y="2616"/>
                      </a:lnTo>
                      <a:lnTo>
                        <a:pt x="73233" y="2783"/>
                      </a:lnTo>
                      <a:lnTo>
                        <a:pt x="73254" y="2909"/>
                      </a:lnTo>
                      <a:lnTo>
                        <a:pt x="73170" y="2993"/>
                      </a:lnTo>
                      <a:lnTo>
                        <a:pt x="73191" y="3097"/>
                      </a:lnTo>
                      <a:lnTo>
                        <a:pt x="73358" y="3076"/>
                      </a:lnTo>
                      <a:lnTo>
                        <a:pt x="73505" y="2993"/>
                      </a:lnTo>
                      <a:lnTo>
                        <a:pt x="73589" y="3097"/>
                      </a:lnTo>
                      <a:lnTo>
                        <a:pt x="73589" y="3202"/>
                      </a:lnTo>
                      <a:lnTo>
                        <a:pt x="73672" y="3390"/>
                      </a:lnTo>
                      <a:lnTo>
                        <a:pt x="73672" y="3432"/>
                      </a:lnTo>
                      <a:lnTo>
                        <a:pt x="73568" y="3327"/>
                      </a:lnTo>
                      <a:lnTo>
                        <a:pt x="73484" y="3181"/>
                      </a:lnTo>
                      <a:lnTo>
                        <a:pt x="73400" y="3139"/>
                      </a:lnTo>
                      <a:lnTo>
                        <a:pt x="73358" y="3244"/>
                      </a:lnTo>
                      <a:lnTo>
                        <a:pt x="73379" y="3348"/>
                      </a:lnTo>
                      <a:lnTo>
                        <a:pt x="73442" y="3390"/>
                      </a:lnTo>
                      <a:lnTo>
                        <a:pt x="73400" y="3411"/>
                      </a:lnTo>
                      <a:lnTo>
                        <a:pt x="73296" y="3390"/>
                      </a:lnTo>
                      <a:lnTo>
                        <a:pt x="73191" y="3223"/>
                      </a:lnTo>
                      <a:lnTo>
                        <a:pt x="73045" y="3202"/>
                      </a:lnTo>
                      <a:lnTo>
                        <a:pt x="72940" y="3307"/>
                      </a:lnTo>
                      <a:lnTo>
                        <a:pt x="72856" y="3286"/>
                      </a:lnTo>
                      <a:lnTo>
                        <a:pt x="72835" y="3139"/>
                      </a:lnTo>
                      <a:lnTo>
                        <a:pt x="72877" y="3097"/>
                      </a:lnTo>
                      <a:lnTo>
                        <a:pt x="72814" y="2972"/>
                      </a:lnTo>
                      <a:lnTo>
                        <a:pt x="72710" y="2888"/>
                      </a:lnTo>
                      <a:lnTo>
                        <a:pt x="72668" y="2763"/>
                      </a:lnTo>
                      <a:lnTo>
                        <a:pt x="72459" y="2700"/>
                      </a:lnTo>
                      <a:lnTo>
                        <a:pt x="72291" y="2365"/>
                      </a:lnTo>
                      <a:lnTo>
                        <a:pt x="72187" y="2239"/>
                      </a:lnTo>
                      <a:lnTo>
                        <a:pt x="72208" y="2177"/>
                      </a:lnTo>
                      <a:lnTo>
                        <a:pt x="72124" y="2093"/>
                      </a:lnTo>
                      <a:lnTo>
                        <a:pt x="72019" y="2072"/>
                      </a:lnTo>
                      <a:lnTo>
                        <a:pt x="72019" y="2072"/>
                      </a:lnTo>
                      <a:lnTo>
                        <a:pt x="72040" y="2135"/>
                      </a:lnTo>
                      <a:lnTo>
                        <a:pt x="72019" y="2239"/>
                      </a:lnTo>
                      <a:lnTo>
                        <a:pt x="71977" y="2198"/>
                      </a:lnTo>
                      <a:lnTo>
                        <a:pt x="71915" y="2072"/>
                      </a:lnTo>
                      <a:lnTo>
                        <a:pt x="71685" y="1947"/>
                      </a:lnTo>
                      <a:lnTo>
                        <a:pt x="71559" y="1926"/>
                      </a:lnTo>
                      <a:lnTo>
                        <a:pt x="71454" y="1947"/>
                      </a:lnTo>
                      <a:lnTo>
                        <a:pt x="71475" y="2030"/>
                      </a:lnTo>
                      <a:lnTo>
                        <a:pt x="71580" y="2072"/>
                      </a:lnTo>
                      <a:lnTo>
                        <a:pt x="71789" y="2156"/>
                      </a:lnTo>
                      <a:lnTo>
                        <a:pt x="71622" y="2198"/>
                      </a:lnTo>
                      <a:lnTo>
                        <a:pt x="71413" y="2135"/>
                      </a:lnTo>
                      <a:lnTo>
                        <a:pt x="71308" y="2030"/>
                      </a:lnTo>
                      <a:lnTo>
                        <a:pt x="71350" y="1947"/>
                      </a:lnTo>
                      <a:lnTo>
                        <a:pt x="71287" y="1926"/>
                      </a:lnTo>
                      <a:lnTo>
                        <a:pt x="71099" y="1926"/>
                      </a:lnTo>
                      <a:lnTo>
                        <a:pt x="71161" y="1947"/>
                      </a:lnTo>
                      <a:lnTo>
                        <a:pt x="71161" y="1988"/>
                      </a:lnTo>
                      <a:lnTo>
                        <a:pt x="70994" y="2051"/>
                      </a:lnTo>
                      <a:lnTo>
                        <a:pt x="70931" y="1947"/>
                      </a:lnTo>
                      <a:lnTo>
                        <a:pt x="70952" y="1884"/>
                      </a:lnTo>
                      <a:lnTo>
                        <a:pt x="70764" y="1863"/>
                      </a:lnTo>
                      <a:lnTo>
                        <a:pt x="70722" y="1884"/>
                      </a:lnTo>
                      <a:lnTo>
                        <a:pt x="70743" y="1988"/>
                      </a:lnTo>
                      <a:lnTo>
                        <a:pt x="70638" y="1967"/>
                      </a:lnTo>
                      <a:lnTo>
                        <a:pt x="70576" y="1863"/>
                      </a:lnTo>
                      <a:lnTo>
                        <a:pt x="70429" y="1863"/>
                      </a:lnTo>
                      <a:lnTo>
                        <a:pt x="70471" y="1967"/>
                      </a:lnTo>
                      <a:lnTo>
                        <a:pt x="70471" y="1967"/>
                      </a:lnTo>
                      <a:lnTo>
                        <a:pt x="69990" y="1863"/>
                      </a:lnTo>
                      <a:lnTo>
                        <a:pt x="69843" y="1926"/>
                      </a:lnTo>
                      <a:lnTo>
                        <a:pt x="69676" y="1842"/>
                      </a:lnTo>
                      <a:lnTo>
                        <a:pt x="69676" y="1758"/>
                      </a:lnTo>
                      <a:lnTo>
                        <a:pt x="69508" y="1716"/>
                      </a:lnTo>
                      <a:lnTo>
                        <a:pt x="69488" y="1737"/>
                      </a:lnTo>
                      <a:lnTo>
                        <a:pt x="69488" y="1779"/>
                      </a:lnTo>
                      <a:lnTo>
                        <a:pt x="69425" y="1737"/>
                      </a:lnTo>
                      <a:lnTo>
                        <a:pt x="69320" y="1716"/>
                      </a:lnTo>
                      <a:lnTo>
                        <a:pt x="69216" y="1633"/>
                      </a:lnTo>
                      <a:lnTo>
                        <a:pt x="69153" y="1654"/>
                      </a:lnTo>
                      <a:lnTo>
                        <a:pt x="69174" y="1758"/>
                      </a:lnTo>
                      <a:lnTo>
                        <a:pt x="69006" y="1758"/>
                      </a:lnTo>
                      <a:lnTo>
                        <a:pt x="68860" y="1779"/>
                      </a:lnTo>
                      <a:lnTo>
                        <a:pt x="68839" y="1884"/>
                      </a:lnTo>
                      <a:lnTo>
                        <a:pt x="68651" y="1884"/>
                      </a:lnTo>
                      <a:lnTo>
                        <a:pt x="68316" y="1758"/>
                      </a:lnTo>
                      <a:lnTo>
                        <a:pt x="68337" y="1716"/>
                      </a:lnTo>
                      <a:lnTo>
                        <a:pt x="68546" y="1779"/>
                      </a:lnTo>
                      <a:lnTo>
                        <a:pt x="68651" y="1842"/>
                      </a:lnTo>
                      <a:lnTo>
                        <a:pt x="68672" y="1779"/>
                      </a:lnTo>
                      <a:lnTo>
                        <a:pt x="68337" y="1549"/>
                      </a:lnTo>
                      <a:lnTo>
                        <a:pt x="67939" y="1507"/>
                      </a:lnTo>
                      <a:lnTo>
                        <a:pt x="67793" y="1549"/>
                      </a:lnTo>
                      <a:lnTo>
                        <a:pt x="67730" y="1507"/>
                      </a:lnTo>
                      <a:lnTo>
                        <a:pt x="67793" y="1444"/>
                      </a:lnTo>
                      <a:lnTo>
                        <a:pt x="67688" y="1402"/>
                      </a:lnTo>
                      <a:lnTo>
                        <a:pt x="67542" y="1423"/>
                      </a:lnTo>
                      <a:lnTo>
                        <a:pt x="67604" y="1444"/>
                      </a:lnTo>
                      <a:lnTo>
                        <a:pt x="67521" y="1465"/>
                      </a:lnTo>
                      <a:lnTo>
                        <a:pt x="67395" y="1423"/>
                      </a:lnTo>
                      <a:lnTo>
                        <a:pt x="67019" y="1319"/>
                      </a:lnTo>
                      <a:lnTo>
                        <a:pt x="66851" y="1340"/>
                      </a:lnTo>
                      <a:lnTo>
                        <a:pt x="66788" y="1423"/>
                      </a:lnTo>
                      <a:lnTo>
                        <a:pt x="66705" y="1402"/>
                      </a:lnTo>
                      <a:lnTo>
                        <a:pt x="66663" y="1319"/>
                      </a:lnTo>
                      <a:lnTo>
                        <a:pt x="66558" y="1361"/>
                      </a:lnTo>
                      <a:lnTo>
                        <a:pt x="66349" y="1361"/>
                      </a:lnTo>
                      <a:lnTo>
                        <a:pt x="66244" y="1298"/>
                      </a:lnTo>
                      <a:lnTo>
                        <a:pt x="66161" y="1319"/>
                      </a:lnTo>
                      <a:lnTo>
                        <a:pt x="66014" y="1340"/>
                      </a:lnTo>
                      <a:lnTo>
                        <a:pt x="65951" y="1319"/>
                      </a:lnTo>
                      <a:lnTo>
                        <a:pt x="65847" y="1402"/>
                      </a:lnTo>
                      <a:lnTo>
                        <a:pt x="65826" y="1507"/>
                      </a:lnTo>
                      <a:lnTo>
                        <a:pt x="65763" y="1402"/>
                      </a:lnTo>
                      <a:lnTo>
                        <a:pt x="65303" y="1528"/>
                      </a:lnTo>
                      <a:lnTo>
                        <a:pt x="65303" y="1633"/>
                      </a:lnTo>
                      <a:lnTo>
                        <a:pt x="65198" y="1612"/>
                      </a:lnTo>
                      <a:lnTo>
                        <a:pt x="65135" y="1737"/>
                      </a:lnTo>
                      <a:lnTo>
                        <a:pt x="65094" y="1737"/>
                      </a:lnTo>
                      <a:lnTo>
                        <a:pt x="65031" y="1654"/>
                      </a:lnTo>
                      <a:lnTo>
                        <a:pt x="64884" y="1675"/>
                      </a:lnTo>
                      <a:lnTo>
                        <a:pt x="64884" y="1779"/>
                      </a:lnTo>
                      <a:lnTo>
                        <a:pt x="64801" y="1779"/>
                      </a:lnTo>
                      <a:lnTo>
                        <a:pt x="64696" y="1842"/>
                      </a:lnTo>
                      <a:lnTo>
                        <a:pt x="64529" y="1737"/>
                      </a:lnTo>
                      <a:lnTo>
                        <a:pt x="64403" y="1779"/>
                      </a:lnTo>
                      <a:lnTo>
                        <a:pt x="64403" y="1863"/>
                      </a:lnTo>
                      <a:lnTo>
                        <a:pt x="64152" y="1863"/>
                      </a:lnTo>
                      <a:lnTo>
                        <a:pt x="63838" y="1884"/>
                      </a:lnTo>
                      <a:lnTo>
                        <a:pt x="63754" y="1842"/>
                      </a:lnTo>
                      <a:lnTo>
                        <a:pt x="63482" y="1884"/>
                      </a:lnTo>
                      <a:lnTo>
                        <a:pt x="63462" y="1905"/>
                      </a:lnTo>
                      <a:lnTo>
                        <a:pt x="63629" y="2009"/>
                      </a:lnTo>
                      <a:lnTo>
                        <a:pt x="63692" y="2198"/>
                      </a:lnTo>
                      <a:lnTo>
                        <a:pt x="63775" y="2260"/>
                      </a:lnTo>
                      <a:lnTo>
                        <a:pt x="63796" y="2386"/>
                      </a:lnTo>
                      <a:lnTo>
                        <a:pt x="63880" y="2574"/>
                      </a:lnTo>
                      <a:lnTo>
                        <a:pt x="63838" y="2637"/>
                      </a:lnTo>
                      <a:lnTo>
                        <a:pt x="63838" y="2804"/>
                      </a:lnTo>
                      <a:lnTo>
                        <a:pt x="63880" y="2804"/>
                      </a:lnTo>
                      <a:lnTo>
                        <a:pt x="63985" y="2700"/>
                      </a:lnTo>
                      <a:lnTo>
                        <a:pt x="64194" y="2804"/>
                      </a:lnTo>
                      <a:lnTo>
                        <a:pt x="64257" y="2888"/>
                      </a:lnTo>
                      <a:lnTo>
                        <a:pt x="64319" y="2909"/>
                      </a:lnTo>
                      <a:lnTo>
                        <a:pt x="64529" y="3118"/>
                      </a:lnTo>
                      <a:lnTo>
                        <a:pt x="64570" y="3307"/>
                      </a:lnTo>
                      <a:lnTo>
                        <a:pt x="64717" y="3348"/>
                      </a:lnTo>
                      <a:lnTo>
                        <a:pt x="64822" y="3516"/>
                      </a:lnTo>
                      <a:lnTo>
                        <a:pt x="64822" y="3579"/>
                      </a:lnTo>
                      <a:lnTo>
                        <a:pt x="64842" y="3662"/>
                      </a:lnTo>
                      <a:lnTo>
                        <a:pt x="64801" y="3725"/>
                      </a:lnTo>
                      <a:lnTo>
                        <a:pt x="64884" y="3830"/>
                      </a:lnTo>
                      <a:lnTo>
                        <a:pt x="64822" y="3871"/>
                      </a:lnTo>
                      <a:lnTo>
                        <a:pt x="64738" y="3851"/>
                      </a:lnTo>
                      <a:lnTo>
                        <a:pt x="64612" y="3934"/>
                      </a:lnTo>
                      <a:lnTo>
                        <a:pt x="64633" y="4039"/>
                      </a:lnTo>
                      <a:lnTo>
                        <a:pt x="64508" y="4060"/>
                      </a:lnTo>
                      <a:lnTo>
                        <a:pt x="64403" y="4143"/>
                      </a:lnTo>
                      <a:lnTo>
                        <a:pt x="64215" y="4102"/>
                      </a:lnTo>
                      <a:lnTo>
                        <a:pt x="64152" y="4039"/>
                      </a:lnTo>
                      <a:lnTo>
                        <a:pt x="64152" y="3892"/>
                      </a:lnTo>
                      <a:lnTo>
                        <a:pt x="63964" y="3641"/>
                      </a:lnTo>
                      <a:lnTo>
                        <a:pt x="63880" y="3641"/>
                      </a:lnTo>
                      <a:lnTo>
                        <a:pt x="63838" y="3662"/>
                      </a:lnTo>
                      <a:lnTo>
                        <a:pt x="63566" y="3620"/>
                      </a:lnTo>
                      <a:lnTo>
                        <a:pt x="63378" y="3641"/>
                      </a:lnTo>
                      <a:lnTo>
                        <a:pt x="63315" y="3579"/>
                      </a:lnTo>
                      <a:lnTo>
                        <a:pt x="63148" y="3411"/>
                      </a:lnTo>
                      <a:lnTo>
                        <a:pt x="63148" y="3286"/>
                      </a:lnTo>
                      <a:lnTo>
                        <a:pt x="63043" y="3202"/>
                      </a:lnTo>
                      <a:lnTo>
                        <a:pt x="62897" y="3181"/>
                      </a:lnTo>
                      <a:lnTo>
                        <a:pt x="62855" y="3097"/>
                      </a:lnTo>
                      <a:lnTo>
                        <a:pt x="62813" y="2951"/>
                      </a:lnTo>
                      <a:lnTo>
                        <a:pt x="62625" y="2909"/>
                      </a:lnTo>
                      <a:lnTo>
                        <a:pt x="62583" y="2951"/>
                      </a:lnTo>
                      <a:lnTo>
                        <a:pt x="62583" y="3097"/>
                      </a:lnTo>
                      <a:lnTo>
                        <a:pt x="62583" y="3244"/>
                      </a:lnTo>
                      <a:lnTo>
                        <a:pt x="62604" y="3327"/>
                      </a:lnTo>
                      <a:lnTo>
                        <a:pt x="62478" y="3516"/>
                      </a:lnTo>
                      <a:lnTo>
                        <a:pt x="62415" y="3641"/>
                      </a:lnTo>
                      <a:lnTo>
                        <a:pt x="62332" y="3558"/>
                      </a:lnTo>
                      <a:lnTo>
                        <a:pt x="62311" y="3474"/>
                      </a:lnTo>
                      <a:lnTo>
                        <a:pt x="62269" y="3474"/>
                      </a:lnTo>
                      <a:lnTo>
                        <a:pt x="62164" y="3558"/>
                      </a:lnTo>
                      <a:lnTo>
                        <a:pt x="61913" y="3537"/>
                      </a:lnTo>
                      <a:lnTo>
                        <a:pt x="61704" y="3620"/>
                      </a:lnTo>
                      <a:lnTo>
                        <a:pt x="61641" y="3579"/>
                      </a:lnTo>
                      <a:lnTo>
                        <a:pt x="61474" y="3725"/>
                      </a:lnTo>
                      <a:lnTo>
                        <a:pt x="61327" y="3746"/>
                      </a:lnTo>
                      <a:lnTo>
                        <a:pt x="61223" y="3725"/>
                      </a:lnTo>
                      <a:lnTo>
                        <a:pt x="61118" y="3620"/>
                      </a:lnTo>
                      <a:lnTo>
                        <a:pt x="61034" y="3620"/>
                      </a:lnTo>
                      <a:lnTo>
                        <a:pt x="60972" y="3662"/>
                      </a:lnTo>
                      <a:lnTo>
                        <a:pt x="61013" y="3746"/>
                      </a:lnTo>
                      <a:lnTo>
                        <a:pt x="60804" y="3830"/>
                      </a:lnTo>
                      <a:lnTo>
                        <a:pt x="60700" y="3913"/>
                      </a:lnTo>
                      <a:lnTo>
                        <a:pt x="60449" y="3934"/>
                      </a:lnTo>
                      <a:lnTo>
                        <a:pt x="60323" y="4081"/>
                      </a:lnTo>
                      <a:lnTo>
                        <a:pt x="60323" y="4290"/>
                      </a:lnTo>
                      <a:lnTo>
                        <a:pt x="60323" y="4562"/>
                      </a:lnTo>
                      <a:lnTo>
                        <a:pt x="60532" y="4855"/>
                      </a:lnTo>
                      <a:lnTo>
                        <a:pt x="60553" y="5022"/>
                      </a:lnTo>
                      <a:lnTo>
                        <a:pt x="60407" y="4813"/>
                      </a:lnTo>
                      <a:lnTo>
                        <a:pt x="60281" y="4688"/>
                      </a:lnTo>
                      <a:lnTo>
                        <a:pt x="60177" y="4708"/>
                      </a:lnTo>
                      <a:lnTo>
                        <a:pt x="60030" y="4625"/>
                      </a:lnTo>
                      <a:lnTo>
                        <a:pt x="60072" y="4729"/>
                      </a:lnTo>
                      <a:lnTo>
                        <a:pt x="60177" y="4792"/>
                      </a:lnTo>
                      <a:lnTo>
                        <a:pt x="60218" y="4980"/>
                      </a:lnTo>
                      <a:lnTo>
                        <a:pt x="60218" y="5022"/>
                      </a:lnTo>
                      <a:lnTo>
                        <a:pt x="60072" y="4813"/>
                      </a:lnTo>
                      <a:lnTo>
                        <a:pt x="59967" y="4813"/>
                      </a:lnTo>
                      <a:lnTo>
                        <a:pt x="59925" y="4604"/>
                      </a:lnTo>
                      <a:lnTo>
                        <a:pt x="59758" y="4415"/>
                      </a:lnTo>
                      <a:lnTo>
                        <a:pt x="59674" y="4269"/>
                      </a:lnTo>
                      <a:lnTo>
                        <a:pt x="59570" y="4269"/>
                      </a:lnTo>
                      <a:lnTo>
                        <a:pt x="59612" y="4457"/>
                      </a:lnTo>
                      <a:lnTo>
                        <a:pt x="59591" y="4562"/>
                      </a:lnTo>
                      <a:lnTo>
                        <a:pt x="59549" y="4415"/>
                      </a:lnTo>
                      <a:lnTo>
                        <a:pt x="59402" y="4353"/>
                      </a:lnTo>
                      <a:lnTo>
                        <a:pt x="59256" y="4374"/>
                      </a:lnTo>
                      <a:lnTo>
                        <a:pt x="59256" y="4457"/>
                      </a:lnTo>
                      <a:lnTo>
                        <a:pt x="59172" y="4374"/>
                      </a:lnTo>
                      <a:lnTo>
                        <a:pt x="59026" y="4374"/>
                      </a:lnTo>
                      <a:lnTo>
                        <a:pt x="58879" y="4520"/>
                      </a:lnTo>
                      <a:lnTo>
                        <a:pt x="58754" y="4562"/>
                      </a:lnTo>
                      <a:lnTo>
                        <a:pt x="58837" y="4415"/>
                      </a:lnTo>
                      <a:lnTo>
                        <a:pt x="58837" y="4311"/>
                      </a:lnTo>
                      <a:lnTo>
                        <a:pt x="58712" y="4081"/>
                      </a:lnTo>
                      <a:lnTo>
                        <a:pt x="58712" y="3934"/>
                      </a:lnTo>
                      <a:lnTo>
                        <a:pt x="58649" y="3871"/>
                      </a:lnTo>
                      <a:lnTo>
                        <a:pt x="58649" y="3767"/>
                      </a:lnTo>
                      <a:lnTo>
                        <a:pt x="58544" y="3558"/>
                      </a:lnTo>
                      <a:lnTo>
                        <a:pt x="58335" y="3327"/>
                      </a:lnTo>
                      <a:lnTo>
                        <a:pt x="58105" y="3202"/>
                      </a:lnTo>
                      <a:lnTo>
                        <a:pt x="57875" y="2930"/>
                      </a:lnTo>
                      <a:lnTo>
                        <a:pt x="57310" y="2742"/>
                      </a:lnTo>
                      <a:lnTo>
                        <a:pt x="57038" y="2742"/>
                      </a:lnTo>
                      <a:lnTo>
                        <a:pt x="56892" y="2783"/>
                      </a:lnTo>
                      <a:lnTo>
                        <a:pt x="56661" y="2930"/>
                      </a:lnTo>
                      <a:lnTo>
                        <a:pt x="56661" y="2993"/>
                      </a:lnTo>
                      <a:lnTo>
                        <a:pt x="56536" y="2951"/>
                      </a:lnTo>
                      <a:lnTo>
                        <a:pt x="56327" y="3035"/>
                      </a:lnTo>
                      <a:lnTo>
                        <a:pt x="55887" y="3244"/>
                      </a:lnTo>
                      <a:lnTo>
                        <a:pt x="55720" y="3265"/>
                      </a:lnTo>
                      <a:lnTo>
                        <a:pt x="55531" y="3453"/>
                      </a:lnTo>
                      <a:lnTo>
                        <a:pt x="55427" y="3516"/>
                      </a:lnTo>
                      <a:lnTo>
                        <a:pt x="55197" y="3683"/>
                      </a:lnTo>
                      <a:lnTo>
                        <a:pt x="55071" y="3746"/>
                      </a:lnTo>
                      <a:lnTo>
                        <a:pt x="54946" y="3871"/>
                      </a:lnTo>
                      <a:lnTo>
                        <a:pt x="54757" y="3934"/>
                      </a:lnTo>
                      <a:lnTo>
                        <a:pt x="54590" y="3871"/>
                      </a:lnTo>
                      <a:lnTo>
                        <a:pt x="54360" y="3934"/>
                      </a:lnTo>
                      <a:lnTo>
                        <a:pt x="54213" y="3997"/>
                      </a:lnTo>
                      <a:lnTo>
                        <a:pt x="54339" y="3871"/>
                      </a:lnTo>
                      <a:lnTo>
                        <a:pt x="54527" y="3767"/>
                      </a:lnTo>
                      <a:lnTo>
                        <a:pt x="54548" y="3662"/>
                      </a:lnTo>
                      <a:lnTo>
                        <a:pt x="54381" y="3474"/>
                      </a:lnTo>
                      <a:lnTo>
                        <a:pt x="54109" y="3411"/>
                      </a:lnTo>
                      <a:lnTo>
                        <a:pt x="53837" y="3223"/>
                      </a:lnTo>
                      <a:lnTo>
                        <a:pt x="53753" y="3160"/>
                      </a:lnTo>
                      <a:lnTo>
                        <a:pt x="53711" y="3223"/>
                      </a:lnTo>
                      <a:lnTo>
                        <a:pt x="53607" y="3453"/>
                      </a:lnTo>
                      <a:lnTo>
                        <a:pt x="53607" y="3579"/>
                      </a:lnTo>
                      <a:lnTo>
                        <a:pt x="53544" y="3516"/>
                      </a:lnTo>
                      <a:lnTo>
                        <a:pt x="53502" y="3537"/>
                      </a:lnTo>
                      <a:lnTo>
                        <a:pt x="53439" y="3662"/>
                      </a:lnTo>
                      <a:lnTo>
                        <a:pt x="53376" y="3725"/>
                      </a:lnTo>
                      <a:lnTo>
                        <a:pt x="53335" y="3662"/>
                      </a:lnTo>
                      <a:lnTo>
                        <a:pt x="53397" y="3516"/>
                      </a:lnTo>
                      <a:lnTo>
                        <a:pt x="53439" y="3432"/>
                      </a:lnTo>
                      <a:lnTo>
                        <a:pt x="53397" y="3265"/>
                      </a:lnTo>
                      <a:lnTo>
                        <a:pt x="53272" y="3202"/>
                      </a:lnTo>
                      <a:lnTo>
                        <a:pt x="53125" y="3327"/>
                      </a:lnTo>
                      <a:lnTo>
                        <a:pt x="53167" y="3411"/>
                      </a:lnTo>
                      <a:lnTo>
                        <a:pt x="53083" y="3537"/>
                      </a:lnTo>
                      <a:lnTo>
                        <a:pt x="53000" y="3453"/>
                      </a:lnTo>
                      <a:lnTo>
                        <a:pt x="52979" y="3307"/>
                      </a:lnTo>
                      <a:lnTo>
                        <a:pt x="52916" y="3160"/>
                      </a:lnTo>
                      <a:lnTo>
                        <a:pt x="52874" y="3014"/>
                      </a:lnTo>
                      <a:lnTo>
                        <a:pt x="52770" y="3118"/>
                      </a:lnTo>
                      <a:lnTo>
                        <a:pt x="52560" y="3139"/>
                      </a:lnTo>
                      <a:lnTo>
                        <a:pt x="52246" y="3223"/>
                      </a:lnTo>
                      <a:lnTo>
                        <a:pt x="52163" y="3202"/>
                      </a:lnTo>
                      <a:lnTo>
                        <a:pt x="52267" y="3118"/>
                      </a:lnTo>
                      <a:lnTo>
                        <a:pt x="52246" y="3014"/>
                      </a:lnTo>
                      <a:lnTo>
                        <a:pt x="52246" y="2909"/>
                      </a:lnTo>
                      <a:lnTo>
                        <a:pt x="52226" y="2783"/>
                      </a:lnTo>
                      <a:lnTo>
                        <a:pt x="52246" y="2763"/>
                      </a:lnTo>
                      <a:lnTo>
                        <a:pt x="52456" y="2909"/>
                      </a:lnTo>
                      <a:lnTo>
                        <a:pt x="52560" y="2825"/>
                      </a:lnTo>
                      <a:lnTo>
                        <a:pt x="52581" y="2700"/>
                      </a:lnTo>
                      <a:lnTo>
                        <a:pt x="52393" y="2428"/>
                      </a:lnTo>
                      <a:lnTo>
                        <a:pt x="52016" y="2302"/>
                      </a:lnTo>
                      <a:lnTo>
                        <a:pt x="51702" y="2281"/>
                      </a:lnTo>
                      <a:lnTo>
                        <a:pt x="51347" y="2365"/>
                      </a:lnTo>
                      <a:lnTo>
                        <a:pt x="51033" y="2407"/>
                      </a:lnTo>
                      <a:lnTo>
                        <a:pt x="50824" y="2574"/>
                      </a:lnTo>
                      <a:lnTo>
                        <a:pt x="50886" y="3139"/>
                      </a:lnTo>
                      <a:lnTo>
                        <a:pt x="50866" y="3307"/>
                      </a:lnTo>
                      <a:lnTo>
                        <a:pt x="50907" y="3411"/>
                      </a:lnTo>
                      <a:lnTo>
                        <a:pt x="50803" y="3579"/>
                      </a:lnTo>
                      <a:lnTo>
                        <a:pt x="50803" y="3746"/>
                      </a:lnTo>
                      <a:lnTo>
                        <a:pt x="50656" y="3851"/>
                      </a:lnTo>
                      <a:lnTo>
                        <a:pt x="50552" y="3851"/>
                      </a:lnTo>
                      <a:lnTo>
                        <a:pt x="50489" y="3788"/>
                      </a:lnTo>
                      <a:lnTo>
                        <a:pt x="50489" y="3725"/>
                      </a:lnTo>
                      <a:lnTo>
                        <a:pt x="50363" y="3620"/>
                      </a:lnTo>
                      <a:lnTo>
                        <a:pt x="50447" y="3537"/>
                      </a:lnTo>
                      <a:lnTo>
                        <a:pt x="50510" y="3558"/>
                      </a:lnTo>
                      <a:lnTo>
                        <a:pt x="50594" y="3369"/>
                      </a:lnTo>
                      <a:lnTo>
                        <a:pt x="50552" y="3139"/>
                      </a:lnTo>
                      <a:lnTo>
                        <a:pt x="50405" y="3097"/>
                      </a:lnTo>
                      <a:lnTo>
                        <a:pt x="50342" y="2888"/>
                      </a:lnTo>
                      <a:lnTo>
                        <a:pt x="50405" y="2909"/>
                      </a:lnTo>
                      <a:lnTo>
                        <a:pt x="50510" y="2804"/>
                      </a:lnTo>
                      <a:lnTo>
                        <a:pt x="50510" y="2930"/>
                      </a:lnTo>
                      <a:lnTo>
                        <a:pt x="50614" y="3035"/>
                      </a:lnTo>
                      <a:lnTo>
                        <a:pt x="50698" y="3223"/>
                      </a:lnTo>
                      <a:lnTo>
                        <a:pt x="50719" y="3160"/>
                      </a:lnTo>
                      <a:lnTo>
                        <a:pt x="50698" y="2888"/>
                      </a:lnTo>
                      <a:lnTo>
                        <a:pt x="50656" y="2679"/>
                      </a:lnTo>
                      <a:lnTo>
                        <a:pt x="50259" y="2825"/>
                      </a:lnTo>
                      <a:lnTo>
                        <a:pt x="49945" y="3035"/>
                      </a:lnTo>
                      <a:lnTo>
                        <a:pt x="49945" y="3160"/>
                      </a:lnTo>
                      <a:lnTo>
                        <a:pt x="49757" y="3307"/>
                      </a:lnTo>
                      <a:lnTo>
                        <a:pt x="49652" y="3223"/>
                      </a:lnTo>
                      <a:lnTo>
                        <a:pt x="49673" y="3139"/>
                      </a:lnTo>
                      <a:lnTo>
                        <a:pt x="49777" y="3118"/>
                      </a:lnTo>
                      <a:lnTo>
                        <a:pt x="49673" y="2993"/>
                      </a:lnTo>
                      <a:lnTo>
                        <a:pt x="49757" y="2742"/>
                      </a:lnTo>
                      <a:lnTo>
                        <a:pt x="49882" y="2804"/>
                      </a:lnTo>
                      <a:lnTo>
                        <a:pt x="49945" y="2783"/>
                      </a:lnTo>
                      <a:lnTo>
                        <a:pt x="50070" y="2825"/>
                      </a:lnTo>
                      <a:lnTo>
                        <a:pt x="50468" y="2637"/>
                      </a:lnTo>
                      <a:lnTo>
                        <a:pt x="50614" y="2595"/>
                      </a:lnTo>
                      <a:lnTo>
                        <a:pt x="50342" y="2595"/>
                      </a:lnTo>
                      <a:lnTo>
                        <a:pt x="50175" y="2616"/>
                      </a:lnTo>
                      <a:lnTo>
                        <a:pt x="49945" y="2595"/>
                      </a:lnTo>
                      <a:lnTo>
                        <a:pt x="49443" y="2595"/>
                      </a:lnTo>
                      <a:lnTo>
                        <a:pt x="49338" y="2637"/>
                      </a:lnTo>
                      <a:lnTo>
                        <a:pt x="48669" y="2700"/>
                      </a:lnTo>
                      <a:lnTo>
                        <a:pt x="48271" y="2700"/>
                      </a:lnTo>
                      <a:lnTo>
                        <a:pt x="48041" y="2742"/>
                      </a:lnTo>
                      <a:lnTo>
                        <a:pt x="47769" y="2637"/>
                      </a:lnTo>
                      <a:lnTo>
                        <a:pt x="47539" y="2679"/>
                      </a:lnTo>
                      <a:lnTo>
                        <a:pt x="47371" y="2742"/>
                      </a:lnTo>
                      <a:lnTo>
                        <a:pt x="47518" y="2909"/>
                      </a:lnTo>
                      <a:lnTo>
                        <a:pt x="47685" y="2909"/>
                      </a:lnTo>
                      <a:lnTo>
                        <a:pt x="47790" y="2951"/>
                      </a:lnTo>
                      <a:lnTo>
                        <a:pt x="47894" y="2930"/>
                      </a:lnTo>
                      <a:lnTo>
                        <a:pt x="48041" y="3055"/>
                      </a:lnTo>
                      <a:lnTo>
                        <a:pt x="48041" y="3139"/>
                      </a:lnTo>
                      <a:lnTo>
                        <a:pt x="47832" y="3327"/>
                      </a:lnTo>
                      <a:lnTo>
                        <a:pt x="47685" y="3307"/>
                      </a:lnTo>
                      <a:lnTo>
                        <a:pt x="47518" y="3369"/>
                      </a:lnTo>
                      <a:lnTo>
                        <a:pt x="47476" y="3537"/>
                      </a:lnTo>
                      <a:lnTo>
                        <a:pt x="47434" y="3641"/>
                      </a:lnTo>
                      <a:lnTo>
                        <a:pt x="47560" y="3871"/>
                      </a:lnTo>
                      <a:lnTo>
                        <a:pt x="47769" y="3934"/>
                      </a:lnTo>
                      <a:lnTo>
                        <a:pt x="47790" y="3788"/>
                      </a:lnTo>
                      <a:lnTo>
                        <a:pt x="47936" y="3662"/>
                      </a:lnTo>
                      <a:lnTo>
                        <a:pt x="48145" y="3579"/>
                      </a:lnTo>
                      <a:lnTo>
                        <a:pt x="48104" y="3788"/>
                      </a:lnTo>
                      <a:lnTo>
                        <a:pt x="47894" y="3788"/>
                      </a:lnTo>
                      <a:lnTo>
                        <a:pt x="47999" y="3934"/>
                      </a:lnTo>
                      <a:lnTo>
                        <a:pt x="47978" y="3955"/>
                      </a:lnTo>
                      <a:lnTo>
                        <a:pt x="48041" y="4060"/>
                      </a:lnTo>
                      <a:lnTo>
                        <a:pt x="47894" y="4143"/>
                      </a:lnTo>
                      <a:lnTo>
                        <a:pt x="48041" y="4164"/>
                      </a:lnTo>
                      <a:lnTo>
                        <a:pt x="48166" y="4102"/>
                      </a:lnTo>
                      <a:lnTo>
                        <a:pt x="48208" y="4206"/>
                      </a:lnTo>
                      <a:lnTo>
                        <a:pt x="48187" y="4353"/>
                      </a:lnTo>
                      <a:lnTo>
                        <a:pt x="48313" y="4478"/>
                      </a:lnTo>
                      <a:lnTo>
                        <a:pt x="48459" y="4499"/>
                      </a:lnTo>
                      <a:lnTo>
                        <a:pt x="48627" y="4708"/>
                      </a:lnTo>
                      <a:lnTo>
                        <a:pt x="48606" y="4813"/>
                      </a:lnTo>
                      <a:lnTo>
                        <a:pt x="48522" y="4771"/>
                      </a:lnTo>
                      <a:lnTo>
                        <a:pt x="48397" y="4813"/>
                      </a:lnTo>
                      <a:lnTo>
                        <a:pt x="48459" y="4939"/>
                      </a:lnTo>
                      <a:lnTo>
                        <a:pt x="48376" y="5001"/>
                      </a:lnTo>
                      <a:lnTo>
                        <a:pt x="48313" y="4939"/>
                      </a:lnTo>
                      <a:lnTo>
                        <a:pt x="48250" y="4980"/>
                      </a:lnTo>
                      <a:lnTo>
                        <a:pt x="48187" y="4834"/>
                      </a:lnTo>
                      <a:lnTo>
                        <a:pt x="47999" y="4708"/>
                      </a:lnTo>
                      <a:lnTo>
                        <a:pt x="47936" y="4729"/>
                      </a:lnTo>
                      <a:lnTo>
                        <a:pt x="47978" y="4813"/>
                      </a:lnTo>
                      <a:lnTo>
                        <a:pt x="47873" y="4897"/>
                      </a:lnTo>
                      <a:lnTo>
                        <a:pt x="47790" y="4834"/>
                      </a:lnTo>
                      <a:lnTo>
                        <a:pt x="47727" y="4897"/>
                      </a:lnTo>
                      <a:lnTo>
                        <a:pt x="47769" y="5022"/>
                      </a:lnTo>
                      <a:lnTo>
                        <a:pt x="47790" y="5211"/>
                      </a:lnTo>
                      <a:lnTo>
                        <a:pt x="47936" y="5232"/>
                      </a:lnTo>
                      <a:lnTo>
                        <a:pt x="48083" y="5148"/>
                      </a:lnTo>
                      <a:lnTo>
                        <a:pt x="48187" y="5252"/>
                      </a:lnTo>
                      <a:lnTo>
                        <a:pt x="48104" y="5336"/>
                      </a:lnTo>
                      <a:lnTo>
                        <a:pt x="48250" y="5399"/>
                      </a:lnTo>
                      <a:lnTo>
                        <a:pt x="48145" y="5462"/>
                      </a:lnTo>
                      <a:lnTo>
                        <a:pt x="47978" y="5420"/>
                      </a:lnTo>
                      <a:lnTo>
                        <a:pt x="47978" y="5462"/>
                      </a:lnTo>
                      <a:lnTo>
                        <a:pt x="48145" y="5566"/>
                      </a:lnTo>
                      <a:lnTo>
                        <a:pt x="47873" y="5566"/>
                      </a:lnTo>
                      <a:lnTo>
                        <a:pt x="47832" y="5462"/>
                      </a:lnTo>
                      <a:lnTo>
                        <a:pt x="47643" y="5462"/>
                      </a:lnTo>
                      <a:lnTo>
                        <a:pt x="47560" y="5336"/>
                      </a:lnTo>
                      <a:lnTo>
                        <a:pt x="47434" y="5315"/>
                      </a:lnTo>
                      <a:lnTo>
                        <a:pt x="47308" y="5190"/>
                      </a:lnTo>
                      <a:lnTo>
                        <a:pt x="47120" y="5190"/>
                      </a:lnTo>
                      <a:lnTo>
                        <a:pt x="46995" y="5106"/>
                      </a:lnTo>
                      <a:lnTo>
                        <a:pt x="46890" y="5127"/>
                      </a:lnTo>
                      <a:lnTo>
                        <a:pt x="46827" y="5106"/>
                      </a:lnTo>
                      <a:lnTo>
                        <a:pt x="46430" y="5252"/>
                      </a:lnTo>
                      <a:lnTo>
                        <a:pt x="46409" y="5357"/>
                      </a:lnTo>
                      <a:lnTo>
                        <a:pt x="46367" y="5420"/>
                      </a:lnTo>
                      <a:lnTo>
                        <a:pt x="46430" y="5504"/>
                      </a:lnTo>
                      <a:lnTo>
                        <a:pt x="46409" y="5566"/>
                      </a:lnTo>
                      <a:lnTo>
                        <a:pt x="46492" y="5713"/>
                      </a:lnTo>
                      <a:lnTo>
                        <a:pt x="46472" y="5734"/>
                      </a:lnTo>
                      <a:lnTo>
                        <a:pt x="46367" y="5629"/>
                      </a:lnTo>
                      <a:lnTo>
                        <a:pt x="46283" y="5671"/>
                      </a:lnTo>
                      <a:lnTo>
                        <a:pt x="46179" y="5629"/>
                      </a:lnTo>
                      <a:lnTo>
                        <a:pt x="45739" y="5671"/>
                      </a:lnTo>
                      <a:lnTo>
                        <a:pt x="45530" y="5650"/>
                      </a:lnTo>
                      <a:lnTo>
                        <a:pt x="45384" y="5524"/>
                      </a:lnTo>
                      <a:lnTo>
                        <a:pt x="45258" y="5504"/>
                      </a:lnTo>
                      <a:lnTo>
                        <a:pt x="45132" y="5357"/>
                      </a:lnTo>
                      <a:lnTo>
                        <a:pt x="45049" y="5211"/>
                      </a:lnTo>
                      <a:lnTo>
                        <a:pt x="44944" y="5148"/>
                      </a:lnTo>
                      <a:lnTo>
                        <a:pt x="44944" y="5232"/>
                      </a:lnTo>
                      <a:lnTo>
                        <a:pt x="45028" y="5420"/>
                      </a:lnTo>
                      <a:lnTo>
                        <a:pt x="45049" y="5734"/>
                      </a:lnTo>
                      <a:lnTo>
                        <a:pt x="45216" y="6068"/>
                      </a:lnTo>
                      <a:lnTo>
                        <a:pt x="45342" y="6340"/>
                      </a:lnTo>
                      <a:lnTo>
                        <a:pt x="45446" y="6926"/>
                      </a:lnTo>
                      <a:lnTo>
                        <a:pt x="45425" y="7073"/>
                      </a:lnTo>
                      <a:lnTo>
                        <a:pt x="45342" y="7073"/>
                      </a:lnTo>
                      <a:lnTo>
                        <a:pt x="45258" y="6968"/>
                      </a:lnTo>
                      <a:lnTo>
                        <a:pt x="45237" y="6864"/>
                      </a:lnTo>
                      <a:lnTo>
                        <a:pt x="45132" y="6759"/>
                      </a:lnTo>
                      <a:lnTo>
                        <a:pt x="45070" y="6801"/>
                      </a:lnTo>
                      <a:lnTo>
                        <a:pt x="45132" y="6884"/>
                      </a:lnTo>
                      <a:lnTo>
                        <a:pt x="45112" y="6968"/>
                      </a:lnTo>
                      <a:lnTo>
                        <a:pt x="44923" y="6905"/>
                      </a:lnTo>
                      <a:lnTo>
                        <a:pt x="44756" y="6717"/>
                      </a:lnTo>
                      <a:lnTo>
                        <a:pt x="44505" y="6696"/>
                      </a:lnTo>
                      <a:lnTo>
                        <a:pt x="44379" y="6550"/>
                      </a:lnTo>
                      <a:lnTo>
                        <a:pt x="44275" y="6508"/>
                      </a:lnTo>
                      <a:lnTo>
                        <a:pt x="43898" y="6173"/>
                      </a:lnTo>
                      <a:lnTo>
                        <a:pt x="43877" y="6173"/>
                      </a:lnTo>
                      <a:lnTo>
                        <a:pt x="43793" y="6236"/>
                      </a:lnTo>
                      <a:lnTo>
                        <a:pt x="43689" y="6236"/>
                      </a:lnTo>
                      <a:lnTo>
                        <a:pt x="43647" y="6152"/>
                      </a:lnTo>
                      <a:lnTo>
                        <a:pt x="43877" y="5943"/>
                      </a:lnTo>
                      <a:lnTo>
                        <a:pt x="43982" y="5943"/>
                      </a:lnTo>
                      <a:lnTo>
                        <a:pt x="43898" y="5880"/>
                      </a:lnTo>
                      <a:lnTo>
                        <a:pt x="43772" y="5817"/>
                      </a:lnTo>
                      <a:lnTo>
                        <a:pt x="43647" y="5671"/>
                      </a:lnTo>
                      <a:lnTo>
                        <a:pt x="43626" y="5671"/>
                      </a:lnTo>
                      <a:lnTo>
                        <a:pt x="43647" y="5755"/>
                      </a:lnTo>
                      <a:lnTo>
                        <a:pt x="43751" y="5859"/>
                      </a:lnTo>
                      <a:lnTo>
                        <a:pt x="43751" y="5964"/>
                      </a:lnTo>
                      <a:lnTo>
                        <a:pt x="43626" y="6048"/>
                      </a:lnTo>
                      <a:lnTo>
                        <a:pt x="43417" y="5985"/>
                      </a:lnTo>
                      <a:lnTo>
                        <a:pt x="43207" y="5838"/>
                      </a:lnTo>
                      <a:lnTo>
                        <a:pt x="43145" y="5755"/>
                      </a:lnTo>
                      <a:lnTo>
                        <a:pt x="42935" y="5734"/>
                      </a:lnTo>
                      <a:lnTo>
                        <a:pt x="42894" y="5608"/>
                      </a:lnTo>
                      <a:lnTo>
                        <a:pt x="42789" y="5545"/>
                      </a:lnTo>
                      <a:lnTo>
                        <a:pt x="43040" y="5545"/>
                      </a:lnTo>
                      <a:lnTo>
                        <a:pt x="43270" y="5608"/>
                      </a:lnTo>
                      <a:lnTo>
                        <a:pt x="43375" y="5671"/>
                      </a:lnTo>
                      <a:lnTo>
                        <a:pt x="43521" y="5629"/>
                      </a:lnTo>
                      <a:lnTo>
                        <a:pt x="43626" y="5441"/>
                      </a:lnTo>
                      <a:lnTo>
                        <a:pt x="43626" y="5378"/>
                      </a:lnTo>
                      <a:lnTo>
                        <a:pt x="43542" y="5420"/>
                      </a:lnTo>
                      <a:lnTo>
                        <a:pt x="43521" y="5336"/>
                      </a:lnTo>
                      <a:lnTo>
                        <a:pt x="43417" y="5357"/>
                      </a:lnTo>
                      <a:lnTo>
                        <a:pt x="43459" y="5190"/>
                      </a:lnTo>
                      <a:lnTo>
                        <a:pt x="43333" y="5043"/>
                      </a:lnTo>
                      <a:lnTo>
                        <a:pt x="43249" y="5106"/>
                      </a:lnTo>
                      <a:lnTo>
                        <a:pt x="43228" y="5001"/>
                      </a:lnTo>
                      <a:lnTo>
                        <a:pt x="43145" y="4980"/>
                      </a:lnTo>
                      <a:lnTo>
                        <a:pt x="43061" y="5022"/>
                      </a:lnTo>
                      <a:lnTo>
                        <a:pt x="43019" y="5085"/>
                      </a:lnTo>
                      <a:lnTo>
                        <a:pt x="42831" y="5043"/>
                      </a:lnTo>
                      <a:lnTo>
                        <a:pt x="42810" y="4897"/>
                      </a:lnTo>
                      <a:lnTo>
                        <a:pt x="43019" y="4708"/>
                      </a:lnTo>
                      <a:lnTo>
                        <a:pt x="42998" y="4625"/>
                      </a:lnTo>
                      <a:lnTo>
                        <a:pt x="42894" y="4625"/>
                      </a:lnTo>
                      <a:lnTo>
                        <a:pt x="42726" y="4792"/>
                      </a:lnTo>
                      <a:lnTo>
                        <a:pt x="42705" y="4667"/>
                      </a:lnTo>
                      <a:lnTo>
                        <a:pt x="42768" y="4562"/>
                      </a:lnTo>
                      <a:lnTo>
                        <a:pt x="42726" y="4415"/>
                      </a:lnTo>
                      <a:lnTo>
                        <a:pt x="42663" y="4457"/>
                      </a:lnTo>
                      <a:lnTo>
                        <a:pt x="42622" y="4499"/>
                      </a:lnTo>
                      <a:lnTo>
                        <a:pt x="42601" y="4395"/>
                      </a:lnTo>
                      <a:lnTo>
                        <a:pt x="42496" y="4395"/>
                      </a:lnTo>
                      <a:lnTo>
                        <a:pt x="42454" y="4353"/>
                      </a:lnTo>
                      <a:lnTo>
                        <a:pt x="42391" y="4269"/>
                      </a:lnTo>
                      <a:lnTo>
                        <a:pt x="42433" y="4102"/>
                      </a:lnTo>
                      <a:lnTo>
                        <a:pt x="42391" y="4060"/>
                      </a:lnTo>
                      <a:lnTo>
                        <a:pt x="42308" y="4102"/>
                      </a:lnTo>
                      <a:lnTo>
                        <a:pt x="42224" y="4248"/>
                      </a:lnTo>
                      <a:lnTo>
                        <a:pt x="42203" y="4039"/>
                      </a:lnTo>
                      <a:lnTo>
                        <a:pt x="42099" y="3955"/>
                      </a:lnTo>
                      <a:lnTo>
                        <a:pt x="41994" y="4039"/>
                      </a:lnTo>
                      <a:lnTo>
                        <a:pt x="41910" y="4039"/>
                      </a:lnTo>
                      <a:lnTo>
                        <a:pt x="41868" y="3871"/>
                      </a:lnTo>
                      <a:lnTo>
                        <a:pt x="41764" y="3976"/>
                      </a:lnTo>
                      <a:lnTo>
                        <a:pt x="41701" y="3976"/>
                      </a:lnTo>
                      <a:lnTo>
                        <a:pt x="41680" y="4060"/>
                      </a:lnTo>
                      <a:lnTo>
                        <a:pt x="41659" y="3892"/>
                      </a:lnTo>
                      <a:lnTo>
                        <a:pt x="41659" y="3830"/>
                      </a:lnTo>
                      <a:lnTo>
                        <a:pt x="41492" y="3830"/>
                      </a:lnTo>
                      <a:lnTo>
                        <a:pt x="41408" y="3851"/>
                      </a:lnTo>
                      <a:lnTo>
                        <a:pt x="41366" y="3788"/>
                      </a:lnTo>
                      <a:lnTo>
                        <a:pt x="41199" y="3851"/>
                      </a:lnTo>
                      <a:lnTo>
                        <a:pt x="41094" y="3851"/>
                      </a:lnTo>
                      <a:lnTo>
                        <a:pt x="41073" y="3892"/>
                      </a:lnTo>
                      <a:lnTo>
                        <a:pt x="41136" y="3955"/>
                      </a:lnTo>
                      <a:lnTo>
                        <a:pt x="41178" y="4081"/>
                      </a:lnTo>
                      <a:lnTo>
                        <a:pt x="41115" y="4060"/>
                      </a:lnTo>
                      <a:lnTo>
                        <a:pt x="41052" y="4081"/>
                      </a:lnTo>
                      <a:lnTo>
                        <a:pt x="41052" y="4164"/>
                      </a:lnTo>
                      <a:lnTo>
                        <a:pt x="41031" y="4143"/>
                      </a:lnTo>
                      <a:lnTo>
                        <a:pt x="40885" y="4164"/>
                      </a:lnTo>
                      <a:lnTo>
                        <a:pt x="40843" y="4143"/>
                      </a:lnTo>
                      <a:lnTo>
                        <a:pt x="40885" y="4039"/>
                      </a:lnTo>
                      <a:lnTo>
                        <a:pt x="40969" y="3976"/>
                      </a:lnTo>
                      <a:lnTo>
                        <a:pt x="40927" y="3871"/>
                      </a:lnTo>
                      <a:lnTo>
                        <a:pt x="40822" y="3851"/>
                      </a:lnTo>
                      <a:lnTo>
                        <a:pt x="40822" y="3955"/>
                      </a:lnTo>
                      <a:lnTo>
                        <a:pt x="40738" y="3997"/>
                      </a:lnTo>
                      <a:lnTo>
                        <a:pt x="40655" y="3892"/>
                      </a:lnTo>
                      <a:lnTo>
                        <a:pt x="40550" y="3871"/>
                      </a:lnTo>
                      <a:lnTo>
                        <a:pt x="40446" y="3767"/>
                      </a:lnTo>
                      <a:lnTo>
                        <a:pt x="40425" y="3851"/>
                      </a:lnTo>
                      <a:lnTo>
                        <a:pt x="40341" y="3871"/>
                      </a:lnTo>
                      <a:lnTo>
                        <a:pt x="40194" y="3871"/>
                      </a:lnTo>
                      <a:lnTo>
                        <a:pt x="40132" y="3788"/>
                      </a:lnTo>
                      <a:lnTo>
                        <a:pt x="40111" y="3892"/>
                      </a:lnTo>
                      <a:lnTo>
                        <a:pt x="40027" y="3955"/>
                      </a:lnTo>
                      <a:lnTo>
                        <a:pt x="39902" y="3851"/>
                      </a:lnTo>
                      <a:lnTo>
                        <a:pt x="39818" y="3851"/>
                      </a:lnTo>
                      <a:lnTo>
                        <a:pt x="39860" y="3955"/>
                      </a:lnTo>
                      <a:lnTo>
                        <a:pt x="39881" y="3997"/>
                      </a:lnTo>
                      <a:lnTo>
                        <a:pt x="39755" y="4102"/>
                      </a:lnTo>
                      <a:lnTo>
                        <a:pt x="39692" y="4081"/>
                      </a:lnTo>
                      <a:lnTo>
                        <a:pt x="39671" y="3997"/>
                      </a:lnTo>
                      <a:lnTo>
                        <a:pt x="39609" y="4102"/>
                      </a:lnTo>
                      <a:lnTo>
                        <a:pt x="39630" y="4269"/>
                      </a:lnTo>
                      <a:lnTo>
                        <a:pt x="39713" y="4353"/>
                      </a:lnTo>
                      <a:lnTo>
                        <a:pt x="39734" y="4457"/>
                      </a:lnTo>
                      <a:lnTo>
                        <a:pt x="39797" y="4478"/>
                      </a:lnTo>
                      <a:lnTo>
                        <a:pt x="39818" y="4625"/>
                      </a:lnTo>
                      <a:lnTo>
                        <a:pt x="39964" y="4667"/>
                      </a:lnTo>
                      <a:lnTo>
                        <a:pt x="40006" y="4729"/>
                      </a:lnTo>
                      <a:lnTo>
                        <a:pt x="40006" y="4834"/>
                      </a:lnTo>
                      <a:lnTo>
                        <a:pt x="40111" y="4918"/>
                      </a:lnTo>
                      <a:lnTo>
                        <a:pt x="40132" y="5001"/>
                      </a:lnTo>
                      <a:lnTo>
                        <a:pt x="40069" y="5106"/>
                      </a:lnTo>
                      <a:lnTo>
                        <a:pt x="40006" y="5085"/>
                      </a:lnTo>
                      <a:lnTo>
                        <a:pt x="39985" y="5001"/>
                      </a:lnTo>
                      <a:lnTo>
                        <a:pt x="39818" y="5043"/>
                      </a:lnTo>
                      <a:lnTo>
                        <a:pt x="39713" y="5022"/>
                      </a:lnTo>
                      <a:lnTo>
                        <a:pt x="39609" y="5043"/>
                      </a:lnTo>
                      <a:lnTo>
                        <a:pt x="39671" y="5127"/>
                      </a:lnTo>
                      <a:lnTo>
                        <a:pt x="39588" y="5232"/>
                      </a:lnTo>
                      <a:lnTo>
                        <a:pt x="39462" y="5232"/>
                      </a:lnTo>
                      <a:lnTo>
                        <a:pt x="39378" y="5211"/>
                      </a:lnTo>
                      <a:lnTo>
                        <a:pt x="39127" y="5336"/>
                      </a:lnTo>
                      <a:lnTo>
                        <a:pt x="38751" y="5399"/>
                      </a:lnTo>
                      <a:lnTo>
                        <a:pt x="38625" y="5336"/>
                      </a:lnTo>
                      <a:lnTo>
                        <a:pt x="38437" y="5336"/>
                      </a:lnTo>
                      <a:lnTo>
                        <a:pt x="38416" y="5357"/>
                      </a:lnTo>
                      <a:lnTo>
                        <a:pt x="38311" y="5336"/>
                      </a:lnTo>
                      <a:lnTo>
                        <a:pt x="37788" y="5315"/>
                      </a:lnTo>
                      <a:lnTo>
                        <a:pt x="37621" y="5190"/>
                      </a:lnTo>
                      <a:lnTo>
                        <a:pt x="37579" y="4980"/>
                      </a:lnTo>
                      <a:lnTo>
                        <a:pt x="37663" y="4834"/>
                      </a:lnTo>
                      <a:lnTo>
                        <a:pt x="37705" y="4813"/>
                      </a:lnTo>
                      <a:lnTo>
                        <a:pt x="37705" y="4729"/>
                      </a:lnTo>
                      <a:lnTo>
                        <a:pt x="37558" y="4688"/>
                      </a:lnTo>
                      <a:lnTo>
                        <a:pt x="37370" y="4688"/>
                      </a:lnTo>
                      <a:lnTo>
                        <a:pt x="37035" y="4834"/>
                      </a:lnTo>
                      <a:lnTo>
                        <a:pt x="36554" y="4876"/>
                      </a:lnTo>
                      <a:lnTo>
                        <a:pt x="36156" y="4980"/>
                      </a:lnTo>
                      <a:lnTo>
                        <a:pt x="35926" y="5022"/>
                      </a:lnTo>
                      <a:lnTo>
                        <a:pt x="35884" y="5106"/>
                      </a:lnTo>
                      <a:lnTo>
                        <a:pt x="35801" y="5106"/>
                      </a:lnTo>
                      <a:lnTo>
                        <a:pt x="35738" y="5190"/>
                      </a:lnTo>
                      <a:lnTo>
                        <a:pt x="35612" y="5252"/>
                      </a:lnTo>
                      <a:lnTo>
                        <a:pt x="35466" y="5399"/>
                      </a:lnTo>
                      <a:lnTo>
                        <a:pt x="35529" y="5545"/>
                      </a:lnTo>
                      <a:lnTo>
                        <a:pt x="35612" y="5566"/>
                      </a:lnTo>
                      <a:lnTo>
                        <a:pt x="35717" y="5524"/>
                      </a:lnTo>
                      <a:lnTo>
                        <a:pt x="35780" y="5545"/>
                      </a:lnTo>
                      <a:lnTo>
                        <a:pt x="35717" y="5629"/>
                      </a:lnTo>
                      <a:lnTo>
                        <a:pt x="35654" y="5650"/>
                      </a:lnTo>
                      <a:lnTo>
                        <a:pt x="35549" y="5755"/>
                      </a:lnTo>
                      <a:lnTo>
                        <a:pt x="35549" y="5817"/>
                      </a:lnTo>
                      <a:lnTo>
                        <a:pt x="35508" y="5755"/>
                      </a:lnTo>
                      <a:lnTo>
                        <a:pt x="35487" y="5545"/>
                      </a:lnTo>
                      <a:lnTo>
                        <a:pt x="35319" y="5420"/>
                      </a:lnTo>
                      <a:lnTo>
                        <a:pt x="35298" y="5336"/>
                      </a:lnTo>
                      <a:lnTo>
                        <a:pt x="35319" y="5252"/>
                      </a:lnTo>
                      <a:lnTo>
                        <a:pt x="35194" y="5148"/>
                      </a:lnTo>
                      <a:lnTo>
                        <a:pt x="35110" y="5148"/>
                      </a:lnTo>
                      <a:lnTo>
                        <a:pt x="34880" y="4939"/>
                      </a:lnTo>
                      <a:lnTo>
                        <a:pt x="34817" y="4939"/>
                      </a:lnTo>
                      <a:lnTo>
                        <a:pt x="34817" y="5022"/>
                      </a:lnTo>
                      <a:lnTo>
                        <a:pt x="35005" y="5232"/>
                      </a:lnTo>
                      <a:lnTo>
                        <a:pt x="35026" y="5357"/>
                      </a:lnTo>
                      <a:lnTo>
                        <a:pt x="34922" y="5462"/>
                      </a:lnTo>
                      <a:lnTo>
                        <a:pt x="34733" y="5504"/>
                      </a:lnTo>
                      <a:lnTo>
                        <a:pt x="34650" y="5545"/>
                      </a:lnTo>
                      <a:lnTo>
                        <a:pt x="34482" y="5545"/>
                      </a:lnTo>
                      <a:lnTo>
                        <a:pt x="34168" y="5294"/>
                      </a:lnTo>
                      <a:lnTo>
                        <a:pt x="34168" y="5190"/>
                      </a:lnTo>
                      <a:lnTo>
                        <a:pt x="34231" y="5106"/>
                      </a:lnTo>
                      <a:lnTo>
                        <a:pt x="34210" y="5022"/>
                      </a:lnTo>
                      <a:lnTo>
                        <a:pt x="34043" y="5085"/>
                      </a:lnTo>
                      <a:lnTo>
                        <a:pt x="34043" y="5211"/>
                      </a:lnTo>
                      <a:lnTo>
                        <a:pt x="33959" y="5294"/>
                      </a:lnTo>
                      <a:lnTo>
                        <a:pt x="33750" y="5148"/>
                      </a:lnTo>
                      <a:lnTo>
                        <a:pt x="33604" y="5148"/>
                      </a:lnTo>
                      <a:lnTo>
                        <a:pt x="33499" y="5252"/>
                      </a:lnTo>
                      <a:lnTo>
                        <a:pt x="33520" y="5441"/>
                      </a:lnTo>
                      <a:lnTo>
                        <a:pt x="33436" y="5566"/>
                      </a:lnTo>
                      <a:lnTo>
                        <a:pt x="33520" y="5734"/>
                      </a:lnTo>
                      <a:lnTo>
                        <a:pt x="33645" y="5776"/>
                      </a:lnTo>
                      <a:lnTo>
                        <a:pt x="33813" y="5650"/>
                      </a:lnTo>
                      <a:lnTo>
                        <a:pt x="33834" y="5566"/>
                      </a:lnTo>
                      <a:lnTo>
                        <a:pt x="34043" y="5441"/>
                      </a:lnTo>
                      <a:lnTo>
                        <a:pt x="34106" y="5524"/>
                      </a:lnTo>
                      <a:lnTo>
                        <a:pt x="34064" y="5650"/>
                      </a:lnTo>
                      <a:lnTo>
                        <a:pt x="33855" y="5817"/>
                      </a:lnTo>
                      <a:lnTo>
                        <a:pt x="33938" y="5880"/>
                      </a:lnTo>
                      <a:lnTo>
                        <a:pt x="33855" y="6027"/>
                      </a:lnTo>
                      <a:lnTo>
                        <a:pt x="33729" y="6068"/>
                      </a:lnTo>
                      <a:lnTo>
                        <a:pt x="33604" y="5985"/>
                      </a:lnTo>
                      <a:lnTo>
                        <a:pt x="33604" y="6048"/>
                      </a:lnTo>
                      <a:lnTo>
                        <a:pt x="33645" y="6173"/>
                      </a:lnTo>
                      <a:lnTo>
                        <a:pt x="33583" y="6299"/>
                      </a:lnTo>
                      <a:lnTo>
                        <a:pt x="33394" y="6445"/>
                      </a:lnTo>
                      <a:lnTo>
                        <a:pt x="33436" y="6550"/>
                      </a:lnTo>
                      <a:lnTo>
                        <a:pt x="33394" y="6592"/>
                      </a:lnTo>
                      <a:lnTo>
                        <a:pt x="33311" y="6592"/>
                      </a:lnTo>
                      <a:lnTo>
                        <a:pt x="33164" y="6759"/>
                      </a:lnTo>
                      <a:lnTo>
                        <a:pt x="32955" y="6780"/>
                      </a:lnTo>
                      <a:lnTo>
                        <a:pt x="32746" y="6801"/>
                      </a:lnTo>
                      <a:lnTo>
                        <a:pt x="32683" y="6926"/>
                      </a:lnTo>
                      <a:lnTo>
                        <a:pt x="32746" y="7094"/>
                      </a:lnTo>
                      <a:lnTo>
                        <a:pt x="32913" y="7303"/>
                      </a:lnTo>
                      <a:lnTo>
                        <a:pt x="32997" y="7324"/>
                      </a:lnTo>
                      <a:lnTo>
                        <a:pt x="32913" y="7345"/>
                      </a:lnTo>
                      <a:lnTo>
                        <a:pt x="32767" y="7345"/>
                      </a:lnTo>
                      <a:lnTo>
                        <a:pt x="32746" y="7429"/>
                      </a:lnTo>
                      <a:lnTo>
                        <a:pt x="32767" y="7491"/>
                      </a:lnTo>
                      <a:lnTo>
                        <a:pt x="32704" y="7596"/>
                      </a:lnTo>
                      <a:lnTo>
                        <a:pt x="32599" y="7701"/>
                      </a:lnTo>
                      <a:lnTo>
                        <a:pt x="32495" y="7701"/>
                      </a:lnTo>
                      <a:lnTo>
                        <a:pt x="32474" y="7763"/>
                      </a:lnTo>
                      <a:lnTo>
                        <a:pt x="32495" y="7659"/>
                      </a:lnTo>
                      <a:lnTo>
                        <a:pt x="32599" y="7596"/>
                      </a:lnTo>
                      <a:lnTo>
                        <a:pt x="32683" y="7282"/>
                      </a:lnTo>
                      <a:lnTo>
                        <a:pt x="32599" y="7219"/>
                      </a:lnTo>
                      <a:lnTo>
                        <a:pt x="32599" y="7115"/>
                      </a:lnTo>
                      <a:lnTo>
                        <a:pt x="32662" y="7073"/>
                      </a:lnTo>
                      <a:lnTo>
                        <a:pt x="32662" y="6926"/>
                      </a:lnTo>
                      <a:lnTo>
                        <a:pt x="32599" y="6780"/>
                      </a:lnTo>
                      <a:lnTo>
                        <a:pt x="32662" y="6612"/>
                      </a:lnTo>
                      <a:lnTo>
                        <a:pt x="32767" y="6550"/>
                      </a:lnTo>
                      <a:lnTo>
                        <a:pt x="32808" y="6445"/>
                      </a:lnTo>
                      <a:lnTo>
                        <a:pt x="32767" y="6194"/>
                      </a:lnTo>
                      <a:lnTo>
                        <a:pt x="32746" y="6152"/>
                      </a:lnTo>
                      <a:lnTo>
                        <a:pt x="32788" y="6068"/>
                      </a:lnTo>
                      <a:lnTo>
                        <a:pt x="32871" y="6068"/>
                      </a:lnTo>
                      <a:lnTo>
                        <a:pt x="32913" y="6089"/>
                      </a:lnTo>
                      <a:lnTo>
                        <a:pt x="33080" y="6048"/>
                      </a:lnTo>
                      <a:lnTo>
                        <a:pt x="33185" y="5776"/>
                      </a:lnTo>
                      <a:lnTo>
                        <a:pt x="33164" y="5671"/>
                      </a:lnTo>
                      <a:lnTo>
                        <a:pt x="33101" y="5545"/>
                      </a:lnTo>
                      <a:lnTo>
                        <a:pt x="33185" y="5252"/>
                      </a:lnTo>
                      <a:lnTo>
                        <a:pt x="33269" y="5127"/>
                      </a:lnTo>
                      <a:lnTo>
                        <a:pt x="33373" y="4939"/>
                      </a:lnTo>
                      <a:lnTo>
                        <a:pt x="33311" y="4792"/>
                      </a:lnTo>
                      <a:lnTo>
                        <a:pt x="33290" y="4792"/>
                      </a:lnTo>
                      <a:lnTo>
                        <a:pt x="33206" y="4876"/>
                      </a:lnTo>
                      <a:lnTo>
                        <a:pt x="33122" y="4876"/>
                      </a:lnTo>
                      <a:lnTo>
                        <a:pt x="32997" y="4813"/>
                      </a:lnTo>
                      <a:lnTo>
                        <a:pt x="33122" y="4813"/>
                      </a:lnTo>
                      <a:lnTo>
                        <a:pt x="33269" y="4708"/>
                      </a:lnTo>
                      <a:lnTo>
                        <a:pt x="33373" y="4667"/>
                      </a:lnTo>
                      <a:lnTo>
                        <a:pt x="33415" y="4562"/>
                      </a:lnTo>
                      <a:lnTo>
                        <a:pt x="33394" y="4499"/>
                      </a:lnTo>
                      <a:lnTo>
                        <a:pt x="33436" y="4415"/>
                      </a:lnTo>
                      <a:lnTo>
                        <a:pt x="33520" y="4248"/>
                      </a:lnTo>
                      <a:lnTo>
                        <a:pt x="33499" y="4185"/>
                      </a:lnTo>
                      <a:lnTo>
                        <a:pt x="33541" y="4081"/>
                      </a:lnTo>
                      <a:lnTo>
                        <a:pt x="33708" y="3997"/>
                      </a:lnTo>
                      <a:lnTo>
                        <a:pt x="33708" y="3892"/>
                      </a:lnTo>
                      <a:lnTo>
                        <a:pt x="33624" y="3830"/>
                      </a:lnTo>
                      <a:lnTo>
                        <a:pt x="33624" y="3767"/>
                      </a:lnTo>
                      <a:lnTo>
                        <a:pt x="33708" y="3641"/>
                      </a:lnTo>
                      <a:lnTo>
                        <a:pt x="33687" y="3537"/>
                      </a:lnTo>
                      <a:lnTo>
                        <a:pt x="33729" y="3432"/>
                      </a:lnTo>
                      <a:lnTo>
                        <a:pt x="33792" y="3411"/>
                      </a:lnTo>
                      <a:lnTo>
                        <a:pt x="33855" y="3223"/>
                      </a:lnTo>
                      <a:lnTo>
                        <a:pt x="33855" y="3014"/>
                      </a:lnTo>
                      <a:lnTo>
                        <a:pt x="33813" y="2804"/>
                      </a:lnTo>
                      <a:lnTo>
                        <a:pt x="33708" y="2616"/>
                      </a:lnTo>
                      <a:lnTo>
                        <a:pt x="33729" y="2574"/>
                      </a:lnTo>
                      <a:lnTo>
                        <a:pt x="33708" y="2491"/>
                      </a:lnTo>
                      <a:lnTo>
                        <a:pt x="33645" y="2470"/>
                      </a:lnTo>
                      <a:lnTo>
                        <a:pt x="33604" y="2491"/>
                      </a:lnTo>
                      <a:lnTo>
                        <a:pt x="33520" y="2428"/>
                      </a:lnTo>
                      <a:lnTo>
                        <a:pt x="33478" y="2365"/>
                      </a:lnTo>
                      <a:lnTo>
                        <a:pt x="33436" y="2365"/>
                      </a:lnTo>
                      <a:lnTo>
                        <a:pt x="33394" y="2491"/>
                      </a:lnTo>
                      <a:lnTo>
                        <a:pt x="33332" y="2532"/>
                      </a:lnTo>
                      <a:lnTo>
                        <a:pt x="33290" y="2491"/>
                      </a:lnTo>
                      <a:lnTo>
                        <a:pt x="33206" y="2365"/>
                      </a:lnTo>
                      <a:lnTo>
                        <a:pt x="33227" y="2323"/>
                      </a:lnTo>
                      <a:lnTo>
                        <a:pt x="33185" y="2302"/>
                      </a:lnTo>
                      <a:lnTo>
                        <a:pt x="33018" y="2281"/>
                      </a:lnTo>
                      <a:lnTo>
                        <a:pt x="32955" y="2177"/>
                      </a:lnTo>
                      <a:lnTo>
                        <a:pt x="32976" y="2156"/>
                      </a:lnTo>
                      <a:lnTo>
                        <a:pt x="33122" y="2156"/>
                      </a:lnTo>
                      <a:lnTo>
                        <a:pt x="33332" y="2219"/>
                      </a:lnTo>
                      <a:lnTo>
                        <a:pt x="33415" y="2302"/>
                      </a:lnTo>
                      <a:lnTo>
                        <a:pt x="33478" y="2260"/>
                      </a:lnTo>
                      <a:lnTo>
                        <a:pt x="33520" y="2260"/>
                      </a:lnTo>
                      <a:lnTo>
                        <a:pt x="33583" y="2323"/>
                      </a:lnTo>
                      <a:lnTo>
                        <a:pt x="33604" y="2386"/>
                      </a:lnTo>
                      <a:lnTo>
                        <a:pt x="33645" y="2386"/>
                      </a:lnTo>
                      <a:lnTo>
                        <a:pt x="33645" y="2302"/>
                      </a:lnTo>
                      <a:lnTo>
                        <a:pt x="33541" y="2177"/>
                      </a:lnTo>
                      <a:lnTo>
                        <a:pt x="33541" y="2072"/>
                      </a:lnTo>
                      <a:lnTo>
                        <a:pt x="33478" y="1967"/>
                      </a:lnTo>
                      <a:lnTo>
                        <a:pt x="33394" y="1905"/>
                      </a:lnTo>
                      <a:lnTo>
                        <a:pt x="33332" y="1905"/>
                      </a:lnTo>
                      <a:lnTo>
                        <a:pt x="33290" y="1967"/>
                      </a:lnTo>
                      <a:lnTo>
                        <a:pt x="33206" y="1947"/>
                      </a:lnTo>
                      <a:lnTo>
                        <a:pt x="33185" y="1800"/>
                      </a:lnTo>
                      <a:lnTo>
                        <a:pt x="33018" y="1654"/>
                      </a:lnTo>
                      <a:lnTo>
                        <a:pt x="33018" y="1549"/>
                      </a:lnTo>
                      <a:lnTo>
                        <a:pt x="32955" y="1465"/>
                      </a:lnTo>
                      <a:lnTo>
                        <a:pt x="32892" y="1382"/>
                      </a:lnTo>
                      <a:lnTo>
                        <a:pt x="32808" y="1382"/>
                      </a:lnTo>
                      <a:lnTo>
                        <a:pt x="32704" y="1444"/>
                      </a:lnTo>
                      <a:lnTo>
                        <a:pt x="32704" y="1549"/>
                      </a:lnTo>
                      <a:lnTo>
                        <a:pt x="32808" y="1549"/>
                      </a:lnTo>
                      <a:lnTo>
                        <a:pt x="32892" y="1591"/>
                      </a:lnTo>
                      <a:lnTo>
                        <a:pt x="32871" y="1654"/>
                      </a:lnTo>
                      <a:lnTo>
                        <a:pt x="32788" y="1695"/>
                      </a:lnTo>
                      <a:lnTo>
                        <a:pt x="32788" y="1779"/>
                      </a:lnTo>
                      <a:lnTo>
                        <a:pt x="32746" y="1800"/>
                      </a:lnTo>
                      <a:lnTo>
                        <a:pt x="32536" y="1570"/>
                      </a:lnTo>
                      <a:lnTo>
                        <a:pt x="32536" y="1486"/>
                      </a:lnTo>
                      <a:lnTo>
                        <a:pt x="32474" y="1361"/>
                      </a:lnTo>
                      <a:lnTo>
                        <a:pt x="32369" y="1340"/>
                      </a:lnTo>
                      <a:lnTo>
                        <a:pt x="31930" y="1068"/>
                      </a:lnTo>
                      <a:lnTo>
                        <a:pt x="31825" y="1026"/>
                      </a:lnTo>
                      <a:lnTo>
                        <a:pt x="31804" y="1005"/>
                      </a:lnTo>
                      <a:lnTo>
                        <a:pt x="31532" y="1026"/>
                      </a:lnTo>
                      <a:lnTo>
                        <a:pt x="31511" y="921"/>
                      </a:lnTo>
                      <a:lnTo>
                        <a:pt x="31553" y="858"/>
                      </a:lnTo>
                      <a:lnTo>
                        <a:pt x="31532" y="796"/>
                      </a:lnTo>
                      <a:lnTo>
                        <a:pt x="31407" y="817"/>
                      </a:lnTo>
                      <a:lnTo>
                        <a:pt x="31344" y="754"/>
                      </a:lnTo>
                      <a:lnTo>
                        <a:pt x="31218" y="796"/>
                      </a:lnTo>
                      <a:lnTo>
                        <a:pt x="31135" y="858"/>
                      </a:lnTo>
                      <a:lnTo>
                        <a:pt x="31093" y="838"/>
                      </a:lnTo>
                      <a:lnTo>
                        <a:pt x="30988" y="942"/>
                      </a:lnTo>
                      <a:lnTo>
                        <a:pt x="30925" y="1047"/>
                      </a:lnTo>
                      <a:lnTo>
                        <a:pt x="30779" y="1047"/>
                      </a:lnTo>
                      <a:lnTo>
                        <a:pt x="30695" y="1026"/>
                      </a:lnTo>
                      <a:lnTo>
                        <a:pt x="30570" y="1172"/>
                      </a:lnTo>
                      <a:lnTo>
                        <a:pt x="30381" y="1235"/>
                      </a:lnTo>
                      <a:lnTo>
                        <a:pt x="30298" y="1256"/>
                      </a:lnTo>
                      <a:lnTo>
                        <a:pt x="30256" y="1214"/>
                      </a:lnTo>
                      <a:lnTo>
                        <a:pt x="30172" y="1214"/>
                      </a:lnTo>
                      <a:lnTo>
                        <a:pt x="30130" y="1256"/>
                      </a:lnTo>
                      <a:lnTo>
                        <a:pt x="30130" y="1361"/>
                      </a:lnTo>
                      <a:lnTo>
                        <a:pt x="30193" y="1382"/>
                      </a:lnTo>
                      <a:lnTo>
                        <a:pt x="30256" y="1382"/>
                      </a:lnTo>
                      <a:lnTo>
                        <a:pt x="30298" y="1549"/>
                      </a:lnTo>
                      <a:lnTo>
                        <a:pt x="30339" y="1758"/>
                      </a:lnTo>
                      <a:lnTo>
                        <a:pt x="30256" y="1905"/>
                      </a:lnTo>
                      <a:lnTo>
                        <a:pt x="30067" y="1905"/>
                      </a:lnTo>
                      <a:lnTo>
                        <a:pt x="29942" y="2051"/>
                      </a:lnTo>
                      <a:lnTo>
                        <a:pt x="29733" y="2093"/>
                      </a:lnTo>
                      <a:lnTo>
                        <a:pt x="29649" y="2072"/>
                      </a:lnTo>
                      <a:lnTo>
                        <a:pt x="29754" y="1988"/>
                      </a:lnTo>
                      <a:lnTo>
                        <a:pt x="29837" y="1967"/>
                      </a:lnTo>
                      <a:lnTo>
                        <a:pt x="29858" y="1842"/>
                      </a:lnTo>
                      <a:lnTo>
                        <a:pt x="29733" y="1591"/>
                      </a:lnTo>
                      <a:lnTo>
                        <a:pt x="29816" y="1444"/>
                      </a:lnTo>
                      <a:lnTo>
                        <a:pt x="29816" y="1340"/>
                      </a:lnTo>
                      <a:lnTo>
                        <a:pt x="29858" y="1256"/>
                      </a:lnTo>
                      <a:lnTo>
                        <a:pt x="29775" y="1068"/>
                      </a:lnTo>
                      <a:lnTo>
                        <a:pt x="29775" y="963"/>
                      </a:lnTo>
                      <a:lnTo>
                        <a:pt x="29628" y="817"/>
                      </a:lnTo>
                      <a:lnTo>
                        <a:pt x="29523" y="858"/>
                      </a:lnTo>
                      <a:lnTo>
                        <a:pt x="29440" y="817"/>
                      </a:lnTo>
                      <a:lnTo>
                        <a:pt x="29398" y="817"/>
                      </a:lnTo>
                      <a:lnTo>
                        <a:pt x="29356" y="942"/>
                      </a:lnTo>
                      <a:lnTo>
                        <a:pt x="29210" y="963"/>
                      </a:lnTo>
                      <a:lnTo>
                        <a:pt x="29147" y="921"/>
                      </a:lnTo>
                      <a:lnTo>
                        <a:pt x="29042" y="963"/>
                      </a:lnTo>
                      <a:lnTo>
                        <a:pt x="28938" y="1130"/>
                      </a:lnTo>
                      <a:lnTo>
                        <a:pt x="28707" y="1130"/>
                      </a:lnTo>
                      <a:lnTo>
                        <a:pt x="28707" y="1047"/>
                      </a:lnTo>
                      <a:lnTo>
                        <a:pt x="28791" y="921"/>
                      </a:lnTo>
                      <a:lnTo>
                        <a:pt x="28791" y="838"/>
                      </a:lnTo>
                      <a:lnTo>
                        <a:pt x="28707" y="817"/>
                      </a:lnTo>
                      <a:lnTo>
                        <a:pt x="28519" y="1110"/>
                      </a:lnTo>
                      <a:lnTo>
                        <a:pt x="28268" y="1214"/>
                      </a:lnTo>
                      <a:lnTo>
                        <a:pt x="28163" y="1172"/>
                      </a:lnTo>
                      <a:lnTo>
                        <a:pt x="28268" y="1026"/>
                      </a:lnTo>
                      <a:lnTo>
                        <a:pt x="28394" y="1005"/>
                      </a:lnTo>
                      <a:lnTo>
                        <a:pt x="28519" y="817"/>
                      </a:lnTo>
                      <a:lnTo>
                        <a:pt x="28498" y="691"/>
                      </a:lnTo>
                      <a:lnTo>
                        <a:pt x="28561" y="586"/>
                      </a:lnTo>
                      <a:lnTo>
                        <a:pt x="28561" y="524"/>
                      </a:lnTo>
                      <a:lnTo>
                        <a:pt x="28645" y="440"/>
                      </a:lnTo>
                      <a:lnTo>
                        <a:pt x="28645" y="398"/>
                      </a:lnTo>
                      <a:lnTo>
                        <a:pt x="28477" y="335"/>
                      </a:lnTo>
                      <a:lnTo>
                        <a:pt x="28414" y="294"/>
                      </a:lnTo>
                      <a:lnTo>
                        <a:pt x="28414" y="126"/>
                      </a:lnTo>
                      <a:lnTo>
                        <a:pt x="28373" y="105"/>
                      </a:lnTo>
                      <a:lnTo>
                        <a:pt x="28205" y="231"/>
                      </a:lnTo>
                      <a:lnTo>
                        <a:pt x="28059" y="210"/>
                      </a:lnTo>
                      <a:lnTo>
                        <a:pt x="27996" y="63"/>
                      </a:lnTo>
                      <a:lnTo>
                        <a:pt x="27891" y="63"/>
                      </a:lnTo>
                      <a:lnTo>
                        <a:pt x="27787" y="168"/>
                      </a:lnTo>
                      <a:lnTo>
                        <a:pt x="27661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831" name="Google Shape;7663;p67">
                  <a:extLst>
                    <a:ext uri="{FF2B5EF4-FFF2-40B4-BE49-F238E27FC236}">
                      <a16:creationId xmlns:a16="http://schemas.microsoft.com/office/drawing/2014/main" id="{18634C61-8ECD-A891-1405-BC32142D41FF}"/>
                    </a:ext>
                  </a:extLst>
                </p:cNvPr>
                <p:cNvSpPr/>
                <p:nvPr/>
              </p:nvSpPr>
              <p:spPr>
                <a:xfrm>
                  <a:off x="5538025" y="2213300"/>
                  <a:ext cx="94175" cy="208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67" h="8350" extrusionOk="0">
                      <a:moveTo>
                        <a:pt x="251" y="1"/>
                      </a:moveTo>
                      <a:lnTo>
                        <a:pt x="209" y="63"/>
                      </a:lnTo>
                      <a:lnTo>
                        <a:pt x="251" y="105"/>
                      </a:lnTo>
                      <a:lnTo>
                        <a:pt x="251" y="189"/>
                      </a:lnTo>
                      <a:lnTo>
                        <a:pt x="188" y="210"/>
                      </a:lnTo>
                      <a:lnTo>
                        <a:pt x="105" y="168"/>
                      </a:lnTo>
                      <a:lnTo>
                        <a:pt x="0" y="168"/>
                      </a:lnTo>
                      <a:lnTo>
                        <a:pt x="168" y="314"/>
                      </a:lnTo>
                      <a:lnTo>
                        <a:pt x="356" y="461"/>
                      </a:lnTo>
                      <a:lnTo>
                        <a:pt x="419" y="524"/>
                      </a:lnTo>
                      <a:lnTo>
                        <a:pt x="398" y="670"/>
                      </a:lnTo>
                      <a:lnTo>
                        <a:pt x="460" y="607"/>
                      </a:lnTo>
                      <a:lnTo>
                        <a:pt x="502" y="607"/>
                      </a:lnTo>
                      <a:lnTo>
                        <a:pt x="565" y="691"/>
                      </a:lnTo>
                      <a:lnTo>
                        <a:pt x="502" y="733"/>
                      </a:lnTo>
                      <a:lnTo>
                        <a:pt x="419" y="775"/>
                      </a:lnTo>
                      <a:lnTo>
                        <a:pt x="460" y="838"/>
                      </a:lnTo>
                      <a:lnTo>
                        <a:pt x="523" y="838"/>
                      </a:lnTo>
                      <a:lnTo>
                        <a:pt x="565" y="984"/>
                      </a:lnTo>
                      <a:lnTo>
                        <a:pt x="481" y="1026"/>
                      </a:lnTo>
                      <a:lnTo>
                        <a:pt x="377" y="1005"/>
                      </a:lnTo>
                      <a:lnTo>
                        <a:pt x="314" y="900"/>
                      </a:lnTo>
                      <a:lnTo>
                        <a:pt x="251" y="984"/>
                      </a:lnTo>
                      <a:lnTo>
                        <a:pt x="168" y="1130"/>
                      </a:lnTo>
                      <a:lnTo>
                        <a:pt x="272" y="1235"/>
                      </a:lnTo>
                      <a:lnTo>
                        <a:pt x="314" y="1382"/>
                      </a:lnTo>
                      <a:lnTo>
                        <a:pt x="419" y="1528"/>
                      </a:lnTo>
                      <a:lnTo>
                        <a:pt x="523" y="1716"/>
                      </a:lnTo>
                      <a:lnTo>
                        <a:pt x="523" y="1946"/>
                      </a:lnTo>
                      <a:lnTo>
                        <a:pt x="586" y="1988"/>
                      </a:lnTo>
                      <a:lnTo>
                        <a:pt x="607" y="2177"/>
                      </a:lnTo>
                      <a:lnTo>
                        <a:pt x="691" y="2470"/>
                      </a:lnTo>
                      <a:lnTo>
                        <a:pt x="774" y="2658"/>
                      </a:lnTo>
                      <a:lnTo>
                        <a:pt x="900" y="2700"/>
                      </a:lnTo>
                      <a:lnTo>
                        <a:pt x="900" y="2762"/>
                      </a:lnTo>
                      <a:lnTo>
                        <a:pt x="837" y="2804"/>
                      </a:lnTo>
                      <a:lnTo>
                        <a:pt x="1130" y="3097"/>
                      </a:lnTo>
                      <a:lnTo>
                        <a:pt x="1235" y="3118"/>
                      </a:lnTo>
                      <a:lnTo>
                        <a:pt x="1360" y="3307"/>
                      </a:lnTo>
                      <a:lnTo>
                        <a:pt x="1402" y="3516"/>
                      </a:lnTo>
                      <a:lnTo>
                        <a:pt x="1402" y="3641"/>
                      </a:lnTo>
                      <a:lnTo>
                        <a:pt x="1465" y="3809"/>
                      </a:lnTo>
                      <a:lnTo>
                        <a:pt x="1465" y="3934"/>
                      </a:lnTo>
                      <a:lnTo>
                        <a:pt x="1569" y="3976"/>
                      </a:lnTo>
                      <a:lnTo>
                        <a:pt x="1674" y="4123"/>
                      </a:lnTo>
                      <a:lnTo>
                        <a:pt x="1653" y="4143"/>
                      </a:lnTo>
                      <a:lnTo>
                        <a:pt x="1653" y="4227"/>
                      </a:lnTo>
                      <a:lnTo>
                        <a:pt x="1779" y="4436"/>
                      </a:lnTo>
                      <a:lnTo>
                        <a:pt x="1821" y="4562"/>
                      </a:lnTo>
                      <a:lnTo>
                        <a:pt x="1883" y="4708"/>
                      </a:lnTo>
                      <a:lnTo>
                        <a:pt x="1883" y="4918"/>
                      </a:lnTo>
                      <a:lnTo>
                        <a:pt x="1946" y="5001"/>
                      </a:lnTo>
                      <a:lnTo>
                        <a:pt x="1925" y="5106"/>
                      </a:lnTo>
                      <a:lnTo>
                        <a:pt x="1946" y="5315"/>
                      </a:lnTo>
                      <a:lnTo>
                        <a:pt x="2051" y="5524"/>
                      </a:lnTo>
                      <a:lnTo>
                        <a:pt x="2030" y="5608"/>
                      </a:lnTo>
                      <a:lnTo>
                        <a:pt x="2030" y="5755"/>
                      </a:lnTo>
                      <a:lnTo>
                        <a:pt x="2155" y="5859"/>
                      </a:lnTo>
                      <a:lnTo>
                        <a:pt x="2365" y="6131"/>
                      </a:lnTo>
                      <a:lnTo>
                        <a:pt x="2365" y="6257"/>
                      </a:lnTo>
                      <a:lnTo>
                        <a:pt x="2448" y="6424"/>
                      </a:lnTo>
                      <a:lnTo>
                        <a:pt x="2406" y="6654"/>
                      </a:lnTo>
                      <a:lnTo>
                        <a:pt x="2448" y="6843"/>
                      </a:lnTo>
                      <a:lnTo>
                        <a:pt x="2553" y="7010"/>
                      </a:lnTo>
                      <a:lnTo>
                        <a:pt x="2574" y="7156"/>
                      </a:lnTo>
                      <a:lnTo>
                        <a:pt x="2720" y="7324"/>
                      </a:lnTo>
                      <a:lnTo>
                        <a:pt x="2762" y="7408"/>
                      </a:lnTo>
                      <a:lnTo>
                        <a:pt x="2699" y="7596"/>
                      </a:lnTo>
                      <a:lnTo>
                        <a:pt x="2699" y="7847"/>
                      </a:lnTo>
                      <a:lnTo>
                        <a:pt x="2762" y="7993"/>
                      </a:lnTo>
                      <a:lnTo>
                        <a:pt x="2867" y="8098"/>
                      </a:lnTo>
                      <a:lnTo>
                        <a:pt x="2929" y="8244"/>
                      </a:lnTo>
                      <a:lnTo>
                        <a:pt x="3097" y="8349"/>
                      </a:lnTo>
                      <a:lnTo>
                        <a:pt x="3097" y="8349"/>
                      </a:lnTo>
                      <a:lnTo>
                        <a:pt x="3076" y="8224"/>
                      </a:lnTo>
                      <a:lnTo>
                        <a:pt x="3097" y="8098"/>
                      </a:lnTo>
                      <a:lnTo>
                        <a:pt x="3034" y="7993"/>
                      </a:lnTo>
                      <a:lnTo>
                        <a:pt x="3013" y="7847"/>
                      </a:lnTo>
                      <a:lnTo>
                        <a:pt x="3034" y="7680"/>
                      </a:lnTo>
                      <a:lnTo>
                        <a:pt x="3139" y="7575"/>
                      </a:lnTo>
                      <a:lnTo>
                        <a:pt x="3201" y="7596"/>
                      </a:lnTo>
                      <a:lnTo>
                        <a:pt x="3201" y="7680"/>
                      </a:lnTo>
                      <a:lnTo>
                        <a:pt x="3243" y="7721"/>
                      </a:lnTo>
                      <a:lnTo>
                        <a:pt x="3494" y="7700"/>
                      </a:lnTo>
                      <a:lnTo>
                        <a:pt x="3515" y="7638"/>
                      </a:lnTo>
                      <a:lnTo>
                        <a:pt x="3557" y="7638"/>
                      </a:lnTo>
                      <a:lnTo>
                        <a:pt x="3599" y="7700"/>
                      </a:lnTo>
                      <a:lnTo>
                        <a:pt x="3557" y="7721"/>
                      </a:lnTo>
                      <a:lnTo>
                        <a:pt x="3557" y="7826"/>
                      </a:lnTo>
                      <a:lnTo>
                        <a:pt x="3704" y="7952"/>
                      </a:lnTo>
                      <a:lnTo>
                        <a:pt x="3725" y="8056"/>
                      </a:lnTo>
                      <a:lnTo>
                        <a:pt x="3766" y="8119"/>
                      </a:lnTo>
                      <a:lnTo>
                        <a:pt x="3766" y="8035"/>
                      </a:lnTo>
                      <a:lnTo>
                        <a:pt x="3745" y="7993"/>
                      </a:lnTo>
                      <a:lnTo>
                        <a:pt x="3766" y="7847"/>
                      </a:lnTo>
                      <a:lnTo>
                        <a:pt x="3766" y="7721"/>
                      </a:lnTo>
                      <a:lnTo>
                        <a:pt x="3662" y="7638"/>
                      </a:lnTo>
                      <a:lnTo>
                        <a:pt x="3641" y="7491"/>
                      </a:lnTo>
                      <a:lnTo>
                        <a:pt x="3599" y="7387"/>
                      </a:lnTo>
                      <a:lnTo>
                        <a:pt x="3515" y="7428"/>
                      </a:lnTo>
                      <a:lnTo>
                        <a:pt x="3432" y="7428"/>
                      </a:lnTo>
                      <a:lnTo>
                        <a:pt x="3285" y="7324"/>
                      </a:lnTo>
                      <a:lnTo>
                        <a:pt x="3243" y="7156"/>
                      </a:lnTo>
                      <a:lnTo>
                        <a:pt x="3181" y="7010"/>
                      </a:lnTo>
                      <a:lnTo>
                        <a:pt x="3034" y="6905"/>
                      </a:lnTo>
                      <a:lnTo>
                        <a:pt x="2929" y="6884"/>
                      </a:lnTo>
                      <a:lnTo>
                        <a:pt x="2867" y="6780"/>
                      </a:lnTo>
                      <a:lnTo>
                        <a:pt x="2804" y="6571"/>
                      </a:lnTo>
                      <a:lnTo>
                        <a:pt x="2720" y="6424"/>
                      </a:lnTo>
                      <a:lnTo>
                        <a:pt x="2678" y="6278"/>
                      </a:lnTo>
                      <a:lnTo>
                        <a:pt x="2678" y="6089"/>
                      </a:lnTo>
                      <a:lnTo>
                        <a:pt x="2657" y="5859"/>
                      </a:lnTo>
                      <a:lnTo>
                        <a:pt x="2595" y="5755"/>
                      </a:lnTo>
                      <a:lnTo>
                        <a:pt x="2616" y="5545"/>
                      </a:lnTo>
                      <a:lnTo>
                        <a:pt x="2595" y="5441"/>
                      </a:lnTo>
                      <a:lnTo>
                        <a:pt x="2511" y="5294"/>
                      </a:lnTo>
                      <a:lnTo>
                        <a:pt x="2574" y="5211"/>
                      </a:lnTo>
                      <a:lnTo>
                        <a:pt x="2595" y="5127"/>
                      </a:lnTo>
                      <a:lnTo>
                        <a:pt x="2595" y="5085"/>
                      </a:lnTo>
                      <a:lnTo>
                        <a:pt x="2657" y="5043"/>
                      </a:lnTo>
                      <a:lnTo>
                        <a:pt x="2720" y="5085"/>
                      </a:lnTo>
                      <a:lnTo>
                        <a:pt x="2867" y="5043"/>
                      </a:lnTo>
                      <a:lnTo>
                        <a:pt x="2992" y="5043"/>
                      </a:lnTo>
                      <a:lnTo>
                        <a:pt x="3118" y="5127"/>
                      </a:lnTo>
                      <a:lnTo>
                        <a:pt x="3201" y="5315"/>
                      </a:lnTo>
                      <a:lnTo>
                        <a:pt x="3306" y="5336"/>
                      </a:lnTo>
                      <a:lnTo>
                        <a:pt x="3411" y="5420"/>
                      </a:lnTo>
                      <a:lnTo>
                        <a:pt x="3515" y="5566"/>
                      </a:lnTo>
                      <a:lnTo>
                        <a:pt x="3599" y="5608"/>
                      </a:lnTo>
                      <a:lnTo>
                        <a:pt x="3536" y="5483"/>
                      </a:lnTo>
                      <a:lnTo>
                        <a:pt x="3411" y="5315"/>
                      </a:lnTo>
                      <a:lnTo>
                        <a:pt x="3243" y="5211"/>
                      </a:lnTo>
                      <a:lnTo>
                        <a:pt x="3139" y="5022"/>
                      </a:lnTo>
                      <a:lnTo>
                        <a:pt x="3034" y="4897"/>
                      </a:lnTo>
                      <a:lnTo>
                        <a:pt x="3034" y="4813"/>
                      </a:lnTo>
                      <a:lnTo>
                        <a:pt x="2992" y="4771"/>
                      </a:lnTo>
                      <a:lnTo>
                        <a:pt x="2888" y="4562"/>
                      </a:lnTo>
                      <a:lnTo>
                        <a:pt x="2825" y="4436"/>
                      </a:lnTo>
                      <a:lnTo>
                        <a:pt x="2762" y="4395"/>
                      </a:lnTo>
                      <a:lnTo>
                        <a:pt x="2720" y="4269"/>
                      </a:lnTo>
                      <a:lnTo>
                        <a:pt x="2574" y="4060"/>
                      </a:lnTo>
                      <a:lnTo>
                        <a:pt x="2406" y="3809"/>
                      </a:lnTo>
                      <a:lnTo>
                        <a:pt x="2365" y="3641"/>
                      </a:lnTo>
                      <a:lnTo>
                        <a:pt x="2155" y="3390"/>
                      </a:lnTo>
                      <a:lnTo>
                        <a:pt x="2072" y="3181"/>
                      </a:lnTo>
                      <a:lnTo>
                        <a:pt x="1967" y="3118"/>
                      </a:lnTo>
                      <a:lnTo>
                        <a:pt x="1967" y="3014"/>
                      </a:lnTo>
                      <a:lnTo>
                        <a:pt x="1925" y="2888"/>
                      </a:lnTo>
                      <a:lnTo>
                        <a:pt x="1841" y="2867"/>
                      </a:lnTo>
                      <a:lnTo>
                        <a:pt x="1841" y="2909"/>
                      </a:lnTo>
                      <a:lnTo>
                        <a:pt x="1758" y="2909"/>
                      </a:lnTo>
                      <a:lnTo>
                        <a:pt x="1737" y="2867"/>
                      </a:lnTo>
                      <a:lnTo>
                        <a:pt x="1758" y="2762"/>
                      </a:lnTo>
                      <a:lnTo>
                        <a:pt x="1737" y="2679"/>
                      </a:lnTo>
                      <a:lnTo>
                        <a:pt x="1632" y="2616"/>
                      </a:lnTo>
                      <a:lnTo>
                        <a:pt x="1528" y="2490"/>
                      </a:lnTo>
                      <a:lnTo>
                        <a:pt x="1465" y="2344"/>
                      </a:lnTo>
                      <a:lnTo>
                        <a:pt x="1402" y="2260"/>
                      </a:lnTo>
                      <a:lnTo>
                        <a:pt x="1402" y="2135"/>
                      </a:lnTo>
                      <a:lnTo>
                        <a:pt x="1423" y="2030"/>
                      </a:lnTo>
                      <a:lnTo>
                        <a:pt x="1444" y="2051"/>
                      </a:lnTo>
                      <a:lnTo>
                        <a:pt x="1423" y="1884"/>
                      </a:lnTo>
                      <a:lnTo>
                        <a:pt x="1402" y="1716"/>
                      </a:lnTo>
                      <a:lnTo>
                        <a:pt x="1360" y="1570"/>
                      </a:lnTo>
                      <a:lnTo>
                        <a:pt x="1235" y="1528"/>
                      </a:lnTo>
                      <a:lnTo>
                        <a:pt x="1109" y="1382"/>
                      </a:lnTo>
                      <a:lnTo>
                        <a:pt x="1109" y="1319"/>
                      </a:lnTo>
                      <a:lnTo>
                        <a:pt x="1046" y="1256"/>
                      </a:lnTo>
                      <a:lnTo>
                        <a:pt x="1046" y="1193"/>
                      </a:lnTo>
                      <a:lnTo>
                        <a:pt x="1109" y="1193"/>
                      </a:lnTo>
                      <a:lnTo>
                        <a:pt x="1214" y="1298"/>
                      </a:lnTo>
                      <a:lnTo>
                        <a:pt x="1318" y="1444"/>
                      </a:lnTo>
                      <a:lnTo>
                        <a:pt x="1318" y="1444"/>
                      </a:lnTo>
                      <a:lnTo>
                        <a:pt x="1256" y="1298"/>
                      </a:lnTo>
                      <a:lnTo>
                        <a:pt x="1130" y="1110"/>
                      </a:lnTo>
                      <a:lnTo>
                        <a:pt x="1005" y="942"/>
                      </a:lnTo>
                      <a:lnTo>
                        <a:pt x="942" y="942"/>
                      </a:lnTo>
                      <a:lnTo>
                        <a:pt x="921" y="858"/>
                      </a:lnTo>
                      <a:lnTo>
                        <a:pt x="691" y="670"/>
                      </a:lnTo>
                      <a:lnTo>
                        <a:pt x="607" y="566"/>
                      </a:lnTo>
                      <a:lnTo>
                        <a:pt x="607" y="335"/>
                      </a:lnTo>
                      <a:lnTo>
                        <a:pt x="523" y="273"/>
                      </a:lnTo>
                      <a:lnTo>
                        <a:pt x="377" y="210"/>
                      </a:lnTo>
                      <a:lnTo>
                        <a:pt x="293" y="63"/>
                      </a:lnTo>
                      <a:lnTo>
                        <a:pt x="251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</p:grpSp>
        </p:grpSp>
        <p:grpSp>
          <p:nvGrpSpPr>
            <p:cNvPr id="579" name="Google Shape;7664;p67">
              <a:extLst>
                <a:ext uri="{FF2B5EF4-FFF2-40B4-BE49-F238E27FC236}">
                  <a16:creationId xmlns:a16="http://schemas.microsoft.com/office/drawing/2014/main" id="{6FF239EA-03C9-3471-DAF7-F11D5F85B0DF}"/>
                </a:ext>
              </a:extLst>
            </p:cNvPr>
            <p:cNvGrpSpPr/>
            <p:nvPr/>
          </p:nvGrpSpPr>
          <p:grpSpPr>
            <a:xfrm>
              <a:off x="3960625" y="2587825"/>
              <a:ext cx="94050" cy="104125"/>
              <a:chOff x="3960625" y="2587825"/>
              <a:chExt cx="94050" cy="104125"/>
            </a:xfrm>
            <a:grpFill/>
          </p:grpSpPr>
          <p:sp>
            <p:nvSpPr>
              <p:cNvPr id="822" name="Google Shape;7665;p67">
                <a:extLst>
                  <a:ext uri="{FF2B5EF4-FFF2-40B4-BE49-F238E27FC236}">
                    <a16:creationId xmlns:a16="http://schemas.microsoft.com/office/drawing/2014/main" id="{84BA0B2C-254B-580F-AA2E-47B23E942AC5}"/>
                  </a:ext>
                </a:extLst>
              </p:cNvPr>
              <p:cNvSpPr/>
              <p:nvPr/>
            </p:nvSpPr>
            <p:spPr>
              <a:xfrm>
                <a:off x="3960625" y="2587825"/>
                <a:ext cx="94050" cy="51200"/>
              </a:xfrm>
              <a:custGeom>
                <a:avLst/>
                <a:gdLst/>
                <a:ahLst/>
                <a:cxnLst/>
                <a:rect l="l" t="t" r="r" b="b"/>
                <a:pathLst>
                  <a:path w="3762" h="2048" extrusionOk="0">
                    <a:moveTo>
                      <a:pt x="190" y="2048"/>
                    </a:moveTo>
                    <a:lnTo>
                      <a:pt x="0" y="1762"/>
                    </a:lnTo>
                    <a:lnTo>
                      <a:pt x="309" y="1048"/>
                    </a:lnTo>
                    <a:lnTo>
                      <a:pt x="3762" y="0"/>
                    </a:lnTo>
                    <a:lnTo>
                      <a:pt x="3714" y="1072"/>
                    </a:lnTo>
                    <a:lnTo>
                      <a:pt x="2929" y="1143"/>
                    </a:lnTo>
                    <a:lnTo>
                      <a:pt x="2167" y="100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3" name="Google Shape;7666;p67">
                <a:extLst>
                  <a:ext uri="{FF2B5EF4-FFF2-40B4-BE49-F238E27FC236}">
                    <a16:creationId xmlns:a16="http://schemas.microsoft.com/office/drawing/2014/main" id="{2ACAE4D0-27F4-CF54-CFBB-6B560BA9AC9D}"/>
                  </a:ext>
                </a:extLst>
              </p:cNvPr>
              <p:cNvSpPr/>
              <p:nvPr/>
            </p:nvSpPr>
            <p:spPr>
              <a:xfrm>
                <a:off x="3963000" y="2596725"/>
                <a:ext cx="86850" cy="95225"/>
              </a:xfrm>
              <a:custGeom>
                <a:avLst/>
                <a:gdLst/>
                <a:ahLst/>
                <a:cxnLst/>
                <a:rect l="l" t="t" r="r" b="b"/>
                <a:pathLst>
                  <a:path w="3474" h="3809" extrusionOk="0">
                    <a:moveTo>
                      <a:pt x="1549" y="2009"/>
                    </a:moveTo>
                    <a:lnTo>
                      <a:pt x="1632" y="2030"/>
                    </a:lnTo>
                    <a:lnTo>
                      <a:pt x="1695" y="2093"/>
                    </a:lnTo>
                    <a:lnTo>
                      <a:pt x="1674" y="2135"/>
                    </a:lnTo>
                    <a:lnTo>
                      <a:pt x="1674" y="2189"/>
                    </a:lnTo>
                    <a:lnTo>
                      <a:pt x="1674" y="2189"/>
                    </a:lnTo>
                    <a:cubicBezTo>
                      <a:pt x="1645" y="2167"/>
                      <a:pt x="1613" y="2146"/>
                      <a:pt x="1569" y="2135"/>
                    </a:cubicBezTo>
                    <a:cubicBezTo>
                      <a:pt x="1549" y="2114"/>
                      <a:pt x="1528" y="2114"/>
                      <a:pt x="1486" y="2114"/>
                    </a:cubicBezTo>
                    <a:lnTo>
                      <a:pt x="1549" y="2072"/>
                    </a:lnTo>
                    <a:lnTo>
                      <a:pt x="1549" y="2009"/>
                    </a:lnTo>
                    <a:close/>
                    <a:moveTo>
                      <a:pt x="3327" y="1"/>
                    </a:moveTo>
                    <a:lnTo>
                      <a:pt x="3201" y="105"/>
                    </a:lnTo>
                    <a:lnTo>
                      <a:pt x="3201" y="231"/>
                    </a:lnTo>
                    <a:lnTo>
                      <a:pt x="3243" y="335"/>
                    </a:lnTo>
                    <a:lnTo>
                      <a:pt x="3160" y="377"/>
                    </a:lnTo>
                    <a:lnTo>
                      <a:pt x="2929" y="356"/>
                    </a:lnTo>
                    <a:lnTo>
                      <a:pt x="2825" y="419"/>
                    </a:lnTo>
                    <a:lnTo>
                      <a:pt x="2720" y="356"/>
                    </a:lnTo>
                    <a:lnTo>
                      <a:pt x="2616" y="356"/>
                    </a:lnTo>
                    <a:lnTo>
                      <a:pt x="2532" y="419"/>
                    </a:lnTo>
                    <a:lnTo>
                      <a:pt x="2427" y="419"/>
                    </a:lnTo>
                    <a:lnTo>
                      <a:pt x="2406" y="314"/>
                    </a:lnTo>
                    <a:lnTo>
                      <a:pt x="2260" y="314"/>
                    </a:lnTo>
                    <a:lnTo>
                      <a:pt x="2113" y="273"/>
                    </a:lnTo>
                    <a:lnTo>
                      <a:pt x="2009" y="377"/>
                    </a:lnTo>
                    <a:lnTo>
                      <a:pt x="1862" y="419"/>
                    </a:lnTo>
                    <a:lnTo>
                      <a:pt x="1674" y="419"/>
                    </a:lnTo>
                    <a:lnTo>
                      <a:pt x="1632" y="377"/>
                    </a:lnTo>
                    <a:lnTo>
                      <a:pt x="1549" y="440"/>
                    </a:lnTo>
                    <a:lnTo>
                      <a:pt x="1444" y="440"/>
                    </a:lnTo>
                    <a:lnTo>
                      <a:pt x="1318" y="524"/>
                    </a:lnTo>
                    <a:lnTo>
                      <a:pt x="1025" y="524"/>
                    </a:lnTo>
                    <a:lnTo>
                      <a:pt x="900" y="586"/>
                    </a:lnTo>
                    <a:lnTo>
                      <a:pt x="900" y="649"/>
                    </a:lnTo>
                    <a:lnTo>
                      <a:pt x="732" y="691"/>
                    </a:lnTo>
                    <a:lnTo>
                      <a:pt x="502" y="838"/>
                    </a:lnTo>
                    <a:lnTo>
                      <a:pt x="481" y="984"/>
                    </a:lnTo>
                    <a:lnTo>
                      <a:pt x="398" y="1151"/>
                    </a:lnTo>
                    <a:lnTo>
                      <a:pt x="168" y="1214"/>
                    </a:lnTo>
                    <a:lnTo>
                      <a:pt x="168" y="1361"/>
                    </a:lnTo>
                    <a:lnTo>
                      <a:pt x="84" y="1507"/>
                    </a:lnTo>
                    <a:lnTo>
                      <a:pt x="0" y="1570"/>
                    </a:lnTo>
                    <a:lnTo>
                      <a:pt x="0" y="1716"/>
                    </a:lnTo>
                    <a:lnTo>
                      <a:pt x="209" y="1884"/>
                    </a:lnTo>
                    <a:lnTo>
                      <a:pt x="335" y="2072"/>
                    </a:lnTo>
                    <a:lnTo>
                      <a:pt x="398" y="2093"/>
                    </a:lnTo>
                    <a:lnTo>
                      <a:pt x="398" y="2135"/>
                    </a:lnTo>
                    <a:lnTo>
                      <a:pt x="544" y="2365"/>
                    </a:lnTo>
                    <a:lnTo>
                      <a:pt x="586" y="2532"/>
                    </a:lnTo>
                    <a:lnTo>
                      <a:pt x="649" y="2553"/>
                    </a:lnTo>
                    <a:lnTo>
                      <a:pt x="753" y="2449"/>
                    </a:lnTo>
                    <a:lnTo>
                      <a:pt x="837" y="2553"/>
                    </a:lnTo>
                    <a:lnTo>
                      <a:pt x="963" y="2595"/>
                    </a:lnTo>
                    <a:lnTo>
                      <a:pt x="1025" y="2511"/>
                    </a:lnTo>
                    <a:lnTo>
                      <a:pt x="1130" y="2511"/>
                    </a:lnTo>
                    <a:lnTo>
                      <a:pt x="1277" y="2595"/>
                    </a:lnTo>
                    <a:lnTo>
                      <a:pt x="1360" y="2532"/>
                    </a:lnTo>
                    <a:lnTo>
                      <a:pt x="1381" y="2616"/>
                    </a:lnTo>
                    <a:lnTo>
                      <a:pt x="1465" y="2616"/>
                    </a:lnTo>
                    <a:lnTo>
                      <a:pt x="1528" y="2658"/>
                    </a:lnTo>
                    <a:lnTo>
                      <a:pt x="1653" y="2700"/>
                    </a:lnTo>
                    <a:lnTo>
                      <a:pt x="1569" y="2742"/>
                    </a:lnTo>
                    <a:lnTo>
                      <a:pt x="1486" y="2825"/>
                    </a:lnTo>
                    <a:lnTo>
                      <a:pt x="1423" y="2762"/>
                    </a:lnTo>
                    <a:lnTo>
                      <a:pt x="1318" y="2742"/>
                    </a:lnTo>
                    <a:lnTo>
                      <a:pt x="1067" y="2595"/>
                    </a:lnTo>
                    <a:lnTo>
                      <a:pt x="963" y="2616"/>
                    </a:lnTo>
                    <a:lnTo>
                      <a:pt x="858" y="2658"/>
                    </a:lnTo>
                    <a:lnTo>
                      <a:pt x="753" y="2616"/>
                    </a:lnTo>
                    <a:lnTo>
                      <a:pt x="691" y="2721"/>
                    </a:lnTo>
                    <a:lnTo>
                      <a:pt x="628" y="2742"/>
                    </a:lnTo>
                    <a:lnTo>
                      <a:pt x="607" y="2846"/>
                    </a:lnTo>
                    <a:lnTo>
                      <a:pt x="732" y="2972"/>
                    </a:lnTo>
                    <a:lnTo>
                      <a:pt x="858" y="3035"/>
                    </a:lnTo>
                    <a:lnTo>
                      <a:pt x="1004" y="3139"/>
                    </a:lnTo>
                    <a:lnTo>
                      <a:pt x="1004" y="3223"/>
                    </a:lnTo>
                    <a:lnTo>
                      <a:pt x="942" y="3265"/>
                    </a:lnTo>
                    <a:lnTo>
                      <a:pt x="942" y="3369"/>
                    </a:lnTo>
                    <a:lnTo>
                      <a:pt x="1046" y="3495"/>
                    </a:lnTo>
                    <a:lnTo>
                      <a:pt x="1130" y="3579"/>
                    </a:lnTo>
                    <a:lnTo>
                      <a:pt x="1151" y="3495"/>
                    </a:lnTo>
                    <a:lnTo>
                      <a:pt x="1130" y="3453"/>
                    </a:lnTo>
                    <a:lnTo>
                      <a:pt x="1172" y="3348"/>
                    </a:lnTo>
                    <a:lnTo>
                      <a:pt x="1214" y="3474"/>
                    </a:lnTo>
                    <a:lnTo>
                      <a:pt x="1360" y="3537"/>
                    </a:lnTo>
                    <a:lnTo>
                      <a:pt x="1381" y="3599"/>
                    </a:lnTo>
                    <a:lnTo>
                      <a:pt x="1360" y="3704"/>
                    </a:lnTo>
                    <a:lnTo>
                      <a:pt x="1423" y="3788"/>
                    </a:lnTo>
                    <a:lnTo>
                      <a:pt x="1423" y="3746"/>
                    </a:lnTo>
                    <a:lnTo>
                      <a:pt x="1465" y="3599"/>
                    </a:lnTo>
                    <a:lnTo>
                      <a:pt x="1569" y="3599"/>
                    </a:lnTo>
                    <a:lnTo>
                      <a:pt x="1632" y="3704"/>
                    </a:lnTo>
                    <a:lnTo>
                      <a:pt x="1800" y="3809"/>
                    </a:lnTo>
                    <a:lnTo>
                      <a:pt x="1800" y="3809"/>
                    </a:lnTo>
                    <a:lnTo>
                      <a:pt x="1737" y="3704"/>
                    </a:lnTo>
                    <a:lnTo>
                      <a:pt x="1758" y="3641"/>
                    </a:lnTo>
                    <a:lnTo>
                      <a:pt x="1695" y="3537"/>
                    </a:lnTo>
                    <a:lnTo>
                      <a:pt x="1632" y="3348"/>
                    </a:lnTo>
                    <a:lnTo>
                      <a:pt x="1549" y="3244"/>
                    </a:lnTo>
                    <a:lnTo>
                      <a:pt x="1549" y="3181"/>
                    </a:lnTo>
                    <a:lnTo>
                      <a:pt x="1632" y="3181"/>
                    </a:lnTo>
                    <a:lnTo>
                      <a:pt x="1758" y="3265"/>
                    </a:lnTo>
                    <a:lnTo>
                      <a:pt x="1737" y="3327"/>
                    </a:lnTo>
                    <a:lnTo>
                      <a:pt x="1758" y="3369"/>
                    </a:lnTo>
                    <a:lnTo>
                      <a:pt x="1841" y="3286"/>
                    </a:lnTo>
                    <a:lnTo>
                      <a:pt x="1967" y="3348"/>
                    </a:lnTo>
                    <a:lnTo>
                      <a:pt x="1967" y="3286"/>
                    </a:lnTo>
                    <a:lnTo>
                      <a:pt x="1904" y="3244"/>
                    </a:lnTo>
                    <a:lnTo>
                      <a:pt x="1904" y="3181"/>
                    </a:lnTo>
                    <a:lnTo>
                      <a:pt x="1862" y="3181"/>
                    </a:lnTo>
                    <a:lnTo>
                      <a:pt x="1758" y="3139"/>
                    </a:lnTo>
                    <a:lnTo>
                      <a:pt x="1758" y="3076"/>
                    </a:lnTo>
                    <a:lnTo>
                      <a:pt x="1653" y="3014"/>
                    </a:lnTo>
                    <a:lnTo>
                      <a:pt x="1758" y="2951"/>
                    </a:lnTo>
                    <a:lnTo>
                      <a:pt x="1862" y="2951"/>
                    </a:lnTo>
                    <a:lnTo>
                      <a:pt x="1904" y="2909"/>
                    </a:lnTo>
                    <a:lnTo>
                      <a:pt x="2072" y="3014"/>
                    </a:lnTo>
                    <a:lnTo>
                      <a:pt x="2093" y="3055"/>
                    </a:lnTo>
                    <a:lnTo>
                      <a:pt x="2197" y="3076"/>
                    </a:lnTo>
                    <a:lnTo>
                      <a:pt x="2218" y="3035"/>
                    </a:lnTo>
                    <a:lnTo>
                      <a:pt x="2113" y="2909"/>
                    </a:lnTo>
                    <a:lnTo>
                      <a:pt x="2155" y="2762"/>
                    </a:lnTo>
                    <a:lnTo>
                      <a:pt x="2093" y="2700"/>
                    </a:lnTo>
                    <a:lnTo>
                      <a:pt x="1841" y="2532"/>
                    </a:lnTo>
                    <a:lnTo>
                      <a:pt x="1758" y="2511"/>
                    </a:lnTo>
                    <a:lnTo>
                      <a:pt x="1737" y="2490"/>
                    </a:lnTo>
                    <a:cubicBezTo>
                      <a:pt x="1758" y="2490"/>
                      <a:pt x="1779" y="2449"/>
                      <a:pt x="1800" y="2407"/>
                    </a:cubicBezTo>
                    <a:lnTo>
                      <a:pt x="1862" y="2449"/>
                    </a:lnTo>
                    <a:lnTo>
                      <a:pt x="1946" y="2490"/>
                    </a:lnTo>
                    <a:lnTo>
                      <a:pt x="1988" y="2553"/>
                    </a:lnTo>
                    <a:lnTo>
                      <a:pt x="2093" y="2616"/>
                    </a:lnTo>
                    <a:lnTo>
                      <a:pt x="2176" y="2616"/>
                    </a:lnTo>
                    <a:lnTo>
                      <a:pt x="2197" y="2658"/>
                    </a:lnTo>
                    <a:lnTo>
                      <a:pt x="2281" y="2762"/>
                    </a:lnTo>
                    <a:lnTo>
                      <a:pt x="2323" y="2825"/>
                    </a:lnTo>
                    <a:lnTo>
                      <a:pt x="2323" y="2867"/>
                    </a:lnTo>
                    <a:lnTo>
                      <a:pt x="2365" y="2930"/>
                    </a:lnTo>
                    <a:lnTo>
                      <a:pt x="2427" y="2972"/>
                    </a:lnTo>
                    <a:lnTo>
                      <a:pt x="2490" y="2951"/>
                    </a:lnTo>
                    <a:lnTo>
                      <a:pt x="2532" y="2972"/>
                    </a:lnTo>
                    <a:lnTo>
                      <a:pt x="2595" y="2867"/>
                    </a:lnTo>
                    <a:lnTo>
                      <a:pt x="2490" y="2867"/>
                    </a:lnTo>
                    <a:lnTo>
                      <a:pt x="2469" y="2888"/>
                    </a:lnTo>
                    <a:lnTo>
                      <a:pt x="2385" y="2825"/>
                    </a:lnTo>
                    <a:lnTo>
                      <a:pt x="2385" y="2742"/>
                    </a:lnTo>
                    <a:lnTo>
                      <a:pt x="2365" y="2679"/>
                    </a:lnTo>
                    <a:lnTo>
                      <a:pt x="2365" y="2637"/>
                    </a:lnTo>
                    <a:lnTo>
                      <a:pt x="2302" y="2553"/>
                    </a:lnTo>
                    <a:lnTo>
                      <a:pt x="2176" y="2428"/>
                    </a:lnTo>
                    <a:lnTo>
                      <a:pt x="2176" y="2449"/>
                    </a:lnTo>
                    <a:lnTo>
                      <a:pt x="2093" y="2449"/>
                    </a:lnTo>
                    <a:lnTo>
                      <a:pt x="2093" y="2428"/>
                    </a:lnTo>
                    <a:lnTo>
                      <a:pt x="1988" y="2365"/>
                    </a:lnTo>
                    <a:lnTo>
                      <a:pt x="1883" y="2344"/>
                    </a:lnTo>
                    <a:lnTo>
                      <a:pt x="1800" y="2239"/>
                    </a:lnTo>
                    <a:lnTo>
                      <a:pt x="1758" y="2239"/>
                    </a:lnTo>
                    <a:cubicBezTo>
                      <a:pt x="1730" y="2230"/>
                      <a:pt x="1706" y="2212"/>
                      <a:pt x="1680" y="2193"/>
                    </a:cubicBezTo>
                    <a:lnTo>
                      <a:pt x="1680" y="2193"/>
                    </a:lnTo>
                    <a:lnTo>
                      <a:pt x="1737" y="2156"/>
                    </a:lnTo>
                    <a:lnTo>
                      <a:pt x="1758" y="2030"/>
                    </a:lnTo>
                    <a:lnTo>
                      <a:pt x="1674" y="1946"/>
                    </a:lnTo>
                    <a:lnTo>
                      <a:pt x="1486" y="1737"/>
                    </a:lnTo>
                    <a:lnTo>
                      <a:pt x="1423" y="1695"/>
                    </a:lnTo>
                    <a:lnTo>
                      <a:pt x="1381" y="1612"/>
                    </a:lnTo>
                    <a:lnTo>
                      <a:pt x="1256" y="1507"/>
                    </a:lnTo>
                    <a:lnTo>
                      <a:pt x="1318" y="1465"/>
                    </a:lnTo>
                    <a:lnTo>
                      <a:pt x="1277" y="1235"/>
                    </a:lnTo>
                    <a:lnTo>
                      <a:pt x="1360" y="1130"/>
                    </a:lnTo>
                    <a:lnTo>
                      <a:pt x="1486" y="1089"/>
                    </a:lnTo>
                    <a:lnTo>
                      <a:pt x="1528" y="1193"/>
                    </a:lnTo>
                    <a:lnTo>
                      <a:pt x="1465" y="1193"/>
                    </a:lnTo>
                    <a:lnTo>
                      <a:pt x="1465" y="1256"/>
                    </a:lnTo>
                    <a:lnTo>
                      <a:pt x="1653" y="1319"/>
                    </a:lnTo>
                    <a:lnTo>
                      <a:pt x="1674" y="1465"/>
                    </a:lnTo>
                    <a:lnTo>
                      <a:pt x="1779" y="1570"/>
                    </a:lnTo>
                    <a:lnTo>
                      <a:pt x="1904" y="1570"/>
                    </a:lnTo>
                    <a:lnTo>
                      <a:pt x="1841" y="1507"/>
                    </a:lnTo>
                    <a:lnTo>
                      <a:pt x="1779" y="1423"/>
                    </a:lnTo>
                    <a:lnTo>
                      <a:pt x="1800" y="1361"/>
                    </a:lnTo>
                    <a:lnTo>
                      <a:pt x="1946" y="1402"/>
                    </a:lnTo>
                    <a:lnTo>
                      <a:pt x="2009" y="1528"/>
                    </a:lnTo>
                    <a:lnTo>
                      <a:pt x="2093" y="1570"/>
                    </a:lnTo>
                    <a:lnTo>
                      <a:pt x="2155" y="1486"/>
                    </a:lnTo>
                    <a:lnTo>
                      <a:pt x="2072" y="1423"/>
                    </a:lnTo>
                    <a:lnTo>
                      <a:pt x="1988" y="1402"/>
                    </a:lnTo>
                    <a:lnTo>
                      <a:pt x="1988" y="1361"/>
                    </a:lnTo>
                    <a:lnTo>
                      <a:pt x="2197" y="1361"/>
                    </a:lnTo>
                    <a:lnTo>
                      <a:pt x="2281" y="1423"/>
                    </a:lnTo>
                    <a:lnTo>
                      <a:pt x="2302" y="1402"/>
                    </a:lnTo>
                    <a:lnTo>
                      <a:pt x="2176" y="1298"/>
                    </a:lnTo>
                    <a:lnTo>
                      <a:pt x="2051" y="1277"/>
                    </a:lnTo>
                    <a:lnTo>
                      <a:pt x="1946" y="1151"/>
                    </a:lnTo>
                    <a:lnTo>
                      <a:pt x="1988" y="1068"/>
                    </a:lnTo>
                    <a:lnTo>
                      <a:pt x="2093" y="1089"/>
                    </a:lnTo>
                    <a:lnTo>
                      <a:pt x="2176" y="1047"/>
                    </a:lnTo>
                    <a:lnTo>
                      <a:pt x="2218" y="879"/>
                    </a:lnTo>
                    <a:lnTo>
                      <a:pt x="2302" y="858"/>
                    </a:lnTo>
                    <a:lnTo>
                      <a:pt x="2427" y="963"/>
                    </a:lnTo>
                    <a:lnTo>
                      <a:pt x="2532" y="963"/>
                    </a:lnTo>
                    <a:lnTo>
                      <a:pt x="2637" y="858"/>
                    </a:lnTo>
                    <a:lnTo>
                      <a:pt x="2637" y="796"/>
                    </a:lnTo>
                    <a:lnTo>
                      <a:pt x="2699" y="796"/>
                    </a:lnTo>
                    <a:lnTo>
                      <a:pt x="2783" y="879"/>
                    </a:lnTo>
                    <a:lnTo>
                      <a:pt x="3013" y="879"/>
                    </a:lnTo>
                    <a:lnTo>
                      <a:pt x="3201" y="942"/>
                    </a:lnTo>
                    <a:lnTo>
                      <a:pt x="3327" y="900"/>
                    </a:lnTo>
                    <a:lnTo>
                      <a:pt x="3348" y="566"/>
                    </a:lnTo>
                    <a:lnTo>
                      <a:pt x="3327" y="440"/>
                    </a:lnTo>
                    <a:lnTo>
                      <a:pt x="3473" y="335"/>
                    </a:lnTo>
                    <a:lnTo>
                      <a:pt x="3473" y="210"/>
                    </a:lnTo>
                    <a:lnTo>
                      <a:pt x="3369" y="147"/>
                    </a:lnTo>
                    <a:lnTo>
                      <a:pt x="3411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580" name="Google Shape;7667;p67">
              <a:extLst>
                <a:ext uri="{FF2B5EF4-FFF2-40B4-BE49-F238E27FC236}">
                  <a16:creationId xmlns:a16="http://schemas.microsoft.com/office/drawing/2014/main" id="{D26AC8C6-F40C-67E8-9A8F-72A87D1ED228}"/>
                </a:ext>
              </a:extLst>
            </p:cNvPr>
            <p:cNvGrpSpPr/>
            <p:nvPr/>
          </p:nvGrpSpPr>
          <p:grpSpPr>
            <a:xfrm>
              <a:off x="3765350" y="2500900"/>
              <a:ext cx="173600" cy="187925"/>
              <a:chOff x="3765350" y="2500900"/>
              <a:chExt cx="173600" cy="187925"/>
            </a:xfrm>
            <a:grpFill/>
          </p:grpSpPr>
          <p:sp>
            <p:nvSpPr>
              <p:cNvPr id="816" name="Google Shape;7668;p67">
                <a:extLst>
                  <a:ext uri="{FF2B5EF4-FFF2-40B4-BE49-F238E27FC236}">
                    <a16:creationId xmlns:a16="http://schemas.microsoft.com/office/drawing/2014/main" id="{0A849C27-9195-B0BF-125E-7D3537B0ADF2}"/>
                  </a:ext>
                </a:extLst>
              </p:cNvPr>
              <p:cNvSpPr/>
              <p:nvPr/>
            </p:nvSpPr>
            <p:spPr>
              <a:xfrm>
                <a:off x="3765350" y="2500900"/>
                <a:ext cx="108950" cy="64300"/>
              </a:xfrm>
              <a:custGeom>
                <a:avLst/>
                <a:gdLst/>
                <a:ahLst/>
                <a:cxnLst/>
                <a:rect l="l" t="t" r="r" b="b"/>
                <a:pathLst>
                  <a:path w="4358" h="2572" extrusionOk="0">
                    <a:moveTo>
                      <a:pt x="1286" y="596"/>
                    </a:moveTo>
                    <a:lnTo>
                      <a:pt x="0" y="1072"/>
                    </a:lnTo>
                    <a:lnTo>
                      <a:pt x="429" y="2239"/>
                    </a:lnTo>
                    <a:lnTo>
                      <a:pt x="857" y="2572"/>
                    </a:lnTo>
                    <a:lnTo>
                      <a:pt x="2191" y="1215"/>
                    </a:lnTo>
                    <a:lnTo>
                      <a:pt x="4024" y="1072"/>
                    </a:lnTo>
                    <a:lnTo>
                      <a:pt x="4358" y="429"/>
                    </a:lnTo>
                    <a:lnTo>
                      <a:pt x="3120" y="0"/>
                    </a:lnTo>
                    <a:lnTo>
                      <a:pt x="2477" y="35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17" name="Google Shape;7669;p67">
                <a:extLst>
                  <a:ext uri="{FF2B5EF4-FFF2-40B4-BE49-F238E27FC236}">
                    <a16:creationId xmlns:a16="http://schemas.microsoft.com/office/drawing/2014/main" id="{E3997BFD-6536-1DE4-F312-80EDA4FE0680}"/>
                  </a:ext>
                </a:extLst>
              </p:cNvPr>
              <p:cNvSpPr/>
              <p:nvPr/>
            </p:nvSpPr>
            <p:spPr>
              <a:xfrm>
                <a:off x="3797175" y="2609800"/>
                <a:ext cx="2625" cy="3700"/>
              </a:xfrm>
              <a:custGeom>
                <a:avLst/>
                <a:gdLst/>
                <a:ahLst/>
                <a:cxnLst/>
                <a:rect l="l" t="t" r="r" b="b"/>
                <a:pathLst>
                  <a:path w="105" h="148" extrusionOk="0">
                    <a:moveTo>
                      <a:pt x="42" y="1"/>
                    </a:moveTo>
                    <a:lnTo>
                      <a:pt x="21" y="43"/>
                    </a:lnTo>
                    <a:lnTo>
                      <a:pt x="0" y="84"/>
                    </a:lnTo>
                    <a:lnTo>
                      <a:pt x="0" y="147"/>
                    </a:lnTo>
                    <a:lnTo>
                      <a:pt x="21" y="147"/>
                    </a:lnTo>
                    <a:lnTo>
                      <a:pt x="42" y="105"/>
                    </a:lnTo>
                    <a:lnTo>
                      <a:pt x="105" y="22"/>
                    </a:lnTo>
                    <a:lnTo>
                      <a:pt x="42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18" name="Google Shape;7670;p67">
                <a:extLst>
                  <a:ext uri="{FF2B5EF4-FFF2-40B4-BE49-F238E27FC236}">
                    <a16:creationId xmlns:a16="http://schemas.microsoft.com/office/drawing/2014/main" id="{D9FB7363-E0C3-43C8-47D1-F5903F0F05AE}"/>
                  </a:ext>
                </a:extLst>
              </p:cNvPr>
              <p:cNvSpPr/>
              <p:nvPr/>
            </p:nvSpPr>
            <p:spPr>
              <a:xfrm>
                <a:off x="3796125" y="2610325"/>
                <a:ext cx="22525" cy="41875"/>
              </a:xfrm>
              <a:custGeom>
                <a:avLst/>
                <a:gdLst/>
                <a:ahLst/>
                <a:cxnLst/>
                <a:rect l="l" t="t" r="r" b="b"/>
                <a:pathLst>
                  <a:path w="901" h="1675" extrusionOk="0">
                    <a:moveTo>
                      <a:pt x="565" y="1"/>
                    </a:moveTo>
                    <a:lnTo>
                      <a:pt x="461" y="22"/>
                    </a:lnTo>
                    <a:lnTo>
                      <a:pt x="252" y="273"/>
                    </a:lnTo>
                    <a:lnTo>
                      <a:pt x="168" y="273"/>
                    </a:lnTo>
                    <a:lnTo>
                      <a:pt x="42" y="189"/>
                    </a:lnTo>
                    <a:lnTo>
                      <a:pt x="42" y="314"/>
                    </a:lnTo>
                    <a:lnTo>
                      <a:pt x="1" y="398"/>
                    </a:lnTo>
                    <a:lnTo>
                      <a:pt x="105" y="503"/>
                    </a:lnTo>
                    <a:lnTo>
                      <a:pt x="105" y="586"/>
                    </a:lnTo>
                    <a:lnTo>
                      <a:pt x="189" y="649"/>
                    </a:lnTo>
                    <a:lnTo>
                      <a:pt x="189" y="796"/>
                    </a:lnTo>
                    <a:lnTo>
                      <a:pt x="105" y="858"/>
                    </a:lnTo>
                    <a:lnTo>
                      <a:pt x="147" y="942"/>
                    </a:lnTo>
                    <a:lnTo>
                      <a:pt x="273" y="942"/>
                    </a:lnTo>
                    <a:lnTo>
                      <a:pt x="273" y="1005"/>
                    </a:lnTo>
                    <a:lnTo>
                      <a:pt x="189" y="1068"/>
                    </a:lnTo>
                    <a:lnTo>
                      <a:pt x="147" y="1277"/>
                    </a:lnTo>
                    <a:lnTo>
                      <a:pt x="189" y="1361"/>
                    </a:lnTo>
                    <a:lnTo>
                      <a:pt x="252" y="1591"/>
                    </a:lnTo>
                    <a:lnTo>
                      <a:pt x="314" y="1674"/>
                    </a:lnTo>
                    <a:lnTo>
                      <a:pt x="377" y="1654"/>
                    </a:lnTo>
                    <a:lnTo>
                      <a:pt x="419" y="1674"/>
                    </a:lnTo>
                    <a:lnTo>
                      <a:pt x="503" y="1654"/>
                    </a:lnTo>
                    <a:lnTo>
                      <a:pt x="524" y="1528"/>
                    </a:lnTo>
                    <a:lnTo>
                      <a:pt x="565" y="1444"/>
                    </a:lnTo>
                    <a:lnTo>
                      <a:pt x="670" y="1444"/>
                    </a:lnTo>
                    <a:lnTo>
                      <a:pt x="733" y="1528"/>
                    </a:lnTo>
                    <a:lnTo>
                      <a:pt x="796" y="1528"/>
                    </a:lnTo>
                    <a:lnTo>
                      <a:pt x="837" y="1444"/>
                    </a:lnTo>
                    <a:lnTo>
                      <a:pt x="837" y="1214"/>
                    </a:lnTo>
                    <a:lnTo>
                      <a:pt x="879" y="1151"/>
                    </a:lnTo>
                    <a:lnTo>
                      <a:pt x="837" y="921"/>
                    </a:lnTo>
                    <a:lnTo>
                      <a:pt x="900" y="712"/>
                    </a:lnTo>
                    <a:lnTo>
                      <a:pt x="733" y="586"/>
                    </a:lnTo>
                    <a:lnTo>
                      <a:pt x="879" y="503"/>
                    </a:lnTo>
                    <a:lnTo>
                      <a:pt x="879" y="419"/>
                    </a:lnTo>
                    <a:lnTo>
                      <a:pt x="837" y="294"/>
                    </a:lnTo>
                    <a:lnTo>
                      <a:pt x="775" y="189"/>
                    </a:lnTo>
                    <a:lnTo>
                      <a:pt x="691" y="63"/>
                    </a:lnTo>
                    <a:lnTo>
                      <a:pt x="670" y="84"/>
                    </a:lnTo>
                    <a:lnTo>
                      <a:pt x="565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19" name="Google Shape;7671;p67">
                <a:extLst>
                  <a:ext uri="{FF2B5EF4-FFF2-40B4-BE49-F238E27FC236}">
                    <a16:creationId xmlns:a16="http://schemas.microsoft.com/office/drawing/2014/main" id="{1833C9BE-44E3-8194-5C53-32CD51AC7C16}"/>
                  </a:ext>
                </a:extLst>
              </p:cNvPr>
              <p:cNvSpPr/>
              <p:nvPr/>
            </p:nvSpPr>
            <p:spPr>
              <a:xfrm>
                <a:off x="3821225" y="2579475"/>
                <a:ext cx="6300" cy="4200"/>
              </a:xfrm>
              <a:custGeom>
                <a:avLst/>
                <a:gdLst/>
                <a:ahLst/>
                <a:cxnLst/>
                <a:rect l="l" t="t" r="r" b="b"/>
                <a:pathLst>
                  <a:path w="252" h="168" extrusionOk="0">
                    <a:moveTo>
                      <a:pt x="189" y="0"/>
                    </a:moveTo>
                    <a:lnTo>
                      <a:pt x="147" y="42"/>
                    </a:lnTo>
                    <a:lnTo>
                      <a:pt x="43" y="84"/>
                    </a:lnTo>
                    <a:lnTo>
                      <a:pt x="1" y="147"/>
                    </a:lnTo>
                    <a:lnTo>
                      <a:pt x="43" y="167"/>
                    </a:lnTo>
                    <a:lnTo>
                      <a:pt x="189" y="147"/>
                    </a:lnTo>
                    <a:lnTo>
                      <a:pt x="252" y="147"/>
                    </a:lnTo>
                    <a:lnTo>
                      <a:pt x="252" y="63"/>
                    </a:lnTo>
                    <a:lnTo>
                      <a:pt x="18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20" name="Google Shape;7672;p67">
                <a:extLst>
                  <a:ext uri="{FF2B5EF4-FFF2-40B4-BE49-F238E27FC236}">
                    <a16:creationId xmlns:a16="http://schemas.microsoft.com/office/drawing/2014/main" id="{54CF2BB3-E926-DC8B-F668-6E409A0A242D}"/>
                  </a:ext>
                </a:extLst>
              </p:cNvPr>
              <p:cNvSpPr/>
              <p:nvPr/>
            </p:nvSpPr>
            <p:spPr>
              <a:xfrm>
                <a:off x="3833800" y="2589400"/>
                <a:ext cx="1575" cy="1600"/>
              </a:xfrm>
              <a:custGeom>
                <a:avLst/>
                <a:gdLst/>
                <a:ahLst/>
                <a:cxnLst/>
                <a:rect l="l" t="t" r="r" b="b"/>
                <a:pathLst>
                  <a:path w="63" h="64" extrusionOk="0">
                    <a:moveTo>
                      <a:pt x="42" y="1"/>
                    </a:moveTo>
                    <a:lnTo>
                      <a:pt x="0" y="22"/>
                    </a:lnTo>
                    <a:lnTo>
                      <a:pt x="63" y="63"/>
                    </a:lnTo>
                    <a:lnTo>
                      <a:pt x="42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21" name="Google Shape;7673;p67">
                <a:extLst>
                  <a:ext uri="{FF2B5EF4-FFF2-40B4-BE49-F238E27FC236}">
                    <a16:creationId xmlns:a16="http://schemas.microsoft.com/office/drawing/2014/main" id="{7C5619AF-2523-6362-B73E-4C19C0AD6DE4}"/>
                  </a:ext>
                </a:extLst>
              </p:cNvPr>
              <p:cNvSpPr/>
              <p:nvPr/>
            </p:nvSpPr>
            <p:spPr>
              <a:xfrm>
                <a:off x="3774675" y="2506225"/>
                <a:ext cx="164275" cy="182600"/>
              </a:xfrm>
              <a:custGeom>
                <a:avLst/>
                <a:gdLst/>
                <a:ahLst/>
                <a:cxnLst/>
                <a:rect l="l" t="t" r="r" b="b"/>
                <a:pathLst>
                  <a:path w="6571" h="7304" extrusionOk="0">
                    <a:moveTo>
                      <a:pt x="2595" y="1"/>
                    </a:moveTo>
                    <a:lnTo>
                      <a:pt x="2302" y="189"/>
                    </a:lnTo>
                    <a:lnTo>
                      <a:pt x="2114" y="105"/>
                    </a:lnTo>
                    <a:lnTo>
                      <a:pt x="2009" y="252"/>
                    </a:lnTo>
                    <a:lnTo>
                      <a:pt x="2072" y="419"/>
                    </a:lnTo>
                    <a:lnTo>
                      <a:pt x="1842" y="482"/>
                    </a:lnTo>
                    <a:lnTo>
                      <a:pt x="1800" y="691"/>
                    </a:lnTo>
                    <a:lnTo>
                      <a:pt x="1695" y="608"/>
                    </a:lnTo>
                    <a:lnTo>
                      <a:pt x="1591" y="608"/>
                    </a:lnTo>
                    <a:lnTo>
                      <a:pt x="1340" y="524"/>
                    </a:lnTo>
                    <a:lnTo>
                      <a:pt x="1340" y="691"/>
                    </a:lnTo>
                    <a:lnTo>
                      <a:pt x="1235" y="901"/>
                    </a:lnTo>
                    <a:lnTo>
                      <a:pt x="1172" y="796"/>
                    </a:lnTo>
                    <a:lnTo>
                      <a:pt x="1005" y="712"/>
                    </a:lnTo>
                    <a:lnTo>
                      <a:pt x="1026" y="587"/>
                    </a:lnTo>
                    <a:lnTo>
                      <a:pt x="900" y="503"/>
                    </a:lnTo>
                    <a:lnTo>
                      <a:pt x="691" y="880"/>
                    </a:lnTo>
                    <a:lnTo>
                      <a:pt x="524" y="796"/>
                    </a:lnTo>
                    <a:lnTo>
                      <a:pt x="294" y="942"/>
                    </a:lnTo>
                    <a:lnTo>
                      <a:pt x="168" y="901"/>
                    </a:lnTo>
                    <a:lnTo>
                      <a:pt x="105" y="942"/>
                    </a:lnTo>
                    <a:lnTo>
                      <a:pt x="126" y="1089"/>
                    </a:lnTo>
                    <a:lnTo>
                      <a:pt x="231" y="1193"/>
                    </a:lnTo>
                    <a:lnTo>
                      <a:pt x="210" y="1361"/>
                    </a:lnTo>
                    <a:lnTo>
                      <a:pt x="84" y="1403"/>
                    </a:lnTo>
                    <a:lnTo>
                      <a:pt x="1" y="1465"/>
                    </a:lnTo>
                    <a:lnTo>
                      <a:pt x="126" y="1633"/>
                    </a:lnTo>
                    <a:lnTo>
                      <a:pt x="168" y="1926"/>
                    </a:lnTo>
                    <a:lnTo>
                      <a:pt x="335" y="2051"/>
                    </a:lnTo>
                    <a:lnTo>
                      <a:pt x="524" y="2051"/>
                    </a:lnTo>
                    <a:lnTo>
                      <a:pt x="440" y="2240"/>
                    </a:lnTo>
                    <a:lnTo>
                      <a:pt x="503" y="2365"/>
                    </a:lnTo>
                    <a:lnTo>
                      <a:pt x="796" y="2302"/>
                    </a:lnTo>
                    <a:lnTo>
                      <a:pt x="900" y="2177"/>
                    </a:lnTo>
                    <a:lnTo>
                      <a:pt x="900" y="2072"/>
                    </a:lnTo>
                    <a:lnTo>
                      <a:pt x="1172" y="1926"/>
                    </a:lnTo>
                    <a:lnTo>
                      <a:pt x="1570" y="2030"/>
                    </a:lnTo>
                    <a:lnTo>
                      <a:pt x="1675" y="2093"/>
                    </a:lnTo>
                    <a:lnTo>
                      <a:pt x="1842" y="2156"/>
                    </a:lnTo>
                    <a:lnTo>
                      <a:pt x="1884" y="2261"/>
                    </a:lnTo>
                    <a:lnTo>
                      <a:pt x="1905" y="2302"/>
                    </a:lnTo>
                    <a:lnTo>
                      <a:pt x="1967" y="2386"/>
                    </a:lnTo>
                    <a:lnTo>
                      <a:pt x="2072" y="2574"/>
                    </a:lnTo>
                    <a:lnTo>
                      <a:pt x="2072" y="2679"/>
                    </a:lnTo>
                    <a:lnTo>
                      <a:pt x="2156" y="2721"/>
                    </a:lnTo>
                    <a:lnTo>
                      <a:pt x="2156" y="2888"/>
                    </a:lnTo>
                    <a:lnTo>
                      <a:pt x="2281" y="2930"/>
                    </a:lnTo>
                    <a:lnTo>
                      <a:pt x="2365" y="3035"/>
                    </a:lnTo>
                    <a:lnTo>
                      <a:pt x="2511" y="3202"/>
                    </a:lnTo>
                    <a:lnTo>
                      <a:pt x="2532" y="3307"/>
                    </a:lnTo>
                    <a:lnTo>
                      <a:pt x="2700" y="3307"/>
                    </a:lnTo>
                    <a:lnTo>
                      <a:pt x="2804" y="3432"/>
                    </a:lnTo>
                    <a:lnTo>
                      <a:pt x="2825" y="3537"/>
                    </a:lnTo>
                    <a:lnTo>
                      <a:pt x="2909" y="3558"/>
                    </a:lnTo>
                    <a:lnTo>
                      <a:pt x="3139" y="3851"/>
                    </a:lnTo>
                    <a:lnTo>
                      <a:pt x="3369" y="4018"/>
                    </a:lnTo>
                    <a:lnTo>
                      <a:pt x="3474" y="4039"/>
                    </a:lnTo>
                    <a:lnTo>
                      <a:pt x="3579" y="4081"/>
                    </a:lnTo>
                    <a:lnTo>
                      <a:pt x="3620" y="4186"/>
                    </a:lnTo>
                    <a:lnTo>
                      <a:pt x="3725" y="4186"/>
                    </a:lnTo>
                    <a:lnTo>
                      <a:pt x="3788" y="4123"/>
                    </a:lnTo>
                    <a:lnTo>
                      <a:pt x="3934" y="4165"/>
                    </a:lnTo>
                    <a:lnTo>
                      <a:pt x="4039" y="4165"/>
                    </a:lnTo>
                    <a:lnTo>
                      <a:pt x="4164" y="4395"/>
                    </a:lnTo>
                    <a:lnTo>
                      <a:pt x="4248" y="4458"/>
                    </a:lnTo>
                    <a:lnTo>
                      <a:pt x="4290" y="4416"/>
                    </a:lnTo>
                    <a:lnTo>
                      <a:pt x="4395" y="4458"/>
                    </a:lnTo>
                    <a:lnTo>
                      <a:pt x="4395" y="4520"/>
                    </a:lnTo>
                    <a:lnTo>
                      <a:pt x="4604" y="4520"/>
                    </a:lnTo>
                    <a:lnTo>
                      <a:pt x="4688" y="4625"/>
                    </a:lnTo>
                    <a:lnTo>
                      <a:pt x="4688" y="4730"/>
                    </a:lnTo>
                    <a:lnTo>
                      <a:pt x="4646" y="4792"/>
                    </a:lnTo>
                    <a:lnTo>
                      <a:pt x="4708" y="4834"/>
                    </a:lnTo>
                    <a:lnTo>
                      <a:pt x="4834" y="4834"/>
                    </a:lnTo>
                    <a:lnTo>
                      <a:pt x="4897" y="4939"/>
                    </a:lnTo>
                    <a:lnTo>
                      <a:pt x="5043" y="4981"/>
                    </a:lnTo>
                    <a:lnTo>
                      <a:pt x="5106" y="4939"/>
                    </a:lnTo>
                    <a:lnTo>
                      <a:pt x="5169" y="5002"/>
                    </a:lnTo>
                    <a:lnTo>
                      <a:pt x="5232" y="5190"/>
                    </a:lnTo>
                    <a:lnTo>
                      <a:pt x="5252" y="5357"/>
                    </a:lnTo>
                    <a:lnTo>
                      <a:pt x="5315" y="5441"/>
                    </a:lnTo>
                    <a:lnTo>
                      <a:pt x="5357" y="5650"/>
                    </a:lnTo>
                    <a:lnTo>
                      <a:pt x="5420" y="5755"/>
                    </a:lnTo>
                    <a:lnTo>
                      <a:pt x="5420" y="5859"/>
                    </a:lnTo>
                    <a:lnTo>
                      <a:pt x="5357" y="5943"/>
                    </a:lnTo>
                    <a:lnTo>
                      <a:pt x="5315" y="5943"/>
                    </a:lnTo>
                    <a:lnTo>
                      <a:pt x="5273" y="5964"/>
                    </a:lnTo>
                    <a:lnTo>
                      <a:pt x="5315" y="6069"/>
                    </a:lnTo>
                    <a:lnTo>
                      <a:pt x="5273" y="6173"/>
                    </a:lnTo>
                    <a:lnTo>
                      <a:pt x="5211" y="6257"/>
                    </a:lnTo>
                    <a:lnTo>
                      <a:pt x="5127" y="6278"/>
                    </a:lnTo>
                    <a:lnTo>
                      <a:pt x="5106" y="6341"/>
                    </a:lnTo>
                    <a:lnTo>
                      <a:pt x="5106" y="6362"/>
                    </a:lnTo>
                    <a:lnTo>
                      <a:pt x="5211" y="6466"/>
                    </a:lnTo>
                    <a:lnTo>
                      <a:pt x="5357" y="6445"/>
                    </a:lnTo>
                    <a:lnTo>
                      <a:pt x="5441" y="6341"/>
                    </a:lnTo>
                    <a:lnTo>
                      <a:pt x="5462" y="6194"/>
                    </a:lnTo>
                    <a:lnTo>
                      <a:pt x="5629" y="6069"/>
                    </a:lnTo>
                    <a:lnTo>
                      <a:pt x="5650" y="5818"/>
                    </a:lnTo>
                    <a:lnTo>
                      <a:pt x="5755" y="5713"/>
                    </a:lnTo>
                    <a:lnTo>
                      <a:pt x="5859" y="5671"/>
                    </a:lnTo>
                    <a:lnTo>
                      <a:pt x="5880" y="5608"/>
                    </a:lnTo>
                    <a:lnTo>
                      <a:pt x="5859" y="5546"/>
                    </a:lnTo>
                    <a:lnTo>
                      <a:pt x="5880" y="5399"/>
                    </a:lnTo>
                    <a:lnTo>
                      <a:pt x="5859" y="5336"/>
                    </a:lnTo>
                    <a:lnTo>
                      <a:pt x="5692" y="5190"/>
                    </a:lnTo>
                    <a:lnTo>
                      <a:pt x="5587" y="5190"/>
                    </a:lnTo>
                    <a:lnTo>
                      <a:pt x="5566" y="5127"/>
                    </a:lnTo>
                    <a:lnTo>
                      <a:pt x="5566" y="5043"/>
                    </a:lnTo>
                    <a:lnTo>
                      <a:pt x="5650" y="5002"/>
                    </a:lnTo>
                    <a:lnTo>
                      <a:pt x="5671" y="4918"/>
                    </a:lnTo>
                    <a:lnTo>
                      <a:pt x="5671" y="4834"/>
                    </a:lnTo>
                    <a:lnTo>
                      <a:pt x="5734" y="4771"/>
                    </a:lnTo>
                    <a:lnTo>
                      <a:pt x="5776" y="4625"/>
                    </a:lnTo>
                    <a:lnTo>
                      <a:pt x="5838" y="4604"/>
                    </a:lnTo>
                    <a:lnTo>
                      <a:pt x="5901" y="4604"/>
                    </a:lnTo>
                    <a:lnTo>
                      <a:pt x="6006" y="4667"/>
                    </a:lnTo>
                    <a:lnTo>
                      <a:pt x="6048" y="4709"/>
                    </a:lnTo>
                    <a:lnTo>
                      <a:pt x="6215" y="4709"/>
                    </a:lnTo>
                    <a:lnTo>
                      <a:pt x="6278" y="4730"/>
                    </a:lnTo>
                    <a:lnTo>
                      <a:pt x="6257" y="4813"/>
                    </a:lnTo>
                    <a:lnTo>
                      <a:pt x="6299" y="4918"/>
                    </a:lnTo>
                    <a:lnTo>
                      <a:pt x="6382" y="5022"/>
                    </a:lnTo>
                    <a:lnTo>
                      <a:pt x="6487" y="5085"/>
                    </a:lnTo>
                    <a:lnTo>
                      <a:pt x="6487" y="5043"/>
                    </a:lnTo>
                    <a:lnTo>
                      <a:pt x="6508" y="5022"/>
                    </a:lnTo>
                    <a:lnTo>
                      <a:pt x="6487" y="5002"/>
                    </a:lnTo>
                    <a:lnTo>
                      <a:pt x="6550" y="4918"/>
                    </a:lnTo>
                    <a:lnTo>
                      <a:pt x="6571" y="4771"/>
                    </a:lnTo>
                    <a:lnTo>
                      <a:pt x="6508" y="4688"/>
                    </a:lnTo>
                    <a:lnTo>
                      <a:pt x="6403" y="4604"/>
                    </a:lnTo>
                    <a:lnTo>
                      <a:pt x="6236" y="4562"/>
                    </a:lnTo>
                    <a:lnTo>
                      <a:pt x="6131" y="4416"/>
                    </a:lnTo>
                    <a:lnTo>
                      <a:pt x="5943" y="4290"/>
                    </a:lnTo>
                    <a:lnTo>
                      <a:pt x="5504" y="4060"/>
                    </a:lnTo>
                    <a:lnTo>
                      <a:pt x="5294" y="4018"/>
                    </a:lnTo>
                    <a:lnTo>
                      <a:pt x="5148" y="4018"/>
                    </a:lnTo>
                    <a:lnTo>
                      <a:pt x="5106" y="3914"/>
                    </a:lnTo>
                    <a:lnTo>
                      <a:pt x="5106" y="3851"/>
                    </a:lnTo>
                    <a:lnTo>
                      <a:pt x="5232" y="3746"/>
                    </a:lnTo>
                    <a:lnTo>
                      <a:pt x="5252" y="3662"/>
                    </a:lnTo>
                    <a:lnTo>
                      <a:pt x="5148" y="3621"/>
                    </a:lnTo>
                    <a:lnTo>
                      <a:pt x="5022" y="3642"/>
                    </a:lnTo>
                    <a:lnTo>
                      <a:pt x="4918" y="3621"/>
                    </a:lnTo>
                    <a:lnTo>
                      <a:pt x="4708" y="3621"/>
                    </a:lnTo>
                    <a:lnTo>
                      <a:pt x="4625" y="3558"/>
                    </a:lnTo>
                    <a:lnTo>
                      <a:pt x="4520" y="3537"/>
                    </a:lnTo>
                    <a:lnTo>
                      <a:pt x="4457" y="3453"/>
                    </a:lnTo>
                    <a:lnTo>
                      <a:pt x="4290" y="3328"/>
                    </a:lnTo>
                    <a:lnTo>
                      <a:pt x="4206" y="3202"/>
                    </a:lnTo>
                    <a:lnTo>
                      <a:pt x="4102" y="3097"/>
                    </a:lnTo>
                    <a:lnTo>
                      <a:pt x="4039" y="2993"/>
                    </a:lnTo>
                    <a:lnTo>
                      <a:pt x="4039" y="2867"/>
                    </a:lnTo>
                    <a:lnTo>
                      <a:pt x="3976" y="2825"/>
                    </a:lnTo>
                    <a:lnTo>
                      <a:pt x="3976" y="2721"/>
                    </a:lnTo>
                    <a:lnTo>
                      <a:pt x="3620" y="2365"/>
                    </a:lnTo>
                    <a:lnTo>
                      <a:pt x="3537" y="2261"/>
                    </a:lnTo>
                    <a:lnTo>
                      <a:pt x="3411" y="2177"/>
                    </a:lnTo>
                    <a:lnTo>
                      <a:pt x="3139" y="2051"/>
                    </a:lnTo>
                    <a:lnTo>
                      <a:pt x="3097" y="1968"/>
                    </a:lnTo>
                    <a:lnTo>
                      <a:pt x="3056" y="1821"/>
                    </a:lnTo>
                    <a:lnTo>
                      <a:pt x="3014" y="1654"/>
                    </a:lnTo>
                    <a:lnTo>
                      <a:pt x="3056" y="1612"/>
                    </a:lnTo>
                    <a:lnTo>
                      <a:pt x="3139" y="1465"/>
                    </a:lnTo>
                    <a:lnTo>
                      <a:pt x="3056" y="1361"/>
                    </a:lnTo>
                    <a:lnTo>
                      <a:pt x="3014" y="1235"/>
                    </a:lnTo>
                    <a:lnTo>
                      <a:pt x="3056" y="1152"/>
                    </a:lnTo>
                    <a:lnTo>
                      <a:pt x="3202" y="1131"/>
                    </a:lnTo>
                    <a:lnTo>
                      <a:pt x="3307" y="1026"/>
                    </a:lnTo>
                    <a:lnTo>
                      <a:pt x="3432" y="1026"/>
                    </a:lnTo>
                    <a:lnTo>
                      <a:pt x="3516" y="942"/>
                    </a:lnTo>
                    <a:lnTo>
                      <a:pt x="3579" y="901"/>
                    </a:lnTo>
                    <a:lnTo>
                      <a:pt x="3725" y="921"/>
                    </a:lnTo>
                    <a:lnTo>
                      <a:pt x="3683" y="712"/>
                    </a:lnTo>
                    <a:lnTo>
                      <a:pt x="3725" y="691"/>
                    </a:lnTo>
                    <a:lnTo>
                      <a:pt x="3662" y="587"/>
                    </a:lnTo>
                    <a:lnTo>
                      <a:pt x="3788" y="398"/>
                    </a:lnTo>
                    <a:lnTo>
                      <a:pt x="3725" y="315"/>
                    </a:lnTo>
                    <a:lnTo>
                      <a:pt x="3537" y="356"/>
                    </a:lnTo>
                    <a:lnTo>
                      <a:pt x="3202" y="273"/>
                    </a:lnTo>
                    <a:lnTo>
                      <a:pt x="2909" y="105"/>
                    </a:lnTo>
                    <a:lnTo>
                      <a:pt x="2930" y="1"/>
                    </a:lnTo>
                    <a:lnTo>
                      <a:pt x="2721" y="43"/>
                    </a:lnTo>
                    <a:lnTo>
                      <a:pt x="2595" y="1"/>
                    </a:lnTo>
                    <a:close/>
                    <a:moveTo>
                      <a:pt x="4960" y="6236"/>
                    </a:moveTo>
                    <a:lnTo>
                      <a:pt x="4813" y="6362"/>
                    </a:lnTo>
                    <a:lnTo>
                      <a:pt x="4750" y="6362"/>
                    </a:lnTo>
                    <a:lnTo>
                      <a:pt x="4625" y="6278"/>
                    </a:lnTo>
                    <a:lnTo>
                      <a:pt x="4499" y="6403"/>
                    </a:lnTo>
                    <a:lnTo>
                      <a:pt x="4227" y="6382"/>
                    </a:lnTo>
                    <a:lnTo>
                      <a:pt x="4018" y="6445"/>
                    </a:lnTo>
                    <a:lnTo>
                      <a:pt x="3872" y="6403"/>
                    </a:lnTo>
                    <a:lnTo>
                      <a:pt x="3767" y="6341"/>
                    </a:lnTo>
                    <a:lnTo>
                      <a:pt x="3641" y="6341"/>
                    </a:lnTo>
                    <a:lnTo>
                      <a:pt x="3558" y="6382"/>
                    </a:lnTo>
                    <a:lnTo>
                      <a:pt x="3495" y="6341"/>
                    </a:lnTo>
                    <a:lnTo>
                      <a:pt x="3369" y="6382"/>
                    </a:lnTo>
                    <a:lnTo>
                      <a:pt x="3348" y="6571"/>
                    </a:lnTo>
                    <a:lnTo>
                      <a:pt x="3474" y="6675"/>
                    </a:lnTo>
                    <a:lnTo>
                      <a:pt x="3600" y="6655"/>
                    </a:lnTo>
                    <a:lnTo>
                      <a:pt x="3809" y="6801"/>
                    </a:lnTo>
                    <a:lnTo>
                      <a:pt x="3955" y="6822"/>
                    </a:lnTo>
                    <a:lnTo>
                      <a:pt x="4060" y="6927"/>
                    </a:lnTo>
                    <a:lnTo>
                      <a:pt x="4311" y="7031"/>
                    </a:lnTo>
                    <a:lnTo>
                      <a:pt x="4374" y="7010"/>
                    </a:lnTo>
                    <a:lnTo>
                      <a:pt x="4478" y="7094"/>
                    </a:lnTo>
                    <a:lnTo>
                      <a:pt x="4499" y="7199"/>
                    </a:lnTo>
                    <a:lnTo>
                      <a:pt x="4750" y="7303"/>
                    </a:lnTo>
                    <a:lnTo>
                      <a:pt x="4855" y="7282"/>
                    </a:lnTo>
                    <a:lnTo>
                      <a:pt x="4855" y="7136"/>
                    </a:lnTo>
                    <a:lnTo>
                      <a:pt x="4918" y="7073"/>
                    </a:lnTo>
                    <a:lnTo>
                      <a:pt x="4918" y="6927"/>
                    </a:lnTo>
                    <a:lnTo>
                      <a:pt x="4813" y="6801"/>
                    </a:lnTo>
                    <a:lnTo>
                      <a:pt x="4918" y="6508"/>
                    </a:lnTo>
                    <a:lnTo>
                      <a:pt x="5022" y="6403"/>
                    </a:lnTo>
                    <a:lnTo>
                      <a:pt x="5022" y="6362"/>
                    </a:lnTo>
                    <a:lnTo>
                      <a:pt x="5043" y="6362"/>
                    </a:lnTo>
                    <a:lnTo>
                      <a:pt x="5043" y="6341"/>
                    </a:lnTo>
                    <a:lnTo>
                      <a:pt x="4960" y="623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581" name="Google Shape;7674;p67">
              <a:extLst>
                <a:ext uri="{FF2B5EF4-FFF2-40B4-BE49-F238E27FC236}">
                  <a16:creationId xmlns:a16="http://schemas.microsoft.com/office/drawing/2014/main" id="{42C6D0D3-71F8-C269-9B36-8A50140A5D55}"/>
                </a:ext>
              </a:extLst>
            </p:cNvPr>
            <p:cNvGrpSpPr/>
            <p:nvPr/>
          </p:nvGrpSpPr>
          <p:grpSpPr>
            <a:xfrm>
              <a:off x="3750475" y="2481850"/>
              <a:ext cx="85125" cy="51800"/>
              <a:chOff x="3750475" y="2481850"/>
              <a:chExt cx="85125" cy="51800"/>
            </a:xfrm>
            <a:grpFill/>
          </p:grpSpPr>
          <p:sp>
            <p:nvSpPr>
              <p:cNvPr id="814" name="Google Shape;7675;p67">
                <a:extLst>
                  <a:ext uri="{FF2B5EF4-FFF2-40B4-BE49-F238E27FC236}">
                    <a16:creationId xmlns:a16="http://schemas.microsoft.com/office/drawing/2014/main" id="{AF1592E7-EC58-0833-F4CA-9E84C1F8D077}"/>
                  </a:ext>
                </a:extLst>
              </p:cNvPr>
              <p:cNvSpPr/>
              <p:nvPr/>
            </p:nvSpPr>
            <p:spPr>
              <a:xfrm>
                <a:off x="3762125" y="2492625"/>
                <a:ext cx="64900" cy="36650"/>
              </a:xfrm>
              <a:custGeom>
                <a:avLst/>
                <a:gdLst/>
                <a:ahLst/>
                <a:cxnLst/>
                <a:rect l="l" t="t" r="r" b="b"/>
                <a:pathLst>
                  <a:path w="2596" h="1466" extrusionOk="0">
                    <a:moveTo>
                      <a:pt x="1507" y="1"/>
                    </a:moveTo>
                    <a:lnTo>
                      <a:pt x="1361" y="64"/>
                    </a:lnTo>
                    <a:lnTo>
                      <a:pt x="1402" y="105"/>
                    </a:lnTo>
                    <a:lnTo>
                      <a:pt x="1340" y="189"/>
                    </a:lnTo>
                    <a:lnTo>
                      <a:pt x="1214" y="126"/>
                    </a:lnTo>
                    <a:lnTo>
                      <a:pt x="1109" y="189"/>
                    </a:lnTo>
                    <a:lnTo>
                      <a:pt x="1005" y="168"/>
                    </a:lnTo>
                    <a:lnTo>
                      <a:pt x="817" y="210"/>
                    </a:lnTo>
                    <a:lnTo>
                      <a:pt x="712" y="210"/>
                    </a:lnTo>
                    <a:lnTo>
                      <a:pt x="691" y="126"/>
                    </a:lnTo>
                    <a:lnTo>
                      <a:pt x="565" y="126"/>
                    </a:lnTo>
                    <a:lnTo>
                      <a:pt x="482" y="231"/>
                    </a:lnTo>
                    <a:lnTo>
                      <a:pt x="607" y="294"/>
                    </a:lnTo>
                    <a:lnTo>
                      <a:pt x="607" y="398"/>
                    </a:lnTo>
                    <a:lnTo>
                      <a:pt x="503" y="440"/>
                    </a:lnTo>
                    <a:lnTo>
                      <a:pt x="398" y="608"/>
                    </a:lnTo>
                    <a:lnTo>
                      <a:pt x="314" y="628"/>
                    </a:lnTo>
                    <a:lnTo>
                      <a:pt x="168" y="859"/>
                    </a:lnTo>
                    <a:lnTo>
                      <a:pt x="147" y="1047"/>
                    </a:lnTo>
                    <a:lnTo>
                      <a:pt x="147" y="1152"/>
                    </a:lnTo>
                    <a:lnTo>
                      <a:pt x="84" y="1152"/>
                    </a:lnTo>
                    <a:lnTo>
                      <a:pt x="0" y="1173"/>
                    </a:lnTo>
                    <a:lnTo>
                      <a:pt x="42" y="1277"/>
                    </a:lnTo>
                    <a:lnTo>
                      <a:pt x="147" y="1277"/>
                    </a:lnTo>
                    <a:lnTo>
                      <a:pt x="293" y="1235"/>
                    </a:lnTo>
                    <a:lnTo>
                      <a:pt x="252" y="1068"/>
                    </a:lnTo>
                    <a:lnTo>
                      <a:pt x="314" y="1026"/>
                    </a:lnTo>
                    <a:lnTo>
                      <a:pt x="482" y="1026"/>
                    </a:lnTo>
                    <a:lnTo>
                      <a:pt x="524" y="1131"/>
                    </a:lnTo>
                    <a:lnTo>
                      <a:pt x="586" y="1277"/>
                    </a:lnTo>
                    <a:lnTo>
                      <a:pt x="670" y="1340"/>
                    </a:lnTo>
                    <a:lnTo>
                      <a:pt x="670" y="1424"/>
                    </a:lnTo>
                    <a:lnTo>
                      <a:pt x="796" y="1465"/>
                    </a:lnTo>
                    <a:lnTo>
                      <a:pt x="1026" y="1319"/>
                    </a:lnTo>
                    <a:lnTo>
                      <a:pt x="1151" y="1361"/>
                    </a:lnTo>
                    <a:lnTo>
                      <a:pt x="1361" y="1026"/>
                    </a:lnTo>
                    <a:lnTo>
                      <a:pt x="1507" y="1110"/>
                    </a:lnTo>
                    <a:lnTo>
                      <a:pt x="1507" y="1235"/>
                    </a:lnTo>
                    <a:lnTo>
                      <a:pt x="1674" y="1319"/>
                    </a:lnTo>
                    <a:lnTo>
                      <a:pt x="1737" y="1445"/>
                    </a:lnTo>
                    <a:lnTo>
                      <a:pt x="1842" y="1235"/>
                    </a:lnTo>
                    <a:lnTo>
                      <a:pt x="1842" y="1068"/>
                    </a:lnTo>
                    <a:lnTo>
                      <a:pt x="2093" y="1131"/>
                    </a:lnTo>
                    <a:lnTo>
                      <a:pt x="2197" y="1131"/>
                    </a:lnTo>
                    <a:lnTo>
                      <a:pt x="2302" y="1214"/>
                    </a:lnTo>
                    <a:lnTo>
                      <a:pt x="2302" y="1005"/>
                    </a:lnTo>
                    <a:lnTo>
                      <a:pt x="2553" y="942"/>
                    </a:lnTo>
                    <a:lnTo>
                      <a:pt x="2490" y="754"/>
                    </a:lnTo>
                    <a:lnTo>
                      <a:pt x="2595" y="628"/>
                    </a:lnTo>
                    <a:lnTo>
                      <a:pt x="2553" y="524"/>
                    </a:lnTo>
                    <a:lnTo>
                      <a:pt x="2469" y="524"/>
                    </a:lnTo>
                    <a:lnTo>
                      <a:pt x="2365" y="628"/>
                    </a:lnTo>
                    <a:lnTo>
                      <a:pt x="2260" y="503"/>
                    </a:lnTo>
                    <a:lnTo>
                      <a:pt x="2177" y="524"/>
                    </a:lnTo>
                    <a:lnTo>
                      <a:pt x="2030" y="524"/>
                    </a:lnTo>
                    <a:lnTo>
                      <a:pt x="1988" y="440"/>
                    </a:lnTo>
                    <a:lnTo>
                      <a:pt x="2030" y="398"/>
                    </a:lnTo>
                    <a:lnTo>
                      <a:pt x="2030" y="294"/>
                    </a:lnTo>
                    <a:lnTo>
                      <a:pt x="1884" y="210"/>
                    </a:lnTo>
                    <a:lnTo>
                      <a:pt x="1737" y="84"/>
                    </a:lnTo>
                    <a:lnTo>
                      <a:pt x="1653" y="84"/>
                    </a:lnTo>
                    <a:lnTo>
                      <a:pt x="1612" y="126"/>
                    </a:lnTo>
                    <a:lnTo>
                      <a:pt x="1528" y="105"/>
                    </a:lnTo>
                    <a:lnTo>
                      <a:pt x="1507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15" name="Google Shape;7676;p67">
                <a:extLst>
                  <a:ext uri="{FF2B5EF4-FFF2-40B4-BE49-F238E27FC236}">
                    <a16:creationId xmlns:a16="http://schemas.microsoft.com/office/drawing/2014/main" id="{B2CC85C9-1A8E-5589-26BB-1A58BB72C059}"/>
                  </a:ext>
                </a:extLst>
              </p:cNvPr>
              <p:cNvSpPr/>
              <p:nvPr/>
            </p:nvSpPr>
            <p:spPr>
              <a:xfrm>
                <a:off x="3750475" y="2481850"/>
                <a:ext cx="85125" cy="51800"/>
              </a:xfrm>
              <a:custGeom>
                <a:avLst/>
                <a:gdLst/>
                <a:ahLst/>
                <a:cxnLst/>
                <a:rect l="l" t="t" r="r" b="b"/>
                <a:pathLst>
                  <a:path w="3405" h="2072" extrusionOk="0">
                    <a:moveTo>
                      <a:pt x="1095" y="286"/>
                    </a:moveTo>
                    <a:lnTo>
                      <a:pt x="0" y="1667"/>
                    </a:lnTo>
                    <a:lnTo>
                      <a:pt x="547" y="2072"/>
                    </a:lnTo>
                    <a:lnTo>
                      <a:pt x="1214" y="1858"/>
                    </a:lnTo>
                    <a:lnTo>
                      <a:pt x="1881" y="1262"/>
                    </a:lnTo>
                    <a:lnTo>
                      <a:pt x="2976" y="1286"/>
                    </a:lnTo>
                    <a:lnTo>
                      <a:pt x="3405" y="786"/>
                    </a:lnTo>
                    <a:lnTo>
                      <a:pt x="216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582" name="Google Shape;7677;p67">
              <a:extLst>
                <a:ext uri="{FF2B5EF4-FFF2-40B4-BE49-F238E27FC236}">
                  <a16:creationId xmlns:a16="http://schemas.microsoft.com/office/drawing/2014/main" id="{17D7A6BE-EBFF-909D-20BF-887DCC7758F4}"/>
                </a:ext>
              </a:extLst>
            </p:cNvPr>
            <p:cNvGrpSpPr/>
            <p:nvPr/>
          </p:nvGrpSpPr>
          <p:grpSpPr>
            <a:xfrm>
              <a:off x="3627175" y="2432450"/>
              <a:ext cx="172100" cy="169075"/>
              <a:chOff x="3627175" y="2432450"/>
              <a:chExt cx="172100" cy="169075"/>
            </a:xfrm>
            <a:grpFill/>
          </p:grpSpPr>
          <p:sp>
            <p:nvSpPr>
              <p:cNvPr id="811" name="Google Shape;7678;p67">
                <a:extLst>
                  <a:ext uri="{FF2B5EF4-FFF2-40B4-BE49-F238E27FC236}">
                    <a16:creationId xmlns:a16="http://schemas.microsoft.com/office/drawing/2014/main" id="{4903F6F7-3CC8-D04D-996F-7E2BF680FA37}"/>
                  </a:ext>
                </a:extLst>
              </p:cNvPr>
              <p:cNvSpPr/>
              <p:nvPr/>
            </p:nvSpPr>
            <p:spPr>
              <a:xfrm>
                <a:off x="3627175" y="2433000"/>
                <a:ext cx="164800" cy="156950"/>
              </a:xfrm>
              <a:custGeom>
                <a:avLst/>
                <a:gdLst/>
                <a:ahLst/>
                <a:cxnLst/>
                <a:rect l="l" t="t" r="r" b="b"/>
                <a:pathLst>
                  <a:path w="6592" h="6278" extrusionOk="0">
                    <a:moveTo>
                      <a:pt x="3829" y="0"/>
                    </a:moveTo>
                    <a:lnTo>
                      <a:pt x="3808" y="42"/>
                    </a:lnTo>
                    <a:lnTo>
                      <a:pt x="3599" y="105"/>
                    </a:lnTo>
                    <a:lnTo>
                      <a:pt x="3578" y="63"/>
                    </a:lnTo>
                    <a:lnTo>
                      <a:pt x="3390" y="168"/>
                    </a:lnTo>
                    <a:lnTo>
                      <a:pt x="3369" y="272"/>
                    </a:lnTo>
                    <a:lnTo>
                      <a:pt x="3390" y="398"/>
                    </a:lnTo>
                    <a:lnTo>
                      <a:pt x="3348" y="607"/>
                    </a:lnTo>
                    <a:lnTo>
                      <a:pt x="3181" y="796"/>
                    </a:lnTo>
                    <a:lnTo>
                      <a:pt x="3181" y="837"/>
                    </a:lnTo>
                    <a:lnTo>
                      <a:pt x="2992" y="900"/>
                    </a:lnTo>
                    <a:lnTo>
                      <a:pt x="2888" y="900"/>
                    </a:lnTo>
                    <a:lnTo>
                      <a:pt x="2783" y="879"/>
                    </a:lnTo>
                    <a:lnTo>
                      <a:pt x="2574" y="1005"/>
                    </a:lnTo>
                    <a:lnTo>
                      <a:pt x="2532" y="1089"/>
                    </a:lnTo>
                    <a:lnTo>
                      <a:pt x="2574" y="1151"/>
                    </a:lnTo>
                    <a:lnTo>
                      <a:pt x="2658" y="1193"/>
                    </a:lnTo>
                    <a:lnTo>
                      <a:pt x="2532" y="1298"/>
                    </a:lnTo>
                    <a:lnTo>
                      <a:pt x="2365" y="1319"/>
                    </a:lnTo>
                    <a:lnTo>
                      <a:pt x="2134" y="1298"/>
                    </a:lnTo>
                    <a:lnTo>
                      <a:pt x="2030" y="1235"/>
                    </a:lnTo>
                    <a:lnTo>
                      <a:pt x="1946" y="1298"/>
                    </a:lnTo>
                    <a:lnTo>
                      <a:pt x="1925" y="1214"/>
                    </a:lnTo>
                    <a:lnTo>
                      <a:pt x="1841" y="1151"/>
                    </a:lnTo>
                    <a:lnTo>
                      <a:pt x="1883" y="1047"/>
                    </a:lnTo>
                    <a:lnTo>
                      <a:pt x="1800" y="1026"/>
                    </a:lnTo>
                    <a:lnTo>
                      <a:pt x="1695" y="1047"/>
                    </a:lnTo>
                    <a:lnTo>
                      <a:pt x="1569" y="1047"/>
                    </a:lnTo>
                    <a:lnTo>
                      <a:pt x="1507" y="1026"/>
                    </a:lnTo>
                    <a:lnTo>
                      <a:pt x="1528" y="1151"/>
                    </a:lnTo>
                    <a:lnTo>
                      <a:pt x="1507" y="1214"/>
                    </a:lnTo>
                    <a:lnTo>
                      <a:pt x="1716" y="1402"/>
                    </a:lnTo>
                    <a:lnTo>
                      <a:pt x="1674" y="1444"/>
                    </a:lnTo>
                    <a:lnTo>
                      <a:pt x="1695" y="1528"/>
                    </a:lnTo>
                    <a:lnTo>
                      <a:pt x="1695" y="1633"/>
                    </a:lnTo>
                    <a:lnTo>
                      <a:pt x="1737" y="1716"/>
                    </a:lnTo>
                    <a:lnTo>
                      <a:pt x="1737" y="1821"/>
                    </a:lnTo>
                    <a:lnTo>
                      <a:pt x="1569" y="1779"/>
                    </a:lnTo>
                    <a:lnTo>
                      <a:pt x="1465" y="1821"/>
                    </a:lnTo>
                    <a:lnTo>
                      <a:pt x="1381" y="1779"/>
                    </a:lnTo>
                    <a:lnTo>
                      <a:pt x="1277" y="1821"/>
                    </a:lnTo>
                    <a:lnTo>
                      <a:pt x="1256" y="1758"/>
                    </a:lnTo>
                    <a:lnTo>
                      <a:pt x="1109" y="1863"/>
                    </a:lnTo>
                    <a:lnTo>
                      <a:pt x="963" y="1653"/>
                    </a:lnTo>
                    <a:lnTo>
                      <a:pt x="858" y="1633"/>
                    </a:lnTo>
                    <a:lnTo>
                      <a:pt x="733" y="1653"/>
                    </a:lnTo>
                    <a:lnTo>
                      <a:pt x="628" y="1758"/>
                    </a:lnTo>
                    <a:lnTo>
                      <a:pt x="565" y="1737"/>
                    </a:lnTo>
                    <a:lnTo>
                      <a:pt x="481" y="1779"/>
                    </a:lnTo>
                    <a:lnTo>
                      <a:pt x="440" y="1758"/>
                    </a:lnTo>
                    <a:lnTo>
                      <a:pt x="335" y="1758"/>
                    </a:lnTo>
                    <a:lnTo>
                      <a:pt x="251" y="1842"/>
                    </a:lnTo>
                    <a:lnTo>
                      <a:pt x="63" y="1863"/>
                    </a:lnTo>
                    <a:lnTo>
                      <a:pt x="0" y="1946"/>
                    </a:lnTo>
                    <a:lnTo>
                      <a:pt x="42" y="2030"/>
                    </a:lnTo>
                    <a:lnTo>
                      <a:pt x="147" y="1988"/>
                    </a:lnTo>
                    <a:lnTo>
                      <a:pt x="251" y="2030"/>
                    </a:lnTo>
                    <a:lnTo>
                      <a:pt x="272" y="2051"/>
                    </a:lnTo>
                    <a:lnTo>
                      <a:pt x="272" y="2051"/>
                    </a:lnTo>
                    <a:lnTo>
                      <a:pt x="147" y="2030"/>
                    </a:lnTo>
                    <a:lnTo>
                      <a:pt x="105" y="2051"/>
                    </a:lnTo>
                    <a:lnTo>
                      <a:pt x="126" y="2156"/>
                    </a:lnTo>
                    <a:lnTo>
                      <a:pt x="168" y="2072"/>
                    </a:lnTo>
                    <a:lnTo>
                      <a:pt x="230" y="2093"/>
                    </a:lnTo>
                    <a:lnTo>
                      <a:pt x="251" y="2177"/>
                    </a:lnTo>
                    <a:lnTo>
                      <a:pt x="209" y="2197"/>
                    </a:lnTo>
                    <a:lnTo>
                      <a:pt x="105" y="2239"/>
                    </a:lnTo>
                    <a:lnTo>
                      <a:pt x="105" y="2260"/>
                    </a:lnTo>
                    <a:lnTo>
                      <a:pt x="209" y="2260"/>
                    </a:lnTo>
                    <a:lnTo>
                      <a:pt x="230" y="2386"/>
                    </a:lnTo>
                    <a:lnTo>
                      <a:pt x="230" y="2469"/>
                    </a:lnTo>
                    <a:lnTo>
                      <a:pt x="335" y="2386"/>
                    </a:lnTo>
                    <a:lnTo>
                      <a:pt x="481" y="2386"/>
                    </a:lnTo>
                    <a:lnTo>
                      <a:pt x="670" y="2469"/>
                    </a:lnTo>
                    <a:lnTo>
                      <a:pt x="733" y="2511"/>
                    </a:lnTo>
                    <a:lnTo>
                      <a:pt x="774" y="2511"/>
                    </a:lnTo>
                    <a:lnTo>
                      <a:pt x="900" y="2595"/>
                    </a:lnTo>
                    <a:lnTo>
                      <a:pt x="1005" y="2511"/>
                    </a:lnTo>
                    <a:lnTo>
                      <a:pt x="1067" y="2553"/>
                    </a:lnTo>
                    <a:lnTo>
                      <a:pt x="1046" y="2595"/>
                    </a:lnTo>
                    <a:lnTo>
                      <a:pt x="1067" y="2658"/>
                    </a:lnTo>
                    <a:lnTo>
                      <a:pt x="1172" y="2595"/>
                    </a:lnTo>
                    <a:lnTo>
                      <a:pt x="1214" y="2658"/>
                    </a:lnTo>
                    <a:lnTo>
                      <a:pt x="1172" y="2762"/>
                    </a:lnTo>
                    <a:lnTo>
                      <a:pt x="1214" y="2825"/>
                    </a:lnTo>
                    <a:lnTo>
                      <a:pt x="1297" y="2825"/>
                    </a:lnTo>
                    <a:lnTo>
                      <a:pt x="1402" y="2783"/>
                    </a:lnTo>
                    <a:lnTo>
                      <a:pt x="1528" y="2783"/>
                    </a:lnTo>
                    <a:lnTo>
                      <a:pt x="1611" y="2888"/>
                    </a:lnTo>
                    <a:lnTo>
                      <a:pt x="1507" y="2825"/>
                    </a:lnTo>
                    <a:lnTo>
                      <a:pt x="1402" y="2825"/>
                    </a:lnTo>
                    <a:lnTo>
                      <a:pt x="1360" y="2930"/>
                    </a:lnTo>
                    <a:lnTo>
                      <a:pt x="1402" y="2972"/>
                    </a:lnTo>
                    <a:lnTo>
                      <a:pt x="1423" y="3076"/>
                    </a:lnTo>
                    <a:lnTo>
                      <a:pt x="1381" y="3181"/>
                    </a:lnTo>
                    <a:lnTo>
                      <a:pt x="1402" y="3244"/>
                    </a:lnTo>
                    <a:lnTo>
                      <a:pt x="1486" y="3244"/>
                    </a:lnTo>
                    <a:lnTo>
                      <a:pt x="1632" y="3432"/>
                    </a:lnTo>
                    <a:lnTo>
                      <a:pt x="1779" y="3453"/>
                    </a:lnTo>
                    <a:lnTo>
                      <a:pt x="1904" y="3537"/>
                    </a:lnTo>
                    <a:lnTo>
                      <a:pt x="1904" y="3641"/>
                    </a:lnTo>
                    <a:lnTo>
                      <a:pt x="1946" y="3725"/>
                    </a:lnTo>
                    <a:lnTo>
                      <a:pt x="1904" y="3830"/>
                    </a:lnTo>
                    <a:lnTo>
                      <a:pt x="1883" y="3850"/>
                    </a:lnTo>
                    <a:lnTo>
                      <a:pt x="1841" y="3934"/>
                    </a:lnTo>
                    <a:lnTo>
                      <a:pt x="1946" y="3955"/>
                    </a:lnTo>
                    <a:lnTo>
                      <a:pt x="2134" y="4081"/>
                    </a:lnTo>
                    <a:lnTo>
                      <a:pt x="2260" y="4436"/>
                    </a:lnTo>
                    <a:lnTo>
                      <a:pt x="2260" y="4436"/>
                    </a:lnTo>
                    <a:lnTo>
                      <a:pt x="2113" y="4269"/>
                    </a:lnTo>
                    <a:lnTo>
                      <a:pt x="2093" y="4143"/>
                    </a:lnTo>
                    <a:lnTo>
                      <a:pt x="1946" y="4081"/>
                    </a:lnTo>
                    <a:lnTo>
                      <a:pt x="1904" y="4122"/>
                    </a:lnTo>
                    <a:lnTo>
                      <a:pt x="1841" y="4394"/>
                    </a:lnTo>
                    <a:lnTo>
                      <a:pt x="1841" y="4604"/>
                    </a:lnTo>
                    <a:lnTo>
                      <a:pt x="1946" y="4687"/>
                    </a:lnTo>
                    <a:lnTo>
                      <a:pt x="1883" y="4750"/>
                    </a:lnTo>
                    <a:lnTo>
                      <a:pt x="1841" y="5127"/>
                    </a:lnTo>
                    <a:lnTo>
                      <a:pt x="1737" y="5482"/>
                    </a:lnTo>
                    <a:lnTo>
                      <a:pt x="1590" y="5545"/>
                    </a:lnTo>
                    <a:lnTo>
                      <a:pt x="1695" y="5608"/>
                    </a:lnTo>
                    <a:lnTo>
                      <a:pt x="1716" y="5629"/>
                    </a:lnTo>
                    <a:lnTo>
                      <a:pt x="1779" y="5629"/>
                    </a:lnTo>
                    <a:lnTo>
                      <a:pt x="1800" y="5754"/>
                    </a:lnTo>
                    <a:lnTo>
                      <a:pt x="1800" y="5859"/>
                    </a:lnTo>
                    <a:lnTo>
                      <a:pt x="1946" y="5838"/>
                    </a:lnTo>
                    <a:lnTo>
                      <a:pt x="2197" y="5922"/>
                    </a:lnTo>
                    <a:lnTo>
                      <a:pt x="2302" y="6047"/>
                    </a:lnTo>
                    <a:lnTo>
                      <a:pt x="2406" y="6006"/>
                    </a:lnTo>
                    <a:lnTo>
                      <a:pt x="2532" y="6131"/>
                    </a:lnTo>
                    <a:lnTo>
                      <a:pt x="2678" y="6131"/>
                    </a:lnTo>
                    <a:lnTo>
                      <a:pt x="2762" y="6152"/>
                    </a:lnTo>
                    <a:lnTo>
                      <a:pt x="2867" y="6047"/>
                    </a:lnTo>
                    <a:lnTo>
                      <a:pt x="3139" y="6047"/>
                    </a:lnTo>
                    <a:lnTo>
                      <a:pt x="3243" y="6110"/>
                    </a:lnTo>
                    <a:lnTo>
                      <a:pt x="3390" y="6068"/>
                    </a:lnTo>
                    <a:lnTo>
                      <a:pt x="3557" y="6173"/>
                    </a:lnTo>
                    <a:lnTo>
                      <a:pt x="3829" y="6152"/>
                    </a:lnTo>
                    <a:lnTo>
                      <a:pt x="4018" y="6257"/>
                    </a:lnTo>
                    <a:lnTo>
                      <a:pt x="4101" y="6278"/>
                    </a:lnTo>
                    <a:lnTo>
                      <a:pt x="4101" y="6236"/>
                    </a:lnTo>
                    <a:lnTo>
                      <a:pt x="4038" y="6068"/>
                    </a:lnTo>
                    <a:lnTo>
                      <a:pt x="4101" y="5859"/>
                    </a:lnTo>
                    <a:lnTo>
                      <a:pt x="4101" y="5796"/>
                    </a:lnTo>
                    <a:lnTo>
                      <a:pt x="4227" y="5650"/>
                    </a:lnTo>
                    <a:lnTo>
                      <a:pt x="4436" y="5441"/>
                    </a:lnTo>
                    <a:lnTo>
                      <a:pt x="4499" y="5441"/>
                    </a:lnTo>
                    <a:lnTo>
                      <a:pt x="4562" y="5503"/>
                    </a:lnTo>
                    <a:lnTo>
                      <a:pt x="4708" y="5503"/>
                    </a:lnTo>
                    <a:lnTo>
                      <a:pt x="4834" y="5587"/>
                    </a:lnTo>
                    <a:lnTo>
                      <a:pt x="4938" y="5587"/>
                    </a:lnTo>
                    <a:lnTo>
                      <a:pt x="5022" y="5524"/>
                    </a:lnTo>
                    <a:lnTo>
                      <a:pt x="5085" y="5503"/>
                    </a:lnTo>
                    <a:lnTo>
                      <a:pt x="5461" y="5734"/>
                    </a:lnTo>
                    <a:lnTo>
                      <a:pt x="5545" y="5817"/>
                    </a:lnTo>
                    <a:lnTo>
                      <a:pt x="5796" y="5817"/>
                    </a:lnTo>
                    <a:lnTo>
                      <a:pt x="5901" y="5734"/>
                    </a:lnTo>
                    <a:lnTo>
                      <a:pt x="5880" y="5692"/>
                    </a:lnTo>
                    <a:lnTo>
                      <a:pt x="5984" y="5545"/>
                    </a:lnTo>
                    <a:lnTo>
                      <a:pt x="6340" y="5294"/>
                    </a:lnTo>
                    <a:lnTo>
                      <a:pt x="6382" y="5273"/>
                    </a:lnTo>
                    <a:lnTo>
                      <a:pt x="6319" y="5169"/>
                    </a:lnTo>
                    <a:lnTo>
                      <a:pt x="6403" y="4980"/>
                    </a:lnTo>
                    <a:lnTo>
                      <a:pt x="6235" y="4980"/>
                    </a:lnTo>
                    <a:lnTo>
                      <a:pt x="6068" y="4855"/>
                    </a:lnTo>
                    <a:lnTo>
                      <a:pt x="6026" y="4562"/>
                    </a:lnTo>
                    <a:lnTo>
                      <a:pt x="5880" y="4394"/>
                    </a:lnTo>
                    <a:lnTo>
                      <a:pt x="5963" y="4332"/>
                    </a:lnTo>
                    <a:lnTo>
                      <a:pt x="6089" y="4290"/>
                    </a:lnTo>
                    <a:lnTo>
                      <a:pt x="6131" y="4122"/>
                    </a:lnTo>
                    <a:lnTo>
                      <a:pt x="6026" y="4018"/>
                    </a:lnTo>
                    <a:lnTo>
                      <a:pt x="6005" y="3850"/>
                    </a:lnTo>
                    <a:lnTo>
                      <a:pt x="6068" y="3809"/>
                    </a:lnTo>
                    <a:lnTo>
                      <a:pt x="6068" y="3725"/>
                    </a:lnTo>
                    <a:lnTo>
                      <a:pt x="5984" y="3662"/>
                    </a:lnTo>
                    <a:lnTo>
                      <a:pt x="5922" y="3516"/>
                    </a:lnTo>
                    <a:lnTo>
                      <a:pt x="5880" y="3411"/>
                    </a:lnTo>
                    <a:lnTo>
                      <a:pt x="5712" y="3411"/>
                    </a:lnTo>
                    <a:lnTo>
                      <a:pt x="5650" y="3453"/>
                    </a:lnTo>
                    <a:lnTo>
                      <a:pt x="5691" y="3620"/>
                    </a:lnTo>
                    <a:lnTo>
                      <a:pt x="5545" y="3662"/>
                    </a:lnTo>
                    <a:lnTo>
                      <a:pt x="5440" y="3662"/>
                    </a:lnTo>
                    <a:lnTo>
                      <a:pt x="5398" y="3558"/>
                    </a:lnTo>
                    <a:lnTo>
                      <a:pt x="5482" y="3537"/>
                    </a:lnTo>
                    <a:lnTo>
                      <a:pt x="5545" y="3537"/>
                    </a:lnTo>
                    <a:lnTo>
                      <a:pt x="5545" y="3432"/>
                    </a:lnTo>
                    <a:lnTo>
                      <a:pt x="5566" y="3244"/>
                    </a:lnTo>
                    <a:lnTo>
                      <a:pt x="5712" y="3013"/>
                    </a:lnTo>
                    <a:lnTo>
                      <a:pt x="5796" y="2993"/>
                    </a:lnTo>
                    <a:lnTo>
                      <a:pt x="5901" y="2825"/>
                    </a:lnTo>
                    <a:lnTo>
                      <a:pt x="6005" y="2783"/>
                    </a:lnTo>
                    <a:lnTo>
                      <a:pt x="6005" y="2679"/>
                    </a:lnTo>
                    <a:lnTo>
                      <a:pt x="5880" y="2616"/>
                    </a:lnTo>
                    <a:lnTo>
                      <a:pt x="5963" y="2511"/>
                    </a:lnTo>
                    <a:lnTo>
                      <a:pt x="6089" y="2511"/>
                    </a:lnTo>
                    <a:lnTo>
                      <a:pt x="6110" y="2595"/>
                    </a:lnTo>
                    <a:lnTo>
                      <a:pt x="6215" y="2595"/>
                    </a:lnTo>
                    <a:lnTo>
                      <a:pt x="6403" y="2553"/>
                    </a:lnTo>
                    <a:lnTo>
                      <a:pt x="6340" y="2449"/>
                    </a:lnTo>
                    <a:lnTo>
                      <a:pt x="6235" y="2365"/>
                    </a:lnTo>
                    <a:lnTo>
                      <a:pt x="6235" y="2197"/>
                    </a:lnTo>
                    <a:lnTo>
                      <a:pt x="6298" y="2030"/>
                    </a:lnTo>
                    <a:lnTo>
                      <a:pt x="6382" y="1946"/>
                    </a:lnTo>
                    <a:lnTo>
                      <a:pt x="6382" y="1842"/>
                    </a:lnTo>
                    <a:lnTo>
                      <a:pt x="6445" y="1674"/>
                    </a:lnTo>
                    <a:lnTo>
                      <a:pt x="6591" y="1549"/>
                    </a:lnTo>
                    <a:lnTo>
                      <a:pt x="6445" y="1465"/>
                    </a:lnTo>
                    <a:lnTo>
                      <a:pt x="6340" y="1465"/>
                    </a:lnTo>
                    <a:lnTo>
                      <a:pt x="6215" y="1402"/>
                    </a:lnTo>
                    <a:lnTo>
                      <a:pt x="6110" y="1444"/>
                    </a:lnTo>
                    <a:lnTo>
                      <a:pt x="6026" y="1402"/>
                    </a:lnTo>
                    <a:lnTo>
                      <a:pt x="5922" y="1402"/>
                    </a:lnTo>
                    <a:lnTo>
                      <a:pt x="5859" y="1444"/>
                    </a:lnTo>
                    <a:lnTo>
                      <a:pt x="5754" y="1361"/>
                    </a:lnTo>
                    <a:lnTo>
                      <a:pt x="5754" y="1298"/>
                    </a:lnTo>
                    <a:lnTo>
                      <a:pt x="5650" y="1214"/>
                    </a:lnTo>
                    <a:lnTo>
                      <a:pt x="5566" y="1235"/>
                    </a:lnTo>
                    <a:lnTo>
                      <a:pt x="5398" y="1193"/>
                    </a:lnTo>
                    <a:lnTo>
                      <a:pt x="5357" y="1089"/>
                    </a:lnTo>
                    <a:lnTo>
                      <a:pt x="5252" y="1089"/>
                    </a:lnTo>
                    <a:lnTo>
                      <a:pt x="5189" y="1130"/>
                    </a:lnTo>
                    <a:lnTo>
                      <a:pt x="5085" y="1047"/>
                    </a:lnTo>
                    <a:lnTo>
                      <a:pt x="4980" y="1026"/>
                    </a:lnTo>
                    <a:lnTo>
                      <a:pt x="4854" y="879"/>
                    </a:lnTo>
                    <a:lnTo>
                      <a:pt x="4771" y="837"/>
                    </a:lnTo>
                    <a:lnTo>
                      <a:pt x="4729" y="796"/>
                    </a:lnTo>
                    <a:lnTo>
                      <a:pt x="4645" y="796"/>
                    </a:lnTo>
                    <a:lnTo>
                      <a:pt x="4603" y="837"/>
                    </a:lnTo>
                    <a:lnTo>
                      <a:pt x="4457" y="775"/>
                    </a:lnTo>
                    <a:lnTo>
                      <a:pt x="4457" y="607"/>
                    </a:lnTo>
                    <a:lnTo>
                      <a:pt x="4394" y="586"/>
                    </a:lnTo>
                    <a:lnTo>
                      <a:pt x="4310" y="524"/>
                    </a:lnTo>
                    <a:lnTo>
                      <a:pt x="4227" y="524"/>
                    </a:lnTo>
                    <a:lnTo>
                      <a:pt x="4080" y="398"/>
                    </a:lnTo>
                    <a:lnTo>
                      <a:pt x="4038" y="293"/>
                    </a:lnTo>
                    <a:lnTo>
                      <a:pt x="3913" y="252"/>
                    </a:lnTo>
                    <a:lnTo>
                      <a:pt x="3892" y="63"/>
                    </a:lnTo>
                    <a:lnTo>
                      <a:pt x="382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12" name="Google Shape;7679;p67">
                <a:extLst>
                  <a:ext uri="{FF2B5EF4-FFF2-40B4-BE49-F238E27FC236}">
                    <a16:creationId xmlns:a16="http://schemas.microsoft.com/office/drawing/2014/main" id="{802733E9-C6A6-8766-79C1-0CC864360AC7}"/>
                  </a:ext>
                </a:extLst>
              </p:cNvPr>
              <p:cNvSpPr/>
              <p:nvPr/>
            </p:nvSpPr>
            <p:spPr>
              <a:xfrm>
                <a:off x="3658200" y="2557475"/>
                <a:ext cx="70850" cy="44050"/>
              </a:xfrm>
              <a:custGeom>
                <a:avLst/>
                <a:gdLst/>
                <a:ahLst/>
                <a:cxnLst/>
                <a:rect l="l" t="t" r="r" b="b"/>
                <a:pathLst>
                  <a:path w="2834" h="1762" extrusionOk="0">
                    <a:moveTo>
                      <a:pt x="571" y="595"/>
                    </a:moveTo>
                    <a:lnTo>
                      <a:pt x="0" y="1119"/>
                    </a:lnTo>
                    <a:lnTo>
                      <a:pt x="1833" y="1762"/>
                    </a:lnTo>
                    <a:lnTo>
                      <a:pt x="2714" y="1476"/>
                    </a:lnTo>
                    <a:lnTo>
                      <a:pt x="2834" y="1071"/>
                    </a:lnTo>
                    <a:lnTo>
                      <a:pt x="1833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13" name="Google Shape;7680;p67">
                <a:extLst>
                  <a:ext uri="{FF2B5EF4-FFF2-40B4-BE49-F238E27FC236}">
                    <a16:creationId xmlns:a16="http://schemas.microsoft.com/office/drawing/2014/main" id="{4A27CF45-F7B1-A087-C6C5-B87602E19A02}"/>
                  </a:ext>
                </a:extLst>
              </p:cNvPr>
              <p:cNvSpPr/>
              <p:nvPr/>
            </p:nvSpPr>
            <p:spPr>
              <a:xfrm>
                <a:off x="3719525" y="2432450"/>
                <a:ext cx="79750" cy="89900"/>
              </a:xfrm>
              <a:custGeom>
                <a:avLst/>
                <a:gdLst/>
                <a:ahLst/>
                <a:cxnLst/>
                <a:rect l="l" t="t" r="r" b="b"/>
                <a:pathLst>
                  <a:path w="3190" h="3596" extrusionOk="0">
                    <a:moveTo>
                      <a:pt x="0" y="167"/>
                    </a:moveTo>
                    <a:lnTo>
                      <a:pt x="261" y="0"/>
                    </a:lnTo>
                    <a:lnTo>
                      <a:pt x="1619" y="1095"/>
                    </a:lnTo>
                    <a:lnTo>
                      <a:pt x="2381" y="1286"/>
                    </a:lnTo>
                    <a:lnTo>
                      <a:pt x="3190" y="1429"/>
                    </a:lnTo>
                    <a:lnTo>
                      <a:pt x="2809" y="2595"/>
                    </a:lnTo>
                    <a:lnTo>
                      <a:pt x="2071" y="2429"/>
                    </a:lnTo>
                    <a:lnTo>
                      <a:pt x="1524" y="359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583" name="Google Shape;7681;p67">
              <a:extLst>
                <a:ext uri="{FF2B5EF4-FFF2-40B4-BE49-F238E27FC236}">
                  <a16:creationId xmlns:a16="http://schemas.microsoft.com/office/drawing/2014/main" id="{BAED5B77-6D3A-E535-1502-61EF2C3CC608}"/>
                </a:ext>
              </a:extLst>
            </p:cNvPr>
            <p:cNvGrpSpPr/>
            <p:nvPr/>
          </p:nvGrpSpPr>
          <p:grpSpPr>
            <a:xfrm>
              <a:off x="3564002" y="2585450"/>
              <a:ext cx="59073" cy="97871"/>
              <a:chOff x="3564002" y="2585450"/>
              <a:chExt cx="59073" cy="97871"/>
            </a:xfrm>
            <a:grpFill/>
          </p:grpSpPr>
          <p:sp>
            <p:nvSpPr>
              <p:cNvPr id="809" name="Google Shape;7682;p67">
                <a:extLst>
                  <a:ext uri="{FF2B5EF4-FFF2-40B4-BE49-F238E27FC236}">
                    <a16:creationId xmlns:a16="http://schemas.microsoft.com/office/drawing/2014/main" id="{D90B881D-EA5E-CE47-6BC3-E745596BD6DB}"/>
                  </a:ext>
                </a:extLst>
              </p:cNvPr>
              <p:cNvSpPr/>
              <p:nvPr/>
            </p:nvSpPr>
            <p:spPr>
              <a:xfrm rot="192277">
                <a:off x="3564002" y="2593849"/>
                <a:ext cx="44498" cy="89472"/>
              </a:xfrm>
              <a:custGeom>
                <a:avLst/>
                <a:gdLst/>
                <a:ahLst/>
                <a:cxnLst/>
                <a:rect l="l" t="t" r="r" b="b"/>
                <a:pathLst>
                  <a:path w="1780" h="3579" extrusionOk="0">
                    <a:moveTo>
                      <a:pt x="628" y="1"/>
                    </a:moveTo>
                    <a:lnTo>
                      <a:pt x="356" y="22"/>
                    </a:lnTo>
                    <a:lnTo>
                      <a:pt x="377" y="147"/>
                    </a:lnTo>
                    <a:lnTo>
                      <a:pt x="461" y="357"/>
                    </a:lnTo>
                    <a:lnTo>
                      <a:pt x="440" y="712"/>
                    </a:lnTo>
                    <a:lnTo>
                      <a:pt x="440" y="775"/>
                    </a:lnTo>
                    <a:lnTo>
                      <a:pt x="419" y="943"/>
                    </a:lnTo>
                    <a:lnTo>
                      <a:pt x="482" y="1026"/>
                    </a:lnTo>
                    <a:lnTo>
                      <a:pt x="440" y="1131"/>
                    </a:lnTo>
                    <a:lnTo>
                      <a:pt x="356" y="1256"/>
                    </a:lnTo>
                    <a:lnTo>
                      <a:pt x="356" y="1445"/>
                    </a:lnTo>
                    <a:lnTo>
                      <a:pt x="231" y="1654"/>
                    </a:lnTo>
                    <a:lnTo>
                      <a:pt x="231" y="1759"/>
                    </a:lnTo>
                    <a:lnTo>
                      <a:pt x="64" y="1968"/>
                    </a:lnTo>
                    <a:lnTo>
                      <a:pt x="1" y="2303"/>
                    </a:lnTo>
                    <a:lnTo>
                      <a:pt x="1" y="2386"/>
                    </a:lnTo>
                    <a:lnTo>
                      <a:pt x="105" y="2386"/>
                    </a:lnTo>
                    <a:lnTo>
                      <a:pt x="168" y="2303"/>
                    </a:lnTo>
                    <a:lnTo>
                      <a:pt x="273" y="2219"/>
                    </a:lnTo>
                    <a:lnTo>
                      <a:pt x="252" y="2303"/>
                    </a:lnTo>
                    <a:lnTo>
                      <a:pt x="315" y="2344"/>
                    </a:lnTo>
                    <a:lnTo>
                      <a:pt x="126" y="2428"/>
                    </a:lnTo>
                    <a:lnTo>
                      <a:pt x="126" y="2554"/>
                    </a:lnTo>
                    <a:lnTo>
                      <a:pt x="168" y="2616"/>
                    </a:lnTo>
                    <a:lnTo>
                      <a:pt x="252" y="2533"/>
                    </a:lnTo>
                    <a:lnTo>
                      <a:pt x="419" y="2533"/>
                    </a:lnTo>
                    <a:lnTo>
                      <a:pt x="336" y="2616"/>
                    </a:lnTo>
                    <a:lnTo>
                      <a:pt x="377" y="2763"/>
                    </a:lnTo>
                    <a:lnTo>
                      <a:pt x="336" y="2909"/>
                    </a:lnTo>
                    <a:lnTo>
                      <a:pt x="336" y="3223"/>
                    </a:lnTo>
                    <a:lnTo>
                      <a:pt x="273" y="3432"/>
                    </a:lnTo>
                    <a:lnTo>
                      <a:pt x="231" y="3495"/>
                    </a:lnTo>
                    <a:lnTo>
                      <a:pt x="273" y="3537"/>
                    </a:lnTo>
                    <a:lnTo>
                      <a:pt x="440" y="3432"/>
                    </a:lnTo>
                    <a:lnTo>
                      <a:pt x="691" y="3495"/>
                    </a:lnTo>
                    <a:lnTo>
                      <a:pt x="796" y="3579"/>
                    </a:lnTo>
                    <a:lnTo>
                      <a:pt x="963" y="3474"/>
                    </a:lnTo>
                    <a:lnTo>
                      <a:pt x="1110" y="3474"/>
                    </a:lnTo>
                    <a:lnTo>
                      <a:pt x="1152" y="3432"/>
                    </a:lnTo>
                    <a:lnTo>
                      <a:pt x="1152" y="3286"/>
                    </a:lnTo>
                    <a:lnTo>
                      <a:pt x="1068" y="3160"/>
                    </a:lnTo>
                    <a:lnTo>
                      <a:pt x="1193" y="2909"/>
                    </a:lnTo>
                    <a:lnTo>
                      <a:pt x="1319" y="2805"/>
                    </a:lnTo>
                    <a:lnTo>
                      <a:pt x="1361" y="2658"/>
                    </a:lnTo>
                    <a:lnTo>
                      <a:pt x="1214" y="2658"/>
                    </a:lnTo>
                    <a:lnTo>
                      <a:pt x="1152" y="2512"/>
                    </a:lnTo>
                    <a:lnTo>
                      <a:pt x="1319" y="2323"/>
                    </a:lnTo>
                    <a:lnTo>
                      <a:pt x="1319" y="2093"/>
                    </a:lnTo>
                    <a:lnTo>
                      <a:pt x="1193" y="2010"/>
                    </a:lnTo>
                    <a:lnTo>
                      <a:pt x="1047" y="1717"/>
                    </a:lnTo>
                    <a:lnTo>
                      <a:pt x="1172" y="1696"/>
                    </a:lnTo>
                    <a:lnTo>
                      <a:pt x="1277" y="1696"/>
                    </a:lnTo>
                    <a:lnTo>
                      <a:pt x="1424" y="1487"/>
                    </a:lnTo>
                    <a:lnTo>
                      <a:pt x="1319" y="1382"/>
                    </a:lnTo>
                    <a:lnTo>
                      <a:pt x="1465" y="1277"/>
                    </a:lnTo>
                    <a:lnTo>
                      <a:pt x="1465" y="922"/>
                    </a:lnTo>
                    <a:lnTo>
                      <a:pt x="1424" y="754"/>
                    </a:lnTo>
                    <a:lnTo>
                      <a:pt x="1675" y="545"/>
                    </a:lnTo>
                    <a:lnTo>
                      <a:pt x="1737" y="545"/>
                    </a:lnTo>
                    <a:lnTo>
                      <a:pt x="1779" y="440"/>
                    </a:lnTo>
                    <a:lnTo>
                      <a:pt x="1675" y="252"/>
                    </a:lnTo>
                    <a:lnTo>
                      <a:pt x="1633" y="127"/>
                    </a:lnTo>
                    <a:lnTo>
                      <a:pt x="1382" y="85"/>
                    </a:lnTo>
                    <a:lnTo>
                      <a:pt x="1277" y="210"/>
                    </a:lnTo>
                    <a:lnTo>
                      <a:pt x="942" y="127"/>
                    </a:lnTo>
                    <a:lnTo>
                      <a:pt x="754" y="231"/>
                    </a:lnTo>
                    <a:lnTo>
                      <a:pt x="691" y="147"/>
                    </a:lnTo>
                    <a:lnTo>
                      <a:pt x="733" y="22"/>
                    </a:lnTo>
                    <a:lnTo>
                      <a:pt x="628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10" name="Google Shape;7683;p67">
                <a:extLst>
                  <a:ext uri="{FF2B5EF4-FFF2-40B4-BE49-F238E27FC236}">
                    <a16:creationId xmlns:a16="http://schemas.microsoft.com/office/drawing/2014/main" id="{D69F00E8-08F7-F554-14B8-0428E9A64212}"/>
                  </a:ext>
                </a:extLst>
              </p:cNvPr>
              <p:cNvSpPr/>
              <p:nvPr/>
            </p:nvSpPr>
            <p:spPr>
              <a:xfrm>
                <a:off x="3580800" y="2585450"/>
                <a:ext cx="42275" cy="93450"/>
              </a:xfrm>
              <a:custGeom>
                <a:avLst/>
                <a:gdLst/>
                <a:ahLst/>
                <a:cxnLst/>
                <a:rect l="l" t="t" r="r" b="b"/>
                <a:pathLst>
                  <a:path w="1691" h="3738" extrusionOk="0">
                    <a:moveTo>
                      <a:pt x="453" y="0"/>
                    </a:moveTo>
                    <a:lnTo>
                      <a:pt x="0" y="547"/>
                    </a:lnTo>
                    <a:lnTo>
                      <a:pt x="0" y="3429"/>
                    </a:lnTo>
                    <a:lnTo>
                      <a:pt x="429" y="3738"/>
                    </a:lnTo>
                    <a:lnTo>
                      <a:pt x="1691" y="2714"/>
                    </a:lnTo>
                    <a:lnTo>
                      <a:pt x="1691" y="50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584" name="Google Shape;7684;p67">
              <a:extLst>
                <a:ext uri="{FF2B5EF4-FFF2-40B4-BE49-F238E27FC236}">
                  <a16:creationId xmlns:a16="http://schemas.microsoft.com/office/drawing/2014/main" id="{D68AA568-8014-7819-D0D9-9EE91C9BC916}"/>
                </a:ext>
              </a:extLst>
            </p:cNvPr>
            <p:cNvGrpSpPr/>
            <p:nvPr/>
          </p:nvGrpSpPr>
          <p:grpSpPr>
            <a:xfrm>
              <a:off x="3906325" y="1984500"/>
              <a:ext cx="156075" cy="262825"/>
              <a:chOff x="3906325" y="1984500"/>
              <a:chExt cx="156075" cy="262825"/>
            </a:xfrm>
            <a:grpFill/>
          </p:grpSpPr>
          <p:sp>
            <p:nvSpPr>
              <p:cNvPr id="807" name="Google Shape;7685;p67">
                <a:extLst>
                  <a:ext uri="{FF2B5EF4-FFF2-40B4-BE49-F238E27FC236}">
                    <a16:creationId xmlns:a16="http://schemas.microsoft.com/office/drawing/2014/main" id="{5F85E511-5C64-0783-1C90-BEE8449218E5}"/>
                  </a:ext>
                </a:extLst>
              </p:cNvPr>
              <p:cNvSpPr/>
              <p:nvPr/>
            </p:nvSpPr>
            <p:spPr>
              <a:xfrm>
                <a:off x="3906325" y="1984500"/>
                <a:ext cx="100825" cy="124200"/>
              </a:xfrm>
              <a:custGeom>
                <a:avLst/>
                <a:gdLst/>
                <a:ahLst/>
                <a:cxnLst/>
                <a:rect l="l" t="t" r="r" b="b"/>
                <a:pathLst>
                  <a:path w="4033" h="4968" extrusionOk="0">
                    <a:moveTo>
                      <a:pt x="2901" y="4968"/>
                    </a:moveTo>
                    <a:lnTo>
                      <a:pt x="1524" y="4673"/>
                    </a:lnTo>
                    <a:lnTo>
                      <a:pt x="0" y="1771"/>
                    </a:lnTo>
                    <a:lnTo>
                      <a:pt x="737" y="886"/>
                    </a:lnTo>
                    <a:lnTo>
                      <a:pt x="2508" y="1181"/>
                    </a:lnTo>
                    <a:lnTo>
                      <a:pt x="2655" y="345"/>
                    </a:lnTo>
                    <a:lnTo>
                      <a:pt x="3442" y="0"/>
                    </a:lnTo>
                    <a:lnTo>
                      <a:pt x="4033" y="44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8" name="Google Shape;7686;p67">
                <a:extLst>
                  <a:ext uri="{FF2B5EF4-FFF2-40B4-BE49-F238E27FC236}">
                    <a16:creationId xmlns:a16="http://schemas.microsoft.com/office/drawing/2014/main" id="{E3FE4092-8EA4-E87E-4DBB-5B19FB6D3D28}"/>
                  </a:ext>
                </a:extLst>
              </p:cNvPr>
              <p:cNvSpPr/>
              <p:nvPr/>
            </p:nvSpPr>
            <p:spPr>
              <a:xfrm>
                <a:off x="3919575" y="1989950"/>
                <a:ext cx="142825" cy="257375"/>
              </a:xfrm>
              <a:custGeom>
                <a:avLst/>
                <a:gdLst/>
                <a:ahLst/>
                <a:cxnLst/>
                <a:rect l="l" t="t" r="r" b="b"/>
                <a:pathLst>
                  <a:path w="5713" h="10295" extrusionOk="0">
                    <a:moveTo>
                      <a:pt x="2867" y="0"/>
                    </a:moveTo>
                    <a:lnTo>
                      <a:pt x="2762" y="105"/>
                    </a:lnTo>
                    <a:lnTo>
                      <a:pt x="2762" y="147"/>
                    </a:lnTo>
                    <a:lnTo>
                      <a:pt x="2679" y="189"/>
                    </a:lnTo>
                    <a:lnTo>
                      <a:pt x="2532" y="147"/>
                    </a:lnTo>
                    <a:lnTo>
                      <a:pt x="2386" y="209"/>
                    </a:lnTo>
                    <a:lnTo>
                      <a:pt x="2386" y="293"/>
                    </a:lnTo>
                    <a:lnTo>
                      <a:pt x="2323" y="419"/>
                    </a:lnTo>
                    <a:lnTo>
                      <a:pt x="2239" y="461"/>
                    </a:lnTo>
                    <a:lnTo>
                      <a:pt x="2281" y="544"/>
                    </a:lnTo>
                    <a:lnTo>
                      <a:pt x="2260" y="628"/>
                    </a:lnTo>
                    <a:lnTo>
                      <a:pt x="2239" y="921"/>
                    </a:lnTo>
                    <a:lnTo>
                      <a:pt x="2281" y="1088"/>
                    </a:lnTo>
                    <a:lnTo>
                      <a:pt x="2344" y="1193"/>
                    </a:lnTo>
                    <a:lnTo>
                      <a:pt x="2281" y="1277"/>
                    </a:lnTo>
                    <a:lnTo>
                      <a:pt x="2177" y="1360"/>
                    </a:lnTo>
                    <a:lnTo>
                      <a:pt x="2072" y="1360"/>
                    </a:lnTo>
                    <a:lnTo>
                      <a:pt x="1967" y="1444"/>
                    </a:lnTo>
                    <a:lnTo>
                      <a:pt x="1905" y="1486"/>
                    </a:lnTo>
                    <a:lnTo>
                      <a:pt x="1821" y="1611"/>
                    </a:lnTo>
                    <a:lnTo>
                      <a:pt x="1674" y="1590"/>
                    </a:lnTo>
                    <a:lnTo>
                      <a:pt x="1507" y="1465"/>
                    </a:lnTo>
                    <a:lnTo>
                      <a:pt x="1381" y="1465"/>
                    </a:lnTo>
                    <a:lnTo>
                      <a:pt x="1298" y="1549"/>
                    </a:lnTo>
                    <a:lnTo>
                      <a:pt x="1151" y="1674"/>
                    </a:lnTo>
                    <a:lnTo>
                      <a:pt x="900" y="1674"/>
                    </a:lnTo>
                    <a:lnTo>
                      <a:pt x="733" y="1590"/>
                    </a:lnTo>
                    <a:lnTo>
                      <a:pt x="670" y="1465"/>
                    </a:lnTo>
                    <a:lnTo>
                      <a:pt x="607" y="1339"/>
                    </a:lnTo>
                    <a:lnTo>
                      <a:pt x="377" y="1130"/>
                    </a:lnTo>
                    <a:lnTo>
                      <a:pt x="293" y="984"/>
                    </a:lnTo>
                    <a:lnTo>
                      <a:pt x="189" y="963"/>
                    </a:lnTo>
                    <a:lnTo>
                      <a:pt x="105" y="1046"/>
                    </a:lnTo>
                    <a:lnTo>
                      <a:pt x="84" y="1151"/>
                    </a:lnTo>
                    <a:lnTo>
                      <a:pt x="105" y="1214"/>
                    </a:lnTo>
                    <a:lnTo>
                      <a:pt x="84" y="1256"/>
                    </a:lnTo>
                    <a:lnTo>
                      <a:pt x="42" y="1214"/>
                    </a:lnTo>
                    <a:lnTo>
                      <a:pt x="1" y="1256"/>
                    </a:lnTo>
                    <a:lnTo>
                      <a:pt x="105" y="1360"/>
                    </a:lnTo>
                    <a:lnTo>
                      <a:pt x="273" y="1423"/>
                    </a:lnTo>
                    <a:lnTo>
                      <a:pt x="482" y="1674"/>
                    </a:lnTo>
                    <a:lnTo>
                      <a:pt x="628" y="1779"/>
                    </a:lnTo>
                    <a:lnTo>
                      <a:pt x="879" y="1800"/>
                    </a:lnTo>
                    <a:lnTo>
                      <a:pt x="942" y="1841"/>
                    </a:lnTo>
                    <a:lnTo>
                      <a:pt x="1026" y="1883"/>
                    </a:lnTo>
                    <a:lnTo>
                      <a:pt x="1130" y="2009"/>
                    </a:lnTo>
                    <a:lnTo>
                      <a:pt x="1193" y="2113"/>
                    </a:lnTo>
                    <a:lnTo>
                      <a:pt x="1298" y="2113"/>
                    </a:lnTo>
                    <a:lnTo>
                      <a:pt x="1402" y="2239"/>
                    </a:lnTo>
                    <a:lnTo>
                      <a:pt x="1465" y="2239"/>
                    </a:lnTo>
                    <a:lnTo>
                      <a:pt x="1528" y="2323"/>
                    </a:lnTo>
                    <a:lnTo>
                      <a:pt x="1465" y="2427"/>
                    </a:lnTo>
                    <a:lnTo>
                      <a:pt x="1507" y="2574"/>
                    </a:lnTo>
                    <a:lnTo>
                      <a:pt x="1444" y="2720"/>
                    </a:lnTo>
                    <a:lnTo>
                      <a:pt x="1444" y="2825"/>
                    </a:lnTo>
                    <a:lnTo>
                      <a:pt x="1612" y="2825"/>
                    </a:lnTo>
                    <a:lnTo>
                      <a:pt x="1633" y="2950"/>
                    </a:lnTo>
                    <a:lnTo>
                      <a:pt x="1591" y="3034"/>
                    </a:lnTo>
                    <a:lnTo>
                      <a:pt x="1612" y="3181"/>
                    </a:lnTo>
                    <a:lnTo>
                      <a:pt x="1653" y="3285"/>
                    </a:lnTo>
                    <a:lnTo>
                      <a:pt x="1695" y="3494"/>
                    </a:lnTo>
                    <a:lnTo>
                      <a:pt x="1653" y="3599"/>
                    </a:lnTo>
                    <a:lnTo>
                      <a:pt x="1695" y="3683"/>
                    </a:lnTo>
                    <a:lnTo>
                      <a:pt x="1695" y="3913"/>
                    </a:lnTo>
                    <a:lnTo>
                      <a:pt x="1653" y="3997"/>
                    </a:lnTo>
                    <a:lnTo>
                      <a:pt x="1716" y="4143"/>
                    </a:lnTo>
                    <a:lnTo>
                      <a:pt x="1821" y="4185"/>
                    </a:lnTo>
                    <a:lnTo>
                      <a:pt x="1925" y="4394"/>
                    </a:lnTo>
                    <a:lnTo>
                      <a:pt x="1967" y="4478"/>
                    </a:lnTo>
                    <a:lnTo>
                      <a:pt x="1967" y="4603"/>
                    </a:lnTo>
                    <a:lnTo>
                      <a:pt x="1988" y="4645"/>
                    </a:lnTo>
                    <a:lnTo>
                      <a:pt x="2093" y="4645"/>
                    </a:lnTo>
                    <a:lnTo>
                      <a:pt x="2197" y="4750"/>
                    </a:lnTo>
                    <a:lnTo>
                      <a:pt x="2407" y="4750"/>
                    </a:lnTo>
                    <a:lnTo>
                      <a:pt x="2574" y="4875"/>
                    </a:lnTo>
                    <a:lnTo>
                      <a:pt x="2490" y="4938"/>
                    </a:lnTo>
                    <a:lnTo>
                      <a:pt x="2553" y="5022"/>
                    </a:lnTo>
                    <a:lnTo>
                      <a:pt x="2553" y="5189"/>
                    </a:lnTo>
                    <a:lnTo>
                      <a:pt x="2490" y="5231"/>
                    </a:lnTo>
                    <a:lnTo>
                      <a:pt x="2679" y="5378"/>
                    </a:lnTo>
                    <a:lnTo>
                      <a:pt x="2553" y="5357"/>
                    </a:lnTo>
                    <a:lnTo>
                      <a:pt x="2490" y="5378"/>
                    </a:lnTo>
                    <a:lnTo>
                      <a:pt x="2658" y="5524"/>
                    </a:lnTo>
                    <a:lnTo>
                      <a:pt x="2658" y="5587"/>
                    </a:lnTo>
                    <a:lnTo>
                      <a:pt x="2469" y="5482"/>
                    </a:lnTo>
                    <a:lnTo>
                      <a:pt x="2302" y="5482"/>
                    </a:lnTo>
                    <a:lnTo>
                      <a:pt x="2156" y="5587"/>
                    </a:lnTo>
                    <a:lnTo>
                      <a:pt x="2156" y="5691"/>
                    </a:lnTo>
                    <a:lnTo>
                      <a:pt x="2051" y="5796"/>
                    </a:lnTo>
                    <a:lnTo>
                      <a:pt x="2051" y="5880"/>
                    </a:lnTo>
                    <a:lnTo>
                      <a:pt x="1988" y="5901"/>
                    </a:lnTo>
                    <a:lnTo>
                      <a:pt x="1821" y="6089"/>
                    </a:lnTo>
                    <a:lnTo>
                      <a:pt x="1779" y="6277"/>
                    </a:lnTo>
                    <a:lnTo>
                      <a:pt x="1737" y="6298"/>
                    </a:lnTo>
                    <a:lnTo>
                      <a:pt x="1716" y="6256"/>
                    </a:lnTo>
                    <a:lnTo>
                      <a:pt x="1653" y="6256"/>
                    </a:lnTo>
                    <a:lnTo>
                      <a:pt x="1716" y="6361"/>
                    </a:lnTo>
                    <a:lnTo>
                      <a:pt x="1674" y="6445"/>
                    </a:lnTo>
                    <a:lnTo>
                      <a:pt x="1549" y="6445"/>
                    </a:lnTo>
                    <a:lnTo>
                      <a:pt x="1465" y="6549"/>
                    </a:lnTo>
                    <a:lnTo>
                      <a:pt x="1507" y="6717"/>
                    </a:lnTo>
                    <a:lnTo>
                      <a:pt x="1570" y="6759"/>
                    </a:lnTo>
                    <a:lnTo>
                      <a:pt x="1444" y="6717"/>
                    </a:lnTo>
                    <a:lnTo>
                      <a:pt x="1402" y="6654"/>
                    </a:lnTo>
                    <a:lnTo>
                      <a:pt x="1319" y="6696"/>
                    </a:lnTo>
                    <a:lnTo>
                      <a:pt x="1256" y="6821"/>
                    </a:lnTo>
                    <a:lnTo>
                      <a:pt x="1298" y="6884"/>
                    </a:lnTo>
                    <a:lnTo>
                      <a:pt x="1214" y="6842"/>
                    </a:lnTo>
                    <a:lnTo>
                      <a:pt x="1193" y="6905"/>
                    </a:lnTo>
                    <a:lnTo>
                      <a:pt x="1256" y="6968"/>
                    </a:lnTo>
                    <a:lnTo>
                      <a:pt x="1256" y="7031"/>
                    </a:lnTo>
                    <a:lnTo>
                      <a:pt x="1193" y="7114"/>
                    </a:lnTo>
                    <a:lnTo>
                      <a:pt x="1151" y="7156"/>
                    </a:lnTo>
                    <a:lnTo>
                      <a:pt x="1047" y="7219"/>
                    </a:lnTo>
                    <a:lnTo>
                      <a:pt x="1005" y="7177"/>
                    </a:lnTo>
                    <a:lnTo>
                      <a:pt x="984" y="7135"/>
                    </a:lnTo>
                    <a:lnTo>
                      <a:pt x="900" y="7114"/>
                    </a:lnTo>
                    <a:lnTo>
                      <a:pt x="817" y="7135"/>
                    </a:lnTo>
                    <a:lnTo>
                      <a:pt x="837" y="7240"/>
                    </a:lnTo>
                    <a:lnTo>
                      <a:pt x="796" y="7282"/>
                    </a:lnTo>
                    <a:lnTo>
                      <a:pt x="837" y="7386"/>
                    </a:lnTo>
                    <a:lnTo>
                      <a:pt x="796" y="7491"/>
                    </a:lnTo>
                    <a:lnTo>
                      <a:pt x="733" y="7533"/>
                    </a:lnTo>
                    <a:lnTo>
                      <a:pt x="691" y="7637"/>
                    </a:lnTo>
                    <a:lnTo>
                      <a:pt x="733" y="7742"/>
                    </a:lnTo>
                    <a:lnTo>
                      <a:pt x="775" y="7763"/>
                    </a:lnTo>
                    <a:lnTo>
                      <a:pt x="733" y="7867"/>
                    </a:lnTo>
                    <a:lnTo>
                      <a:pt x="775" y="7951"/>
                    </a:lnTo>
                    <a:lnTo>
                      <a:pt x="858" y="7909"/>
                    </a:lnTo>
                    <a:lnTo>
                      <a:pt x="900" y="7972"/>
                    </a:lnTo>
                    <a:lnTo>
                      <a:pt x="879" y="8098"/>
                    </a:lnTo>
                    <a:lnTo>
                      <a:pt x="837" y="8160"/>
                    </a:lnTo>
                    <a:lnTo>
                      <a:pt x="879" y="8265"/>
                    </a:lnTo>
                    <a:lnTo>
                      <a:pt x="837" y="8307"/>
                    </a:lnTo>
                    <a:lnTo>
                      <a:pt x="942" y="8495"/>
                    </a:lnTo>
                    <a:lnTo>
                      <a:pt x="1005" y="8537"/>
                    </a:lnTo>
                    <a:lnTo>
                      <a:pt x="942" y="8621"/>
                    </a:lnTo>
                    <a:lnTo>
                      <a:pt x="1026" y="8746"/>
                    </a:lnTo>
                    <a:lnTo>
                      <a:pt x="942" y="8788"/>
                    </a:lnTo>
                    <a:lnTo>
                      <a:pt x="984" y="8955"/>
                    </a:lnTo>
                    <a:lnTo>
                      <a:pt x="942" y="9039"/>
                    </a:lnTo>
                    <a:lnTo>
                      <a:pt x="942" y="9269"/>
                    </a:lnTo>
                    <a:lnTo>
                      <a:pt x="1005" y="9353"/>
                    </a:lnTo>
                    <a:lnTo>
                      <a:pt x="942" y="9479"/>
                    </a:lnTo>
                    <a:lnTo>
                      <a:pt x="942" y="9562"/>
                    </a:lnTo>
                    <a:lnTo>
                      <a:pt x="1005" y="9625"/>
                    </a:lnTo>
                    <a:lnTo>
                      <a:pt x="1151" y="9541"/>
                    </a:lnTo>
                    <a:lnTo>
                      <a:pt x="1214" y="9583"/>
                    </a:lnTo>
                    <a:lnTo>
                      <a:pt x="1235" y="9520"/>
                    </a:lnTo>
                    <a:lnTo>
                      <a:pt x="1361" y="9646"/>
                    </a:lnTo>
                    <a:lnTo>
                      <a:pt x="1444" y="9625"/>
                    </a:lnTo>
                    <a:lnTo>
                      <a:pt x="1528" y="9688"/>
                    </a:lnTo>
                    <a:lnTo>
                      <a:pt x="1674" y="9667"/>
                    </a:lnTo>
                    <a:lnTo>
                      <a:pt x="1737" y="9688"/>
                    </a:lnTo>
                    <a:lnTo>
                      <a:pt x="1674" y="9772"/>
                    </a:lnTo>
                    <a:lnTo>
                      <a:pt x="1737" y="9772"/>
                    </a:lnTo>
                    <a:lnTo>
                      <a:pt x="1863" y="9667"/>
                    </a:lnTo>
                    <a:lnTo>
                      <a:pt x="1863" y="9751"/>
                    </a:lnTo>
                    <a:lnTo>
                      <a:pt x="1779" y="9855"/>
                    </a:lnTo>
                    <a:lnTo>
                      <a:pt x="1946" y="10064"/>
                    </a:lnTo>
                    <a:lnTo>
                      <a:pt x="1967" y="10148"/>
                    </a:lnTo>
                    <a:lnTo>
                      <a:pt x="1946" y="10274"/>
                    </a:lnTo>
                    <a:lnTo>
                      <a:pt x="1967" y="10295"/>
                    </a:lnTo>
                    <a:lnTo>
                      <a:pt x="2030" y="10148"/>
                    </a:lnTo>
                    <a:lnTo>
                      <a:pt x="2114" y="10106"/>
                    </a:lnTo>
                    <a:lnTo>
                      <a:pt x="2135" y="10190"/>
                    </a:lnTo>
                    <a:lnTo>
                      <a:pt x="2239" y="10148"/>
                    </a:lnTo>
                    <a:lnTo>
                      <a:pt x="2323" y="10148"/>
                    </a:lnTo>
                    <a:lnTo>
                      <a:pt x="2490" y="10002"/>
                    </a:lnTo>
                    <a:lnTo>
                      <a:pt x="2595" y="10002"/>
                    </a:lnTo>
                    <a:lnTo>
                      <a:pt x="2825" y="9855"/>
                    </a:lnTo>
                    <a:lnTo>
                      <a:pt x="2867" y="9792"/>
                    </a:lnTo>
                    <a:lnTo>
                      <a:pt x="3014" y="9855"/>
                    </a:lnTo>
                    <a:lnTo>
                      <a:pt x="3118" y="9834"/>
                    </a:lnTo>
                    <a:lnTo>
                      <a:pt x="3223" y="9688"/>
                    </a:lnTo>
                    <a:lnTo>
                      <a:pt x="3244" y="9751"/>
                    </a:lnTo>
                    <a:lnTo>
                      <a:pt x="3202" y="9855"/>
                    </a:lnTo>
                    <a:lnTo>
                      <a:pt x="3244" y="9876"/>
                    </a:lnTo>
                    <a:lnTo>
                      <a:pt x="3306" y="9751"/>
                    </a:lnTo>
                    <a:lnTo>
                      <a:pt x="3348" y="9772"/>
                    </a:lnTo>
                    <a:lnTo>
                      <a:pt x="3306" y="9646"/>
                    </a:lnTo>
                    <a:lnTo>
                      <a:pt x="3348" y="9583"/>
                    </a:lnTo>
                    <a:lnTo>
                      <a:pt x="3411" y="9688"/>
                    </a:lnTo>
                    <a:lnTo>
                      <a:pt x="3453" y="9688"/>
                    </a:lnTo>
                    <a:lnTo>
                      <a:pt x="3495" y="9625"/>
                    </a:lnTo>
                    <a:lnTo>
                      <a:pt x="3537" y="9751"/>
                    </a:lnTo>
                    <a:lnTo>
                      <a:pt x="3620" y="9730"/>
                    </a:lnTo>
                    <a:lnTo>
                      <a:pt x="3620" y="9646"/>
                    </a:lnTo>
                    <a:lnTo>
                      <a:pt x="3662" y="9667"/>
                    </a:lnTo>
                    <a:lnTo>
                      <a:pt x="3704" y="9730"/>
                    </a:lnTo>
                    <a:lnTo>
                      <a:pt x="3767" y="9646"/>
                    </a:lnTo>
                    <a:lnTo>
                      <a:pt x="3934" y="9625"/>
                    </a:lnTo>
                    <a:lnTo>
                      <a:pt x="4018" y="9688"/>
                    </a:lnTo>
                    <a:lnTo>
                      <a:pt x="4206" y="9667"/>
                    </a:lnTo>
                    <a:lnTo>
                      <a:pt x="4206" y="9625"/>
                    </a:lnTo>
                    <a:lnTo>
                      <a:pt x="4143" y="9562"/>
                    </a:lnTo>
                    <a:lnTo>
                      <a:pt x="4206" y="9541"/>
                    </a:lnTo>
                    <a:lnTo>
                      <a:pt x="4269" y="9562"/>
                    </a:lnTo>
                    <a:lnTo>
                      <a:pt x="4311" y="9646"/>
                    </a:lnTo>
                    <a:lnTo>
                      <a:pt x="4415" y="9667"/>
                    </a:lnTo>
                    <a:lnTo>
                      <a:pt x="4457" y="9562"/>
                    </a:lnTo>
                    <a:lnTo>
                      <a:pt x="4436" y="9416"/>
                    </a:lnTo>
                    <a:lnTo>
                      <a:pt x="4687" y="9144"/>
                    </a:lnTo>
                    <a:lnTo>
                      <a:pt x="4876" y="9123"/>
                    </a:lnTo>
                    <a:lnTo>
                      <a:pt x="5043" y="8872"/>
                    </a:lnTo>
                    <a:lnTo>
                      <a:pt x="5190" y="8621"/>
                    </a:lnTo>
                    <a:lnTo>
                      <a:pt x="5315" y="8349"/>
                    </a:lnTo>
                    <a:lnTo>
                      <a:pt x="5566" y="7951"/>
                    </a:lnTo>
                    <a:lnTo>
                      <a:pt x="5713" y="7533"/>
                    </a:lnTo>
                    <a:lnTo>
                      <a:pt x="5692" y="7344"/>
                    </a:lnTo>
                    <a:lnTo>
                      <a:pt x="5420" y="7051"/>
                    </a:lnTo>
                    <a:lnTo>
                      <a:pt x="5273" y="7010"/>
                    </a:lnTo>
                    <a:lnTo>
                      <a:pt x="5001" y="6633"/>
                    </a:lnTo>
                    <a:lnTo>
                      <a:pt x="5064" y="6466"/>
                    </a:lnTo>
                    <a:lnTo>
                      <a:pt x="5169" y="6298"/>
                    </a:lnTo>
                    <a:lnTo>
                      <a:pt x="5169" y="6110"/>
                    </a:lnTo>
                    <a:lnTo>
                      <a:pt x="4980" y="5984"/>
                    </a:lnTo>
                    <a:lnTo>
                      <a:pt x="4938" y="5859"/>
                    </a:lnTo>
                    <a:lnTo>
                      <a:pt x="4938" y="5650"/>
                    </a:lnTo>
                    <a:lnTo>
                      <a:pt x="4980" y="5587"/>
                    </a:lnTo>
                    <a:lnTo>
                      <a:pt x="4938" y="5482"/>
                    </a:lnTo>
                    <a:lnTo>
                      <a:pt x="4792" y="5461"/>
                    </a:lnTo>
                    <a:lnTo>
                      <a:pt x="4729" y="5357"/>
                    </a:lnTo>
                    <a:lnTo>
                      <a:pt x="4729" y="5168"/>
                    </a:lnTo>
                    <a:lnTo>
                      <a:pt x="4792" y="5064"/>
                    </a:lnTo>
                    <a:lnTo>
                      <a:pt x="4687" y="5043"/>
                    </a:lnTo>
                    <a:lnTo>
                      <a:pt x="4687" y="4938"/>
                    </a:lnTo>
                    <a:lnTo>
                      <a:pt x="4729" y="4582"/>
                    </a:lnTo>
                    <a:lnTo>
                      <a:pt x="4834" y="4541"/>
                    </a:lnTo>
                    <a:lnTo>
                      <a:pt x="4562" y="3955"/>
                    </a:lnTo>
                    <a:lnTo>
                      <a:pt x="4332" y="3494"/>
                    </a:lnTo>
                    <a:lnTo>
                      <a:pt x="4269" y="3348"/>
                    </a:lnTo>
                    <a:lnTo>
                      <a:pt x="4143" y="3181"/>
                    </a:lnTo>
                    <a:lnTo>
                      <a:pt x="4248" y="2929"/>
                    </a:lnTo>
                    <a:lnTo>
                      <a:pt x="4353" y="2741"/>
                    </a:lnTo>
                    <a:lnTo>
                      <a:pt x="4415" y="2553"/>
                    </a:lnTo>
                    <a:lnTo>
                      <a:pt x="4332" y="2490"/>
                    </a:lnTo>
                    <a:lnTo>
                      <a:pt x="4060" y="2323"/>
                    </a:lnTo>
                    <a:lnTo>
                      <a:pt x="4018" y="2218"/>
                    </a:lnTo>
                    <a:lnTo>
                      <a:pt x="3934" y="2093"/>
                    </a:lnTo>
                    <a:lnTo>
                      <a:pt x="3767" y="2009"/>
                    </a:lnTo>
                    <a:lnTo>
                      <a:pt x="3704" y="2009"/>
                    </a:lnTo>
                    <a:lnTo>
                      <a:pt x="3599" y="1758"/>
                    </a:lnTo>
                    <a:lnTo>
                      <a:pt x="3516" y="1653"/>
                    </a:lnTo>
                    <a:lnTo>
                      <a:pt x="3558" y="1465"/>
                    </a:lnTo>
                    <a:lnTo>
                      <a:pt x="3599" y="1297"/>
                    </a:lnTo>
                    <a:lnTo>
                      <a:pt x="3495" y="1277"/>
                    </a:lnTo>
                    <a:lnTo>
                      <a:pt x="3599" y="1235"/>
                    </a:lnTo>
                    <a:lnTo>
                      <a:pt x="3746" y="1172"/>
                    </a:lnTo>
                    <a:lnTo>
                      <a:pt x="3725" y="942"/>
                    </a:lnTo>
                    <a:lnTo>
                      <a:pt x="3830" y="774"/>
                    </a:lnTo>
                    <a:lnTo>
                      <a:pt x="3850" y="649"/>
                    </a:lnTo>
                    <a:lnTo>
                      <a:pt x="3746" y="523"/>
                    </a:lnTo>
                    <a:lnTo>
                      <a:pt x="3725" y="419"/>
                    </a:lnTo>
                    <a:lnTo>
                      <a:pt x="3537" y="398"/>
                    </a:lnTo>
                    <a:lnTo>
                      <a:pt x="3411" y="335"/>
                    </a:lnTo>
                    <a:lnTo>
                      <a:pt x="3327" y="251"/>
                    </a:lnTo>
                    <a:lnTo>
                      <a:pt x="3202" y="84"/>
                    </a:lnTo>
                    <a:lnTo>
                      <a:pt x="309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585" name="Google Shape;7687;p67">
              <a:extLst>
                <a:ext uri="{FF2B5EF4-FFF2-40B4-BE49-F238E27FC236}">
                  <a16:creationId xmlns:a16="http://schemas.microsoft.com/office/drawing/2014/main" id="{D258CC89-1AA1-841A-96E3-50841EA4EDF0}"/>
                </a:ext>
              </a:extLst>
            </p:cNvPr>
            <p:cNvGrpSpPr/>
            <p:nvPr/>
          </p:nvGrpSpPr>
          <p:grpSpPr>
            <a:xfrm>
              <a:off x="1397225" y="1637375"/>
              <a:ext cx="1401575" cy="1228250"/>
              <a:chOff x="1397225" y="1637375"/>
              <a:chExt cx="1401575" cy="1228250"/>
            </a:xfrm>
            <a:grpFill/>
          </p:grpSpPr>
          <p:sp>
            <p:nvSpPr>
              <p:cNvPr id="803" name="Google Shape;7688;p67">
                <a:extLst>
                  <a:ext uri="{FF2B5EF4-FFF2-40B4-BE49-F238E27FC236}">
                    <a16:creationId xmlns:a16="http://schemas.microsoft.com/office/drawing/2014/main" id="{5E06E283-1408-FC27-4428-AC15D7C62576}"/>
                  </a:ext>
                </a:extLst>
              </p:cNvPr>
              <p:cNvSpPr/>
              <p:nvPr/>
            </p:nvSpPr>
            <p:spPr>
              <a:xfrm>
                <a:off x="2050925" y="2362200"/>
                <a:ext cx="747875" cy="497225"/>
              </a:xfrm>
              <a:custGeom>
                <a:avLst/>
                <a:gdLst/>
                <a:ahLst/>
                <a:cxnLst/>
                <a:rect l="l" t="t" r="r" b="b"/>
                <a:pathLst>
                  <a:path w="29915" h="19889" extrusionOk="0">
                    <a:moveTo>
                      <a:pt x="107" y="1186"/>
                    </a:moveTo>
                    <a:lnTo>
                      <a:pt x="0" y="0"/>
                    </a:lnTo>
                    <a:lnTo>
                      <a:pt x="15577" y="1563"/>
                    </a:lnTo>
                    <a:lnTo>
                      <a:pt x="26519" y="5336"/>
                    </a:lnTo>
                    <a:lnTo>
                      <a:pt x="27435" y="5444"/>
                    </a:lnTo>
                    <a:lnTo>
                      <a:pt x="28783" y="4420"/>
                    </a:lnTo>
                    <a:lnTo>
                      <a:pt x="29753" y="4527"/>
                    </a:lnTo>
                    <a:lnTo>
                      <a:pt x="29915" y="6198"/>
                    </a:lnTo>
                    <a:lnTo>
                      <a:pt x="26465" y="6899"/>
                    </a:lnTo>
                    <a:lnTo>
                      <a:pt x="11157" y="16062"/>
                    </a:lnTo>
                    <a:lnTo>
                      <a:pt x="10295" y="18649"/>
                    </a:lnTo>
                    <a:lnTo>
                      <a:pt x="10295" y="19889"/>
                    </a:lnTo>
                    <a:lnTo>
                      <a:pt x="2803" y="15846"/>
                    </a:lnTo>
                    <a:lnTo>
                      <a:pt x="1347" y="14876"/>
                    </a:lnTo>
                    <a:lnTo>
                      <a:pt x="0" y="14607"/>
                    </a:lnTo>
                    <a:lnTo>
                      <a:pt x="916" y="11642"/>
                    </a:lnTo>
                    <a:lnTo>
                      <a:pt x="1725" y="388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804" name="Google Shape;7689;p67">
                <a:extLst>
                  <a:ext uri="{FF2B5EF4-FFF2-40B4-BE49-F238E27FC236}">
                    <a16:creationId xmlns:a16="http://schemas.microsoft.com/office/drawing/2014/main" id="{D215286A-FFA0-F8C1-5ECB-37D121AC0E86}"/>
                  </a:ext>
                </a:extLst>
              </p:cNvPr>
              <p:cNvGrpSpPr/>
              <p:nvPr/>
            </p:nvGrpSpPr>
            <p:grpSpPr>
              <a:xfrm>
                <a:off x="1397225" y="1637375"/>
                <a:ext cx="1398775" cy="1228250"/>
                <a:chOff x="1397225" y="1637375"/>
                <a:chExt cx="1398775" cy="1228250"/>
              </a:xfrm>
              <a:grpFill/>
            </p:grpSpPr>
            <p:sp>
              <p:nvSpPr>
                <p:cNvPr id="805" name="Google Shape;7690;p67">
                  <a:extLst>
                    <a:ext uri="{FF2B5EF4-FFF2-40B4-BE49-F238E27FC236}">
                      <a16:creationId xmlns:a16="http://schemas.microsoft.com/office/drawing/2014/main" id="{B6C16967-5A74-C4D2-3B5E-6F3C6F0A3F20}"/>
                    </a:ext>
                  </a:extLst>
                </p:cNvPr>
                <p:cNvSpPr/>
                <p:nvPr/>
              </p:nvSpPr>
              <p:spPr>
                <a:xfrm>
                  <a:off x="1397225" y="1637375"/>
                  <a:ext cx="692600" cy="594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704" h="23770" extrusionOk="0">
                      <a:moveTo>
                        <a:pt x="14864" y="15547"/>
                      </a:moveTo>
                      <a:lnTo>
                        <a:pt x="14836" y="15589"/>
                      </a:lnTo>
                      <a:lnTo>
                        <a:pt x="14836" y="15568"/>
                      </a:lnTo>
                      <a:lnTo>
                        <a:pt x="14864" y="15547"/>
                      </a:lnTo>
                      <a:close/>
                      <a:moveTo>
                        <a:pt x="19460" y="16760"/>
                      </a:moveTo>
                      <a:lnTo>
                        <a:pt x="19523" y="16823"/>
                      </a:lnTo>
                      <a:lnTo>
                        <a:pt x="19460" y="16844"/>
                      </a:lnTo>
                      <a:lnTo>
                        <a:pt x="19460" y="16760"/>
                      </a:lnTo>
                      <a:close/>
                      <a:moveTo>
                        <a:pt x="23686" y="18497"/>
                      </a:moveTo>
                      <a:lnTo>
                        <a:pt x="23624" y="18644"/>
                      </a:lnTo>
                      <a:lnTo>
                        <a:pt x="23561" y="18853"/>
                      </a:lnTo>
                      <a:lnTo>
                        <a:pt x="23582" y="19020"/>
                      </a:lnTo>
                      <a:lnTo>
                        <a:pt x="23477" y="19229"/>
                      </a:lnTo>
                      <a:lnTo>
                        <a:pt x="23477" y="19355"/>
                      </a:lnTo>
                      <a:lnTo>
                        <a:pt x="23519" y="19439"/>
                      </a:lnTo>
                      <a:lnTo>
                        <a:pt x="23393" y="19355"/>
                      </a:lnTo>
                      <a:lnTo>
                        <a:pt x="23393" y="19543"/>
                      </a:lnTo>
                      <a:lnTo>
                        <a:pt x="23393" y="19564"/>
                      </a:lnTo>
                      <a:cubicBezTo>
                        <a:pt x="23352" y="19648"/>
                        <a:pt x="23310" y="19753"/>
                        <a:pt x="23310" y="19836"/>
                      </a:cubicBezTo>
                      <a:lnTo>
                        <a:pt x="23310" y="19962"/>
                      </a:lnTo>
                      <a:lnTo>
                        <a:pt x="23289" y="19941"/>
                      </a:lnTo>
                      <a:lnTo>
                        <a:pt x="23289" y="19836"/>
                      </a:lnTo>
                      <a:lnTo>
                        <a:pt x="23258" y="19791"/>
                      </a:lnTo>
                      <a:lnTo>
                        <a:pt x="23268" y="19773"/>
                      </a:lnTo>
                      <a:lnTo>
                        <a:pt x="23268" y="19627"/>
                      </a:lnTo>
                      <a:lnTo>
                        <a:pt x="23331" y="19543"/>
                      </a:lnTo>
                      <a:lnTo>
                        <a:pt x="23352" y="19250"/>
                      </a:lnTo>
                      <a:lnTo>
                        <a:pt x="23435" y="19020"/>
                      </a:lnTo>
                      <a:lnTo>
                        <a:pt x="23435" y="18790"/>
                      </a:lnTo>
                      <a:lnTo>
                        <a:pt x="23414" y="18623"/>
                      </a:lnTo>
                      <a:lnTo>
                        <a:pt x="23352" y="18539"/>
                      </a:lnTo>
                      <a:lnTo>
                        <a:pt x="23352" y="18518"/>
                      </a:lnTo>
                      <a:lnTo>
                        <a:pt x="23414" y="18539"/>
                      </a:lnTo>
                      <a:lnTo>
                        <a:pt x="23456" y="18685"/>
                      </a:lnTo>
                      <a:lnTo>
                        <a:pt x="23519" y="18706"/>
                      </a:lnTo>
                      <a:lnTo>
                        <a:pt x="23561" y="18581"/>
                      </a:lnTo>
                      <a:lnTo>
                        <a:pt x="23686" y="18497"/>
                      </a:lnTo>
                      <a:close/>
                      <a:moveTo>
                        <a:pt x="23204" y="19889"/>
                      </a:moveTo>
                      <a:lnTo>
                        <a:pt x="23184" y="19941"/>
                      </a:lnTo>
                      <a:lnTo>
                        <a:pt x="23142" y="20297"/>
                      </a:lnTo>
                      <a:lnTo>
                        <a:pt x="23038" y="20464"/>
                      </a:lnTo>
                      <a:lnTo>
                        <a:pt x="23017" y="20631"/>
                      </a:lnTo>
                      <a:lnTo>
                        <a:pt x="23121" y="20694"/>
                      </a:lnTo>
                      <a:lnTo>
                        <a:pt x="23080" y="20778"/>
                      </a:lnTo>
                      <a:lnTo>
                        <a:pt x="23121" y="20841"/>
                      </a:lnTo>
                      <a:lnTo>
                        <a:pt x="22996" y="20841"/>
                      </a:lnTo>
                      <a:lnTo>
                        <a:pt x="22912" y="20924"/>
                      </a:lnTo>
                      <a:lnTo>
                        <a:pt x="22912" y="21050"/>
                      </a:lnTo>
                      <a:cubicBezTo>
                        <a:pt x="22891" y="21050"/>
                        <a:pt x="22870" y="21092"/>
                        <a:pt x="22870" y="21134"/>
                      </a:cubicBezTo>
                      <a:lnTo>
                        <a:pt x="22870" y="21154"/>
                      </a:lnTo>
                      <a:lnTo>
                        <a:pt x="22847" y="21178"/>
                      </a:lnTo>
                      <a:lnTo>
                        <a:pt x="22847" y="21178"/>
                      </a:lnTo>
                      <a:lnTo>
                        <a:pt x="22849" y="21154"/>
                      </a:lnTo>
                      <a:lnTo>
                        <a:pt x="22849" y="20945"/>
                      </a:lnTo>
                      <a:lnTo>
                        <a:pt x="22828" y="20882"/>
                      </a:lnTo>
                      <a:cubicBezTo>
                        <a:pt x="22828" y="20820"/>
                        <a:pt x="22849" y="20778"/>
                        <a:pt x="22849" y="20736"/>
                      </a:cubicBezTo>
                      <a:lnTo>
                        <a:pt x="22891" y="20778"/>
                      </a:lnTo>
                      <a:lnTo>
                        <a:pt x="22954" y="20778"/>
                      </a:lnTo>
                      <a:lnTo>
                        <a:pt x="22954" y="20610"/>
                      </a:lnTo>
                      <a:lnTo>
                        <a:pt x="23017" y="20569"/>
                      </a:lnTo>
                      <a:lnTo>
                        <a:pt x="22954" y="20485"/>
                      </a:lnTo>
                      <a:lnTo>
                        <a:pt x="22828" y="20464"/>
                      </a:lnTo>
                      <a:lnTo>
                        <a:pt x="22828" y="20380"/>
                      </a:lnTo>
                      <a:lnTo>
                        <a:pt x="22703" y="20150"/>
                      </a:lnTo>
                      <a:lnTo>
                        <a:pt x="22703" y="20108"/>
                      </a:lnTo>
                      <a:lnTo>
                        <a:pt x="22828" y="20255"/>
                      </a:lnTo>
                      <a:lnTo>
                        <a:pt x="22912" y="20380"/>
                      </a:lnTo>
                      <a:lnTo>
                        <a:pt x="22996" y="20401"/>
                      </a:lnTo>
                      <a:lnTo>
                        <a:pt x="23038" y="20359"/>
                      </a:lnTo>
                      <a:lnTo>
                        <a:pt x="23017" y="20276"/>
                      </a:lnTo>
                      <a:lnTo>
                        <a:pt x="23121" y="20255"/>
                      </a:lnTo>
                      <a:lnTo>
                        <a:pt x="23121" y="20171"/>
                      </a:lnTo>
                      <a:lnTo>
                        <a:pt x="23059" y="20108"/>
                      </a:lnTo>
                      <a:cubicBezTo>
                        <a:pt x="23101" y="20066"/>
                        <a:pt x="23121" y="19983"/>
                        <a:pt x="23142" y="19941"/>
                      </a:cubicBezTo>
                      <a:lnTo>
                        <a:pt x="23163" y="19962"/>
                      </a:lnTo>
                      <a:lnTo>
                        <a:pt x="23204" y="19889"/>
                      </a:lnTo>
                      <a:close/>
                      <a:moveTo>
                        <a:pt x="23519" y="19836"/>
                      </a:moveTo>
                      <a:lnTo>
                        <a:pt x="23540" y="19962"/>
                      </a:lnTo>
                      <a:lnTo>
                        <a:pt x="23582" y="19962"/>
                      </a:lnTo>
                      <a:lnTo>
                        <a:pt x="23582" y="20087"/>
                      </a:lnTo>
                      <a:lnTo>
                        <a:pt x="23665" y="20171"/>
                      </a:lnTo>
                      <a:lnTo>
                        <a:pt x="23728" y="20108"/>
                      </a:lnTo>
                      <a:lnTo>
                        <a:pt x="23770" y="20150"/>
                      </a:lnTo>
                      <a:lnTo>
                        <a:pt x="23875" y="20087"/>
                      </a:lnTo>
                      <a:lnTo>
                        <a:pt x="24021" y="20087"/>
                      </a:lnTo>
                      <a:lnTo>
                        <a:pt x="24021" y="20108"/>
                      </a:lnTo>
                      <a:lnTo>
                        <a:pt x="23854" y="20213"/>
                      </a:lnTo>
                      <a:lnTo>
                        <a:pt x="23812" y="20255"/>
                      </a:lnTo>
                      <a:lnTo>
                        <a:pt x="23812" y="20297"/>
                      </a:lnTo>
                      <a:lnTo>
                        <a:pt x="23875" y="20359"/>
                      </a:lnTo>
                      <a:lnTo>
                        <a:pt x="23854" y="20401"/>
                      </a:lnTo>
                      <a:lnTo>
                        <a:pt x="23770" y="20401"/>
                      </a:lnTo>
                      <a:lnTo>
                        <a:pt x="23770" y="20464"/>
                      </a:lnTo>
                      <a:lnTo>
                        <a:pt x="23854" y="20590"/>
                      </a:lnTo>
                      <a:lnTo>
                        <a:pt x="23854" y="20694"/>
                      </a:lnTo>
                      <a:lnTo>
                        <a:pt x="23812" y="20715"/>
                      </a:lnTo>
                      <a:lnTo>
                        <a:pt x="23728" y="20631"/>
                      </a:lnTo>
                      <a:lnTo>
                        <a:pt x="23665" y="20548"/>
                      </a:lnTo>
                      <a:lnTo>
                        <a:pt x="23645" y="20610"/>
                      </a:lnTo>
                      <a:lnTo>
                        <a:pt x="23665" y="20694"/>
                      </a:lnTo>
                      <a:lnTo>
                        <a:pt x="23624" y="20757"/>
                      </a:lnTo>
                      <a:lnTo>
                        <a:pt x="23624" y="20903"/>
                      </a:lnTo>
                      <a:lnTo>
                        <a:pt x="23645" y="20924"/>
                      </a:lnTo>
                      <a:cubicBezTo>
                        <a:pt x="23629" y="20919"/>
                        <a:pt x="23614" y="20916"/>
                        <a:pt x="23601" y="20916"/>
                      </a:cubicBezTo>
                      <a:cubicBezTo>
                        <a:pt x="23562" y="20916"/>
                        <a:pt x="23535" y="20940"/>
                        <a:pt x="23519" y="20987"/>
                      </a:cubicBezTo>
                      <a:cubicBezTo>
                        <a:pt x="23456" y="21071"/>
                        <a:pt x="23414" y="21154"/>
                        <a:pt x="23373" y="21259"/>
                      </a:cubicBezTo>
                      <a:lnTo>
                        <a:pt x="23268" y="21154"/>
                      </a:lnTo>
                      <a:lnTo>
                        <a:pt x="23121" y="21154"/>
                      </a:lnTo>
                      <a:lnTo>
                        <a:pt x="23121" y="21238"/>
                      </a:lnTo>
                      <a:lnTo>
                        <a:pt x="23163" y="21322"/>
                      </a:lnTo>
                      <a:lnTo>
                        <a:pt x="23142" y="21426"/>
                      </a:lnTo>
                      <a:lnTo>
                        <a:pt x="23247" y="21468"/>
                      </a:lnTo>
                      <a:lnTo>
                        <a:pt x="23205" y="21552"/>
                      </a:lnTo>
                      <a:lnTo>
                        <a:pt x="23121" y="21552"/>
                      </a:lnTo>
                      <a:lnTo>
                        <a:pt x="23101" y="21531"/>
                      </a:lnTo>
                      <a:lnTo>
                        <a:pt x="23038" y="21615"/>
                      </a:lnTo>
                      <a:lnTo>
                        <a:pt x="23038" y="21531"/>
                      </a:lnTo>
                      <a:lnTo>
                        <a:pt x="23101" y="21447"/>
                      </a:lnTo>
                      <a:lnTo>
                        <a:pt x="22996" y="21322"/>
                      </a:lnTo>
                      <a:cubicBezTo>
                        <a:pt x="22996" y="21259"/>
                        <a:pt x="22996" y="21196"/>
                        <a:pt x="23017" y="21134"/>
                      </a:cubicBezTo>
                      <a:lnTo>
                        <a:pt x="23163" y="21050"/>
                      </a:lnTo>
                      <a:lnTo>
                        <a:pt x="23205" y="20882"/>
                      </a:lnTo>
                      <a:lnTo>
                        <a:pt x="23268" y="20903"/>
                      </a:lnTo>
                      <a:lnTo>
                        <a:pt x="23331" y="20841"/>
                      </a:lnTo>
                      <a:lnTo>
                        <a:pt x="23331" y="20736"/>
                      </a:lnTo>
                      <a:lnTo>
                        <a:pt x="23352" y="20673"/>
                      </a:lnTo>
                      <a:lnTo>
                        <a:pt x="23352" y="20276"/>
                      </a:lnTo>
                      <a:lnTo>
                        <a:pt x="23373" y="20171"/>
                      </a:lnTo>
                      <a:lnTo>
                        <a:pt x="23435" y="20401"/>
                      </a:lnTo>
                      <a:lnTo>
                        <a:pt x="23414" y="20673"/>
                      </a:lnTo>
                      <a:lnTo>
                        <a:pt x="23456" y="20694"/>
                      </a:lnTo>
                      <a:lnTo>
                        <a:pt x="23540" y="20527"/>
                      </a:lnTo>
                      <a:lnTo>
                        <a:pt x="23519" y="20108"/>
                      </a:lnTo>
                      <a:lnTo>
                        <a:pt x="23435" y="20004"/>
                      </a:lnTo>
                      <a:cubicBezTo>
                        <a:pt x="23456" y="19983"/>
                        <a:pt x="23456" y="19941"/>
                        <a:pt x="23498" y="19899"/>
                      </a:cubicBezTo>
                      <a:cubicBezTo>
                        <a:pt x="23519" y="19878"/>
                        <a:pt x="23519" y="19857"/>
                        <a:pt x="23519" y="19836"/>
                      </a:cubicBezTo>
                      <a:close/>
                      <a:moveTo>
                        <a:pt x="22808" y="1"/>
                      </a:moveTo>
                      <a:lnTo>
                        <a:pt x="22598" y="105"/>
                      </a:lnTo>
                      <a:lnTo>
                        <a:pt x="22556" y="168"/>
                      </a:lnTo>
                      <a:lnTo>
                        <a:pt x="22389" y="168"/>
                      </a:lnTo>
                      <a:lnTo>
                        <a:pt x="22264" y="231"/>
                      </a:lnTo>
                      <a:lnTo>
                        <a:pt x="22033" y="440"/>
                      </a:lnTo>
                      <a:lnTo>
                        <a:pt x="21866" y="503"/>
                      </a:lnTo>
                      <a:lnTo>
                        <a:pt x="21615" y="503"/>
                      </a:lnTo>
                      <a:lnTo>
                        <a:pt x="21448" y="398"/>
                      </a:lnTo>
                      <a:lnTo>
                        <a:pt x="21406" y="335"/>
                      </a:lnTo>
                      <a:lnTo>
                        <a:pt x="21406" y="398"/>
                      </a:lnTo>
                      <a:lnTo>
                        <a:pt x="21322" y="398"/>
                      </a:lnTo>
                      <a:lnTo>
                        <a:pt x="21217" y="294"/>
                      </a:lnTo>
                      <a:lnTo>
                        <a:pt x="21113" y="335"/>
                      </a:lnTo>
                      <a:lnTo>
                        <a:pt x="21092" y="419"/>
                      </a:lnTo>
                      <a:lnTo>
                        <a:pt x="21029" y="419"/>
                      </a:lnTo>
                      <a:lnTo>
                        <a:pt x="21008" y="335"/>
                      </a:lnTo>
                      <a:lnTo>
                        <a:pt x="21029" y="273"/>
                      </a:lnTo>
                      <a:lnTo>
                        <a:pt x="21134" y="210"/>
                      </a:lnTo>
                      <a:lnTo>
                        <a:pt x="21092" y="168"/>
                      </a:lnTo>
                      <a:lnTo>
                        <a:pt x="20945" y="210"/>
                      </a:lnTo>
                      <a:lnTo>
                        <a:pt x="20736" y="315"/>
                      </a:lnTo>
                      <a:lnTo>
                        <a:pt x="20590" y="398"/>
                      </a:lnTo>
                      <a:lnTo>
                        <a:pt x="20527" y="524"/>
                      </a:lnTo>
                      <a:lnTo>
                        <a:pt x="20569" y="628"/>
                      </a:lnTo>
                      <a:lnTo>
                        <a:pt x="20694" y="649"/>
                      </a:lnTo>
                      <a:lnTo>
                        <a:pt x="20611" y="733"/>
                      </a:lnTo>
                      <a:lnTo>
                        <a:pt x="20255" y="733"/>
                      </a:lnTo>
                      <a:lnTo>
                        <a:pt x="20088" y="859"/>
                      </a:lnTo>
                      <a:lnTo>
                        <a:pt x="19983" y="1131"/>
                      </a:lnTo>
                      <a:lnTo>
                        <a:pt x="19941" y="1319"/>
                      </a:lnTo>
                      <a:lnTo>
                        <a:pt x="19878" y="1319"/>
                      </a:lnTo>
                      <a:lnTo>
                        <a:pt x="19857" y="1256"/>
                      </a:lnTo>
                      <a:lnTo>
                        <a:pt x="19878" y="1068"/>
                      </a:lnTo>
                      <a:lnTo>
                        <a:pt x="20025" y="817"/>
                      </a:lnTo>
                      <a:lnTo>
                        <a:pt x="20025" y="733"/>
                      </a:lnTo>
                      <a:lnTo>
                        <a:pt x="19983" y="733"/>
                      </a:lnTo>
                      <a:lnTo>
                        <a:pt x="19732" y="1047"/>
                      </a:lnTo>
                      <a:lnTo>
                        <a:pt x="19585" y="1047"/>
                      </a:lnTo>
                      <a:lnTo>
                        <a:pt x="19523" y="1026"/>
                      </a:lnTo>
                      <a:lnTo>
                        <a:pt x="19439" y="921"/>
                      </a:lnTo>
                      <a:lnTo>
                        <a:pt x="19313" y="900"/>
                      </a:lnTo>
                      <a:lnTo>
                        <a:pt x="19230" y="900"/>
                      </a:lnTo>
                      <a:lnTo>
                        <a:pt x="19230" y="942"/>
                      </a:lnTo>
                      <a:lnTo>
                        <a:pt x="19418" y="1026"/>
                      </a:lnTo>
                      <a:lnTo>
                        <a:pt x="19460" y="1110"/>
                      </a:lnTo>
                      <a:lnTo>
                        <a:pt x="19418" y="1131"/>
                      </a:lnTo>
                      <a:lnTo>
                        <a:pt x="19251" y="1068"/>
                      </a:lnTo>
                      <a:lnTo>
                        <a:pt x="19062" y="1047"/>
                      </a:lnTo>
                      <a:lnTo>
                        <a:pt x="18832" y="1151"/>
                      </a:lnTo>
                      <a:lnTo>
                        <a:pt x="18539" y="1423"/>
                      </a:lnTo>
                      <a:lnTo>
                        <a:pt x="18204" y="1570"/>
                      </a:lnTo>
                      <a:lnTo>
                        <a:pt x="17974" y="1758"/>
                      </a:lnTo>
                      <a:lnTo>
                        <a:pt x="17744" y="1967"/>
                      </a:lnTo>
                      <a:lnTo>
                        <a:pt x="17451" y="2219"/>
                      </a:lnTo>
                      <a:lnTo>
                        <a:pt x="17263" y="2302"/>
                      </a:lnTo>
                      <a:lnTo>
                        <a:pt x="17158" y="2323"/>
                      </a:lnTo>
                      <a:lnTo>
                        <a:pt x="17012" y="2428"/>
                      </a:lnTo>
                      <a:lnTo>
                        <a:pt x="16865" y="2428"/>
                      </a:lnTo>
                      <a:lnTo>
                        <a:pt x="16698" y="2574"/>
                      </a:lnTo>
                      <a:lnTo>
                        <a:pt x="16510" y="2574"/>
                      </a:lnTo>
                      <a:lnTo>
                        <a:pt x="16426" y="2491"/>
                      </a:lnTo>
                      <a:lnTo>
                        <a:pt x="16238" y="2470"/>
                      </a:lnTo>
                      <a:lnTo>
                        <a:pt x="16091" y="2365"/>
                      </a:lnTo>
                      <a:lnTo>
                        <a:pt x="15986" y="2302"/>
                      </a:lnTo>
                      <a:lnTo>
                        <a:pt x="15798" y="2219"/>
                      </a:lnTo>
                      <a:lnTo>
                        <a:pt x="15714" y="2260"/>
                      </a:lnTo>
                      <a:lnTo>
                        <a:pt x="15589" y="2386"/>
                      </a:lnTo>
                      <a:lnTo>
                        <a:pt x="15380" y="2595"/>
                      </a:lnTo>
                      <a:lnTo>
                        <a:pt x="15338" y="2721"/>
                      </a:lnTo>
                      <a:lnTo>
                        <a:pt x="15233" y="2825"/>
                      </a:lnTo>
                      <a:lnTo>
                        <a:pt x="15170" y="2951"/>
                      </a:lnTo>
                      <a:lnTo>
                        <a:pt x="15087" y="2951"/>
                      </a:lnTo>
                      <a:lnTo>
                        <a:pt x="15024" y="2909"/>
                      </a:lnTo>
                      <a:lnTo>
                        <a:pt x="14940" y="2951"/>
                      </a:lnTo>
                      <a:lnTo>
                        <a:pt x="15045" y="3202"/>
                      </a:lnTo>
                      <a:lnTo>
                        <a:pt x="15170" y="3683"/>
                      </a:lnTo>
                      <a:lnTo>
                        <a:pt x="15296" y="4081"/>
                      </a:lnTo>
                      <a:lnTo>
                        <a:pt x="15359" y="4416"/>
                      </a:lnTo>
                      <a:lnTo>
                        <a:pt x="15338" y="4729"/>
                      </a:lnTo>
                      <a:lnTo>
                        <a:pt x="15191" y="4980"/>
                      </a:lnTo>
                      <a:lnTo>
                        <a:pt x="15087" y="5127"/>
                      </a:lnTo>
                      <a:lnTo>
                        <a:pt x="15087" y="5190"/>
                      </a:lnTo>
                      <a:lnTo>
                        <a:pt x="15296" y="5441"/>
                      </a:lnTo>
                      <a:lnTo>
                        <a:pt x="15442" y="5504"/>
                      </a:lnTo>
                      <a:lnTo>
                        <a:pt x="15442" y="5357"/>
                      </a:lnTo>
                      <a:lnTo>
                        <a:pt x="15484" y="5420"/>
                      </a:lnTo>
                      <a:lnTo>
                        <a:pt x="15589" y="5357"/>
                      </a:lnTo>
                      <a:lnTo>
                        <a:pt x="15673" y="5357"/>
                      </a:lnTo>
                      <a:lnTo>
                        <a:pt x="15589" y="5441"/>
                      </a:lnTo>
                      <a:lnTo>
                        <a:pt x="15589" y="5525"/>
                      </a:lnTo>
                      <a:lnTo>
                        <a:pt x="15882" y="5755"/>
                      </a:lnTo>
                      <a:lnTo>
                        <a:pt x="15798" y="5817"/>
                      </a:lnTo>
                      <a:lnTo>
                        <a:pt x="15673" y="5776"/>
                      </a:lnTo>
                      <a:lnTo>
                        <a:pt x="15652" y="5859"/>
                      </a:lnTo>
                      <a:lnTo>
                        <a:pt x="15610" y="6152"/>
                      </a:lnTo>
                      <a:lnTo>
                        <a:pt x="15610" y="6278"/>
                      </a:lnTo>
                      <a:lnTo>
                        <a:pt x="15673" y="6341"/>
                      </a:lnTo>
                      <a:lnTo>
                        <a:pt x="15756" y="6257"/>
                      </a:lnTo>
                      <a:lnTo>
                        <a:pt x="15882" y="6236"/>
                      </a:lnTo>
                      <a:lnTo>
                        <a:pt x="15986" y="6278"/>
                      </a:lnTo>
                      <a:lnTo>
                        <a:pt x="16028" y="6361"/>
                      </a:lnTo>
                      <a:lnTo>
                        <a:pt x="16196" y="6299"/>
                      </a:lnTo>
                      <a:lnTo>
                        <a:pt x="16384" y="6361"/>
                      </a:lnTo>
                      <a:lnTo>
                        <a:pt x="16530" y="6445"/>
                      </a:lnTo>
                      <a:lnTo>
                        <a:pt x="16384" y="6508"/>
                      </a:lnTo>
                      <a:lnTo>
                        <a:pt x="16405" y="6654"/>
                      </a:lnTo>
                      <a:lnTo>
                        <a:pt x="16384" y="6759"/>
                      </a:lnTo>
                      <a:lnTo>
                        <a:pt x="16196" y="6780"/>
                      </a:lnTo>
                      <a:lnTo>
                        <a:pt x="16217" y="6696"/>
                      </a:lnTo>
                      <a:lnTo>
                        <a:pt x="16112" y="6613"/>
                      </a:lnTo>
                      <a:lnTo>
                        <a:pt x="16028" y="6675"/>
                      </a:lnTo>
                      <a:lnTo>
                        <a:pt x="15882" y="6654"/>
                      </a:lnTo>
                      <a:lnTo>
                        <a:pt x="15819" y="6592"/>
                      </a:lnTo>
                      <a:lnTo>
                        <a:pt x="15777" y="6445"/>
                      </a:lnTo>
                      <a:lnTo>
                        <a:pt x="15673" y="6403"/>
                      </a:lnTo>
                      <a:lnTo>
                        <a:pt x="15610" y="6403"/>
                      </a:lnTo>
                      <a:lnTo>
                        <a:pt x="15484" y="6299"/>
                      </a:lnTo>
                      <a:lnTo>
                        <a:pt x="15505" y="6131"/>
                      </a:lnTo>
                      <a:lnTo>
                        <a:pt x="15652" y="5776"/>
                      </a:lnTo>
                      <a:lnTo>
                        <a:pt x="15610" y="5671"/>
                      </a:lnTo>
                      <a:lnTo>
                        <a:pt x="15568" y="5671"/>
                      </a:lnTo>
                      <a:lnTo>
                        <a:pt x="15463" y="5776"/>
                      </a:lnTo>
                      <a:lnTo>
                        <a:pt x="15463" y="6131"/>
                      </a:lnTo>
                      <a:lnTo>
                        <a:pt x="15401" y="6341"/>
                      </a:lnTo>
                      <a:lnTo>
                        <a:pt x="15296" y="6445"/>
                      </a:lnTo>
                      <a:lnTo>
                        <a:pt x="15296" y="6508"/>
                      </a:lnTo>
                      <a:lnTo>
                        <a:pt x="15380" y="6382"/>
                      </a:lnTo>
                      <a:lnTo>
                        <a:pt x="15463" y="6382"/>
                      </a:lnTo>
                      <a:lnTo>
                        <a:pt x="15505" y="6445"/>
                      </a:lnTo>
                      <a:lnTo>
                        <a:pt x="15652" y="6445"/>
                      </a:lnTo>
                      <a:lnTo>
                        <a:pt x="15694" y="6571"/>
                      </a:lnTo>
                      <a:lnTo>
                        <a:pt x="15694" y="6780"/>
                      </a:lnTo>
                      <a:lnTo>
                        <a:pt x="15589" y="6905"/>
                      </a:lnTo>
                      <a:lnTo>
                        <a:pt x="15442" y="6968"/>
                      </a:lnTo>
                      <a:lnTo>
                        <a:pt x="15442" y="6968"/>
                      </a:lnTo>
                      <a:lnTo>
                        <a:pt x="15589" y="6780"/>
                      </a:lnTo>
                      <a:lnTo>
                        <a:pt x="15589" y="6696"/>
                      </a:lnTo>
                      <a:lnTo>
                        <a:pt x="15505" y="6675"/>
                      </a:lnTo>
                      <a:lnTo>
                        <a:pt x="15463" y="6613"/>
                      </a:lnTo>
                      <a:lnTo>
                        <a:pt x="15380" y="6675"/>
                      </a:lnTo>
                      <a:lnTo>
                        <a:pt x="15191" y="6801"/>
                      </a:lnTo>
                      <a:lnTo>
                        <a:pt x="15191" y="6905"/>
                      </a:lnTo>
                      <a:lnTo>
                        <a:pt x="15087" y="6926"/>
                      </a:lnTo>
                      <a:lnTo>
                        <a:pt x="14982" y="6989"/>
                      </a:lnTo>
                      <a:lnTo>
                        <a:pt x="14961" y="6885"/>
                      </a:lnTo>
                      <a:lnTo>
                        <a:pt x="14898" y="6864"/>
                      </a:lnTo>
                      <a:lnTo>
                        <a:pt x="14752" y="6864"/>
                      </a:lnTo>
                      <a:lnTo>
                        <a:pt x="14668" y="6822"/>
                      </a:lnTo>
                      <a:lnTo>
                        <a:pt x="14647" y="6696"/>
                      </a:lnTo>
                      <a:lnTo>
                        <a:pt x="14564" y="6675"/>
                      </a:lnTo>
                      <a:lnTo>
                        <a:pt x="14522" y="6696"/>
                      </a:lnTo>
                      <a:lnTo>
                        <a:pt x="14417" y="6696"/>
                      </a:lnTo>
                      <a:lnTo>
                        <a:pt x="14417" y="6613"/>
                      </a:lnTo>
                      <a:lnTo>
                        <a:pt x="14334" y="6571"/>
                      </a:lnTo>
                      <a:lnTo>
                        <a:pt x="14250" y="6613"/>
                      </a:lnTo>
                      <a:lnTo>
                        <a:pt x="14208" y="6613"/>
                      </a:lnTo>
                      <a:lnTo>
                        <a:pt x="14208" y="6487"/>
                      </a:lnTo>
                      <a:lnTo>
                        <a:pt x="14145" y="6403"/>
                      </a:lnTo>
                      <a:lnTo>
                        <a:pt x="14145" y="6341"/>
                      </a:lnTo>
                      <a:lnTo>
                        <a:pt x="14250" y="6299"/>
                      </a:lnTo>
                      <a:lnTo>
                        <a:pt x="14396" y="6131"/>
                      </a:lnTo>
                      <a:lnTo>
                        <a:pt x="14459" y="6131"/>
                      </a:lnTo>
                      <a:lnTo>
                        <a:pt x="14543" y="6048"/>
                      </a:lnTo>
                      <a:lnTo>
                        <a:pt x="14543" y="5964"/>
                      </a:lnTo>
                      <a:lnTo>
                        <a:pt x="14396" y="5817"/>
                      </a:lnTo>
                      <a:lnTo>
                        <a:pt x="14313" y="5755"/>
                      </a:lnTo>
                      <a:lnTo>
                        <a:pt x="14208" y="5755"/>
                      </a:lnTo>
                      <a:lnTo>
                        <a:pt x="14020" y="5859"/>
                      </a:lnTo>
                      <a:lnTo>
                        <a:pt x="13915" y="5859"/>
                      </a:lnTo>
                      <a:lnTo>
                        <a:pt x="13810" y="5776"/>
                      </a:lnTo>
                      <a:lnTo>
                        <a:pt x="13706" y="5776"/>
                      </a:lnTo>
                      <a:lnTo>
                        <a:pt x="13371" y="5922"/>
                      </a:lnTo>
                      <a:lnTo>
                        <a:pt x="13329" y="5964"/>
                      </a:lnTo>
                      <a:lnTo>
                        <a:pt x="13392" y="6027"/>
                      </a:lnTo>
                      <a:lnTo>
                        <a:pt x="13517" y="6131"/>
                      </a:lnTo>
                      <a:lnTo>
                        <a:pt x="13497" y="6152"/>
                      </a:lnTo>
                      <a:lnTo>
                        <a:pt x="13392" y="6131"/>
                      </a:lnTo>
                      <a:lnTo>
                        <a:pt x="13287" y="6131"/>
                      </a:lnTo>
                      <a:lnTo>
                        <a:pt x="13225" y="6069"/>
                      </a:lnTo>
                      <a:lnTo>
                        <a:pt x="13120" y="6048"/>
                      </a:lnTo>
                      <a:lnTo>
                        <a:pt x="12911" y="6027"/>
                      </a:lnTo>
                      <a:lnTo>
                        <a:pt x="12701" y="6048"/>
                      </a:lnTo>
                      <a:lnTo>
                        <a:pt x="12639" y="6089"/>
                      </a:lnTo>
                      <a:lnTo>
                        <a:pt x="12639" y="6152"/>
                      </a:lnTo>
                      <a:lnTo>
                        <a:pt x="12534" y="6152"/>
                      </a:lnTo>
                      <a:lnTo>
                        <a:pt x="12492" y="6131"/>
                      </a:lnTo>
                      <a:lnTo>
                        <a:pt x="12429" y="6131"/>
                      </a:lnTo>
                      <a:lnTo>
                        <a:pt x="12262" y="6236"/>
                      </a:lnTo>
                      <a:lnTo>
                        <a:pt x="12262" y="6278"/>
                      </a:lnTo>
                      <a:lnTo>
                        <a:pt x="12178" y="6299"/>
                      </a:lnTo>
                      <a:lnTo>
                        <a:pt x="12011" y="6382"/>
                      </a:lnTo>
                      <a:lnTo>
                        <a:pt x="11865" y="6466"/>
                      </a:lnTo>
                      <a:lnTo>
                        <a:pt x="11802" y="6466"/>
                      </a:lnTo>
                      <a:lnTo>
                        <a:pt x="11823" y="6403"/>
                      </a:lnTo>
                      <a:lnTo>
                        <a:pt x="11844" y="6341"/>
                      </a:lnTo>
                      <a:lnTo>
                        <a:pt x="11739" y="6382"/>
                      </a:lnTo>
                      <a:lnTo>
                        <a:pt x="11634" y="6508"/>
                      </a:lnTo>
                      <a:lnTo>
                        <a:pt x="11634" y="6571"/>
                      </a:lnTo>
                      <a:lnTo>
                        <a:pt x="11802" y="6759"/>
                      </a:lnTo>
                      <a:lnTo>
                        <a:pt x="11948" y="6989"/>
                      </a:lnTo>
                      <a:lnTo>
                        <a:pt x="12116" y="7031"/>
                      </a:lnTo>
                      <a:lnTo>
                        <a:pt x="12241" y="7198"/>
                      </a:lnTo>
                      <a:lnTo>
                        <a:pt x="12367" y="7282"/>
                      </a:lnTo>
                      <a:lnTo>
                        <a:pt x="12429" y="7408"/>
                      </a:lnTo>
                      <a:lnTo>
                        <a:pt x="12534" y="7429"/>
                      </a:lnTo>
                      <a:lnTo>
                        <a:pt x="12660" y="7512"/>
                      </a:lnTo>
                      <a:lnTo>
                        <a:pt x="12597" y="7533"/>
                      </a:lnTo>
                      <a:lnTo>
                        <a:pt x="12429" y="7533"/>
                      </a:lnTo>
                      <a:lnTo>
                        <a:pt x="12388" y="7429"/>
                      </a:lnTo>
                      <a:lnTo>
                        <a:pt x="12262" y="7324"/>
                      </a:lnTo>
                      <a:lnTo>
                        <a:pt x="12178" y="7282"/>
                      </a:lnTo>
                      <a:lnTo>
                        <a:pt x="12137" y="7282"/>
                      </a:lnTo>
                      <a:lnTo>
                        <a:pt x="12011" y="7408"/>
                      </a:lnTo>
                      <a:lnTo>
                        <a:pt x="11885" y="7408"/>
                      </a:lnTo>
                      <a:lnTo>
                        <a:pt x="11802" y="7303"/>
                      </a:lnTo>
                      <a:lnTo>
                        <a:pt x="11906" y="7198"/>
                      </a:lnTo>
                      <a:lnTo>
                        <a:pt x="11906" y="7136"/>
                      </a:lnTo>
                      <a:lnTo>
                        <a:pt x="11823" y="7136"/>
                      </a:lnTo>
                      <a:lnTo>
                        <a:pt x="11739" y="7282"/>
                      </a:lnTo>
                      <a:lnTo>
                        <a:pt x="11781" y="7512"/>
                      </a:lnTo>
                      <a:lnTo>
                        <a:pt x="11802" y="7554"/>
                      </a:lnTo>
                      <a:lnTo>
                        <a:pt x="11802" y="7638"/>
                      </a:lnTo>
                      <a:lnTo>
                        <a:pt x="11676" y="7742"/>
                      </a:lnTo>
                      <a:lnTo>
                        <a:pt x="11593" y="7910"/>
                      </a:lnTo>
                      <a:lnTo>
                        <a:pt x="11572" y="8056"/>
                      </a:lnTo>
                      <a:lnTo>
                        <a:pt x="11593" y="8224"/>
                      </a:lnTo>
                      <a:lnTo>
                        <a:pt x="11802" y="8454"/>
                      </a:lnTo>
                      <a:lnTo>
                        <a:pt x="11990" y="8538"/>
                      </a:lnTo>
                      <a:lnTo>
                        <a:pt x="12116" y="8663"/>
                      </a:lnTo>
                      <a:lnTo>
                        <a:pt x="12199" y="8663"/>
                      </a:lnTo>
                      <a:lnTo>
                        <a:pt x="12346" y="8558"/>
                      </a:lnTo>
                      <a:lnTo>
                        <a:pt x="12492" y="8496"/>
                      </a:lnTo>
                      <a:lnTo>
                        <a:pt x="12639" y="8579"/>
                      </a:lnTo>
                      <a:lnTo>
                        <a:pt x="12890" y="8600"/>
                      </a:lnTo>
                      <a:lnTo>
                        <a:pt x="12994" y="8684"/>
                      </a:lnTo>
                      <a:lnTo>
                        <a:pt x="13015" y="8810"/>
                      </a:lnTo>
                      <a:lnTo>
                        <a:pt x="13078" y="8851"/>
                      </a:lnTo>
                      <a:lnTo>
                        <a:pt x="13141" y="8789"/>
                      </a:lnTo>
                      <a:lnTo>
                        <a:pt x="13141" y="8642"/>
                      </a:lnTo>
                      <a:lnTo>
                        <a:pt x="13162" y="8579"/>
                      </a:lnTo>
                      <a:lnTo>
                        <a:pt x="13266" y="8642"/>
                      </a:lnTo>
                      <a:lnTo>
                        <a:pt x="13266" y="8705"/>
                      </a:lnTo>
                      <a:lnTo>
                        <a:pt x="13162" y="8851"/>
                      </a:lnTo>
                      <a:lnTo>
                        <a:pt x="13162" y="8956"/>
                      </a:lnTo>
                      <a:lnTo>
                        <a:pt x="13204" y="8956"/>
                      </a:lnTo>
                      <a:lnTo>
                        <a:pt x="13371" y="8810"/>
                      </a:lnTo>
                      <a:lnTo>
                        <a:pt x="13413" y="8747"/>
                      </a:lnTo>
                      <a:lnTo>
                        <a:pt x="13601" y="8684"/>
                      </a:lnTo>
                      <a:lnTo>
                        <a:pt x="13831" y="8538"/>
                      </a:lnTo>
                      <a:lnTo>
                        <a:pt x="13999" y="8496"/>
                      </a:lnTo>
                      <a:lnTo>
                        <a:pt x="14082" y="8391"/>
                      </a:lnTo>
                      <a:lnTo>
                        <a:pt x="14124" y="8391"/>
                      </a:lnTo>
                      <a:lnTo>
                        <a:pt x="14145" y="8475"/>
                      </a:lnTo>
                      <a:lnTo>
                        <a:pt x="14208" y="8496"/>
                      </a:lnTo>
                      <a:lnTo>
                        <a:pt x="14396" y="8370"/>
                      </a:lnTo>
                      <a:lnTo>
                        <a:pt x="14543" y="8370"/>
                      </a:lnTo>
                      <a:lnTo>
                        <a:pt x="14606" y="8328"/>
                      </a:lnTo>
                      <a:lnTo>
                        <a:pt x="14543" y="8391"/>
                      </a:lnTo>
                      <a:lnTo>
                        <a:pt x="14417" y="8475"/>
                      </a:lnTo>
                      <a:lnTo>
                        <a:pt x="14417" y="8538"/>
                      </a:lnTo>
                      <a:lnTo>
                        <a:pt x="14459" y="8558"/>
                      </a:lnTo>
                      <a:lnTo>
                        <a:pt x="14354" y="8747"/>
                      </a:lnTo>
                      <a:lnTo>
                        <a:pt x="14208" y="8768"/>
                      </a:lnTo>
                      <a:lnTo>
                        <a:pt x="14145" y="8705"/>
                      </a:lnTo>
                      <a:lnTo>
                        <a:pt x="14082" y="8705"/>
                      </a:lnTo>
                      <a:lnTo>
                        <a:pt x="13915" y="8851"/>
                      </a:lnTo>
                      <a:lnTo>
                        <a:pt x="13915" y="8872"/>
                      </a:lnTo>
                      <a:lnTo>
                        <a:pt x="14041" y="8893"/>
                      </a:lnTo>
                      <a:lnTo>
                        <a:pt x="14124" y="8977"/>
                      </a:lnTo>
                      <a:lnTo>
                        <a:pt x="14124" y="9123"/>
                      </a:lnTo>
                      <a:lnTo>
                        <a:pt x="13936" y="9333"/>
                      </a:lnTo>
                      <a:lnTo>
                        <a:pt x="13915" y="9479"/>
                      </a:lnTo>
                      <a:lnTo>
                        <a:pt x="13873" y="9542"/>
                      </a:lnTo>
                      <a:lnTo>
                        <a:pt x="13831" y="9626"/>
                      </a:lnTo>
                      <a:lnTo>
                        <a:pt x="13873" y="9688"/>
                      </a:lnTo>
                      <a:lnTo>
                        <a:pt x="13894" y="9751"/>
                      </a:lnTo>
                      <a:lnTo>
                        <a:pt x="13873" y="9856"/>
                      </a:lnTo>
                      <a:lnTo>
                        <a:pt x="13748" y="10002"/>
                      </a:lnTo>
                      <a:lnTo>
                        <a:pt x="13643" y="10065"/>
                      </a:lnTo>
                      <a:lnTo>
                        <a:pt x="13538" y="10065"/>
                      </a:lnTo>
                      <a:lnTo>
                        <a:pt x="13476" y="10128"/>
                      </a:lnTo>
                      <a:lnTo>
                        <a:pt x="13371" y="10232"/>
                      </a:lnTo>
                      <a:lnTo>
                        <a:pt x="13287" y="10253"/>
                      </a:lnTo>
                      <a:lnTo>
                        <a:pt x="13162" y="10232"/>
                      </a:lnTo>
                      <a:lnTo>
                        <a:pt x="12994" y="10128"/>
                      </a:lnTo>
                      <a:lnTo>
                        <a:pt x="12953" y="10149"/>
                      </a:lnTo>
                      <a:lnTo>
                        <a:pt x="12890" y="10107"/>
                      </a:lnTo>
                      <a:lnTo>
                        <a:pt x="12806" y="10002"/>
                      </a:lnTo>
                      <a:lnTo>
                        <a:pt x="12785" y="10023"/>
                      </a:lnTo>
                      <a:lnTo>
                        <a:pt x="12681" y="10170"/>
                      </a:lnTo>
                      <a:lnTo>
                        <a:pt x="12555" y="10253"/>
                      </a:lnTo>
                      <a:lnTo>
                        <a:pt x="12471" y="10358"/>
                      </a:lnTo>
                      <a:lnTo>
                        <a:pt x="12241" y="10442"/>
                      </a:lnTo>
                      <a:lnTo>
                        <a:pt x="12157" y="10483"/>
                      </a:lnTo>
                      <a:lnTo>
                        <a:pt x="12053" y="10483"/>
                      </a:lnTo>
                      <a:lnTo>
                        <a:pt x="11948" y="10462"/>
                      </a:lnTo>
                      <a:lnTo>
                        <a:pt x="11760" y="10462"/>
                      </a:lnTo>
                      <a:lnTo>
                        <a:pt x="11634" y="10567"/>
                      </a:lnTo>
                      <a:lnTo>
                        <a:pt x="11509" y="10567"/>
                      </a:lnTo>
                      <a:lnTo>
                        <a:pt x="11425" y="10630"/>
                      </a:lnTo>
                      <a:lnTo>
                        <a:pt x="11425" y="10755"/>
                      </a:lnTo>
                      <a:lnTo>
                        <a:pt x="11341" y="10965"/>
                      </a:lnTo>
                      <a:lnTo>
                        <a:pt x="11279" y="11048"/>
                      </a:lnTo>
                      <a:lnTo>
                        <a:pt x="11279" y="10965"/>
                      </a:lnTo>
                      <a:lnTo>
                        <a:pt x="11132" y="10839"/>
                      </a:lnTo>
                      <a:lnTo>
                        <a:pt x="10986" y="10839"/>
                      </a:lnTo>
                      <a:lnTo>
                        <a:pt x="10902" y="10860"/>
                      </a:lnTo>
                      <a:lnTo>
                        <a:pt x="10923" y="10944"/>
                      </a:lnTo>
                      <a:lnTo>
                        <a:pt x="11007" y="10986"/>
                      </a:lnTo>
                      <a:lnTo>
                        <a:pt x="10965" y="11090"/>
                      </a:lnTo>
                      <a:lnTo>
                        <a:pt x="10902" y="11090"/>
                      </a:lnTo>
                      <a:lnTo>
                        <a:pt x="10860" y="10986"/>
                      </a:lnTo>
                      <a:lnTo>
                        <a:pt x="10756" y="10881"/>
                      </a:lnTo>
                      <a:lnTo>
                        <a:pt x="10693" y="10881"/>
                      </a:lnTo>
                      <a:lnTo>
                        <a:pt x="10546" y="11048"/>
                      </a:lnTo>
                      <a:lnTo>
                        <a:pt x="10484" y="11174"/>
                      </a:lnTo>
                      <a:lnTo>
                        <a:pt x="10400" y="11195"/>
                      </a:lnTo>
                      <a:lnTo>
                        <a:pt x="10337" y="11195"/>
                      </a:lnTo>
                      <a:lnTo>
                        <a:pt x="10065" y="11425"/>
                      </a:lnTo>
                      <a:lnTo>
                        <a:pt x="10023" y="11613"/>
                      </a:lnTo>
                      <a:lnTo>
                        <a:pt x="9960" y="11634"/>
                      </a:lnTo>
                      <a:lnTo>
                        <a:pt x="9835" y="11676"/>
                      </a:lnTo>
                      <a:lnTo>
                        <a:pt x="9730" y="11613"/>
                      </a:lnTo>
                      <a:lnTo>
                        <a:pt x="9709" y="11634"/>
                      </a:lnTo>
                      <a:lnTo>
                        <a:pt x="9814" y="11781"/>
                      </a:lnTo>
                      <a:lnTo>
                        <a:pt x="9772" y="11843"/>
                      </a:lnTo>
                      <a:lnTo>
                        <a:pt x="9709" y="11843"/>
                      </a:lnTo>
                      <a:lnTo>
                        <a:pt x="9647" y="11739"/>
                      </a:lnTo>
                      <a:lnTo>
                        <a:pt x="9605" y="11739"/>
                      </a:lnTo>
                      <a:lnTo>
                        <a:pt x="9542" y="11843"/>
                      </a:lnTo>
                      <a:lnTo>
                        <a:pt x="9416" y="12011"/>
                      </a:lnTo>
                      <a:lnTo>
                        <a:pt x="9416" y="12095"/>
                      </a:lnTo>
                      <a:lnTo>
                        <a:pt x="9521" y="12241"/>
                      </a:lnTo>
                      <a:lnTo>
                        <a:pt x="9542" y="12367"/>
                      </a:lnTo>
                      <a:lnTo>
                        <a:pt x="9521" y="12471"/>
                      </a:lnTo>
                      <a:lnTo>
                        <a:pt x="9458" y="12576"/>
                      </a:lnTo>
                      <a:lnTo>
                        <a:pt x="9500" y="12680"/>
                      </a:lnTo>
                      <a:lnTo>
                        <a:pt x="9563" y="12659"/>
                      </a:lnTo>
                      <a:lnTo>
                        <a:pt x="9647" y="12576"/>
                      </a:lnTo>
                      <a:lnTo>
                        <a:pt x="9668" y="12639"/>
                      </a:lnTo>
                      <a:lnTo>
                        <a:pt x="9709" y="12785"/>
                      </a:lnTo>
                      <a:lnTo>
                        <a:pt x="9647" y="12827"/>
                      </a:lnTo>
                      <a:lnTo>
                        <a:pt x="9605" y="12869"/>
                      </a:lnTo>
                      <a:lnTo>
                        <a:pt x="9626" y="12931"/>
                      </a:lnTo>
                      <a:lnTo>
                        <a:pt x="9709" y="12931"/>
                      </a:lnTo>
                      <a:lnTo>
                        <a:pt x="9751" y="12869"/>
                      </a:lnTo>
                      <a:lnTo>
                        <a:pt x="9835" y="12869"/>
                      </a:lnTo>
                      <a:lnTo>
                        <a:pt x="9856" y="12931"/>
                      </a:lnTo>
                      <a:lnTo>
                        <a:pt x="9856" y="12973"/>
                      </a:lnTo>
                      <a:lnTo>
                        <a:pt x="9981" y="12994"/>
                      </a:lnTo>
                      <a:lnTo>
                        <a:pt x="10086" y="13057"/>
                      </a:lnTo>
                      <a:lnTo>
                        <a:pt x="10232" y="13057"/>
                      </a:lnTo>
                      <a:lnTo>
                        <a:pt x="10337" y="12973"/>
                      </a:lnTo>
                      <a:lnTo>
                        <a:pt x="10379" y="12764"/>
                      </a:lnTo>
                      <a:lnTo>
                        <a:pt x="10463" y="12680"/>
                      </a:lnTo>
                      <a:lnTo>
                        <a:pt x="10672" y="12680"/>
                      </a:lnTo>
                      <a:lnTo>
                        <a:pt x="10756" y="12639"/>
                      </a:lnTo>
                      <a:lnTo>
                        <a:pt x="10651" y="12764"/>
                      </a:lnTo>
                      <a:lnTo>
                        <a:pt x="10546" y="12764"/>
                      </a:lnTo>
                      <a:lnTo>
                        <a:pt x="10358" y="12952"/>
                      </a:lnTo>
                      <a:lnTo>
                        <a:pt x="10337" y="13057"/>
                      </a:lnTo>
                      <a:lnTo>
                        <a:pt x="10253" y="13141"/>
                      </a:lnTo>
                      <a:lnTo>
                        <a:pt x="10358" y="13266"/>
                      </a:lnTo>
                      <a:lnTo>
                        <a:pt x="10358" y="13350"/>
                      </a:lnTo>
                      <a:lnTo>
                        <a:pt x="10191" y="13392"/>
                      </a:lnTo>
                      <a:lnTo>
                        <a:pt x="10149" y="13350"/>
                      </a:lnTo>
                      <a:lnTo>
                        <a:pt x="10149" y="13266"/>
                      </a:lnTo>
                      <a:lnTo>
                        <a:pt x="10086" y="13203"/>
                      </a:lnTo>
                      <a:lnTo>
                        <a:pt x="9981" y="13203"/>
                      </a:lnTo>
                      <a:lnTo>
                        <a:pt x="9940" y="13099"/>
                      </a:lnTo>
                      <a:lnTo>
                        <a:pt x="9772" y="13078"/>
                      </a:lnTo>
                      <a:lnTo>
                        <a:pt x="9730" y="12994"/>
                      </a:lnTo>
                      <a:lnTo>
                        <a:pt x="9647" y="13078"/>
                      </a:lnTo>
                      <a:lnTo>
                        <a:pt x="9542" y="13099"/>
                      </a:lnTo>
                      <a:lnTo>
                        <a:pt x="9521" y="13203"/>
                      </a:lnTo>
                      <a:lnTo>
                        <a:pt x="9437" y="13266"/>
                      </a:lnTo>
                      <a:lnTo>
                        <a:pt x="9312" y="13245"/>
                      </a:lnTo>
                      <a:lnTo>
                        <a:pt x="9291" y="13308"/>
                      </a:lnTo>
                      <a:lnTo>
                        <a:pt x="9333" y="13413"/>
                      </a:lnTo>
                      <a:lnTo>
                        <a:pt x="9396" y="13413"/>
                      </a:lnTo>
                      <a:lnTo>
                        <a:pt x="9312" y="13496"/>
                      </a:lnTo>
                      <a:lnTo>
                        <a:pt x="9291" y="13664"/>
                      </a:lnTo>
                      <a:lnTo>
                        <a:pt x="9312" y="13768"/>
                      </a:lnTo>
                      <a:lnTo>
                        <a:pt x="9396" y="13768"/>
                      </a:lnTo>
                      <a:lnTo>
                        <a:pt x="9396" y="13936"/>
                      </a:lnTo>
                      <a:lnTo>
                        <a:pt x="9416" y="13999"/>
                      </a:lnTo>
                      <a:lnTo>
                        <a:pt x="9416" y="14082"/>
                      </a:lnTo>
                      <a:lnTo>
                        <a:pt x="9521" y="14187"/>
                      </a:lnTo>
                      <a:lnTo>
                        <a:pt x="9521" y="14229"/>
                      </a:lnTo>
                      <a:lnTo>
                        <a:pt x="9396" y="14250"/>
                      </a:lnTo>
                      <a:lnTo>
                        <a:pt x="9354" y="14312"/>
                      </a:lnTo>
                      <a:lnTo>
                        <a:pt x="9730" y="14501"/>
                      </a:lnTo>
                      <a:lnTo>
                        <a:pt x="9877" y="14501"/>
                      </a:lnTo>
                      <a:lnTo>
                        <a:pt x="10065" y="14417"/>
                      </a:lnTo>
                      <a:lnTo>
                        <a:pt x="10170" y="14396"/>
                      </a:lnTo>
                      <a:lnTo>
                        <a:pt x="10232" y="14438"/>
                      </a:lnTo>
                      <a:lnTo>
                        <a:pt x="10295" y="14438"/>
                      </a:lnTo>
                      <a:lnTo>
                        <a:pt x="10463" y="14229"/>
                      </a:lnTo>
                      <a:lnTo>
                        <a:pt x="10463" y="14124"/>
                      </a:lnTo>
                      <a:lnTo>
                        <a:pt x="10400" y="14040"/>
                      </a:lnTo>
                      <a:lnTo>
                        <a:pt x="10400" y="13999"/>
                      </a:lnTo>
                      <a:lnTo>
                        <a:pt x="10567" y="13915"/>
                      </a:lnTo>
                      <a:lnTo>
                        <a:pt x="10714" y="13789"/>
                      </a:lnTo>
                      <a:lnTo>
                        <a:pt x="10986" y="13622"/>
                      </a:lnTo>
                      <a:lnTo>
                        <a:pt x="11090" y="13664"/>
                      </a:lnTo>
                      <a:lnTo>
                        <a:pt x="10986" y="13664"/>
                      </a:lnTo>
                      <a:lnTo>
                        <a:pt x="10756" y="13894"/>
                      </a:lnTo>
                      <a:lnTo>
                        <a:pt x="10588" y="13978"/>
                      </a:lnTo>
                      <a:lnTo>
                        <a:pt x="10588" y="14019"/>
                      </a:lnTo>
                      <a:lnTo>
                        <a:pt x="10693" y="14103"/>
                      </a:lnTo>
                      <a:lnTo>
                        <a:pt x="10693" y="14187"/>
                      </a:lnTo>
                      <a:lnTo>
                        <a:pt x="10588" y="14333"/>
                      </a:lnTo>
                      <a:lnTo>
                        <a:pt x="10463" y="14417"/>
                      </a:lnTo>
                      <a:lnTo>
                        <a:pt x="10442" y="14543"/>
                      </a:lnTo>
                      <a:lnTo>
                        <a:pt x="10463" y="14710"/>
                      </a:lnTo>
                      <a:lnTo>
                        <a:pt x="10442" y="14815"/>
                      </a:lnTo>
                      <a:lnTo>
                        <a:pt x="10442" y="14856"/>
                      </a:lnTo>
                      <a:lnTo>
                        <a:pt x="10442" y="14961"/>
                      </a:lnTo>
                      <a:lnTo>
                        <a:pt x="10463" y="15087"/>
                      </a:lnTo>
                      <a:lnTo>
                        <a:pt x="10295" y="15149"/>
                      </a:lnTo>
                      <a:lnTo>
                        <a:pt x="10232" y="15191"/>
                      </a:lnTo>
                      <a:lnTo>
                        <a:pt x="10191" y="15275"/>
                      </a:lnTo>
                      <a:lnTo>
                        <a:pt x="10044" y="15442"/>
                      </a:lnTo>
                      <a:lnTo>
                        <a:pt x="10002" y="15463"/>
                      </a:lnTo>
                      <a:lnTo>
                        <a:pt x="10044" y="15568"/>
                      </a:lnTo>
                      <a:lnTo>
                        <a:pt x="10044" y="15672"/>
                      </a:lnTo>
                      <a:lnTo>
                        <a:pt x="10107" y="15693"/>
                      </a:lnTo>
                      <a:lnTo>
                        <a:pt x="10212" y="15672"/>
                      </a:lnTo>
                      <a:lnTo>
                        <a:pt x="10274" y="15672"/>
                      </a:lnTo>
                      <a:lnTo>
                        <a:pt x="10316" y="15714"/>
                      </a:lnTo>
                      <a:lnTo>
                        <a:pt x="10253" y="15798"/>
                      </a:lnTo>
                      <a:lnTo>
                        <a:pt x="10128" y="15798"/>
                      </a:lnTo>
                      <a:lnTo>
                        <a:pt x="10065" y="15840"/>
                      </a:lnTo>
                      <a:lnTo>
                        <a:pt x="10086" y="15903"/>
                      </a:lnTo>
                      <a:lnTo>
                        <a:pt x="10065" y="15944"/>
                      </a:lnTo>
                      <a:lnTo>
                        <a:pt x="10086" y="16028"/>
                      </a:lnTo>
                      <a:lnTo>
                        <a:pt x="10023" y="16091"/>
                      </a:lnTo>
                      <a:lnTo>
                        <a:pt x="9940" y="16112"/>
                      </a:lnTo>
                      <a:lnTo>
                        <a:pt x="9835" y="16154"/>
                      </a:lnTo>
                      <a:lnTo>
                        <a:pt x="9751" y="16133"/>
                      </a:lnTo>
                      <a:lnTo>
                        <a:pt x="9709" y="16154"/>
                      </a:lnTo>
                      <a:lnTo>
                        <a:pt x="9772" y="16216"/>
                      </a:lnTo>
                      <a:lnTo>
                        <a:pt x="9877" y="16237"/>
                      </a:lnTo>
                      <a:lnTo>
                        <a:pt x="9960" y="16300"/>
                      </a:lnTo>
                      <a:lnTo>
                        <a:pt x="10086" y="16154"/>
                      </a:lnTo>
                      <a:lnTo>
                        <a:pt x="10337" y="16007"/>
                      </a:lnTo>
                      <a:lnTo>
                        <a:pt x="10379" y="16007"/>
                      </a:lnTo>
                      <a:lnTo>
                        <a:pt x="10463" y="16028"/>
                      </a:lnTo>
                      <a:lnTo>
                        <a:pt x="10546" y="15944"/>
                      </a:lnTo>
                      <a:lnTo>
                        <a:pt x="10714" y="15882"/>
                      </a:lnTo>
                      <a:lnTo>
                        <a:pt x="10693" y="15944"/>
                      </a:lnTo>
                      <a:lnTo>
                        <a:pt x="10630" y="16007"/>
                      </a:lnTo>
                      <a:lnTo>
                        <a:pt x="10630" y="16049"/>
                      </a:lnTo>
                      <a:lnTo>
                        <a:pt x="10693" y="16091"/>
                      </a:lnTo>
                      <a:lnTo>
                        <a:pt x="10714" y="16196"/>
                      </a:lnTo>
                      <a:lnTo>
                        <a:pt x="10693" y="16237"/>
                      </a:lnTo>
                      <a:lnTo>
                        <a:pt x="10776" y="16300"/>
                      </a:lnTo>
                      <a:lnTo>
                        <a:pt x="10881" y="16216"/>
                      </a:lnTo>
                      <a:lnTo>
                        <a:pt x="10944" y="16133"/>
                      </a:lnTo>
                      <a:lnTo>
                        <a:pt x="10986" y="16196"/>
                      </a:lnTo>
                      <a:lnTo>
                        <a:pt x="10965" y="16237"/>
                      </a:lnTo>
                      <a:lnTo>
                        <a:pt x="11049" y="16363"/>
                      </a:lnTo>
                      <a:lnTo>
                        <a:pt x="11069" y="16551"/>
                      </a:lnTo>
                      <a:lnTo>
                        <a:pt x="11049" y="16656"/>
                      </a:lnTo>
                      <a:lnTo>
                        <a:pt x="11090" y="16823"/>
                      </a:lnTo>
                      <a:lnTo>
                        <a:pt x="11153" y="16823"/>
                      </a:lnTo>
                      <a:lnTo>
                        <a:pt x="11195" y="16677"/>
                      </a:lnTo>
                      <a:lnTo>
                        <a:pt x="11195" y="16572"/>
                      </a:lnTo>
                      <a:lnTo>
                        <a:pt x="11300" y="16426"/>
                      </a:lnTo>
                      <a:lnTo>
                        <a:pt x="11321" y="16321"/>
                      </a:lnTo>
                      <a:lnTo>
                        <a:pt x="11467" y="16216"/>
                      </a:lnTo>
                      <a:lnTo>
                        <a:pt x="11488" y="16216"/>
                      </a:lnTo>
                      <a:lnTo>
                        <a:pt x="11593" y="16133"/>
                      </a:lnTo>
                      <a:lnTo>
                        <a:pt x="11739" y="16133"/>
                      </a:lnTo>
                      <a:lnTo>
                        <a:pt x="11593" y="16216"/>
                      </a:lnTo>
                      <a:lnTo>
                        <a:pt x="11425" y="16405"/>
                      </a:lnTo>
                      <a:lnTo>
                        <a:pt x="11425" y="16447"/>
                      </a:lnTo>
                      <a:lnTo>
                        <a:pt x="11572" y="16614"/>
                      </a:lnTo>
                      <a:lnTo>
                        <a:pt x="11634" y="16635"/>
                      </a:lnTo>
                      <a:lnTo>
                        <a:pt x="11802" y="16551"/>
                      </a:lnTo>
                      <a:lnTo>
                        <a:pt x="12032" y="16530"/>
                      </a:lnTo>
                      <a:lnTo>
                        <a:pt x="12137" y="16447"/>
                      </a:lnTo>
                      <a:lnTo>
                        <a:pt x="12220" y="16447"/>
                      </a:lnTo>
                      <a:lnTo>
                        <a:pt x="12429" y="16342"/>
                      </a:lnTo>
                      <a:lnTo>
                        <a:pt x="12513" y="16342"/>
                      </a:lnTo>
                      <a:lnTo>
                        <a:pt x="12429" y="16363"/>
                      </a:lnTo>
                      <a:lnTo>
                        <a:pt x="12304" y="16530"/>
                      </a:lnTo>
                      <a:lnTo>
                        <a:pt x="12304" y="16572"/>
                      </a:lnTo>
                      <a:lnTo>
                        <a:pt x="12220" y="16656"/>
                      </a:lnTo>
                      <a:lnTo>
                        <a:pt x="11906" y="16844"/>
                      </a:lnTo>
                      <a:lnTo>
                        <a:pt x="11781" y="16970"/>
                      </a:lnTo>
                      <a:lnTo>
                        <a:pt x="11676" y="17158"/>
                      </a:lnTo>
                      <a:lnTo>
                        <a:pt x="11634" y="17263"/>
                      </a:lnTo>
                      <a:lnTo>
                        <a:pt x="11697" y="17367"/>
                      </a:lnTo>
                      <a:lnTo>
                        <a:pt x="11802" y="17451"/>
                      </a:lnTo>
                      <a:lnTo>
                        <a:pt x="11613" y="17409"/>
                      </a:lnTo>
                      <a:lnTo>
                        <a:pt x="11530" y="17451"/>
                      </a:lnTo>
                      <a:lnTo>
                        <a:pt x="11425" y="17577"/>
                      </a:lnTo>
                      <a:lnTo>
                        <a:pt x="11383" y="17702"/>
                      </a:lnTo>
                      <a:lnTo>
                        <a:pt x="11216" y="17869"/>
                      </a:lnTo>
                      <a:lnTo>
                        <a:pt x="11153" y="17974"/>
                      </a:lnTo>
                      <a:lnTo>
                        <a:pt x="11174" y="18016"/>
                      </a:lnTo>
                      <a:lnTo>
                        <a:pt x="11216" y="18079"/>
                      </a:lnTo>
                      <a:lnTo>
                        <a:pt x="11195" y="18141"/>
                      </a:lnTo>
                      <a:lnTo>
                        <a:pt x="11111" y="18121"/>
                      </a:lnTo>
                      <a:lnTo>
                        <a:pt x="11090" y="18037"/>
                      </a:lnTo>
                      <a:lnTo>
                        <a:pt x="11007" y="18016"/>
                      </a:lnTo>
                      <a:lnTo>
                        <a:pt x="10944" y="18121"/>
                      </a:lnTo>
                      <a:lnTo>
                        <a:pt x="10776" y="18204"/>
                      </a:lnTo>
                      <a:lnTo>
                        <a:pt x="10839" y="18288"/>
                      </a:lnTo>
                      <a:lnTo>
                        <a:pt x="10776" y="18351"/>
                      </a:lnTo>
                      <a:lnTo>
                        <a:pt x="10693" y="18330"/>
                      </a:lnTo>
                      <a:lnTo>
                        <a:pt x="10672" y="18288"/>
                      </a:lnTo>
                      <a:lnTo>
                        <a:pt x="10630" y="18330"/>
                      </a:lnTo>
                      <a:lnTo>
                        <a:pt x="10358" y="18539"/>
                      </a:lnTo>
                      <a:lnTo>
                        <a:pt x="10274" y="18644"/>
                      </a:lnTo>
                      <a:lnTo>
                        <a:pt x="10316" y="18727"/>
                      </a:lnTo>
                      <a:lnTo>
                        <a:pt x="10253" y="18769"/>
                      </a:lnTo>
                      <a:lnTo>
                        <a:pt x="10170" y="18748"/>
                      </a:lnTo>
                      <a:lnTo>
                        <a:pt x="10170" y="18644"/>
                      </a:lnTo>
                      <a:lnTo>
                        <a:pt x="10023" y="18727"/>
                      </a:lnTo>
                      <a:lnTo>
                        <a:pt x="9898" y="18811"/>
                      </a:lnTo>
                      <a:lnTo>
                        <a:pt x="9793" y="18853"/>
                      </a:lnTo>
                      <a:lnTo>
                        <a:pt x="9751" y="18937"/>
                      </a:lnTo>
                      <a:lnTo>
                        <a:pt x="9647" y="18978"/>
                      </a:lnTo>
                      <a:lnTo>
                        <a:pt x="9500" y="18978"/>
                      </a:lnTo>
                      <a:lnTo>
                        <a:pt x="9333" y="19146"/>
                      </a:lnTo>
                      <a:lnTo>
                        <a:pt x="9082" y="19250"/>
                      </a:lnTo>
                      <a:lnTo>
                        <a:pt x="8893" y="19397"/>
                      </a:lnTo>
                      <a:lnTo>
                        <a:pt x="8810" y="19564"/>
                      </a:lnTo>
                      <a:lnTo>
                        <a:pt x="8810" y="19606"/>
                      </a:lnTo>
                      <a:lnTo>
                        <a:pt x="8872" y="19711"/>
                      </a:lnTo>
                      <a:lnTo>
                        <a:pt x="8872" y="19794"/>
                      </a:lnTo>
                      <a:lnTo>
                        <a:pt x="8852" y="19815"/>
                      </a:lnTo>
                      <a:lnTo>
                        <a:pt x="8768" y="19711"/>
                      </a:lnTo>
                      <a:lnTo>
                        <a:pt x="8747" y="19711"/>
                      </a:lnTo>
                      <a:lnTo>
                        <a:pt x="8705" y="19773"/>
                      </a:lnTo>
                      <a:lnTo>
                        <a:pt x="8747" y="19857"/>
                      </a:lnTo>
                      <a:lnTo>
                        <a:pt x="8684" y="19878"/>
                      </a:lnTo>
                      <a:lnTo>
                        <a:pt x="8621" y="19794"/>
                      </a:lnTo>
                      <a:lnTo>
                        <a:pt x="8705" y="19711"/>
                      </a:lnTo>
                      <a:cubicBezTo>
                        <a:pt x="8761" y="19673"/>
                        <a:pt x="8717" y="19603"/>
                        <a:pt x="8677" y="19603"/>
                      </a:cubicBezTo>
                      <a:cubicBezTo>
                        <a:pt x="8673" y="19603"/>
                        <a:pt x="8668" y="19604"/>
                        <a:pt x="8663" y="19606"/>
                      </a:cubicBezTo>
                      <a:lnTo>
                        <a:pt x="8600" y="19585"/>
                      </a:lnTo>
                      <a:lnTo>
                        <a:pt x="8496" y="19585"/>
                      </a:lnTo>
                      <a:lnTo>
                        <a:pt x="8454" y="19564"/>
                      </a:lnTo>
                      <a:lnTo>
                        <a:pt x="8349" y="19585"/>
                      </a:lnTo>
                      <a:lnTo>
                        <a:pt x="8161" y="19606"/>
                      </a:lnTo>
                      <a:lnTo>
                        <a:pt x="8056" y="19669"/>
                      </a:lnTo>
                      <a:lnTo>
                        <a:pt x="7973" y="19773"/>
                      </a:lnTo>
                      <a:lnTo>
                        <a:pt x="7826" y="19815"/>
                      </a:lnTo>
                      <a:lnTo>
                        <a:pt x="7680" y="19899"/>
                      </a:lnTo>
                      <a:lnTo>
                        <a:pt x="7554" y="20066"/>
                      </a:lnTo>
                      <a:lnTo>
                        <a:pt x="7575" y="20108"/>
                      </a:lnTo>
                      <a:lnTo>
                        <a:pt x="7533" y="20171"/>
                      </a:lnTo>
                      <a:lnTo>
                        <a:pt x="7471" y="20171"/>
                      </a:lnTo>
                      <a:lnTo>
                        <a:pt x="7345" y="20213"/>
                      </a:lnTo>
                      <a:lnTo>
                        <a:pt x="7261" y="20276"/>
                      </a:lnTo>
                      <a:lnTo>
                        <a:pt x="7261" y="20338"/>
                      </a:lnTo>
                      <a:lnTo>
                        <a:pt x="7219" y="20338"/>
                      </a:lnTo>
                      <a:lnTo>
                        <a:pt x="7115" y="20318"/>
                      </a:lnTo>
                      <a:lnTo>
                        <a:pt x="7010" y="20338"/>
                      </a:lnTo>
                      <a:lnTo>
                        <a:pt x="6989" y="20422"/>
                      </a:lnTo>
                      <a:lnTo>
                        <a:pt x="6947" y="20548"/>
                      </a:lnTo>
                      <a:lnTo>
                        <a:pt x="6947" y="20590"/>
                      </a:lnTo>
                      <a:cubicBezTo>
                        <a:pt x="6927" y="20590"/>
                        <a:pt x="6906" y="20610"/>
                        <a:pt x="6885" y="20610"/>
                      </a:cubicBezTo>
                      <a:lnTo>
                        <a:pt x="6843" y="20590"/>
                      </a:lnTo>
                      <a:lnTo>
                        <a:pt x="6906" y="20485"/>
                      </a:lnTo>
                      <a:lnTo>
                        <a:pt x="6822" y="20380"/>
                      </a:lnTo>
                      <a:lnTo>
                        <a:pt x="6675" y="20380"/>
                      </a:lnTo>
                      <a:lnTo>
                        <a:pt x="6634" y="20422"/>
                      </a:lnTo>
                      <a:lnTo>
                        <a:pt x="6571" y="20485"/>
                      </a:lnTo>
                      <a:lnTo>
                        <a:pt x="6466" y="20485"/>
                      </a:lnTo>
                      <a:lnTo>
                        <a:pt x="6403" y="20527"/>
                      </a:lnTo>
                      <a:lnTo>
                        <a:pt x="6299" y="20422"/>
                      </a:lnTo>
                      <a:lnTo>
                        <a:pt x="6257" y="20422"/>
                      </a:lnTo>
                      <a:lnTo>
                        <a:pt x="6152" y="20610"/>
                      </a:lnTo>
                      <a:lnTo>
                        <a:pt x="6090" y="20631"/>
                      </a:lnTo>
                      <a:lnTo>
                        <a:pt x="5985" y="20715"/>
                      </a:lnTo>
                      <a:lnTo>
                        <a:pt x="5943" y="20694"/>
                      </a:lnTo>
                      <a:lnTo>
                        <a:pt x="5880" y="20736"/>
                      </a:lnTo>
                      <a:lnTo>
                        <a:pt x="5859" y="20841"/>
                      </a:lnTo>
                      <a:lnTo>
                        <a:pt x="5880" y="20945"/>
                      </a:lnTo>
                      <a:lnTo>
                        <a:pt x="5943" y="20966"/>
                      </a:lnTo>
                      <a:cubicBezTo>
                        <a:pt x="5776" y="21029"/>
                        <a:pt x="5629" y="21071"/>
                        <a:pt x="5462" y="21154"/>
                      </a:cubicBezTo>
                      <a:lnTo>
                        <a:pt x="5441" y="21071"/>
                      </a:lnTo>
                      <a:lnTo>
                        <a:pt x="5378" y="21050"/>
                      </a:lnTo>
                      <a:lnTo>
                        <a:pt x="5378" y="21154"/>
                      </a:lnTo>
                      <a:lnTo>
                        <a:pt x="5378" y="21217"/>
                      </a:lnTo>
                      <a:cubicBezTo>
                        <a:pt x="5357" y="21217"/>
                        <a:pt x="5336" y="21238"/>
                        <a:pt x="5274" y="21238"/>
                      </a:cubicBezTo>
                      <a:lnTo>
                        <a:pt x="5232" y="21217"/>
                      </a:lnTo>
                      <a:lnTo>
                        <a:pt x="5169" y="21134"/>
                      </a:lnTo>
                      <a:lnTo>
                        <a:pt x="5064" y="21154"/>
                      </a:lnTo>
                      <a:lnTo>
                        <a:pt x="5064" y="21238"/>
                      </a:lnTo>
                      <a:lnTo>
                        <a:pt x="5127" y="21280"/>
                      </a:lnTo>
                      <a:cubicBezTo>
                        <a:pt x="5106" y="21322"/>
                        <a:pt x="5043" y="21322"/>
                        <a:pt x="5022" y="21343"/>
                      </a:cubicBezTo>
                      <a:lnTo>
                        <a:pt x="4960" y="21280"/>
                      </a:lnTo>
                      <a:lnTo>
                        <a:pt x="4960" y="21364"/>
                      </a:lnTo>
                      <a:cubicBezTo>
                        <a:pt x="4939" y="21385"/>
                        <a:pt x="4918" y="21385"/>
                        <a:pt x="4897" y="21385"/>
                      </a:cubicBezTo>
                      <a:lnTo>
                        <a:pt x="4855" y="21343"/>
                      </a:lnTo>
                      <a:lnTo>
                        <a:pt x="4730" y="21322"/>
                      </a:lnTo>
                      <a:lnTo>
                        <a:pt x="4688" y="21238"/>
                      </a:lnTo>
                      <a:lnTo>
                        <a:pt x="4583" y="21238"/>
                      </a:lnTo>
                      <a:lnTo>
                        <a:pt x="4478" y="21343"/>
                      </a:lnTo>
                      <a:lnTo>
                        <a:pt x="4478" y="21426"/>
                      </a:lnTo>
                      <a:lnTo>
                        <a:pt x="4541" y="21489"/>
                      </a:lnTo>
                      <a:cubicBezTo>
                        <a:pt x="4520" y="21489"/>
                        <a:pt x="4499" y="21531"/>
                        <a:pt x="4499" y="21531"/>
                      </a:cubicBezTo>
                      <a:lnTo>
                        <a:pt x="4395" y="21468"/>
                      </a:lnTo>
                      <a:lnTo>
                        <a:pt x="4290" y="21552"/>
                      </a:lnTo>
                      <a:lnTo>
                        <a:pt x="4290" y="21594"/>
                      </a:lnTo>
                      <a:cubicBezTo>
                        <a:pt x="4081" y="21678"/>
                        <a:pt x="3893" y="21761"/>
                        <a:pt x="3683" y="21845"/>
                      </a:cubicBezTo>
                      <a:lnTo>
                        <a:pt x="3704" y="21782"/>
                      </a:lnTo>
                      <a:lnTo>
                        <a:pt x="3809" y="21740"/>
                      </a:lnTo>
                      <a:lnTo>
                        <a:pt x="3746" y="21698"/>
                      </a:lnTo>
                      <a:lnTo>
                        <a:pt x="3704" y="21573"/>
                      </a:lnTo>
                      <a:lnTo>
                        <a:pt x="3600" y="21636"/>
                      </a:lnTo>
                      <a:lnTo>
                        <a:pt x="3432" y="21636"/>
                      </a:lnTo>
                      <a:lnTo>
                        <a:pt x="3453" y="21698"/>
                      </a:lnTo>
                      <a:lnTo>
                        <a:pt x="3390" y="21803"/>
                      </a:lnTo>
                      <a:lnTo>
                        <a:pt x="3286" y="21845"/>
                      </a:lnTo>
                      <a:lnTo>
                        <a:pt x="3160" y="21970"/>
                      </a:lnTo>
                      <a:lnTo>
                        <a:pt x="3160" y="22012"/>
                      </a:lnTo>
                      <a:cubicBezTo>
                        <a:pt x="2951" y="22096"/>
                        <a:pt x="2742" y="22159"/>
                        <a:pt x="2533" y="22201"/>
                      </a:cubicBezTo>
                      <a:lnTo>
                        <a:pt x="2512" y="22180"/>
                      </a:lnTo>
                      <a:lnTo>
                        <a:pt x="2386" y="22222"/>
                      </a:lnTo>
                      <a:lnTo>
                        <a:pt x="2407" y="22263"/>
                      </a:lnTo>
                      <a:cubicBezTo>
                        <a:pt x="2344" y="22263"/>
                        <a:pt x="2302" y="22284"/>
                        <a:pt x="2240" y="22284"/>
                      </a:cubicBezTo>
                      <a:cubicBezTo>
                        <a:pt x="2177" y="22305"/>
                        <a:pt x="2093" y="22305"/>
                        <a:pt x="2009" y="22326"/>
                      </a:cubicBezTo>
                      <a:lnTo>
                        <a:pt x="1926" y="22263"/>
                      </a:lnTo>
                      <a:lnTo>
                        <a:pt x="1821" y="22368"/>
                      </a:lnTo>
                      <a:lnTo>
                        <a:pt x="1821" y="22389"/>
                      </a:lnTo>
                      <a:cubicBezTo>
                        <a:pt x="1758" y="22410"/>
                        <a:pt x="1654" y="22410"/>
                        <a:pt x="1570" y="22431"/>
                      </a:cubicBezTo>
                      <a:cubicBezTo>
                        <a:pt x="1264" y="22480"/>
                        <a:pt x="957" y="22500"/>
                        <a:pt x="651" y="22500"/>
                      </a:cubicBezTo>
                      <a:cubicBezTo>
                        <a:pt x="434" y="22500"/>
                        <a:pt x="218" y="22490"/>
                        <a:pt x="1" y="22473"/>
                      </a:cubicBezTo>
                      <a:lnTo>
                        <a:pt x="1" y="22473"/>
                      </a:lnTo>
                      <a:cubicBezTo>
                        <a:pt x="332" y="22512"/>
                        <a:pt x="664" y="22527"/>
                        <a:pt x="990" y="22527"/>
                      </a:cubicBezTo>
                      <a:cubicBezTo>
                        <a:pt x="1179" y="22527"/>
                        <a:pt x="1365" y="22522"/>
                        <a:pt x="1549" y="22514"/>
                      </a:cubicBezTo>
                      <a:lnTo>
                        <a:pt x="1549" y="22535"/>
                      </a:lnTo>
                      <a:lnTo>
                        <a:pt x="1654" y="22577"/>
                      </a:lnTo>
                      <a:lnTo>
                        <a:pt x="1612" y="22514"/>
                      </a:lnTo>
                      <a:cubicBezTo>
                        <a:pt x="2093" y="22473"/>
                        <a:pt x="2533" y="22389"/>
                        <a:pt x="2972" y="22263"/>
                      </a:cubicBezTo>
                      <a:lnTo>
                        <a:pt x="2972" y="22263"/>
                      </a:lnTo>
                      <a:lnTo>
                        <a:pt x="2867" y="22368"/>
                      </a:lnTo>
                      <a:lnTo>
                        <a:pt x="3077" y="22368"/>
                      </a:lnTo>
                      <a:lnTo>
                        <a:pt x="3223" y="22222"/>
                      </a:lnTo>
                      <a:lnTo>
                        <a:pt x="3370" y="22222"/>
                      </a:lnTo>
                      <a:lnTo>
                        <a:pt x="3453" y="22159"/>
                      </a:lnTo>
                      <a:cubicBezTo>
                        <a:pt x="3579" y="22096"/>
                        <a:pt x="3746" y="22075"/>
                        <a:pt x="3872" y="22012"/>
                      </a:cubicBezTo>
                      <a:lnTo>
                        <a:pt x="3893" y="22054"/>
                      </a:lnTo>
                      <a:lnTo>
                        <a:pt x="4081" y="22054"/>
                      </a:lnTo>
                      <a:lnTo>
                        <a:pt x="4227" y="21991"/>
                      </a:lnTo>
                      <a:lnTo>
                        <a:pt x="4290" y="21719"/>
                      </a:lnTo>
                      <a:lnTo>
                        <a:pt x="4311" y="21803"/>
                      </a:lnTo>
                      <a:lnTo>
                        <a:pt x="4374" y="21845"/>
                      </a:lnTo>
                      <a:lnTo>
                        <a:pt x="4416" y="21740"/>
                      </a:lnTo>
                      <a:lnTo>
                        <a:pt x="4458" y="21657"/>
                      </a:lnTo>
                      <a:lnTo>
                        <a:pt x="4520" y="21678"/>
                      </a:lnTo>
                      <a:lnTo>
                        <a:pt x="4562" y="21740"/>
                      </a:lnTo>
                      <a:lnTo>
                        <a:pt x="4604" y="21719"/>
                      </a:lnTo>
                      <a:lnTo>
                        <a:pt x="4688" y="21615"/>
                      </a:lnTo>
                      <a:lnTo>
                        <a:pt x="4834" y="21531"/>
                      </a:lnTo>
                      <a:lnTo>
                        <a:pt x="4834" y="21468"/>
                      </a:lnTo>
                      <a:cubicBezTo>
                        <a:pt x="5043" y="21406"/>
                        <a:pt x="5253" y="21301"/>
                        <a:pt x="5462" y="21217"/>
                      </a:cubicBezTo>
                      <a:lnTo>
                        <a:pt x="5462" y="21217"/>
                      </a:lnTo>
                      <a:lnTo>
                        <a:pt x="5420" y="21238"/>
                      </a:lnTo>
                      <a:lnTo>
                        <a:pt x="5546" y="21238"/>
                      </a:lnTo>
                      <a:lnTo>
                        <a:pt x="5504" y="21196"/>
                      </a:lnTo>
                      <a:cubicBezTo>
                        <a:pt x="5839" y="21050"/>
                        <a:pt x="6173" y="20903"/>
                        <a:pt x="6508" y="20778"/>
                      </a:cubicBezTo>
                      <a:lnTo>
                        <a:pt x="6571" y="20799"/>
                      </a:lnTo>
                      <a:lnTo>
                        <a:pt x="6759" y="20778"/>
                      </a:lnTo>
                      <a:lnTo>
                        <a:pt x="6822" y="20694"/>
                      </a:lnTo>
                      <a:lnTo>
                        <a:pt x="6989" y="20715"/>
                      </a:lnTo>
                      <a:lnTo>
                        <a:pt x="6989" y="20673"/>
                      </a:lnTo>
                      <a:lnTo>
                        <a:pt x="6927" y="20610"/>
                      </a:lnTo>
                      <a:cubicBezTo>
                        <a:pt x="7031" y="20569"/>
                        <a:pt x="7136" y="20527"/>
                        <a:pt x="7240" y="20485"/>
                      </a:cubicBezTo>
                      <a:lnTo>
                        <a:pt x="7282" y="20485"/>
                      </a:lnTo>
                      <a:cubicBezTo>
                        <a:pt x="7324" y="20464"/>
                        <a:pt x="7387" y="20422"/>
                        <a:pt x="7429" y="20422"/>
                      </a:cubicBezTo>
                      <a:lnTo>
                        <a:pt x="7450" y="20485"/>
                      </a:lnTo>
                      <a:lnTo>
                        <a:pt x="7554" y="20485"/>
                      </a:lnTo>
                      <a:lnTo>
                        <a:pt x="7617" y="20380"/>
                      </a:lnTo>
                      <a:lnTo>
                        <a:pt x="7638" y="20464"/>
                      </a:lnTo>
                      <a:lnTo>
                        <a:pt x="7659" y="20464"/>
                      </a:lnTo>
                      <a:lnTo>
                        <a:pt x="7701" y="20380"/>
                      </a:lnTo>
                      <a:lnTo>
                        <a:pt x="7763" y="20318"/>
                      </a:lnTo>
                      <a:lnTo>
                        <a:pt x="7868" y="20318"/>
                      </a:lnTo>
                      <a:lnTo>
                        <a:pt x="7973" y="20255"/>
                      </a:lnTo>
                      <a:lnTo>
                        <a:pt x="8015" y="20171"/>
                      </a:lnTo>
                      <a:cubicBezTo>
                        <a:pt x="8077" y="20150"/>
                        <a:pt x="8161" y="20087"/>
                        <a:pt x="8224" y="20066"/>
                      </a:cubicBezTo>
                      <a:lnTo>
                        <a:pt x="8224" y="20066"/>
                      </a:lnTo>
                      <a:lnTo>
                        <a:pt x="8182" y="20108"/>
                      </a:lnTo>
                      <a:lnTo>
                        <a:pt x="8182" y="20213"/>
                      </a:lnTo>
                      <a:lnTo>
                        <a:pt x="8224" y="20255"/>
                      </a:lnTo>
                      <a:lnTo>
                        <a:pt x="8370" y="20150"/>
                      </a:lnTo>
                      <a:lnTo>
                        <a:pt x="8391" y="20066"/>
                      </a:lnTo>
                      <a:lnTo>
                        <a:pt x="8475" y="20045"/>
                      </a:lnTo>
                      <a:lnTo>
                        <a:pt x="8496" y="20087"/>
                      </a:lnTo>
                      <a:lnTo>
                        <a:pt x="8538" y="20045"/>
                      </a:lnTo>
                      <a:lnTo>
                        <a:pt x="8580" y="20045"/>
                      </a:lnTo>
                      <a:lnTo>
                        <a:pt x="8600" y="20108"/>
                      </a:lnTo>
                      <a:lnTo>
                        <a:pt x="8580" y="20192"/>
                      </a:lnTo>
                      <a:lnTo>
                        <a:pt x="8642" y="20192"/>
                      </a:lnTo>
                      <a:lnTo>
                        <a:pt x="8705" y="20087"/>
                      </a:lnTo>
                      <a:lnTo>
                        <a:pt x="8789" y="20087"/>
                      </a:lnTo>
                      <a:lnTo>
                        <a:pt x="8872" y="20004"/>
                      </a:lnTo>
                      <a:lnTo>
                        <a:pt x="8977" y="20004"/>
                      </a:lnTo>
                      <a:lnTo>
                        <a:pt x="9082" y="19857"/>
                      </a:lnTo>
                      <a:lnTo>
                        <a:pt x="9186" y="19794"/>
                      </a:lnTo>
                      <a:lnTo>
                        <a:pt x="9270" y="19836"/>
                      </a:lnTo>
                      <a:lnTo>
                        <a:pt x="9270" y="19899"/>
                      </a:lnTo>
                      <a:lnTo>
                        <a:pt x="9186" y="20004"/>
                      </a:lnTo>
                      <a:lnTo>
                        <a:pt x="9103" y="20150"/>
                      </a:lnTo>
                      <a:lnTo>
                        <a:pt x="9103" y="20192"/>
                      </a:lnTo>
                      <a:lnTo>
                        <a:pt x="9165" y="20192"/>
                      </a:lnTo>
                      <a:lnTo>
                        <a:pt x="9312" y="20045"/>
                      </a:lnTo>
                      <a:lnTo>
                        <a:pt x="9312" y="19857"/>
                      </a:lnTo>
                      <a:lnTo>
                        <a:pt x="9333" y="19836"/>
                      </a:lnTo>
                      <a:lnTo>
                        <a:pt x="9396" y="19899"/>
                      </a:lnTo>
                      <a:lnTo>
                        <a:pt x="9479" y="19857"/>
                      </a:lnTo>
                      <a:lnTo>
                        <a:pt x="9542" y="19878"/>
                      </a:lnTo>
                      <a:lnTo>
                        <a:pt x="9647" y="19878"/>
                      </a:lnTo>
                      <a:lnTo>
                        <a:pt x="9751" y="19753"/>
                      </a:lnTo>
                      <a:lnTo>
                        <a:pt x="9793" y="19753"/>
                      </a:lnTo>
                      <a:lnTo>
                        <a:pt x="9814" y="19773"/>
                      </a:lnTo>
                      <a:lnTo>
                        <a:pt x="9856" y="19648"/>
                      </a:lnTo>
                      <a:lnTo>
                        <a:pt x="9919" y="19585"/>
                      </a:lnTo>
                      <a:lnTo>
                        <a:pt x="9940" y="19627"/>
                      </a:lnTo>
                      <a:lnTo>
                        <a:pt x="9919" y="19690"/>
                      </a:lnTo>
                      <a:lnTo>
                        <a:pt x="9919" y="19794"/>
                      </a:lnTo>
                      <a:lnTo>
                        <a:pt x="9960" y="19773"/>
                      </a:lnTo>
                      <a:lnTo>
                        <a:pt x="10044" y="19669"/>
                      </a:lnTo>
                      <a:lnTo>
                        <a:pt x="10002" y="19648"/>
                      </a:lnTo>
                      <a:lnTo>
                        <a:pt x="10065" y="19564"/>
                      </a:lnTo>
                      <a:lnTo>
                        <a:pt x="10065" y="19522"/>
                      </a:lnTo>
                      <a:lnTo>
                        <a:pt x="9898" y="19522"/>
                      </a:lnTo>
                      <a:lnTo>
                        <a:pt x="9856" y="19481"/>
                      </a:lnTo>
                      <a:lnTo>
                        <a:pt x="10023" y="19439"/>
                      </a:lnTo>
                      <a:lnTo>
                        <a:pt x="10212" y="19334"/>
                      </a:lnTo>
                      <a:lnTo>
                        <a:pt x="10442" y="19334"/>
                      </a:lnTo>
                      <a:lnTo>
                        <a:pt x="10484" y="19271"/>
                      </a:lnTo>
                      <a:lnTo>
                        <a:pt x="10484" y="19209"/>
                      </a:lnTo>
                      <a:lnTo>
                        <a:pt x="10442" y="19209"/>
                      </a:lnTo>
                      <a:lnTo>
                        <a:pt x="10484" y="19167"/>
                      </a:lnTo>
                      <a:lnTo>
                        <a:pt x="10567" y="19146"/>
                      </a:lnTo>
                      <a:lnTo>
                        <a:pt x="10651" y="19104"/>
                      </a:lnTo>
                      <a:lnTo>
                        <a:pt x="10693" y="19104"/>
                      </a:lnTo>
                      <a:lnTo>
                        <a:pt x="10735" y="19209"/>
                      </a:lnTo>
                      <a:lnTo>
                        <a:pt x="10839" y="19209"/>
                      </a:lnTo>
                      <a:lnTo>
                        <a:pt x="10881" y="19125"/>
                      </a:lnTo>
                      <a:lnTo>
                        <a:pt x="10860" y="19104"/>
                      </a:lnTo>
                      <a:lnTo>
                        <a:pt x="10944" y="19020"/>
                      </a:lnTo>
                      <a:lnTo>
                        <a:pt x="10944" y="18916"/>
                      </a:lnTo>
                      <a:lnTo>
                        <a:pt x="10986" y="18853"/>
                      </a:lnTo>
                      <a:lnTo>
                        <a:pt x="11049" y="18916"/>
                      </a:lnTo>
                      <a:lnTo>
                        <a:pt x="11049" y="18999"/>
                      </a:lnTo>
                      <a:lnTo>
                        <a:pt x="11090" y="19041"/>
                      </a:lnTo>
                      <a:lnTo>
                        <a:pt x="11216" y="18957"/>
                      </a:lnTo>
                      <a:lnTo>
                        <a:pt x="11279" y="18895"/>
                      </a:lnTo>
                      <a:lnTo>
                        <a:pt x="11362" y="18895"/>
                      </a:lnTo>
                      <a:lnTo>
                        <a:pt x="11404" y="18790"/>
                      </a:lnTo>
                      <a:lnTo>
                        <a:pt x="11425" y="18748"/>
                      </a:lnTo>
                      <a:lnTo>
                        <a:pt x="11488" y="18811"/>
                      </a:lnTo>
                      <a:lnTo>
                        <a:pt x="11593" y="18790"/>
                      </a:lnTo>
                      <a:lnTo>
                        <a:pt x="11718" y="18623"/>
                      </a:lnTo>
                      <a:lnTo>
                        <a:pt x="11718" y="18539"/>
                      </a:lnTo>
                      <a:lnTo>
                        <a:pt x="11613" y="18539"/>
                      </a:lnTo>
                      <a:lnTo>
                        <a:pt x="11593" y="18518"/>
                      </a:lnTo>
                      <a:lnTo>
                        <a:pt x="11739" y="18413"/>
                      </a:lnTo>
                      <a:lnTo>
                        <a:pt x="11844" y="18393"/>
                      </a:lnTo>
                      <a:lnTo>
                        <a:pt x="11927" y="18288"/>
                      </a:lnTo>
                      <a:lnTo>
                        <a:pt x="11990" y="18288"/>
                      </a:lnTo>
                      <a:lnTo>
                        <a:pt x="12011" y="18330"/>
                      </a:lnTo>
                      <a:lnTo>
                        <a:pt x="12137" y="18204"/>
                      </a:lnTo>
                      <a:lnTo>
                        <a:pt x="12241" y="18141"/>
                      </a:lnTo>
                      <a:lnTo>
                        <a:pt x="12262" y="18079"/>
                      </a:lnTo>
                      <a:lnTo>
                        <a:pt x="12346" y="18037"/>
                      </a:lnTo>
                      <a:lnTo>
                        <a:pt x="12367" y="17995"/>
                      </a:lnTo>
                      <a:lnTo>
                        <a:pt x="12450" y="17995"/>
                      </a:lnTo>
                      <a:lnTo>
                        <a:pt x="12471" y="18079"/>
                      </a:lnTo>
                      <a:lnTo>
                        <a:pt x="12534" y="18100"/>
                      </a:lnTo>
                      <a:lnTo>
                        <a:pt x="12555" y="18016"/>
                      </a:lnTo>
                      <a:lnTo>
                        <a:pt x="12660" y="18016"/>
                      </a:lnTo>
                      <a:lnTo>
                        <a:pt x="12722" y="17995"/>
                      </a:lnTo>
                      <a:lnTo>
                        <a:pt x="12722" y="17911"/>
                      </a:lnTo>
                      <a:lnTo>
                        <a:pt x="12827" y="17890"/>
                      </a:lnTo>
                      <a:lnTo>
                        <a:pt x="12848" y="17828"/>
                      </a:lnTo>
                      <a:lnTo>
                        <a:pt x="12869" y="17869"/>
                      </a:lnTo>
                      <a:lnTo>
                        <a:pt x="13036" y="17890"/>
                      </a:lnTo>
                      <a:lnTo>
                        <a:pt x="13057" y="17786"/>
                      </a:lnTo>
                      <a:lnTo>
                        <a:pt x="13099" y="17786"/>
                      </a:lnTo>
                      <a:lnTo>
                        <a:pt x="13099" y="17849"/>
                      </a:lnTo>
                      <a:lnTo>
                        <a:pt x="13162" y="17849"/>
                      </a:lnTo>
                      <a:lnTo>
                        <a:pt x="13204" y="17786"/>
                      </a:lnTo>
                      <a:lnTo>
                        <a:pt x="13266" y="17849"/>
                      </a:lnTo>
                      <a:lnTo>
                        <a:pt x="13308" y="17807"/>
                      </a:lnTo>
                      <a:lnTo>
                        <a:pt x="13371" y="17660"/>
                      </a:lnTo>
                      <a:lnTo>
                        <a:pt x="13308" y="17660"/>
                      </a:lnTo>
                      <a:lnTo>
                        <a:pt x="13266" y="17681"/>
                      </a:lnTo>
                      <a:lnTo>
                        <a:pt x="13287" y="17597"/>
                      </a:lnTo>
                      <a:lnTo>
                        <a:pt x="13350" y="17556"/>
                      </a:lnTo>
                      <a:cubicBezTo>
                        <a:pt x="13371" y="17618"/>
                        <a:pt x="13392" y="17702"/>
                        <a:pt x="13455" y="17765"/>
                      </a:cubicBezTo>
                      <a:cubicBezTo>
                        <a:pt x="13517" y="17849"/>
                        <a:pt x="13392" y="17995"/>
                        <a:pt x="13308" y="18079"/>
                      </a:cubicBezTo>
                      <a:lnTo>
                        <a:pt x="13245" y="18183"/>
                      </a:lnTo>
                      <a:lnTo>
                        <a:pt x="13266" y="18225"/>
                      </a:lnTo>
                      <a:lnTo>
                        <a:pt x="13371" y="18309"/>
                      </a:lnTo>
                      <a:lnTo>
                        <a:pt x="13350" y="18413"/>
                      </a:lnTo>
                      <a:lnTo>
                        <a:pt x="13266" y="18351"/>
                      </a:lnTo>
                      <a:lnTo>
                        <a:pt x="13245" y="18393"/>
                      </a:lnTo>
                      <a:lnTo>
                        <a:pt x="13266" y="18497"/>
                      </a:lnTo>
                      <a:lnTo>
                        <a:pt x="13162" y="18623"/>
                      </a:lnTo>
                      <a:lnTo>
                        <a:pt x="13099" y="18602"/>
                      </a:lnTo>
                      <a:lnTo>
                        <a:pt x="13099" y="18351"/>
                      </a:lnTo>
                      <a:lnTo>
                        <a:pt x="13057" y="18330"/>
                      </a:lnTo>
                      <a:lnTo>
                        <a:pt x="12890" y="18351"/>
                      </a:lnTo>
                      <a:lnTo>
                        <a:pt x="12639" y="18497"/>
                      </a:lnTo>
                      <a:lnTo>
                        <a:pt x="12471" y="18602"/>
                      </a:lnTo>
                      <a:lnTo>
                        <a:pt x="12450" y="18665"/>
                      </a:lnTo>
                      <a:lnTo>
                        <a:pt x="12471" y="18727"/>
                      </a:lnTo>
                      <a:lnTo>
                        <a:pt x="12471" y="18853"/>
                      </a:lnTo>
                      <a:lnTo>
                        <a:pt x="12450" y="18957"/>
                      </a:lnTo>
                      <a:lnTo>
                        <a:pt x="12409" y="19041"/>
                      </a:lnTo>
                      <a:lnTo>
                        <a:pt x="12409" y="19146"/>
                      </a:lnTo>
                      <a:lnTo>
                        <a:pt x="12471" y="19188"/>
                      </a:lnTo>
                      <a:lnTo>
                        <a:pt x="12555" y="19167"/>
                      </a:lnTo>
                      <a:lnTo>
                        <a:pt x="12576" y="19125"/>
                      </a:lnTo>
                      <a:lnTo>
                        <a:pt x="12555" y="19083"/>
                      </a:lnTo>
                      <a:lnTo>
                        <a:pt x="12513" y="19062"/>
                      </a:lnTo>
                      <a:lnTo>
                        <a:pt x="12555" y="19020"/>
                      </a:lnTo>
                      <a:lnTo>
                        <a:pt x="12681" y="19020"/>
                      </a:lnTo>
                      <a:lnTo>
                        <a:pt x="12660" y="19062"/>
                      </a:lnTo>
                      <a:lnTo>
                        <a:pt x="12722" y="19125"/>
                      </a:lnTo>
                      <a:lnTo>
                        <a:pt x="12785" y="19041"/>
                      </a:lnTo>
                      <a:lnTo>
                        <a:pt x="12848" y="19041"/>
                      </a:lnTo>
                      <a:lnTo>
                        <a:pt x="12764" y="19146"/>
                      </a:lnTo>
                      <a:lnTo>
                        <a:pt x="12764" y="19188"/>
                      </a:lnTo>
                      <a:lnTo>
                        <a:pt x="12555" y="19355"/>
                      </a:lnTo>
                      <a:lnTo>
                        <a:pt x="12534" y="19397"/>
                      </a:lnTo>
                      <a:lnTo>
                        <a:pt x="12639" y="19439"/>
                      </a:lnTo>
                      <a:lnTo>
                        <a:pt x="12681" y="19355"/>
                      </a:lnTo>
                      <a:lnTo>
                        <a:pt x="12764" y="19292"/>
                      </a:lnTo>
                      <a:lnTo>
                        <a:pt x="12764" y="19229"/>
                      </a:lnTo>
                      <a:lnTo>
                        <a:pt x="12890" y="19146"/>
                      </a:lnTo>
                      <a:lnTo>
                        <a:pt x="12869" y="19083"/>
                      </a:lnTo>
                      <a:lnTo>
                        <a:pt x="12932" y="19041"/>
                      </a:lnTo>
                      <a:lnTo>
                        <a:pt x="12973" y="19041"/>
                      </a:lnTo>
                      <a:lnTo>
                        <a:pt x="13036" y="18916"/>
                      </a:lnTo>
                      <a:lnTo>
                        <a:pt x="13078" y="18937"/>
                      </a:lnTo>
                      <a:lnTo>
                        <a:pt x="13183" y="18916"/>
                      </a:lnTo>
                      <a:lnTo>
                        <a:pt x="13287" y="18937"/>
                      </a:lnTo>
                      <a:lnTo>
                        <a:pt x="13455" y="18832"/>
                      </a:lnTo>
                      <a:lnTo>
                        <a:pt x="13413" y="18748"/>
                      </a:lnTo>
                      <a:lnTo>
                        <a:pt x="13287" y="18706"/>
                      </a:lnTo>
                      <a:lnTo>
                        <a:pt x="13371" y="18665"/>
                      </a:lnTo>
                      <a:lnTo>
                        <a:pt x="13497" y="18665"/>
                      </a:lnTo>
                      <a:lnTo>
                        <a:pt x="13580" y="18769"/>
                      </a:lnTo>
                      <a:lnTo>
                        <a:pt x="13664" y="18769"/>
                      </a:lnTo>
                      <a:lnTo>
                        <a:pt x="13727" y="18665"/>
                      </a:lnTo>
                      <a:lnTo>
                        <a:pt x="13685" y="18539"/>
                      </a:lnTo>
                      <a:lnTo>
                        <a:pt x="13580" y="18518"/>
                      </a:lnTo>
                      <a:lnTo>
                        <a:pt x="13622" y="18455"/>
                      </a:lnTo>
                      <a:lnTo>
                        <a:pt x="13706" y="18455"/>
                      </a:lnTo>
                      <a:lnTo>
                        <a:pt x="13789" y="18497"/>
                      </a:lnTo>
                      <a:lnTo>
                        <a:pt x="13852" y="18455"/>
                      </a:lnTo>
                      <a:lnTo>
                        <a:pt x="13894" y="18518"/>
                      </a:lnTo>
                      <a:lnTo>
                        <a:pt x="13957" y="18539"/>
                      </a:lnTo>
                      <a:lnTo>
                        <a:pt x="14041" y="18413"/>
                      </a:lnTo>
                      <a:lnTo>
                        <a:pt x="14020" y="18330"/>
                      </a:lnTo>
                      <a:lnTo>
                        <a:pt x="13957" y="18309"/>
                      </a:lnTo>
                      <a:lnTo>
                        <a:pt x="13957" y="18225"/>
                      </a:lnTo>
                      <a:lnTo>
                        <a:pt x="14062" y="18225"/>
                      </a:lnTo>
                      <a:lnTo>
                        <a:pt x="14166" y="18204"/>
                      </a:lnTo>
                      <a:lnTo>
                        <a:pt x="14124" y="18079"/>
                      </a:lnTo>
                      <a:lnTo>
                        <a:pt x="14041" y="18037"/>
                      </a:lnTo>
                      <a:lnTo>
                        <a:pt x="13957" y="18079"/>
                      </a:lnTo>
                      <a:lnTo>
                        <a:pt x="14041" y="17995"/>
                      </a:lnTo>
                      <a:cubicBezTo>
                        <a:pt x="14062" y="17974"/>
                        <a:pt x="14041" y="17932"/>
                        <a:pt x="14041" y="17932"/>
                      </a:cubicBezTo>
                      <a:lnTo>
                        <a:pt x="14145" y="17828"/>
                      </a:lnTo>
                      <a:lnTo>
                        <a:pt x="14166" y="17911"/>
                      </a:lnTo>
                      <a:lnTo>
                        <a:pt x="14229" y="17911"/>
                      </a:lnTo>
                      <a:lnTo>
                        <a:pt x="14313" y="17807"/>
                      </a:lnTo>
                      <a:lnTo>
                        <a:pt x="14354" y="17869"/>
                      </a:lnTo>
                      <a:lnTo>
                        <a:pt x="14438" y="17828"/>
                      </a:lnTo>
                      <a:lnTo>
                        <a:pt x="14417" y="17765"/>
                      </a:lnTo>
                      <a:lnTo>
                        <a:pt x="14334" y="17723"/>
                      </a:lnTo>
                      <a:lnTo>
                        <a:pt x="14396" y="17660"/>
                      </a:lnTo>
                      <a:lnTo>
                        <a:pt x="14438" y="17597"/>
                      </a:lnTo>
                      <a:lnTo>
                        <a:pt x="14396" y="17514"/>
                      </a:lnTo>
                      <a:lnTo>
                        <a:pt x="14313" y="17556"/>
                      </a:lnTo>
                      <a:lnTo>
                        <a:pt x="14292" y="17597"/>
                      </a:lnTo>
                      <a:lnTo>
                        <a:pt x="14229" y="17597"/>
                      </a:lnTo>
                      <a:lnTo>
                        <a:pt x="14250" y="17493"/>
                      </a:lnTo>
                      <a:lnTo>
                        <a:pt x="14208" y="17472"/>
                      </a:lnTo>
                      <a:lnTo>
                        <a:pt x="14103" y="17493"/>
                      </a:lnTo>
                      <a:lnTo>
                        <a:pt x="14041" y="17577"/>
                      </a:lnTo>
                      <a:lnTo>
                        <a:pt x="14103" y="17618"/>
                      </a:lnTo>
                      <a:lnTo>
                        <a:pt x="14041" y="17723"/>
                      </a:lnTo>
                      <a:lnTo>
                        <a:pt x="13999" y="17702"/>
                      </a:lnTo>
                      <a:lnTo>
                        <a:pt x="13978" y="17786"/>
                      </a:lnTo>
                      <a:lnTo>
                        <a:pt x="13894" y="17765"/>
                      </a:lnTo>
                      <a:lnTo>
                        <a:pt x="13831" y="17807"/>
                      </a:lnTo>
                      <a:lnTo>
                        <a:pt x="13873" y="17869"/>
                      </a:lnTo>
                      <a:lnTo>
                        <a:pt x="13999" y="17995"/>
                      </a:lnTo>
                      <a:lnTo>
                        <a:pt x="13831" y="18141"/>
                      </a:lnTo>
                      <a:lnTo>
                        <a:pt x="13831" y="18079"/>
                      </a:lnTo>
                      <a:lnTo>
                        <a:pt x="13727" y="17995"/>
                      </a:lnTo>
                      <a:lnTo>
                        <a:pt x="13685" y="18037"/>
                      </a:lnTo>
                      <a:lnTo>
                        <a:pt x="13706" y="18121"/>
                      </a:lnTo>
                      <a:lnTo>
                        <a:pt x="13685" y="18225"/>
                      </a:lnTo>
                      <a:lnTo>
                        <a:pt x="13622" y="18204"/>
                      </a:lnTo>
                      <a:lnTo>
                        <a:pt x="13580" y="18225"/>
                      </a:lnTo>
                      <a:lnTo>
                        <a:pt x="13517" y="18330"/>
                      </a:lnTo>
                      <a:lnTo>
                        <a:pt x="13434" y="18351"/>
                      </a:lnTo>
                      <a:lnTo>
                        <a:pt x="13434" y="18288"/>
                      </a:lnTo>
                      <a:lnTo>
                        <a:pt x="13497" y="18225"/>
                      </a:lnTo>
                      <a:lnTo>
                        <a:pt x="13497" y="18121"/>
                      </a:lnTo>
                      <a:lnTo>
                        <a:pt x="13413" y="18079"/>
                      </a:lnTo>
                      <a:lnTo>
                        <a:pt x="13371" y="18079"/>
                      </a:lnTo>
                      <a:cubicBezTo>
                        <a:pt x="13413" y="17995"/>
                        <a:pt x="13476" y="17911"/>
                        <a:pt x="13559" y="17849"/>
                      </a:cubicBezTo>
                      <a:lnTo>
                        <a:pt x="13559" y="17807"/>
                      </a:lnTo>
                      <a:cubicBezTo>
                        <a:pt x="13497" y="17702"/>
                        <a:pt x="13476" y="17597"/>
                        <a:pt x="13434" y="17493"/>
                      </a:cubicBezTo>
                      <a:lnTo>
                        <a:pt x="13476" y="17493"/>
                      </a:lnTo>
                      <a:lnTo>
                        <a:pt x="13517" y="17535"/>
                      </a:lnTo>
                      <a:lnTo>
                        <a:pt x="13538" y="17493"/>
                      </a:lnTo>
                      <a:lnTo>
                        <a:pt x="13497" y="17409"/>
                      </a:lnTo>
                      <a:lnTo>
                        <a:pt x="13413" y="17388"/>
                      </a:lnTo>
                      <a:lnTo>
                        <a:pt x="13476" y="17367"/>
                      </a:lnTo>
                      <a:lnTo>
                        <a:pt x="13580" y="17388"/>
                      </a:lnTo>
                      <a:lnTo>
                        <a:pt x="13706" y="17263"/>
                      </a:lnTo>
                      <a:lnTo>
                        <a:pt x="13831" y="17263"/>
                      </a:lnTo>
                      <a:lnTo>
                        <a:pt x="13936" y="17158"/>
                      </a:lnTo>
                      <a:lnTo>
                        <a:pt x="14020" y="17137"/>
                      </a:lnTo>
                      <a:lnTo>
                        <a:pt x="14145" y="16991"/>
                      </a:lnTo>
                      <a:lnTo>
                        <a:pt x="14145" y="16844"/>
                      </a:lnTo>
                      <a:lnTo>
                        <a:pt x="14103" y="16781"/>
                      </a:lnTo>
                      <a:lnTo>
                        <a:pt x="14082" y="16781"/>
                      </a:lnTo>
                      <a:lnTo>
                        <a:pt x="14020" y="16656"/>
                      </a:lnTo>
                      <a:lnTo>
                        <a:pt x="13957" y="16635"/>
                      </a:lnTo>
                      <a:lnTo>
                        <a:pt x="13810" y="16635"/>
                      </a:lnTo>
                      <a:lnTo>
                        <a:pt x="13831" y="16530"/>
                      </a:lnTo>
                      <a:lnTo>
                        <a:pt x="13831" y="16426"/>
                      </a:lnTo>
                      <a:lnTo>
                        <a:pt x="13999" y="16363"/>
                      </a:lnTo>
                      <a:lnTo>
                        <a:pt x="14020" y="16321"/>
                      </a:lnTo>
                      <a:lnTo>
                        <a:pt x="14103" y="16300"/>
                      </a:lnTo>
                      <a:lnTo>
                        <a:pt x="14124" y="16216"/>
                      </a:lnTo>
                      <a:lnTo>
                        <a:pt x="14103" y="16216"/>
                      </a:lnTo>
                      <a:lnTo>
                        <a:pt x="14145" y="16154"/>
                      </a:lnTo>
                      <a:lnTo>
                        <a:pt x="14250" y="16196"/>
                      </a:lnTo>
                      <a:lnTo>
                        <a:pt x="14417" y="16091"/>
                      </a:lnTo>
                      <a:lnTo>
                        <a:pt x="14522" y="16175"/>
                      </a:lnTo>
                      <a:lnTo>
                        <a:pt x="14647" y="16091"/>
                      </a:lnTo>
                      <a:lnTo>
                        <a:pt x="14626" y="16175"/>
                      </a:lnTo>
                      <a:lnTo>
                        <a:pt x="14647" y="16216"/>
                      </a:lnTo>
                      <a:lnTo>
                        <a:pt x="14731" y="16216"/>
                      </a:lnTo>
                      <a:lnTo>
                        <a:pt x="14857" y="16091"/>
                      </a:lnTo>
                      <a:lnTo>
                        <a:pt x="14836" y="16028"/>
                      </a:lnTo>
                      <a:lnTo>
                        <a:pt x="14773" y="16007"/>
                      </a:lnTo>
                      <a:lnTo>
                        <a:pt x="14752" y="15965"/>
                      </a:lnTo>
                      <a:lnTo>
                        <a:pt x="14794" y="15924"/>
                      </a:lnTo>
                      <a:lnTo>
                        <a:pt x="14919" y="15986"/>
                      </a:lnTo>
                      <a:lnTo>
                        <a:pt x="15129" y="15924"/>
                      </a:lnTo>
                      <a:lnTo>
                        <a:pt x="15170" y="15777"/>
                      </a:lnTo>
                      <a:lnTo>
                        <a:pt x="15129" y="15631"/>
                      </a:lnTo>
                      <a:lnTo>
                        <a:pt x="14961" y="15526"/>
                      </a:lnTo>
                      <a:lnTo>
                        <a:pt x="14891" y="15526"/>
                      </a:lnTo>
                      <a:lnTo>
                        <a:pt x="14919" y="15505"/>
                      </a:lnTo>
                      <a:lnTo>
                        <a:pt x="15066" y="15505"/>
                      </a:lnTo>
                      <a:lnTo>
                        <a:pt x="15150" y="15589"/>
                      </a:lnTo>
                      <a:lnTo>
                        <a:pt x="15296" y="15589"/>
                      </a:lnTo>
                      <a:lnTo>
                        <a:pt x="15401" y="15484"/>
                      </a:lnTo>
                      <a:lnTo>
                        <a:pt x="15401" y="15400"/>
                      </a:lnTo>
                      <a:lnTo>
                        <a:pt x="15673" y="15275"/>
                      </a:lnTo>
                      <a:lnTo>
                        <a:pt x="15798" y="15149"/>
                      </a:lnTo>
                      <a:lnTo>
                        <a:pt x="15924" y="15149"/>
                      </a:lnTo>
                      <a:lnTo>
                        <a:pt x="15986" y="15087"/>
                      </a:lnTo>
                      <a:lnTo>
                        <a:pt x="15986" y="15003"/>
                      </a:lnTo>
                      <a:lnTo>
                        <a:pt x="16217" y="14836"/>
                      </a:lnTo>
                      <a:lnTo>
                        <a:pt x="16426" y="14794"/>
                      </a:lnTo>
                      <a:lnTo>
                        <a:pt x="16656" y="14584"/>
                      </a:lnTo>
                      <a:lnTo>
                        <a:pt x="16844" y="14564"/>
                      </a:lnTo>
                      <a:lnTo>
                        <a:pt x="17033" y="14333"/>
                      </a:lnTo>
                      <a:lnTo>
                        <a:pt x="16949" y="14480"/>
                      </a:lnTo>
                      <a:lnTo>
                        <a:pt x="16949" y="14626"/>
                      </a:lnTo>
                      <a:lnTo>
                        <a:pt x="17012" y="14647"/>
                      </a:lnTo>
                      <a:lnTo>
                        <a:pt x="17075" y="14668"/>
                      </a:lnTo>
                      <a:lnTo>
                        <a:pt x="17116" y="14731"/>
                      </a:lnTo>
                      <a:lnTo>
                        <a:pt x="17263" y="14564"/>
                      </a:lnTo>
                      <a:lnTo>
                        <a:pt x="17367" y="14522"/>
                      </a:lnTo>
                      <a:lnTo>
                        <a:pt x="17598" y="14438"/>
                      </a:lnTo>
                      <a:lnTo>
                        <a:pt x="17681" y="14354"/>
                      </a:lnTo>
                      <a:lnTo>
                        <a:pt x="17681" y="14354"/>
                      </a:lnTo>
                      <a:lnTo>
                        <a:pt x="17639" y="14480"/>
                      </a:lnTo>
                      <a:lnTo>
                        <a:pt x="17451" y="14584"/>
                      </a:lnTo>
                      <a:lnTo>
                        <a:pt x="17326" y="14584"/>
                      </a:lnTo>
                      <a:lnTo>
                        <a:pt x="17054" y="14856"/>
                      </a:lnTo>
                      <a:lnTo>
                        <a:pt x="17033" y="14961"/>
                      </a:lnTo>
                      <a:lnTo>
                        <a:pt x="17158" y="15149"/>
                      </a:lnTo>
                      <a:lnTo>
                        <a:pt x="17179" y="15275"/>
                      </a:lnTo>
                      <a:lnTo>
                        <a:pt x="17054" y="15191"/>
                      </a:lnTo>
                      <a:lnTo>
                        <a:pt x="16949" y="15191"/>
                      </a:lnTo>
                      <a:lnTo>
                        <a:pt x="16886" y="15212"/>
                      </a:lnTo>
                      <a:lnTo>
                        <a:pt x="16823" y="15212"/>
                      </a:lnTo>
                      <a:lnTo>
                        <a:pt x="16719" y="15149"/>
                      </a:lnTo>
                      <a:lnTo>
                        <a:pt x="16698" y="14982"/>
                      </a:lnTo>
                      <a:lnTo>
                        <a:pt x="16510" y="15066"/>
                      </a:lnTo>
                      <a:lnTo>
                        <a:pt x="16405" y="15066"/>
                      </a:lnTo>
                      <a:lnTo>
                        <a:pt x="16238" y="15170"/>
                      </a:lnTo>
                      <a:lnTo>
                        <a:pt x="16091" y="15170"/>
                      </a:lnTo>
                      <a:lnTo>
                        <a:pt x="15986" y="15275"/>
                      </a:lnTo>
                      <a:lnTo>
                        <a:pt x="15986" y="15380"/>
                      </a:lnTo>
                      <a:lnTo>
                        <a:pt x="16007" y="15421"/>
                      </a:lnTo>
                      <a:lnTo>
                        <a:pt x="15903" y="15610"/>
                      </a:lnTo>
                      <a:lnTo>
                        <a:pt x="15777" y="15693"/>
                      </a:lnTo>
                      <a:lnTo>
                        <a:pt x="15714" y="15840"/>
                      </a:lnTo>
                      <a:lnTo>
                        <a:pt x="15380" y="16133"/>
                      </a:lnTo>
                      <a:lnTo>
                        <a:pt x="15296" y="16237"/>
                      </a:lnTo>
                      <a:lnTo>
                        <a:pt x="15296" y="16321"/>
                      </a:lnTo>
                      <a:lnTo>
                        <a:pt x="15401" y="16468"/>
                      </a:lnTo>
                      <a:lnTo>
                        <a:pt x="15463" y="16405"/>
                      </a:lnTo>
                      <a:lnTo>
                        <a:pt x="15505" y="16405"/>
                      </a:lnTo>
                      <a:lnTo>
                        <a:pt x="15610" y="16321"/>
                      </a:lnTo>
                      <a:lnTo>
                        <a:pt x="15694" y="16342"/>
                      </a:lnTo>
                      <a:lnTo>
                        <a:pt x="15694" y="16405"/>
                      </a:lnTo>
                      <a:lnTo>
                        <a:pt x="15484" y="16551"/>
                      </a:lnTo>
                      <a:lnTo>
                        <a:pt x="15401" y="16551"/>
                      </a:lnTo>
                      <a:lnTo>
                        <a:pt x="15359" y="16656"/>
                      </a:lnTo>
                      <a:lnTo>
                        <a:pt x="15254" y="16614"/>
                      </a:lnTo>
                      <a:lnTo>
                        <a:pt x="15170" y="16614"/>
                      </a:lnTo>
                      <a:lnTo>
                        <a:pt x="15087" y="16635"/>
                      </a:lnTo>
                      <a:lnTo>
                        <a:pt x="15087" y="16740"/>
                      </a:lnTo>
                      <a:lnTo>
                        <a:pt x="15024" y="16719"/>
                      </a:lnTo>
                      <a:lnTo>
                        <a:pt x="14919" y="16740"/>
                      </a:lnTo>
                      <a:lnTo>
                        <a:pt x="14919" y="16865"/>
                      </a:lnTo>
                      <a:lnTo>
                        <a:pt x="15066" y="17053"/>
                      </a:lnTo>
                      <a:lnTo>
                        <a:pt x="15129" y="17032"/>
                      </a:lnTo>
                      <a:lnTo>
                        <a:pt x="15170" y="16949"/>
                      </a:lnTo>
                      <a:lnTo>
                        <a:pt x="15233" y="17032"/>
                      </a:lnTo>
                      <a:lnTo>
                        <a:pt x="15275" y="16886"/>
                      </a:lnTo>
                      <a:lnTo>
                        <a:pt x="15359" y="16886"/>
                      </a:lnTo>
                      <a:lnTo>
                        <a:pt x="15359" y="16991"/>
                      </a:lnTo>
                      <a:lnTo>
                        <a:pt x="15442" y="16949"/>
                      </a:lnTo>
                      <a:lnTo>
                        <a:pt x="15463" y="16865"/>
                      </a:lnTo>
                      <a:lnTo>
                        <a:pt x="15526" y="16823"/>
                      </a:lnTo>
                      <a:lnTo>
                        <a:pt x="15652" y="16740"/>
                      </a:lnTo>
                      <a:lnTo>
                        <a:pt x="15652" y="16614"/>
                      </a:lnTo>
                      <a:lnTo>
                        <a:pt x="15714" y="16530"/>
                      </a:lnTo>
                      <a:lnTo>
                        <a:pt x="15714" y="16572"/>
                      </a:lnTo>
                      <a:lnTo>
                        <a:pt x="15673" y="16635"/>
                      </a:lnTo>
                      <a:lnTo>
                        <a:pt x="15714" y="16719"/>
                      </a:lnTo>
                      <a:lnTo>
                        <a:pt x="15840" y="16719"/>
                      </a:lnTo>
                      <a:lnTo>
                        <a:pt x="16028" y="16572"/>
                      </a:lnTo>
                      <a:lnTo>
                        <a:pt x="16175" y="16572"/>
                      </a:lnTo>
                      <a:lnTo>
                        <a:pt x="16196" y="16656"/>
                      </a:lnTo>
                      <a:lnTo>
                        <a:pt x="16258" y="16614"/>
                      </a:lnTo>
                      <a:lnTo>
                        <a:pt x="16321" y="16405"/>
                      </a:lnTo>
                      <a:lnTo>
                        <a:pt x="16447" y="16321"/>
                      </a:lnTo>
                      <a:lnTo>
                        <a:pt x="16510" y="16321"/>
                      </a:lnTo>
                      <a:lnTo>
                        <a:pt x="16363" y="16468"/>
                      </a:lnTo>
                      <a:lnTo>
                        <a:pt x="16363" y="16551"/>
                      </a:lnTo>
                      <a:lnTo>
                        <a:pt x="16447" y="16509"/>
                      </a:lnTo>
                      <a:lnTo>
                        <a:pt x="16572" y="16342"/>
                      </a:lnTo>
                      <a:lnTo>
                        <a:pt x="16656" y="16154"/>
                      </a:lnTo>
                      <a:lnTo>
                        <a:pt x="16740" y="16112"/>
                      </a:lnTo>
                      <a:lnTo>
                        <a:pt x="16740" y="16196"/>
                      </a:lnTo>
                      <a:lnTo>
                        <a:pt x="16656" y="16321"/>
                      </a:lnTo>
                      <a:lnTo>
                        <a:pt x="16656" y="16363"/>
                      </a:lnTo>
                      <a:lnTo>
                        <a:pt x="16782" y="16237"/>
                      </a:lnTo>
                      <a:lnTo>
                        <a:pt x="16844" y="16321"/>
                      </a:lnTo>
                      <a:lnTo>
                        <a:pt x="16844" y="16405"/>
                      </a:lnTo>
                      <a:lnTo>
                        <a:pt x="16970" y="16426"/>
                      </a:lnTo>
                      <a:lnTo>
                        <a:pt x="17033" y="16468"/>
                      </a:lnTo>
                      <a:lnTo>
                        <a:pt x="17095" y="16405"/>
                      </a:lnTo>
                      <a:lnTo>
                        <a:pt x="17158" y="16258"/>
                      </a:lnTo>
                      <a:lnTo>
                        <a:pt x="17305" y="16237"/>
                      </a:lnTo>
                      <a:lnTo>
                        <a:pt x="17409" y="16154"/>
                      </a:lnTo>
                      <a:lnTo>
                        <a:pt x="17347" y="16133"/>
                      </a:lnTo>
                      <a:lnTo>
                        <a:pt x="17367" y="16007"/>
                      </a:lnTo>
                      <a:lnTo>
                        <a:pt x="17577" y="15924"/>
                      </a:lnTo>
                      <a:lnTo>
                        <a:pt x="17598" y="15840"/>
                      </a:lnTo>
                      <a:lnTo>
                        <a:pt x="17598" y="15735"/>
                      </a:lnTo>
                      <a:lnTo>
                        <a:pt x="17493" y="15777"/>
                      </a:lnTo>
                      <a:lnTo>
                        <a:pt x="17409" y="15714"/>
                      </a:lnTo>
                      <a:lnTo>
                        <a:pt x="17284" y="15693"/>
                      </a:lnTo>
                      <a:lnTo>
                        <a:pt x="17347" y="15610"/>
                      </a:lnTo>
                      <a:lnTo>
                        <a:pt x="17451" y="15610"/>
                      </a:lnTo>
                      <a:lnTo>
                        <a:pt x="17514" y="15631"/>
                      </a:lnTo>
                      <a:lnTo>
                        <a:pt x="17577" y="15568"/>
                      </a:lnTo>
                      <a:lnTo>
                        <a:pt x="17577" y="15463"/>
                      </a:lnTo>
                      <a:lnTo>
                        <a:pt x="17472" y="15505"/>
                      </a:lnTo>
                      <a:lnTo>
                        <a:pt x="17367" y="15400"/>
                      </a:lnTo>
                      <a:lnTo>
                        <a:pt x="17367" y="15317"/>
                      </a:lnTo>
                      <a:lnTo>
                        <a:pt x="17514" y="15296"/>
                      </a:lnTo>
                      <a:lnTo>
                        <a:pt x="17598" y="15275"/>
                      </a:lnTo>
                      <a:lnTo>
                        <a:pt x="17660" y="15296"/>
                      </a:lnTo>
                      <a:lnTo>
                        <a:pt x="17681" y="15254"/>
                      </a:lnTo>
                      <a:lnTo>
                        <a:pt x="17619" y="15108"/>
                      </a:lnTo>
                      <a:lnTo>
                        <a:pt x="17807" y="15045"/>
                      </a:lnTo>
                      <a:lnTo>
                        <a:pt x="17911" y="15108"/>
                      </a:lnTo>
                      <a:lnTo>
                        <a:pt x="17995" y="15087"/>
                      </a:lnTo>
                      <a:lnTo>
                        <a:pt x="18121" y="15087"/>
                      </a:lnTo>
                      <a:lnTo>
                        <a:pt x="17911" y="15254"/>
                      </a:lnTo>
                      <a:lnTo>
                        <a:pt x="17911" y="15359"/>
                      </a:lnTo>
                      <a:lnTo>
                        <a:pt x="17932" y="15526"/>
                      </a:lnTo>
                      <a:lnTo>
                        <a:pt x="17995" y="15526"/>
                      </a:lnTo>
                      <a:lnTo>
                        <a:pt x="18079" y="15317"/>
                      </a:lnTo>
                      <a:lnTo>
                        <a:pt x="18142" y="15275"/>
                      </a:lnTo>
                      <a:lnTo>
                        <a:pt x="18204" y="15275"/>
                      </a:lnTo>
                      <a:lnTo>
                        <a:pt x="18183" y="15359"/>
                      </a:lnTo>
                      <a:lnTo>
                        <a:pt x="18121" y="15421"/>
                      </a:lnTo>
                      <a:lnTo>
                        <a:pt x="18142" y="15505"/>
                      </a:lnTo>
                      <a:lnTo>
                        <a:pt x="18288" y="15400"/>
                      </a:lnTo>
                      <a:lnTo>
                        <a:pt x="18309" y="15317"/>
                      </a:lnTo>
                      <a:lnTo>
                        <a:pt x="18393" y="15400"/>
                      </a:lnTo>
                      <a:lnTo>
                        <a:pt x="18497" y="15317"/>
                      </a:lnTo>
                      <a:lnTo>
                        <a:pt x="18539" y="15317"/>
                      </a:lnTo>
                      <a:lnTo>
                        <a:pt x="18644" y="15254"/>
                      </a:lnTo>
                      <a:lnTo>
                        <a:pt x="18769" y="15212"/>
                      </a:lnTo>
                      <a:lnTo>
                        <a:pt x="18874" y="15254"/>
                      </a:lnTo>
                      <a:lnTo>
                        <a:pt x="18853" y="15296"/>
                      </a:lnTo>
                      <a:lnTo>
                        <a:pt x="18727" y="15296"/>
                      </a:lnTo>
                      <a:lnTo>
                        <a:pt x="18602" y="15421"/>
                      </a:lnTo>
                      <a:lnTo>
                        <a:pt x="18686" y="15421"/>
                      </a:lnTo>
                      <a:lnTo>
                        <a:pt x="18623" y="15505"/>
                      </a:lnTo>
                      <a:lnTo>
                        <a:pt x="18686" y="15568"/>
                      </a:lnTo>
                      <a:lnTo>
                        <a:pt x="18895" y="15610"/>
                      </a:lnTo>
                      <a:lnTo>
                        <a:pt x="18958" y="15693"/>
                      </a:lnTo>
                      <a:lnTo>
                        <a:pt x="18958" y="15735"/>
                      </a:lnTo>
                      <a:lnTo>
                        <a:pt x="18832" y="15631"/>
                      </a:lnTo>
                      <a:lnTo>
                        <a:pt x="18686" y="15610"/>
                      </a:lnTo>
                      <a:lnTo>
                        <a:pt x="18581" y="15672"/>
                      </a:lnTo>
                      <a:lnTo>
                        <a:pt x="18581" y="15777"/>
                      </a:lnTo>
                      <a:lnTo>
                        <a:pt x="18644" y="15798"/>
                      </a:lnTo>
                      <a:lnTo>
                        <a:pt x="18748" y="15735"/>
                      </a:lnTo>
                      <a:lnTo>
                        <a:pt x="18832" y="15819"/>
                      </a:lnTo>
                      <a:lnTo>
                        <a:pt x="18790" y="15840"/>
                      </a:lnTo>
                      <a:lnTo>
                        <a:pt x="18644" y="15840"/>
                      </a:lnTo>
                      <a:lnTo>
                        <a:pt x="18644" y="15924"/>
                      </a:lnTo>
                      <a:lnTo>
                        <a:pt x="18811" y="15986"/>
                      </a:lnTo>
                      <a:lnTo>
                        <a:pt x="18853" y="16049"/>
                      </a:lnTo>
                      <a:lnTo>
                        <a:pt x="18790" y="16091"/>
                      </a:lnTo>
                      <a:lnTo>
                        <a:pt x="18707" y="16112"/>
                      </a:lnTo>
                      <a:lnTo>
                        <a:pt x="18707" y="16154"/>
                      </a:lnTo>
                      <a:lnTo>
                        <a:pt x="18811" y="16154"/>
                      </a:lnTo>
                      <a:lnTo>
                        <a:pt x="18916" y="16112"/>
                      </a:lnTo>
                      <a:lnTo>
                        <a:pt x="19020" y="16196"/>
                      </a:lnTo>
                      <a:lnTo>
                        <a:pt x="19125" y="16237"/>
                      </a:lnTo>
                      <a:lnTo>
                        <a:pt x="19271" y="16196"/>
                      </a:lnTo>
                      <a:lnTo>
                        <a:pt x="19334" y="16258"/>
                      </a:lnTo>
                      <a:lnTo>
                        <a:pt x="19334" y="16321"/>
                      </a:lnTo>
                      <a:lnTo>
                        <a:pt x="19251" y="16363"/>
                      </a:lnTo>
                      <a:lnTo>
                        <a:pt x="19271" y="16447"/>
                      </a:lnTo>
                      <a:lnTo>
                        <a:pt x="19334" y="16468"/>
                      </a:lnTo>
                      <a:lnTo>
                        <a:pt x="19355" y="16551"/>
                      </a:lnTo>
                      <a:lnTo>
                        <a:pt x="19439" y="16572"/>
                      </a:lnTo>
                      <a:lnTo>
                        <a:pt x="19523" y="16488"/>
                      </a:lnTo>
                      <a:lnTo>
                        <a:pt x="19481" y="16426"/>
                      </a:lnTo>
                      <a:lnTo>
                        <a:pt x="19523" y="16384"/>
                      </a:lnTo>
                      <a:lnTo>
                        <a:pt x="19648" y="16384"/>
                      </a:lnTo>
                      <a:lnTo>
                        <a:pt x="19564" y="16488"/>
                      </a:lnTo>
                      <a:lnTo>
                        <a:pt x="19564" y="16551"/>
                      </a:lnTo>
                      <a:lnTo>
                        <a:pt x="19418" y="16719"/>
                      </a:lnTo>
                      <a:lnTo>
                        <a:pt x="19443" y="16744"/>
                      </a:lnTo>
                      <a:lnTo>
                        <a:pt x="19376" y="16760"/>
                      </a:lnTo>
                      <a:lnTo>
                        <a:pt x="19418" y="16844"/>
                      </a:lnTo>
                      <a:lnTo>
                        <a:pt x="19690" y="16907"/>
                      </a:lnTo>
                      <a:lnTo>
                        <a:pt x="19774" y="16865"/>
                      </a:lnTo>
                      <a:lnTo>
                        <a:pt x="19857" y="16907"/>
                      </a:lnTo>
                      <a:lnTo>
                        <a:pt x="20108" y="16907"/>
                      </a:lnTo>
                      <a:lnTo>
                        <a:pt x="20234" y="16865"/>
                      </a:lnTo>
                      <a:lnTo>
                        <a:pt x="20297" y="16907"/>
                      </a:lnTo>
                      <a:lnTo>
                        <a:pt x="20297" y="16970"/>
                      </a:lnTo>
                      <a:lnTo>
                        <a:pt x="20380" y="16970"/>
                      </a:lnTo>
                      <a:lnTo>
                        <a:pt x="20443" y="17053"/>
                      </a:lnTo>
                      <a:lnTo>
                        <a:pt x="20527" y="17116"/>
                      </a:lnTo>
                      <a:lnTo>
                        <a:pt x="20548" y="17179"/>
                      </a:lnTo>
                      <a:lnTo>
                        <a:pt x="20652" y="17179"/>
                      </a:lnTo>
                      <a:lnTo>
                        <a:pt x="20820" y="17116"/>
                      </a:lnTo>
                      <a:lnTo>
                        <a:pt x="20841" y="17074"/>
                      </a:lnTo>
                      <a:lnTo>
                        <a:pt x="20904" y="17116"/>
                      </a:lnTo>
                      <a:lnTo>
                        <a:pt x="20904" y="17179"/>
                      </a:lnTo>
                      <a:lnTo>
                        <a:pt x="20820" y="17263"/>
                      </a:lnTo>
                      <a:lnTo>
                        <a:pt x="20715" y="17284"/>
                      </a:lnTo>
                      <a:lnTo>
                        <a:pt x="20736" y="17346"/>
                      </a:lnTo>
                      <a:lnTo>
                        <a:pt x="20904" y="17388"/>
                      </a:lnTo>
                      <a:lnTo>
                        <a:pt x="20924" y="17493"/>
                      </a:lnTo>
                      <a:lnTo>
                        <a:pt x="21008" y="17577"/>
                      </a:lnTo>
                      <a:lnTo>
                        <a:pt x="21176" y="17639"/>
                      </a:lnTo>
                      <a:lnTo>
                        <a:pt x="21385" y="17577"/>
                      </a:lnTo>
                      <a:lnTo>
                        <a:pt x="21468" y="17556"/>
                      </a:lnTo>
                      <a:lnTo>
                        <a:pt x="21489" y="17597"/>
                      </a:lnTo>
                      <a:lnTo>
                        <a:pt x="21573" y="17535"/>
                      </a:lnTo>
                      <a:lnTo>
                        <a:pt x="21740" y="17430"/>
                      </a:lnTo>
                      <a:lnTo>
                        <a:pt x="21782" y="17430"/>
                      </a:lnTo>
                      <a:lnTo>
                        <a:pt x="21740" y="17493"/>
                      </a:lnTo>
                      <a:lnTo>
                        <a:pt x="21636" y="17577"/>
                      </a:lnTo>
                      <a:lnTo>
                        <a:pt x="21594" y="17786"/>
                      </a:lnTo>
                      <a:lnTo>
                        <a:pt x="21552" y="17911"/>
                      </a:lnTo>
                      <a:lnTo>
                        <a:pt x="21468" y="17911"/>
                      </a:lnTo>
                      <a:lnTo>
                        <a:pt x="21343" y="17849"/>
                      </a:lnTo>
                      <a:lnTo>
                        <a:pt x="21280" y="17869"/>
                      </a:lnTo>
                      <a:lnTo>
                        <a:pt x="21364" y="17995"/>
                      </a:lnTo>
                      <a:lnTo>
                        <a:pt x="21385" y="18100"/>
                      </a:lnTo>
                      <a:lnTo>
                        <a:pt x="21468" y="18162"/>
                      </a:lnTo>
                      <a:lnTo>
                        <a:pt x="21573" y="18121"/>
                      </a:lnTo>
                      <a:lnTo>
                        <a:pt x="21657" y="18162"/>
                      </a:lnTo>
                      <a:lnTo>
                        <a:pt x="21636" y="18225"/>
                      </a:lnTo>
                      <a:lnTo>
                        <a:pt x="21552" y="18225"/>
                      </a:lnTo>
                      <a:lnTo>
                        <a:pt x="21552" y="18288"/>
                      </a:lnTo>
                      <a:lnTo>
                        <a:pt x="21720" y="18434"/>
                      </a:lnTo>
                      <a:lnTo>
                        <a:pt x="21761" y="18413"/>
                      </a:lnTo>
                      <a:lnTo>
                        <a:pt x="21887" y="18434"/>
                      </a:lnTo>
                      <a:lnTo>
                        <a:pt x="21950" y="18330"/>
                      </a:lnTo>
                      <a:lnTo>
                        <a:pt x="22075" y="18100"/>
                      </a:lnTo>
                      <a:lnTo>
                        <a:pt x="22033" y="18288"/>
                      </a:lnTo>
                      <a:lnTo>
                        <a:pt x="22033" y="18413"/>
                      </a:lnTo>
                      <a:lnTo>
                        <a:pt x="21992" y="18497"/>
                      </a:lnTo>
                      <a:lnTo>
                        <a:pt x="21950" y="18518"/>
                      </a:lnTo>
                      <a:lnTo>
                        <a:pt x="21866" y="18623"/>
                      </a:lnTo>
                      <a:lnTo>
                        <a:pt x="21887" y="18706"/>
                      </a:lnTo>
                      <a:lnTo>
                        <a:pt x="21971" y="18748"/>
                      </a:lnTo>
                      <a:lnTo>
                        <a:pt x="21929" y="18811"/>
                      </a:lnTo>
                      <a:lnTo>
                        <a:pt x="21929" y="19062"/>
                      </a:lnTo>
                      <a:lnTo>
                        <a:pt x="21971" y="19125"/>
                      </a:lnTo>
                      <a:lnTo>
                        <a:pt x="22054" y="19125"/>
                      </a:lnTo>
                      <a:lnTo>
                        <a:pt x="22033" y="19229"/>
                      </a:lnTo>
                      <a:lnTo>
                        <a:pt x="22054" y="19334"/>
                      </a:lnTo>
                      <a:lnTo>
                        <a:pt x="22243" y="19522"/>
                      </a:lnTo>
                      <a:lnTo>
                        <a:pt x="22284" y="19543"/>
                      </a:lnTo>
                      <a:lnTo>
                        <a:pt x="22284" y="19585"/>
                      </a:lnTo>
                      <a:lnTo>
                        <a:pt x="22347" y="19543"/>
                      </a:lnTo>
                      <a:lnTo>
                        <a:pt x="22389" y="19627"/>
                      </a:lnTo>
                      <a:lnTo>
                        <a:pt x="22473" y="19585"/>
                      </a:lnTo>
                      <a:lnTo>
                        <a:pt x="22452" y="19543"/>
                      </a:lnTo>
                      <a:lnTo>
                        <a:pt x="22473" y="19481"/>
                      </a:lnTo>
                      <a:lnTo>
                        <a:pt x="22515" y="19543"/>
                      </a:lnTo>
                      <a:lnTo>
                        <a:pt x="22598" y="19564"/>
                      </a:lnTo>
                      <a:lnTo>
                        <a:pt x="22661" y="19481"/>
                      </a:lnTo>
                      <a:lnTo>
                        <a:pt x="22577" y="19334"/>
                      </a:lnTo>
                      <a:lnTo>
                        <a:pt x="22515" y="19334"/>
                      </a:lnTo>
                      <a:lnTo>
                        <a:pt x="22473" y="19355"/>
                      </a:lnTo>
                      <a:lnTo>
                        <a:pt x="22452" y="19334"/>
                      </a:lnTo>
                      <a:lnTo>
                        <a:pt x="22515" y="19229"/>
                      </a:lnTo>
                      <a:lnTo>
                        <a:pt x="22515" y="19146"/>
                      </a:lnTo>
                      <a:lnTo>
                        <a:pt x="22494" y="19062"/>
                      </a:lnTo>
                      <a:lnTo>
                        <a:pt x="22410" y="19041"/>
                      </a:lnTo>
                      <a:lnTo>
                        <a:pt x="22410" y="18999"/>
                      </a:lnTo>
                      <a:lnTo>
                        <a:pt x="22473" y="18937"/>
                      </a:lnTo>
                      <a:lnTo>
                        <a:pt x="22494" y="18811"/>
                      </a:lnTo>
                      <a:lnTo>
                        <a:pt x="22577" y="18811"/>
                      </a:lnTo>
                      <a:lnTo>
                        <a:pt x="22577" y="18916"/>
                      </a:lnTo>
                      <a:lnTo>
                        <a:pt x="22598" y="18999"/>
                      </a:lnTo>
                      <a:lnTo>
                        <a:pt x="22682" y="18895"/>
                      </a:lnTo>
                      <a:lnTo>
                        <a:pt x="22703" y="18957"/>
                      </a:lnTo>
                      <a:lnTo>
                        <a:pt x="22766" y="19041"/>
                      </a:lnTo>
                      <a:lnTo>
                        <a:pt x="22703" y="19146"/>
                      </a:lnTo>
                      <a:lnTo>
                        <a:pt x="22724" y="19229"/>
                      </a:lnTo>
                      <a:lnTo>
                        <a:pt x="22787" y="19250"/>
                      </a:lnTo>
                      <a:lnTo>
                        <a:pt x="22891" y="19146"/>
                      </a:lnTo>
                      <a:lnTo>
                        <a:pt x="22933" y="19146"/>
                      </a:lnTo>
                      <a:lnTo>
                        <a:pt x="22912" y="19229"/>
                      </a:lnTo>
                      <a:lnTo>
                        <a:pt x="22828" y="19313"/>
                      </a:lnTo>
                      <a:lnTo>
                        <a:pt x="22828" y="19376"/>
                      </a:lnTo>
                      <a:lnTo>
                        <a:pt x="22870" y="19481"/>
                      </a:lnTo>
                      <a:lnTo>
                        <a:pt x="22808" y="19627"/>
                      </a:lnTo>
                      <a:lnTo>
                        <a:pt x="22828" y="19669"/>
                      </a:lnTo>
                      <a:lnTo>
                        <a:pt x="22891" y="19669"/>
                      </a:lnTo>
                      <a:lnTo>
                        <a:pt x="22891" y="19857"/>
                      </a:lnTo>
                      <a:cubicBezTo>
                        <a:pt x="22891" y="19899"/>
                        <a:pt x="22870" y="19983"/>
                        <a:pt x="22870" y="20045"/>
                      </a:cubicBezTo>
                      <a:lnTo>
                        <a:pt x="22828" y="20087"/>
                      </a:lnTo>
                      <a:lnTo>
                        <a:pt x="22808" y="20004"/>
                      </a:lnTo>
                      <a:lnTo>
                        <a:pt x="22870" y="19941"/>
                      </a:lnTo>
                      <a:lnTo>
                        <a:pt x="22870" y="19857"/>
                      </a:lnTo>
                      <a:lnTo>
                        <a:pt x="22766" y="19794"/>
                      </a:lnTo>
                      <a:lnTo>
                        <a:pt x="22598" y="19836"/>
                      </a:lnTo>
                      <a:lnTo>
                        <a:pt x="22577" y="19878"/>
                      </a:lnTo>
                      <a:lnTo>
                        <a:pt x="22515" y="19899"/>
                      </a:lnTo>
                      <a:lnTo>
                        <a:pt x="22473" y="19794"/>
                      </a:lnTo>
                      <a:lnTo>
                        <a:pt x="22410" y="19941"/>
                      </a:lnTo>
                      <a:lnTo>
                        <a:pt x="22452" y="20066"/>
                      </a:lnTo>
                      <a:lnTo>
                        <a:pt x="22515" y="20108"/>
                      </a:lnTo>
                      <a:lnTo>
                        <a:pt x="22473" y="20192"/>
                      </a:lnTo>
                      <a:lnTo>
                        <a:pt x="22410" y="20150"/>
                      </a:lnTo>
                      <a:lnTo>
                        <a:pt x="22368" y="20255"/>
                      </a:lnTo>
                      <a:lnTo>
                        <a:pt x="22452" y="20401"/>
                      </a:lnTo>
                      <a:lnTo>
                        <a:pt x="22410" y="20506"/>
                      </a:lnTo>
                      <a:lnTo>
                        <a:pt x="22494" y="20569"/>
                      </a:lnTo>
                      <a:lnTo>
                        <a:pt x="22410" y="20631"/>
                      </a:lnTo>
                      <a:lnTo>
                        <a:pt x="22515" y="20778"/>
                      </a:lnTo>
                      <a:lnTo>
                        <a:pt x="22619" y="20778"/>
                      </a:lnTo>
                      <a:lnTo>
                        <a:pt x="22703" y="20694"/>
                      </a:lnTo>
                      <a:lnTo>
                        <a:pt x="22703" y="20569"/>
                      </a:lnTo>
                      <a:lnTo>
                        <a:pt x="22619" y="20401"/>
                      </a:lnTo>
                      <a:lnTo>
                        <a:pt x="22661" y="20297"/>
                      </a:lnTo>
                      <a:lnTo>
                        <a:pt x="22787" y="20527"/>
                      </a:lnTo>
                      <a:lnTo>
                        <a:pt x="22787" y="20631"/>
                      </a:lnTo>
                      <a:lnTo>
                        <a:pt x="22787" y="20694"/>
                      </a:lnTo>
                      <a:cubicBezTo>
                        <a:pt x="22766" y="20694"/>
                        <a:pt x="22724" y="20694"/>
                        <a:pt x="22724" y="20715"/>
                      </a:cubicBezTo>
                      <a:lnTo>
                        <a:pt x="22724" y="20736"/>
                      </a:lnTo>
                      <a:lnTo>
                        <a:pt x="22682" y="20799"/>
                      </a:lnTo>
                      <a:lnTo>
                        <a:pt x="22577" y="20841"/>
                      </a:lnTo>
                      <a:lnTo>
                        <a:pt x="22598" y="20924"/>
                      </a:lnTo>
                      <a:lnTo>
                        <a:pt x="22682" y="21008"/>
                      </a:lnTo>
                      <a:lnTo>
                        <a:pt x="22598" y="21092"/>
                      </a:lnTo>
                      <a:lnTo>
                        <a:pt x="22598" y="21196"/>
                      </a:lnTo>
                      <a:lnTo>
                        <a:pt x="22536" y="21259"/>
                      </a:lnTo>
                      <a:lnTo>
                        <a:pt x="22431" y="21301"/>
                      </a:lnTo>
                      <a:lnTo>
                        <a:pt x="22431" y="21343"/>
                      </a:lnTo>
                      <a:lnTo>
                        <a:pt x="22577" y="21364"/>
                      </a:lnTo>
                      <a:lnTo>
                        <a:pt x="22536" y="21426"/>
                      </a:lnTo>
                      <a:lnTo>
                        <a:pt x="22494" y="21447"/>
                      </a:lnTo>
                      <a:lnTo>
                        <a:pt x="22494" y="21531"/>
                      </a:lnTo>
                      <a:lnTo>
                        <a:pt x="22536" y="21531"/>
                      </a:lnTo>
                      <a:lnTo>
                        <a:pt x="22619" y="21510"/>
                      </a:lnTo>
                      <a:lnTo>
                        <a:pt x="22640" y="21552"/>
                      </a:lnTo>
                      <a:lnTo>
                        <a:pt x="22598" y="21615"/>
                      </a:lnTo>
                      <a:lnTo>
                        <a:pt x="22515" y="21636"/>
                      </a:lnTo>
                      <a:lnTo>
                        <a:pt x="22473" y="21719"/>
                      </a:lnTo>
                      <a:lnTo>
                        <a:pt x="22494" y="21866"/>
                      </a:lnTo>
                      <a:lnTo>
                        <a:pt x="22536" y="21929"/>
                      </a:lnTo>
                      <a:lnTo>
                        <a:pt x="22515" y="21991"/>
                      </a:lnTo>
                      <a:lnTo>
                        <a:pt x="22536" y="22075"/>
                      </a:lnTo>
                      <a:lnTo>
                        <a:pt x="22598" y="22054"/>
                      </a:lnTo>
                      <a:lnTo>
                        <a:pt x="22619" y="21970"/>
                      </a:lnTo>
                      <a:lnTo>
                        <a:pt x="22640" y="21845"/>
                      </a:lnTo>
                      <a:lnTo>
                        <a:pt x="22703" y="21678"/>
                      </a:lnTo>
                      <a:lnTo>
                        <a:pt x="22745" y="21615"/>
                      </a:lnTo>
                      <a:lnTo>
                        <a:pt x="22787" y="21406"/>
                      </a:lnTo>
                      <a:lnTo>
                        <a:pt x="22828" y="21343"/>
                      </a:lnTo>
                      <a:lnTo>
                        <a:pt x="22844" y="21204"/>
                      </a:lnTo>
                      <a:lnTo>
                        <a:pt x="22870" y="21217"/>
                      </a:lnTo>
                      <a:cubicBezTo>
                        <a:pt x="22870" y="21301"/>
                        <a:pt x="22870" y="21364"/>
                        <a:pt x="22891" y="21447"/>
                      </a:cubicBezTo>
                      <a:lnTo>
                        <a:pt x="22870" y="21426"/>
                      </a:lnTo>
                      <a:lnTo>
                        <a:pt x="22808" y="21510"/>
                      </a:lnTo>
                      <a:lnTo>
                        <a:pt x="22808" y="21636"/>
                      </a:lnTo>
                      <a:lnTo>
                        <a:pt x="22870" y="21678"/>
                      </a:lnTo>
                      <a:lnTo>
                        <a:pt x="22787" y="21782"/>
                      </a:lnTo>
                      <a:lnTo>
                        <a:pt x="22891" y="21845"/>
                      </a:lnTo>
                      <a:lnTo>
                        <a:pt x="22891" y="21929"/>
                      </a:lnTo>
                      <a:lnTo>
                        <a:pt x="22828" y="21970"/>
                      </a:lnTo>
                      <a:lnTo>
                        <a:pt x="22766" y="21929"/>
                      </a:lnTo>
                      <a:lnTo>
                        <a:pt x="22703" y="21991"/>
                      </a:lnTo>
                      <a:lnTo>
                        <a:pt x="22703" y="22054"/>
                      </a:lnTo>
                      <a:lnTo>
                        <a:pt x="22661" y="22138"/>
                      </a:lnTo>
                      <a:lnTo>
                        <a:pt x="22619" y="22201"/>
                      </a:lnTo>
                      <a:lnTo>
                        <a:pt x="22682" y="22263"/>
                      </a:lnTo>
                      <a:lnTo>
                        <a:pt x="22766" y="22054"/>
                      </a:lnTo>
                      <a:lnTo>
                        <a:pt x="22787" y="22096"/>
                      </a:lnTo>
                      <a:lnTo>
                        <a:pt x="22724" y="22201"/>
                      </a:lnTo>
                      <a:lnTo>
                        <a:pt x="22828" y="22180"/>
                      </a:lnTo>
                      <a:lnTo>
                        <a:pt x="22891" y="22096"/>
                      </a:lnTo>
                      <a:lnTo>
                        <a:pt x="22891" y="21991"/>
                      </a:lnTo>
                      <a:lnTo>
                        <a:pt x="23017" y="21845"/>
                      </a:lnTo>
                      <a:cubicBezTo>
                        <a:pt x="23017" y="21929"/>
                        <a:pt x="23017" y="21991"/>
                        <a:pt x="23038" y="22075"/>
                      </a:cubicBezTo>
                      <a:lnTo>
                        <a:pt x="23017" y="22096"/>
                      </a:lnTo>
                      <a:lnTo>
                        <a:pt x="23080" y="22159"/>
                      </a:lnTo>
                      <a:cubicBezTo>
                        <a:pt x="23101" y="22201"/>
                        <a:pt x="23101" y="22284"/>
                        <a:pt x="23121" y="22326"/>
                      </a:cubicBezTo>
                      <a:lnTo>
                        <a:pt x="23080" y="22473"/>
                      </a:lnTo>
                      <a:lnTo>
                        <a:pt x="23080" y="22556"/>
                      </a:lnTo>
                      <a:lnTo>
                        <a:pt x="23038" y="22640"/>
                      </a:lnTo>
                      <a:lnTo>
                        <a:pt x="22933" y="22682"/>
                      </a:lnTo>
                      <a:lnTo>
                        <a:pt x="22912" y="22724"/>
                      </a:lnTo>
                      <a:lnTo>
                        <a:pt x="22933" y="22786"/>
                      </a:lnTo>
                      <a:lnTo>
                        <a:pt x="23017" y="22745"/>
                      </a:lnTo>
                      <a:lnTo>
                        <a:pt x="23101" y="22786"/>
                      </a:lnTo>
                      <a:lnTo>
                        <a:pt x="23101" y="22828"/>
                      </a:lnTo>
                      <a:lnTo>
                        <a:pt x="22996" y="22912"/>
                      </a:lnTo>
                      <a:lnTo>
                        <a:pt x="22996" y="22954"/>
                      </a:lnTo>
                      <a:lnTo>
                        <a:pt x="22975" y="23038"/>
                      </a:lnTo>
                      <a:lnTo>
                        <a:pt x="22912" y="23038"/>
                      </a:lnTo>
                      <a:lnTo>
                        <a:pt x="22870" y="23100"/>
                      </a:lnTo>
                      <a:lnTo>
                        <a:pt x="22891" y="23142"/>
                      </a:lnTo>
                      <a:lnTo>
                        <a:pt x="22975" y="23142"/>
                      </a:lnTo>
                      <a:lnTo>
                        <a:pt x="23017" y="23205"/>
                      </a:lnTo>
                      <a:lnTo>
                        <a:pt x="23038" y="23142"/>
                      </a:lnTo>
                      <a:lnTo>
                        <a:pt x="23121" y="23121"/>
                      </a:lnTo>
                      <a:lnTo>
                        <a:pt x="23184" y="23163"/>
                      </a:lnTo>
                      <a:lnTo>
                        <a:pt x="23101" y="23226"/>
                      </a:lnTo>
                      <a:lnTo>
                        <a:pt x="23080" y="23268"/>
                      </a:lnTo>
                      <a:lnTo>
                        <a:pt x="23121" y="23351"/>
                      </a:lnTo>
                      <a:lnTo>
                        <a:pt x="23038" y="23435"/>
                      </a:lnTo>
                      <a:lnTo>
                        <a:pt x="23017" y="23519"/>
                      </a:lnTo>
                      <a:lnTo>
                        <a:pt x="23121" y="23582"/>
                      </a:lnTo>
                      <a:lnTo>
                        <a:pt x="23101" y="23686"/>
                      </a:lnTo>
                      <a:lnTo>
                        <a:pt x="23142" y="23749"/>
                      </a:lnTo>
                      <a:lnTo>
                        <a:pt x="23247" y="23749"/>
                      </a:lnTo>
                      <a:lnTo>
                        <a:pt x="23310" y="23686"/>
                      </a:lnTo>
                      <a:lnTo>
                        <a:pt x="23247" y="23623"/>
                      </a:lnTo>
                      <a:lnTo>
                        <a:pt x="23310" y="23561"/>
                      </a:lnTo>
                      <a:lnTo>
                        <a:pt x="23247" y="23519"/>
                      </a:lnTo>
                      <a:lnTo>
                        <a:pt x="23205" y="23519"/>
                      </a:lnTo>
                      <a:lnTo>
                        <a:pt x="23247" y="23435"/>
                      </a:lnTo>
                      <a:lnTo>
                        <a:pt x="23331" y="23414"/>
                      </a:lnTo>
                      <a:lnTo>
                        <a:pt x="23435" y="23331"/>
                      </a:lnTo>
                      <a:lnTo>
                        <a:pt x="23435" y="23247"/>
                      </a:lnTo>
                      <a:lnTo>
                        <a:pt x="23393" y="23226"/>
                      </a:lnTo>
                      <a:lnTo>
                        <a:pt x="23310" y="23226"/>
                      </a:lnTo>
                      <a:lnTo>
                        <a:pt x="23310" y="23205"/>
                      </a:lnTo>
                      <a:lnTo>
                        <a:pt x="23414" y="23121"/>
                      </a:lnTo>
                      <a:lnTo>
                        <a:pt x="23393" y="23017"/>
                      </a:lnTo>
                      <a:lnTo>
                        <a:pt x="23247" y="22912"/>
                      </a:lnTo>
                      <a:lnTo>
                        <a:pt x="23310" y="22807"/>
                      </a:lnTo>
                      <a:lnTo>
                        <a:pt x="23331" y="22828"/>
                      </a:lnTo>
                      <a:lnTo>
                        <a:pt x="23414" y="22828"/>
                      </a:lnTo>
                      <a:lnTo>
                        <a:pt x="23414" y="22766"/>
                      </a:lnTo>
                      <a:lnTo>
                        <a:pt x="23310" y="22661"/>
                      </a:lnTo>
                      <a:lnTo>
                        <a:pt x="23373" y="22661"/>
                      </a:lnTo>
                      <a:lnTo>
                        <a:pt x="23373" y="22473"/>
                      </a:lnTo>
                      <a:lnTo>
                        <a:pt x="23247" y="22389"/>
                      </a:lnTo>
                      <a:lnTo>
                        <a:pt x="23226" y="22410"/>
                      </a:lnTo>
                      <a:lnTo>
                        <a:pt x="23142" y="22347"/>
                      </a:lnTo>
                      <a:lnTo>
                        <a:pt x="23163" y="22305"/>
                      </a:lnTo>
                      <a:lnTo>
                        <a:pt x="23163" y="22284"/>
                      </a:lnTo>
                      <a:lnTo>
                        <a:pt x="23247" y="22180"/>
                      </a:lnTo>
                      <a:lnTo>
                        <a:pt x="23205" y="22096"/>
                      </a:lnTo>
                      <a:cubicBezTo>
                        <a:pt x="23205" y="22054"/>
                        <a:pt x="23226" y="21991"/>
                        <a:pt x="23226" y="21950"/>
                      </a:cubicBezTo>
                      <a:lnTo>
                        <a:pt x="23226" y="21887"/>
                      </a:lnTo>
                      <a:lnTo>
                        <a:pt x="23268" y="21929"/>
                      </a:lnTo>
                      <a:lnTo>
                        <a:pt x="23352" y="21866"/>
                      </a:lnTo>
                      <a:lnTo>
                        <a:pt x="23310" y="21761"/>
                      </a:lnTo>
                      <a:lnTo>
                        <a:pt x="23352" y="21719"/>
                      </a:lnTo>
                      <a:lnTo>
                        <a:pt x="23352" y="21573"/>
                      </a:lnTo>
                      <a:lnTo>
                        <a:pt x="23414" y="21552"/>
                      </a:lnTo>
                      <a:lnTo>
                        <a:pt x="23435" y="21719"/>
                      </a:lnTo>
                      <a:lnTo>
                        <a:pt x="23477" y="21678"/>
                      </a:lnTo>
                      <a:lnTo>
                        <a:pt x="23519" y="21657"/>
                      </a:lnTo>
                      <a:lnTo>
                        <a:pt x="23519" y="21678"/>
                      </a:lnTo>
                      <a:lnTo>
                        <a:pt x="23519" y="21719"/>
                      </a:lnTo>
                      <a:lnTo>
                        <a:pt x="23477" y="21761"/>
                      </a:lnTo>
                      <a:lnTo>
                        <a:pt x="23477" y="21845"/>
                      </a:lnTo>
                      <a:lnTo>
                        <a:pt x="23540" y="21887"/>
                      </a:lnTo>
                      <a:lnTo>
                        <a:pt x="23665" y="21866"/>
                      </a:lnTo>
                      <a:lnTo>
                        <a:pt x="23749" y="21761"/>
                      </a:lnTo>
                      <a:lnTo>
                        <a:pt x="23728" y="21719"/>
                      </a:lnTo>
                      <a:cubicBezTo>
                        <a:pt x="23749" y="21657"/>
                        <a:pt x="23770" y="21573"/>
                        <a:pt x="23791" y="21510"/>
                      </a:cubicBezTo>
                      <a:lnTo>
                        <a:pt x="23833" y="21531"/>
                      </a:lnTo>
                      <a:lnTo>
                        <a:pt x="23854" y="21636"/>
                      </a:lnTo>
                      <a:lnTo>
                        <a:pt x="23958" y="21719"/>
                      </a:lnTo>
                      <a:lnTo>
                        <a:pt x="24000" y="21719"/>
                      </a:lnTo>
                      <a:lnTo>
                        <a:pt x="23937" y="21740"/>
                      </a:lnTo>
                      <a:lnTo>
                        <a:pt x="23854" y="21740"/>
                      </a:lnTo>
                      <a:lnTo>
                        <a:pt x="23833" y="21782"/>
                      </a:lnTo>
                      <a:cubicBezTo>
                        <a:pt x="23749" y="21824"/>
                        <a:pt x="23665" y="21866"/>
                        <a:pt x="23665" y="21970"/>
                      </a:cubicBezTo>
                      <a:cubicBezTo>
                        <a:pt x="23665" y="22054"/>
                        <a:pt x="23665" y="22096"/>
                        <a:pt x="23686" y="22180"/>
                      </a:cubicBezTo>
                      <a:lnTo>
                        <a:pt x="23665" y="22159"/>
                      </a:lnTo>
                      <a:lnTo>
                        <a:pt x="23665" y="22138"/>
                      </a:lnTo>
                      <a:lnTo>
                        <a:pt x="23645" y="22159"/>
                      </a:lnTo>
                      <a:cubicBezTo>
                        <a:pt x="23624" y="22159"/>
                        <a:pt x="23603" y="22138"/>
                        <a:pt x="23561" y="22138"/>
                      </a:cubicBezTo>
                      <a:lnTo>
                        <a:pt x="23624" y="22075"/>
                      </a:lnTo>
                      <a:lnTo>
                        <a:pt x="23645" y="21991"/>
                      </a:lnTo>
                      <a:lnTo>
                        <a:pt x="23456" y="21970"/>
                      </a:lnTo>
                      <a:lnTo>
                        <a:pt x="23352" y="22075"/>
                      </a:lnTo>
                      <a:lnTo>
                        <a:pt x="23414" y="22180"/>
                      </a:lnTo>
                      <a:lnTo>
                        <a:pt x="23435" y="22180"/>
                      </a:lnTo>
                      <a:cubicBezTo>
                        <a:pt x="23414" y="22201"/>
                        <a:pt x="23414" y="22222"/>
                        <a:pt x="23414" y="22263"/>
                      </a:cubicBezTo>
                      <a:cubicBezTo>
                        <a:pt x="23435" y="22284"/>
                        <a:pt x="23435" y="22326"/>
                        <a:pt x="23456" y="22368"/>
                      </a:cubicBezTo>
                      <a:cubicBezTo>
                        <a:pt x="23498" y="22389"/>
                        <a:pt x="23519" y="22431"/>
                        <a:pt x="23540" y="22494"/>
                      </a:cubicBezTo>
                      <a:lnTo>
                        <a:pt x="23561" y="22494"/>
                      </a:lnTo>
                      <a:cubicBezTo>
                        <a:pt x="23561" y="22494"/>
                        <a:pt x="23561" y="22514"/>
                        <a:pt x="23582" y="22514"/>
                      </a:cubicBezTo>
                      <a:cubicBezTo>
                        <a:pt x="23624" y="22577"/>
                        <a:pt x="23665" y="22577"/>
                        <a:pt x="23686" y="22598"/>
                      </a:cubicBezTo>
                      <a:lnTo>
                        <a:pt x="23665" y="22619"/>
                      </a:lnTo>
                      <a:lnTo>
                        <a:pt x="23540" y="22724"/>
                      </a:lnTo>
                      <a:lnTo>
                        <a:pt x="23540" y="22828"/>
                      </a:lnTo>
                      <a:lnTo>
                        <a:pt x="23603" y="22933"/>
                      </a:lnTo>
                      <a:lnTo>
                        <a:pt x="23728" y="22828"/>
                      </a:lnTo>
                      <a:lnTo>
                        <a:pt x="23812" y="22682"/>
                      </a:lnTo>
                      <a:lnTo>
                        <a:pt x="23812" y="22619"/>
                      </a:lnTo>
                      <a:lnTo>
                        <a:pt x="23875" y="22598"/>
                      </a:lnTo>
                      <a:lnTo>
                        <a:pt x="24021" y="22473"/>
                      </a:lnTo>
                      <a:lnTo>
                        <a:pt x="24042" y="22514"/>
                      </a:lnTo>
                      <a:lnTo>
                        <a:pt x="24251" y="22514"/>
                      </a:lnTo>
                      <a:lnTo>
                        <a:pt x="24168" y="22619"/>
                      </a:lnTo>
                      <a:lnTo>
                        <a:pt x="24189" y="22640"/>
                      </a:lnTo>
                      <a:lnTo>
                        <a:pt x="24314" y="22640"/>
                      </a:lnTo>
                      <a:lnTo>
                        <a:pt x="24314" y="22703"/>
                      </a:lnTo>
                      <a:lnTo>
                        <a:pt x="24209" y="22807"/>
                      </a:lnTo>
                      <a:cubicBezTo>
                        <a:pt x="24189" y="22807"/>
                        <a:pt x="24168" y="22828"/>
                        <a:pt x="24147" y="22828"/>
                      </a:cubicBezTo>
                      <a:lnTo>
                        <a:pt x="24168" y="22724"/>
                      </a:lnTo>
                      <a:lnTo>
                        <a:pt x="24105" y="22598"/>
                      </a:lnTo>
                      <a:lnTo>
                        <a:pt x="23979" y="22598"/>
                      </a:lnTo>
                      <a:lnTo>
                        <a:pt x="23979" y="22640"/>
                      </a:lnTo>
                      <a:lnTo>
                        <a:pt x="23875" y="22703"/>
                      </a:lnTo>
                      <a:lnTo>
                        <a:pt x="23833" y="22849"/>
                      </a:lnTo>
                      <a:lnTo>
                        <a:pt x="23833" y="22912"/>
                      </a:lnTo>
                      <a:lnTo>
                        <a:pt x="23728" y="23017"/>
                      </a:lnTo>
                      <a:lnTo>
                        <a:pt x="23749" y="23100"/>
                      </a:lnTo>
                      <a:lnTo>
                        <a:pt x="23937" y="23017"/>
                      </a:lnTo>
                      <a:cubicBezTo>
                        <a:pt x="23937" y="23038"/>
                        <a:pt x="23958" y="23038"/>
                        <a:pt x="23958" y="23038"/>
                      </a:cubicBezTo>
                      <a:lnTo>
                        <a:pt x="23854" y="23121"/>
                      </a:lnTo>
                      <a:lnTo>
                        <a:pt x="23770" y="23247"/>
                      </a:lnTo>
                      <a:lnTo>
                        <a:pt x="23833" y="23310"/>
                      </a:lnTo>
                      <a:lnTo>
                        <a:pt x="24000" y="23163"/>
                      </a:lnTo>
                      <a:lnTo>
                        <a:pt x="24063" y="23100"/>
                      </a:lnTo>
                      <a:cubicBezTo>
                        <a:pt x="24084" y="23121"/>
                        <a:pt x="24105" y="23121"/>
                        <a:pt x="24147" y="23142"/>
                      </a:cubicBezTo>
                      <a:lnTo>
                        <a:pt x="24147" y="23163"/>
                      </a:lnTo>
                      <a:lnTo>
                        <a:pt x="24168" y="23226"/>
                      </a:lnTo>
                      <a:lnTo>
                        <a:pt x="24189" y="23268"/>
                      </a:lnTo>
                      <a:lnTo>
                        <a:pt x="24000" y="23268"/>
                      </a:lnTo>
                      <a:lnTo>
                        <a:pt x="23937" y="23351"/>
                      </a:lnTo>
                      <a:lnTo>
                        <a:pt x="23937" y="23414"/>
                      </a:lnTo>
                      <a:lnTo>
                        <a:pt x="24000" y="23414"/>
                      </a:lnTo>
                      <a:lnTo>
                        <a:pt x="24063" y="23372"/>
                      </a:lnTo>
                      <a:lnTo>
                        <a:pt x="24168" y="23372"/>
                      </a:lnTo>
                      <a:lnTo>
                        <a:pt x="24168" y="23414"/>
                      </a:lnTo>
                      <a:lnTo>
                        <a:pt x="24063" y="23477"/>
                      </a:lnTo>
                      <a:lnTo>
                        <a:pt x="23937" y="23477"/>
                      </a:lnTo>
                      <a:lnTo>
                        <a:pt x="23875" y="23540"/>
                      </a:lnTo>
                      <a:lnTo>
                        <a:pt x="23854" y="23665"/>
                      </a:lnTo>
                      <a:lnTo>
                        <a:pt x="23896" y="23770"/>
                      </a:lnTo>
                      <a:lnTo>
                        <a:pt x="23979" y="23728"/>
                      </a:lnTo>
                      <a:lnTo>
                        <a:pt x="24000" y="23644"/>
                      </a:lnTo>
                      <a:lnTo>
                        <a:pt x="24084" y="23644"/>
                      </a:lnTo>
                      <a:lnTo>
                        <a:pt x="24189" y="23582"/>
                      </a:lnTo>
                      <a:lnTo>
                        <a:pt x="24314" y="23435"/>
                      </a:lnTo>
                      <a:lnTo>
                        <a:pt x="24461" y="23247"/>
                      </a:lnTo>
                      <a:lnTo>
                        <a:pt x="24502" y="23017"/>
                      </a:lnTo>
                      <a:lnTo>
                        <a:pt x="24628" y="22745"/>
                      </a:lnTo>
                      <a:lnTo>
                        <a:pt x="24691" y="22724"/>
                      </a:lnTo>
                      <a:lnTo>
                        <a:pt x="24691" y="22703"/>
                      </a:lnTo>
                      <a:lnTo>
                        <a:pt x="24691" y="22661"/>
                      </a:lnTo>
                      <a:lnTo>
                        <a:pt x="24670" y="22661"/>
                      </a:lnTo>
                      <a:lnTo>
                        <a:pt x="24712" y="22619"/>
                      </a:lnTo>
                      <a:lnTo>
                        <a:pt x="24712" y="22577"/>
                      </a:lnTo>
                      <a:lnTo>
                        <a:pt x="24753" y="22514"/>
                      </a:lnTo>
                      <a:lnTo>
                        <a:pt x="24712" y="22473"/>
                      </a:lnTo>
                      <a:lnTo>
                        <a:pt x="24670" y="22452"/>
                      </a:lnTo>
                      <a:lnTo>
                        <a:pt x="24670" y="22347"/>
                      </a:lnTo>
                      <a:lnTo>
                        <a:pt x="24607" y="22242"/>
                      </a:lnTo>
                      <a:lnTo>
                        <a:pt x="24481" y="22159"/>
                      </a:lnTo>
                      <a:lnTo>
                        <a:pt x="24398" y="22096"/>
                      </a:lnTo>
                      <a:lnTo>
                        <a:pt x="24377" y="22033"/>
                      </a:lnTo>
                      <a:lnTo>
                        <a:pt x="24272" y="21866"/>
                      </a:lnTo>
                      <a:lnTo>
                        <a:pt x="24189" y="21845"/>
                      </a:lnTo>
                      <a:lnTo>
                        <a:pt x="24084" y="21845"/>
                      </a:lnTo>
                      <a:lnTo>
                        <a:pt x="24084" y="21782"/>
                      </a:lnTo>
                      <a:lnTo>
                        <a:pt x="24126" y="21740"/>
                      </a:lnTo>
                      <a:lnTo>
                        <a:pt x="24084" y="21657"/>
                      </a:lnTo>
                      <a:lnTo>
                        <a:pt x="24042" y="21615"/>
                      </a:lnTo>
                      <a:lnTo>
                        <a:pt x="24021" y="21531"/>
                      </a:lnTo>
                      <a:lnTo>
                        <a:pt x="24063" y="21468"/>
                      </a:lnTo>
                      <a:lnTo>
                        <a:pt x="24126" y="21447"/>
                      </a:lnTo>
                      <a:lnTo>
                        <a:pt x="24084" y="21406"/>
                      </a:lnTo>
                      <a:lnTo>
                        <a:pt x="24021" y="21343"/>
                      </a:lnTo>
                      <a:lnTo>
                        <a:pt x="23958" y="21343"/>
                      </a:lnTo>
                      <a:lnTo>
                        <a:pt x="23958" y="21259"/>
                      </a:lnTo>
                      <a:lnTo>
                        <a:pt x="24063" y="21217"/>
                      </a:lnTo>
                      <a:lnTo>
                        <a:pt x="24042" y="20799"/>
                      </a:lnTo>
                      <a:lnTo>
                        <a:pt x="24042" y="20380"/>
                      </a:lnTo>
                      <a:lnTo>
                        <a:pt x="24084" y="20025"/>
                      </a:lnTo>
                      <a:lnTo>
                        <a:pt x="24063" y="19941"/>
                      </a:lnTo>
                      <a:lnTo>
                        <a:pt x="24063" y="19836"/>
                      </a:lnTo>
                      <a:lnTo>
                        <a:pt x="24126" y="19732"/>
                      </a:lnTo>
                      <a:lnTo>
                        <a:pt x="24084" y="19627"/>
                      </a:lnTo>
                      <a:lnTo>
                        <a:pt x="24042" y="19543"/>
                      </a:lnTo>
                      <a:lnTo>
                        <a:pt x="24021" y="19334"/>
                      </a:lnTo>
                      <a:lnTo>
                        <a:pt x="23875" y="19167"/>
                      </a:lnTo>
                      <a:lnTo>
                        <a:pt x="23833" y="18957"/>
                      </a:lnTo>
                      <a:lnTo>
                        <a:pt x="23854" y="18853"/>
                      </a:lnTo>
                      <a:lnTo>
                        <a:pt x="23728" y="18518"/>
                      </a:lnTo>
                      <a:lnTo>
                        <a:pt x="23749" y="18434"/>
                      </a:lnTo>
                      <a:lnTo>
                        <a:pt x="23833" y="18288"/>
                      </a:lnTo>
                      <a:lnTo>
                        <a:pt x="23812" y="18204"/>
                      </a:lnTo>
                      <a:lnTo>
                        <a:pt x="23812" y="18100"/>
                      </a:lnTo>
                      <a:lnTo>
                        <a:pt x="23665" y="17995"/>
                      </a:lnTo>
                      <a:lnTo>
                        <a:pt x="23498" y="17995"/>
                      </a:lnTo>
                      <a:lnTo>
                        <a:pt x="23289" y="18058"/>
                      </a:lnTo>
                      <a:lnTo>
                        <a:pt x="23226" y="18079"/>
                      </a:lnTo>
                      <a:lnTo>
                        <a:pt x="23017" y="18162"/>
                      </a:lnTo>
                      <a:lnTo>
                        <a:pt x="22891" y="18288"/>
                      </a:lnTo>
                      <a:lnTo>
                        <a:pt x="22724" y="18518"/>
                      </a:lnTo>
                      <a:lnTo>
                        <a:pt x="22598" y="18602"/>
                      </a:lnTo>
                      <a:lnTo>
                        <a:pt x="22410" y="18623"/>
                      </a:lnTo>
                      <a:lnTo>
                        <a:pt x="22201" y="18644"/>
                      </a:lnTo>
                      <a:lnTo>
                        <a:pt x="22159" y="18644"/>
                      </a:lnTo>
                      <a:lnTo>
                        <a:pt x="22159" y="18581"/>
                      </a:lnTo>
                      <a:lnTo>
                        <a:pt x="22264" y="18413"/>
                      </a:lnTo>
                      <a:lnTo>
                        <a:pt x="22201" y="18267"/>
                      </a:lnTo>
                      <a:lnTo>
                        <a:pt x="22054" y="17597"/>
                      </a:lnTo>
                      <a:lnTo>
                        <a:pt x="21950" y="17325"/>
                      </a:lnTo>
                      <a:lnTo>
                        <a:pt x="21887" y="17179"/>
                      </a:lnTo>
                      <a:lnTo>
                        <a:pt x="22033" y="16928"/>
                      </a:lnTo>
                      <a:lnTo>
                        <a:pt x="21740" y="16886"/>
                      </a:lnTo>
                      <a:lnTo>
                        <a:pt x="21531" y="17032"/>
                      </a:lnTo>
                      <a:lnTo>
                        <a:pt x="21406" y="16970"/>
                      </a:lnTo>
                      <a:lnTo>
                        <a:pt x="21029" y="16970"/>
                      </a:lnTo>
                      <a:lnTo>
                        <a:pt x="27704" y="4792"/>
                      </a:lnTo>
                      <a:lnTo>
                        <a:pt x="27683" y="4729"/>
                      </a:lnTo>
                      <a:lnTo>
                        <a:pt x="27536" y="4708"/>
                      </a:lnTo>
                      <a:lnTo>
                        <a:pt x="27474" y="4729"/>
                      </a:lnTo>
                      <a:lnTo>
                        <a:pt x="27411" y="4667"/>
                      </a:lnTo>
                      <a:lnTo>
                        <a:pt x="27369" y="4416"/>
                      </a:lnTo>
                      <a:lnTo>
                        <a:pt x="27306" y="4290"/>
                      </a:lnTo>
                      <a:lnTo>
                        <a:pt x="27222" y="4248"/>
                      </a:lnTo>
                      <a:lnTo>
                        <a:pt x="27202" y="4102"/>
                      </a:lnTo>
                      <a:lnTo>
                        <a:pt x="27118" y="3955"/>
                      </a:lnTo>
                      <a:lnTo>
                        <a:pt x="27076" y="3892"/>
                      </a:lnTo>
                      <a:lnTo>
                        <a:pt x="26867" y="3892"/>
                      </a:lnTo>
                      <a:lnTo>
                        <a:pt x="26846" y="3934"/>
                      </a:lnTo>
                      <a:lnTo>
                        <a:pt x="26678" y="3892"/>
                      </a:lnTo>
                      <a:lnTo>
                        <a:pt x="26532" y="3934"/>
                      </a:lnTo>
                      <a:lnTo>
                        <a:pt x="26448" y="3872"/>
                      </a:lnTo>
                      <a:lnTo>
                        <a:pt x="26386" y="3892"/>
                      </a:lnTo>
                      <a:lnTo>
                        <a:pt x="26344" y="3872"/>
                      </a:lnTo>
                      <a:lnTo>
                        <a:pt x="26323" y="3892"/>
                      </a:lnTo>
                      <a:lnTo>
                        <a:pt x="26239" y="3892"/>
                      </a:lnTo>
                      <a:lnTo>
                        <a:pt x="26239" y="3872"/>
                      </a:lnTo>
                      <a:lnTo>
                        <a:pt x="26281" y="3872"/>
                      </a:lnTo>
                      <a:lnTo>
                        <a:pt x="26281" y="3830"/>
                      </a:lnTo>
                      <a:lnTo>
                        <a:pt x="26176" y="3746"/>
                      </a:lnTo>
                      <a:lnTo>
                        <a:pt x="26114" y="3767"/>
                      </a:lnTo>
                      <a:lnTo>
                        <a:pt x="26030" y="3746"/>
                      </a:lnTo>
                      <a:lnTo>
                        <a:pt x="26051" y="3725"/>
                      </a:lnTo>
                      <a:lnTo>
                        <a:pt x="26114" y="3683"/>
                      </a:lnTo>
                      <a:lnTo>
                        <a:pt x="26051" y="3641"/>
                      </a:lnTo>
                      <a:lnTo>
                        <a:pt x="25967" y="3641"/>
                      </a:lnTo>
                      <a:lnTo>
                        <a:pt x="25904" y="3620"/>
                      </a:lnTo>
                      <a:lnTo>
                        <a:pt x="25904" y="3558"/>
                      </a:lnTo>
                      <a:lnTo>
                        <a:pt x="25821" y="3474"/>
                      </a:lnTo>
                      <a:lnTo>
                        <a:pt x="25737" y="3411"/>
                      </a:lnTo>
                      <a:lnTo>
                        <a:pt x="25716" y="3411"/>
                      </a:lnTo>
                      <a:lnTo>
                        <a:pt x="25653" y="3369"/>
                      </a:lnTo>
                      <a:lnTo>
                        <a:pt x="25611" y="3369"/>
                      </a:lnTo>
                      <a:lnTo>
                        <a:pt x="25549" y="3432"/>
                      </a:lnTo>
                      <a:lnTo>
                        <a:pt x="25549" y="3369"/>
                      </a:lnTo>
                      <a:lnTo>
                        <a:pt x="25528" y="3328"/>
                      </a:lnTo>
                      <a:lnTo>
                        <a:pt x="25444" y="3265"/>
                      </a:lnTo>
                      <a:lnTo>
                        <a:pt x="25381" y="3369"/>
                      </a:lnTo>
                      <a:lnTo>
                        <a:pt x="25318" y="3328"/>
                      </a:lnTo>
                      <a:lnTo>
                        <a:pt x="25318" y="3244"/>
                      </a:lnTo>
                      <a:lnTo>
                        <a:pt x="25381" y="3223"/>
                      </a:lnTo>
                      <a:lnTo>
                        <a:pt x="25339" y="3160"/>
                      </a:lnTo>
                      <a:lnTo>
                        <a:pt x="25277" y="3139"/>
                      </a:lnTo>
                      <a:lnTo>
                        <a:pt x="25193" y="3160"/>
                      </a:lnTo>
                      <a:lnTo>
                        <a:pt x="25193" y="3160"/>
                      </a:lnTo>
                      <a:lnTo>
                        <a:pt x="25214" y="3118"/>
                      </a:lnTo>
                      <a:lnTo>
                        <a:pt x="25214" y="3056"/>
                      </a:lnTo>
                      <a:lnTo>
                        <a:pt x="25109" y="3014"/>
                      </a:lnTo>
                      <a:lnTo>
                        <a:pt x="25025" y="2909"/>
                      </a:lnTo>
                      <a:lnTo>
                        <a:pt x="25067" y="2888"/>
                      </a:lnTo>
                      <a:lnTo>
                        <a:pt x="25025" y="2825"/>
                      </a:lnTo>
                      <a:lnTo>
                        <a:pt x="24963" y="2804"/>
                      </a:lnTo>
                      <a:lnTo>
                        <a:pt x="24900" y="2846"/>
                      </a:lnTo>
                      <a:lnTo>
                        <a:pt x="24691" y="3056"/>
                      </a:lnTo>
                      <a:lnTo>
                        <a:pt x="24461" y="3202"/>
                      </a:lnTo>
                      <a:lnTo>
                        <a:pt x="24670" y="3035"/>
                      </a:lnTo>
                      <a:lnTo>
                        <a:pt x="24795" y="2846"/>
                      </a:lnTo>
                      <a:lnTo>
                        <a:pt x="24921" y="2721"/>
                      </a:lnTo>
                      <a:lnTo>
                        <a:pt x="24963" y="2595"/>
                      </a:lnTo>
                      <a:lnTo>
                        <a:pt x="24879" y="2532"/>
                      </a:lnTo>
                      <a:lnTo>
                        <a:pt x="24712" y="2428"/>
                      </a:lnTo>
                      <a:lnTo>
                        <a:pt x="24586" y="2428"/>
                      </a:lnTo>
                      <a:lnTo>
                        <a:pt x="24440" y="2491"/>
                      </a:lnTo>
                      <a:lnTo>
                        <a:pt x="24356" y="2491"/>
                      </a:lnTo>
                      <a:lnTo>
                        <a:pt x="24293" y="2512"/>
                      </a:lnTo>
                      <a:lnTo>
                        <a:pt x="24147" y="2532"/>
                      </a:lnTo>
                      <a:lnTo>
                        <a:pt x="23979" y="2721"/>
                      </a:lnTo>
                      <a:lnTo>
                        <a:pt x="23854" y="2825"/>
                      </a:lnTo>
                      <a:lnTo>
                        <a:pt x="23854" y="2825"/>
                      </a:lnTo>
                      <a:lnTo>
                        <a:pt x="23958" y="2700"/>
                      </a:lnTo>
                      <a:lnTo>
                        <a:pt x="23937" y="2532"/>
                      </a:lnTo>
                      <a:lnTo>
                        <a:pt x="23958" y="2407"/>
                      </a:lnTo>
                      <a:lnTo>
                        <a:pt x="23958" y="2302"/>
                      </a:lnTo>
                      <a:lnTo>
                        <a:pt x="23770" y="2198"/>
                      </a:lnTo>
                      <a:lnTo>
                        <a:pt x="23770" y="2156"/>
                      </a:lnTo>
                      <a:lnTo>
                        <a:pt x="23875" y="2093"/>
                      </a:lnTo>
                      <a:lnTo>
                        <a:pt x="23979" y="2093"/>
                      </a:lnTo>
                      <a:lnTo>
                        <a:pt x="23979" y="2051"/>
                      </a:lnTo>
                      <a:lnTo>
                        <a:pt x="23707" y="1884"/>
                      </a:lnTo>
                      <a:lnTo>
                        <a:pt x="23665" y="1800"/>
                      </a:lnTo>
                      <a:lnTo>
                        <a:pt x="23728" y="1737"/>
                      </a:lnTo>
                      <a:lnTo>
                        <a:pt x="23875" y="1654"/>
                      </a:lnTo>
                      <a:lnTo>
                        <a:pt x="23958" y="1570"/>
                      </a:lnTo>
                      <a:lnTo>
                        <a:pt x="23917" y="1486"/>
                      </a:lnTo>
                      <a:lnTo>
                        <a:pt x="23854" y="1361"/>
                      </a:lnTo>
                      <a:lnTo>
                        <a:pt x="23812" y="1361"/>
                      </a:lnTo>
                      <a:lnTo>
                        <a:pt x="23749" y="1382"/>
                      </a:lnTo>
                      <a:lnTo>
                        <a:pt x="23707" y="1319"/>
                      </a:lnTo>
                      <a:lnTo>
                        <a:pt x="23624" y="1256"/>
                      </a:lnTo>
                      <a:lnTo>
                        <a:pt x="23519" y="1256"/>
                      </a:lnTo>
                      <a:lnTo>
                        <a:pt x="23393" y="1214"/>
                      </a:lnTo>
                      <a:lnTo>
                        <a:pt x="23331" y="1172"/>
                      </a:lnTo>
                      <a:lnTo>
                        <a:pt x="23247" y="1214"/>
                      </a:lnTo>
                      <a:lnTo>
                        <a:pt x="23121" y="1214"/>
                      </a:lnTo>
                      <a:lnTo>
                        <a:pt x="23080" y="1319"/>
                      </a:lnTo>
                      <a:lnTo>
                        <a:pt x="23080" y="1361"/>
                      </a:lnTo>
                      <a:lnTo>
                        <a:pt x="22996" y="1256"/>
                      </a:lnTo>
                      <a:lnTo>
                        <a:pt x="23038" y="1151"/>
                      </a:lnTo>
                      <a:lnTo>
                        <a:pt x="23101" y="1131"/>
                      </a:lnTo>
                      <a:lnTo>
                        <a:pt x="23101" y="1026"/>
                      </a:lnTo>
                      <a:lnTo>
                        <a:pt x="23142" y="942"/>
                      </a:lnTo>
                      <a:lnTo>
                        <a:pt x="23205" y="921"/>
                      </a:lnTo>
                      <a:lnTo>
                        <a:pt x="23205" y="817"/>
                      </a:lnTo>
                      <a:lnTo>
                        <a:pt x="23226" y="712"/>
                      </a:lnTo>
                      <a:lnTo>
                        <a:pt x="23205" y="649"/>
                      </a:lnTo>
                      <a:lnTo>
                        <a:pt x="23184" y="649"/>
                      </a:lnTo>
                      <a:lnTo>
                        <a:pt x="23038" y="796"/>
                      </a:lnTo>
                      <a:lnTo>
                        <a:pt x="23017" y="900"/>
                      </a:lnTo>
                      <a:lnTo>
                        <a:pt x="22996" y="900"/>
                      </a:lnTo>
                      <a:lnTo>
                        <a:pt x="22912" y="838"/>
                      </a:lnTo>
                      <a:lnTo>
                        <a:pt x="22808" y="900"/>
                      </a:lnTo>
                      <a:lnTo>
                        <a:pt x="22787" y="942"/>
                      </a:lnTo>
                      <a:lnTo>
                        <a:pt x="22808" y="1047"/>
                      </a:lnTo>
                      <a:lnTo>
                        <a:pt x="22724" y="1131"/>
                      </a:lnTo>
                      <a:lnTo>
                        <a:pt x="22682" y="1131"/>
                      </a:lnTo>
                      <a:lnTo>
                        <a:pt x="22661" y="1068"/>
                      </a:lnTo>
                      <a:lnTo>
                        <a:pt x="22598" y="1214"/>
                      </a:lnTo>
                      <a:lnTo>
                        <a:pt x="22598" y="1319"/>
                      </a:lnTo>
                      <a:lnTo>
                        <a:pt x="22556" y="1172"/>
                      </a:lnTo>
                      <a:lnTo>
                        <a:pt x="22556" y="1047"/>
                      </a:lnTo>
                      <a:lnTo>
                        <a:pt x="22598" y="942"/>
                      </a:lnTo>
                      <a:lnTo>
                        <a:pt x="22556" y="921"/>
                      </a:lnTo>
                      <a:lnTo>
                        <a:pt x="22473" y="1005"/>
                      </a:lnTo>
                      <a:lnTo>
                        <a:pt x="22452" y="1068"/>
                      </a:lnTo>
                      <a:lnTo>
                        <a:pt x="22368" y="1110"/>
                      </a:lnTo>
                      <a:lnTo>
                        <a:pt x="22410" y="921"/>
                      </a:lnTo>
                      <a:lnTo>
                        <a:pt x="22368" y="817"/>
                      </a:lnTo>
                      <a:lnTo>
                        <a:pt x="22264" y="817"/>
                      </a:lnTo>
                      <a:lnTo>
                        <a:pt x="22284" y="733"/>
                      </a:lnTo>
                      <a:lnTo>
                        <a:pt x="22410" y="628"/>
                      </a:lnTo>
                      <a:lnTo>
                        <a:pt x="22515" y="607"/>
                      </a:lnTo>
                      <a:lnTo>
                        <a:pt x="22661" y="712"/>
                      </a:lnTo>
                      <a:lnTo>
                        <a:pt x="22808" y="628"/>
                      </a:lnTo>
                      <a:lnTo>
                        <a:pt x="22912" y="607"/>
                      </a:lnTo>
                      <a:lnTo>
                        <a:pt x="23017" y="503"/>
                      </a:lnTo>
                      <a:lnTo>
                        <a:pt x="23017" y="440"/>
                      </a:lnTo>
                      <a:lnTo>
                        <a:pt x="23038" y="398"/>
                      </a:lnTo>
                      <a:lnTo>
                        <a:pt x="23017" y="335"/>
                      </a:lnTo>
                      <a:lnTo>
                        <a:pt x="22891" y="294"/>
                      </a:lnTo>
                      <a:lnTo>
                        <a:pt x="22828" y="294"/>
                      </a:lnTo>
                      <a:lnTo>
                        <a:pt x="22828" y="189"/>
                      </a:lnTo>
                      <a:lnTo>
                        <a:pt x="22787" y="126"/>
                      </a:lnTo>
                      <a:lnTo>
                        <a:pt x="22766" y="105"/>
                      </a:lnTo>
                      <a:lnTo>
                        <a:pt x="22787" y="84"/>
                      </a:lnTo>
                      <a:lnTo>
                        <a:pt x="22828" y="63"/>
                      </a:lnTo>
                      <a:lnTo>
                        <a:pt x="22870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806" name="Google Shape;7691;p67">
                  <a:extLst>
                    <a:ext uri="{FF2B5EF4-FFF2-40B4-BE49-F238E27FC236}">
                      <a16:creationId xmlns:a16="http://schemas.microsoft.com/office/drawing/2014/main" id="{E11F1341-87B7-A778-27A5-FF4BA3BBF6DE}"/>
                    </a:ext>
                  </a:extLst>
                </p:cNvPr>
                <p:cNvSpPr/>
                <p:nvPr/>
              </p:nvSpPr>
              <p:spPr>
                <a:xfrm>
                  <a:off x="1979950" y="2384350"/>
                  <a:ext cx="816050" cy="481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642" h="19251" extrusionOk="0">
                      <a:moveTo>
                        <a:pt x="2846" y="1"/>
                      </a:moveTo>
                      <a:lnTo>
                        <a:pt x="2909" y="210"/>
                      </a:lnTo>
                      <a:lnTo>
                        <a:pt x="3035" y="273"/>
                      </a:lnTo>
                      <a:lnTo>
                        <a:pt x="2993" y="356"/>
                      </a:lnTo>
                      <a:lnTo>
                        <a:pt x="2909" y="440"/>
                      </a:lnTo>
                      <a:lnTo>
                        <a:pt x="2930" y="545"/>
                      </a:lnTo>
                      <a:lnTo>
                        <a:pt x="2993" y="586"/>
                      </a:lnTo>
                      <a:lnTo>
                        <a:pt x="2972" y="649"/>
                      </a:lnTo>
                      <a:lnTo>
                        <a:pt x="2909" y="733"/>
                      </a:lnTo>
                      <a:lnTo>
                        <a:pt x="2951" y="775"/>
                      </a:lnTo>
                      <a:lnTo>
                        <a:pt x="2951" y="858"/>
                      </a:lnTo>
                      <a:lnTo>
                        <a:pt x="2993" y="900"/>
                      </a:lnTo>
                      <a:lnTo>
                        <a:pt x="2909" y="1047"/>
                      </a:lnTo>
                      <a:lnTo>
                        <a:pt x="2825" y="1089"/>
                      </a:lnTo>
                      <a:lnTo>
                        <a:pt x="2763" y="1256"/>
                      </a:lnTo>
                      <a:lnTo>
                        <a:pt x="2721" y="1298"/>
                      </a:lnTo>
                      <a:lnTo>
                        <a:pt x="2721" y="1423"/>
                      </a:lnTo>
                      <a:lnTo>
                        <a:pt x="2637" y="1486"/>
                      </a:lnTo>
                      <a:lnTo>
                        <a:pt x="2616" y="1591"/>
                      </a:lnTo>
                      <a:lnTo>
                        <a:pt x="2470" y="1674"/>
                      </a:lnTo>
                      <a:lnTo>
                        <a:pt x="2386" y="1633"/>
                      </a:lnTo>
                      <a:lnTo>
                        <a:pt x="2344" y="1570"/>
                      </a:lnTo>
                      <a:lnTo>
                        <a:pt x="2428" y="1465"/>
                      </a:lnTo>
                      <a:lnTo>
                        <a:pt x="2449" y="1507"/>
                      </a:lnTo>
                      <a:lnTo>
                        <a:pt x="2532" y="1465"/>
                      </a:lnTo>
                      <a:lnTo>
                        <a:pt x="2553" y="1528"/>
                      </a:lnTo>
                      <a:lnTo>
                        <a:pt x="2595" y="1486"/>
                      </a:lnTo>
                      <a:lnTo>
                        <a:pt x="2595" y="1361"/>
                      </a:lnTo>
                      <a:lnTo>
                        <a:pt x="2658" y="1214"/>
                      </a:lnTo>
                      <a:lnTo>
                        <a:pt x="2742" y="1151"/>
                      </a:lnTo>
                      <a:lnTo>
                        <a:pt x="2742" y="1047"/>
                      </a:lnTo>
                      <a:lnTo>
                        <a:pt x="2700" y="1068"/>
                      </a:lnTo>
                      <a:lnTo>
                        <a:pt x="2553" y="1172"/>
                      </a:lnTo>
                      <a:lnTo>
                        <a:pt x="2512" y="1214"/>
                      </a:lnTo>
                      <a:lnTo>
                        <a:pt x="2428" y="1214"/>
                      </a:lnTo>
                      <a:lnTo>
                        <a:pt x="2428" y="1172"/>
                      </a:lnTo>
                      <a:lnTo>
                        <a:pt x="2532" y="1068"/>
                      </a:lnTo>
                      <a:lnTo>
                        <a:pt x="2658" y="1005"/>
                      </a:lnTo>
                      <a:lnTo>
                        <a:pt x="2700" y="963"/>
                      </a:lnTo>
                      <a:lnTo>
                        <a:pt x="2658" y="879"/>
                      </a:lnTo>
                      <a:lnTo>
                        <a:pt x="2616" y="879"/>
                      </a:lnTo>
                      <a:lnTo>
                        <a:pt x="2532" y="900"/>
                      </a:lnTo>
                      <a:lnTo>
                        <a:pt x="2470" y="796"/>
                      </a:lnTo>
                      <a:lnTo>
                        <a:pt x="2407" y="754"/>
                      </a:lnTo>
                      <a:lnTo>
                        <a:pt x="2135" y="754"/>
                      </a:lnTo>
                      <a:lnTo>
                        <a:pt x="2009" y="649"/>
                      </a:lnTo>
                      <a:lnTo>
                        <a:pt x="1716" y="419"/>
                      </a:lnTo>
                      <a:lnTo>
                        <a:pt x="1696" y="440"/>
                      </a:lnTo>
                      <a:lnTo>
                        <a:pt x="1675" y="545"/>
                      </a:lnTo>
                      <a:lnTo>
                        <a:pt x="1591" y="754"/>
                      </a:lnTo>
                      <a:lnTo>
                        <a:pt x="1591" y="858"/>
                      </a:lnTo>
                      <a:lnTo>
                        <a:pt x="1654" y="1068"/>
                      </a:lnTo>
                      <a:lnTo>
                        <a:pt x="1591" y="1382"/>
                      </a:lnTo>
                      <a:lnTo>
                        <a:pt x="1612" y="1507"/>
                      </a:lnTo>
                      <a:lnTo>
                        <a:pt x="1591" y="1674"/>
                      </a:lnTo>
                      <a:lnTo>
                        <a:pt x="1612" y="1737"/>
                      </a:lnTo>
                      <a:lnTo>
                        <a:pt x="1675" y="1737"/>
                      </a:lnTo>
                      <a:lnTo>
                        <a:pt x="1696" y="1800"/>
                      </a:lnTo>
                      <a:lnTo>
                        <a:pt x="1654" y="1884"/>
                      </a:lnTo>
                      <a:lnTo>
                        <a:pt x="1591" y="1884"/>
                      </a:lnTo>
                      <a:lnTo>
                        <a:pt x="1570" y="1946"/>
                      </a:lnTo>
                      <a:lnTo>
                        <a:pt x="1591" y="2009"/>
                      </a:lnTo>
                      <a:lnTo>
                        <a:pt x="1696" y="2030"/>
                      </a:lnTo>
                      <a:lnTo>
                        <a:pt x="1654" y="2135"/>
                      </a:lnTo>
                      <a:lnTo>
                        <a:pt x="1654" y="2239"/>
                      </a:lnTo>
                      <a:lnTo>
                        <a:pt x="1591" y="2323"/>
                      </a:lnTo>
                      <a:lnTo>
                        <a:pt x="1549" y="2302"/>
                      </a:lnTo>
                      <a:lnTo>
                        <a:pt x="1507" y="2344"/>
                      </a:lnTo>
                      <a:lnTo>
                        <a:pt x="1507" y="2428"/>
                      </a:lnTo>
                      <a:lnTo>
                        <a:pt x="1675" y="2449"/>
                      </a:lnTo>
                      <a:lnTo>
                        <a:pt x="1821" y="2470"/>
                      </a:lnTo>
                      <a:lnTo>
                        <a:pt x="1926" y="2553"/>
                      </a:lnTo>
                      <a:lnTo>
                        <a:pt x="2072" y="2553"/>
                      </a:lnTo>
                      <a:lnTo>
                        <a:pt x="2114" y="2637"/>
                      </a:lnTo>
                      <a:lnTo>
                        <a:pt x="2135" y="2783"/>
                      </a:lnTo>
                      <a:lnTo>
                        <a:pt x="2093" y="2658"/>
                      </a:lnTo>
                      <a:lnTo>
                        <a:pt x="1988" y="2574"/>
                      </a:lnTo>
                      <a:lnTo>
                        <a:pt x="1905" y="2616"/>
                      </a:lnTo>
                      <a:lnTo>
                        <a:pt x="1821" y="2553"/>
                      </a:lnTo>
                      <a:lnTo>
                        <a:pt x="1612" y="2532"/>
                      </a:lnTo>
                      <a:lnTo>
                        <a:pt x="1570" y="2470"/>
                      </a:lnTo>
                      <a:lnTo>
                        <a:pt x="1507" y="2511"/>
                      </a:lnTo>
                      <a:lnTo>
                        <a:pt x="1507" y="2616"/>
                      </a:lnTo>
                      <a:lnTo>
                        <a:pt x="1403" y="2763"/>
                      </a:lnTo>
                      <a:lnTo>
                        <a:pt x="1403" y="2846"/>
                      </a:lnTo>
                      <a:lnTo>
                        <a:pt x="1403" y="2930"/>
                      </a:lnTo>
                      <a:lnTo>
                        <a:pt x="1340" y="3076"/>
                      </a:lnTo>
                      <a:lnTo>
                        <a:pt x="1277" y="3202"/>
                      </a:lnTo>
                      <a:lnTo>
                        <a:pt x="1131" y="3558"/>
                      </a:lnTo>
                      <a:lnTo>
                        <a:pt x="1089" y="3809"/>
                      </a:lnTo>
                      <a:lnTo>
                        <a:pt x="942" y="4102"/>
                      </a:lnTo>
                      <a:lnTo>
                        <a:pt x="921" y="4415"/>
                      </a:lnTo>
                      <a:lnTo>
                        <a:pt x="838" y="4541"/>
                      </a:lnTo>
                      <a:lnTo>
                        <a:pt x="733" y="4667"/>
                      </a:lnTo>
                      <a:lnTo>
                        <a:pt x="649" y="4855"/>
                      </a:lnTo>
                      <a:lnTo>
                        <a:pt x="608" y="4939"/>
                      </a:lnTo>
                      <a:lnTo>
                        <a:pt x="566" y="5043"/>
                      </a:lnTo>
                      <a:lnTo>
                        <a:pt x="419" y="5231"/>
                      </a:lnTo>
                      <a:lnTo>
                        <a:pt x="356" y="5336"/>
                      </a:lnTo>
                      <a:lnTo>
                        <a:pt x="398" y="5566"/>
                      </a:lnTo>
                      <a:lnTo>
                        <a:pt x="336" y="5776"/>
                      </a:lnTo>
                      <a:lnTo>
                        <a:pt x="336" y="5922"/>
                      </a:lnTo>
                      <a:lnTo>
                        <a:pt x="419" y="6027"/>
                      </a:lnTo>
                      <a:lnTo>
                        <a:pt x="356" y="6110"/>
                      </a:lnTo>
                      <a:lnTo>
                        <a:pt x="336" y="6194"/>
                      </a:lnTo>
                      <a:lnTo>
                        <a:pt x="398" y="6340"/>
                      </a:lnTo>
                      <a:lnTo>
                        <a:pt x="356" y="6592"/>
                      </a:lnTo>
                      <a:lnTo>
                        <a:pt x="315" y="6717"/>
                      </a:lnTo>
                      <a:lnTo>
                        <a:pt x="231" y="6759"/>
                      </a:lnTo>
                      <a:lnTo>
                        <a:pt x="252" y="6843"/>
                      </a:lnTo>
                      <a:lnTo>
                        <a:pt x="294" y="6864"/>
                      </a:lnTo>
                      <a:lnTo>
                        <a:pt x="231" y="7031"/>
                      </a:lnTo>
                      <a:lnTo>
                        <a:pt x="84" y="7136"/>
                      </a:lnTo>
                      <a:lnTo>
                        <a:pt x="1" y="7261"/>
                      </a:lnTo>
                      <a:lnTo>
                        <a:pt x="1" y="7387"/>
                      </a:lnTo>
                      <a:lnTo>
                        <a:pt x="105" y="7554"/>
                      </a:lnTo>
                      <a:lnTo>
                        <a:pt x="210" y="7763"/>
                      </a:lnTo>
                      <a:lnTo>
                        <a:pt x="210" y="7993"/>
                      </a:lnTo>
                      <a:lnTo>
                        <a:pt x="189" y="8119"/>
                      </a:lnTo>
                      <a:lnTo>
                        <a:pt x="126" y="8203"/>
                      </a:lnTo>
                      <a:lnTo>
                        <a:pt x="126" y="8286"/>
                      </a:lnTo>
                      <a:lnTo>
                        <a:pt x="147" y="8370"/>
                      </a:lnTo>
                      <a:lnTo>
                        <a:pt x="189" y="8496"/>
                      </a:lnTo>
                      <a:lnTo>
                        <a:pt x="126" y="8579"/>
                      </a:lnTo>
                      <a:lnTo>
                        <a:pt x="105" y="8642"/>
                      </a:lnTo>
                      <a:lnTo>
                        <a:pt x="126" y="8726"/>
                      </a:lnTo>
                      <a:lnTo>
                        <a:pt x="356" y="9102"/>
                      </a:lnTo>
                      <a:lnTo>
                        <a:pt x="398" y="9207"/>
                      </a:lnTo>
                      <a:lnTo>
                        <a:pt x="356" y="9270"/>
                      </a:lnTo>
                      <a:lnTo>
                        <a:pt x="398" y="9353"/>
                      </a:lnTo>
                      <a:lnTo>
                        <a:pt x="524" y="9479"/>
                      </a:lnTo>
                      <a:lnTo>
                        <a:pt x="545" y="9542"/>
                      </a:lnTo>
                      <a:lnTo>
                        <a:pt x="628" y="9542"/>
                      </a:lnTo>
                      <a:lnTo>
                        <a:pt x="628" y="9437"/>
                      </a:lnTo>
                      <a:lnTo>
                        <a:pt x="628" y="9312"/>
                      </a:lnTo>
                      <a:lnTo>
                        <a:pt x="712" y="9333"/>
                      </a:lnTo>
                      <a:lnTo>
                        <a:pt x="733" y="9312"/>
                      </a:lnTo>
                      <a:lnTo>
                        <a:pt x="733" y="9353"/>
                      </a:lnTo>
                      <a:lnTo>
                        <a:pt x="838" y="9353"/>
                      </a:lnTo>
                      <a:lnTo>
                        <a:pt x="859" y="9416"/>
                      </a:lnTo>
                      <a:lnTo>
                        <a:pt x="984" y="9437"/>
                      </a:lnTo>
                      <a:lnTo>
                        <a:pt x="880" y="9437"/>
                      </a:lnTo>
                      <a:lnTo>
                        <a:pt x="817" y="9479"/>
                      </a:lnTo>
                      <a:lnTo>
                        <a:pt x="754" y="9437"/>
                      </a:lnTo>
                      <a:lnTo>
                        <a:pt x="712" y="9437"/>
                      </a:lnTo>
                      <a:lnTo>
                        <a:pt x="712" y="9521"/>
                      </a:lnTo>
                      <a:lnTo>
                        <a:pt x="754" y="9542"/>
                      </a:lnTo>
                      <a:lnTo>
                        <a:pt x="754" y="9688"/>
                      </a:lnTo>
                      <a:lnTo>
                        <a:pt x="817" y="9793"/>
                      </a:lnTo>
                      <a:lnTo>
                        <a:pt x="838" y="9835"/>
                      </a:lnTo>
                      <a:lnTo>
                        <a:pt x="733" y="9793"/>
                      </a:lnTo>
                      <a:lnTo>
                        <a:pt x="670" y="9688"/>
                      </a:lnTo>
                      <a:lnTo>
                        <a:pt x="649" y="9646"/>
                      </a:lnTo>
                      <a:lnTo>
                        <a:pt x="608" y="9688"/>
                      </a:lnTo>
                      <a:lnTo>
                        <a:pt x="608" y="9772"/>
                      </a:lnTo>
                      <a:lnTo>
                        <a:pt x="545" y="9835"/>
                      </a:lnTo>
                      <a:lnTo>
                        <a:pt x="566" y="9877"/>
                      </a:lnTo>
                      <a:lnTo>
                        <a:pt x="545" y="9981"/>
                      </a:lnTo>
                      <a:lnTo>
                        <a:pt x="545" y="10086"/>
                      </a:lnTo>
                      <a:lnTo>
                        <a:pt x="608" y="10107"/>
                      </a:lnTo>
                      <a:lnTo>
                        <a:pt x="628" y="10211"/>
                      </a:lnTo>
                      <a:lnTo>
                        <a:pt x="733" y="10274"/>
                      </a:lnTo>
                      <a:lnTo>
                        <a:pt x="775" y="10358"/>
                      </a:lnTo>
                      <a:lnTo>
                        <a:pt x="775" y="10421"/>
                      </a:lnTo>
                      <a:lnTo>
                        <a:pt x="712" y="10504"/>
                      </a:lnTo>
                      <a:lnTo>
                        <a:pt x="649" y="10504"/>
                      </a:lnTo>
                      <a:lnTo>
                        <a:pt x="649" y="10567"/>
                      </a:lnTo>
                      <a:lnTo>
                        <a:pt x="670" y="10672"/>
                      </a:lnTo>
                      <a:lnTo>
                        <a:pt x="670" y="10797"/>
                      </a:lnTo>
                      <a:lnTo>
                        <a:pt x="712" y="10839"/>
                      </a:lnTo>
                      <a:lnTo>
                        <a:pt x="775" y="10923"/>
                      </a:lnTo>
                      <a:lnTo>
                        <a:pt x="817" y="11111"/>
                      </a:lnTo>
                      <a:lnTo>
                        <a:pt x="942" y="11362"/>
                      </a:lnTo>
                      <a:lnTo>
                        <a:pt x="1026" y="11509"/>
                      </a:lnTo>
                      <a:lnTo>
                        <a:pt x="1068" y="11530"/>
                      </a:lnTo>
                      <a:lnTo>
                        <a:pt x="1047" y="11571"/>
                      </a:lnTo>
                      <a:lnTo>
                        <a:pt x="1047" y="11613"/>
                      </a:lnTo>
                      <a:lnTo>
                        <a:pt x="1152" y="11718"/>
                      </a:lnTo>
                      <a:lnTo>
                        <a:pt x="1172" y="11843"/>
                      </a:lnTo>
                      <a:lnTo>
                        <a:pt x="1152" y="11990"/>
                      </a:lnTo>
                      <a:lnTo>
                        <a:pt x="1131" y="12094"/>
                      </a:lnTo>
                      <a:lnTo>
                        <a:pt x="1089" y="12136"/>
                      </a:lnTo>
                      <a:lnTo>
                        <a:pt x="1131" y="12199"/>
                      </a:lnTo>
                      <a:lnTo>
                        <a:pt x="1172" y="12262"/>
                      </a:lnTo>
                      <a:lnTo>
                        <a:pt x="1382" y="12262"/>
                      </a:lnTo>
                      <a:lnTo>
                        <a:pt x="1486" y="12283"/>
                      </a:lnTo>
                      <a:lnTo>
                        <a:pt x="1591" y="12346"/>
                      </a:lnTo>
                      <a:lnTo>
                        <a:pt x="1675" y="12366"/>
                      </a:lnTo>
                      <a:lnTo>
                        <a:pt x="1821" y="12366"/>
                      </a:lnTo>
                      <a:lnTo>
                        <a:pt x="1884" y="12450"/>
                      </a:lnTo>
                      <a:lnTo>
                        <a:pt x="1884" y="12555"/>
                      </a:lnTo>
                      <a:lnTo>
                        <a:pt x="2030" y="12618"/>
                      </a:lnTo>
                      <a:lnTo>
                        <a:pt x="2135" y="12618"/>
                      </a:lnTo>
                      <a:lnTo>
                        <a:pt x="2281" y="12680"/>
                      </a:lnTo>
                      <a:lnTo>
                        <a:pt x="2302" y="12722"/>
                      </a:lnTo>
                      <a:lnTo>
                        <a:pt x="2302" y="12827"/>
                      </a:lnTo>
                      <a:lnTo>
                        <a:pt x="2344" y="12869"/>
                      </a:lnTo>
                      <a:lnTo>
                        <a:pt x="2407" y="12827"/>
                      </a:lnTo>
                      <a:lnTo>
                        <a:pt x="2470" y="12827"/>
                      </a:lnTo>
                      <a:lnTo>
                        <a:pt x="2616" y="12973"/>
                      </a:lnTo>
                      <a:lnTo>
                        <a:pt x="2805" y="13245"/>
                      </a:lnTo>
                      <a:lnTo>
                        <a:pt x="2825" y="13434"/>
                      </a:lnTo>
                      <a:lnTo>
                        <a:pt x="2805" y="13559"/>
                      </a:lnTo>
                      <a:lnTo>
                        <a:pt x="2805" y="13664"/>
                      </a:lnTo>
                      <a:lnTo>
                        <a:pt x="4185" y="13643"/>
                      </a:lnTo>
                      <a:lnTo>
                        <a:pt x="4206" y="13706"/>
                      </a:lnTo>
                      <a:lnTo>
                        <a:pt x="4206" y="13747"/>
                      </a:lnTo>
                      <a:lnTo>
                        <a:pt x="6131" y="14647"/>
                      </a:lnTo>
                      <a:lnTo>
                        <a:pt x="7784" y="14689"/>
                      </a:lnTo>
                      <a:lnTo>
                        <a:pt x="7826" y="14480"/>
                      </a:lnTo>
                      <a:lnTo>
                        <a:pt x="8747" y="14501"/>
                      </a:lnTo>
                      <a:lnTo>
                        <a:pt x="8872" y="14584"/>
                      </a:lnTo>
                      <a:lnTo>
                        <a:pt x="8935" y="14710"/>
                      </a:lnTo>
                      <a:lnTo>
                        <a:pt x="8998" y="14773"/>
                      </a:lnTo>
                      <a:lnTo>
                        <a:pt x="9019" y="14815"/>
                      </a:lnTo>
                      <a:lnTo>
                        <a:pt x="9082" y="14815"/>
                      </a:lnTo>
                      <a:lnTo>
                        <a:pt x="9123" y="14898"/>
                      </a:lnTo>
                      <a:lnTo>
                        <a:pt x="9103" y="14961"/>
                      </a:lnTo>
                      <a:lnTo>
                        <a:pt x="9207" y="14982"/>
                      </a:lnTo>
                      <a:lnTo>
                        <a:pt x="9270" y="15066"/>
                      </a:lnTo>
                      <a:lnTo>
                        <a:pt x="9270" y="15107"/>
                      </a:lnTo>
                      <a:lnTo>
                        <a:pt x="9228" y="15170"/>
                      </a:lnTo>
                      <a:lnTo>
                        <a:pt x="9312" y="15191"/>
                      </a:lnTo>
                      <a:lnTo>
                        <a:pt x="9395" y="15233"/>
                      </a:lnTo>
                      <a:lnTo>
                        <a:pt x="9437" y="15317"/>
                      </a:lnTo>
                      <a:lnTo>
                        <a:pt x="9458" y="15442"/>
                      </a:lnTo>
                      <a:lnTo>
                        <a:pt x="9500" y="15484"/>
                      </a:lnTo>
                      <a:lnTo>
                        <a:pt x="9521" y="15505"/>
                      </a:lnTo>
                      <a:lnTo>
                        <a:pt x="9542" y="15526"/>
                      </a:lnTo>
                      <a:lnTo>
                        <a:pt x="9626" y="15610"/>
                      </a:lnTo>
                      <a:lnTo>
                        <a:pt x="9626" y="15693"/>
                      </a:lnTo>
                      <a:lnTo>
                        <a:pt x="9605" y="15714"/>
                      </a:lnTo>
                      <a:lnTo>
                        <a:pt x="9521" y="15735"/>
                      </a:lnTo>
                      <a:lnTo>
                        <a:pt x="9521" y="15756"/>
                      </a:lnTo>
                      <a:lnTo>
                        <a:pt x="9626" y="15903"/>
                      </a:lnTo>
                      <a:lnTo>
                        <a:pt x="9709" y="15965"/>
                      </a:lnTo>
                      <a:lnTo>
                        <a:pt x="9730" y="16070"/>
                      </a:lnTo>
                      <a:lnTo>
                        <a:pt x="9730" y="16112"/>
                      </a:lnTo>
                      <a:lnTo>
                        <a:pt x="9751" y="16112"/>
                      </a:lnTo>
                      <a:lnTo>
                        <a:pt x="9793" y="16133"/>
                      </a:lnTo>
                      <a:lnTo>
                        <a:pt x="9835" y="16133"/>
                      </a:lnTo>
                      <a:lnTo>
                        <a:pt x="9877" y="16154"/>
                      </a:lnTo>
                      <a:lnTo>
                        <a:pt x="9919" y="16216"/>
                      </a:lnTo>
                      <a:lnTo>
                        <a:pt x="9919" y="16237"/>
                      </a:lnTo>
                      <a:lnTo>
                        <a:pt x="9960" y="16279"/>
                      </a:lnTo>
                      <a:lnTo>
                        <a:pt x="10023" y="16279"/>
                      </a:lnTo>
                      <a:lnTo>
                        <a:pt x="10149" y="16342"/>
                      </a:lnTo>
                      <a:lnTo>
                        <a:pt x="10170" y="16384"/>
                      </a:lnTo>
                      <a:lnTo>
                        <a:pt x="10253" y="16426"/>
                      </a:lnTo>
                      <a:lnTo>
                        <a:pt x="10379" y="16467"/>
                      </a:lnTo>
                      <a:lnTo>
                        <a:pt x="10400" y="16530"/>
                      </a:lnTo>
                      <a:lnTo>
                        <a:pt x="10463" y="16530"/>
                      </a:lnTo>
                      <a:lnTo>
                        <a:pt x="10504" y="16488"/>
                      </a:lnTo>
                      <a:lnTo>
                        <a:pt x="10504" y="16467"/>
                      </a:lnTo>
                      <a:lnTo>
                        <a:pt x="10609" y="16384"/>
                      </a:lnTo>
                      <a:lnTo>
                        <a:pt x="10672" y="16384"/>
                      </a:lnTo>
                      <a:lnTo>
                        <a:pt x="10672" y="16342"/>
                      </a:lnTo>
                      <a:lnTo>
                        <a:pt x="10672" y="16321"/>
                      </a:lnTo>
                      <a:lnTo>
                        <a:pt x="10714" y="16237"/>
                      </a:lnTo>
                      <a:lnTo>
                        <a:pt x="10797" y="16070"/>
                      </a:lnTo>
                      <a:lnTo>
                        <a:pt x="10839" y="16028"/>
                      </a:lnTo>
                      <a:lnTo>
                        <a:pt x="10923" y="16007"/>
                      </a:lnTo>
                      <a:lnTo>
                        <a:pt x="10965" y="16007"/>
                      </a:lnTo>
                      <a:lnTo>
                        <a:pt x="10986" y="16028"/>
                      </a:lnTo>
                      <a:lnTo>
                        <a:pt x="11027" y="16028"/>
                      </a:lnTo>
                      <a:lnTo>
                        <a:pt x="11069" y="15944"/>
                      </a:lnTo>
                      <a:lnTo>
                        <a:pt x="11174" y="15944"/>
                      </a:lnTo>
                      <a:lnTo>
                        <a:pt x="11279" y="15965"/>
                      </a:lnTo>
                      <a:lnTo>
                        <a:pt x="11383" y="15944"/>
                      </a:lnTo>
                      <a:lnTo>
                        <a:pt x="11404" y="15965"/>
                      </a:lnTo>
                      <a:lnTo>
                        <a:pt x="11425" y="16007"/>
                      </a:lnTo>
                      <a:lnTo>
                        <a:pt x="11509" y="16007"/>
                      </a:lnTo>
                      <a:lnTo>
                        <a:pt x="11592" y="16028"/>
                      </a:lnTo>
                      <a:lnTo>
                        <a:pt x="11634" y="16133"/>
                      </a:lnTo>
                      <a:lnTo>
                        <a:pt x="11739" y="16216"/>
                      </a:lnTo>
                      <a:lnTo>
                        <a:pt x="11844" y="16363"/>
                      </a:lnTo>
                      <a:lnTo>
                        <a:pt x="11864" y="16467"/>
                      </a:lnTo>
                      <a:lnTo>
                        <a:pt x="11927" y="16530"/>
                      </a:lnTo>
                      <a:lnTo>
                        <a:pt x="11927" y="16593"/>
                      </a:lnTo>
                      <a:lnTo>
                        <a:pt x="11927" y="16760"/>
                      </a:lnTo>
                      <a:lnTo>
                        <a:pt x="12011" y="16781"/>
                      </a:lnTo>
                      <a:lnTo>
                        <a:pt x="12032" y="16865"/>
                      </a:lnTo>
                      <a:lnTo>
                        <a:pt x="12116" y="17074"/>
                      </a:lnTo>
                      <a:lnTo>
                        <a:pt x="12157" y="17095"/>
                      </a:lnTo>
                      <a:lnTo>
                        <a:pt x="12178" y="17179"/>
                      </a:lnTo>
                      <a:lnTo>
                        <a:pt x="12262" y="17221"/>
                      </a:lnTo>
                      <a:lnTo>
                        <a:pt x="12283" y="17325"/>
                      </a:lnTo>
                      <a:lnTo>
                        <a:pt x="12346" y="17430"/>
                      </a:lnTo>
                      <a:lnTo>
                        <a:pt x="12450" y="17514"/>
                      </a:lnTo>
                      <a:lnTo>
                        <a:pt x="12429" y="17618"/>
                      </a:lnTo>
                      <a:lnTo>
                        <a:pt x="12429" y="17723"/>
                      </a:lnTo>
                      <a:lnTo>
                        <a:pt x="12429" y="17786"/>
                      </a:lnTo>
                      <a:lnTo>
                        <a:pt x="12429" y="17807"/>
                      </a:lnTo>
                      <a:lnTo>
                        <a:pt x="12555" y="18141"/>
                      </a:lnTo>
                      <a:lnTo>
                        <a:pt x="12534" y="18309"/>
                      </a:lnTo>
                      <a:lnTo>
                        <a:pt x="12576" y="18351"/>
                      </a:lnTo>
                      <a:lnTo>
                        <a:pt x="12597" y="18351"/>
                      </a:lnTo>
                      <a:lnTo>
                        <a:pt x="12660" y="18372"/>
                      </a:lnTo>
                      <a:lnTo>
                        <a:pt x="12743" y="18372"/>
                      </a:lnTo>
                      <a:lnTo>
                        <a:pt x="12806" y="18413"/>
                      </a:lnTo>
                      <a:lnTo>
                        <a:pt x="12911" y="18518"/>
                      </a:lnTo>
                      <a:lnTo>
                        <a:pt x="13099" y="18560"/>
                      </a:lnTo>
                      <a:lnTo>
                        <a:pt x="13204" y="18644"/>
                      </a:lnTo>
                      <a:lnTo>
                        <a:pt x="13308" y="18644"/>
                      </a:lnTo>
                      <a:lnTo>
                        <a:pt x="13329" y="18727"/>
                      </a:lnTo>
                      <a:lnTo>
                        <a:pt x="13392" y="18748"/>
                      </a:lnTo>
                      <a:lnTo>
                        <a:pt x="13476" y="18581"/>
                      </a:lnTo>
                      <a:lnTo>
                        <a:pt x="13496" y="18455"/>
                      </a:lnTo>
                      <a:lnTo>
                        <a:pt x="13476" y="18372"/>
                      </a:lnTo>
                      <a:lnTo>
                        <a:pt x="13476" y="18120"/>
                      </a:lnTo>
                      <a:lnTo>
                        <a:pt x="13413" y="18037"/>
                      </a:lnTo>
                      <a:lnTo>
                        <a:pt x="13496" y="17911"/>
                      </a:lnTo>
                      <a:lnTo>
                        <a:pt x="13538" y="17723"/>
                      </a:lnTo>
                      <a:lnTo>
                        <a:pt x="13622" y="17618"/>
                      </a:lnTo>
                      <a:lnTo>
                        <a:pt x="13580" y="17409"/>
                      </a:lnTo>
                      <a:lnTo>
                        <a:pt x="13685" y="17367"/>
                      </a:lnTo>
                      <a:lnTo>
                        <a:pt x="13789" y="17284"/>
                      </a:lnTo>
                      <a:lnTo>
                        <a:pt x="13727" y="17200"/>
                      </a:lnTo>
                      <a:lnTo>
                        <a:pt x="13831" y="17074"/>
                      </a:lnTo>
                      <a:lnTo>
                        <a:pt x="13894" y="17095"/>
                      </a:lnTo>
                      <a:lnTo>
                        <a:pt x="13999" y="17053"/>
                      </a:lnTo>
                      <a:lnTo>
                        <a:pt x="13957" y="16907"/>
                      </a:lnTo>
                      <a:lnTo>
                        <a:pt x="13957" y="16907"/>
                      </a:lnTo>
                      <a:lnTo>
                        <a:pt x="14040" y="16970"/>
                      </a:lnTo>
                      <a:lnTo>
                        <a:pt x="14145" y="16907"/>
                      </a:lnTo>
                      <a:lnTo>
                        <a:pt x="14103" y="16865"/>
                      </a:lnTo>
                      <a:lnTo>
                        <a:pt x="14208" y="16781"/>
                      </a:lnTo>
                      <a:lnTo>
                        <a:pt x="14250" y="16802"/>
                      </a:lnTo>
                      <a:lnTo>
                        <a:pt x="14312" y="16781"/>
                      </a:lnTo>
                      <a:lnTo>
                        <a:pt x="14375" y="16865"/>
                      </a:lnTo>
                      <a:lnTo>
                        <a:pt x="14271" y="16949"/>
                      </a:lnTo>
                      <a:lnTo>
                        <a:pt x="14354" y="16949"/>
                      </a:lnTo>
                      <a:lnTo>
                        <a:pt x="14459" y="16844"/>
                      </a:lnTo>
                      <a:lnTo>
                        <a:pt x="14543" y="16844"/>
                      </a:lnTo>
                      <a:lnTo>
                        <a:pt x="14794" y="16739"/>
                      </a:lnTo>
                      <a:lnTo>
                        <a:pt x="14982" y="16551"/>
                      </a:lnTo>
                      <a:lnTo>
                        <a:pt x="15066" y="16551"/>
                      </a:lnTo>
                      <a:lnTo>
                        <a:pt x="15108" y="16488"/>
                      </a:lnTo>
                      <a:lnTo>
                        <a:pt x="15087" y="16384"/>
                      </a:lnTo>
                      <a:lnTo>
                        <a:pt x="15108" y="16258"/>
                      </a:lnTo>
                      <a:lnTo>
                        <a:pt x="15045" y="16112"/>
                      </a:lnTo>
                      <a:lnTo>
                        <a:pt x="15087" y="16175"/>
                      </a:lnTo>
                      <a:lnTo>
                        <a:pt x="15170" y="16175"/>
                      </a:lnTo>
                      <a:lnTo>
                        <a:pt x="15275" y="16070"/>
                      </a:lnTo>
                      <a:lnTo>
                        <a:pt x="15275" y="16028"/>
                      </a:lnTo>
                      <a:lnTo>
                        <a:pt x="15317" y="16133"/>
                      </a:lnTo>
                      <a:lnTo>
                        <a:pt x="15254" y="16237"/>
                      </a:lnTo>
                      <a:lnTo>
                        <a:pt x="15275" y="16321"/>
                      </a:lnTo>
                      <a:lnTo>
                        <a:pt x="15275" y="16426"/>
                      </a:lnTo>
                      <a:lnTo>
                        <a:pt x="15401" y="16384"/>
                      </a:lnTo>
                      <a:lnTo>
                        <a:pt x="15484" y="16258"/>
                      </a:lnTo>
                      <a:lnTo>
                        <a:pt x="15568" y="16258"/>
                      </a:lnTo>
                      <a:lnTo>
                        <a:pt x="15631" y="16216"/>
                      </a:lnTo>
                      <a:lnTo>
                        <a:pt x="15840" y="16154"/>
                      </a:lnTo>
                      <a:lnTo>
                        <a:pt x="16007" y="16154"/>
                      </a:lnTo>
                      <a:lnTo>
                        <a:pt x="16258" y="16237"/>
                      </a:lnTo>
                      <a:lnTo>
                        <a:pt x="16321" y="16279"/>
                      </a:lnTo>
                      <a:lnTo>
                        <a:pt x="16635" y="16321"/>
                      </a:lnTo>
                      <a:lnTo>
                        <a:pt x="16740" y="16279"/>
                      </a:lnTo>
                      <a:lnTo>
                        <a:pt x="16740" y="16237"/>
                      </a:lnTo>
                      <a:lnTo>
                        <a:pt x="16740" y="16154"/>
                      </a:lnTo>
                      <a:lnTo>
                        <a:pt x="16844" y="16133"/>
                      </a:lnTo>
                      <a:lnTo>
                        <a:pt x="16928" y="16154"/>
                      </a:lnTo>
                      <a:lnTo>
                        <a:pt x="16865" y="16216"/>
                      </a:lnTo>
                      <a:lnTo>
                        <a:pt x="16928" y="16237"/>
                      </a:lnTo>
                      <a:lnTo>
                        <a:pt x="16991" y="16216"/>
                      </a:lnTo>
                      <a:lnTo>
                        <a:pt x="17053" y="16258"/>
                      </a:lnTo>
                      <a:lnTo>
                        <a:pt x="17053" y="16342"/>
                      </a:lnTo>
                      <a:lnTo>
                        <a:pt x="17074" y="16384"/>
                      </a:lnTo>
                      <a:lnTo>
                        <a:pt x="17200" y="16363"/>
                      </a:lnTo>
                      <a:lnTo>
                        <a:pt x="17242" y="16426"/>
                      </a:lnTo>
                      <a:lnTo>
                        <a:pt x="17158" y="16488"/>
                      </a:lnTo>
                      <a:lnTo>
                        <a:pt x="17095" y="16551"/>
                      </a:lnTo>
                      <a:lnTo>
                        <a:pt x="17179" y="16572"/>
                      </a:lnTo>
                      <a:lnTo>
                        <a:pt x="17263" y="16551"/>
                      </a:lnTo>
                      <a:lnTo>
                        <a:pt x="17346" y="16593"/>
                      </a:lnTo>
                      <a:lnTo>
                        <a:pt x="17493" y="16656"/>
                      </a:lnTo>
                      <a:lnTo>
                        <a:pt x="17556" y="16572"/>
                      </a:lnTo>
                      <a:lnTo>
                        <a:pt x="17618" y="16530"/>
                      </a:lnTo>
                      <a:lnTo>
                        <a:pt x="17723" y="16593"/>
                      </a:lnTo>
                      <a:lnTo>
                        <a:pt x="17786" y="16656"/>
                      </a:lnTo>
                      <a:lnTo>
                        <a:pt x="17870" y="16635"/>
                      </a:lnTo>
                      <a:lnTo>
                        <a:pt x="17870" y="16467"/>
                      </a:lnTo>
                      <a:lnTo>
                        <a:pt x="17807" y="16363"/>
                      </a:lnTo>
                      <a:lnTo>
                        <a:pt x="17911" y="16363"/>
                      </a:lnTo>
                      <a:lnTo>
                        <a:pt x="18016" y="16488"/>
                      </a:lnTo>
                      <a:lnTo>
                        <a:pt x="18100" y="16530"/>
                      </a:lnTo>
                      <a:lnTo>
                        <a:pt x="18142" y="16593"/>
                      </a:lnTo>
                      <a:lnTo>
                        <a:pt x="18204" y="16593"/>
                      </a:lnTo>
                      <a:lnTo>
                        <a:pt x="18288" y="16635"/>
                      </a:lnTo>
                      <a:lnTo>
                        <a:pt x="18288" y="16760"/>
                      </a:lnTo>
                      <a:lnTo>
                        <a:pt x="18309" y="16677"/>
                      </a:lnTo>
                      <a:lnTo>
                        <a:pt x="18414" y="16656"/>
                      </a:lnTo>
                      <a:lnTo>
                        <a:pt x="18414" y="16635"/>
                      </a:lnTo>
                      <a:lnTo>
                        <a:pt x="18288" y="16530"/>
                      </a:lnTo>
                      <a:lnTo>
                        <a:pt x="18100" y="16447"/>
                      </a:lnTo>
                      <a:lnTo>
                        <a:pt x="18037" y="16363"/>
                      </a:lnTo>
                      <a:lnTo>
                        <a:pt x="18037" y="16258"/>
                      </a:lnTo>
                      <a:lnTo>
                        <a:pt x="18225" y="16175"/>
                      </a:lnTo>
                      <a:lnTo>
                        <a:pt x="18288" y="16154"/>
                      </a:lnTo>
                      <a:lnTo>
                        <a:pt x="18183" y="16112"/>
                      </a:lnTo>
                      <a:lnTo>
                        <a:pt x="18121" y="16049"/>
                      </a:lnTo>
                      <a:lnTo>
                        <a:pt x="18100" y="16049"/>
                      </a:lnTo>
                      <a:lnTo>
                        <a:pt x="18016" y="16112"/>
                      </a:lnTo>
                      <a:lnTo>
                        <a:pt x="17932" y="16154"/>
                      </a:lnTo>
                      <a:lnTo>
                        <a:pt x="17932" y="16070"/>
                      </a:lnTo>
                      <a:lnTo>
                        <a:pt x="18037" y="15944"/>
                      </a:lnTo>
                      <a:lnTo>
                        <a:pt x="18246" y="15861"/>
                      </a:lnTo>
                      <a:lnTo>
                        <a:pt x="18330" y="15798"/>
                      </a:lnTo>
                      <a:lnTo>
                        <a:pt x="18665" y="15735"/>
                      </a:lnTo>
                      <a:lnTo>
                        <a:pt x="18811" y="15756"/>
                      </a:lnTo>
                      <a:lnTo>
                        <a:pt x="18874" y="15735"/>
                      </a:lnTo>
                      <a:lnTo>
                        <a:pt x="18958" y="15735"/>
                      </a:lnTo>
                      <a:lnTo>
                        <a:pt x="19020" y="15651"/>
                      </a:lnTo>
                      <a:lnTo>
                        <a:pt x="19062" y="15547"/>
                      </a:lnTo>
                      <a:lnTo>
                        <a:pt x="19146" y="15547"/>
                      </a:lnTo>
                      <a:lnTo>
                        <a:pt x="19125" y="15631"/>
                      </a:lnTo>
                      <a:lnTo>
                        <a:pt x="19125" y="15714"/>
                      </a:lnTo>
                      <a:lnTo>
                        <a:pt x="19250" y="15819"/>
                      </a:lnTo>
                      <a:lnTo>
                        <a:pt x="19334" y="15756"/>
                      </a:lnTo>
                      <a:lnTo>
                        <a:pt x="19481" y="15756"/>
                      </a:lnTo>
                      <a:lnTo>
                        <a:pt x="19585" y="15735"/>
                      </a:lnTo>
                      <a:lnTo>
                        <a:pt x="19648" y="15798"/>
                      </a:lnTo>
                      <a:lnTo>
                        <a:pt x="19815" y="15756"/>
                      </a:lnTo>
                      <a:lnTo>
                        <a:pt x="19878" y="15798"/>
                      </a:lnTo>
                      <a:lnTo>
                        <a:pt x="20004" y="15714"/>
                      </a:lnTo>
                      <a:lnTo>
                        <a:pt x="20108" y="15714"/>
                      </a:lnTo>
                      <a:lnTo>
                        <a:pt x="20129" y="15735"/>
                      </a:lnTo>
                      <a:lnTo>
                        <a:pt x="20087" y="15756"/>
                      </a:lnTo>
                      <a:lnTo>
                        <a:pt x="19962" y="15756"/>
                      </a:lnTo>
                      <a:lnTo>
                        <a:pt x="19920" y="15798"/>
                      </a:lnTo>
                      <a:lnTo>
                        <a:pt x="20087" y="15819"/>
                      </a:lnTo>
                      <a:lnTo>
                        <a:pt x="20213" y="15819"/>
                      </a:lnTo>
                      <a:lnTo>
                        <a:pt x="20318" y="15903"/>
                      </a:lnTo>
                      <a:lnTo>
                        <a:pt x="20401" y="15944"/>
                      </a:lnTo>
                      <a:lnTo>
                        <a:pt x="20338" y="15861"/>
                      </a:lnTo>
                      <a:lnTo>
                        <a:pt x="20338" y="15819"/>
                      </a:lnTo>
                      <a:lnTo>
                        <a:pt x="20401" y="15819"/>
                      </a:lnTo>
                      <a:lnTo>
                        <a:pt x="20422" y="15861"/>
                      </a:lnTo>
                      <a:lnTo>
                        <a:pt x="20527" y="15944"/>
                      </a:lnTo>
                      <a:lnTo>
                        <a:pt x="20506" y="16007"/>
                      </a:lnTo>
                      <a:lnTo>
                        <a:pt x="20443" y="15944"/>
                      </a:lnTo>
                      <a:lnTo>
                        <a:pt x="20422" y="15965"/>
                      </a:lnTo>
                      <a:lnTo>
                        <a:pt x="20548" y="16049"/>
                      </a:lnTo>
                      <a:lnTo>
                        <a:pt x="20610" y="16133"/>
                      </a:lnTo>
                      <a:lnTo>
                        <a:pt x="20652" y="16175"/>
                      </a:lnTo>
                      <a:lnTo>
                        <a:pt x="20631" y="16216"/>
                      </a:lnTo>
                      <a:lnTo>
                        <a:pt x="20610" y="16154"/>
                      </a:lnTo>
                      <a:lnTo>
                        <a:pt x="20590" y="16216"/>
                      </a:lnTo>
                      <a:lnTo>
                        <a:pt x="20610" y="16258"/>
                      </a:lnTo>
                      <a:lnTo>
                        <a:pt x="20799" y="16237"/>
                      </a:lnTo>
                      <a:lnTo>
                        <a:pt x="20903" y="16216"/>
                      </a:lnTo>
                      <a:lnTo>
                        <a:pt x="21029" y="16070"/>
                      </a:lnTo>
                      <a:lnTo>
                        <a:pt x="21113" y="16070"/>
                      </a:lnTo>
                      <a:lnTo>
                        <a:pt x="21113" y="16049"/>
                      </a:lnTo>
                      <a:lnTo>
                        <a:pt x="21175" y="15965"/>
                      </a:lnTo>
                      <a:lnTo>
                        <a:pt x="21280" y="15965"/>
                      </a:lnTo>
                      <a:lnTo>
                        <a:pt x="21364" y="16007"/>
                      </a:lnTo>
                      <a:lnTo>
                        <a:pt x="21489" y="16049"/>
                      </a:lnTo>
                      <a:lnTo>
                        <a:pt x="21552" y="16258"/>
                      </a:lnTo>
                      <a:lnTo>
                        <a:pt x="21636" y="16321"/>
                      </a:lnTo>
                      <a:lnTo>
                        <a:pt x="21657" y="16321"/>
                      </a:lnTo>
                      <a:lnTo>
                        <a:pt x="21678" y="16447"/>
                      </a:lnTo>
                      <a:lnTo>
                        <a:pt x="21761" y="16488"/>
                      </a:lnTo>
                      <a:lnTo>
                        <a:pt x="21803" y="16488"/>
                      </a:lnTo>
                      <a:lnTo>
                        <a:pt x="21803" y="16551"/>
                      </a:lnTo>
                      <a:lnTo>
                        <a:pt x="21866" y="16635"/>
                      </a:lnTo>
                      <a:lnTo>
                        <a:pt x="21950" y="16656"/>
                      </a:lnTo>
                      <a:lnTo>
                        <a:pt x="22012" y="16781"/>
                      </a:lnTo>
                      <a:lnTo>
                        <a:pt x="21991" y="16907"/>
                      </a:lnTo>
                      <a:lnTo>
                        <a:pt x="21908" y="17179"/>
                      </a:lnTo>
                      <a:lnTo>
                        <a:pt x="21803" y="17409"/>
                      </a:lnTo>
                      <a:lnTo>
                        <a:pt x="21803" y="17493"/>
                      </a:lnTo>
                      <a:lnTo>
                        <a:pt x="21887" y="17597"/>
                      </a:lnTo>
                      <a:lnTo>
                        <a:pt x="21908" y="17576"/>
                      </a:lnTo>
                      <a:lnTo>
                        <a:pt x="21971" y="17493"/>
                      </a:lnTo>
                      <a:lnTo>
                        <a:pt x="21971" y="17430"/>
                      </a:lnTo>
                      <a:lnTo>
                        <a:pt x="21991" y="17388"/>
                      </a:lnTo>
                      <a:lnTo>
                        <a:pt x="22075" y="17430"/>
                      </a:lnTo>
                      <a:lnTo>
                        <a:pt x="22096" y="17535"/>
                      </a:lnTo>
                      <a:lnTo>
                        <a:pt x="21950" y="17744"/>
                      </a:lnTo>
                      <a:lnTo>
                        <a:pt x="21971" y="17807"/>
                      </a:lnTo>
                      <a:lnTo>
                        <a:pt x="21991" y="17911"/>
                      </a:lnTo>
                      <a:lnTo>
                        <a:pt x="22054" y="18016"/>
                      </a:lnTo>
                      <a:lnTo>
                        <a:pt x="22075" y="18058"/>
                      </a:lnTo>
                      <a:lnTo>
                        <a:pt x="22117" y="18037"/>
                      </a:lnTo>
                      <a:lnTo>
                        <a:pt x="22159" y="18141"/>
                      </a:lnTo>
                      <a:lnTo>
                        <a:pt x="22201" y="18100"/>
                      </a:lnTo>
                      <a:lnTo>
                        <a:pt x="22201" y="18058"/>
                      </a:lnTo>
                      <a:lnTo>
                        <a:pt x="22222" y="18100"/>
                      </a:lnTo>
                      <a:lnTo>
                        <a:pt x="22368" y="18058"/>
                      </a:lnTo>
                      <a:lnTo>
                        <a:pt x="22368" y="18058"/>
                      </a:lnTo>
                      <a:lnTo>
                        <a:pt x="22263" y="18141"/>
                      </a:lnTo>
                      <a:lnTo>
                        <a:pt x="22222" y="18246"/>
                      </a:lnTo>
                      <a:lnTo>
                        <a:pt x="22201" y="18309"/>
                      </a:lnTo>
                      <a:lnTo>
                        <a:pt x="22201" y="18351"/>
                      </a:lnTo>
                      <a:lnTo>
                        <a:pt x="22368" y="18455"/>
                      </a:lnTo>
                      <a:lnTo>
                        <a:pt x="22368" y="18581"/>
                      </a:lnTo>
                      <a:lnTo>
                        <a:pt x="22368" y="18748"/>
                      </a:lnTo>
                      <a:lnTo>
                        <a:pt x="22410" y="18769"/>
                      </a:lnTo>
                      <a:lnTo>
                        <a:pt x="22494" y="18769"/>
                      </a:lnTo>
                      <a:lnTo>
                        <a:pt x="22535" y="18853"/>
                      </a:lnTo>
                      <a:lnTo>
                        <a:pt x="22515" y="18957"/>
                      </a:lnTo>
                      <a:lnTo>
                        <a:pt x="22682" y="19062"/>
                      </a:lnTo>
                      <a:lnTo>
                        <a:pt x="22598" y="19083"/>
                      </a:lnTo>
                      <a:lnTo>
                        <a:pt x="22724" y="19146"/>
                      </a:lnTo>
                      <a:lnTo>
                        <a:pt x="22787" y="19188"/>
                      </a:lnTo>
                      <a:lnTo>
                        <a:pt x="22891" y="19250"/>
                      </a:lnTo>
                      <a:lnTo>
                        <a:pt x="22996" y="19188"/>
                      </a:lnTo>
                      <a:lnTo>
                        <a:pt x="23100" y="19167"/>
                      </a:lnTo>
                      <a:lnTo>
                        <a:pt x="23100" y="18999"/>
                      </a:lnTo>
                      <a:lnTo>
                        <a:pt x="23163" y="18895"/>
                      </a:lnTo>
                      <a:lnTo>
                        <a:pt x="23226" y="18769"/>
                      </a:lnTo>
                      <a:lnTo>
                        <a:pt x="23331" y="18560"/>
                      </a:lnTo>
                      <a:lnTo>
                        <a:pt x="23310" y="18455"/>
                      </a:lnTo>
                      <a:lnTo>
                        <a:pt x="23351" y="18413"/>
                      </a:lnTo>
                      <a:lnTo>
                        <a:pt x="23351" y="18225"/>
                      </a:lnTo>
                      <a:lnTo>
                        <a:pt x="23331" y="18162"/>
                      </a:lnTo>
                      <a:lnTo>
                        <a:pt x="23414" y="18120"/>
                      </a:lnTo>
                      <a:lnTo>
                        <a:pt x="23351" y="17932"/>
                      </a:lnTo>
                      <a:lnTo>
                        <a:pt x="23247" y="17848"/>
                      </a:lnTo>
                      <a:lnTo>
                        <a:pt x="23205" y="17493"/>
                      </a:lnTo>
                      <a:lnTo>
                        <a:pt x="23142" y="17430"/>
                      </a:lnTo>
                      <a:lnTo>
                        <a:pt x="23163" y="17263"/>
                      </a:lnTo>
                      <a:lnTo>
                        <a:pt x="23205" y="17116"/>
                      </a:lnTo>
                      <a:lnTo>
                        <a:pt x="23163" y="17011"/>
                      </a:lnTo>
                      <a:lnTo>
                        <a:pt x="23100" y="16907"/>
                      </a:lnTo>
                      <a:lnTo>
                        <a:pt x="23038" y="16656"/>
                      </a:lnTo>
                      <a:lnTo>
                        <a:pt x="22996" y="16551"/>
                      </a:lnTo>
                      <a:lnTo>
                        <a:pt x="22954" y="16279"/>
                      </a:lnTo>
                      <a:lnTo>
                        <a:pt x="22912" y="16133"/>
                      </a:lnTo>
                      <a:lnTo>
                        <a:pt x="22933" y="15903"/>
                      </a:lnTo>
                      <a:lnTo>
                        <a:pt x="22912" y="15714"/>
                      </a:lnTo>
                      <a:lnTo>
                        <a:pt x="22933" y="15379"/>
                      </a:lnTo>
                      <a:lnTo>
                        <a:pt x="22933" y="15170"/>
                      </a:lnTo>
                      <a:lnTo>
                        <a:pt x="23038" y="15003"/>
                      </a:lnTo>
                      <a:lnTo>
                        <a:pt x="23121" y="14856"/>
                      </a:lnTo>
                      <a:lnTo>
                        <a:pt x="23226" y="14815"/>
                      </a:lnTo>
                      <a:lnTo>
                        <a:pt x="23268" y="14752"/>
                      </a:lnTo>
                      <a:lnTo>
                        <a:pt x="23331" y="14752"/>
                      </a:lnTo>
                      <a:lnTo>
                        <a:pt x="23414" y="14605"/>
                      </a:lnTo>
                      <a:lnTo>
                        <a:pt x="23414" y="14543"/>
                      </a:lnTo>
                      <a:lnTo>
                        <a:pt x="23372" y="14501"/>
                      </a:lnTo>
                      <a:lnTo>
                        <a:pt x="23414" y="14480"/>
                      </a:lnTo>
                      <a:lnTo>
                        <a:pt x="23540" y="14480"/>
                      </a:lnTo>
                      <a:lnTo>
                        <a:pt x="23561" y="14396"/>
                      </a:lnTo>
                      <a:lnTo>
                        <a:pt x="23665" y="14396"/>
                      </a:lnTo>
                      <a:lnTo>
                        <a:pt x="23686" y="14354"/>
                      </a:lnTo>
                      <a:lnTo>
                        <a:pt x="23875" y="14333"/>
                      </a:lnTo>
                      <a:lnTo>
                        <a:pt x="23937" y="14250"/>
                      </a:lnTo>
                      <a:lnTo>
                        <a:pt x="24063" y="14250"/>
                      </a:lnTo>
                      <a:lnTo>
                        <a:pt x="24084" y="14187"/>
                      </a:lnTo>
                      <a:lnTo>
                        <a:pt x="24168" y="14187"/>
                      </a:lnTo>
                      <a:lnTo>
                        <a:pt x="24209" y="14229"/>
                      </a:lnTo>
                      <a:lnTo>
                        <a:pt x="24314" y="14082"/>
                      </a:lnTo>
                      <a:lnTo>
                        <a:pt x="24314" y="14040"/>
                      </a:lnTo>
                      <a:lnTo>
                        <a:pt x="24377" y="14040"/>
                      </a:lnTo>
                      <a:lnTo>
                        <a:pt x="24481" y="13957"/>
                      </a:lnTo>
                      <a:lnTo>
                        <a:pt x="24481" y="13873"/>
                      </a:lnTo>
                      <a:lnTo>
                        <a:pt x="24691" y="13601"/>
                      </a:lnTo>
                      <a:lnTo>
                        <a:pt x="24795" y="13496"/>
                      </a:lnTo>
                      <a:lnTo>
                        <a:pt x="24984" y="13496"/>
                      </a:lnTo>
                      <a:lnTo>
                        <a:pt x="25025" y="13517"/>
                      </a:lnTo>
                      <a:lnTo>
                        <a:pt x="25088" y="13517"/>
                      </a:lnTo>
                      <a:lnTo>
                        <a:pt x="25193" y="13329"/>
                      </a:lnTo>
                      <a:lnTo>
                        <a:pt x="25465" y="13099"/>
                      </a:lnTo>
                      <a:lnTo>
                        <a:pt x="25737" y="12931"/>
                      </a:lnTo>
                      <a:lnTo>
                        <a:pt x="25862" y="12910"/>
                      </a:lnTo>
                      <a:lnTo>
                        <a:pt x="25925" y="12890"/>
                      </a:lnTo>
                      <a:lnTo>
                        <a:pt x="25988" y="12890"/>
                      </a:lnTo>
                      <a:lnTo>
                        <a:pt x="25988" y="12910"/>
                      </a:lnTo>
                      <a:lnTo>
                        <a:pt x="26092" y="12910"/>
                      </a:lnTo>
                      <a:lnTo>
                        <a:pt x="26197" y="12785"/>
                      </a:lnTo>
                      <a:lnTo>
                        <a:pt x="26155" y="12785"/>
                      </a:lnTo>
                      <a:lnTo>
                        <a:pt x="26134" y="12722"/>
                      </a:lnTo>
                      <a:lnTo>
                        <a:pt x="26030" y="12827"/>
                      </a:lnTo>
                      <a:lnTo>
                        <a:pt x="25883" y="12806"/>
                      </a:lnTo>
                      <a:lnTo>
                        <a:pt x="25820" y="12722"/>
                      </a:lnTo>
                      <a:lnTo>
                        <a:pt x="25925" y="12785"/>
                      </a:lnTo>
                      <a:lnTo>
                        <a:pt x="26051" y="12701"/>
                      </a:lnTo>
                      <a:lnTo>
                        <a:pt x="26030" y="12680"/>
                      </a:lnTo>
                      <a:lnTo>
                        <a:pt x="26092" y="12618"/>
                      </a:lnTo>
                      <a:lnTo>
                        <a:pt x="26051" y="12555"/>
                      </a:lnTo>
                      <a:lnTo>
                        <a:pt x="25925" y="12513"/>
                      </a:lnTo>
                      <a:lnTo>
                        <a:pt x="25862" y="12471"/>
                      </a:lnTo>
                      <a:lnTo>
                        <a:pt x="25946" y="12471"/>
                      </a:lnTo>
                      <a:lnTo>
                        <a:pt x="26030" y="12492"/>
                      </a:lnTo>
                      <a:lnTo>
                        <a:pt x="26092" y="12471"/>
                      </a:lnTo>
                      <a:lnTo>
                        <a:pt x="26092" y="12387"/>
                      </a:lnTo>
                      <a:lnTo>
                        <a:pt x="26155" y="12513"/>
                      </a:lnTo>
                      <a:lnTo>
                        <a:pt x="26239" y="12492"/>
                      </a:lnTo>
                      <a:lnTo>
                        <a:pt x="26302" y="12555"/>
                      </a:lnTo>
                      <a:lnTo>
                        <a:pt x="26364" y="12513"/>
                      </a:lnTo>
                      <a:lnTo>
                        <a:pt x="26385" y="12408"/>
                      </a:lnTo>
                      <a:lnTo>
                        <a:pt x="26511" y="12304"/>
                      </a:lnTo>
                      <a:lnTo>
                        <a:pt x="26553" y="12304"/>
                      </a:lnTo>
                      <a:lnTo>
                        <a:pt x="26574" y="12199"/>
                      </a:lnTo>
                      <a:lnTo>
                        <a:pt x="26553" y="12094"/>
                      </a:lnTo>
                      <a:lnTo>
                        <a:pt x="26511" y="12094"/>
                      </a:lnTo>
                      <a:lnTo>
                        <a:pt x="26448" y="12241"/>
                      </a:lnTo>
                      <a:lnTo>
                        <a:pt x="26448" y="12283"/>
                      </a:lnTo>
                      <a:lnTo>
                        <a:pt x="26385" y="12262"/>
                      </a:lnTo>
                      <a:lnTo>
                        <a:pt x="26364" y="12094"/>
                      </a:lnTo>
                      <a:lnTo>
                        <a:pt x="26344" y="12074"/>
                      </a:lnTo>
                      <a:lnTo>
                        <a:pt x="26092" y="12094"/>
                      </a:lnTo>
                      <a:lnTo>
                        <a:pt x="25967" y="12157"/>
                      </a:lnTo>
                      <a:lnTo>
                        <a:pt x="25988" y="12074"/>
                      </a:lnTo>
                      <a:lnTo>
                        <a:pt x="25988" y="11927"/>
                      </a:lnTo>
                      <a:lnTo>
                        <a:pt x="26051" y="11885"/>
                      </a:lnTo>
                      <a:lnTo>
                        <a:pt x="26092" y="11990"/>
                      </a:lnTo>
                      <a:lnTo>
                        <a:pt x="26176" y="12032"/>
                      </a:lnTo>
                      <a:lnTo>
                        <a:pt x="26239" y="11969"/>
                      </a:lnTo>
                      <a:lnTo>
                        <a:pt x="26385" y="11948"/>
                      </a:lnTo>
                      <a:lnTo>
                        <a:pt x="26406" y="11885"/>
                      </a:lnTo>
                      <a:lnTo>
                        <a:pt x="26490" y="11885"/>
                      </a:lnTo>
                      <a:lnTo>
                        <a:pt x="26511" y="11843"/>
                      </a:lnTo>
                      <a:lnTo>
                        <a:pt x="26490" y="11718"/>
                      </a:lnTo>
                      <a:lnTo>
                        <a:pt x="26448" y="11655"/>
                      </a:lnTo>
                      <a:lnTo>
                        <a:pt x="26469" y="11613"/>
                      </a:lnTo>
                      <a:lnTo>
                        <a:pt x="26511" y="11634"/>
                      </a:lnTo>
                      <a:lnTo>
                        <a:pt x="26574" y="11530"/>
                      </a:lnTo>
                      <a:lnTo>
                        <a:pt x="26511" y="11425"/>
                      </a:lnTo>
                      <a:lnTo>
                        <a:pt x="26469" y="11362"/>
                      </a:lnTo>
                      <a:lnTo>
                        <a:pt x="26385" y="11404"/>
                      </a:lnTo>
                      <a:lnTo>
                        <a:pt x="26302" y="11362"/>
                      </a:lnTo>
                      <a:lnTo>
                        <a:pt x="26260" y="11237"/>
                      </a:lnTo>
                      <a:lnTo>
                        <a:pt x="26176" y="11237"/>
                      </a:lnTo>
                      <a:lnTo>
                        <a:pt x="26092" y="11195"/>
                      </a:lnTo>
                      <a:lnTo>
                        <a:pt x="26030" y="11111"/>
                      </a:lnTo>
                      <a:lnTo>
                        <a:pt x="26030" y="11111"/>
                      </a:lnTo>
                      <a:lnTo>
                        <a:pt x="26092" y="11153"/>
                      </a:lnTo>
                      <a:lnTo>
                        <a:pt x="26260" y="11153"/>
                      </a:lnTo>
                      <a:lnTo>
                        <a:pt x="26302" y="11257"/>
                      </a:lnTo>
                      <a:lnTo>
                        <a:pt x="26385" y="11299"/>
                      </a:lnTo>
                      <a:lnTo>
                        <a:pt x="26406" y="11216"/>
                      </a:lnTo>
                      <a:lnTo>
                        <a:pt x="26281" y="11090"/>
                      </a:lnTo>
                      <a:lnTo>
                        <a:pt x="26385" y="11111"/>
                      </a:lnTo>
                      <a:lnTo>
                        <a:pt x="26406" y="11048"/>
                      </a:lnTo>
                      <a:lnTo>
                        <a:pt x="26448" y="11027"/>
                      </a:lnTo>
                      <a:lnTo>
                        <a:pt x="26406" y="10944"/>
                      </a:lnTo>
                      <a:lnTo>
                        <a:pt x="26281" y="10881"/>
                      </a:lnTo>
                      <a:lnTo>
                        <a:pt x="26239" y="10713"/>
                      </a:lnTo>
                      <a:lnTo>
                        <a:pt x="26281" y="10734"/>
                      </a:lnTo>
                      <a:lnTo>
                        <a:pt x="26344" y="10839"/>
                      </a:lnTo>
                      <a:lnTo>
                        <a:pt x="26406" y="10839"/>
                      </a:lnTo>
                      <a:lnTo>
                        <a:pt x="26448" y="10734"/>
                      </a:lnTo>
                      <a:lnTo>
                        <a:pt x="26448" y="10630"/>
                      </a:lnTo>
                      <a:lnTo>
                        <a:pt x="26344" y="10588"/>
                      </a:lnTo>
                      <a:lnTo>
                        <a:pt x="26197" y="10421"/>
                      </a:lnTo>
                      <a:lnTo>
                        <a:pt x="26092" y="10379"/>
                      </a:lnTo>
                      <a:lnTo>
                        <a:pt x="26030" y="10274"/>
                      </a:lnTo>
                      <a:lnTo>
                        <a:pt x="25946" y="10253"/>
                      </a:lnTo>
                      <a:lnTo>
                        <a:pt x="25946" y="10149"/>
                      </a:lnTo>
                      <a:lnTo>
                        <a:pt x="26030" y="10044"/>
                      </a:lnTo>
                      <a:lnTo>
                        <a:pt x="25967" y="10149"/>
                      </a:lnTo>
                      <a:lnTo>
                        <a:pt x="25988" y="10190"/>
                      </a:lnTo>
                      <a:lnTo>
                        <a:pt x="26051" y="10211"/>
                      </a:lnTo>
                      <a:lnTo>
                        <a:pt x="26134" y="10316"/>
                      </a:lnTo>
                      <a:lnTo>
                        <a:pt x="26239" y="10358"/>
                      </a:lnTo>
                      <a:lnTo>
                        <a:pt x="26364" y="10504"/>
                      </a:lnTo>
                      <a:lnTo>
                        <a:pt x="26385" y="10504"/>
                      </a:lnTo>
                      <a:lnTo>
                        <a:pt x="26406" y="10274"/>
                      </a:lnTo>
                      <a:lnTo>
                        <a:pt x="26406" y="10169"/>
                      </a:lnTo>
                      <a:lnTo>
                        <a:pt x="26406" y="10086"/>
                      </a:lnTo>
                      <a:lnTo>
                        <a:pt x="26385" y="10044"/>
                      </a:lnTo>
                      <a:lnTo>
                        <a:pt x="26406" y="9856"/>
                      </a:lnTo>
                      <a:lnTo>
                        <a:pt x="26448" y="9793"/>
                      </a:lnTo>
                      <a:lnTo>
                        <a:pt x="26409" y="9728"/>
                      </a:lnTo>
                      <a:lnTo>
                        <a:pt x="26409" y="9728"/>
                      </a:lnTo>
                      <a:lnTo>
                        <a:pt x="26490" y="9667"/>
                      </a:lnTo>
                      <a:lnTo>
                        <a:pt x="26616" y="9563"/>
                      </a:lnTo>
                      <a:lnTo>
                        <a:pt x="26657" y="9458"/>
                      </a:lnTo>
                      <a:lnTo>
                        <a:pt x="26657" y="9437"/>
                      </a:lnTo>
                      <a:lnTo>
                        <a:pt x="26678" y="9458"/>
                      </a:lnTo>
                      <a:lnTo>
                        <a:pt x="26657" y="9584"/>
                      </a:lnTo>
                      <a:lnTo>
                        <a:pt x="26678" y="9625"/>
                      </a:lnTo>
                      <a:lnTo>
                        <a:pt x="26574" y="9667"/>
                      </a:lnTo>
                      <a:lnTo>
                        <a:pt x="26511" y="9793"/>
                      </a:lnTo>
                      <a:lnTo>
                        <a:pt x="26595" y="9960"/>
                      </a:lnTo>
                      <a:lnTo>
                        <a:pt x="26574" y="10107"/>
                      </a:lnTo>
                      <a:lnTo>
                        <a:pt x="26490" y="10253"/>
                      </a:lnTo>
                      <a:lnTo>
                        <a:pt x="26490" y="10358"/>
                      </a:lnTo>
                      <a:lnTo>
                        <a:pt x="26595" y="10462"/>
                      </a:lnTo>
                      <a:lnTo>
                        <a:pt x="26616" y="10400"/>
                      </a:lnTo>
                      <a:lnTo>
                        <a:pt x="26657" y="10462"/>
                      </a:lnTo>
                      <a:lnTo>
                        <a:pt x="26699" y="10462"/>
                      </a:lnTo>
                      <a:lnTo>
                        <a:pt x="26699" y="10483"/>
                      </a:lnTo>
                      <a:lnTo>
                        <a:pt x="26678" y="10525"/>
                      </a:lnTo>
                      <a:lnTo>
                        <a:pt x="26699" y="10609"/>
                      </a:lnTo>
                      <a:lnTo>
                        <a:pt x="26825" y="10609"/>
                      </a:lnTo>
                      <a:lnTo>
                        <a:pt x="26762" y="10672"/>
                      </a:lnTo>
                      <a:lnTo>
                        <a:pt x="26762" y="10693"/>
                      </a:lnTo>
                      <a:lnTo>
                        <a:pt x="26699" y="10797"/>
                      </a:lnTo>
                      <a:lnTo>
                        <a:pt x="26699" y="10881"/>
                      </a:lnTo>
                      <a:lnTo>
                        <a:pt x="26657" y="10985"/>
                      </a:lnTo>
                      <a:lnTo>
                        <a:pt x="26616" y="11111"/>
                      </a:lnTo>
                      <a:lnTo>
                        <a:pt x="26616" y="11216"/>
                      </a:lnTo>
                      <a:lnTo>
                        <a:pt x="26657" y="11153"/>
                      </a:lnTo>
                      <a:lnTo>
                        <a:pt x="26678" y="11111"/>
                      </a:lnTo>
                      <a:lnTo>
                        <a:pt x="26783" y="10902"/>
                      </a:lnTo>
                      <a:lnTo>
                        <a:pt x="26804" y="10944"/>
                      </a:lnTo>
                      <a:lnTo>
                        <a:pt x="26804" y="11006"/>
                      </a:lnTo>
                      <a:lnTo>
                        <a:pt x="26825" y="10944"/>
                      </a:lnTo>
                      <a:lnTo>
                        <a:pt x="26825" y="10881"/>
                      </a:lnTo>
                      <a:lnTo>
                        <a:pt x="26909" y="10776"/>
                      </a:lnTo>
                      <a:lnTo>
                        <a:pt x="26992" y="10525"/>
                      </a:lnTo>
                      <a:lnTo>
                        <a:pt x="27118" y="10462"/>
                      </a:lnTo>
                      <a:lnTo>
                        <a:pt x="27222" y="10253"/>
                      </a:lnTo>
                      <a:lnTo>
                        <a:pt x="27222" y="10086"/>
                      </a:lnTo>
                      <a:lnTo>
                        <a:pt x="27139" y="9897"/>
                      </a:lnTo>
                      <a:lnTo>
                        <a:pt x="27097" y="9856"/>
                      </a:lnTo>
                      <a:lnTo>
                        <a:pt x="27076" y="9688"/>
                      </a:lnTo>
                      <a:lnTo>
                        <a:pt x="27013" y="9625"/>
                      </a:lnTo>
                      <a:lnTo>
                        <a:pt x="27013" y="9521"/>
                      </a:lnTo>
                      <a:lnTo>
                        <a:pt x="27076" y="9416"/>
                      </a:lnTo>
                      <a:lnTo>
                        <a:pt x="27181" y="9312"/>
                      </a:lnTo>
                      <a:lnTo>
                        <a:pt x="27306" y="9249"/>
                      </a:lnTo>
                      <a:lnTo>
                        <a:pt x="27118" y="9458"/>
                      </a:lnTo>
                      <a:lnTo>
                        <a:pt x="27076" y="9542"/>
                      </a:lnTo>
                      <a:lnTo>
                        <a:pt x="27118" y="9625"/>
                      </a:lnTo>
                      <a:lnTo>
                        <a:pt x="27243" y="9751"/>
                      </a:lnTo>
                      <a:lnTo>
                        <a:pt x="27327" y="9730"/>
                      </a:lnTo>
                      <a:lnTo>
                        <a:pt x="27390" y="9772"/>
                      </a:lnTo>
                      <a:lnTo>
                        <a:pt x="27327" y="9939"/>
                      </a:lnTo>
                      <a:lnTo>
                        <a:pt x="27327" y="9939"/>
                      </a:lnTo>
                      <a:lnTo>
                        <a:pt x="27411" y="9877"/>
                      </a:lnTo>
                      <a:lnTo>
                        <a:pt x="27432" y="9897"/>
                      </a:lnTo>
                      <a:lnTo>
                        <a:pt x="27515" y="9793"/>
                      </a:lnTo>
                      <a:lnTo>
                        <a:pt x="27515" y="9730"/>
                      </a:lnTo>
                      <a:lnTo>
                        <a:pt x="27557" y="9730"/>
                      </a:lnTo>
                      <a:lnTo>
                        <a:pt x="27620" y="9646"/>
                      </a:lnTo>
                      <a:lnTo>
                        <a:pt x="27704" y="9625"/>
                      </a:lnTo>
                      <a:lnTo>
                        <a:pt x="27745" y="9458"/>
                      </a:lnTo>
                      <a:lnTo>
                        <a:pt x="27808" y="9374"/>
                      </a:lnTo>
                      <a:lnTo>
                        <a:pt x="27850" y="9374"/>
                      </a:lnTo>
                      <a:lnTo>
                        <a:pt x="27913" y="9270"/>
                      </a:lnTo>
                      <a:lnTo>
                        <a:pt x="27934" y="9207"/>
                      </a:lnTo>
                      <a:lnTo>
                        <a:pt x="27934" y="9144"/>
                      </a:lnTo>
                      <a:lnTo>
                        <a:pt x="27976" y="9040"/>
                      </a:lnTo>
                      <a:lnTo>
                        <a:pt x="27976" y="8998"/>
                      </a:lnTo>
                      <a:lnTo>
                        <a:pt x="28038" y="8914"/>
                      </a:lnTo>
                      <a:lnTo>
                        <a:pt x="28017" y="8830"/>
                      </a:lnTo>
                      <a:lnTo>
                        <a:pt x="27955" y="8789"/>
                      </a:lnTo>
                      <a:lnTo>
                        <a:pt x="27913" y="8705"/>
                      </a:lnTo>
                      <a:lnTo>
                        <a:pt x="28059" y="8621"/>
                      </a:lnTo>
                      <a:lnTo>
                        <a:pt x="28059" y="8537"/>
                      </a:lnTo>
                      <a:lnTo>
                        <a:pt x="28164" y="8475"/>
                      </a:lnTo>
                      <a:lnTo>
                        <a:pt x="28248" y="8433"/>
                      </a:lnTo>
                      <a:lnTo>
                        <a:pt x="28436" y="8328"/>
                      </a:lnTo>
                      <a:lnTo>
                        <a:pt x="28561" y="8328"/>
                      </a:lnTo>
                      <a:lnTo>
                        <a:pt x="28750" y="8203"/>
                      </a:lnTo>
                      <a:lnTo>
                        <a:pt x="28813" y="8203"/>
                      </a:lnTo>
                      <a:lnTo>
                        <a:pt x="28854" y="8224"/>
                      </a:lnTo>
                      <a:lnTo>
                        <a:pt x="29085" y="8203"/>
                      </a:lnTo>
                      <a:lnTo>
                        <a:pt x="29189" y="8265"/>
                      </a:lnTo>
                      <a:lnTo>
                        <a:pt x="29336" y="8203"/>
                      </a:lnTo>
                      <a:lnTo>
                        <a:pt x="29587" y="8203"/>
                      </a:lnTo>
                      <a:lnTo>
                        <a:pt x="29629" y="8182"/>
                      </a:lnTo>
                      <a:lnTo>
                        <a:pt x="29608" y="8119"/>
                      </a:lnTo>
                      <a:lnTo>
                        <a:pt x="29608" y="7972"/>
                      </a:lnTo>
                      <a:lnTo>
                        <a:pt x="29608" y="7847"/>
                      </a:lnTo>
                      <a:lnTo>
                        <a:pt x="29733" y="7952"/>
                      </a:lnTo>
                      <a:lnTo>
                        <a:pt x="29733" y="8077"/>
                      </a:lnTo>
                      <a:lnTo>
                        <a:pt x="29712" y="8161"/>
                      </a:lnTo>
                      <a:lnTo>
                        <a:pt x="29796" y="8161"/>
                      </a:lnTo>
                      <a:lnTo>
                        <a:pt x="29901" y="8056"/>
                      </a:lnTo>
                      <a:lnTo>
                        <a:pt x="30005" y="7868"/>
                      </a:lnTo>
                      <a:lnTo>
                        <a:pt x="30047" y="7972"/>
                      </a:lnTo>
                      <a:lnTo>
                        <a:pt x="30047" y="8056"/>
                      </a:lnTo>
                      <a:lnTo>
                        <a:pt x="30131" y="8077"/>
                      </a:lnTo>
                      <a:lnTo>
                        <a:pt x="30382" y="7952"/>
                      </a:lnTo>
                      <a:lnTo>
                        <a:pt x="30466" y="7805"/>
                      </a:lnTo>
                      <a:lnTo>
                        <a:pt x="30424" y="7596"/>
                      </a:lnTo>
                      <a:lnTo>
                        <a:pt x="30361" y="7638"/>
                      </a:lnTo>
                      <a:lnTo>
                        <a:pt x="30361" y="7742"/>
                      </a:lnTo>
                      <a:lnTo>
                        <a:pt x="30319" y="7868"/>
                      </a:lnTo>
                      <a:lnTo>
                        <a:pt x="30152" y="7868"/>
                      </a:lnTo>
                      <a:lnTo>
                        <a:pt x="30131" y="7763"/>
                      </a:lnTo>
                      <a:lnTo>
                        <a:pt x="30068" y="7575"/>
                      </a:lnTo>
                      <a:lnTo>
                        <a:pt x="29922" y="7491"/>
                      </a:lnTo>
                      <a:lnTo>
                        <a:pt x="29922" y="7449"/>
                      </a:lnTo>
                      <a:lnTo>
                        <a:pt x="30131" y="7261"/>
                      </a:lnTo>
                      <a:lnTo>
                        <a:pt x="30131" y="7177"/>
                      </a:lnTo>
                      <a:lnTo>
                        <a:pt x="30047" y="7177"/>
                      </a:lnTo>
                      <a:lnTo>
                        <a:pt x="30047" y="7115"/>
                      </a:lnTo>
                      <a:lnTo>
                        <a:pt x="30131" y="7052"/>
                      </a:lnTo>
                      <a:lnTo>
                        <a:pt x="30152" y="6968"/>
                      </a:lnTo>
                      <a:lnTo>
                        <a:pt x="30214" y="6905"/>
                      </a:lnTo>
                      <a:lnTo>
                        <a:pt x="30277" y="6696"/>
                      </a:lnTo>
                      <a:lnTo>
                        <a:pt x="30486" y="6529"/>
                      </a:lnTo>
                      <a:lnTo>
                        <a:pt x="30570" y="6382"/>
                      </a:lnTo>
                      <a:lnTo>
                        <a:pt x="30633" y="6382"/>
                      </a:lnTo>
                      <a:lnTo>
                        <a:pt x="30696" y="6278"/>
                      </a:lnTo>
                      <a:lnTo>
                        <a:pt x="30696" y="6340"/>
                      </a:lnTo>
                      <a:lnTo>
                        <a:pt x="30779" y="6382"/>
                      </a:lnTo>
                      <a:lnTo>
                        <a:pt x="30842" y="6299"/>
                      </a:lnTo>
                      <a:lnTo>
                        <a:pt x="30905" y="6173"/>
                      </a:lnTo>
                      <a:lnTo>
                        <a:pt x="30905" y="6299"/>
                      </a:lnTo>
                      <a:lnTo>
                        <a:pt x="30989" y="6299"/>
                      </a:lnTo>
                      <a:lnTo>
                        <a:pt x="31051" y="6173"/>
                      </a:lnTo>
                      <a:lnTo>
                        <a:pt x="31093" y="6215"/>
                      </a:lnTo>
                      <a:lnTo>
                        <a:pt x="31156" y="6173"/>
                      </a:lnTo>
                      <a:lnTo>
                        <a:pt x="31261" y="6006"/>
                      </a:lnTo>
                      <a:lnTo>
                        <a:pt x="31407" y="5796"/>
                      </a:lnTo>
                      <a:lnTo>
                        <a:pt x="31386" y="5922"/>
                      </a:lnTo>
                      <a:lnTo>
                        <a:pt x="31407" y="6006"/>
                      </a:lnTo>
                      <a:lnTo>
                        <a:pt x="31512" y="6006"/>
                      </a:lnTo>
                      <a:lnTo>
                        <a:pt x="31616" y="5880"/>
                      </a:lnTo>
                      <a:lnTo>
                        <a:pt x="31742" y="5880"/>
                      </a:lnTo>
                      <a:lnTo>
                        <a:pt x="31784" y="6006"/>
                      </a:lnTo>
                      <a:lnTo>
                        <a:pt x="31846" y="6006"/>
                      </a:lnTo>
                      <a:lnTo>
                        <a:pt x="31951" y="5880"/>
                      </a:lnTo>
                      <a:lnTo>
                        <a:pt x="32035" y="5922"/>
                      </a:lnTo>
                      <a:lnTo>
                        <a:pt x="32098" y="5901"/>
                      </a:lnTo>
                      <a:lnTo>
                        <a:pt x="32202" y="5817"/>
                      </a:lnTo>
                      <a:lnTo>
                        <a:pt x="32307" y="5817"/>
                      </a:lnTo>
                      <a:lnTo>
                        <a:pt x="32432" y="5755"/>
                      </a:lnTo>
                      <a:lnTo>
                        <a:pt x="32474" y="5817"/>
                      </a:lnTo>
                      <a:lnTo>
                        <a:pt x="32558" y="5796"/>
                      </a:lnTo>
                      <a:lnTo>
                        <a:pt x="32642" y="5713"/>
                      </a:lnTo>
                      <a:lnTo>
                        <a:pt x="32537" y="5650"/>
                      </a:lnTo>
                      <a:lnTo>
                        <a:pt x="32474" y="5713"/>
                      </a:lnTo>
                      <a:lnTo>
                        <a:pt x="32411" y="5650"/>
                      </a:lnTo>
                      <a:lnTo>
                        <a:pt x="32453" y="5504"/>
                      </a:lnTo>
                      <a:lnTo>
                        <a:pt x="32223" y="5378"/>
                      </a:lnTo>
                      <a:lnTo>
                        <a:pt x="32202" y="5357"/>
                      </a:lnTo>
                      <a:lnTo>
                        <a:pt x="32223" y="5294"/>
                      </a:lnTo>
                      <a:lnTo>
                        <a:pt x="32223" y="5252"/>
                      </a:lnTo>
                      <a:lnTo>
                        <a:pt x="32223" y="5169"/>
                      </a:lnTo>
                      <a:lnTo>
                        <a:pt x="32244" y="5085"/>
                      </a:lnTo>
                      <a:lnTo>
                        <a:pt x="32202" y="5022"/>
                      </a:lnTo>
                      <a:lnTo>
                        <a:pt x="32139" y="4959"/>
                      </a:lnTo>
                      <a:lnTo>
                        <a:pt x="32098" y="4939"/>
                      </a:lnTo>
                      <a:lnTo>
                        <a:pt x="32118" y="4855"/>
                      </a:lnTo>
                      <a:lnTo>
                        <a:pt x="32244" y="4123"/>
                      </a:lnTo>
                      <a:lnTo>
                        <a:pt x="32244" y="3934"/>
                      </a:lnTo>
                      <a:lnTo>
                        <a:pt x="32014" y="3725"/>
                      </a:lnTo>
                      <a:lnTo>
                        <a:pt x="31951" y="3788"/>
                      </a:lnTo>
                      <a:lnTo>
                        <a:pt x="31805" y="3725"/>
                      </a:lnTo>
                      <a:lnTo>
                        <a:pt x="31700" y="3767"/>
                      </a:lnTo>
                      <a:lnTo>
                        <a:pt x="31616" y="3683"/>
                      </a:lnTo>
                      <a:lnTo>
                        <a:pt x="31533" y="3662"/>
                      </a:lnTo>
                      <a:lnTo>
                        <a:pt x="31512" y="3662"/>
                      </a:lnTo>
                      <a:lnTo>
                        <a:pt x="31407" y="3767"/>
                      </a:lnTo>
                      <a:lnTo>
                        <a:pt x="31365" y="3830"/>
                      </a:lnTo>
                      <a:lnTo>
                        <a:pt x="31156" y="4081"/>
                      </a:lnTo>
                      <a:lnTo>
                        <a:pt x="31072" y="4206"/>
                      </a:lnTo>
                      <a:lnTo>
                        <a:pt x="31072" y="4311"/>
                      </a:lnTo>
                      <a:lnTo>
                        <a:pt x="30905" y="4395"/>
                      </a:lnTo>
                      <a:lnTo>
                        <a:pt x="30905" y="4520"/>
                      </a:lnTo>
                      <a:lnTo>
                        <a:pt x="30863" y="4625"/>
                      </a:lnTo>
                      <a:lnTo>
                        <a:pt x="30696" y="4813"/>
                      </a:lnTo>
                      <a:lnTo>
                        <a:pt x="30633" y="4834"/>
                      </a:lnTo>
                      <a:lnTo>
                        <a:pt x="30445" y="5043"/>
                      </a:lnTo>
                      <a:lnTo>
                        <a:pt x="30424" y="5127"/>
                      </a:lnTo>
                      <a:lnTo>
                        <a:pt x="30340" y="5169"/>
                      </a:lnTo>
                      <a:lnTo>
                        <a:pt x="30235" y="5148"/>
                      </a:lnTo>
                      <a:lnTo>
                        <a:pt x="30173" y="5148"/>
                      </a:lnTo>
                      <a:lnTo>
                        <a:pt x="30131" y="5190"/>
                      </a:lnTo>
                      <a:lnTo>
                        <a:pt x="30068" y="5190"/>
                      </a:lnTo>
                      <a:lnTo>
                        <a:pt x="29942" y="5336"/>
                      </a:lnTo>
                      <a:lnTo>
                        <a:pt x="28269" y="5294"/>
                      </a:lnTo>
                      <a:lnTo>
                        <a:pt x="28059" y="5336"/>
                      </a:lnTo>
                      <a:lnTo>
                        <a:pt x="27955" y="5441"/>
                      </a:lnTo>
                      <a:lnTo>
                        <a:pt x="27829" y="5483"/>
                      </a:lnTo>
                      <a:lnTo>
                        <a:pt x="27704" y="5566"/>
                      </a:lnTo>
                      <a:lnTo>
                        <a:pt x="27453" y="5817"/>
                      </a:lnTo>
                      <a:lnTo>
                        <a:pt x="27285" y="5859"/>
                      </a:lnTo>
                      <a:lnTo>
                        <a:pt x="27181" y="5922"/>
                      </a:lnTo>
                      <a:lnTo>
                        <a:pt x="26699" y="6299"/>
                      </a:lnTo>
                      <a:lnTo>
                        <a:pt x="25611" y="6612"/>
                      </a:lnTo>
                      <a:lnTo>
                        <a:pt x="25569" y="6864"/>
                      </a:lnTo>
                      <a:lnTo>
                        <a:pt x="25318" y="6968"/>
                      </a:lnTo>
                      <a:lnTo>
                        <a:pt x="23331" y="7491"/>
                      </a:lnTo>
                      <a:lnTo>
                        <a:pt x="23247" y="7324"/>
                      </a:lnTo>
                      <a:lnTo>
                        <a:pt x="23351" y="7177"/>
                      </a:lnTo>
                      <a:lnTo>
                        <a:pt x="23561" y="7073"/>
                      </a:lnTo>
                      <a:lnTo>
                        <a:pt x="23665" y="6947"/>
                      </a:lnTo>
                      <a:lnTo>
                        <a:pt x="23728" y="6822"/>
                      </a:lnTo>
                      <a:lnTo>
                        <a:pt x="23770" y="6696"/>
                      </a:lnTo>
                      <a:lnTo>
                        <a:pt x="23833" y="5922"/>
                      </a:lnTo>
                      <a:lnTo>
                        <a:pt x="23456" y="4143"/>
                      </a:lnTo>
                      <a:lnTo>
                        <a:pt x="23100" y="3871"/>
                      </a:lnTo>
                      <a:lnTo>
                        <a:pt x="22954" y="3683"/>
                      </a:lnTo>
                      <a:lnTo>
                        <a:pt x="20652" y="2616"/>
                      </a:lnTo>
                      <a:lnTo>
                        <a:pt x="20548" y="2553"/>
                      </a:lnTo>
                      <a:lnTo>
                        <a:pt x="20422" y="2511"/>
                      </a:lnTo>
                      <a:lnTo>
                        <a:pt x="20380" y="2449"/>
                      </a:lnTo>
                      <a:lnTo>
                        <a:pt x="20087" y="2449"/>
                      </a:lnTo>
                      <a:lnTo>
                        <a:pt x="20066" y="2344"/>
                      </a:lnTo>
                      <a:lnTo>
                        <a:pt x="19983" y="2302"/>
                      </a:lnTo>
                      <a:lnTo>
                        <a:pt x="19899" y="2344"/>
                      </a:lnTo>
                      <a:lnTo>
                        <a:pt x="19711" y="2344"/>
                      </a:lnTo>
                      <a:lnTo>
                        <a:pt x="19606" y="2323"/>
                      </a:lnTo>
                      <a:lnTo>
                        <a:pt x="19543" y="2239"/>
                      </a:lnTo>
                      <a:lnTo>
                        <a:pt x="19439" y="2198"/>
                      </a:lnTo>
                      <a:lnTo>
                        <a:pt x="19230" y="2135"/>
                      </a:lnTo>
                      <a:lnTo>
                        <a:pt x="19167" y="2009"/>
                      </a:lnTo>
                      <a:lnTo>
                        <a:pt x="19083" y="2009"/>
                      </a:lnTo>
                      <a:lnTo>
                        <a:pt x="18958" y="1905"/>
                      </a:lnTo>
                      <a:lnTo>
                        <a:pt x="18853" y="1905"/>
                      </a:lnTo>
                      <a:lnTo>
                        <a:pt x="18769" y="1884"/>
                      </a:lnTo>
                      <a:lnTo>
                        <a:pt x="18644" y="1905"/>
                      </a:lnTo>
                      <a:lnTo>
                        <a:pt x="18623" y="1926"/>
                      </a:lnTo>
                      <a:lnTo>
                        <a:pt x="18560" y="1842"/>
                      </a:lnTo>
                      <a:lnTo>
                        <a:pt x="18434" y="1821"/>
                      </a:lnTo>
                      <a:lnTo>
                        <a:pt x="18414" y="1800"/>
                      </a:lnTo>
                      <a:lnTo>
                        <a:pt x="18309" y="1737"/>
                      </a:lnTo>
                      <a:lnTo>
                        <a:pt x="18288" y="1716"/>
                      </a:lnTo>
                      <a:lnTo>
                        <a:pt x="18204" y="1633"/>
                      </a:lnTo>
                      <a:lnTo>
                        <a:pt x="18204" y="1612"/>
                      </a:lnTo>
                      <a:lnTo>
                        <a:pt x="18079" y="1507"/>
                      </a:lnTo>
                      <a:lnTo>
                        <a:pt x="17932" y="1507"/>
                      </a:lnTo>
                      <a:lnTo>
                        <a:pt x="17807" y="1486"/>
                      </a:lnTo>
                      <a:lnTo>
                        <a:pt x="2846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</p:grpSp>
        </p:grpSp>
        <p:grpSp>
          <p:nvGrpSpPr>
            <p:cNvPr id="586" name="Google Shape;7692;p67">
              <a:extLst>
                <a:ext uri="{FF2B5EF4-FFF2-40B4-BE49-F238E27FC236}">
                  <a16:creationId xmlns:a16="http://schemas.microsoft.com/office/drawing/2014/main" id="{9C31C0F6-F4C1-1609-A6C4-803B7F4CFEA3}"/>
                </a:ext>
              </a:extLst>
            </p:cNvPr>
            <p:cNvGrpSpPr/>
            <p:nvPr/>
          </p:nvGrpSpPr>
          <p:grpSpPr>
            <a:xfrm>
              <a:off x="2605700" y="3152850"/>
              <a:ext cx="594125" cy="616250"/>
              <a:chOff x="2605700" y="3152850"/>
              <a:chExt cx="594125" cy="616250"/>
            </a:xfrm>
            <a:grpFill/>
          </p:grpSpPr>
          <p:sp>
            <p:nvSpPr>
              <p:cNvPr id="801" name="Google Shape;7693;p67">
                <a:extLst>
                  <a:ext uri="{FF2B5EF4-FFF2-40B4-BE49-F238E27FC236}">
                    <a16:creationId xmlns:a16="http://schemas.microsoft.com/office/drawing/2014/main" id="{57E457DC-8AEC-DA54-ED16-E8B1A265167D}"/>
                  </a:ext>
                </a:extLst>
              </p:cNvPr>
              <p:cNvSpPr/>
              <p:nvPr/>
            </p:nvSpPr>
            <p:spPr>
              <a:xfrm>
                <a:off x="2605700" y="3152850"/>
                <a:ext cx="379825" cy="616250"/>
              </a:xfrm>
              <a:custGeom>
                <a:avLst/>
                <a:gdLst/>
                <a:ahLst/>
                <a:cxnLst/>
                <a:rect l="l" t="t" r="r" b="b"/>
                <a:pathLst>
                  <a:path w="15193" h="24650" extrusionOk="0">
                    <a:moveTo>
                      <a:pt x="14024" y="2338"/>
                    </a:moveTo>
                    <a:lnTo>
                      <a:pt x="8818" y="0"/>
                    </a:lnTo>
                    <a:lnTo>
                      <a:pt x="4037" y="1594"/>
                    </a:lnTo>
                    <a:lnTo>
                      <a:pt x="0" y="7225"/>
                    </a:lnTo>
                    <a:lnTo>
                      <a:pt x="2018" y="11156"/>
                    </a:lnTo>
                    <a:lnTo>
                      <a:pt x="7331" y="12325"/>
                    </a:lnTo>
                    <a:lnTo>
                      <a:pt x="10518" y="17531"/>
                    </a:lnTo>
                    <a:lnTo>
                      <a:pt x="11049" y="22843"/>
                    </a:lnTo>
                    <a:lnTo>
                      <a:pt x="13705" y="24650"/>
                    </a:lnTo>
                    <a:lnTo>
                      <a:pt x="15193" y="18700"/>
                    </a:lnTo>
                    <a:lnTo>
                      <a:pt x="12218" y="5844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2" name="Google Shape;7694;p67">
                <a:extLst>
                  <a:ext uri="{FF2B5EF4-FFF2-40B4-BE49-F238E27FC236}">
                    <a16:creationId xmlns:a16="http://schemas.microsoft.com/office/drawing/2014/main" id="{6148C0F7-E8AE-21AB-FEC3-20C0275EDD10}"/>
                  </a:ext>
                </a:extLst>
              </p:cNvPr>
              <p:cNvSpPr/>
              <p:nvPr/>
            </p:nvSpPr>
            <p:spPr>
              <a:xfrm>
                <a:off x="2632775" y="3168475"/>
                <a:ext cx="567050" cy="590050"/>
              </a:xfrm>
              <a:custGeom>
                <a:avLst/>
                <a:gdLst/>
                <a:ahLst/>
                <a:cxnLst/>
                <a:rect l="l" t="t" r="r" b="b"/>
                <a:pathLst>
                  <a:path w="22682" h="23602" extrusionOk="0">
                    <a:moveTo>
                      <a:pt x="13852" y="21070"/>
                    </a:moveTo>
                    <a:lnTo>
                      <a:pt x="13894" y="21091"/>
                    </a:lnTo>
                    <a:lnTo>
                      <a:pt x="13977" y="21217"/>
                    </a:lnTo>
                    <a:lnTo>
                      <a:pt x="14103" y="21384"/>
                    </a:lnTo>
                    <a:lnTo>
                      <a:pt x="14166" y="21384"/>
                    </a:lnTo>
                    <a:lnTo>
                      <a:pt x="14208" y="21342"/>
                    </a:lnTo>
                    <a:lnTo>
                      <a:pt x="14228" y="21384"/>
                    </a:lnTo>
                    <a:lnTo>
                      <a:pt x="14228" y="21489"/>
                    </a:lnTo>
                    <a:lnTo>
                      <a:pt x="14187" y="21489"/>
                    </a:lnTo>
                    <a:lnTo>
                      <a:pt x="14124" y="21698"/>
                    </a:lnTo>
                    <a:lnTo>
                      <a:pt x="13998" y="21928"/>
                    </a:lnTo>
                    <a:lnTo>
                      <a:pt x="13873" y="21928"/>
                    </a:lnTo>
                    <a:lnTo>
                      <a:pt x="13852" y="22075"/>
                    </a:lnTo>
                    <a:lnTo>
                      <a:pt x="13789" y="22158"/>
                    </a:lnTo>
                    <a:lnTo>
                      <a:pt x="13768" y="22158"/>
                    </a:lnTo>
                    <a:lnTo>
                      <a:pt x="13643" y="22242"/>
                    </a:lnTo>
                    <a:lnTo>
                      <a:pt x="13559" y="22326"/>
                    </a:lnTo>
                    <a:lnTo>
                      <a:pt x="13559" y="22367"/>
                    </a:lnTo>
                    <a:lnTo>
                      <a:pt x="13454" y="22388"/>
                    </a:lnTo>
                    <a:lnTo>
                      <a:pt x="13392" y="22451"/>
                    </a:lnTo>
                    <a:lnTo>
                      <a:pt x="13392" y="22472"/>
                    </a:lnTo>
                    <a:lnTo>
                      <a:pt x="13329" y="22347"/>
                    </a:lnTo>
                    <a:lnTo>
                      <a:pt x="13371" y="22242"/>
                    </a:lnTo>
                    <a:lnTo>
                      <a:pt x="13454" y="22179"/>
                    </a:lnTo>
                    <a:lnTo>
                      <a:pt x="13454" y="22116"/>
                    </a:lnTo>
                    <a:lnTo>
                      <a:pt x="13559" y="22012"/>
                    </a:lnTo>
                    <a:lnTo>
                      <a:pt x="13559" y="21928"/>
                    </a:lnTo>
                    <a:lnTo>
                      <a:pt x="13601" y="21970"/>
                    </a:lnTo>
                    <a:lnTo>
                      <a:pt x="13684" y="21970"/>
                    </a:lnTo>
                    <a:lnTo>
                      <a:pt x="13789" y="21865"/>
                    </a:lnTo>
                    <a:lnTo>
                      <a:pt x="13789" y="21761"/>
                    </a:lnTo>
                    <a:lnTo>
                      <a:pt x="13810" y="21740"/>
                    </a:lnTo>
                    <a:lnTo>
                      <a:pt x="13810" y="21614"/>
                    </a:lnTo>
                    <a:lnTo>
                      <a:pt x="13873" y="21551"/>
                    </a:lnTo>
                    <a:lnTo>
                      <a:pt x="13915" y="21551"/>
                    </a:lnTo>
                    <a:lnTo>
                      <a:pt x="13977" y="21447"/>
                    </a:lnTo>
                    <a:lnTo>
                      <a:pt x="13956" y="21384"/>
                    </a:lnTo>
                    <a:lnTo>
                      <a:pt x="13894" y="21300"/>
                    </a:lnTo>
                    <a:lnTo>
                      <a:pt x="13894" y="21112"/>
                    </a:lnTo>
                    <a:lnTo>
                      <a:pt x="13852" y="21070"/>
                    </a:lnTo>
                    <a:close/>
                    <a:moveTo>
                      <a:pt x="7617" y="0"/>
                    </a:moveTo>
                    <a:lnTo>
                      <a:pt x="7617" y="147"/>
                    </a:lnTo>
                    <a:lnTo>
                      <a:pt x="7575" y="272"/>
                    </a:lnTo>
                    <a:lnTo>
                      <a:pt x="7282" y="481"/>
                    </a:lnTo>
                    <a:lnTo>
                      <a:pt x="7094" y="502"/>
                    </a:lnTo>
                    <a:lnTo>
                      <a:pt x="6842" y="607"/>
                    </a:lnTo>
                    <a:lnTo>
                      <a:pt x="6738" y="565"/>
                    </a:lnTo>
                    <a:lnTo>
                      <a:pt x="6570" y="586"/>
                    </a:lnTo>
                    <a:lnTo>
                      <a:pt x="6382" y="732"/>
                    </a:lnTo>
                    <a:lnTo>
                      <a:pt x="6215" y="795"/>
                    </a:lnTo>
                    <a:lnTo>
                      <a:pt x="6152" y="732"/>
                    </a:lnTo>
                    <a:lnTo>
                      <a:pt x="5901" y="774"/>
                    </a:lnTo>
                    <a:lnTo>
                      <a:pt x="5692" y="774"/>
                    </a:lnTo>
                    <a:lnTo>
                      <a:pt x="5503" y="670"/>
                    </a:lnTo>
                    <a:lnTo>
                      <a:pt x="5315" y="628"/>
                    </a:lnTo>
                    <a:lnTo>
                      <a:pt x="5169" y="586"/>
                    </a:lnTo>
                    <a:lnTo>
                      <a:pt x="5169" y="586"/>
                    </a:lnTo>
                    <a:lnTo>
                      <a:pt x="5231" y="711"/>
                    </a:lnTo>
                    <a:lnTo>
                      <a:pt x="5378" y="774"/>
                    </a:lnTo>
                    <a:lnTo>
                      <a:pt x="5503" y="879"/>
                    </a:lnTo>
                    <a:lnTo>
                      <a:pt x="5545" y="984"/>
                    </a:lnTo>
                    <a:lnTo>
                      <a:pt x="5399" y="1235"/>
                    </a:lnTo>
                    <a:lnTo>
                      <a:pt x="5420" y="1297"/>
                    </a:lnTo>
                    <a:lnTo>
                      <a:pt x="5441" y="1339"/>
                    </a:lnTo>
                    <a:lnTo>
                      <a:pt x="5420" y="1528"/>
                    </a:lnTo>
                    <a:lnTo>
                      <a:pt x="5692" y="1611"/>
                    </a:lnTo>
                    <a:lnTo>
                      <a:pt x="5859" y="1569"/>
                    </a:lnTo>
                    <a:lnTo>
                      <a:pt x="6047" y="1611"/>
                    </a:lnTo>
                    <a:lnTo>
                      <a:pt x="6047" y="1716"/>
                    </a:lnTo>
                    <a:lnTo>
                      <a:pt x="5922" y="1758"/>
                    </a:lnTo>
                    <a:lnTo>
                      <a:pt x="5650" y="1820"/>
                    </a:lnTo>
                    <a:lnTo>
                      <a:pt x="5608" y="1862"/>
                    </a:lnTo>
                    <a:lnTo>
                      <a:pt x="5545" y="1925"/>
                    </a:lnTo>
                    <a:lnTo>
                      <a:pt x="5503" y="2072"/>
                    </a:lnTo>
                    <a:lnTo>
                      <a:pt x="5210" y="2239"/>
                    </a:lnTo>
                    <a:lnTo>
                      <a:pt x="5106" y="2344"/>
                    </a:lnTo>
                    <a:lnTo>
                      <a:pt x="4897" y="2469"/>
                    </a:lnTo>
                    <a:lnTo>
                      <a:pt x="4771" y="2616"/>
                    </a:lnTo>
                    <a:lnTo>
                      <a:pt x="4541" y="2616"/>
                    </a:lnTo>
                    <a:lnTo>
                      <a:pt x="4394" y="2595"/>
                    </a:lnTo>
                    <a:lnTo>
                      <a:pt x="4164" y="2406"/>
                    </a:lnTo>
                    <a:lnTo>
                      <a:pt x="3955" y="2260"/>
                    </a:lnTo>
                    <a:lnTo>
                      <a:pt x="3809" y="2281"/>
                    </a:lnTo>
                    <a:lnTo>
                      <a:pt x="3809" y="2134"/>
                    </a:lnTo>
                    <a:lnTo>
                      <a:pt x="3767" y="1988"/>
                    </a:lnTo>
                    <a:lnTo>
                      <a:pt x="3662" y="1883"/>
                    </a:lnTo>
                    <a:lnTo>
                      <a:pt x="3641" y="1820"/>
                    </a:lnTo>
                    <a:lnTo>
                      <a:pt x="3495" y="1862"/>
                    </a:lnTo>
                    <a:lnTo>
                      <a:pt x="3390" y="1988"/>
                    </a:lnTo>
                    <a:lnTo>
                      <a:pt x="3306" y="1988"/>
                    </a:lnTo>
                    <a:lnTo>
                      <a:pt x="3244" y="1946"/>
                    </a:lnTo>
                    <a:lnTo>
                      <a:pt x="3139" y="1946"/>
                    </a:lnTo>
                    <a:lnTo>
                      <a:pt x="3076" y="2030"/>
                    </a:lnTo>
                    <a:lnTo>
                      <a:pt x="2407" y="2030"/>
                    </a:lnTo>
                    <a:lnTo>
                      <a:pt x="2386" y="2197"/>
                    </a:lnTo>
                    <a:lnTo>
                      <a:pt x="2448" y="2344"/>
                    </a:lnTo>
                    <a:lnTo>
                      <a:pt x="2658" y="2385"/>
                    </a:lnTo>
                    <a:lnTo>
                      <a:pt x="2720" y="2553"/>
                    </a:lnTo>
                    <a:lnTo>
                      <a:pt x="2679" y="2616"/>
                    </a:lnTo>
                    <a:lnTo>
                      <a:pt x="2762" y="2699"/>
                    </a:lnTo>
                    <a:lnTo>
                      <a:pt x="2720" y="2804"/>
                    </a:lnTo>
                    <a:lnTo>
                      <a:pt x="2595" y="2720"/>
                    </a:lnTo>
                    <a:lnTo>
                      <a:pt x="2197" y="2867"/>
                    </a:lnTo>
                    <a:lnTo>
                      <a:pt x="2239" y="3180"/>
                    </a:lnTo>
                    <a:lnTo>
                      <a:pt x="2344" y="3306"/>
                    </a:lnTo>
                    <a:lnTo>
                      <a:pt x="2553" y="3452"/>
                    </a:lnTo>
                    <a:lnTo>
                      <a:pt x="2679" y="3724"/>
                    </a:lnTo>
                    <a:lnTo>
                      <a:pt x="2679" y="3913"/>
                    </a:lnTo>
                    <a:lnTo>
                      <a:pt x="2679" y="3976"/>
                    </a:lnTo>
                    <a:lnTo>
                      <a:pt x="2365" y="5189"/>
                    </a:lnTo>
                    <a:lnTo>
                      <a:pt x="2260" y="5503"/>
                    </a:lnTo>
                    <a:lnTo>
                      <a:pt x="2281" y="5545"/>
                    </a:lnTo>
                    <a:lnTo>
                      <a:pt x="2239" y="5629"/>
                    </a:lnTo>
                    <a:lnTo>
                      <a:pt x="2093" y="5608"/>
                    </a:lnTo>
                    <a:lnTo>
                      <a:pt x="2093" y="5587"/>
                    </a:lnTo>
                    <a:lnTo>
                      <a:pt x="1967" y="5503"/>
                    </a:lnTo>
                    <a:lnTo>
                      <a:pt x="1821" y="5503"/>
                    </a:lnTo>
                    <a:lnTo>
                      <a:pt x="1758" y="5482"/>
                    </a:lnTo>
                    <a:lnTo>
                      <a:pt x="1716" y="5545"/>
                    </a:lnTo>
                    <a:lnTo>
                      <a:pt x="1319" y="5691"/>
                    </a:lnTo>
                    <a:lnTo>
                      <a:pt x="1026" y="5733"/>
                    </a:lnTo>
                    <a:lnTo>
                      <a:pt x="942" y="5817"/>
                    </a:lnTo>
                    <a:lnTo>
                      <a:pt x="879" y="5838"/>
                    </a:lnTo>
                    <a:lnTo>
                      <a:pt x="733" y="5963"/>
                    </a:lnTo>
                    <a:lnTo>
                      <a:pt x="607" y="6026"/>
                    </a:lnTo>
                    <a:lnTo>
                      <a:pt x="503" y="6110"/>
                    </a:lnTo>
                    <a:lnTo>
                      <a:pt x="523" y="6256"/>
                    </a:lnTo>
                    <a:lnTo>
                      <a:pt x="482" y="6340"/>
                    </a:lnTo>
                    <a:lnTo>
                      <a:pt x="503" y="6424"/>
                    </a:lnTo>
                    <a:lnTo>
                      <a:pt x="356" y="6570"/>
                    </a:lnTo>
                    <a:lnTo>
                      <a:pt x="398" y="6779"/>
                    </a:lnTo>
                    <a:lnTo>
                      <a:pt x="461" y="6884"/>
                    </a:lnTo>
                    <a:lnTo>
                      <a:pt x="356" y="6968"/>
                    </a:lnTo>
                    <a:lnTo>
                      <a:pt x="272" y="6947"/>
                    </a:lnTo>
                    <a:lnTo>
                      <a:pt x="105" y="7051"/>
                    </a:lnTo>
                    <a:lnTo>
                      <a:pt x="105" y="7156"/>
                    </a:lnTo>
                    <a:lnTo>
                      <a:pt x="63" y="7198"/>
                    </a:lnTo>
                    <a:lnTo>
                      <a:pt x="84" y="7282"/>
                    </a:lnTo>
                    <a:lnTo>
                      <a:pt x="63" y="7407"/>
                    </a:lnTo>
                    <a:lnTo>
                      <a:pt x="0" y="7512"/>
                    </a:lnTo>
                    <a:lnTo>
                      <a:pt x="63" y="7616"/>
                    </a:lnTo>
                    <a:lnTo>
                      <a:pt x="42" y="7700"/>
                    </a:lnTo>
                    <a:lnTo>
                      <a:pt x="189" y="7846"/>
                    </a:lnTo>
                    <a:lnTo>
                      <a:pt x="482" y="8307"/>
                    </a:lnTo>
                    <a:lnTo>
                      <a:pt x="314" y="8474"/>
                    </a:lnTo>
                    <a:lnTo>
                      <a:pt x="691" y="8453"/>
                    </a:lnTo>
                    <a:lnTo>
                      <a:pt x="879" y="8474"/>
                    </a:lnTo>
                    <a:lnTo>
                      <a:pt x="1005" y="8662"/>
                    </a:lnTo>
                    <a:lnTo>
                      <a:pt x="1026" y="8830"/>
                    </a:lnTo>
                    <a:lnTo>
                      <a:pt x="1256" y="8830"/>
                    </a:lnTo>
                    <a:lnTo>
                      <a:pt x="1549" y="8851"/>
                    </a:lnTo>
                    <a:lnTo>
                      <a:pt x="1779" y="8621"/>
                    </a:lnTo>
                    <a:lnTo>
                      <a:pt x="1988" y="8474"/>
                    </a:lnTo>
                    <a:lnTo>
                      <a:pt x="2051" y="8537"/>
                    </a:lnTo>
                    <a:lnTo>
                      <a:pt x="2030" y="8662"/>
                    </a:lnTo>
                    <a:lnTo>
                      <a:pt x="1967" y="8725"/>
                    </a:lnTo>
                    <a:lnTo>
                      <a:pt x="1967" y="8934"/>
                    </a:lnTo>
                    <a:lnTo>
                      <a:pt x="1988" y="9269"/>
                    </a:lnTo>
                    <a:lnTo>
                      <a:pt x="1988" y="9395"/>
                    </a:lnTo>
                    <a:lnTo>
                      <a:pt x="2072" y="9478"/>
                    </a:lnTo>
                    <a:lnTo>
                      <a:pt x="2176" y="9458"/>
                    </a:lnTo>
                    <a:lnTo>
                      <a:pt x="2281" y="9416"/>
                    </a:lnTo>
                    <a:lnTo>
                      <a:pt x="2469" y="9416"/>
                    </a:lnTo>
                    <a:lnTo>
                      <a:pt x="2511" y="9458"/>
                    </a:lnTo>
                    <a:lnTo>
                      <a:pt x="3076" y="9458"/>
                    </a:lnTo>
                    <a:lnTo>
                      <a:pt x="3223" y="9353"/>
                    </a:lnTo>
                    <a:lnTo>
                      <a:pt x="3306" y="9353"/>
                    </a:lnTo>
                    <a:lnTo>
                      <a:pt x="3432" y="9248"/>
                    </a:lnTo>
                    <a:lnTo>
                      <a:pt x="3557" y="9248"/>
                    </a:lnTo>
                    <a:lnTo>
                      <a:pt x="3725" y="9186"/>
                    </a:lnTo>
                    <a:lnTo>
                      <a:pt x="3829" y="8934"/>
                    </a:lnTo>
                    <a:lnTo>
                      <a:pt x="4081" y="8746"/>
                    </a:lnTo>
                    <a:lnTo>
                      <a:pt x="4269" y="8725"/>
                    </a:lnTo>
                    <a:lnTo>
                      <a:pt x="4457" y="8621"/>
                    </a:lnTo>
                    <a:lnTo>
                      <a:pt x="4583" y="8621"/>
                    </a:lnTo>
                    <a:lnTo>
                      <a:pt x="4687" y="8683"/>
                    </a:lnTo>
                    <a:lnTo>
                      <a:pt x="4813" y="8621"/>
                    </a:lnTo>
                    <a:lnTo>
                      <a:pt x="4897" y="8662"/>
                    </a:lnTo>
                    <a:lnTo>
                      <a:pt x="4876" y="8788"/>
                    </a:lnTo>
                    <a:lnTo>
                      <a:pt x="4959" y="8997"/>
                    </a:lnTo>
                    <a:lnTo>
                      <a:pt x="5085" y="9374"/>
                    </a:lnTo>
                    <a:lnTo>
                      <a:pt x="5169" y="9646"/>
                    </a:lnTo>
                    <a:lnTo>
                      <a:pt x="5106" y="9751"/>
                    </a:lnTo>
                    <a:lnTo>
                      <a:pt x="5210" y="9960"/>
                    </a:lnTo>
                    <a:lnTo>
                      <a:pt x="5357" y="10002"/>
                    </a:lnTo>
                    <a:lnTo>
                      <a:pt x="5399" y="10190"/>
                    </a:lnTo>
                    <a:lnTo>
                      <a:pt x="5524" y="10274"/>
                    </a:lnTo>
                    <a:lnTo>
                      <a:pt x="5713" y="10357"/>
                    </a:lnTo>
                    <a:lnTo>
                      <a:pt x="5838" y="10462"/>
                    </a:lnTo>
                    <a:lnTo>
                      <a:pt x="5901" y="10420"/>
                    </a:lnTo>
                    <a:lnTo>
                      <a:pt x="6131" y="10357"/>
                    </a:lnTo>
                    <a:lnTo>
                      <a:pt x="6340" y="10587"/>
                    </a:lnTo>
                    <a:lnTo>
                      <a:pt x="6508" y="10525"/>
                    </a:lnTo>
                    <a:lnTo>
                      <a:pt x="6717" y="10755"/>
                    </a:lnTo>
                    <a:lnTo>
                      <a:pt x="6822" y="10755"/>
                    </a:lnTo>
                    <a:lnTo>
                      <a:pt x="7073" y="10839"/>
                    </a:lnTo>
                    <a:lnTo>
                      <a:pt x="7240" y="10880"/>
                    </a:lnTo>
                    <a:lnTo>
                      <a:pt x="7261" y="11048"/>
                    </a:lnTo>
                    <a:lnTo>
                      <a:pt x="7366" y="11069"/>
                    </a:lnTo>
                    <a:lnTo>
                      <a:pt x="7512" y="11152"/>
                    </a:lnTo>
                    <a:lnTo>
                      <a:pt x="7868" y="11131"/>
                    </a:lnTo>
                    <a:lnTo>
                      <a:pt x="8098" y="11257"/>
                    </a:lnTo>
                    <a:lnTo>
                      <a:pt x="8140" y="11362"/>
                    </a:lnTo>
                    <a:lnTo>
                      <a:pt x="8119" y="11634"/>
                    </a:lnTo>
                    <a:lnTo>
                      <a:pt x="8182" y="11843"/>
                    </a:lnTo>
                    <a:lnTo>
                      <a:pt x="8098" y="11968"/>
                    </a:lnTo>
                    <a:lnTo>
                      <a:pt x="8307" y="12324"/>
                    </a:lnTo>
                    <a:lnTo>
                      <a:pt x="8286" y="12596"/>
                    </a:lnTo>
                    <a:lnTo>
                      <a:pt x="9290" y="12617"/>
                    </a:lnTo>
                    <a:lnTo>
                      <a:pt x="9353" y="12973"/>
                    </a:lnTo>
                    <a:lnTo>
                      <a:pt x="9332" y="13224"/>
                    </a:lnTo>
                    <a:lnTo>
                      <a:pt x="9604" y="13287"/>
                    </a:lnTo>
                    <a:lnTo>
                      <a:pt x="9897" y="13810"/>
                    </a:lnTo>
                    <a:lnTo>
                      <a:pt x="9918" y="14103"/>
                    </a:lnTo>
                    <a:lnTo>
                      <a:pt x="9646" y="14688"/>
                    </a:lnTo>
                    <a:lnTo>
                      <a:pt x="9667" y="14772"/>
                    </a:lnTo>
                    <a:lnTo>
                      <a:pt x="9583" y="14856"/>
                    </a:lnTo>
                    <a:lnTo>
                      <a:pt x="9646" y="14919"/>
                    </a:lnTo>
                    <a:lnTo>
                      <a:pt x="9604" y="15044"/>
                    </a:lnTo>
                    <a:lnTo>
                      <a:pt x="9751" y="15149"/>
                    </a:lnTo>
                    <a:lnTo>
                      <a:pt x="9751" y="15337"/>
                    </a:lnTo>
                    <a:lnTo>
                      <a:pt x="9855" y="15525"/>
                    </a:lnTo>
                    <a:lnTo>
                      <a:pt x="9793" y="15860"/>
                    </a:lnTo>
                    <a:lnTo>
                      <a:pt x="9814" y="15986"/>
                    </a:lnTo>
                    <a:lnTo>
                      <a:pt x="9772" y="16111"/>
                    </a:lnTo>
                    <a:lnTo>
                      <a:pt x="9814" y="16258"/>
                    </a:lnTo>
                    <a:lnTo>
                      <a:pt x="10023" y="16216"/>
                    </a:lnTo>
                    <a:lnTo>
                      <a:pt x="10107" y="16279"/>
                    </a:lnTo>
                    <a:lnTo>
                      <a:pt x="10379" y="16258"/>
                    </a:lnTo>
                    <a:lnTo>
                      <a:pt x="10525" y="16300"/>
                    </a:lnTo>
                    <a:lnTo>
                      <a:pt x="10797" y="16195"/>
                    </a:lnTo>
                    <a:lnTo>
                      <a:pt x="10923" y="16300"/>
                    </a:lnTo>
                    <a:lnTo>
                      <a:pt x="11027" y="16321"/>
                    </a:lnTo>
                    <a:lnTo>
                      <a:pt x="11069" y="16467"/>
                    </a:lnTo>
                    <a:lnTo>
                      <a:pt x="11236" y="17095"/>
                    </a:lnTo>
                    <a:lnTo>
                      <a:pt x="11341" y="17304"/>
                    </a:lnTo>
                    <a:lnTo>
                      <a:pt x="11446" y="17325"/>
                    </a:lnTo>
                    <a:lnTo>
                      <a:pt x="11676" y="17199"/>
                    </a:lnTo>
                    <a:lnTo>
                      <a:pt x="11801" y="17241"/>
                    </a:lnTo>
                    <a:lnTo>
                      <a:pt x="11885" y="17325"/>
                    </a:lnTo>
                    <a:lnTo>
                      <a:pt x="11969" y="17346"/>
                    </a:lnTo>
                    <a:lnTo>
                      <a:pt x="11906" y="17450"/>
                    </a:lnTo>
                    <a:lnTo>
                      <a:pt x="11885" y="17994"/>
                    </a:lnTo>
                    <a:lnTo>
                      <a:pt x="11864" y="18057"/>
                    </a:lnTo>
                    <a:lnTo>
                      <a:pt x="11822" y="18078"/>
                    </a:lnTo>
                    <a:lnTo>
                      <a:pt x="11822" y="18162"/>
                    </a:lnTo>
                    <a:lnTo>
                      <a:pt x="11801" y="18204"/>
                    </a:lnTo>
                    <a:lnTo>
                      <a:pt x="11801" y="18287"/>
                    </a:lnTo>
                    <a:lnTo>
                      <a:pt x="11906" y="18204"/>
                    </a:lnTo>
                    <a:lnTo>
                      <a:pt x="12178" y="18245"/>
                    </a:lnTo>
                    <a:lnTo>
                      <a:pt x="12178" y="18350"/>
                    </a:lnTo>
                    <a:lnTo>
                      <a:pt x="12283" y="18580"/>
                    </a:lnTo>
                    <a:lnTo>
                      <a:pt x="12283" y="18769"/>
                    </a:lnTo>
                    <a:lnTo>
                      <a:pt x="12303" y="18999"/>
                    </a:lnTo>
                    <a:lnTo>
                      <a:pt x="12324" y="19208"/>
                    </a:lnTo>
                    <a:lnTo>
                      <a:pt x="12303" y="19292"/>
                    </a:lnTo>
                    <a:lnTo>
                      <a:pt x="12199" y="19292"/>
                    </a:lnTo>
                    <a:lnTo>
                      <a:pt x="12073" y="19354"/>
                    </a:lnTo>
                    <a:lnTo>
                      <a:pt x="12031" y="19417"/>
                    </a:lnTo>
                    <a:lnTo>
                      <a:pt x="11969" y="19501"/>
                    </a:lnTo>
                    <a:lnTo>
                      <a:pt x="11927" y="19459"/>
                    </a:lnTo>
                    <a:lnTo>
                      <a:pt x="11697" y="19626"/>
                    </a:lnTo>
                    <a:lnTo>
                      <a:pt x="11655" y="19710"/>
                    </a:lnTo>
                    <a:lnTo>
                      <a:pt x="11571" y="19731"/>
                    </a:lnTo>
                    <a:lnTo>
                      <a:pt x="11362" y="19919"/>
                    </a:lnTo>
                    <a:lnTo>
                      <a:pt x="11278" y="19940"/>
                    </a:lnTo>
                    <a:lnTo>
                      <a:pt x="11278" y="20066"/>
                    </a:lnTo>
                    <a:lnTo>
                      <a:pt x="11195" y="20087"/>
                    </a:lnTo>
                    <a:lnTo>
                      <a:pt x="11132" y="20087"/>
                    </a:lnTo>
                    <a:lnTo>
                      <a:pt x="10943" y="20338"/>
                    </a:lnTo>
                    <a:lnTo>
                      <a:pt x="10923" y="20401"/>
                    </a:lnTo>
                    <a:lnTo>
                      <a:pt x="10923" y="20547"/>
                    </a:lnTo>
                    <a:lnTo>
                      <a:pt x="10839" y="20568"/>
                    </a:lnTo>
                    <a:lnTo>
                      <a:pt x="10776" y="20652"/>
                    </a:lnTo>
                    <a:lnTo>
                      <a:pt x="10671" y="20861"/>
                    </a:lnTo>
                    <a:lnTo>
                      <a:pt x="10609" y="20924"/>
                    </a:lnTo>
                    <a:lnTo>
                      <a:pt x="10504" y="21091"/>
                    </a:lnTo>
                    <a:lnTo>
                      <a:pt x="10504" y="21133"/>
                    </a:lnTo>
                    <a:lnTo>
                      <a:pt x="10399" y="21217"/>
                    </a:lnTo>
                    <a:lnTo>
                      <a:pt x="10358" y="21279"/>
                    </a:lnTo>
                    <a:lnTo>
                      <a:pt x="10441" y="21279"/>
                    </a:lnTo>
                    <a:lnTo>
                      <a:pt x="10504" y="21300"/>
                    </a:lnTo>
                    <a:lnTo>
                      <a:pt x="10776" y="21217"/>
                    </a:lnTo>
                    <a:lnTo>
                      <a:pt x="10923" y="21300"/>
                    </a:lnTo>
                    <a:lnTo>
                      <a:pt x="11048" y="21489"/>
                    </a:lnTo>
                    <a:lnTo>
                      <a:pt x="11153" y="21530"/>
                    </a:lnTo>
                    <a:lnTo>
                      <a:pt x="11236" y="21698"/>
                    </a:lnTo>
                    <a:lnTo>
                      <a:pt x="11362" y="21928"/>
                    </a:lnTo>
                    <a:lnTo>
                      <a:pt x="11446" y="21928"/>
                    </a:lnTo>
                    <a:lnTo>
                      <a:pt x="11550" y="21803"/>
                    </a:lnTo>
                    <a:lnTo>
                      <a:pt x="11592" y="21803"/>
                    </a:lnTo>
                    <a:lnTo>
                      <a:pt x="11718" y="22012"/>
                    </a:lnTo>
                    <a:lnTo>
                      <a:pt x="11885" y="22075"/>
                    </a:lnTo>
                    <a:lnTo>
                      <a:pt x="12011" y="22116"/>
                    </a:lnTo>
                    <a:lnTo>
                      <a:pt x="12136" y="22242"/>
                    </a:lnTo>
                    <a:lnTo>
                      <a:pt x="12136" y="22388"/>
                    </a:lnTo>
                    <a:lnTo>
                      <a:pt x="12241" y="22367"/>
                    </a:lnTo>
                    <a:lnTo>
                      <a:pt x="12492" y="22472"/>
                    </a:lnTo>
                    <a:lnTo>
                      <a:pt x="12617" y="22639"/>
                    </a:lnTo>
                    <a:lnTo>
                      <a:pt x="12743" y="22849"/>
                    </a:lnTo>
                    <a:lnTo>
                      <a:pt x="12868" y="22911"/>
                    </a:lnTo>
                    <a:lnTo>
                      <a:pt x="12848" y="23079"/>
                    </a:lnTo>
                    <a:lnTo>
                      <a:pt x="12743" y="23225"/>
                    </a:lnTo>
                    <a:lnTo>
                      <a:pt x="12806" y="23414"/>
                    </a:lnTo>
                    <a:lnTo>
                      <a:pt x="12827" y="23476"/>
                    </a:lnTo>
                    <a:lnTo>
                      <a:pt x="12848" y="23497"/>
                    </a:lnTo>
                    <a:lnTo>
                      <a:pt x="12931" y="23581"/>
                    </a:lnTo>
                    <a:lnTo>
                      <a:pt x="12952" y="23602"/>
                    </a:lnTo>
                    <a:lnTo>
                      <a:pt x="13161" y="23414"/>
                    </a:lnTo>
                    <a:lnTo>
                      <a:pt x="13245" y="23225"/>
                    </a:lnTo>
                    <a:lnTo>
                      <a:pt x="13350" y="22849"/>
                    </a:lnTo>
                    <a:lnTo>
                      <a:pt x="13433" y="22577"/>
                    </a:lnTo>
                    <a:lnTo>
                      <a:pt x="13454" y="22535"/>
                    </a:lnTo>
                    <a:lnTo>
                      <a:pt x="13426" y="22507"/>
                    </a:lnTo>
                    <a:lnTo>
                      <a:pt x="13426" y="22507"/>
                    </a:lnTo>
                    <a:lnTo>
                      <a:pt x="13496" y="22535"/>
                    </a:lnTo>
                    <a:lnTo>
                      <a:pt x="13873" y="22242"/>
                    </a:lnTo>
                    <a:lnTo>
                      <a:pt x="14061" y="22033"/>
                    </a:lnTo>
                    <a:lnTo>
                      <a:pt x="14312" y="21551"/>
                    </a:lnTo>
                    <a:lnTo>
                      <a:pt x="14417" y="21321"/>
                    </a:lnTo>
                    <a:lnTo>
                      <a:pt x="14521" y="21028"/>
                    </a:lnTo>
                    <a:lnTo>
                      <a:pt x="14793" y="20547"/>
                    </a:lnTo>
                    <a:lnTo>
                      <a:pt x="15044" y="20233"/>
                    </a:lnTo>
                    <a:lnTo>
                      <a:pt x="15107" y="20129"/>
                    </a:lnTo>
                    <a:lnTo>
                      <a:pt x="15065" y="20087"/>
                    </a:lnTo>
                    <a:lnTo>
                      <a:pt x="15065" y="20024"/>
                    </a:lnTo>
                    <a:lnTo>
                      <a:pt x="15128" y="19982"/>
                    </a:lnTo>
                    <a:lnTo>
                      <a:pt x="15170" y="19857"/>
                    </a:lnTo>
                    <a:lnTo>
                      <a:pt x="15254" y="19815"/>
                    </a:lnTo>
                    <a:lnTo>
                      <a:pt x="15233" y="19710"/>
                    </a:lnTo>
                    <a:lnTo>
                      <a:pt x="15254" y="19626"/>
                    </a:lnTo>
                    <a:lnTo>
                      <a:pt x="15233" y="19606"/>
                    </a:lnTo>
                    <a:lnTo>
                      <a:pt x="15296" y="19585"/>
                    </a:lnTo>
                    <a:lnTo>
                      <a:pt x="15296" y="19480"/>
                    </a:lnTo>
                    <a:lnTo>
                      <a:pt x="15191" y="19313"/>
                    </a:lnTo>
                    <a:lnTo>
                      <a:pt x="15191" y="19229"/>
                    </a:lnTo>
                    <a:lnTo>
                      <a:pt x="15212" y="19166"/>
                    </a:lnTo>
                    <a:lnTo>
                      <a:pt x="15191" y="19082"/>
                    </a:lnTo>
                    <a:lnTo>
                      <a:pt x="15149" y="18915"/>
                    </a:lnTo>
                    <a:lnTo>
                      <a:pt x="15107" y="18748"/>
                    </a:lnTo>
                    <a:lnTo>
                      <a:pt x="15149" y="18685"/>
                    </a:lnTo>
                    <a:lnTo>
                      <a:pt x="15316" y="18664"/>
                    </a:lnTo>
                    <a:lnTo>
                      <a:pt x="15296" y="18559"/>
                    </a:lnTo>
                    <a:lnTo>
                      <a:pt x="15212" y="18497"/>
                    </a:lnTo>
                    <a:lnTo>
                      <a:pt x="15337" y="18476"/>
                    </a:lnTo>
                    <a:lnTo>
                      <a:pt x="15337" y="18371"/>
                    </a:lnTo>
                    <a:lnTo>
                      <a:pt x="15212" y="18308"/>
                    </a:lnTo>
                    <a:lnTo>
                      <a:pt x="15316" y="18287"/>
                    </a:lnTo>
                    <a:lnTo>
                      <a:pt x="15379" y="18183"/>
                    </a:lnTo>
                    <a:lnTo>
                      <a:pt x="15442" y="18245"/>
                    </a:lnTo>
                    <a:lnTo>
                      <a:pt x="15630" y="18057"/>
                    </a:lnTo>
                    <a:lnTo>
                      <a:pt x="15735" y="17973"/>
                    </a:lnTo>
                    <a:lnTo>
                      <a:pt x="15735" y="17932"/>
                    </a:lnTo>
                    <a:lnTo>
                      <a:pt x="15881" y="17785"/>
                    </a:lnTo>
                    <a:lnTo>
                      <a:pt x="16070" y="17681"/>
                    </a:lnTo>
                    <a:lnTo>
                      <a:pt x="16300" y="17429"/>
                    </a:lnTo>
                    <a:lnTo>
                      <a:pt x="16509" y="17409"/>
                    </a:lnTo>
                    <a:lnTo>
                      <a:pt x="16614" y="17304"/>
                    </a:lnTo>
                    <a:lnTo>
                      <a:pt x="16739" y="17199"/>
                    </a:lnTo>
                    <a:lnTo>
                      <a:pt x="16844" y="17199"/>
                    </a:lnTo>
                    <a:lnTo>
                      <a:pt x="16928" y="17241"/>
                    </a:lnTo>
                    <a:lnTo>
                      <a:pt x="17011" y="17283"/>
                    </a:lnTo>
                    <a:lnTo>
                      <a:pt x="17011" y="17199"/>
                    </a:lnTo>
                    <a:lnTo>
                      <a:pt x="17095" y="17032"/>
                    </a:lnTo>
                    <a:lnTo>
                      <a:pt x="17325" y="16885"/>
                    </a:lnTo>
                    <a:lnTo>
                      <a:pt x="17430" y="16865"/>
                    </a:lnTo>
                    <a:lnTo>
                      <a:pt x="17430" y="16802"/>
                    </a:lnTo>
                    <a:lnTo>
                      <a:pt x="17367" y="16781"/>
                    </a:lnTo>
                    <a:lnTo>
                      <a:pt x="17304" y="16739"/>
                    </a:lnTo>
                    <a:lnTo>
                      <a:pt x="17262" y="16676"/>
                    </a:lnTo>
                    <a:lnTo>
                      <a:pt x="17346" y="16634"/>
                    </a:lnTo>
                    <a:lnTo>
                      <a:pt x="17513" y="16572"/>
                    </a:lnTo>
                    <a:lnTo>
                      <a:pt x="17576" y="16593"/>
                    </a:lnTo>
                    <a:lnTo>
                      <a:pt x="17681" y="16593"/>
                    </a:lnTo>
                    <a:lnTo>
                      <a:pt x="17765" y="16530"/>
                    </a:lnTo>
                    <a:lnTo>
                      <a:pt x="17869" y="16530"/>
                    </a:lnTo>
                    <a:lnTo>
                      <a:pt x="17869" y="16593"/>
                    </a:lnTo>
                    <a:lnTo>
                      <a:pt x="17744" y="16676"/>
                    </a:lnTo>
                    <a:lnTo>
                      <a:pt x="17576" y="16697"/>
                    </a:lnTo>
                    <a:lnTo>
                      <a:pt x="17555" y="16718"/>
                    </a:lnTo>
                    <a:lnTo>
                      <a:pt x="17618" y="16739"/>
                    </a:lnTo>
                    <a:lnTo>
                      <a:pt x="17848" y="16676"/>
                    </a:lnTo>
                    <a:lnTo>
                      <a:pt x="18099" y="16572"/>
                    </a:lnTo>
                    <a:lnTo>
                      <a:pt x="18078" y="16509"/>
                    </a:lnTo>
                    <a:lnTo>
                      <a:pt x="18162" y="16467"/>
                    </a:lnTo>
                    <a:lnTo>
                      <a:pt x="18246" y="16467"/>
                    </a:lnTo>
                    <a:lnTo>
                      <a:pt x="18204" y="16509"/>
                    </a:lnTo>
                    <a:cubicBezTo>
                      <a:pt x="18204" y="16509"/>
                      <a:pt x="18204" y="16613"/>
                      <a:pt x="18246" y="16613"/>
                    </a:cubicBezTo>
                    <a:lnTo>
                      <a:pt x="18392" y="16634"/>
                    </a:lnTo>
                    <a:lnTo>
                      <a:pt x="18497" y="16593"/>
                    </a:lnTo>
                    <a:lnTo>
                      <a:pt x="18664" y="16593"/>
                    </a:lnTo>
                    <a:lnTo>
                      <a:pt x="18832" y="16613"/>
                    </a:lnTo>
                    <a:lnTo>
                      <a:pt x="18936" y="16551"/>
                    </a:lnTo>
                    <a:lnTo>
                      <a:pt x="18936" y="16488"/>
                    </a:lnTo>
                    <a:lnTo>
                      <a:pt x="18915" y="16467"/>
                    </a:lnTo>
                    <a:lnTo>
                      <a:pt x="18936" y="16404"/>
                    </a:lnTo>
                    <a:lnTo>
                      <a:pt x="19208" y="16237"/>
                    </a:lnTo>
                    <a:lnTo>
                      <a:pt x="19418" y="16153"/>
                    </a:lnTo>
                    <a:lnTo>
                      <a:pt x="19522" y="16069"/>
                    </a:lnTo>
                    <a:lnTo>
                      <a:pt x="19543" y="15986"/>
                    </a:lnTo>
                    <a:lnTo>
                      <a:pt x="19522" y="15944"/>
                    </a:lnTo>
                    <a:lnTo>
                      <a:pt x="19418" y="15735"/>
                    </a:lnTo>
                    <a:lnTo>
                      <a:pt x="19501" y="15567"/>
                    </a:lnTo>
                    <a:lnTo>
                      <a:pt x="19564" y="15463"/>
                    </a:lnTo>
                    <a:lnTo>
                      <a:pt x="19564" y="15358"/>
                    </a:lnTo>
                    <a:lnTo>
                      <a:pt x="19627" y="15316"/>
                    </a:lnTo>
                    <a:lnTo>
                      <a:pt x="19731" y="15232"/>
                    </a:lnTo>
                    <a:lnTo>
                      <a:pt x="19752" y="15128"/>
                    </a:lnTo>
                    <a:lnTo>
                      <a:pt x="19731" y="15107"/>
                    </a:lnTo>
                    <a:lnTo>
                      <a:pt x="19878" y="14835"/>
                    </a:lnTo>
                    <a:lnTo>
                      <a:pt x="20087" y="14584"/>
                    </a:lnTo>
                    <a:lnTo>
                      <a:pt x="20087" y="14479"/>
                    </a:lnTo>
                    <a:lnTo>
                      <a:pt x="20045" y="14103"/>
                    </a:lnTo>
                    <a:lnTo>
                      <a:pt x="20003" y="14082"/>
                    </a:lnTo>
                    <a:lnTo>
                      <a:pt x="20066" y="13872"/>
                    </a:lnTo>
                    <a:lnTo>
                      <a:pt x="20129" y="13789"/>
                    </a:lnTo>
                    <a:lnTo>
                      <a:pt x="20129" y="13726"/>
                    </a:lnTo>
                    <a:lnTo>
                      <a:pt x="20317" y="13580"/>
                    </a:lnTo>
                    <a:lnTo>
                      <a:pt x="20338" y="13496"/>
                    </a:lnTo>
                    <a:lnTo>
                      <a:pt x="20275" y="13287"/>
                    </a:lnTo>
                    <a:lnTo>
                      <a:pt x="20359" y="13036"/>
                    </a:lnTo>
                    <a:lnTo>
                      <a:pt x="20338" y="12826"/>
                    </a:lnTo>
                    <a:lnTo>
                      <a:pt x="20359" y="12659"/>
                    </a:lnTo>
                    <a:lnTo>
                      <a:pt x="20359" y="12596"/>
                    </a:lnTo>
                    <a:lnTo>
                      <a:pt x="20422" y="12387"/>
                    </a:lnTo>
                    <a:lnTo>
                      <a:pt x="20359" y="11592"/>
                    </a:lnTo>
                    <a:lnTo>
                      <a:pt x="20359" y="11445"/>
                    </a:lnTo>
                    <a:lnTo>
                      <a:pt x="20422" y="11341"/>
                    </a:lnTo>
                    <a:lnTo>
                      <a:pt x="20422" y="11236"/>
                    </a:lnTo>
                    <a:lnTo>
                      <a:pt x="20359" y="11278"/>
                    </a:lnTo>
                    <a:lnTo>
                      <a:pt x="20275" y="11194"/>
                    </a:lnTo>
                    <a:lnTo>
                      <a:pt x="20275" y="11131"/>
                    </a:lnTo>
                    <a:lnTo>
                      <a:pt x="20359" y="10985"/>
                    </a:lnTo>
                    <a:lnTo>
                      <a:pt x="20338" y="10859"/>
                    </a:lnTo>
                    <a:lnTo>
                      <a:pt x="20359" y="10776"/>
                    </a:lnTo>
                    <a:lnTo>
                      <a:pt x="20443" y="10755"/>
                    </a:lnTo>
                    <a:lnTo>
                      <a:pt x="20464" y="10629"/>
                    </a:lnTo>
                    <a:lnTo>
                      <a:pt x="20380" y="10504"/>
                    </a:lnTo>
                    <a:lnTo>
                      <a:pt x="20234" y="10420"/>
                    </a:lnTo>
                    <a:lnTo>
                      <a:pt x="20275" y="10399"/>
                    </a:lnTo>
                    <a:lnTo>
                      <a:pt x="20317" y="10336"/>
                    </a:lnTo>
                    <a:lnTo>
                      <a:pt x="20338" y="10399"/>
                    </a:lnTo>
                    <a:lnTo>
                      <a:pt x="20422" y="10441"/>
                    </a:lnTo>
                    <a:lnTo>
                      <a:pt x="20485" y="10462"/>
                    </a:lnTo>
                    <a:lnTo>
                      <a:pt x="20526" y="10336"/>
                    </a:lnTo>
                    <a:lnTo>
                      <a:pt x="20589" y="10336"/>
                    </a:lnTo>
                    <a:lnTo>
                      <a:pt x="20631" y="10420"/>
                    </a:lnTo>
                    <a:lnTo>
                      <a:pt x="20673" y="10441"/>
                    </a:lnTo>
                    <a:lnTo>
                      <a:pt x="20631" y="10525"/>
                    </a:lnTo>
                    <a:lnTo>
                      <a:pt x="20547" y="10567"/>
                    </a:lnTo>
                    <a:lnTo>
                      <a:pt x="20526" y="10650"/>
                    </a:lnTo>
                    <a:lnTo>
                      <a:pt x="20568" y="10650"/>
                    </a:lnTo>
                    <a:lnTo>
                      <a:pt x="20673" y="10546"/>
                    </a:lnTo>
                    <a:lnTo>
                      <a:pt x="20840" y="10462"/>
                    </a:lnTo>
                    <a:lnTo>
                      <a:pt x="21008" y="10190"/>
                    </a:lnTo>
                    <a:lnTo>
                      <a:pt x="21091" y="9981"/>
                    </a:lnTo>
                    <a:lnTo>
                      <a:pt x="21112" y="9834"/>
                    </a:lnTo>
                    <a:lnTo>
                      <a:pt x="21196" y="9771"/>
                    </a:lnTo>
                    <a:lnTo>
                      <a:pt x="21280" y="9562"/>
                    </a:lnTo>
                    <a:lnTo>
                      <a:pt x="21363" y="9374"/>
                    </a:lnTo>
                    <a:lnTo>
                      <a:pt x="21677" y="9165"/>
                    </a:lnTo>
                    <a:lnTo>
                      <a:pt x="21698" y="9060"/>
                    </a:lnTo>
                    <a:lnTo>
                      <a:pt x="21803" y="9039"/>
                    </a:lnTo>
                    <a:lnTo>
                      <a:pt x="21887" y="8934"/>
                    </a:lnTo>
                    <a:lnTo>
                      <a:pt x="22138" y="8683"/>
                    </a:lnTo>
                    <a:lnTo>
                      <a:pt x="22368" y="8370"/>
                    </a:lnTo>
                    <a:lnTo>
                      <a:pt x="22431" y="8307"/>
                    </a:lnTo>
                    <a:lnTo>
                      <a:pt x="22556" y="7993"/>
                    </a:lnTo>
                    <a:lnTo>
                      <a:pt x="22577" y="7846"/>
                    </a:lnTo>
                    <a:lnTo>
                      <a:pt x="22661" y="7742"/>
                    </a:lnTo>
                    <a:lnTo>
                      <a:pt x="22661" y="7637"/>
                    </a:lnTo>
                    <a:lnTo>
                      <a:pt x="22577" y="7533"/>
                    </a:lnTo>
                    <a:lnTo>
                      <a:pt x="22619" y="7449"/>
                    </a:lnTo>
                    <a:lnTo>
                      <a:pt x="22682" y="7449"/>
                    </a:lnTo>
                    <a:lnTo>
                      <a:pt x="22661" y="7156"/>
                    </a:lnTo>
                    <a:lnTo>
                      <a:pt x="22577" y="7093"/>
                    </a:lnTo>
                    <a:lnTo>
                      <a:pt x="22556" y="6968"/>
                    </a:lnTo>
                    <a:lnTo>
                      <a:pt x="22347" y="6528"/>
                    </a:lnTo>
                    <a:lnTo>
                      <a:pt x="22347" y="6361"/>
                    </a:lnTo>
                    <a:lnTo>
                      <a:pt x="22326" y="6193"/>
                    </a:lnTo>
                    <a:lnTo>
                      <a:pt x="21949" y="6026"/>
                    </a:lnTo>
                    <a:lnTo>
                      <a:pt x="21740" y="6026"/>
                    </a:lnTo>
                    <a:lnTo>
                      <a:pt x="21594" y="6110"/>
                    </a:lnTo>
                    <a:lnTo>
                      <a:pt x="21489" y="5942"/>
                    </a:lnTo>
                    <a:lnTo>
                      <a:pt x="21342" y="5921"/>
                    </a:lnTo>
                    <a:lnTo>
                      <a:pt x="21217" y="5796"/>
                    </a:lnTo>
                    <a:lnTo>
                      <a:pt x="21070" y="5712"/>
                    </a:lnTo>
                    <a:lnTo>
                      <a:pt x="20966" y="5691"/>
                    </a:lnTo>
                    <a:lnTo>
                      <a:pt x="20694" y="5398"/>
                    </a:lnTo>
                    <a:lnTo>
                      <a:pt x="20485" y="5105"/>
                    </a:lnTo>
                    <a:lnTo>
                      <a:pt x="20380" y="5085"/>
                    </a:lnTo>
                    <a:lnTo>
                      <a:pt x="20254" y="4959"/>
                    </a:lnTo>
                    <a:lnTo>
                      <a:pt x="20129" y="4959"/>
                    </a:lnTo>
                    <a:lnTo>
                      <a:pt x="19773" y="4687"/>
                    </a:lnTo>
                    <a:lnTo>
                      <a:pt x="19627" y="4687"/>
                    </a:lnTo>
                    <a:lnTo>
                      <a:pt x="19438" y="4603"/>
                    </a:lnTo>
                    <a:lnTo>
                      <a:pt x="19334" y="4666"/>
                    </a:lnTo>
                    <a:lnTo>
                      <a:pt x="19187" y="4666"/>
                    </a:lnTo>
                    <a:lnTo>
                      <a:pt x="19083" y="4603"/>
                    </a:lnTo>
                    <a:lnTo>
                      <a:pt x="18978" y="4666"/>
                    </a:lnTo>
                    <a:lnTo>
                      <a:pt x="18915" y="4750"/>
                    </a:lnTo>
                    <a:lnTo>
                      <a:pt x="18832" y="4666"/>
                    </a:lnTo>
                    <a:lnTo>
                      <a:pt x="18685" y="4561"/>
                    </a:lnTo>
                    <a:lnTo>
                      <a:pt x="18685" y="4666"/>
                    </a:lnTo>
                    <a:lnTo>
                      <a:pt x="18602" y="4624"/>
                    </a:lnTo>
                    <a:lnTo>
                      <a:pt x="18581" y="4687"/>
                    </a:lnTo>
                    <a:lnTo>
                      <a:pt x="18581" y="4750"/>
                    </a:lnTo>
                    <a:lnTo>
                      <a:pt x="18476" y="4666"/>
                    </a:lnTo>
                    <a:lnTo>
                      <a:pt x="18455" y="4624"/>
                    </a:lnTo>
                    <a:lnTo>
                      <a:pt x="18371" y="4582"/>
                    </a:lnTo>
                    <a:lnTo>
                      <a:pt x="18371" y="4582"/>
                    </a:lnTo>
                    <a:lnTo>
                      <a:pt x="18392" y="4645"/>
                    </a:lnTo>
                    <a:lnTo>
                      <a:pt x="18371" y="4666"/>
                    </a:lnTo>
                    <a:lnTo>
                      <a:pt x="18183" y="4582"/>
                    </a:lnTo>
                    <a:lnTo>
                      <a:pt x="18141" y="4582"/>
                    </a:lnTo>
                    <a:lnTo>
                      <a:pt x="17995" y="4561"/>
                    </a:lnTo>
                    <a:lnTo>
                      <a:pt x="17702" y="4394"/>
                    </a:lnTo>
                    <a:lnTo>
                      <a:pt x="17555" y="4394"/>
                    </a:lnTo>
                    <a:lnTo>
                      <a:pt x="17555" y="4436"/>
                    </a:lnTo>
                    <a:lnTo>
                      <a:pt x="17597" y="4478"/>
                    </a:lnTo>
                    <a:lnTo>
                      <a:pt x="17555" y="4520"/>
                    </a:lnTo>
                    <a:lnTo>
                      <a:pt x="17472" y="4478"/>
                    </a:lnTo>
                    <a:lnTo>
                      <a:pt x="17451" y="4520"/>
                    </a:lnTo>
                    <a:lnTo>
                      <a:pt x="17430" y="4561"/>
                    </a:lnTo>
                    <a:lnTo>
                      <a:pt x="17325" y="4603"/>
                    </a:lnTo>
                    <a:lnTo>
                      <a:pt x="17262" y="4666"/>
                    </a:lnTo>
                    <a:lnTo>
                      <a:pt x="17241" y="4792"/>
                    </a:lnTo>
                    <a:lnTo>
                      <a:pt x="17200" y="4687"/>
                    </a:lnTo>
                    <a:lnTo>
                      <a:pt x="17158" y="4603"/>
                    </a:lnTo>
                    <a:lnTo>
                      <a:pt x="17116" y="4645"/>
                    </a:lnTo>
                    <a:lnTo>
                      <a:pt x="17116" y="4750"/>
                    </a:lnTo>
                    <a:lnTo>
                      <a:pt x="17011" y="4917"/>
                    </a:lnTo>
                    <a:lnTo>
                      <a:pt x="17011" y="5085"/>
                    </a:lnTo>
                    <a:lnTo>
                      <a:pt x="16990" y="4917"/>
                    </a:lnTo>
                    <a:lnTo>
                      <a:pt x="17011" y="4771"/>
                    </a:lnTo>
                    <a:lnTo>
                      <a:pt x="16990" y="4645"/>
                    </a:lnTo>
                    <a:lnTo>
                      <a:pt x="17032" y="4457"/>
                    </a:lnTo>
                    <a:lnTo>
                      <a:pt x="17095" y="4394"/>
                    </a:lnTo>
                    <a:lnTo>
                      <a:pt x="17032" y="4373"/>
                    </a:lnTo>
                    <a:lnTo>
                      <a:pt x="16928" y="4373"/>
                    </a:lnTo>
                    <a:lnTo>
                      <a:pt x="17053" y="4248"/>
                    </a:lnTo>
                    <a:lnTo>
                      <a:pt x="16907" y="4059"/>
                    </a:lnTo>
                    <a:lnTo>
                      <a:pt x="16823" y="3913"/>
                    </a:lnTo>
                    <a:lnTo>
                      <a:pt x="16739" y="3913"/>
                    </a:lnTo>
                    <a:lnTo>
                      <a:pt x="16614" y="3871"/>
                    </a:lnTo>
                    <a:lnTo>
                      <a:pt x="16530" y="3976"/>
                    </a:lnTo>
                    <a:lnTo>
                      <a:pt x="16467" y="4017"/>
                    </a:lnTo>
                    <a:lnTo>
                      <a:pt x="16425" y="3934"/>
                    </a:lnTo>
                    <a:lnTo>
                      <a:pt x="16384" y="3913"/>
                    </a:lnTo>
                    <a:lnTo>
                      <a:pt x="16363" y="3829"/>
                    </a:lnTo>
                    <a:lnTo>
                      <a:pt x="16279" y="3766"/>
                    </a:lnTo>
                    <a:lnTo>
                      <a:pt x="16195" y="3766"/>
                    </a:lnTo>
                    <a:lnTo>
                      <a:pt x="16153" y="3724"/>
                    </a:lnTo>
                    <a:lnTo>
                      <a:pt x="16070" y="3704"/>
                    </a:lnTo>
                    <a:lnTo>
                      <a:pt x="16007" y="3745"/>
                    </a:lnTo>
                    <a:lnTo>
                      <a:pt x="16007" y="3704"/>
                    </a:lnTo>
                    <a:lnTo>
                      <a:pt x="15965" y="3662"/>
                    </a:lnTo>
                    <a:lnTo>
                      <a:pt x="15902" y="3599"/>
                    </a:lnTo>
                    <a:lnTo>
                      <a:pt x="15840" y="3620"/>
                    </a:lnTo>
                    <a:lnTo>
                      <a:pt x="15693" y="3599"/>
                    </a:lnTo>
                    <a:lnTo>
                      <a:pt x="15526" y="3494"/>
                    </a:lnTo>
                    <a:lnTo>
                      <a:pt x="15463" y="3494"/>
                    </a:lnTo>
                    <a:lnTo>
                      <a:pt x="15442" y="3536"/>
                    </a:lnTo>
                    <a:lnTo>
                      <a:pt x="15337" y="3452"/>
                    </a:lnTo>
                    <a:lnTo>
                      <a:pt x="15254" y="3452"/>
                    </a:lnTo>
                    <a:lnTo>
                      <a:pt x="15233" y="3536"/>
                    </a:lnTo>
                    <a:lnTo>
                      <a:pt x="15170" y="3536"/>
                    </a:lnTo>
                    <a:lnTo>
                      <a:pt x="15149" y="3452"/>
                    </a:lnTo>
                    <a:lnTo>
                      <a:pt x="15024" y="3452"/>
                    </a:lnTo>
                    <a:lnTo>
                      <a:pt x="14919" y="3515"/>
                    </a:lnTo>
                    <a:lnTo>
                      <a:pt x="14856" y="3620"/>
                    </a:lnTo>
                    <a:lnTo>
                      <a:pt x="14856" y="3704"/>
                    </a:lnTo>
                    <a:lnTo>
                      <a:pt x="14731" y="3829"/>
                    </a:lnTo>
                    <a:lnTo>
                      <a:pt x="14584" y="3934"/>
                    </a:lnTo>
                    <a:lnTo>
                      <a:pt x="14375" y="4059"/>
                    </a:lnTo>
                    <a:lnTo>
                      <a:pt x="14270" y="4185"/>
                    </a:lnTo>
                    <a:lnTo>
                      <a:pt x="14208" y="4352"/>
                    </a:lnTo>
                    <a:lnTo>
                      <a:pt x="14187" y="4499"/>
                    </a:lnTo>
                    <a:lnTo>
                      <a:pt x="14124" y="4582"/>
                    </a:lnTo>
                    <a:lnTo>
                      <a:pt x="14019" y="4687"/>
                    </a:lnTo>
                    <a:lnTo>
                      <a:pt x="14019" y="4771"/>
                    </a:lnTo>
                    <a:lnTo>
                      <a:pt x="14061" y="4896"/>
                    </a:lnTo>
                    <a:lnTo>
                      <a:pt x="14019" y="5105"/>
                    </a:lnTo>
                    <a:lnTo>
                      <a:pt x="13998" y="4980"/>
                    </a:lnTo>
                    <a:lnTo>
                      <a:pt x="13915" y="4854"/>
                    </a:lnTo>
                    <a:lnTo>
                      <a:pt x="13915" y="4750"/>
                    </a:lnTo>
                    <a:lnTo>
                      <a:pt x="13998" y="4645"/>
                    </a:lnTo>
                    <a:lnTo>
                      <a:pt x="14103" y="4561"/>
                    </a:lnTo>
                    <a:lnTo>
                      <a:pt x="14082" y="4394"/>
                    </a:lnTo>
                    <a:lnTo>
                      <a:pt x="14124" y="4269"/>
                    </a:lnTo>
                    <a:lnTo>
                      <a:pt x="14124" y="4185"/>
                    </a:lnTo>
                    <a:lnTo>
                      <a:pt x="14061" y="4185"/>
                    </a:lnTo>
                    <a:lnTo>
                      <a:pt x="13915" y="4248"/>
                    </a:lnTo>
                    <a:lnTo>
                      <a:pt x="13768" y="4185"/>
                    </a:lnTo>
                    <a:lnTo>
                      <a:pt x="13643" y="4185"/>
                    </a:lnTo>
                    <a:lnTo>
                      <a:pt x="13538" y="4227"/>
                    </a:lnTo>
                    <a:lnTo>
                      <a:pt x="13454" y="4164"/>
                    </a:lnTo>
                    <a:lnTo>
                      <a:pt x="13538" y="4164"/>
                    </a:lnTo>
                    <a:lnTo>
                      <a:pt x="13643" y="4080"/>
                    </a:lnTo>
                    <a:lnTo>
                      <a:pt x="13747" y="4059"/>
                    </a:lnTo>
                    <a:lnTo>
                      <a:pt x="13915" y="4080"/>
                    </a:lnTo>
                    <a:lnTo>
                      <a:pt x="14019" y="4059"/>
                    </a:lnTo>
                    <a:lnTo>
                      <a:pt x="14103" y="3955"/>
                    </a:lnTo>
                    <a:lnTo>
                      <a:pt x="14166" y="3955"/>
                    </a:lnTo>
                    <a:lnTo>
                      <a:pt x="14208" y="4017"/>
                    </a:lnTo>
                    <a:lnTo>
                      <a:pt x="14270" y="3976"/>
                    </a:lnTo>
                    <a:lnTo>
                      <a:pt x="14375" y="3934"/>
                    </a:lnTo>
                    <a:lnTo>
                      <a:pt x="14521" y="3871"/>
                    </a:lnTo>
                    <a:lnTo>
                      <a:pt x="14521" y="3745"/>
                    </a:lnTo>
                    <a:lnTo>
                      <a:pt x="14689" y="3557"/>
                    </a:lnTo>
                    <a:lnTo>
                      <a:pt x="14689" y="3432"/>
                    </a:lnTo>
                    <a:lnTo>
                      <a:pt x="14731" y="3348"/>
                    </a:lnTo>
                    <a:lnTo>
                      <a:pt x="14731" y="3243"/>
                    </a:lnTo>
                    <a:lnTo>
                      <a:pt x="14584" y="3222"/>
                    </a:lnTo>
                    <a:lnTo>
                      <a:pt x="14438" y="3118"/>
                    </a:lnTo>
                    <a:lnTo>
                      <a:pt x="14333" y="3118"/>
                    </a:lnTo>
                    <a:lnTo>
                      <a:pt x="14187" y="3222"/>
                    </a:lnTo>
                    <a:lnTo>
                      <a:pt x="14061" y="3222"/>
                    </a:lnTo>
                    <a:lnTo>
                      <a:pt x="13852" y="3139"/>
                    </a:lnTo>
                    <a:lnTo>
                      <a:pt x="13643" y="3118"/>
                    </a:lnTo>
                    <a:lnTo>
                      <a:pt x="13475" y="3285"/>
                    </a:lnTo>
                    <a:lnTo>
                      <a:pt x="13475" y="3348"/>
                    </a:lnTo>
                    <a:lnTo>
                      <a:pt x="13538" y="3390"/>
                    </a:lnTo>
                    <a:lnTo>
                      <a:pt x="13559" y="3432"/>
                    </a:lnTo>
                    <a:lnTo>
                      <a:pt x="13475" y="3432"/>
                    </a:lnTo>
                    <a:lnTo>
                      <a:pt x="13433" y="3452"/>
                    </a:lnTo>
                    <a:lnTo>
                      <a:pt x="13371" y="3557"/>
                    </a:lnTo>
                    <a:lnTo>
                      <a:pt x="13350" y="3494"/>
                    </a:lnTo>
                    <a:lnTo>
                      <a:pt x="13287" y="3452"/>
                    </a:lnTo>
                    <a:lnTo>
                      <a:pt x="13161" y="3515"/>
                    </a:lnTo>
                    <a:lnTo>
                      <a:pt x="13036" y="3704"/>
                    </a:lnTo>
                    <a:lnTo>
                      <a:pt x="12848" y="3913"/>
                    </a:lnTo>
                    <a:lnTo>
                      <a:pt x="12973" y="3724"/>
                    </a:lnTo>
                    <a:lnTo>
                      <a:pt x="12973" y="3599"/>
                    </a:lnTo>
                    <a:lnTo>
                      <a:pt x="13015" y="3515"/>
                    </a:lnTo>
                    <a:lnTo>
                      <a:pt x="13015" y="3432"/>
                    </a:lnTo>
                    <a:lnTo>
                      <a:pt x="12952" y="3432"/>
                    </a:lnTo>
                    <a:lnTo>
                      <a:pt x="12848" y="3536"/>
                    </a:lnTo>
                    <a:lnTo>
                      <a:pt x="12806" y="3662"/>
                    </a:lnTo>
                    <a:lnTo>
                      <a:pt x="12743" y="3829"/>
                    </a:lnTo>
                    <a:lnTo>
                      <a:pt x="12638" y="3871"/>
                    </a:lnTo>
                    <a:lnTo>
                      <a:pt x="12722" y="3704"/>
                    </a:lnTo>
                    <a:lnTo>
                      <a:pt x="12743" y="3557"/>
                    </a:lnTo>
                    <a:lnTo>
                      <a:pt x="12952" y="3306"/>
                    </a:lnTo>
                    <a:lnTo>
                      <a:pt x="13015" y="3118"/>
                    </a:lnTo>
                    <a:lnTo>
                      <a:pt x="13078" y="3013"/>
                    </a:lnTo>
                    <a:lnTo>
                      <a:pt x="13182" y="2971"/>
                    </a:lnTo>
                    <a:lnTo>
                      <a:pt x="13329" y="2888"/>
                    </a:lnTo>
                    <a:lnTo>
                      <a:pt x="13392" y="2867"/>
                    </a:lnTo>
                    <a:lnTo>
                      <a:pt x="13496" y="2699"/>
                    </a:lnTo>
                    <a:lnTo>
                      <a:pt x="13768" y="2448"/>
                    </a:lnTo>
                    <a:lnTo>
                      <a:pt x="13789" y="2364"/>
                    </a:lnTo>
                    <a:lnTo>
                      <a:pt x="13852" y="2302"/>
                    </a:lnTo>
                    <a:lnTo>
                      <a:pt x="13789" y="2239"/>
                    </a:lnTo>
                    <a:lnTo>
                      <a:pt x="13810" y="2155"/>
                    </a:lnTo>
                    <a:lnTo>
                      <a:pt x="13852" y="2134"/>
                    </a:lnTo>
                    <a:lnTo>
                      <a:pt x="13852" y="2030"/>
                    </a:lnTo>
                    <a:lnTo>
                      <a:pt x="13747" y="1946"/>
                    </a:lnTo>
                    <a:lnTo>
                      <a:pt x="13601" y="1946"/>
                    </a:lnTo>
                    <a:lnTo>
                      <a:pt x="13580" y="1988"/>
                    </a:lnTo>
                    <a:lnTo>
                      <a:pt x="13538" y="1883"/>
                    </a:lnTo>
                    <a:lnTo>
                      <a:pt x="13454" y="1674"/>
                    </a:lnTo>
                    <a:lnTo>
                      <a:pt x="13329" y="1360"/>
                    </a:lnTo>
                    <a:lnTo>
                      <a:pt x="13224" y="1214"/>
                    </a:lnTo>
                    <a:lnTo>
                      <a:pt x="13140" y="1004"/>
                    </a:lnTo>
                    <a:lnTo>
                      <a:pt x="13140" y="879"/>
                    </a:lnTo>
                    <a:lnTo>
                      <a:pt x="13120" y="732"/>
                    </a:lnTo>
                    <a:lnTo>
                      <a:pt x="13057" y="691"/>
                    </a:lnTo>
                    <a:lnTo>
                      <a:pt x="13036" y="586"/>
                    </a:lnTo>
                    <a:lnTo>
                      <a:pt x="12952" y="460"/>
                    </a:lnTo>
                    <a:lnTo>
                      <a:pt x="12931" y="481"/>
                    </a:lnTo>
                    <a:lnTo>
                      <a:pt x="12931" y="565"/>
                    </a:lnTo>
                    <a:lnTo>
                      <a:pt x="12868" y="628"/>
                    </a:lnTo>
                    <a:lnTo>
                      <a:pt x="12743" y="711"/>
                    </a:lnTo>
                    <a:lnTo>
                      <a:pt x="12701" y="795"/>
                    </a:lnTo>
                    <a:lnTo>
                      <a:pt x="12555" y="984"/>
                    </a:lnTo>
                    <a:lnTo>
                      <a:pt x="12408" y="1151"/>
                    </a:lnTo>
                    <a:lnTo>
                      <a:pt x="12408" y="1256"/>
                    </a:lnTo>
                    <a:lnTo>
                      <a:pt x="12303" y="1507"/>
                    </a:lnTo>
                    <a:lnTo>
                      <a:pt x="12199" y="1653"/>
                    </a:lnTo>
                    <a:lnTo>
                      <a:pt x="12115" y="1779"/>
                    </a:lnTo>
                    <a:lnTo>
                      <a:pt x="12011" y="1820"/>
                    </a:lnTo>
                    <a:lnTo>
                      <a:pt x="11969" y="1862"/>
                    </a:lnTo>
                    <a:lnTo>
                      <a:pt x="11927" y="1967"/>
                    </a:lnTo>
                    <a:lnTo>
                      <a:pt x="11822" y="2051"/>
                    </a:lnTo>
                    <a:lnTo>
                      <a:pt x="11759" y="2030"/>
                    </a:lnTo>
                    <a:lnTo>
                      <a:pt x="11759" y="1862"/>
                    </a:lnTo>
                    <a:lnTo>
                      <a:pt x="11697" y="1841"/>
                    </a:lnTo>
                    <a:lnTo>
                      <a:pt x="11676" y="1779"/>
                    </a:lnTo>
                    <a:lnTo>
                      <a:pt x="11613" y="1779"/>
                    </a:lnTo>
                    <a:lnTo>
                      <a:pt x="11550" y="1820"/>
                    </a:lnTo>
                    <a:lnTo>
                      <a:pt x="11487" y="1883"/>
                    </a:lnTo>
                    <a:lnTo>
                      <a:pt x="11383" y="1862"/>
                    </a:lnTo>
                    <a:lnTo>
                      <a:pt x="11299" y="1779"/>
                    </a:lnTo>
                    <a:lnTo>
                      <a:pt x="11299" y="1737"/>
                    </a:lnTo>
                    <a:lnTo>
                      <a:pt x="11278" y="1716"/>
                    </a:lnTo>
                    <a:lnTo>
                      <a:pt x="11257" y="1611"/>
                    </a:lnTo>
                    <a:lnTo>
                      <a:pt x="11236" y="1548"/>
                    </a:lnTo>
                    <a:lnTo>
                      <a:pt x="11153" y="1528"/>
                    </a:lnTo>
                    <a:lnTo>
                      <a:pt x="11048" y="1423"/>
                    </a:lnTo>
                    <a:lnTo>
                      <a:pt x="10881" y="1423"/>
                    </a:lnTo>
                    <a:lnTo>
                      <a:pt x="10776" y="1465"/>
                    </a:lnTo>
                    <a:lnTo>
                      <a:pt x="10546" y="1465"/>
                    </a:lnTo>
                    <a:lnTo>
                      <a:pt x="10420" y="1444"/>
                    </a:lnTo>
                    <a:lnTo>
                      <a:pt x="10316" y="1528"/>
                    </a:lnTo>
                    <a:lnTo>
                      <a:pt x="10295" y="1632"/>
                    </a:lnTo>
                    <a:lnTo>
                      <a:pt x="10399" y="1737"/>
                    </a:lnTo>
                    <a:lnTo>
                      <a:pt x="10420" y="1820"/>
                    </a:lnTo>
                    <a:lnTo>
                      <a:pt x="10462" y="1946"/>
                    </a:lnTo>
                    <a:lnTo>
                      <a:pt x="10441" y="1988"/>
                    </a:lnTo>
                    <a:lnTo>
                      <a:pt x="10337" y="1988"/>
                    </a:lnTo>
                    <a:lnTo>
                      <a:pt x="10190" y="1946"/>
                    </a:lnTo>
                    <a:lnTo>
                      <a:pt x="10148" y="1925"/>
                    </a:lnTo>
                    <a:lnTo>
                      <a:pt x="9918" y="1925"/>
                    </a:lnTo>
                    <a:lnTo>
                      <a:pt x="9814" y="1946"/>
                    </a:lnTo>
                    <a:lnTo>
                      <a:pt x="9772" y="1883"/>
                    </a:lnTo>
                    <a:lnTo>
                      <a:pt x="9604" y="1883"/>
                    </a:lnTo>
                    <a:lnTo>
                      <a:pt x="9479" y="1946"/>
                    </a:lnTo>
                    <a:lnTo>
                      <a:pt x="9395" y="2134"/>
                    </a:lnTo>
                    <a:lnTo>
                      <a:pt x="9165" y="2134"/>
                    </a:lnTo>
                    <a:lnTo>
                      <a:pt x="9039" y="2155"/>
                    </a:lnTo>
                    <a:lnTo>
                      <a:pt x="8998" y="2197"/>
                    </a:lnTo>
                    <a:lnTo>
                      <a:pt x="8935" y="2302"/>
                    </a:lnTo>
                    <a:lnTo>
                      <a:pt x="8788" y="2302"/>
                    </a:lnTo>
                    <a:lnTo>
                      <a:pt x="8767" y="2281"/>
                    </a:lnTo>
                    <a:lnTo>
                      <a:pt x="8684" y="2302"/>
                    </a:lnTo>
                    <a:lnTo>
                      <a:pt x="8621" y="2385"/>
                    </a:lnTo>
                    <a:lnTo>
                      <a:pt x="8537" y="2364"/>
                    </a:lnTo>
                    <a:lnTo>
                      <a:pt x="8307" y="2176"/>
                    </a:lnTo>
                    <a:lnTo>
                      <a:pt x="8223" y="2072"/>
                    </a:lnTo>
                    <a:lnTo>
                      <a:pt x="8223" y="1988"/>
                    </a:lnTo>
                    <a:lnTo>
                      <a:pt x="8098" y="1862"/>
                    </a:lnTo>
                    <a:lnTo>
                      <a:pt x="7993" y="1758"/>
                    </a:lnTo>
                    <a:lnTo>
                      <a:pt x="7993" y="1653"/>
                    </a:lnTo>
                    <a:lnTo>
                      <a:pt x="8014" y="1569"/>
                    </a:lnTo>
                    <a:lnTo>
                      <a:pt x="7993" y="1528"/>
                    </a:lnTo>
                    <a:lnTo>
                      <a:pt x="8014" y="1423"/>
                    </a:lnTo>
                    <a:lnTo>
                      <a:pt x="8056" y="1339"/>
                    </a:lnTo>
                    <a:lnTo>
                      <a:pt x="8056" y="1214"/>
                    </a:lnTo>
                    <a:lnTo>
                      <a:pt x="8161" y="1025"/>
                    </a:lnTo>
                    <a:lnTo>
                      <a:pt x="8202" y="879"/>
                    </a:lnTo>
                    <a:lnTo>
                      <a:pt x="8307" y="732"/>
                    </a:lnTo>
                    <a:lnTo>
                      <a:pt x="8307" y="691"/>
                    </a:lnTo>
                    <a:lnTo>
                      <a:pt x="8202" y="691"/>
                    </a:lnTo>
                    <a:lnTo>
                      <a:pt x="8140" y="607"/>
                    </a:lnTo>
                    <a:lnTo>
                      <a:pt x="8119" y="523"/>
                    </a:lnTo>
                    <a:lnTo>
                      <a:pt x="7993" y="523"/>
                    </a:lnTo>
                    <a:lnTo>
                      <a:pt x="7889" y="481"/>
                    </a:lnTo>
                    <a:lnTo>
                      <a:pt x="7930" y="398"/>
                    </a:lnTo>
                    <a:lnTo>
                      <a:pt x="8014" y="293"/>
                    </a:lnTo>
                    <a:lnTo>
                      <a:pt x="8014" y="147"/>
                    </a:lnTo>
                    <a:lnTo>
                      <a:pt x="7910" y="0"/>
                    </a:lnTo>
                    <a:lnTo>
                      <a:pt x="7784" y="0"/>
                    </a:lnTo>
                    <a:lnTo>
                      <a:pt x="7721" y="63"/>
                    </a:lnTo>
                    <a:lnTo>
                      <a:pt x="767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587" name="Google Shape;7695;p67">
              <a:extLst>
                <a:ext uri="{FF2B5EF4-FFF2-40B4-BE49-F238E27FC236}">
                  <a16:creationId xmlns:a16="http://schemas.microsoft.com/office/drawing/2014/main" id="{DEA947E5-D6F2-E56C-ED60-7B852083EB8B}"/>
                </a:ext>
              </a:extLst>
            </p:cNvPr>
            <p:cNvGrpSpPr/>
            <p:nvPr/>
          </p:nvGrpSpPr>
          <p:grpSpPr>
            <a:xfrm>
              <a:off x="2680375" y="3423800"/>
              <a:ext cx="182975" cy="761050"/>
              <a:chOff x="2680375" y="3423800"/>
              <a:chExt cx="182975" cy="761050"/>
            </a:xfrm>
            <a:grpFill/>
          </p:grpSpPr>
          <p:sp>
            <p:nvSpPr>
              <p:cNvPr id="799" name="Google Shape;7696;p67">
                <a:extLst>
                  <a:ext uri="{FF2B5EF4-FFF2-40B4-BE49-F238E27FC236}">
                    <a16:creationId xmlns:a16="http://schemas.microsoft.com/office/drawing/2014/main" id="{C61E16FD-9DC7-477E-76E5-4D0729BD6920}"/>
                  </a:ext>
                </a:extLst>
              </p:cNvPr>
              <p:cNvSpPr/>
              <p:nvPr/>
            </p:nvSpPr>
            <p:spPr>
              <a:xfrm>
                <a:off x="2698650" y="3423800"/>
                <a:ext cx="164700" cy="703875"/>
              </a:xfrm>
              <a:custGeom>
                <a:avLst/>
                <a:gdLst/>
                <a:ahLst/>
                <a:cxnLst/>
                <a:rect l="l" t="t" r="r" b="b"/>
                <a:pathLst>
                  <a:path w="6588" h="28155" extrusionOk="0">
                    <a:moveTo>
                      <a:pt x="319" y="4568"/>
                    </a:moveTo>
                    <a:lnTo>
                      <a:pt x="107" y="1274"/>
                    </a:lnTo>
                    <a:lnTo>
                      <a:pt x="319" y="0"/>
                    </a:lnTo>
                    <a:lnTo>
                      <a:pt x="6588" y="4356"/>
                    </a:lnTo>
                    <a:lnTo>
                      <a:pt x="4994" y="7331"/>
                    </a:lnTo>
                    <a:lnTo>
                      <a:pt x="1913" y="16149"/>
                    </a:lnTo>
                    <a:lnTo>
                      <a:pt x="2656" y="24330"/>
                    </a:lnTo>
                    <a:lnTo>
                      <a:pt x="4144" y="28155"/>
                    </a:lnTo>
                    <a:lnTo>
                      <a:pt x="1700" y="27836"/>
                    </a:lnTo>
                    <a:lnTo>
                      <a:pt x="532" y="25605"/>
                    </a:lnTo>
                    <a:lnTo>
                      <a:pt x="1063" y="22736"/>
                    </a:lnTo>
                    <a:lnTo>
                      <a:pt x="0" y="17530"/>
                    </a:lnTo>
                    <a:lnTo>
                      <a:pt x="638" y="14024"/>
                    </a:lnTo>
                    <a:lnTo>
                      <a:pt x="213" y="11793"/>
                    </a:lnTo>
                    <a:lnTo>
                      <a:pt x="744" y="775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0" name="Google Shape;7697;p67">
                <a:extLst>
                  <a:ext uri="{FF2B5EF4-FFF2-40B4-BE49-F238E27FC236}">
                    <a16:creationId xmlns:a16="http://schemas.microsoft.com/office/drawing/2014/main" id="{33310B0F-D416-3FD0-31DD-F7C061CDBADA}"/>
                  </a:ext>
                </a:extLst>
              </p:cNvPr>
              <p:cNvSpPr/>
              <p:nvPr/>
            </p:nvSpPr>
            <p:spPr>
              <a:xfrm>
                <a:off x="2680375" y="3510050"/>
                <a:ext cx="137075" cy="674800"/>
              </a:xfrm>
              <a:custGeom>
                <a:avLst/>
                <a:gdLst/>
                <a:ahLst/>
                <a:cxnLst/>
                <a:rect l="l" t="t" r="r" b="b"/>
                <a:pathLst>
                  <a:path w="5483" h="26992" extrusionOk="0">
                    <a:moveTo>
                      <a:pt x="984" y="23016"/>
                    </a:moveTo>
                    <a:lnTo>
                      <a:pt x="984" y="23121"/>
                    </a:lnTo>
                    <a:lnTo>
                      <a:pt x="1026" y="23058"/>
                    </a:lnTo>
                    <a:lnTo>
                      <a:pt x="1088" y="23016"/>
                    </a:lnTo>
                    <a:close/>
                    <a:moveTo>
                      <a:pt x="1047" y="0"/>
                    </a:moveTo>
                    <a:lnTo>
                      <a:pt x="984" y="105"/>
                    </a:lnTo>
                    <a:lnTo>
                      <a:pt x="963" y="209"/>
                    </a:lnTo>
                    <a:lnTo>
                      <a:pt x="1068" y="314"/>
                    </a:lnTo>
                    <a:lnTo>
                      <a:pt x="1005" y="419"/>
                    </a:lnTo>
                    <a:lnTo>
                      <a:pt x="900" y="502"/>
                    </a:lnTo>
                    <a:lnTo>
                      <a:pt x="837" y="461"/>
                    </a:lnTo>
                    <a:lnTo>
                      <a:pt x="691" y="544"/>
                    </a:lnTo>
                    <a:lnTo>
                      <a:pt x="565" y="628"/>
                    </a:lnTo>
                    <a:lnTo>
                      <a:pt x="628" y="670"/>
                    </a:lnTo>
                    <a:lnTo>
                      <a:pt x="628" y="837"/>
                    </a:lnTo>
                    <a:lnTo>
                      <a:pt x="586" y="963"/>
                    </a:lnTo>
                    <a:lnTo>
                      <a:pt x="628" y="1130"/>
                    </a:lnTo>
                    <a:lnTo>
                      <a:pt x="733" y="1549"/>
                    </a:lnTo>
                    <a:lnTo>
                      <a:pt x="733" y="1695"/>
                    </a:lnTo>
                    <a:lnTo>
                      <a:pt x="691" y="1800"/>
                    </a:lnTo>
                    <a:lnTo>
                      <a:pt x="649" y="1883"/>
                    </a:lnTo>
                    <a:lnTo>
                      <a:pt x="691" y="2093"/>
                    </a:lnTo>
                    <a:lnTo>
                      <a:pt x="775" y="2302"/>
                    </a:lnTo>
                    <a:lnTo>
                      <a:pt x="858" y="2490"/>
                    </a:lnTo>
                    <a:lnTo>
                      <a:pt x="858" y="2762"/>
                    </a:lnTo>
                    <a:lnTo>
                      <a:pt x="837" y="2846"/>
                    </a:lnTo>
                    <a:lnTo>
                      <a:pt x="796" y="2909"/>
                    </a:lnTo>
                    <a:lnTo>
                      <a:pt x="837" y="3327"/>
                    </a:lnTo>
                    <a:lnTo>
                      <a:pt x="837" y="3432"/>
                    </a:lnTo>
                    <a:lnTo>
                      <a:pt x="754" y="3474"/>
                    </a:lnTo>
                    <a:lnTo>
                      <a:pt x="670" y="3536"/>
                    </a:lnTo>
                    <a:lnTo>
                      <a:pt x="670" y="3766"/>
                    </a:lnTo>
                    <a:lnTo>
                      <a:pt x="691" y="3829"/>
                    </a:lnTo>
                    <a:lnTo>
                      <a:pt x="775" y="3766"/>
                    </a:lnTo>
                    <a:lnTo>
                      <a:pt x="837" y="3829"/>
                    </a:lnTo>
                    <a:lnTo>
                      <a:pt x="754" y="3892"/>
                    </a:lnTo>
                    <a:lnTo>
                      <a:pt x="754" y="4499"/>
                    </a:lnTo>
                    <a:lnTo>
                      <a:pt x="837" y="4729"/>
                    </a:lnTo>
                    <a:lnTo>
                      <a:pt x="858" y="4917"/>
                    </a:lnTo>
                    <a:lnTo>
                      <a:pt x="837" y="5064"/>
                    </a:lnTo>
                    <a:lnTo>
                      <a:pt x="733" y="5231"/>
                    </a:lnTo>
                    <a:lnTo>
                      <a:pt x="733" y="5399"/>
                    </a:lnTo>
                    <a:lnTo>
                      <a:pt x="837" y="5566"/>
                    </a:lnTo>
                    <a:lnTo>
                      <a:pt x="796" y="5712"/>
                    </a:lnTo>
                    <a:lnTo>
                      <a:pt x="796" y="5984"/>
                    </a:lnTo>
                    <a:lnTo>
                      <a:pt x="754" y="6089"/>
                    </a:lnTo>
                    <a:lnTo>
                      <a:pt x="754" y="6256"/>
                    </a:lnTo>
                    <a:lnTo>
                      <a:pt x="775" y="6340"/>
                    </a:lnTo>
                    <a:lnTo>
                      <a:pt x="775" y="6403"/>
                    </a:lnTo>
                    <a:lnTo>
                      <a:pt x="670" y="6570"/>
                    </a:lnTo>
                    <a:lnTo>
                      <a:pt x="670" y="6717"/>
                    </a:lnTo>
                    <a:lnTo>
                      <a:pt x="628" y="6821"/>
                    </a:lnTo>
                    <a:lnTo>
                      <a:pt x="649" y="7010"/>
                    </a:lnTo>
                    <a:lnTo>
                      <a:pt x="628" y="7093"/>
                    </a:lnTo>
                    <a:lnTo>
                      <a:pt x="524" y="7303"/>
                    </a:lnTo>
                    <a:lnTo>
                      <a:pt x="524" y="7407"/>
                    </a:lnTo>
                    <a:lnTo>
                      <a:pt x="628" y="7554"/>
                    </a:lnTo>
                    <a:lnTo>
                      <a:pt x="649" y="7721"/>
                    </a:lnTo>
                    <a:lnTo>
                      <a:pt x="733" y="7826"/>
                    </a:lnTo>
                    <a:lnTo>
                      <a:pt x="649" y="7867"/>
                    </a:lnTo>
                    <a:lnTo>
                      <a:pt x="586" y="8014"/>
                    </a:lnTo>
                    <a:lnTo>
                      <a:pt x="670" y="8119"/>
                    </a:lnTo>
                    <a:lnTo>
                      <a:pt x="586" y="8202"/>
                    </a:lnTo>
                    <a:lnTo>
                      <a:pt x="524" y="8244"/>
                    </a:lnTo>
                    <a:lnTo>
                      <a:pt x="524" y="8391"/>
                    </a:lnTo>
                    <a:lnTo>
                      <a:pt x="544" y="8537"/>
                    </a:lnTo>
                    <a:lnTo>
                      <a:pt x="544" y="8663"/>
                    </a:lnTo>
                    <a:lnTo>
                      <a:pt x="670" y="8997"/>
                    </a:lnTo>
                    <a:lnTo>
                      <a:pt x="670" y="9186"/>
                    </a:lnTo>
                    <a:lnTo>
                      <a:pt x="628" y="9228"/>
                    </a:lnTo>
                    <a:lnTo>
                      <a:pt x="628" y="9332"/>
                    </a:lnTo>
                    <a:lnTo>
                      <a:pt x="754" y="9520"/>
                    </a:lnTo>
                    <a:lnTo>
                      <a:pt x="754" y="9730"/>
                    </a:lnTo>
                    <a:lnTo>
                      <a:pt x="733" y="9855"/>
                    </a:lnTo>
                    <a:lnTo>
                      <a:pt x="733" y="9918"/>
                    </a:lnTo>
                    <a:lnTo>
                      <a:pt x="754" y="10023"/>
                    </a:lnTo>
                    <a:lnTo>
                      <a:pt x="733" y="10106"/>
                    </a:lnTo>
                    <a:lnTo>
                      <a:pt x="691" y="10211"/>
                    </a:lnTo>
                    <a:lnTo>
                      <a:pt x="733" y="10253"/>
                    </a:lnTo>
                    <a:lnTo>
                      <a:pt x="858" y="10441"/>
                    </a:lnTo>
                    <a:lnTo>
                      <a:pt x="879" y="10546"/>
                    </a:lnTo>
                    <a:lnTo>
                      <a:pt x="837" y="10650"/>
                    </a:lnTo>
                    <a:lnTo>
                      <a:pt x="754" y="10692"/>
                    </a:lnTo>
                    <a:lnTo>
                      <a:pt x="670" y="10860"/>
                    </a:lnTo>
                    <a:lnTo>
                      <a:pt x="670" y="10901"/>
                    </a:lnTo>
                    <a:lnTo>
                      <a:pt x="733" y="10964"/>
                    </a:lnTo>
                    <a:lnTo>
                      <a:pt x="670" y="11090"/>
                    </a:lnTo>
                    <a:lnTo>
                      <a:pt x="586" y="11173"/>
                    </a:lnTo>
                    <a:lnTo>
                      <a:pt x="586" y="11278"/>
                    </a:lnTo>
                    <a:lnTo>
                      <a:pt x="565" y="11466"/>
                    </a:lnTo>
                    <a:lnTo>
                      <a:pt x="524" y="11571"/>
                    </a:lnTo>
                    <a:lnTo>
                      <a:pt x="524" y="11676"/>
                    </a:lnTo>
                    <a:lnTo>
                      <a:pt x="482" y="11717"/>
                    </a:lnTo>
                    <a:lnTo>
                      <a:pt x="482" y="11843"/>
                    </a:lnTo>
                    <a:lnTo>
                      <a:pt x="419" y="11927"/>
                    </a:lnTo>
                    <a:lnTo>
                      <a:pt x="419" y="11989"/>
                    </a:lnTo>
                    <a:lnTo>
                      <a:pt x="461" y="12052"/>
                    </a:lnTo>
                    <a:lnTo>
                      <a:pt x="377" y="12157"/>
                    </a:lnTo>
                    <a:lnTo>
                      <a:pt x="377" y="12324"/>
                    </a:lnTo>
                    <a:lnTo>
                      <a:pt x="377" y="12429"/>
                    </a:lnTo>
                    <a:lnTo>
                      <a:pt x="314" y="12471"/>
                    </a:lnTo>
                    <a:lnTo>
                      <a:pt x="314" y="12575"/>
                    </a:lnTo>
                    <a:lnTo>
                      <a:pt x="272" y="12659"/>
                    </a:lnTo>
                    <a:lnTo>
                      <a:pt x="272" y="12743"/>
                    </a:lnTo>
                    <a:lnTo>
                      <a:pt x="314" y="12847"/>
                    </a:lnTo>
                    <a:lnTo>
                      <a:pt x="314" y="12952"/>
                    </a:lnTo>
                    <a:lnTo>
                      <a:pt x="231" y="13057"/>
                    </a:lnTo>
                    <a:lnTo>
                      <a:pt x="147" y="13057"/>
                    </a:lnTo>
                    <a:lnTo>
                      <a:pt x="63" y="12994"/>
                    </a:lnTo>
                    <a:lnTo>
                      <a:pt x="0" y="13015"/>
                    </a:lnTo>
                    <a:lnTo>
                      <a:pt x="0" y="13098"/>
                    </a:lnTo>
                    <a:lnTo>
                      <a:pt x="21" y="13224"/>
                    </a:lnTo>
                    <a:lnTo>
                      <a:pt x="21" y="13412"/>
                    </a:lnTo>
                    <a:lnTo>
                      <a:pt x="105" y="13517"/>
                    </a:lnTo>
                    <a:lnTo>
                      <a:pt x="231" y="13621"/>
                    </a:lnTo>
                    <a:lnTo>
                      <a:pt x="252" y="13747"/>
                    </a:lnTo>
                    <a:lnTo>
                      <a:pt x="231" y="13914"/>
                    </a:lnTo>
                    <a:lnTo>
                      <a:pt x="398" y="14228"/>
                    </a:lnTo>
                    <a:lnTo>
                      <a:pt x="440" y="14312"/>
                    </a:lnTo>
                    <a:lnTo>
                      <a:pt x="524" y="14375"/>
                    </a:lnTo>
                    <a:lnTo>
                      <a:pt x="524" y="14563"/>
                    </a:lnTo>
                    <a:lnTo>
                      <a:pt x="461" y="14835"/>
                    </a:lnTo>
                    <a:lnTo>
                      <a:pt x="419" y="14856"/>
                    </a:lnTo>
                    <a:lnTo>
                      <a:pt x="440" y="14940"/>
                    </a:lnTo>
                    <a:lnTo>
                      <a:pt x="419" y="15002"/>
                    </a:lnTo>
                    <a:lnTo>
                      <a:pt x="356" y="14982"/>
                    </a:lnTo>
                    <a:lnTo>
                      <a:pt x="314" y="14982"/>
                    </a:lnTo>
                    <a:lnTo>
                      <a:pt x="272" y="15086"/>
                    </a:lnTo>
                    <a:lnTo>
                      <a:pt x="314" y="15191"/>
                    </a:lnTo>
                    <a:lnTo>
                      <a:pt x="377" y="15254"/>
                    </a:lnTo>
                    <a:lnTo>
                      <a:pt x="335" y="15484"/>
                    </a:lnTo>
                    <a:lnTo>
                      <a:pt x="356" y="15588"/>
                    </a:lnTo>
                    <a:lnTo>
                      <a:pt x="314" y="15672"/>
                    </a:lnTo>
                    <a:lnTo>
                      <a:pt x="356" y="15714"/>
                    </a:lnTo>
                    <a:lnTo>
                      <a:pt x="335" y="15798"/>
                    </a:lnTo>
                    <a:lnTo>
                      <a:pt x="314" y="15818"/>
                    </a:lnTo>
                    <a:lnTo>
                      <a:pt x="335" y="15881"/>
                    </a:lnTo>
                    <a:lnTo>
                      <a:pt x="524" y="16153"/>
                    </a:lnTo>
                    <a:lnTo>
                      <a:pt x="565" y="16216"/>
                    </a:lnTo>
                    <a:lnTo>
                      <a:pt x="565" y="16362"/>
                    </a:lnTo>
                    <a:lnTo>
                      <a:pt x="524" y="16342"/>
                    </a:lnTo>
                    <a:lnTo>
                      <a:pt x="377" y="16342"/>
                    </a:lnTo>
                    <a:lnTo>
                      <a:pt x="314" y="16425"/>
                    </a:lnTo>
                    <a:lnTo>
                      <a:pt x="314" y="16467"/>
                    </a:lnTo>
                    <a:lnTo>
                      <a:pt x="356" y="16530"/>
                    </a:lnTo>
                    <a:lnTo>
                      <a:pt x="356" y="16614"/>
                    </a:lnTo>
                    <a:lnTo>
                      <a:pt x="314" y="16655"/>
                    </a:lnTo>
                    <a:lnTo>
                      <a:pt x="272" y="16739"/>
                    </a:lnTo>
                    <a:lnTo>
                      <a:pt x="314" y="16823"/>
                    </a:lnTo>
                    <a:lnTo>
                      <a:pt x="335" y="16844"/>
                    </a:lnTo>
                    <a:lnTo>
                      <a:pt x="377" y="16969"/>
                    </a:lnTo>
                    <a:lnTo>
                      <a:pt x="419" y="17304"/>
                    </a:lnTo>
                    <a:lnTo>
                      <a:pt x="356" y="17451"/>
                    </a:lnTo>
                    <a:lnTo>
                      <a:pt x="482" y="17492"/>
                    </a:lnTo>
                    <a:lnTo>
                      <a:pt x="670" y="17471"/>
                    </a:lnTo>
                    <a:lnTo>
                      <a:pt x="670" y="17409"/>
                    </a:lnTo>
                    <a:lnTo>
                      <a:pt x="670" y="17283"/>
                    </a:lnTo>
                    <a:lnTo>
                      <a:pt x="733" y="17199"/>
                    </a:lnTo>
                    <a:lnTo>
                      <a:pt x="837" y="17241"/>
                    </a:lnTo>
                    <a:lnTo>
                      <a:pt x="858" y="17199"/>
                    </a:lnTo>
                    <a:lnTo>
                      <a:pt x="733" y="17095"/>
                    </a:lnTo>
                    <a:lnTo>
                      <a:pt x="775" y="17053"/>
                    </a:lnTo>
                    <a:lnTo>
                      <a:pt x="649" y="16927"/>
                    </a:lnTo>
                    <a:lnTo>
                      <a:pt x="649" y="16844"/>
                    </a:lnTo>
                    <a:lnTo>
                      <a:pt x="733" y="16844"/>
                    </a:lnTo>
                    <a:lnTo>
                      <a:pt x="837" y="16886"/>
                    </a:lnTo>
                    <a:lnTo>
                      <a:pt x="837" y="16865"/>
                    </a:lnTo>
                    <a:lnTo>
                      <a:pt x="775" y="16823"/>
                    </a:lnTo>
                    <a:lnTo>
                      <a:pt x="649" y="16718"/>
                    </a:lnTo>
                    <a:lnTo>
                      <a:pt x="775" y="16739"/>
                    </a:lnTo>
                    <a:lnTo>
                      <a:pt x="775" y="16634"/>
                    </a:lnTo>
                    <a:lnTo>
                      <a:pt x="754" y="16572"/>
                    </a:lnTo>
                    <a:lnTo>
                      <a:pt x="754" y="16425"/>
                    </a:lnTo>
                    <a:lnTo>
                      <a:pt x="733" y="16362"/>
                    </a:lnTo>
                    <a:cubicBezTo>
                      <a:pt x="733" y="16321"/>
                      <a:pt x="754" y="16258"/>
                      <a:pt x="775" y="16237"/>
                    </a:cubicBezTo>
                    <a:lnTo>
                      <a:pt x="837" y="16258"/>
                    </a:lnTo>
                    <a:lnTo>
                      <a:pt x="879" y="16237"/>
                    </a:lnTo>
                    <a:cubicBezTo>
                      <a:pt x="879" y="16342"/>
                      <a:pt x="900" y="16467"/>
                      <a:pt x="900" y="16572"/>
                    </a:cubicBezTo>
                    <a:lnTo>
                      <a:pt x="1068" y="17764"/>
                    </a:lnTo>
                    <a:lnTo>
                      <a:pt x="1047" y="17785"/>
                    </a:lnTo>
                    <a:lnTo>
                      <a:pt x="1068" y="17869"/>
                    </a:lnTo>
                    <a:lnTo>
                      <a:pt x="1068" y="18036"/>
                    </a:lnTo>
                    <a:lnTo>
                      <a:pt x="1005" y="18078"/>
                    </a:lnTo>
                    <a:lnTo>
                      <a:pt x="1047" y="18120"/>
                    </a:lnTo>
                    <a:lnTo>
                      <a:pt x="1047" y="18287"/>
                    </a:lnTo>
                    <a:lnTo>
                      <a:pt x="1005" y="18350"/>
                    </a:lnTo>
                    <a:lnTo>
                      <a:pt x="1047" y="18434"/>
                    </a:lnTo>
                    <a:lnTo>
                      <a:pt x="1047" y="18455"/>
                    </a:lnTo>
                    <a:cubicBezTo>
                      <a:pt x="1047" y="18643"/>
                      <a:pt x="1005" y="18852"/>
                      <a:pt x="963" y="19041"/>
                    </a:cubicBezTo>
                    <a:cubicBezTo>
                      <a:pt x="921" y="19187"/>
                      <a:pt x="900" y="19334"/>
                      <a:pt x="858" y="19459"/>
                    </a:cubicBezTo>
                    <a:lnTo>
                      <a:pt x="796" y="19480"/>
                    </a:lnTo>
                    <a:lnTo>
                      <a:pt x="691" y="19564"/>
                    </a:lnTo>
                    <a:lnTo>
                      <a:pt x="649" y="19564"/>
                    </a:lnTo>
                    <a:lnTo>
                      <a:pt x="649" y="19501"/>
                    </a:lnTo>
                    <a:lnTo>
                      <a:pt x="754" y="19480"/>
                    </a:lnTo>
                    <a:lnTo>
                      <a:pt x="837" y="19438"/>
                    </a:lnTo>
                    <a:lnTo>
                      <a:pt x="837" y="19271"/>
                    </a:lnTo>
                    <a:lnTo>
                      <a:pt x="775" y="19250"/>
                    </a:lnTo>
                    <a:lnTo>
                      <a:pt x="670" y="19292"/>
                    </a:lnTo>
                    <a:lnTo>
                      <a:pt x="461" y="19292"/>
                    </a:lnTo>
                    <a:lnTo>
                      <a:pt x="377" y="19271"/>
                    </a:lnTo>
                    <a:lnTo>
                      <a:pt x="293" y="19292"/>
                    </a:lnTo>
                    <a:lnTo>
                      <a:pt x="293" y="19375"/>
                    </a:lnTo>
                    <a:lnTo>
                      <a:pt x="356" y="19501"/>
                    </a:lnTo>
                    <a:lnTo>
                      <a:pt x="398" y="19501"/>
                    </a:lnTo>
                    <a:lnTo>
                      <a:pt x="440" y="19585"/>
                    </a:lnTo>
                    <a:lnTo>
                      <a:pt x="356" y="19585"/>
                    </a:lnTo>
                    <a:lnTo>
                      <a:pt x="335" y="19689"/>
                    </a:lnTo>
                    <a:lnTo>
                      <a:pt x="252" y="19752"/>
                    </a:lnTo>
                    <a:lnTo>
                      <a:pt x="189" y="19857"/>
                    </a:lnTo>
                    <a:lnTo>
                      <a:pt x="42" y="19919"/>
                    </a:lnTo>
                    <a:lnTo>
                      <a:pt x="42" y="20003"/>
                    </a:lnTo>
                    <a:lnTo>
                      <a:pt x="189" y="20192"/>
                    </a:lnTo>
                    <a:lnTo>
                      <a:pt x="272" y="20192"/>
                    </a:lnTo>
                    <a:lnTo>
                      <a:pt x="335" y="20129"/>
                    </a:lnTo>
                    <a:lnTo>
                      <a:pt x="335" y="20066"/>
                    </a:lnTo>
                    <a:lnTo>
                      <a:pt x="231" y="20024"/>
                    </a:lnTo>
                    <a:lnTo>
                      <a:pt x="231" y="19982"/>
                    </a:lnTo>
                    <a:lnTo>
                      <a:pt x="272" y="19878"/>
                    </a:lnTo>
                    <a:lnTo>
                      <a:pt x="440" y="19878"/>
                    </a:lnTo>
                    <a:lnTo>
                      <a:pt x="461" y="19857"/>
                    </a:lnTo>
                    <a:lnTo>
                      <a:pt x="482" y="19982"/>
                    </a:lnTo>
                    <a:lnTo>
                      <a:pt x="586" y="20066"/>
                    </a:lnTo>
                    <a:lnTo>
                      <a:pt x="712" y="20066"/>
                    </a:lnTo>
                    <a:lnTo>
                      <a:pt x="754" y="20003"/>
                    </a:lnTo>
                    <a:lnTo>
                      <a:pt x="754" y="20003"/>
                    </a:lnTo>
                    <a:cubicBezTo>
                      <a:pt x="670" y="20317"/>
                      <a:pt x="649" y="20631"/>
                      <a:pt x="649" y="20924"/>
                    </a:cubicBezTo>
                    <a:lnTo>
                      <a:pt x="586" y="20966"/>
                    </a:lnTo>
                    <a:lnTo>
                      <a:pt x="649" y="21008"/>
                    </a:lnTo>
                    <a:lnTo>
                      <a:pt x="649" y="21154"/>
                    </a:lnTo>
                    <a:lnTo>
                      <a:pt x="565" y="21028"/>
                    </a:lnTo>
                    <a:lnTo>
                      <a:pt x="461" y="21008"/>
                    </a:lnTo>
                    <a:lnTo>
                      <a:pt x="440" y="21049"/>
                    </a:lnTo>
                    <a:lnTo>
                      <a:pt x="440" y="21133"/>
                    </a:lnTo>
                    <a:lnTo>
                      <a:pt x="461" y="21259"/>
                    </a:lnTo>
                    <a:lnTo>
                      <a:pt x="565" y="21280"/>
                    </a:lnTo>
                    <a:lnTo>
                      <a:pt x="649" y="21342"/>
                    </a:lnTo>
                    <a:lnTo>
                      <a:pt x="649" y="21384"/>
                    </a:lnTo>
                    <a:lnTo>
                      <a:pt x="691" y="21552"/>
                    </a:lnTo>
                    <a:lnTo>
                      <a:pt x="754" y="21572"/>
                    </a:lnTo>
                    <a:cubicBezTo>
                      <a:pt x="754" y="21635"/>
                      <a:pt x="775" y="21656"/>
                      <a:pt x="796" y="21698"/>
                    </a:cubicBezTo>
                    <a:lnTo>
                      <a:pt x="670" y="21656"/>
                    </a:lnTo>
                    <a:lnTo>
                      <a:pt x="649" y="21635"/>
                    </a:lnTo>
                    <a:lnTo>
                      <a:pt x="586" y="21677"/>
                    </a:lnTo>
                    <a:lnTo>
                      <a:pt x="649" y="21865"/>
                    </a:lnTo>
                    <a:lnTo>
                      <a:pt x="649" y="21949"/>
                    </a:lnTo>
                    <a:lnTo>
                      <a:pt x="691" y="21970"/>
                    </a:lnTo>
                    <a:lnTo>
                      <a:pt x="796" y="21803"/>
                    </a:lnTo>
                    <a:lnTo>
                      <a:pt x="858" y="21782"/>
                    </a:lnTo>
                    <a:cubicBezTo>
                      <a:pt x="879" y="21844"/>
                      <a:pt x="900" y="21886"/>
                      <a:pt x="921" y="21970"/>
                    </a:cubicBezTo>
                    <a:lnTo>
                      <a:pt x="921" y="22012"/>
                    </a:lnTo>
                    <a:lnTo>
                      <a:pt x="816" y="22054"/>
                    </a:lnTo>
                    <a:lnTo>
                      <a:pt x="921" y="22284"/>
                    </a:lnTo>
                    <a:lnTo>
                      <a:pt x="963" y="22409"/>
                    </a:lnTo>
                    <a:cubicBezTo>
                      <a:pt x="963" y="22493"/>
                      <a:pt x="984" y="22577"/>
                      <a:pt x="1005" y="22640"/>
                    </a:cubicBezTo>
                    <a:lnTo>
                      <a:pt x="984" y="22681"/>
                    </a:lnTo>
                    <a:lnTo>
                      <a:pt x="984" y="22744"/>
                    </a:lnTo>
                    <a:lnTo>
                      <a:pt x="921" y="22807"/>
                    </a:lnTo>
                    <a:lnTo>
                      <a:pt x="1005" y="22849"/>
                    </a:lnTo>
                    <a:lnTo>
                      <a:pt x="1026" y="22932"/>
                    </a:lnTo>
                    <a:lnTo>
                      <a:pt x="1068" y="22932"/>
                    </a:lnTo>
                    <a:cubicBezTo>
                      <a:pt x="1068" y="22953"/>
                      <a:pt x="1068" y="22995"/>
                      <a:pt x="1088" y="23016"/>
                    </a:cubicBezTo>
                    <a:cubicBezTo>
                      <a:pt x="1130" y="23163"/>
                      <a:pt x="1193" y="23330"/>
                      <a:pt x="1235" y="23456"/>
                    </a:cubicBezTo>
                    <a:lnTo>
                      <a:pt x="1277" y="23518"/>
                    </a:lnTo>
                    <a:cubicBezTo>
                      <a:pt x="1277" y="23539"/>
                      <a:pt x="1277" y="23539"/>
                      <a:pt x="1298" y="23560"/>
                    </a:cubicBezTo>
                    <a:lnTo>
                      <a:pt x="1235" y="23665"/>
                    </a:lnTo>
                    <a:lnTo>
                      <a:pt x="1193" y="23728"/>
                    </a:lnTo>
                    <a:lnTo>
                      <a:pt x="1235" y="23749"/>
                    </a:lnTo>
                    <a:lnTo>
                      <a:pt x="1381" y="23728"/>
                    </a:lnTo>
                    <a:lnTo>
                      <a:pt x="1444" y="23874"/>
                    </a:lnTo>
                    <a:lnTo>
                      <a:pt x="1423" y="23874"/>
                    </a:lnTo>
                    <a:lnTo>
                      <a:pt x="1444" y="23937"/>
                    </a:lnTo>
                    <a:lnTo>
                      <a:pt x="1486" y="23958"/>
                    </a:lnTo>
                    <a:lnTo>
                      <a:pt x="1423" y="24000"/>
                    </a:lnTo>
                    <a:lnTo>
                      <a:pt x="1402" y="24062"/>
                    </a:lnTo>
                    <a:lnTo>
                      <a:pt x="1423" y="24146"/>
                    </a:lnTo>
                    <a:lnTo>
                      <a:pt x="1486" y="24167"/>
                    </a:lnTo>
                    <a:lnTo>
                      <a:pt x="1549" y="24188"/>
                    </a:lnTo>
                    <a:lnTo>
                      <a:pt x="1507" y="24104"/>
                    </a:lnTo>
                    <a:lnTo>
                      <a:pt x="1549" y="24083"/>
                    </a:lnTo>
                    <a:cubicBezTo>
                      <a:pt x="1612" y="24167"/>
                      <a:pt x="1653" y="24272"/>
                      <a:pt x="1716" y="24355"/>
                    </a:cubicBezTo>
                    <a:lnTo>
                      <a:pt x="1716" y="24397"/>
                    </a:lnTo>
                    <a:lnTo>
                      <a:pt x="1653" y="24460"/>
                    </a:lnTo>
                    <a:lnTo>
                      <a:pt x="1695" y="24481"/>
                    </a:lnTo>
                    <a:lnTo>
                      <a:pt x="1737" y="24460"/>
                    </a:lnTo>
                    <a:lnTo>
                      <a:pt x="1758" y="24418"/>
                    </a:lnTo>
                    <a:cubicBezTo>
                      <a:pt x="1967" y="24753"/>
                      <a:pt x="2218" y="25004"/>
                      <a:pt x="2469" y="25234"/>
                    </a:cubicBezTo>
                    <a:lnTo>
                      <a:pt x="2449" y="25234"/>
                    </a:lnTo>
                    <a:lnTo>
                      <a:pt x="2365" y="25192"/>
                    </a:lnTo>
                    <a:lnTo>
                      <a:pt x="2260" y="25150"/>
                    </a:lnTo>
                    <a:lnTo>
                      <a:pt x="2156" y="25150"/>
                    </a:lnTo>
                    <a:lnTo>
                      <a:pt x="2072" y="25109"/>
                    </a:lnTo>
                    <a:lnTo>
                      <a:pt x="1946" y="24983"/>
                    </a:lnTo>
                    <a:lnTo>
                      <a:pt x="1863" y="24920"/>
                    </a:lnTo>
                    <a:lnTo>
                      <a:pt x="1842" y="24983"/>
                    </a:lnTo>
                    <a:lnTo>
                      <a:pt x="1863" y="25088"/>
                    </a:lnTo>
                    <a:lnTo>
                      <a:pt x="1946" y="25213"/>
                    </a:lnTo>
                    <a:lnTo>
                      <a:pt x="2072" y="25234"/>
                    </a:lnTo>
                    <a:lnTo>
                      <a:pt x="2239" y="25318"/>
                    </a:lnTo>
                    <a:lnTo>
                      <a:pt x="2281" y="25401"/>
                    </a:lnTo>
                    <a:lnTo>
                      <a:pt x="2365" y="25401"/>
                    </a:lnTo>
                    <a:lnTo>
                      <a:pt x="2428" y="25360"/>
                    </a:lnTo>
                    <a:lnTo>
                      <a:pt x="2574" y="25422"/>
                    </a:lnTo>
                    <a:lnTo>
                      <a:pt x="2679" y="25464"/>
                    </a:lnTo>
                    <a:lnTo>
                      <a:pt x="2783" y="25464"/>
                    </a:lnTo>
                    <a:cubicBezTo>
                      <a:pt x="2804" y="25464"/>
                      <a:pt x="2846" y="25506"/>
                      <a:pt x="2846" y="25527"/>
                    </a:cubicBezTo>
                    <a:lnTo>
                      <a:pt x="2804" y="25527"/>
                    </a:lnTo>
                    <a:lnTo>
                      <a:pt x="2700" y="25569"/>
                    </a:lnTo>
                    <a:lnTo>
                      <a:pt x="2658" y="25548"/>
                    </a:lnTo>
                    <a:lnTo>
                      <a:pt x="2595" y="25506"/>
                    </a:lnTo>
                    <a:lnTo>
                      <a:pt x="2532" y="25506"/>
                    </a:lnTo>
                    <a:lnTo>
                      <a:pt x="2490" y="25548"/>
                    </a:lnTo>
                    <a:lnTo>
                      <a:pt x="2490" y="25611"/>
                    </a:lnTo>
                    <a:lnTo>
                      <a:pt x="2595" y="25653"/>
                    </a:lnTo>
                    <a:lnTo>
                      <a:pt x="2658" y="25757"/>
                    </a:lnTo>
                    <a:lnTo>
                      <a:pt x="2762" y="25799"/>
                    </a:lnTo>
                    <a:lnTo>
                      <a:pt x="2867" y="25925"/>
                    </a:lnTo>
                    <a:lnTo>
                      <a:pt x="2951" y="25945"/>
                    </a:lnTo>
                    <a:lnTo>
                      <a:pt x="3076" y="25925"/>
                    </a:lnTo>
                    <a:lnTo>
                      <a:pt x="3118" y="25945"/>
                    </a:lnTo>
                    <a:lnTo>
                      <a:pt x="3118" y="26029"/>
                    </a:lnTo>
                    <a:lnTo>
                      <a:pt x="3202" y="26092"/>
                    </a:lnTo>
                    <a:lnTo>
                      <a:pt x="3285" y="26071"/>
                    </a:lnTo>
                    <a:lnTo>
                      <a:pt x="3265" y="26029"/>
                    </a:lnTo>
                    <a:lnTo>
                      <a:pt x="3327" y="25945"/>
                    </a:lnTo>
                    <a:lnTo>
                      <a:pt x="3327" y="25883"/>
                    </a:lnTo>
                    <a:lnTo>
                      <a:pt x="3285" y="25862"/>
                    </a:lnTo>
                    <a:lnTo>
                      <a:pt x="3327" y="25841"/>
                    </a:lnTo>
                    <a:lnTo>
                      <a:pt x="3411" y="25841"/>
                    </a:lnTo>
                    <a:lnTo>
                      <a:pt x="3369" y="25757"/>
                    </a:lnTo>
                    <a:lnTo>
                      <a:pt x="3285" y="25736"/>
                    </a:lnTo>
                    <a:lnTo>
                      <a:pt x="3160" y="25757"/>
                    </a:lnTo>
                    <a:lnTo>
                      <a:pt x="3118" y="25715"/>
                    </a:lnTo>
                    <a:lnTo>
                      <a:pt x="3118" y="25715"/>
                    </a:lnTo>
                    <a:cubicBezTo>
                      <a:pt x="3141" y="25721"/>
                      <a:pt x="3164" y="25724"/>
                      <a:pt x="3189" y="25724"/>
                    </a:cubicBezTo>
                    <a:cubicBezTo>
                      <a:pt x="3256" y="25724"/>
                      <a:pt x="3329" y="25704"/>
                      <a:pt x="3390" y="25673"/>
                    </a:cubicBezTo>
                    <a:lnTo>
                      <a:pt x="3411" y="25715"/>
                    </a:lnTo>
                    <a:lnTo>
                      <a:pt x="3578" y="25736"/>
                    </a:lnTo>
                    <a:lnTo>
                      <a:pt x="3683" y="25778"/>
                    </a:lnTo>
                    <a:lnTo>
                      <a:pt x="3746" y="25778"/>
                    </a:lnTo>
                    <a:lnTo>
                      <a:pt x="3829" y="25841"/>
                    </a:lnTo>
                    <a:lnTo>
                      <a:pt x="3892" y="25778"/>
                    </a:lnTo>
                    <a:lnTo>
                      <a:pt x="3955" y="25653"/>
                    </a:lnTo>
                    <a:lnTo>
                      <a:pt x="3913" y="25464"/>
                    </a:lnTo>
                    <a:lnTo>
                      <a:pt x="3934" y="25401"/>
                    </a:lnTo>
                    <a:lnTo>
                      <a:pt x="3934" y="25318"/>
                    </a:lnTo>
                    <a:lnTo>
                      <a:pt x="3955" y="25150"/>
                    </a:lnTo>
                    <a:lnTo>
                      <a:pt x="3955" y="25109"/>
                    </a:lnTo>
                    <a:cubicBezTo>
                      <a:pt x="4018" y="25213"/>
                      <a:pt x="4060" y="25318"/>
                      <a:pt x="4143" y="25422"/>
                    </a:cubicBezTo>
                    <a:lnTo>
                      <a:pt x="4122" y="25527"/>
                    </a:lnTo>
                    <a:lnTo>
                      <a:pt x="4060" y="25632"/>
                    </a:lnTo>
                    <a:lnTo>
                      <a:pt x="4122" y="25736"/>
                    </a:lnTo>
                    <a:lnTo>
                      <a:pt x="4060" y="25820"/>
                    </a:lnTo>
                    <a:lnTo>
                      <a:pt x="4060" y="25883"/>
                    </a:lnTo>
                    <a:lnTo>
                      <a:pt x="4164" y="25945"/>
                    </a:lnTo>
                    <a:lnTo>
                      <a:pt x="4269" y="25966"/>
                    </a:lnTo>
                    <a:lnTo>
                      <a:pt x="4332" y="25987"/>
                    </a:lnTo>
                    <a:lnTo>
                      <a:pt x="4373" y="25945"/>
                    </a:lnTo>
                    <a:lnTo>
                      <a:pt x="4248" y="25841"/>
                    </a:lnTo>
                    <a:lnTo>
                      <a:pt x="4332" y="25757"/>
                    </a:lnTo>
                    <a:lnTo>
                      <a:pt x="4562" y="26155"/>
                    </a:lnTo>
                    <a:lnTo>
                      <a:pt x="4562" y="26155"/>
                    </a:lnTo>
                    <a:lnTo>
                      <a:pt x="4520" y="26134"/>
                    </a:lnTo>
                    <a:lnTo>
                      <a:pt x="4332" y="26050"/>
                    </a:lnTo>
                    <a:lnTo>
                      <a:pt x="4227" y="25987"/>
                    </a:lnTo>
                    <a:lnTo>
                      <a:pt x="4206" y="26029"/>
                    </a:lnTo>
                    <a:lnTo>
                      <a:pt x="4248" y="26071"/>
                    </a:lnTo>
                    <a:lnTo>
                      <a:pt x="4520" y="26197"/>
                    </a:lnTo>
                    <a:lnTo>
                      <a:pt x="4541" y="26259"/>
                    </a:lnTo>
                    <a:lnTo>
                      <a:pt x="4436" y="26259"/>
                    </a:lnTo>
                    <a:lnTo>
                      <a:pt x="4436" y="26322"/>
                    </a:lnTo>
                    <a:lnTo>
                      <a:pt x="4373" y="26322"/>
                    </a:lnTo>
                    <a:lnTo>
                      <a:pt x="4353" y="26238"/>
                    </a:lnTo>
                    <a:lnTo>
                      <a:pt x="4227" y="26155"/>
                    </a:lnTo>
                    <a:lnTo>
                      <a:pt x="4206" y="26176"/>
                    </a:lnTo>
                    <a:lnTo>
                      <a:pt x="4206" y="26259"/>
                    </a:lnTo>
                    <a:lnTo>
                      <a:pt x="4122" y="26259"/>
                    </a:lnTo>
                    <a:lnTo>
                      <a:pt x="3934" y="26280"/>
                    </a:lnTo>
                    <a:lnTo>
                      <a:pt x="3892" y="26322"/>
                    </a:lnTo>
                    <a:lnTo>
                      <a:pt x="3934" y="26364"/>
                    </a:lnTo>
                    <a:lnTo>
                      <a:pt x="3913" y="26385"/>
                    </a:lnTo>
                    <a:lnTo>
                      <a:pt x="3809" y="26364"/>
                    </a:lnTo>
                    <a:lnTo>
                      <a:pt x="3704" y="26385"/>
                    </a:lnTo>
                    <a:lnTo>
                      <a:pt x="3725" y="26448"/>
                    </a:lnTo>
                    <a:lnTo>
                      <a:pt x="3850" y="26469"/>
                    </a:lnTo>
                    <a:lnTo>
                      <a:pt x="3955" y="26469"/>
                    </a:lnTo>
                    <a:lnTo>
                      <a:pt x="3997" y="26427"/>
                    </a:lnTo>
                    <a:lnTo>
                      <a:pt x="4018" y="26385"/>
                    </a:lnTo>
                    <a:lnTo>
                      <a:pt x="4101" y="26427"/>
                    </a:lnTo>
                    <a:lnTo>
                      <a:pt x="4206" y="26490"/>
                    </a:lnTo>
                    <a:lnTo>
                      <a:pt x="4248" y="26469"/>
                    </a:lnTo>
                    <a:lnTo>
                      <a:pt x="4269" y="26531"/>
                    </a:lnTo>
                    <a:lnTo>
                      <a:pt x="4269" y="26573"/>
                    </a:lnTo>
                    <a:lnTo>
                      <a:pt x="4353" y="26636"/>
                    </a:lnTo>
                    <a:lnTo>
                      <a:pt x="4269" y="26678"/>
                    </a:lnTo>
                    <a:lnTo>
                      <a:pt x="4227" y="26782"/>
                    </a:lnTo>
                    <a:lnTo>
                      <a:pt x="4269" y="26866"/>
                    </a:lnTo>
                    <a:lnTo>
                      <a:pt x="4353" y="26866"/>
                    </a:lnTo>
                    <a:lnTo>
                      <a:pt x="4436" y="26887"/>
                    </a:lnTo>
                    <a:lnTo>
                      <a:pt x="4541" y="26992"/>
                    </a:lnTo>
                    <a:lnTo>
                      <a:pt x="4625" y="26992"/>
                    </a:lnTo>
                    <a:lnTo>
                      <a:pt x="4646" y="26971"/>
                    </a:lnTo>
                    <a:lnTo>
                      <a:pt x="4562" y="26908"/>
                    </a:lnTo>
                    <a:lnTo>
                      <a:pt x="4457" y="26845"/>
                    </a:lnTo>
                    <a:lnTo>
                      <a:pt x="4436" y="26782"/>
                    </a:lnTo>
                    <a:lnTo>
                      <a:pt x="4457" y="26782"/>
                    </a:lnTo>
                    <a:lnTo>
                      <a:pt x="4541" y="26803"/>
                    </a:lnTo>
                    <a:lnTo>
                      <a:pt x="4625" y="26762"/>
                    </a:lnTo>
                    <a:lnTo>
                      <a:pt x="4646" y="26699"/>
                    </a:lnTo>
                    <a:lnTo>
                      <a:pt x="4562" y="26678"/>
                    </a:lnTo>
                    <a:lnTo>
                      <a:pt x="4520" y="26636"/>
                    </a:lnTo>
                    <a:lnTo>
                      <a:pt x="4750" y="26531"/>
                    </a:lnTo>
                    <a:lnTo>
                      <a:pt x="4855" y="26469"/>
                    </a:lnTo>
                    <a:lnTo>
                      <a:pt x="4938" y="26490"/>
                    </a:lnTo>
                    <a:cubicBezTo>
                      <a:pt x="4959" y="26531"/>
                      <a:pt x="4959" y="26552"/>
                      <a:pt x="4980" y="26552"/>
                    </a:cubicBezTo>
                    <a:lnTo>
                      <a:pt x="5001" y="26552"/>
                    </a:lnTo>
                    <a:lnTo>
                      <a:pt x="5001" y="26531"/>
                    </a:lnTo>
                    <a:lnTo>
                      <a:pt x="5294" y="26594"/>
                    </a:lnTo>
                    <a:lnTo>
                      <a:pt x="5357" y="26573"/>
                    </a:lnTo>
                    <a:lnTo>
                      <a:pt x="5357" y="26510"/>
                    </a:lnTo>
                    <a:lnTo>
                      <a:pt x="5482" y="26510"/>
                    </a:lnTo>
                    <a:lnTo>
                      <a:pt x="5420" y="26322"/>
                    </a:lnTo>
                    <a:lnTo>
                      <a:pt x="5357" y="26322"/>
                    </a:lnTo>
                    <a:lnTo>
                      <a:pt x="5252" y="26238"/>
                    </a:lnTo>
                    <a:lnTo>
                      <a:pt x="5106" y="26176"/>
                    </a:lnTo>
                    <a:lnTo>
                      <a:pt x="5106" y="26113"/>
                    </a:lnTo>
                    <a:lnTo>
                      <a:pt x="5273" y="26218"/>
                    </a:lnTo>
                    <a:lnTo>
                      <a:pt x="5399" y="26238"/>
                    </a:lnTo>
                    <a:lnTo>
                      <a:pt x="5148" y="25171"/>
                    </a:lnTo>
                    <a:lnTo>
                      <a:pt x="5106" y="25171"/>
                    </a:lnTo>
                    <a:lnTo>
                      <a:pt x="5106" y="25129"/>
                    </a:lnTo>
                    <a:lnTo>
                      <a:pt x="4959" y="24481"/>
                    </a:lnTo>
                    <a:lnTo>
                      <a:pt x="4792" y="24544"/>
                    </a:lnTo>
                    <a:lnTo>
                      <a:pt x="4750" y="24585"/>
                    </a:lnTo>
                    <a:lnTo>
                      <a:pt x="4666" y="24502"/>
                    </a:lnTo>
                    <a:lnTo>
                      <a:pt x="4583" y="24481"/>
                    </a:lnTo>
                    <a:lnTo>
                      <a:pt x="4562" y="24544"/>
                    </a:lnTo>
                    <a:cubicBezTo>
                      <a:pt x="4562" y="24502"/>
                      <a:pt x="4541" y="24502"/>
                      <a:pt x="4541" y="24481"/>
                    </a:cubicBezTo>
                    <a:lnTo>
                      <a:pt x="4541" y="24334"/>
                    </a:lnTo>
                    <a:lnTo>
                      <a:pt x="4625" y="24272"/>
                    </a:lnTo>
                    <a:lnTo>
                      <a:pt x="4750" y="24251"/>
                    </a:lnTo>
                    <a:lnTo>
                      <a:pt x="4897" y="24334"/>
                    </a:lnTo>
                    <a:lnTo>
                      <a:pt x="4980" y="24272"/>
                    </a:lnTo>
                    <a:lnTo>
                      <a:pt x="5001" y="24272"/>
                    </a:lnTo>
                    <a:lnTo>
                      <a:pt x="4855" y="24146"/>
                    </a:lnTo>
                    <a:lnTo>
                      <a:pt x="4520" y="23937"/>
                    </a:lnTo>
                    <a:lnTo>
                      <a:pt x="4457" y="23874"/>
                    </a:lnTo>
                    <a:lnTo>
                      <a:pt x="3725" y="23874"/>
                    </a:lnTo>
                    <a:lnTo>
                      <a:pt x="3306" y="23958"/>
                    </a:lnTo>
                    <a:lnTo>
                      <a:pt x="3202" y="23895"/>
                    </a:lnTo>
                    <a:lnTo>
                      <a:pt x="2930" y="23874"/>
                    </a:lnTo>
                    <a:lnTo>
                      <a:pt x="2846" y="23644"/>
                    </a:lnTo>
                    <a:lnTo>
                      <a:pt x="2783" y="23435"/>
                    </a:lnTo>
                    <a:lnTo>
                      <a:pt x="2658" y="23330"/>
                    </a:lnTo>
                    <a:lnTo>
                      <a:pt x="2637" y="22995"/>
                    </a:lnTo>
                    <a:lnTo>
                      <a:pt x="2637" y="22828"/>
                    </a:lnTo>
                    <a:lnTo>
                      <a:pt x="2511" y="22828"/>
                    </a:lnTo>
                    <a:lnTo>
                      <a:pt x="2323" y="22912"/>
                    </a:lnTo>
                    <a:lnTo>
                      <a:pt x="2218" y="23016"/>
                    </a:lnTo>
                    <a:lnTo>
                      <a:pt x="2093" y="23016"/>
                    </a:lnTo>
                    <a:lnTo>
                      <a:pt x="1842" y="22577"/>
                    </a:lnTo>
                    <a:cubicBezTo>
                      <a:pt x="1821" y="22493"/>
                      <a:pt x="1800" y="22409"/>
                      <a:pt x="1800" y="22326"/>
                    </a:cubicBezTo>
                    <a:lnTo>
                      <a:pt x="1884" y="21844"/>
                    </a:lnTo>
                    <a:lnTo>
                      <a:pt x="2009" y="21656"/>
                    </a:lnTo>
                    <a:lnTo>
                      <a:pt x="2218" y="21447"/>
                    </a:lnTo>
                    <a:lnTo>
                      <a:pt x="2260" y="21154"/>
                    </a:lnTo>
                    <a:lnTo>
                      <a:pt x="2218" y="20840"/>
                    </a:lnTo>
                    <a:lnTo>
                      <a:pt x="2135" y="20610"/>
                    </a:lnTo>
                    <a:lnTo>
                      <a:pt x="2197" y="20338"/>
                    </a:lnTo>
                    <a:lnTo>
                      <a:pt x="2302" y="20212"/>
                    </a:lnTo>
                    <a:lnTo>
                      <a:pt x="2197" y="19961"/>
                    </a:lnTo>
                    <a:lnTo>
                      <a:pt x="2218" y="19815"/>
                    </a:lnTo>
                    <a:lnTo>
                      <a:pt x="2323" y="19710"/>
                    </a:lnTo>
                    <a:lnTo>
                      <a:pt x="2239" y="19480"/>
                    </a:lnTo>
                    <a:lnTo>
                      <a:pt x="2197" y="19166"/>
                    </a:lnTo>
                    <a:lnTo>
                      <a:pt x="2114" y="19020"/>
                    </a:lnTo>
                    <a:lnTo>
                      <a:pt x="2114" y="18915"/>
                    </a:lnTo>
                    <a:lnTo>
                      <a:pt x="2260" y="18769"/>
                    </a:lnTo>
                    <a:lnTo>
                      <a:pt x="2260" y="18643"/>
                    </a:lnTo>
                    <a:lnTo>
                      <a:pt x="2135" y="18434"/>
                    </a:lnTo>
                    <a:lnTo>
                      <a:pt x="1946" y="18308"/>
                    </a:lnTo>
                    <a:lnTo>
                      <a:pt x="1821" y="18308"/>
                    </a:lnTo>
                    <a:lnTo>
                      <a:pt x="1800" y="18329"/>
                    </a:lnTo>
                    <a:lnTo>
                      <a:pt x="1716" y="18246"/>
                    </a:lnTo>
                    <a:lnTo>
                      <a:pt x="1779" y="18141"/>
                    </a:lnTo>
                    <a:lnTo>
                      <a:pt x="2030" y="18141"/>
                    </a:lnTo>
                    <a:lnTo>
                      <a:pt x="2156" y="17995"/>
                    </a:lnTo>
                    <a:lnTo>
                      <a:pt x="2156" y="17869"/>
                    </a:lnTo>
                    <a:lnTo>
                      <a:pt x="2093" y="17827"/>
                    </a:lnTo>
                    <a:lnTo>
                      <a:pt x="2009" y="17890"/>
                    </a:lnTo>
                    <a:lnTo>
                      <a:pt x="1905" y="17869"/>
                    </a:lnTo>
                    <a:lnTo>
                      <a:pt x="1842" y="17597"/>
                    </a:lnTo>
                    <a:lnTo>
                      <a:pt x="1737" y="17367"/>
                    </a:lnTo>
                    <a:lnTo>
                      <a:pt x="1737" y="17199"/>
                    </a:lnTo>
                    <a:lnTo>
                      <a:pt x="1737" y="17032"/>
                    </a:lnTo>
                    <a:lnTo>
                      <a:pt x="1570" y="16969"/>
                    </a:lnTo>
                    <a:lnTo>
                      <a:pt x="1570" y="16948"/>
                    </a:lnTo>
                    <a:cubicBezTo>
                      <a:pt x="1528" y="16865"/>
                      <a:pt x="1528" y="16760"/>
                      <a:pt x="1507" y="16676"/>
                    </a:cubicBezTo>
                    <a:lnTo>
                      <a:pt x="1486" y="16362"/>
                    </a:lnTo>
                    <a:lnTo>
                      <a:pt x="1612" y="16300"/>
                    </a:lnTo>
                    <a:lnTo>
                      <a:pt x="1633" y="16132"/>
                    </a:lnTo>
                    <a:lnTo>
                      <a:pt x="1591" y="16028"/>
                    </a:lnTo>
                    <a:lnTo>
                      <a:pt x="1486" y="15986"/>
                    </a:lnTo>
                    <a:lnTo>
                      <a:pt x="1423" y="15714"/>
                    </a:lnTo>
                    <a:lnTo>
                      <a:pt x="1402" y="15358"/>
                    </a:lnTo>
                    <a:lnTo>
                      <a:pt x="1423" y="14940"/>
                    </a:lnTo>
                    <a:lnTo>
                      <a:pt x="1319" y="14751"/>
                    </a:lnTo>
                    <a:lnTo>
                      <a:pt x="1298" y="14542"/>
                    </a:lnTo>
                    <a:lnTo>
                      <a:pt x="1507" y="14249"/>
                    </a:lnTo>
                    <a:lnTo>
                      <a:pt x="1528" y="13935"/>
                    </a:lnTo>
                    <a:lnTo>
                      <a:pt x="1695" y="13852"/>
                    </a:lnTo>
                    <a:lnTo>
                      <a:pt x="1779" y="13747"/>
                    </a:lnTo>
                    <a:lnTo>
                      <a:pt x="1423" y="13077"/>
                    </a:lnTo>
                    <a:lnTo>
                      <a:pt x="1486" y="12847"/>
                    </a:lnTo>
                    <a:lnTo>
                      <a:pt x="1486" y="12680"/>
                    </a:lnTo>
                    <a:lnTo>
                      <a:pt x="1486" y="12282"/>
                    </a:lnTo>
                    <a:lnTo>
                      <a:pt x="1612" y="12052"/>
                    </a:lnTo>
                    <a:lnTo>
                      <a:pt x="1737" y="11927"/>
                    </a:lnTo>
                    <a:lnTo>
                      <a:pt x="1716" y="11717"/>
                    </a:lnTo>
                    <a:lnTo>
                      <a:pt x="1612" y="11529"/>
                    </a:lnTo>
                    <a:lnTo>
                      <a:pt x="1528" y="11445"/>
                    </a:lnTo>
                    <a:lnTo>
                      <a:pt x="1674" y="11278"/>
                    </a:lnTo>
                    <a:lnTo>
                      <a:pt x="1633" y="11027"/>
                    </a:lnTo>
                    <a:lnTo>
                      <a:pt x="1737" y="10797"/>
                    </a:lnTo>
                    <a:lnTo>
                      <a:pt x="1842" y="10776"/>
                    </a:lnTo>
                    <a:lnTo>
                      <a:pt x="1884" y="10504"/>
                    </a:lnTo>
                    <a:lnTo>
                      <a:pt x="1821" y="10064"/>
                    </a:lnTo>
                    <a:lnTo>
                      <a:pt x="1737" y="9981"/>
                    </a:lnTo>
                    <a:lnTo>
                      <a:pt x="1674" y="9646"/>
                    </a:lnTo>
                    <a:lnTo>
                      <a:pt x="1591" y="9458"/>
                    </a:lnTo>
                    <a:lnTo>
                      <a:pt x="1444" y="9248"/>
                    </a:lnTo>
                    <a:lnTo>
                      <a:pt x="1423" y="9144"/>
                    </a:lnTo>
                    <a:lnTo>
                      <a:pt x="1319" y="9018"/>
                    </a:lnTo>
                    <a:lnTo>
                      <a:pt x="1277" y="8725"/>
                    </a:lnTo>
                    <a:lnTo>
                      <a:pt x="1298" y="8516"/>
                    </a:lnTo>
                    <a:lnTo>
                      <a:pt x="1444" y="8453"/>
                    </a:lnTo>
                    <a:lnTo>
                      <a:pt x="1444" y="8160"/>
                    </a:lnTo>
                    <a:lnTo>
                      <a:pt x="1528" y="8056"/>
                    </a:lnTo>
                    <a:lnTo>
                      <a:pt x="1528" y="7784"/>
                    </a:lnTo>
                    <a:lnTo>
                      <a:pt x="1423" y="7616"/>
                    </a:lnTo>
                    <a:lnTo>
                      <a:pt x="1402" y="7240"/>
                    </a:lnTo>
                    <a:lnTo>
                      <a:pt x="1486" y="7156"/>
                    </a:lnTo>
                    <a:lnTo>
                      <a:pt x="1528" y="6738"/>
                    </a:lnTo>
                    <a:lnTo>
                      <a:pt x="1633" y="6591"/>
                    </a:lnTo>
                    <a:lnTo>
                      <a:pt x="1800" y="6194"/>
                    </a:lnTo>
                    <a:lnTo>
                      <a:pt x="1946" y="6047"/>
                    </a:lnTo>
                    <a:lnTo>
                      <a:pt x="2051" y="5984"/>
                    </a:lnTo>
                    <a:lnTo>
                      <a:pt x="2135" y="5880"/>
                    </a:lnTo>
                    <a:lnTo>
                      <a:pt x="2093" y="5838"/>
                    </a:lnTo>
                    <a:lnTo>
                      <a:pt x="2093" y="5671"/>
                    </a:lnTo>
                    <a:lnTo>
                      <a:pt x="2030" y="5587"/>
                    </a:lnTo>
                    <a:lnTo>
                      <a:pt x="1946" y="5545"/>
                    </a:lnTo>
                    <a:lnTo>
                      <a:pt x="1988" y="5440"/>
                    </a:lnTo>
                    <a:lnTo>
                      <a:pt x="2093" y="5357"/>
                    </a:lnTo>
                    <a:lnTo>
                      <a:pt x="2093" y="5210"/>
                    </a:lnTo>
                    <a:lnTo>
                      <a:pt x="1946" y="5043"/>
                    </a:lnTo>
                    <a:lnTo>
                      <a:pt x="1925" y="4854"/>
                    </a:lnTo>
                    <a:lnTo>
                      <a:pt x="2009" y="4729"/>
                    </a:lnTo>
                    <a:lnTo>
                      <a:pt x="1988" y="4624"/>
                    </a:lnTo>
                    <a:lnTo>
                      <a:pt x="1842" y="4520"/>
                    </a:lnTo>
                    <a:lnTo>
                      <a:pt x="1905" y="4373"/>
                    </a:lnTo>
                    <a:lnTo>
                      <a:pt x="2574" y="3997"/>
                    </a:lnTo>
                    <a:lnTo>
                      <a:pt x="2741" y="3348"/>
                    </a:lnTo>
                    <a:lnTo>
                      <a:pt x="2658" y="3181"/>
                    </a:lnTo>
                    <a:lnTo>
                      <a:pt x="2553" y="3222"/>
                    </a:lnTo>
                    <a:lnTo>
                      <a:pt x="2511" y="3285"/>
                    </a:lnTo>
                    <a:lnTo>
                      <a:pt x="2344" y="3285"/>
                    </a:lnTo>
                    <a:lnTo>
                      <a:pt x="1925" y="2134"/>
                    </a:lnTo>
                    <a:lnTo>
                      <a:pt x="1633" y="1883"/>
                    </a:lnTo>
                    <a:lnTo>
                      <a:pt x="1570" y="1779"/>
                    </a:lnTo>
                    <a:lnTo>
                      <a:pt x="1695" y="1465"/>
                    </a:lnTo>
                    <a:lnTo>
                      <a:pt x="1633" y="1360"/>
                    </a:lnTo>
                    <a:lnTo>
                      <a:pt x="1716" y="1193"/>
                    </a:lnTo>
                    <a:lnTo>
                      <a:pt x="1695" y="1130"/>
                    </a:lnTo>
                    <a:lnTo>
                      <a:pt x="1423" y="921"/>
                    </a:lnTo>
                    <a:lnTo>
                      <a:pt x="1360" y="774"/>
                    </a:lnTo>
                    <a:lnTo>
                      <a:pt x="1319" y="607"/>
                    </a:lnTo>
                    <a:lnTo>
                      <a:pt x="1298" y="544"/>
                    </a:lnTo>
                    <a:lnTo>
                      <a:pt x="1319" y="440"/>
                    </a:lnTo>
                    <a:lnTo>
                      <a:pt x="1298" y="335"/>
                    </a:lnTo>
                    <a:lnTo>
                      <a:pt x="1256" y="293"/>
                    </a:lnTo>
                    <a:lnTo>
                      <a:pt x="1151" y="189"/>
                    </a:lnTo>
                    <a:lnTo>
                      <a:pt x="1151" y="21"/>
                    </a:lnTo>
                    <a:lnTo>
                      <a:pt x="1109" y="21"/>
                    </a:lnTo>
                    <a:lnTo>
                      <a:pt x="104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588" name="Google Shape;7698;p67">
              <a:extLst>
                <a:ext uri="{FF2B5EF4-FFF2-40B4-BE49-F238E27FC236}">
                  <a16:creationId xmlns:a16="http://schemas.microsoft.com/office/drawing/2014/main" id="{557525CB-21F7-6A36-A50D-DBF5B0DFCEA1}"/>
                </a:ext>
              </a:extLst>
            </p:cNvPr>
            <p:cNvGrpSpPr/>
            <p:nvPr/>
          </p:nvGrpSpPr>
          <p:grpSpPr>
            <a:xfrm>
              <a:off x="3918000" y="3561900"/>
              <a:ext cx="236225" cy="207100"/>
              <a:chOff x="3918000" y="3561900"/>
              <a:chExt cx="236225" cy="207100"/>
            </a:xfrm>
            <a:grpFill/>
          </p:grpSpPr>
          <p:sp>
            <p:nvSpPr>
              <p:cNvPr id="797" name="Google Shape;7699;p67">
                <a:extLst>
                  <a:ext uri="{FF2B5EF4-FFF2-40B4-BE49-F238E27FC236}">
                    <a16:creationId xmlns:a16="http://schemas.microsoft.com/office/drawing/2014/main" id="{5F116DEA-D875-3408-00FF-75012966A270}"/>
                  </a:ext>
                </a:extLst>
              </p:cNvPr>
              <p:cNvSpPr/>
              <p:nvPr/>
            </p:nvSpPr>
            <p:spPr>
              <a:xfrm>
                <a:off x="3925800" y="3561900"/>
                <a:ext cx="228425" cy="170000"/>
              </a:xfrm>
              <a:custGeom>
                <a:avLst/>
                <a:gdLst/>
                <a:ahLst/>
                <a:cxnLst/>
                <a:rect l="l" t="t" r="r" b="b"/>
                <a:pathLst>
                  <a:path w="9137" h="6800" extrusionOk="0">
                    <a:moveTo>
                      <a:pt x="0" y="4356"/>
                    </a:moveTo>
                    <a:lnTo>
                      <a:pt x="1381" y="1594"/>
                    </a:lnTo>
                    <a:lnTo>
                      <a:pt x="7012" y="0"/>
                    </a:lnTo>
                    <a:lnTo>
                      <a:pt x="9137" y="532"/>
                    </a:lnTo>
                    <a:lnTo>
                      <a:pt x="8500" y="2444"/>
                    </a:lnTo>
                    <a:lnTo>
                      <a:pt x="6906" y="5206"/>
                    </a:lnTo>
                    <a:lnTo>
                      <a:pt x="3719" y="680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98" name="Google Shape;7700;p67">
                <a:extLst>
                  <a:ext uri="{FF2B5EF4-FFF2-40B4-BE49-F238E27FC236}">
                    <a16:creationId xmlns:a16="http://schemas.microsoft.com/office/drawing/2014/main" id="{DDE4E0A5-358D-1254-98F2-2475F7322B81}"/>
                  </a:ext>
                </a:extLst>
              </p:cNvPr>
              <p:cNvSpPr/>
              <p:nvPr/>
            </p:nvSpPr>
            <p:spPr>
              <a:xfrm>
                <a:off x="3918000" y="3569675"/>
                <a:ext cx="229150" cy="199325"/>
              </a:xfrm>
              <a:custGeom>
                <a:avLst/>
                <a:gdLst/>
                <a:ahLst/>
                <a:cxnLst/>
                <a:rect l="l" t="t" r="r" b="b"/>
                <a:pathLst>
                  <a:path w="9166" h="7973" extrusionOk="0">
                    <a:moveTo>
                      <a:pt x="6696" y="3976"/>
                    </a:moveTo>
                    <a:lnTo>
                      <a:pt x="6738" y="4018"/>
                    </a:lnTo>
                    <a:lnTo>
                      <a:pt x="6780" y="3997"/>
                    </a:lnTo>
                    <a:lnTo>
                      <a:pt x="6843" y="4039"/>
                    </a:lnTo>
                    <a:lnTo>
                      <a:pt x="6926" y="4018"/>
                    </a:lnTo>
                    <a:lnTo>
                      <a:pt x="7052" y="4122"/>
                    </a:lnTo>
                    <a:lnTo>
                      <a:pt x="7136" y="4353"/>
                    </a:lnTo>
                    <a:lnTo>
                      <a:pt x="7136" y="4499"/>
                    </a:lnTo>
                    <a:lnTo>
                      <a:pt x="7094" y="4583"/>
                    </a:lnTo>
                    <a:lnTo>
                      <a:pt x="6989" y="4625"/>
                    </a:lnTo>
                    <a:lnTo>
                      <a:pt x="6989" y="4708"/>
                    </a:lnTo>
                    <a:lnTo>
                      <a:pt x="7031" y="4750"/>
                    </a:lnTo>
                    <a:lnTo>
                      <a:pt x="7031" y="4834"/>
                    </a:lnTo>
                    <a:lnTo>
                      <a:pt x="6926" y="4918"/>
                    </a:lnTo>
                    <a:lnTo>
                      <a:pt x="6843" y="4876"/>
                    </a:lnTo>
                    <a:lnTo>
                      <a:pt x="6738" y="4918"/>
                    </a:lnTo>
                    <a:lnTo>
                      <a:pt x="6675" y="4959"/>
                    </a:lnTo>
                    <a:lnTo>
                      <a:pt x="6571" y="5001"/>
                    </a:lnTo>
                    <a:lnTo>
                      <a:pt x="6508" y="5127"/>
                    </a:lnTo>
                    <a:lnTo>
                      <a:pt x="6466" y="5169"/>
                    </a:lnTo>
                    <a:lnTo>
                      <a:pt x="6424" y="5231"/>
                    </a:lnTo>
                    <a:lnTo>
                      <a:pt x="6320" y="5231"/>
                    </a:lnTo>
                    <a:lnTo>
                      <a:pt x="6194" y="5169"/>
                    </a:lnTo>
                    <a:lnTo>
                      <a:pt x="6152" y="5106"/>
                    </a:lnTo>
                    <a:lnTo>
                      <a:pt x="6069" y="5022"/>
                    </a:lnTo>
                    <a:lnTo>
                      <a:pt x="6069" y="4918"/>
                    </a:lnTo>
                    <a:lnTo>
                      <a:pt x="5985" y="4834"/>
                    </a:lnTo>
                    <a:lnTo>
                      <a:pt x="5964" y="4771"/>
                    </a:lnTo>
                    <a:lnTo>
                      <a:pt x="5880" y="4708"/>
                    </a:lnTo>
                    <a:lnTo>
                      <a:pt x="5838" y="4604"/>
                    </a:lnTo>
                    <a:lnTo>
                      <a:pt x="5901" y="4541"/>
                    </a:lnTo>
                    <a:lnTo>
                      <a:pt x="6069" y="4415"/>
                    </a:lnTo>
                    <a:lnTo>
                      <a:pt x="6110" y="4248"/>
                    </a:lnTo>
                    <a:lnTo>
                      <a:pt x="6257" y="4164"/>
                    </a:lnTo>
                    <a:lnTo>
                      <a:pt x="6466" y="4122"/>
                    </a:lnTo>
                    <a:lnTo>
                      <a:pt x="6508" y="4081"/>
                    </a:lnTo>
                    <a:lnTo>
                      <a:pt x="6592" y="4018"/>
                    </a:lnTo>
                    <a:lnTo>
                      <a:pt x="6613" y="3976"/>
                    </a:lnTo>
                    <a:close/>
                    <a:moveTo>
                      <a:pt x="7659" y="1"/>
                    </a:moveTo>
                    <a:lnTo>
                      <a:pt x="7470" y="21"/>
                    </a:lnTo>
                    <a:lnTo>
                      <a:pt x="7387" y="21"/>
                    </a:lnTo>
                    <a:lnTo>
                      <a:pt x="7345" y="63"/>
                    </a:lnTo>
                    <a:lnTo>
                      <a:pt x="7240" y="63"/>
                    </a:lnTo>
                    <a:lnTo>
                      <a:pt x="7178" y="126"/>
                    </a:lnTo>
                    <a:lnTo>
                      <a:pt x="7178" y="168"/>
                    </a:lnTo>
                    <a:lnTo>
                      <a:pt x="7157" y="252"/>
                    </a:lnTo>
                    <a:lnTo>
                      <a:pt x="7073" y="273"/>
                    </a:lnTo>
                    <a:lnTo>
                      <a:pt x="7010" y="356"/>
                    </a:lnTo>
                    <a:lnTo>
                      <a:pt x="6843" y="356"/>
                    </a:lnTo>
                    <a:lnTo>
                      <a:pt x="6822" y="335"/>
                    </a:lnTo>
                    <a:lnTo>
                      <a:pt x="6717" y="356"/>
                    </a:lnTo>
                    <a:lnTo>
                      <a:pt x="6592" y="461"/>
                    </a:lnTo>
                    <a:lnTo>
                      <a:pt x="6529" y="524"/>
                    </a:lnTo>
                    <a:lnTo>
                      <a:pt x="6445" y="565"/>
                    </a:lnTo>
                    <a:lnTo>
                      <a:pt x="6424" y="628"/>
                    </a:lnTo>
                    <a:lnTo>
                      <a:pt x="6341" y="649"/>
                    </a:lnTo>
                    <a:lnTo>
                      <a:pt x="6299" y="691"/>
                    </a:lnTo>
                    <a:lnTo>
                      <a:pt x="6236" y="733"/>
                    </a:lnTo>
                    <a:lnTo>
                      <a:pt x="6173" y="754"/>
                    </a:lnTo>
                    <a:lnTo>
                      <a:pt x="6006" y="963"/>
                    </a:lnTo>
                    <a:lnTo>
                      <a:pt x="5985" y="1089"/>
                    </a:lnTo>
                    <a:lnTo>
                      <a:pt x="6006" y="1151"/>
                    </a:lnTo>
                    <a:lnTo>
                      <a:pt x="6006" y="1214"/>
                    </a:lnTo>
                    <a:lnTo>
                      <a:pt x="5922" y="1256"/>
                    </a:lnTo>
                    <a:lnTo>
                      <a:pt x="5901" y="1298"/>
                    </a:lnTo>
                    <a:lnTo>
                      <a:pt x="5859" y="1319"/>
                    </a:lnTo>
                    <a:lnTo>
                      <a:pt x="5776" y="1402"/>
                    </a:lnTo>
                    <a:lnTo>
                      <a:pt x="5755" y="1486"/>
                    </a:lnTo>
                    <a:lnTo>
                      <a:pt x="5713" y="1507"/>
                    </a:lnTo>
                    <a:lnTo>
                      <a:pt x="5692" y="1570"/>
                    </a:lnTo>
                    <a:lnTo>
                      <a:pt x="5608" y="1570"/>
                    </a:lnTo>
                    <a:lnTo>
                      <a:pt x="5545" y="1612"/>
                    </a:lnTo>
                    <a:lnTo>
                      <a:pt x="5399" y="1633"/>
                    </a:lnTo>
                    <a:lnTo>
                      <a:pt x="5357" y="1737"/>
                    </a:lnTo>
                    <a:lnTo>
                      <a:pt x="5357" y="1905"/>
                    </a:lnTo>
                    <a:lnTo>
                      <a:pt x="5294" y="1967"/>
                    </a:lnTo>
                    <a:lnTo>
                      <a:pt x="5294" y="2030"/>
                    </a:lnTo>
                    <a:lnTo>
                      <a:pt x="5273" y="2135"/>
                    </a:lnTo>
                    <a:lnTo>
                      <a:pt x="5294" y="2197"/>
                    </a:lnTo>
                    <a:lnTo>
                      <a:pt x="5169" y="2260"/>
                    </a:lnTo>
                    <a:lnTo>
                      <a:pt x="5085" y="2239"/>
                    </a:lnTo>
                    <a:lnTo>
                      <a:pt x="5043" y="2197"/>
                    </a:lnTo>
                    <a:lnTo>
                      <a:pt x="4834" y="2197"/>
                    </a:lnTo>
                    <a:lnTo>
                      <a:pt x="4709" y="2218"/>
                    </a:lnTo>
                    <a:lnTo>
                      <a:pt x="4604" y="2197"/>
                    </a:lnTo>
                    <a:lnTo>
                      <a:pt x="4520" y="2218"/>
                    </a:lnTo>
                    <a:lnTo>
                      <a:pt x="4311" y="2093"/>
                    </a:lnTo>
                    <a:lnTo>
                      <a:pt x="4227" y="2093"/>
                    </a:lnTo>
                    <a:lnTo>
                      <a:pt x="4185" y="2009"/>
                    </a:lnTo>
                    <a:lnTo>
                      <a:pt x="3997" y="1988"/>
                    </a:lnTo>
                    <a:lnTo>
                      <a:pt x="3872" y="2009"/>
                    </a:lnTo>
                    <a:lnTo>
                      <a:pt x="3704" y="2135"/>
                    </a:lnTo>
                    <a:lnTo>
                      <a:pt x="3621" y="2365"/>
                    </a:lnTo>
                    <a:lnTo>
                      <a:pt x="3516" y="2469"/>
                    </a:lnTo>
                    <a:lnTo>
                      <a:pt x="3349" y="2553"/>
                    </a:lnTo>
                    <a:lnTo>
                      <a:pt x="3286" y="2637"/>
                    </a:lnTo>
                    <a:lnTo>
                      <a:pt x="3181" y="2721"/>
                    </a:lnTo>
                    <a:lnTo>
                      <a:pt x="3056" y="2742"/>
                    </a:lnTo>
                    <a:lnTo>
                      <a:pt x="2972" y="2783"/>
                    </a:lnTo>
                    <a:lnTo>
                      <a:pt x="2846" y="2762"/>
                    </a:lnTo>
                    <a:lnTo>
                      <a:pt x="2763" y="2825"/>
                    </a:lnTo>
                    <a:lnTo>
                      <a:pt x="2616" y="2783"/>
                    </a:lnTo>
                    <a:lnTo>
                      <a:pt x="2449" y="2825"/>
                    </a:lnTo>
                    <a:lnTo>
                      <a:pt x="2449" y="2721"/>
                    </a:lnTo>
                    <a:lnTo>
                      <a:pt x="2532" y="2532"/>
                    </a:lnTo>
                    <a:lnTo>
                      <a:pt x="2532" y="2365"/>
                    </a:lnTo>
                    <a:lnTo>
                      <a:pt x="2365" y="2051"/>
                    </a:lnTo>
                    <a:lnTo>
                      <a:pt x="2323" y="1905"/>
                    </a:lnTo>
                    <a:lnTo>
                      <a:pt x="2135" y="1779"/>
                    </a:lnTo>
                    <a:lnTo>
                      <a:pt x="2051" y="3871"/>
                    </a:lnTo>
                    <a:lnTo>
                      <a:pt x="1821" y="3871"/>
                    </a:lnTo>
                    <a:lnTo>
                      <a:pt x="1675" y="3934"/>
                    </a:lnTo>
                    <a:lnTo>
                      <a:pt x="1612" y="4039"/>
                    </a:lnTo>
                    <a:lnTo>
                      <a:pt x="1528" y="4081"/>
                    </a:lnTo>
                    <a:lnTo>
                      <a:pt x="1486" y="4122"/>
                    </a:lnTo>
                    <a:lnTo>
                      <a:pt x="1486" y="4248"/>
                    </a:lnTo>
                    <a:lnTo>
                      <a:pt x="1403" y="4227"/>
                    </a:lnTo>
                    <a:lnTo>
                      <a:pt x="1319" y="4227"/>
                    </a:lnTo>
                    <a:lnTo>
                      <a:pt x="1277" y="4143"/>
                    </a:lnTo>
                    <a:lnTo>
                      <a:pt x="1193" y="4143"/>
                    </a:lnTo>
                    <a:lnTo>
                      <a:pt x="1152" y="4206"/>
                    </a:lnTo>
                    <a:lnTo>
                      <a:pt x="1047" y="4185"/>
                    </a:lnTo>
                    <a:lnTo>
                      <a:pt x="984" y="4143"/>
                    </a:lnTo>
                    <a:lnTo>
                      <a:pt x="880" y="4185"/>
                    </a:lnTo>
                    <a:lnTo>
                      <a:pt x="754" y="4102"/>
                    </a:lnTo>
                    <a:lnTo>
                      <a:pt x="566" y="4039"/>
                    </a:lnTo>
                    <a:lnTo>
                      <a:pt x="482" y="3871"/>
                    </a:lnTo>
                    <a:lnTo>
                      <a:pt x="545" y="3725"/>
                    </a:lnTo>
                    <a:lnTo>
                      <a:pt x="440" y="3725"/>
                    </a:lnTo>
                    <a:lnTo>
                      <a:pt x="356" y="3599"/>
                    </a:lnTo>
                    <a:lnTo>
                      <a:pt x="231" y="3662"/>
                    </a:lnTo>
                    <a:lnTo>
                      <a:pt x="168" y="3767"/>
                    </a:lnTo>
                    <a:lnTo>
                      <a:pt x="210" y="3788"/>
                    </a:lnTo>
                    <a:lnTo>
                      <a:pt x="210" y="3871"/>
                    </a:lnTo>
                    <a:lnTo>
                      <a:pt x="64" y="3892"/>
                    </a:lnTo>
                    <a:lnTo>
                      <a:pt x="1" y="3934"/>
                    </a:lnTo>
                    <a:lnTo>
                      <a:pt x="22" y="4122"/>
                    </a:lnTo>
                    <a:lnTo>
                      <a:pt x="210" y="4248"/>
                    </a:lnTo>
                    <a:lnTo>
                      <a:pt x="336" y="4625"/>
                    </a:lnTo>
                    <a:lnTo>
                      <a:pt x="336" y="4771"/>
                    </a:lnTo>
                    <a:lnTo>
                      <a:pt x="461" y="5085"/>
                    </a:lnTo>
                    <a:lnTo>
                      <a:pt x="545" y="5441"/>
                    </a:lnTo>
                    <a:lnTo>
                      <a:pt x="691" y="5650"/>
                    </a:lnTo>
                    <a:lnTo>
                      <a:pt x="691" y="5775"/>
                    </a:lnTo>
                    <a:lnTo>
                      <a:pt x="859" y="6027"/>
                    </a:lnTo>
                    <a:lnTo>
                      <a:pt x="859" y="6110"/>
                    </a:lnTo>
                    <a:lnTo>
                      <a:pt x="900" y="6299"/>
                    </a:lnTo>
                    <a:lnTo>
                      <a:pt x="880" y="6487"/>
                    </a:lnTo>
                    <a:lnTo>
                      <a:pt x="796" y="6550"/>
                    </a:lnTo>
                    <a:lnTo>
                      <a:pt x="754" y="6550"/>
                    </a:lnTo>
                    <a:lnTo>
                      <a:pt x="691" y="6508"/>
                    </a:lnTo>
                    <a:lnTo>
                      <a:pt x="649" y="6550"/>
                    </a:lnTo>
                    <a:lnTo>
                      <a:pt x="649" y="6717"/>
                    </a:lnTo>
                    <a:lnTo>
                      <a:pt x="733" y="6863"/>
                    </a:lnTo>
                    <a:lnTo>
                      <a:pt x="838" y="6968"/>
                    </a:lnTo>
                    <a:lnTo>
                      <a:pt x="942" y="7156"/>
                    </a:lnTo>
                    <a:lnTo>
                      <a:pt x="859" y="7282"/>
                    </a:lnTo>
                    <a:lnTo>
                      <a:pt x="880" y="7449"/>
                    </a:lnTo>
                    <a:lnTo>
                      <a:pt x="838" y="7554"/>
                    </a:lnTo>
                    <a:lnTo>
                      <a:pt x="838" y="7659"/>
                    </a:lnTo>
                    <a:lnTo>
                      <a:pt x="900" y="7700"/>
                    </a:lnTo>
                    <a:lnTo>
                      <a:pt x="900" y="7596"/>
                    </a:lnTo>
                    <a:lnTo>
                      <a:pt x="1005" y="7533"/>
                    </a:lnTo>
                    <a:lnTo>
                      <a:pt x="1152" y="7554"/>
                    </a:lnTo>
                    <a:lnTo>
                      <a:pt x="1172" y="7679"/>
                    </a:lnTo>
                    <a:lnTo>
                      <a:pt x="1110" y="7721"/>
                    </a:lnTo>
                    <a:lnTo>
                      <a:pt x="1172" y="7742"/>
                    </a:lnTo>
                    <a:lnTo>
                      <a:pt x="1256" y="7679"/>
                    </a:lnTo>
                    <a:lnTo>
                      <a:pt x="1361" y="7742"/>
                    </a:lnTo>
                    <a:lnTo>
                      <a:pt x="1361" y="7868"/>
                    </a:lnTo>
                    <a:lnTo>
                      <a:pt x="1403" y="7847"/>
                    </a:lnTo>
                    <a:lnTo>
                      <a:pt x="1696" y="7972"/>
                    </a:lnTo>
                    <a:lnTo>
                      <a:pt x="1737" y="7951"/>
                    </a:lnTo>
                    <a:lnTo>
                      <a:pt x="1800" y="7972"/>
                    </a:lnTo>
                    <a:lnTo>
                      <a:pt x="1821" y="7889"/>
                    </a:lnTo>
                    <a:lnTo>
                      <a:pt x="1926" y="7868"/>
                    </a:lnTo>
                    <a:lnTo>
                      <a:pt x="2051" y="7742"/>
                    </a:lnTo>
                    <a:lnTo>
                      <a:pt x="2198" y="7763"/>
                    </a:lnTo>
                    <a:lnTo>
                      <a:pt x="2219" y="7721"/>
                    </a:lnTo>
                    <a:lnTo>
                      <a:pt x="2344" y="7721"/>
                    </a:lnTo>
                    <a:lnTo>
                      <a:pt x="2512" y="7763"/>
                    </a:lnTo>
                    <a:lnTo>
                      <a:pt x="2574" y="7742"/>
                    </a:lnTo>
                    <a:lnTo>
                      <a:pt x="2721" y="7742"/>
                    </a:lnTo>
                    <a:lnTo>
                      <a:pt x="2742" y="7679"/>
                    </a:lnTo>
                    <a:lnTo>
                      <a:pt x="2784" y="7638"/>
                    </a:lnTo>
                    <a:lnTo>
                      <a:pt x="2867" y="7596"/>
                    </a:lnTo>
                    <a:lnTo>
                      <a:pt x="2930" y="7638"/>
                    </a:lnTo>
                    <a:lnTo>
                      <a:pt x="2951" y="7533"/>
                    </a:lnTo>
                    <a:lnTo>
                      <a:pt x="3035" y="7470"/>
                    </a:lnTo>
                    <a:lnTo>
                      <a:pt x="3349" y="7470"/>
                    </a:lnTo>
                    <a:lnTo>
                      <a:pt x="3474" y="7554"/>
                    </a:lnTo>
                    <a:lnTo>
                      <a:pt x="3558" y="7533"/>
                    </a:lnTo>
                    <a:lnTo>
                      <a:pt x="3558" y="7470"/>
                    </a:lnTo>
                    <a:lnTo>
                      <a:pt x="3725" y="7449"/>
                    </a:lnTo>
                    <a:lnTo>
                      <a:pt x="3997" y="7533"/>
                    </a:lnTo>
                    <a:lnTo>
                      <a:pt x="4081" y="7575"/>
                    </a:lnTo>
                    <a:lnTo>
                      <a:pt x="4353" y="7638"/>
                    </a:lnTo>
                    <a:lnTo>
                      <a:pt x="4395" y="7596"/>
                    </a:lnTo>
                    <a:lnTo>
                      <a:pt x="4353" y="7533"/>
                    </a:lnTo>
                    <a:lnTo>
                      <a:pt x="4437" y="7449"/>
                    </a:lnTo>
                    <a:lnTo>
                      <a:pt x="4541" y="7449"/>
                    </a:lnTo>
                    <a:lnTo>
                      <a:pt x="4667" y="7491"/>
                    </a:lnTo>
                    <a:lnTo>
                      <a:pt x="4876" y="7491"/>
                    </a:lnTo>
                    <a:lnTo>
                      <a:pt x="4876" y="7470"/>
                    </a:lnTo>
                    <a:lnTo>
                      <a:pt x="4813" y="7387"/>
                    </a:lnTo>
                    <a:lnTo>
                      <a:pt x="4855" y="7303"/>
                    </a:lnTo>
                    <a:lnTo>
                      <a:pt x="5022" y="7240"/>
                    </a:lnTo>
                    <a:lnTo>
                      <a:pt x="5190" y="7240"/>
                    </a:lnTo>
                    <a:lnTo>
                      <a:pt x="5253" y="7303"/>
                    </a:lnTo>
                    <a:lnTo>
                      <a:pt x="5378" y="7303"/>
                    </a:lnTo>
                    <a:lnTo>
                      <a:pt x="5504" y="7219"/>
                    </a:lnTo>
                    <a:lnTo>
                      <a:pt x="5713" y="7156"/>
                    </a:lnTo>
                    <a:lnTo>
                      <a:pt x="5713" y="7135"/>
                    </a:lnTo>
                    <a:lnTo>
                      <a:pt x="5859" y="7073"/>
                    </a:lnTo>
                    <a:lnTo>
                      <a:pt x="5922" y="6968"/>
                    </a:lnTo>
                    <a:lnTo>
                      <a:pt x="6320" y="6717"/>
                    </a:lnTo>
                    <a:lnTo>
                      <a:pt x="6424" y="6612"/>
                    </a:lnTo>
                    <a:lnTo>
                      <a:pt x="6424" y="6591"/>
                    </a:lnTo>
                    <a:lnTo>
                      <a:pt x="6508" y="6591"/>
                    </a:lnTo>
                    <a:lnTo>
                      <a:pt x="7115" y="5985"/>
                    </a:lnTo>
                    <a:lnTo>
                      <a:pt x="7136" y="5922"/>
                    </a:lnTo>
                    <a:lnTo>
                      <a:pt x="7198" y="5922"/>
                    </a:lnTo>
                    <a:lnTo>
                      <a:pt x="7282" y="5796"/>
                    </a:lnTo>
                    <a:lnTo>
                      <a:pt x="7387" y="5755"/>
                    </a:lnTo>
                    <a:lnTo>
                      <a:pt x="7429" y="5587"/>
                    </a:lnTo>
                    <a:lnTo>
                      <a:pt x="7596" y="5399"/>
                    </a:lnTo>
                    <a:lnTo>
                      <a:pt x="7847" y="5022"/>
                    </a:lnTo>
                    <a:lnTo>
                      <a:pt x="7910" y="4834"/>
                    </a:lnTo>
                    <a:lnTo>
                      <a:pt x="8014" y="4834"/>
                    </a:lnTo>
                    <a:lnTo>
                      <a:pt x="8077" y="4708"/>
                    </a:lnTo>
                    <a:lnTo>
                      <a:pt x="8077" y="4646"/>
                    </a:lnTo>
                    <a:lnTo>
                      <a:pt x="8182" y="4520"/>
                    </a:lnTo>
                    <a:lnTo>
                      <a:pt x="8266" y="4394"/>
                    </a:lnTo>
                    <a:lnTo>
                      <a:pt x="8391" y="4311"/>
                    </a:lnTo>
                    <a:lnTo>
                      <a:pt x="8433" y="4227"/>
                    </a:lnTo>
                    <a:lnTo>
                      <a:pt x="8538" y="4185"/>
                    </a:lnTo>
                    <a:lnTo>
                      <a:pt x="8579" y="4122"/>
                    </a:lnTo>
                    <a:lnTo>
                      <a:pt x="8621" y="4122"/>
                    </a:lnTo>
                    <a:lnTo>
                      <a:pt x="8789" y="3934"/>
                    </a:lnTo>
                    <a:lnTo>
                      <a:pt x="8810" y="3830"/>
                    </a:lnTo>
                    <a:lnTo>
                      <a:pt x="8893" y="3725"/>
                    </a:lnTo>
                    <a:lnTo>
                      <a:pt x="8935" y="3516"/>
                    </a:lnTo>
                    <a:lnTo>
                      <a:pt x="9019" y="3348"/>
                    </a:lnTo>
                    <a:lnTo>
                      <a:pt x="9040" y="3160"/>
                    </a:lnTo>
                    <a:lnTo>
                      <a:pt x="9123" y="2951"/>
                    </a:lnTo>
                    <a:lnTo>
                      <a:pt x="9103" y="2951"/>
                    </a:lnTo>
                    <a:lnTo>
                      <a:pt x="9165" y="2846"/>
                    </a:lnTo>
                    <a:lnTo>
                      <a:pt x="9165" y="2825"/>
                    </a:lnTo>
                    <a:lnTo>
                      <a:pt x="9061" y="2825"/>
                    </a:lnTo>
                    <a:lnTo>
                      <a:pt x="8935" y="2762"/>
                    </a:lnTo>
                    <a:lnTo>
                      <a:pt x="8830" y="2762"/>
                    </a:lnTo>
                    <a:lnTo>
                      <a:pt x="8768" y="2825"/>
                    </a:lnTo>
                    <a:lnTo>
                      <a:pt x="8768" y="2909"/>
                    </a:lnTo>
                    <a:lnTo>
                      <a:pt x="8726" y="3014"/>
                    </a:lnTo>
                    <a:lnTo>
                      <a:pt x="8663" y="3034"/>
                    </a:lnTo>
                    <a:lnTo>
                      <a:pt x="8454" y="3034"/>
                    </a:lnTo>
                    <a:lnTo>
                      <a:pt x="8266" y="2930"/>
                    </a:lnTo>
                    <a:lnTo>
                      <a:pt x="8182" y="2804"/>
                    </a:lnTo>
                    <a:lnTo>
                      <a:pt x="8140" y="2742"/>
                    </a:lnTo>
                    <a:lnTo>
                      <a:pt x="8098" y="2658"/>
                    </a:lnTo>
                    <a:lnTo>
                      <a:pt x="8161" y="2532"/>
                    </a:lnTo>
                    <a:lnTo>
                      <a:pt x="8286" y="2281"/>
                    </a:lnTo>
                    <a:lnTo>
                      <a:pt x="8307" y="2177"/>
                    </a:lnTo>
                    <a:lnTo>
                      <a:pt x="8412" y="2114"/>
                    </a:lnTo>
                    <a:lnTo>
                      <a:pt x="8579" y="2197"/>
                    </a:lnTo>
                    <a:lnTo>
                      <a:pt x="8663" y="2260"/>
                    </a:lnTo>
                    <a:lnTo>
                      <a:pt x="8768" y="2323"/>
                    </a:lnTo>
                    <a:lnTo>
                      <a:pt x="8768" y="2135"/>
                    </a:lnTo>
                    <a:lnTo>
                      <a:pt x="8768" y="1988"/>
                    </a:lnTo>
                    <a:lnTo>
                      <a:pt x="8810" y="1800"/>
                    </a:lnTo>
                    <a:lnTo>
                      <a:pt x="8810" y="1361"/>
                    </a:lnTo>
                    <a:lnTo>
                      <a:pt x="8789" y="1214"/>
                    </a:lnTo>
                    <a:lnTo>
                      <a:pt x="8747" y="1109"/>
                    </a:lnTo>
                    <a:lnTo>
                      <a:pt x="8747" y="1005"/>
                    </a:lnTo>
                    <a:lnTo>
                      <a:pt x="8747" y="984"/>
                    </a:lnTo>
                    <a:lnTo>
                      <a:pt x="8747" y="733"/>
                    </a:lnTo>
                    <a:lnTo>
                      <a:pt x="8684" y="586"/>
                    </a:lnTo>
                    <a:lnTo>
                      <a:pt x="8642" y="440"/>
                    </a:lnTo>
                    <a:lnTo>
                      <a:pt x="8621" y="273"/>
                    </a:lnTo>
                    <a:lnTo>
                      <a:pt x="8517" y="168"/>
                    </a:lnTo>
                    <a:lnTo>
                      <a:pt x="8328" y="126"/>
                    </a:lnTo>
                    <a:lnTo>
                      <a:pt x="8182" y="147"/>
                    </a:lnTo>
                    <a:lnTo>
                      <a:pt x="8098" y="168"/>
                    </a:lnTo>
                    <a:lnTo>
                      <a:pt x="8056" y="147"/>
                    </a:lnTo>
                    <a:lnTo>
                      <a:pt x="7910" y="105"/>
                    </a:lnTo>
                    <a:lnTo>
                      <a:pt x="7847" y="105"/>
                    </a:lnTo>
                    <a:lnTo>
                      <a:pt x="7784" y="21"/>
                    </a:lnTo>
                    <a:lnTo>
                      <a:pt x="7659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589" name="Google Shape;7701;p67">
              <a:extLst>
                <a:ext uri="{FF2B5EF4-FFF2-40B4-BE49-F238E27FC236}">
                  <a16:creationId xmlns:a16="http://schemas.microsoft.com/office/drawing/2014/main" id="{8AF12CAE-84A8-0769-0932-8D0FE9DE68FB}"/>
                </a:ext>
              </a:extLst>
            </p:cNvPr>
            <p:cNvSpPr/>
            <p:nvPr/>
          </p:nvSpPr>
          <p:spPr>
            <a:xfrm>
              <a:off x="2736350" y="2969700"/>
              <a:ext cx="39250" cy="12050"/>
            </a:xfrm>
            <a:custGeom>
              <a:avLst/>
              <a:gdLst/>
              <a:ahLst/>
              <a:cxnLst/>
              <a:rect l="l" t="t" r="r" b="b"/>
              <a:pathLst>
                <a:path w="1570" h="482" extrusionOk="0">
                  <a:moveTo>
                    <a:pt x="189" y="0"/>
                  </a:moveTo>
                  <a:lnTo>
                    <a:pt x="126" y="84"/>
                  </a:lnTo>
                  <a:lnTo>
                    <a:pt x="21" y="147"/>
                  </a:lnTo>
                  <a:lnTo>
                    <a:pt x="21" y="209"/>
                  </a:lnTo>
                  <a:lnTo>
                    <a:pt x="0" y="272"/>
                  </a:lnTo>
                  <a:lnTo>
                    <a:pt x="42" y="377"/>
                  </a:lnTo>
                  <a:lnTo>
                    <a:pt x="314" y="377"/>
                  </a:lnTo>
                  <a:lnTo>
                    <a:pt x="398" y="398"/>
                  </a:lnTo>
                  <a:lnTo>
                    <a:pt x="607" y="356"/>
                  </a:lnTo>
                  <a:lnTo>
                    <a:pt x="691" y="377"/>
                  </a:lnTo>
                  <a:lnTo>
                    <a:pt x="837" y="293"/>
                  </a:lnTo>
                  <a:cubicBezTo>
                    <a:pt x="1026" y="398"/>
                    <a:pt x="1235" y="356"/>
                    <a:pt x="1423" y="481"/>
                  </a:cubicBezTo>
                  <a:lnTo>
                    <a:pt x="1570" y="460"/>
                  </a:lnTo>
                  <a:lnTo>
                    <a:pt x="1528" y="398"/>
                  </a:lnTo>
                  <a:lnTo>
                    <a:pt x="1444" y="460"/>
                  </a:lnTo>
                  <a:lnTo>
                    <a:pt x="1444" y="440"/>
                  </a:lnTo>
                  <a:cubicBezTo>
                    <a:pt x="1360" y="377"/>
                    <a:pt x="1318" y="356"/>
                    <a:pt x="1235" y="335"/>
                  </a:cubicBezTo>
                  <a:lnTo>
                    <a:pt x="1277" y="293"/>
                  </a:lnTo>
                  <a:lnTo>
                    <a:pt x="1130" y="251"/>
                  </a:lnTo>
                  <a:lnTo>
                    <a:pt x="1046" y="335"/>
                  </a:lnTo>
                  <a:cubicBezTo>
                    <a:pt x="1005" y="335"/>
                    <a:pt x="942" y="335"/>
                    <a:pt x="921" y="293"/>
                  </a:cubicBezTo>
                  <a:lnTo>
                    <a:pt x="921" y="272"/>
                  </a:lnTo>
                  <a:lnTo>
                    <a:pt x="1046" y="147"/>
                  </a:lnTo>
                  <a:lnTo>
                    <a:pt x="942" y="105"/>
                  </a:lnTo>
                  <a:lnTo>
                    <a:pt x="921" y="42"/>
                  </a:lnTo>
                  <a:lnTo>
                    <a:pt x="837" y="0"/>
                  </a:lnTo>
                  <a:lnTo>
                    <a:pt x="607" y="42"/>
                  </a:lnTo>
                  <a:lnTo>
                    <a:pt x="18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0" name="Google Shape;7702;p67">
              <a:extLst>
                <a:ext uri="{FF2B5EF4-FFF2-40B4-BE49-F238E27FC236}">
                  <a16:creationId xmlns:a16="http://schemas.microsoft.com/office/drawing/2014/main" id="{26A688C2-69CF-FE95-0B88-8620CB44739D}"/>
                </a:ext>
              </a:extLst>
            </p:cNvPr>
            <p:cNvSpPr/>
            <p:nvPr/>
          </p:nvSpPr>
          <p:spPr>
            <a:xfrm>
              <a:off x="2668350" y="2948250"/>
              <a:ext cx="55475" cy="36625"/>
            </a:xfrm>
            <a:custGeom>
              <a:avLst/>
              <a:gdLst/>
              <a:ahLst/>
              <a:cxnLst/>
              <a:rect l="l" t="t" r="r" b="b"/>
              <a:pathLst>
                <a:path w="2219" h="1465" extrusionOk="0">
                  <a:moveTo>
                    <a:pt x="481" y="0"/>
                  </a:moveTo>
                  <a:lnTo>
                    <a:pt x="293" y="42"/>
                  </a:lnTo>
                  <a:lnTo>
                    <a:pt x="230" y="147"/>
                  </a:lnTo>
                  <a:lnTo>
                    <a:pt x="230" y="209"/>
                  </a:lnTo>
                  <a:lnTo>
                    <a:pt x="189" y="314"/>
                  </a:lnTo>
                  <a:lnTo>
                    <a:pt x="230" y="398"/>
                  </a:lnTo>
                  <a:lnTo>
                    <a:pt x="189" y="523"/>
                  </a:lnTo>
                  <a:lnTo>
                    <a:pt x="105" y="586"/>
                  </a:lnTo>
                  <a:lnTo>
                    <a:pt x="84" y="607"/>
                  </a:lnTo>
                  <a:lnTo>
                    <a:pt x="126" y="733"/>
                  </a:lnTo>
                  <a:lnTo>
                    <a:pt x="126" y="837"/>
                  </a:lnTo>
                  <a:lnTo>
                    <a:pt x="126" y="900"/>
                  </a:lnTo>
                  <a:lnTo>
                    <a:pt x="0" y="1046"/>
                  </a:lnTo>
                  <a:lnTo>
                    <a:pt x="0" y="1109"/>
                  </a:lnTo>
                  <a:lnTo>
                    <a:pt x="63" y="1130"/>
                  </a:lnTo>
                  <a:lnTo>
                    <a:pt x="126" y="1256"/>
                  </a:lnTo>
                  <a:lnTo>
                    <a:pt x="84" y="1339"/>
                  </a:lnTo>
                  <a:lnTo>
                    <a:pt x="189" y="1402"/>
                  </a:lnTo>
                  <a:lnTo>
                    <a:pt x="230" y="1444"/>
                  </a:lnTo>
                  <a:lnTo>
                    <a:pt x="293" y="1465"/>
                  </a:lnTo>
                  <a:lnTo>
                    <a:pt x="377" y="1318"/>
                  </a:lnTo>
                  <a:lnTo>
                    <a:pt x="502" y="1130"/>
                  </a:lnTo>
                  <a:lnTo>
                    <a:pt x="502" y="1088"/>
                  </a:lnTo>
                  <a:lnTo>
                    <a:pt x="544" y="984"/>
                  </a:lnTo>
                  <a:lnTo>
                    <a:pt x="607" y="1046"/>
                  </a:lnTo>
                  <a:lnTo>
                    <a:pt x="691" y="1046"/>
                  </a:lnTo>
                  <a:lnTo>
                    <a:pt x="753" y="921"/>
                  </a:lnTo>
                  <a:lnTo>
                    <a:pt x="837" y="984"/>
                  </a:lnTo>
                  <a:lnTo>
                    <a:pt x="837" y="1088"/>
                  </a:lnTo>
                  <a:lnTo>
                    <a:pt x="921" y="1130"/>
                  </a:lnTo>
                  <a:lnTo>
                    <a:pt x="1067" y="1088"/>
                  </a:lnTo>
                  <a:lnTo>
                    <a:pt x="1235" y="942"/>
                  </a:lnTo>
                  <a:lnTo>
                    <a:pt x="1381" y="900"/>
                  </a:lnTo>
                  <a:lnTo>
                    <a:pt x="1569" y="921"/>
                  </a:lnTo>
                  <a:lnTo>
                    <a:pt x="1674" y="900"/>
                  </a:lnTo>
                  <a:lnTo>
                    <a:pt x="1758" y="942"/>
                  </a:lnTo>
                  <a:lnTo>
                    <a:pt x="1883" y="984"/>
                  </a:lnTo>
                  <a:lnTo>
                    <a:pt x="2072" y="1005"/>
                  </a:lnTo>
                  <a:lnTo>
                    <a:pt x="2093" y="921"/>
                  </a:lnTo>
                  <a:lnTo>
                    <a:pt x="2176" y="921"/>
                  </a:lnTo>
                  <a:lnTo>
                    <a:pt x="2218" y="816"/>
                  </a:lnTo>
                  <a:lnTo>
                    <a:pt x="2176" y="733"/>
                  </a:lnTo>
                  <a:lnTo>
                    <a:pt x="1946" y="607"/>
                  </a:lnTo>
                  <a:lnTo>
                    <a:pt x="1862" y="607"/>
                  </a:lnTo>
                  <a:lnTo>
                    <a:pt x="1695" y="565"/>
                  </a:lnTo>
                  <a:lnTo>
                    <a:pt x="1632" y="565"/>
                  </a:lnTo>
                  <a:lnTo>
                    <a:pt x="1465" y="502"/>
                  </a:lnTo>
                  <a:lnTo>
                    <a:pt x="1277" y="398"/>
                  </a:lnTo>
                  <a:lnTo>
                    <a:pt x="1172" y="398"/>
                  </a:lnTo>
                  <a:lnTo>
                    <a:pt x="1256" y="377"/>
                  </a:lnTo>
                  <a:lnTo>
                    <a:pt x="1423" y="419"/>
                  </a:lnTo>
                  <a:lnTo>
                    <a:pt x="1674" y="419"/>
                  </a:lnTo>
                  <a:lnTo>
                    <a:pt x="1779" y="398"/>
                  </a:lnTo>
                  <a:lnTo>
                    <a:pt x="1695" y="356"/>
                  </a:lnTo>
                  <a:lnTo>
                    <a:pt x="1632" y="356"/>
                  </a:lnTo>
                  <a:lnTo>
                    <a:pt x="1444" y="314"/>
                  </a:lnTo>
                  <a:lnTo>
                    <a:pt x="1360" y="147"/>
                  </a:lnTo>
                  <a:lnTo>
                    <a:pt x="1256" y="147"/>
                  </a:lnTo>
                  <a:lnTo>
                    <a:pt x="1214" y="168"/>
                  </a:lnTo>
                  <a:lnTo>
                    <a:pt x="1130" y="105"/>
                  </a:lnTo>
                  <a:lnTo>
                    <a:pt x="649" y="0"/>
                  </a:lnTo>
                  <a:lnTo>
                    <a:pt x="586" y="42"/>
                  </a:lnTo>
                  <a:lnTo>
                    <a:pt x="48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1" name="Google Shape;7703;p67">
              <a:extLst>
                <a:ext uri="{FF2B5EF4-FFF2-40B4-BE49-F238E27FC236}">
                  <a16:creationId xmlns:a16="http://schemas.microsoft.com/office/drawing/2014/main" id="{132EA83A-7452-54BC-57D1-1ABEDB667988}"/>
                </a:ext>
              </a:extLst>
            </p:cNvPr>
            <p:cNvSpPr/>
            <p:nvPr/>
          </p:nvSpPr>
          <p:spPr>
            <a:xfrm>
              <a:off x="2980100" y="1451675"/>
              <a:ext cx="608375" cy="778925"/>
            </a:xfrm>
            <a:custGeom>
              <a:avLst/>
              <a:gdLst/>
              <a:ahLst/>
              <a:cxnLst/>
              <a:rect l="l" t="t" r="r" b="b"/>
              <a:pathLst>
                <a:path w="24335" h="31157" extrusionOk="0">
                  <a:moveTo>
                    <a:pt x="19167" y="16300"/>
                  </a:moveTo>
                  <a:lnTo>
                    <a:pt x="19161" y="16311"/>
                  </a:lnTo>
                  <a:lnTo>
                    <a:pt x="19167" y="16321"/>
                  </a:lnTo>
                  <a:lnTo>
                    <a:pt x="19167" y="16300"/>
                  </a:lnTo>
                  <a:close/>
                  <a:moveTo>
                    <a:pt x="16572" y="17849"/>
                  </a:moveTo>
                  <a:lnTo>
                    <a:pt x="16593" y="17870"/>
                  </a:lnTo>
                  <a:lnTo>
                    <a:pt x="16509" y="17870"/>
                  </a:lnTo>
                  <a:lnTo>
                    <a:pt x="16509" y="17849"/>
                  </a:lnTo>
                  <a:close/>
                  <a:moveTo>
                    <a:pt x="4771" y="22933"/>
                  </a:moveTo>
                  <a:lnTo>
                    <a:pt x="4813" y="22996"/>
                  </a:lnTo>
                  <a:lnTo>
                    <a:pt x="4792" y="23038"/>
                  </a:lnTo>
                  <a:lnTo>
                    <a:pt x="4750" y="23038"/>
                  </a:lnTo>
                  <a:lnTo>
                    <a:pt x="4688" y="23059"/>
                  </a:lnTo>
                  <a:lnTo>
                    <a:pt x="4709" y="23142"/>
                  </a:lnTo>
                  <a:lnTo>
                    <a:pt x="4792" y="23205"/>
                  </a:lnTo>
                  <a:lnTo>
                    <a:pt x="4960" y="23205"/>
                  </a:lnTo>
                  <a:lnTo>
                    <a:pt x="4981" y="23163"/>
                  </a:lnTo>
                  <a:lnTo>
                    <a:pt x="4960" y="23121"/>
                  </a:lnTo>
                  <a:lnTo>
                    <a:pt x="4960" y="23059"/>
                  </a:lnTo>
                  <a:lnTo>
                    <a:pt x="5001" y="23038"/>
                  </a:lnTo>
                  <a:lnTo>
                    <a:pt x="5127" y="23059"/>
                  </a:lnTo>
                  <a:lnTo>
                    <a:pt x="5169" y="23121"/>
                  </a:lnTo>
                  <a:lnTo>
                    <a:pt x="5106" y="23163"/>
                  </a:lnTo>
                  <a:lnTo>
                    <a:pt x="4960" y="23226"/>
                  </a:lnTo>
                  <a:lnTo>
                    <a:pt x="4750" y="23226"/>
                  </a:lnTo>
                  <a:lnTo>
                    <a:pt x="4750" y="23268"/>
                  </a:lnTo>
                  <a:lnTo>
                    <a:pt x="4855" y="23435"/>
                  </a:lnTo>
                  <a:lnTo>
                    <a:pt x="4981" y="23519"/>
                  </a:lnTo>
                  <a:lnTo>
                    <a:pt x="5064" y="23540"/>
                  </a:lnTo>
                  <a:lnTo>
                    <a:pt x="5085" y="23519"/>
                  </a:lnTo>
                  <a:lnTo>
                    <a:pt x="5190" y="23477"/>
                  </a:lnTo>
                  <a:lnTo>
                    <a:pt x="5211" y="23540"/>
                  </a:lnTo>
                  <a:lnTo>
                    <a:pt x="5190" y="23561"/>
                  </a:lnTo>
                  <a:lnTo>
                    <a:pt x="5127" y="23561"/>
                  </a:lnTo>
                  <a:lnTo>
                    <a:pt x="5064" y="23582"/>
                  </a:lnTo>
                  <a:lnTo>
                    <a:pt x="4897" y="23540"/>
                  </a:lnTo>
                  <a:lnTo>
                    <a:pt x="4771" y="23477"/>
                  </a:lnTo>
                  <a:lnTo>
                    <a:pt x="4646" y="23352"/>
                  </a:lnTo>
                  <a:lnTo>
                    <a:pt x="4541" y="23310"/>
                  </a:lnTo>
                  <a:lnTo>
                    <a:pt x="4436" y="23310"/>
                  </a:lnTo>
                  <a:lnTo>
                    <a:pt x="4332" y="23205"/>
                  </a:lnTo>
                  <a:lnTo>
                    <a:pt x="4185" y="23142"/>
                  </a:lnTo>
                  <a:lnTo>
                    <a:pt x="4164" y="23121"/>
                  </a:lnTo>
                  <a:lnTo>
                    <a:pt x="4081" y="23121"/>
                  </a:lnTo>
                  <a:lnTo>
                    <a:pt x="4018" y="23142"/>
                  </a:lnTo>
                  <a:lnTo>
                    <a:pt x="3913" y="23142"/>
                  </a:lnTo>
                  <a:lnTo>
                    <a:pt x="3892" y="23132"/>
                  </a:lnTo>
                  <a:lnTo>
                    <a:pt x="3892" y="23132"/>
                  </a:lnTo>
                  <a:lnTo>
                    <a:pt x="3913" y="23121"/>
                  </a:lnTo>
                  <a:lnTo>
                    <a:pt x="3976" y="23121"/>
                  </a:lnTo>
                  <a:lnTo>
                    <a:pt x="4123" y="23100"/>
                  </a:lnTo>
                  <a:lnTo>
                    <a:pt x="4164" y="23038"/>
                  </a:lnTo>
                  <a:lnTo>
                    <a:pt x="4185" y="23038"/>
                  </a:lnTo>
                  <a:lnTo>
                    <a:pt x="4185" y="23100"/>
                  </a:lnTo>
                  <a:lnTo>
                    <a:pt x="4248" y="23121"/>
                  </a:lnTo>
                  <a:lnTo>
                    <a:pt x="4332" y="23121"/>
                  </a:lnTo>
                  <a:lnTo>
                    <a:pt x="4436" y="23247"/>
                  </a:lnTo>
                  <a:lnTo>
                    <a:pt x="4478" y="23268"/>
                  </a:lnTo>
                  <a:lnTo>
                    <a:pt x="4562" y="23226"/>
                  </a:lnTo>
                  <a:lnTo>
                    <a:pt x="4604" y="23142"/>
                  </a:lnTo>
                  <a:lnTo>
                    <a:pt x="4604" y="23059"/>
                  </a:lnTo>
                  <a:lnTo>
                    <a:pt x="4583" y="23017"/>
                  </a:lnTo>
                  <a:lnTo>
                    <a:pt x="4583" y="22954"/>
                  </a:lnTo>
                  <a:lnTo>
                    <a:pt x="4688" y="22954"/>
                  </a:lnTo>
                  <a:lnTo>
                    <a:pt x="4709" y="22933"/>
                  </a:lnTo>
                  <a:close/>
                  <a:moveTo>
                    <a:pt x="4269" y="25193"/>
                  </a:moveTo>
                  <a:lnTo>
                    <a:pt x="4290" y="25277"/>
                  </a:lnTo>
                  <a:lnTo>
                    <a:pt x="4395" y="25297"/>
                  </a:lnTo>
                  <a:lnTo>
                    <a:pt x="4436" y="25339"/>
                  </a:lnTo>
                  <a:lnTo>
                    <a:pt x="4353" y="25339"/>
                  </a:lnTo>
                  <a:lnTo>
                    <a:pt x="4290" y="25318"/>
                  </a:lnTo>
                  <a:lnTo>
                    <a:pt x="4123" y="25318"/>
                  </a:lnTo>
                  <a:lnTo>
                    <a:pt x="4060" y="25381"/>
                  </a:lnTo>
                  <a:lnTo>
                    <a:pt x="4039" y="25318"/>
                  </a:lnTo>
                  <a:lnTo>
                    <a:pt x="3976" y="25339"/>
                  </a:lnTo>
                  <a:lnTo>
                    <a:pt x="3955" y="25444"/>
                  </a:lnTo>
                  <a:lnTo>
                    <a:pt x="3913" y="25486"/>
                  </a:lnTo>
                  <a:lnTo>
                    <a:pt x="3851" y="25528"/>
                  </a:lnTo>
                  <a:lnTo>
                    <a:pt x="3725" y="25549"/>
                  </a:lnTo>
                  <a:lnTo>
                    <a:pt x="3641" y="25611"/>
                  </a:lnTo>
                  <a:lnTo>
                    <a:pt x="3725" y="25528"/>
                  </a:lnTo>
                  <a:lnTo>
                    <a:pt x="3830" y="25507"/>
                  </a:lnTo>
                  <a:lnTo>
                    <a:pt x="3872" y="25444"/>
                  </a:lnTo>
                  <a:lnTo>
                    <a:pt x="3913" y="25381"/>
                  </a:lnTo>
                  <a:lnTo>
                    <a:pt x="3955" y="25318"/>
                  </a:lnTo>
                  <a:lnTo>
                    <a:pt x="4018" y="25318"/>
                  </a:lnTo>
                  <a:lnTo>
                    <a:pt x="4227" y="25193"/>
                  </a:lnTo>
                  <a:close/>
                  <a:moveTo>
                    <a:pt x="16614" y="1"/>
                  </a:moveTo>
                  <a:lnTo>
                    <a:pt x="16530" y="22"/>
                  </a:lnTo>
                  <a:lnTo>
                    <a:pt x="16489" y="84"/>
                  </a:lnTo>
                  <a:lnTo>
                    <a:pt x="16489" y="168"/>
                  </a:lnTo>
                  <a:lnTo>
                    <a:pt x="16509" y="273"/>
                  </a:lnTo>
                  <a:lnTo>
                    <a:pt x="16509" y="336"/>
                  </a:lnTo>
                  <a:lnTo>
                    <a:pt x="16468" y="398"/>
                  </a:lnTo>
                  <a:lnTo>
                    <a:pt x="16405" y="336"/>
                  </a:lnTo>
                  <a:lnTo>
                    <a:pt x="16384" y="210"/>
                  </a:lnTo>
                  <a:lnTo>
                    <a:pt x="16321" y="126"/>
                  </a:lnTo>
                  <a:lnTo>
                    <a:pt x="16279" y="126"/>
                  </a:lnTo>
                  <a:lnTo>
                    <a:pt x="16216" y="84"/>
                  </a:lnTo>
                  <a:lnTo>
                    <a:pt x="16175" y="64"/>
                  </a:lnTo>
                  <a:lnTo>
                    <a:pt x="16154" y="105"/>
                  </a:lnTo>
                  <a:lnTo>
                    <a:pt x="16112" y="210"/>
                  </a:lnTo>
                  <a:lnTo>
                    <a:pt x="16070" y="273"/>
                  </a:lnTo>
                  <a:lnTo>
                    <a:pt x="15986" y="231"/>
                  </a:lnTo>
                  <a:lnTo>
                    <a:pt x="15903" y="273"/>
                  </a:lnTo>
                  <a:lnTo>
                    <a:pt x="15882" y="377"/>
                  </a:lnTo>
                  <a:lnTo>
                    <a:pt x="15924" y="440"/>
                  </a:lnTo>
                  <a:lnTo>
                    <a:pt x="15965" y="503"/>
                  </a:lnTo>
                  <a:lnTo>
                    <a:pt x="15882" y="587"/>
                  </a:lnTo>
                  <a:lnTo>
                    <a:pt x="15777" y="712"/>
                  </a:lnTo>
                  <a:lnTo>
                    <a:pt x="15777" y="754"/>
                  </a:lnTo>
                  <a:lnTo>
                    <a:pt x="15861" y="796"/>
                  </a:lnTo>
                  <a:lnTo>
                    <a:pt x="15882" y="838"/>
                  </a:lnTo>
                  <a:lnTo>
                    <a:pt x="15840" y="901"/>
                  </a:lnTo>
                  <a:lnTo>
                    <a:pt x="15777" y="901"/>
                  </a:lnTo>
                  <a:lnTo>
                    <a:pt x="15631" y="817"/>
                  </a:lnTo>
                  <a:lnTo>
                    <a:pt x="15421" y="817"/>
                  </a:lnTo>
                  <a:lnTo>
                    <a:pt x="15380" y="963"/>
                  </a:lnTo>
                  <a:lnTo>
                    <a:pt x="15421" y="1131"/>
                  </a:lnTo>
                  <a:lnTo>
                    <a:pt x="15484" y="1277"/>
                  </a:lnTo>
                  <a:lnTo>
                    <a:pt x="15631" y="1340"/>
                  </a:lnTo>
                  <a:lnTo>
                    <a:pt x="15672" y="1382"/>
                  </a:lnTo>
                  <a:lnTo>
                    <a:pt x="15672" y="1445"/>
                  </a:lnTo>
                  <a:lnTo>
                    <a:pt x="15547" y="1403"/>
                  </a:lnTo>
                  <a:lnTo>
                    <a:pt x="15421" y="1340"/>
                  </a:lnTo>
                  <a:lnTo>
                    <a:pt x="15317" y="1152"/>
                  </a:lnTo>
                  <a:lnTo>
                    <a:pt x="15128" y="1026"/>
                  </a:lnTo>
                  <a:lnTo>
                    <a:pt x="15045" y="963"/>
                  </a:lnTo>
                  <a:lnTo>
                    <a:pt x="15024" y="1026"/>
                  </a:lnTo>
                  <a:lnTo>
                    <a:pt x="15045" y="1068"/>
                  </a:lnTo>
                  <a:lnTo>
                    <a:pt x="15045" y="1173"/>
                  </a:lnTo>
                  <a:lnTo>
                    <a:pt x="15066" y="1256"/>
                  </a:lnTo>
                  <a:lnTo>
                    <a:pt x="15128" y="1340"/>
                  </a:lnTo>
                  <a:lnTo>
                    <a:pt x="15128" y="1465"/>
                  </a:lnTo>
                  <a:lnTo>
                    <a:pt x="15045" y="1549"/>
                  </a:lnTo>
                  <a:lnTo>
                    <a:pt x="15045" y="1382"/>
                  </a:lnTo>
                  <a:lnTo>
                    <a:pt x="15003" y="1256"/>
                  </a:lnTo>
                  <a:lnTo>
                    <a:pt x="14919" y="1110"/>
                  </a:lnTo>
                  <a:lnTo>
                    <a:pt x="14919" y="1026"/>
                  </a:lnTo>
                  <a:lnTo>
                    <a:pt x="14836" y="921"/>
                  </a:lnTo>
                  <a:lnTo>
                    <a:pt x="14731" y="859"/>
                  </a:lnTo>
                  <a:lnTo>
                    <a:pt x="14647" y="984"/>
                  </a:lnTo>
                  <a:lnTo>
                    <a:pt x="14605" y="1068"/>
                  </a:lnTo>
                  <a:lnTo>
                    <a:pt x="14543" y="984"/>
                  </a:lnTo>
                  <a:lnTo>
                    <a:pt x="14605" y="921"/>
                  </a:lnTo>
                  <a:lnTo>
                    <a:pt x="14605" y="859"/>
                  </a:lnTo>
                  <a:lnTo>
                    <a:pt x="14522" y="817"/>
                  </a:lnTo>
                  <a:lnTo>
                    <a:pt x="14501" y="733"/>
                  </a:lnTo>
                  <a:lnTo>
                    <a:pt x="14480" y="691"/>
                  </a:lnTo>
                  <a:lnTo>
                    <a:pt x="14375" y="691"/>
                  </a:lnTo>
                  <a:lnTo>
                    <a:pt x="14292" y="733"/>
                  </a:lnTo>
                  <a:lnTo>
                    <a:pt x="14271" y="712"/>
                  </a:lnTo>
                  <a:lnTo>
                    <a:pt x="14292" y="628"/>
                  </a:lnTo>
                  <a:lnTo>
                    <a:pt x="14375" y="545"/>
                  </a:lnTo>
                  <a:lnTo>
                    <a:pt x="14271" y="566"/>
                  </a:lnTo>
                  <a:lnTo>
                    <a:pt x="14166" y="670"/>
                  </a:lnTo>
                  <a:lnTo>
                    <a:pt x="14124" y="754"/>
                  </a:lnTo>
                  <a:lnTo>
                    <a:pt x="14020" y="817"/>
                  </a:lnTo>
                  <a:lnTo>
                    <a:pt x="13957" y="838"/>
                  </a:lnTo>
                  <a:lnTo>
                    <a:pt x="13852" y="984"/>
                  </a:lnTo>
                  <a:lnTo>
                    <a:pt x="13810" y="984"/>
                  </a:lnTo>
                  <a:lnTo>
                    <a:pt x="13768" y="880"/>
                  </a:lnTo>
                  <a:lnTo>
                    <a:pt x="13685" y="817"/>
                  </a:lnTo>
                  <a:lnTo>
                    <a:pt x="13643" y="817"/>
                  </a:lnTo>
                  <a:lnTo>
                    <a:pt x="13601" y="880"/>
                  </a:lnTo>
                  <a:lnTo>
                    <a:pt x="13580" y="963"/>
                  </a:lnTo>
                  <a:lnTo>
                    <a:pt x="13601" y="1089"/>
                  </a:lnTo>
                  <a:lnTo>
                    <a:pt x="13768" y="1193"/>
                  </a:lnTo>
                  <a:lnTo>
                    <a:pt x="13768" y="1256"/>
                  </a:lnTo>
                  <a:lnTo>
                    <a:pt x="13685" y="1256"/>
                  </a:lnTo>
                  <a:lnTo>
                    <a:pt x="13643" y="1382"/>
                  </a:lnTo>
                  <a:lnTo>
                    <a:pt x="13643" y="1507"/>
                  </a:lnTo>
                  <a:lnTo>
                    <a:pt x="13768" y="1591"/>
                  </a:lnTo>
                  <a:lnTo>
                    <a:pt x="13852" y="1570"/>
                  </a:lnTo>
                  <a:lnTo>
                    <a:pt x="13915" y="1507"/>
                  </a:lnTo>
                  <a:lnTo>
                    <a:pt x="14103" y="1507"/>
                  </a:lnTo>
                  <a:lnTo>
                    <a:pt x="14229" y="1675"/>
                  </a:lnTo>
                  <a:lnTo>
                    <a:pt x="14333" y="1717"/>
                  </a:lnTo>
                  <a:lnTo>
                    <a:pt x="14396" y="1800"/>
                  </a:lnTo>
                  <a:lnTo>
                    <a:pt x="14375" y="1863"/>
                  </a:lnTo>
                  <a:lnTo>
                    <a:pt x="14375" y="1926"/>
                  </a:lnTo>
                  <a:lnTo>
                    <a:pt x="14396" y="2072"/>
                  </a:lnTo>
                  <a:lnTo>
                    <a:pt x="14333" y="2219"/>
                  </a:lnTo>
                  <a:lnTo>
                    <a:pt x="14333" y="2302"/>
                  </a:lnTo>
                  <a:lnTo>
                    <a:pt x="14417" y="2407"/>
                  </a:lnTo>
                  <a:lnTo>
                    <a:pt x="14417" y="2533"/>
                  </a:lnTo>
                  <a:lnTo>
                    <a:pt x="14438" y="2616"/>
                  </a:lnTo>
                  <a:lnTo>
                    <a:pt x="14543" y="2700"/>
                  </a:lnTo>
                  <a:lnTo>
                    <a:pt x="14626" y="2700"/>
                  </a:lnTo>
                  <a:lnTo>
                    <a:pt x="14710" y="2784"/>
                  </a:lnTo>
                  <a:lnTo>
                    <a:pt x="14836" y="2846"/>
                  </a:lnTo>
                  <a:lnTo>
                    <a:pt x="14836" y="2909"/>
                  </a:lnTo>
                  <a:lnTo>
                    <a:pt x="14856" y="2993"/>
                  </a:lnTo>
                  <a:lnTo>
                    <a:pt x="14731" y="2888"/>
                  </a:lnTo>
                  <a:lnTo>
                    <a:pt x="14584" y="2805"/>
                  </a:lnTo>
                  <a:lnTo>
                    <a:pt x="14417" y="2805"/>
                  </a:lnTo>
                  <a:lnTo>
                    <a:pt x="14333" y="2742"/>
                  </a:lnTo>
                  <a:lnTo>
                    <a:pt x="14312" y="2679"/>
                  </a:lnTo>
                  <a:lnTo>
                    <a:pt x="14312" y="2533"/>
                  </a:lnTo>
                  <a:lnTo>
                    <a:pt x="14271" y="2323"/>
                  </a:lnTo>
                  <a:lnTo>
                    <a:pt x="14312" y="2219"/>
                  </a:lnTo>
                  <a:lnTo>
                    <a:pt x="14312" y="2114"/>
                  </a:lnTo>
                  <a:lnTo>
                    <a:pt x="14208" y="2009"/>
                  </a:lnTo>
                  <a:lnTo>
                    <a:pt x="14208" y="1926"/>
                  </a:lnTo>
                  <a:lnTo>
                    <a:pt x="14166" y="1779"/>
                  </a:lnTo>
                  <a:lnTo>
                    <a:pt x="14103" y="1737"/>
                  </a:lnTo>
                  <a:lnTo>
                    <a:pt x="14020" y="1696"/>
                  </a:lnTo>
                  <a:lnTo>
                    <a:pt x="13957" y="1654"/>
                  </a:lnTo>
                  <a:lnTo>
                    <a:pt x="13852" y="1633"/>
                  </a:lnTo>
                  <a:lnTo>
                    <a:pt x="13748" y="1675"/>
                  </a:lnTo>
                  <a:lnTo>
                    <a:pt x="13601" y="1696"/>
                  </a:lnTo>
                  <a:lnTo>
                    <a:pt x="13538" y="1675"/>
                  </a:lnTo>
                  <a:lnTo>
                    <a:pt x="13476" y="1675"/>
                  </a:lnTo>
                  <a:lnTo>
                    <a:pt x="13434" y="1863"/>
                  </a:lnTo>
                  <a:lnTo>
                    <a:pt x="13476" y="1905"/>
                  </a:lnTo>
                  <a:lnTo>
                    <a:pt x="13476" y="2009"/>
                  </a:lnTo>
                  <a:lnTo>
                    <a:pt x="13434" y="2072"/>
                  </a:lnTo>
                  <a:lnTo>
                    <a:pt x="13266" y="1989"/>
                  </a:lnTo>
                  <a:lnTo>
                    <a:pt x="13078" y="1779"/>
                  </a:lnTo>
                  <a:lnTo>
                    <a:pt x="13036" y="1779"/>
                  </a:lnTo>
                  <a:lnTo>
                    <a:pt x="12973" y="1821"/>
                  </a:lnTo>
                  <a:lnTo>
                    <a:pt x="12931" y="1821"/>
                  </a:lnTo>
                  <a:lnTo>
                    <a:pt x="12869" y="1758"/>
                  </a:lnTo>
                  <a:lnTo>
                    <a:pt x="12701" y="1717"/>
                  </a:lnTo>
                  <a:lnTo>
                    <a:pt x="12639" y="1779"/>
                  </a:lnTo>
                  <a:lnTo>
                    <a:pt x="12639" y="1884"/>
                  </a:lnTo>
                  <a:lnTo>
                    <a:pt x="12701" y="2009"/>
                  </a:lnTo>
                  <a:lnTo>
                    <a:pt x="12639" y="2093"/>
                  </a:lnTo>
                  <a:lnTo>
                    <a:pt x="12701" y="2198"/>
                  </a:lnTo>
                  <a:lnTo>
                    <a:pt x="12743" y="2344"/>
                  </a:lnTo>
                  <a:lnTo>
                    <a:pt x="12722" y="2491"/>
                  </a:lnTo>
                  <a:lnTo>
                    <a:pt x="12743" y="2533"/>
                  </a:lnTo>
                  <a:lnTo>
                    <a:pt x="12764" y="2700"/>
                  </a:lnTo>
                  <a:lnTo>
                    <a:pt x="12743" y="2742"/>
                  </a:lnTo>
                  <a:lnTo>
                    <a:pt x="12743" y="2846"/>
                  </a:lnTo>
                  <a:lnTo>
                    <a:pt x="12827" y="3014"/>
                  </a:lnTo>
                  <a:lnTo>
                    <a:pt x="12848" y="3118"/>
                  </a:lnTo>
                  <a:lnTo>
                    <a:pt x="12827" y="3265"/>
                  </a:lnTo>
                  <a:lnTo>
                    <a:pt x="12827" y="3349"/>
                  </a:lnTo>
                  <a:lnTo>
                    <a:pt x="12911" y="3453"/>
                  </a:lnTo>
                  <a:lnTo>
                    <a:pt x="12931" y="3579"/>
                  </a:lnTo>
                  <a:lnTo>
                    <a:pt x="12931" y="3662"/>
                  </a:lnTo>
                  <a:lnTo>
                    <a:pt x="13057" y="3767"/>
                  </a:lnTo>
                  <a:lnTo>
                    <a:pt x="13120" y="3851"/>
                  </a:lnTo>
                  <a:lnTo>
                    <a:pt x="13120" y="3955"/>
                  </a:lnTo>
                  <a:lnTo>
                    <a:pt x="13162" y="3997"/>
                  </a:lnTo>
                  <a:lnTo>
                    <a:pt x="13245" y="3997"/>
                  </a:lnTo>
                  <a:lnTo>
                    <a:pt x="13245" y="4060"/>
                  </a:lnTo>
                  <a:lnTo>
                    <a:pt x="13266" y="4123"/>
                  </a:lnTo>
                  <a:lnTo>
                    <a:pt x="13371" y="4186"/>
                  </a:lnTo>
                  <a:lnTo>
                    <a:pt x="13392" y="4206"/>
                  </a:lnTo>
                  <a:lnTo>
                    <a:pt x="13371" y="4227"/>
                  </a:lnTo>
                  <a:lnTo>
                    <a:pt x="13266" y="4227"/>
                  </a:lnTo>
                  <a:lnTo>
                    <a:pt x="13224" y="4206"/>
                  </a:lnTo>
                  <a:lnTo>
                    <a:pt x="13141" y="4206"/>
                  </a:lnTo>
                  <a:lnTo>
                    <a:pt x="13078" y="4165"/>
                  </a:lnTo>
                  <a:lnTo>
                    <a:pt x="13078" y="4081"/>
                  </a:lnTo>
                  <a:lnTo>
                    <a:pt x="13057" y="4018"/>
                  </a:lnTo>
                  <a:lnTo>
                    <a:pt x="12973" y="3997"/>
                  </a:lnTo>
                  <a:lnTo>
                    <a:pt x="12911" y="4018"/>
                  </a:lnTo>
                  <a:lnTo>
                    <a:pt x="12848" y="4018"/>
                  </a:lnTo>
                  <a:lnTo>
                    <a:pt x="12827" y="3976"/>
                  </a:lnTo>
                  <a:lnTo>
                    <a:pt x="12827" y="3872"/>
                  </a:lnTo>
                  <a:lnTo>
                    <a:pt x="12806" y="3851"/>
                  </a:lnTo>
                  <a:lnTo>
                    <a:pt x="12743" y="3893"/>
                  </a:lnTo>
                  <a:lnTo>
                    <a:pt x="12659" y="4060"/>
                  </a:lnTo>
                  <a:lnTo>
                    <a:pt x="12534" y="4102"/>
                  </a:lnTo>
                  <a:lnTo>
                    <a:pt x="12450" y="4102"/>
                  </a:lnTo>
                  <a:lnTo>
                    <a:pt x="12325" y="3997"/>
                  </a:lnTo>
                  <a:lnTo>
                    <a:pt x="12220" y="3997"/>
                  </a:lnTo>
                  <a:lnTo>
                    <a:pt x="12178" y="3914"/>
                  </a:lnTo>
                  <a:lnTo>
                    <a:pt x="12178" y="3809"/>
                  </a:lnTo>
                  <a:lnTo>
                    <a:pt x="12199" y="3683"/>
                  </a:lnTo>
                  <a:lnTo>
                    <a:pt x="12115" y="3495"/>
                  </a:lnTo>
                  <a:lnTo>
                    <a:pt x="12074" y="3453"/>
                  </a:lnTo>
                  <a:lnTo>
                    <a:pt x="12032" y="3328"/>
                  </a:lnTo>
                  <a:lnTo>
                    <a:pt x="12032" y="3244"/>
                  </a:lnTo>
                  <a:lnTo>
                    <a:pt x="12095" y="3181"/>
                  </a:lnTo>
                  <a:lnTo>
                    <a:pt x="12115" y="3139"/>
                  </a:lnTo>
                  <a:lnTo>
                    <a:pt x="12095" y="2867"/>
                  </a:lnTo>
                  <a:lnTo>
                    <a:pt x="12011" y="2742"/>
                  </a:lnTo>
                  <a:lnTo>
                    <a:pt x="11906" y="2595"/>
                  </a:lnTo>
                  <a:lnTo>
                    <a:pt x="11906" y="2491"/>
                  </a:lnTo>
                  <a:lnTo>
                    <a:pt x="11802" y="2240"/>
                  </a:lnTo>
                  <a:lnTo>
                    <a:pt x="11760" y="2135"/>
                  </a:lnTo>
                  <a:lnTo>
                    <a:pt x="11676" y="2093"/>
                  </a:lnTo>
                  <a:lnTo>
                    <a:pt x="11655" y="2009"/>
                  </a:lnTo>
                  <a:lnTo>
                    <a:pt x="11571" y="1989"/>
                  </a:lnTo>
                  <a:lnTo>
                    <a:pt x="11467" y="1968"/>
                  </a:lnTo>
                  <a:lnTo>
                    <a:pt x="11383" y="1905"/>
                  </a:lnTo>
                  <a:lnTo>
                    <a:pt x="11279" y="1926"/>
                  </a:lnTo>
                  <a:lnTo>
                    <a:pt x="11237" y="1989"/>
                  </a:lnTo>
                  <a:lnTo>
                    <a:pt x="11237" y="2114"/>
                  </a:lnTo>
                  <a:lnTo>
                    <a:pt x="11195" y="2177"/>
                  </a:lnTo>
                  <a:lnTo>
                    <a:pt x="11237" y="2240"/>
                  </a:lnTo>
                  <a:lnTo>
                    <a:pt x="11195" y="2323"/>
                  </a:lnTo>
                  <a:lnTo>
                    <a:pt x="11132" y="2533"/>
                  </a:lnTo>
                  <a:lnTo>
                    <a:pt x="11132" y="2658"/>
                  </a:lnTo>
                  <a:lnTo>
                    <a:pt x="11153" y="2825"/>
                  </a:lnTo>
                  <a:lnTo>
                    <a:pt x="11195" y="2867"/>
                  </a:lnTo>
                  <a:lnTo>
                    <a:pt x="11174" y="3035"/>
                  </a:lnTo>
                  <a:lnTo>
                    <a:pt x="11132" y="3181"/>
                  </a:lnTo>
                  <a:lnTo>
                    <a:pt x="11153" y="3286"/>
                  </a:lnTo>
                  <a:lnTo>
                    <a:pt x="11153" y="3495"/>
                  </a:lnTo>
                  <a:lnTo>
                    <a:pt x="11090" y="3537"/>
                  </a:lnTo>
                  <a:lnTo>
                    <a:pt x="11048" y="3474"/>
                  </a:lnTo>
                  <a:lnTo>
                    <a:pt x="10986" y="3453"/>
                  </a:lnTo>
                  <a:lnTo>
                    <a:pt x="10944" y="3495"/>
                  </a:lnTo>
                  <a:lnTo>
                    <a:pt x="10860" y="3474"/>
                  </a:lnTo>
                  <a:lnTo>
                    <a:pt x="10839" y="3453"/>
                  </a:lnTo>
                  <a:lnTo>
                    <a:pt x="10755" y="3432"/>
                  </a:lnTo>
                  <a:lnTo>
                    <a:pt x="10630" y="3390"/>
                  </a:lnTo>
                  <a:lnTo>
                    <a:pt x="10546" y="3328"/>
                  </a:lnTo>
                  <a:lnTo>
                    <a:pt x="10504" y="3328"/>
                  </a:lnTo>
                  <a:lnTo>
                    <a:pt x="10462" y="3349"/>
                  </a:lnTo>
                  <a:lnTo>
                    <a:pt x="10504" y="3432"/>
                  </a:lnTo>
                  <a:lnTo>
                    <a:pt x="10567" y="3495"/>
                  </a:lnTo>
                  <a:lnTo>
                    <a:pt x="10567" y="3558"/>
                  </a:lnTo>
                  <a:lnTo>
                    <a:pt x="10546" y="3600"/>
                  </a:lnTo>
                  <a:lnTo>
                    <a:pt x="10525" y="3662"/>
                  </a:lnTo>
                  <a:lnTo>
                    <a:pt x="10462" y="3662"/>
                  </a:lnTo>
                  <a:lnTo>
                    <a:pt x="10442" y="3641"/>
                  </a:lnTo>
                  <a:lnTo>
                    <a:pt x="10358" y="3641"/>
                  </a:lnTo>
                  <a:lnTo>
                    <a:pt x="10316" y="3579"/>
                  </a:lnTo>
                  <a:lnTo>
                    <a:pt x="10316" y="3432"/>
                  </a:lnTo>
                  <a:lnTo>
                    <a:pt x="10232" y="3286"/>
                  </a:lnTo>
                  <a:lnTo>
                    <a:pt x="10211" y="3160"/>
                  </a:lnTo>
                  <a:lnTo>
                    <a:pt x="10190" y="3056"/>
                  </a:lnTo>
                  <a:lnTo>
                    <a:pt x="10107" y="2972"/>
                  </a:lnTo>
                  <a:lnTo>
                    <a:pt x="10107" y="2909"/>
                  </a:lnTo>
                  <a:lnTo>
                    <a:pt x="10044" y="2825"/>
                  </a:lnTo>
                  <a:lnTo>
                    <a:pt x="9981" y="2909"/>
                  </a:lnTo>
                  <a:lnTo>
                    <a:pt x="10023" y="2993"/>
                  </a:lnTo>
                  <a:lnTo>
                    <a:pt x="9981" y="3035"/>
                  </a:lnTo>
                  <a:lnTo>
                    <a:pt x="9981" y="3118"/>
                  </a:lnTo>
                  <a:lnTo>
                    <a:pt x="9939" y="3202"/>
                  </a:lnTo>
                  <a:lnTo>
                    <a:pt x="9898" y="3244"/>
                  </a:lnTo>
                  <a:lnTo>
                    <a:pt x="9814" y="3265"/>
                  </a:lnTo>
                  <a:lnTo>
                    <a:pt x="9772" y="3369"/>
                  </a:lnTo>
                  <a:lnTo>
                    <a:pt x="9667" y="3537"/>
                  </a:lnTo>
                  <a:lnTo>
                    <a:pt x="9584" y="3621"/>
                  </a:lnTo>
                  <a:lnTo>
                    <a:pt x="9584" y="3662"/>
                  </a:lnTo>
                  <a:lnTo>
                    <a:pt x="9521" y="3725"/>
                  </a:lnTo>
                  <a:lnTo>
                    <a:pt x="9458" y="3851"/>
                  </a:lnTo>
                  <a:lnTo>
                    <a:pt x="9395" y="3851"/>
                  </a:lnTo>
                  <a:lnTo>
                    <a:pt x="9374" y="3788"/>
                  </a:lnTo>
                  <a:lnTo>
                    <a:pt x="9395" y="3683"/>
                  </a:lnTo>
                  <a:lnTo>
                    <a:pt x="9479" y="3579"/>
                  </a:lnTo>
                  <a:lnTo>
                    <a:pt x="9500" y="3474"/>
                  </a:lnTo>
                  <a:lnTo>
                    <a:pt x="9563" y="3432"/>
                  </a:lnTo>
                  <a:lnTo>
                    <a:pt x="9667" y="3369"/>
                  </a:lnTo>
                  <a:lnTo>
                    <a:pt x="9709" y="3244"/>
                  </a:lnTo>
                  <a:lnTo>
                    <a:pt x="9793" y="3160"/>
                  </a:lnTo>
                  <a:lnTo>
                    <a:pt x="9814" y="3077"/>
                  </a:lnTo>
                  <a:lnTo>
                    <a:pt x="9814" y="3035"/>
                  </a:lnTo>
                  <a:lnTo>
                    <a:pt x="9772" y="2993"/>
                  </a:lnTo>
                  <a:lnTo>
                    <a:pt x="9793" y="2930"/>
                  </a:lnTo>
                  <a:lnTo>
                    <a:pt x="9877" y="2909"/>
                  </a:lnTo>
                  <a:lnTo>
                    <a:pt x="9898" y="2825"/>
                  </a:lnTo>
                  <a:lnTo>
                    <a:pt x="9898" y="2742"/>
                  </a:lnTo>
                  <a:lnTo>
                    <a:pt x="9939" y="2637"/>
                  </a:lnTo>
                  <a:lnTo>
                    <a:pt x="10023" y="2470"/>
                  </a:lnTo>
                  <a:lnTo>
                    <a:pt x="10023" y="2365"/>
                  </a:lnTo>
                  <a:lnTo>
                    <a:pt x="10086" y="2198"/>
                  </a:lnTo>
                  <a:lnTo>
                    <a:pt x="10107" y="1947"/>
                  </a:lnTo>
                  <a:lnTo>
                    <a:pt x="10086" y="1863"/>
                  </a:lnTo>
                  <a:lnTo>
                    <a:pt x="9918" y="1842"/>
                  </a:lnTo>
                  <a:lnTo>
                    <a:pt x="9814" y="1863"/>
                  </a:lnTo>
                  <a:lnTo>
                    <a:pt x="9709" y="1947"/>
                  </a:lnTo>
                  <a:lnTo>
                    <a:pt x="9605" y="1884"/>
                  </a:lnTo>
                  <a:lnTo>
                    <a:pt x="9521" y="1863"/>
                  </a:lnTo>
                  <a:lnTo>
                    <a:pt x="9479" y="1884"/>
                  </a:lnTo>
                  <a:lnTo>
                    <a:pt x="9500" y="1968"/>
                  </a:lnTo>
                  <a:lnTo>
                    <a:pt x="9584" y="2051"/>
                  </a:lnTo>
                  <a:lnTo>
                    <a:pt x="9584" y="2198"/>
                  </a:lnTo>
                  <a:lnTo>
                    <a:pt x="9563" y="2281"/>
                  </a:lnTo>
                  <a:lnTo>
                    <a:pt x="9500" y="2219"/>
                  </a:lnTo>
                  <a:lnTo>
                    <a:pt x="9479" y="2093"/>
                  </a:lnTo>
                  <a:lnTo>
                    <a:pt x="9395" y="2009"/>
                  </a:lnTo>
                  <a:lnTo>
                    <a:pt x="9312" y="1989"/>
                  </a:lnTo>
                  <a:lnTo>
                    <a:pt x="9165" y="2114"/>
                  </a:lnTo>
                  <a:lnTo>
                    <a:pt x="9165" y="2219"/>
                  </a:lnTo>
                  <a:lnTo>
                    <a:pt x="9207" y="2302"/>
                  </a:lnTo>
                  <a:lnTo>
                    <a:pt x="9165" y="2386"/>
                  </a:lnTo>
                  <a:lnTo>
                    <a:pt x="9061" y="2386"/>
                  </a:lnTo>
                  <a:lnTo>
                    <a:pt x="9061" y="2323"/>
                  </a:lnTo>
                  <a:lnTo>
                    <a:pt x="9061" y="2219"/>
                  </a:lnTo>
                  <a:lnTo>
                    <a:pt x="9040" y="2114"/>
                  </a:lnTo>
                  <a:lnTo>
                    <a:pt x="8956" y="2072"/>
                  </a:lnTo>
                  <a:lnTo>
                    <a:pt x="8747" y="2072"/>
                  </a:lnTo>
                  <a:lnTo>
                    <a:pt x="8538" y="2156"/>
                  </a:lnTo>
                  <a:lnTo>
                    <a:pt x="8307" y="2156"/>
                  </a:lnTo>
                  <a:lnTo>
                    <a:pt x="8140" y="2093"/>
                  </a:lnTo>
                  <a:lnTo>
                    <a:pt x="8056" y="2093"/>
                  </a:lnTo>
                  <a:lnTo>
                    <a:pt x="7994" y="2114"/>
                  </a:lnTo>
                  <a:lnTo>
                    <a:pt x="7910" y="2093"/>
                  </a:lnTo>
                  <a:lnTo>
                    <a:pt x="7805" y="2093"/>
                  </a:lnTo>
                  <a:lnTo>
                    <a:pt x="7701" y="2177"/>
                  </a:lnTo>
                  <a:lnTo>
                    <a:pt x="7680" y="2219"/>
                  </a:lnTo>
                  <a:lnTo>
                    <a:pt x="7722" y="2302"/>
                  </a:lnTo>
                  <a:lnTo>
                    <a:pt x="7722" y="2386"/>
                  </a:lnTo>
                  <a:lnTo>
                    <a:pt x="7784" y="2491"/>
                  </a:lnTo>
                  <a:lnTo>
                    <a:pt x="7805" y="2533"/>
                  </a:lnTo>
                  <a:lnTo>
                    <a:pt x="7784" y="2616"/>
                  </a:lnTo>
                  <a:lnTo>
                    <a:pt x="7722" y="2784"/>
                  </a:lnTo>
                  <a:lnTo>
                    <a:pt x="7742" y="2930"/>
                  </a:lnTo>
                  <a:lnTo>
                    <a:pt x="7889" y="3118"/>
                  </a:lnTo>
                  <a:lnTo>
                    <a:pt x="7889" y="3223"/>
                  </a:lnTo>
                  <a:lnTo>
                    <a:pt x="7910" y="3432"/>
                  </a:lnTo>
                  <a:lnTo>
                    <a:pt x="7889" y="3453"/>
                  </a:lnTo>
                  <a:lnTo>
                    <a:pt x="7826" y="3411"/>
                  </a:lnTo>
                  <a:lnTo>
                    <a:pt x="7784" y="3307"/>
                  </a:lnTo>
                  <a:lnTo>
                    <a:pt x="7638" y="3160"/>
                  </a:lnTo>
                  <a:lnTo>
                    <a:pt x="7596" y="3118"/>
                  </a:lnTo>
                  <a:lnTo>
                    <a:pt x="7596" y="2909"/>
                  </a:lnTo>
                  <a:lnTo>
                    <a:pt x="7617" y="2700"/>
                  </a:lnTo>
                  <a:lnTo>
                    <a:pt x="7617" y="2595"/>
                  </a:lnTo>
                  <a:lnTo>
                    <a:pt x="7512" y="2428"/>
                  </a:lnTo>
                  <a:lnTo>
                    <a:pt x="7512" y="2323"/>
                  </a:lnTo>
                  <a:lnTo>
                    <a:pt x="7491" y="2281"/>
                  </a:lnTo>
                  <a:lnTo>
                    <a:pt x="7429" y="2261"/>
                  </a:lnTo>
                  <a:lnTo>
                    <a:pt x="7303" y="2302"/>
                  </a:lnTo>
                  <a:lnTo>
                    <a:pt x="7177" y="2386"/>
                  </a:lnTo>
                  <a:lnTo>
                    <a:pt x="7010" y="2407"/>
                  </a:lnTo>
                  <a:lnTo>
                    <a:pt x="6947" y="2470"/>
                  </a:lnTo>
                  <a:lnTo>
                    <a:pt x="6905" y="2595"/>
                  </a:lnTo>
                  <a:lnTo>
                    <a:pt x="6947" y="2700"/>
                  </a:lnTo>
                  <a:lnTo>
                    <a:pt x="6905" y="2825"/>
                  </a:lnTo>
                  <a:lnTo>
                    <a:pt x="6843" y="2930"/>
                  </a:lnTo>
                  <a:lnTo>
                    <a:pt x="6801" y="2993"/>
                  </a:lnTo>
                  <a:lnTo>
                    <a:pt x="6843" y="3035"/>
                  </a:lnTo>
                  <a:lnTo>
                    <a:pt x="6885" y="3035"/>
                  </a:lnTo>
                  <a:lnTo>
                    <a:pt x="6947" y="3056"/>
                  </a:lnTo>
                  <a:lnTo>
                    <a:pt x="6947" y="3202"/>
                  </a:lnTo>
                  <a:lnTo>
                    <a:pt x="6885" y="3307"/>
                  </a:lnTo>
                  <a:lnTo>
                    <a:pt x="6738" y="3411"/>
                  </a:lnTo>
                  <a:lnTo>
                    <a:pt x="6633" y="3411"/>
                  </a:lnTo>
                  <a:lnTo>
                    <a:pt x="6592" y="3453"/>
                  </a:lnTo>
                  <a:lnTo>
                    <a:pt x="6571" y="3558"/>
                  </a:lnTo>
                  <a:lnTo>
                    <a:pt x="6529" y="3621"/>
                  </a:lnTo>
                  <a:lnTo>
                    <a:pt x="6487" y="3683"/>
                  </a:lnTo>
                  <a:lnTo>
                    <a:pt x="6529" y="3767"/>
                  </a:lnTo>
                  <a:lnTo>
                    <a:pt x="6487" y="3830"/>
                  </a:lnTo>
                  <a:lnTo>
                    <a:pt x="6424" y="3830"/>
                  </a:lnTo>
                  <a:lnTo>
                    <a:pt x="6382" y="3851"/>
                  </a:lnTo>
                  <a:lnTo>
                    <a:pt x="6236" y="3872"/>
                  </a:lnTo>
                  <a:lnTo>
                    <a:pt x="6131" y="3830"/>
                  </a:lnTo>
                  <a:lnTo>
                    <a:pt x="6089" y="3767"/>
                  </a:lnTo>
                  <a:lnTo>
                    <a:pt x="6089" y="3683"/>
                  </a:lnTo>
                  <a:lnTo>
                    <a:pt x="6048" y="3662"/>
                  </a:lnTo>
                  <a:lnTo>
                    <a:pt x="5985" y="3662"/>
                  </a:lnTo>
                  <a:lnTo>
                    <a:pt x="5964" y="3621"/>
                  </a:lnTo>
                  <a:lnTo>
                    <a:pt x="5943" y="3537"/>
                  </a:lnTo>
                  <a:lnTo>
                    <a:pt x="5838" y="3537"/>
                  </a:lnTo>
                  <a:lnTo>
                    <a:pt x="5797" y="3579"/>
                  </a:lnTo>
                  <a:lnTo>
                    <a:pt x="5755" y="3641"/>
                  </a:lnTo>
                  <a:lnTo>
                    <a:pt x="5671" y="3641"/>
                  </a:lnTo>
                  <a:lnTo>
                    <a:pt x="5629" y="3662"/>
                  </a:lnTo>
                  <a:lnTo>
                    <a:pt x="5629" y="3830"/>
                  </a:lnTo>
                  <a:lnTo>
                    <a:pt x="5608" y="3893"/>
                  </a:lnTo>
                  <a:lnTo>
                    <a:pt x="5608" y="3997"/>
                  </a:lnTo>
                  <a:lnTo>
                    <a:pt x="5650" y="4165"/>
                  </a:lnTo>
                  <a:lnTo>
                    <a:pt x="5629" y="4353"/>
                  </a:lnTo>
                  <a:lnTo>
                    <a:pt x="5566" y="4416"/>
                  </a:lnTo>
                  <a:lnTo>
                    <a:pt x="5525" y="4416"/>
                  </a:lnTo>
                  <a:lnTo>
                    <a:pt x="5545" y="4206"/>
                  </a:lnTo>
                  <a:lnTo>
                    <a:pt x="5545" y="4060"/>
                  </a:lnTo>
                  <a:lnTo>
                    <a:pt x="5525" y="3976"/>
                  </a:lnTo>
                  <a:lnTo>
                    <a:pt x="5525" y="3767"/>
                  </a:lnTo>
                  <a:lnTo>
                    <a:pt x="5504" y="3662"/>
                  </a:lnTo>
                  <a:lnTo>
                    <a:pt x="5462" y="3641"/>
                  </a:lnTo>
                  <a:lnTo>
                    <a:pt x="5420" y="3662"/>
                  </a:lnTo>
                  <a:lnTo>
                    <a:pt x="5336" y="3662"/>
                  </a:lnTo>
                  <a:lnTo>
                    <a:pt x="5253" y="3767"/>
                  </a:lnTo>
                  <a:lnTo>
                    <a:pt x="5190" y="3788"/>
                  </a:lnTo>
                  <a:lnTo>
                    <a:pt x="5085" y="3872"/>
                  </a:lnTo>
                  <a:lnTo>
                    <a:pt x="5043" y="3955"/>
                  </a:lnTo>
                  <a:lnTo>
                    <a:pt x="5043" y="4039"/>
                  </a:lnTo>
                  <a:lnTo>
                    <a:pt x="4918" y="4186"/>
                  </a:lnTo>
                  <a:lnTo>
                    <a:pt x="4876" y="4206"/>
                  </a:lnTo>
                  <a:lnTo>
                    <a:pt x="4834" y="4165"/>
                  </a:lnTo>
                  <a:lnTo>
                    <a:pt x="4729" y="4165"/>
                  </a:lnTo>
                  <a:lnTo>
                    <a:pt x="4688" y="4186"/>
                  </a:lnTo>
                  <a:lnTo>
                    <a:pt x="4688" y="4248"/>
                  </a:lnTo>
                  <a:lnTo>
                    <a:pt x="4771" y="4269"/>
                  </a:lnTo>
                  <a:lnTo>
                    <a:pt x="4792" y="4290"/>
                  </a:lnTo>
                  <a:lnTo>
                    <a:pt x="4709" y="4311"/>
                  </a:lnTo>
                  <a:lnTo>
                    <a:pt x="4562" y="4311"/>
                  </a:lnTo>
                  <a:lnTo>
                    <a:pt x="4478" y="4353"/>
                  </a:lnTo>
                  <a:lnTo>
                    <a:pt x="4416" y="4416"/>
                  </a:lnTo>
                  <a:lnTo>
                    <a:pt x="4248" y="4478"/>
                  </a:lnTo>
                  <a:lnTo>
                    <a:pt x="4248" y="4520"/>
                  </a:lnTo>
                  <a:lnTo>
                    <a:pt x="4185" y="4583"/>
                  </a:lnTo>
                  <a:lnTo>
                    <a:pt x="4081" y="4625"/>
                  </a:lnTo>
                  <a:lnTo>
                    <a:pt x="3997" y="4625"/>
                  </a:lnTo>
                  <a:lnTo>
                    <a:pt x="3976" y="4688"/>
                  </a:lnTo>
                  <a:lnTo>
                    <a:pt x="3976" y="4771"/>
                  </a:lnTo>
                  <a:lnTo>
                    <a:pt x="4039" y="4813"/>
                  </a:lnTo>
                  <a:lnTo>
                    <a:pt x="3997" y="4876"/>
                  </a:lnTo>
                  <a:lnTo>
                    <a:pt x="3955" y="4897"/>
                  </a:lnTo>
                  <a:lnTo>
                    <a:pt x="3892" y="4939"/>
                  </a:lnTo>
                  <a:lnTo>
                    <a:pt x="3851" y="5022"/>
                  </a:lnTo>
                  <a:lnTo>
                    <a:pt x="3767" y="5043"/>
                  </a:lnTo>
                  <a:lnTo>
                    <a:pt x="3746" y="5127"/>
                  </a:lnTo>
                  <a:lnTo>
                    <a:pt x="3746" y="5169"/>
                  </a:lnTo>
                  <a:lnTo>
                    <a:pt x="3767" y="5211"/>
                  </a:lnTo>
                  <a:lnTo>
                    <a:pt x="3767" y="5294"/>
                  </a:lnTo>
                  <a:lnTo>
                    <a:pt x="3767" y="5336"/>
                  </a:lnTo>
                  <a:lnTo>
                    <a:pt x="3830" y="5357"/>
                  </a:lnTo>
                  <a:lnTo>
                    <a:pt x="3892" y="5357"/>
                  </a:lnTo>
                  <a:lnTo>
                    <a:pt x="3976" y="5420"/>
                  </a:lnTo>
                  <a:lnTo>
                    <a:pt x="4039" y="5420"/>
                  </a:lnTo>
                  <a:lnTo>
                    <a:pt x="4081" y="5357"/>
                  </a:lnTo>
                  <a:lnTo>
                    <a:pt x="4144" y="5357"/>
                  </a:lnTo>
                  <a:lnTo>
                    <a:pt x="4248" y="5441"/>
                  </a:lnTo>
                  <a:lnTo>
                    <a:pt x="4269" y="5525"/>
                  </a:lnTo>
                  <a:lnTo>
                    <a:pt x="4353" y="5525"/>
                  </a:lnTo>
                  <a:lnTo>
                    <a:pt x="4457" y="5441"/>
                  </a:lnTo>
                  <a:lnTo>
                    <a:pt x="4499" y="5441"/>
                  </a:lnTo>
                  <a:lnTo>
                    <a:pt x="4604" y="5462"/>
                  </a:lnTo>
                  <a:lnTo>
                    <a:pt x="4792" y="5462"/>
                  </a:lnTo>
                  <a:lnTo>
                    <a:pt x="4834" y="5441"/>
                  </a:lnTo>
                  <a:lnTo>
                    <a:pt x="4834" y="5336"/>
                  </a:lnTo>
                  <a:lnTo>
                    <a:pt x="4918" y="5253"/>
                  </a:lnTo>
                  <a:lnTo>
                    <a:pt x="4939" y="5253"/>
                  </a:lnTo>
                  <a:lnTo>
                    <a:pt x="4939" y="5357"/>
                  </a:lnTo>
                  <a:lnTo>
                    <a:pt x="4981" y="5378"/>
                  </a:lnTo>
                  <a:lnTo>
                    <a:pt x="4939" y="5441"/>
                  </a:lnTo>
                  <a:lnTo>
                    <a:pt x="4813" y="5483"/>
                  </a:lnTo>
                  <a:lnTo>
                    <a:pt x="4709" y="5566"/>
                  </a:lnTo>
                  <a:lnTo>
                    <a:pt x="4562" y="5546"/>
                  </a:lnTo>
                  <a:lnTo>
                    <a:pt x="4457" y="5566"/>
                  </a:lnTo>
                  <a:lnTo>
                    <a:pt x="4416" y="5629"/>
                  </a:lnTo>
                  <a:lnTo>
                    <a:pt x="4416" y="5671"/>
                  </a:lnTo>
                  <a:lnTo>
                    <a:pt x="4520" y="5755"/>
                  </a:lnTo>
                  <a:lnTo>
                    <a:pt x="4667" y="5755"/>
                  </a:lnTo>
                  <a:lnTo>
                    <a:pt x="4688" y="5776"/>
                  </a:lnTo>
                  <a:lnTo>
                    <a:pt x="4667" y="5859"/>
                  </a:lnTo>
                  <a:lnTo>
                    <a:pt x="4520" y="5943"/>
                  </a:lnTo>
                  <a:lnTo>
                    <a:pt x="4290" y="5943"/>
                  </a:lnTo>
                  <a:lnTo>
                    <a:pt x="4206" y="6048"/>
                  </a:lnTo>
                  <a:lnTo>
                    <a:pt x="4206" y="6152"/>
                  </a:lnTo>
                  <a:lnTo>
                    <a:pt x="4290" y="6194"/>
                  </a:lnTo>
                  <a:lnTo>
                    <a:pt x="4269" y="6299"/>
                  </a:lnTo>
                  <a:lnTo>
                    <a:pt x="4185" y="6320"/>
                  </a:lnTo>
                  <a:lnTo>
                    <a:pt x="4081" y="6487"/>
                  </a:lnTo>
                  <a:lnTo>
                    <a:pt x="4039" y="6571"/>
                  </a:lnTo>
                  <a:lnTo>
                    <a:pt x="3892" y="6613"/>
                  </a:lnTo>
                  <a:lnTo>
                    <a:pt x="3788" y="6738"/>
                  </a:lnTo>
                  <a:lnTo>
                    <a:pt x="3725" y="6843"/>
                  </a:lnTo>
                  <a:lnTo>
                    <a:pt x="3620" y="6947"/>
                  </a:lnTo>
                  <a:lnTo>
                    <a:pt x="3620" y="7010"/>
                  </a:lnTo>
                  <a:lnTo>
                    <a:pt x="3537" y="7031"/>
                  </a:lnTo>
                  <a:lnTo>
                    <a:pt x="3453" y="7031"/>
                  </a:lnTo>
                  <a:lnTo>
                    <a:pt x="3348" y="6947"/>
                  </a:lnTo>
                  <a:lnTo>
                    <a:pt x="3307" y="6906"/>
                  </a:lnTo>
                  <a:lnTo>
                    <a:pt x="3202" y="6885"/>
                  </a:lnTo>
                  <a:lnTo>
                    <a:pt x="3139" y="6822"/>
                  </a:lnTo>
                  <a:lnTo>
                    <a:pt x="3014" y="6801"/>
                  </a:lnTo>
                  <a:lnTo>
                    <a:pt x="2888" y="6822"/>
                  </a:lnTo>
                  <a:lnTo>
                    <a:pt x="2784" y="6885"/>
                  </a:lnTo>
                  <a:lnTo>
                    <a:pt x="2679" y="6843"/>
                  </a:lnTo>
                  <a:lnTo>
                    <a:pt x="2616" y="6822"/>
                  </a:lnTo>
                  <a:lnTo>
                    <a:pt x="2512" y="6843"/>
                  </a:lnTo>
                  <a:lnTo>
                    <a:pt x="2344" y="6843"/>
                  </a:lnTo>
                  <a:lnTo>
                    <a:pt x="2177" y="6927"/>
                  </a:lnTo>
                  <a:lnTo>
                    <a:pt x="2156" y="7010"/>
                  </a:lnTo>
                  <a:lnTo>
                    <a:pt x="2198" y="7052"/>
                  </a:lnTo>
                  <a:lnTo>
                    <a:pt x="2177" y="7115"/>
                  </a:lnTo>
                  <a:lnTo>
                    <a:pt x="2156" y="7052"/>
                  </a:lnTo>
                  <a:lnTo>
                    <a:pt x="2072" y="7052"/>
                  </a:lnTo>
                  <a:lnTo>
                    <a:pt x="1654" y="7157"/>
                  </a:lnTo>
                  <a:lnTo>
                    <a:pt x="1549" y="7157"/>
                  </a:lnTo>
                  <a:lnTo>
                    <a:pt x="1486" y="7199"/>
                  </a:lnTo>
                  <a:lnTo>
                    <a:pt x="1465" y="7199"/>
                  </a:lnTo>
                  <a:lnTo>
                    <a:pt x="1382" y="7157"/>
                  </a:lnTo>
                  <a:lnTo>
                    <a:pt x="1319" y="7219"/>
                  </a:lnTo>
                  <a:lnTo>
                    <a:pt x="1277" y="7261"/>
                  </a:lnTo>
                  <a:lnTo>
                    <a:pt x="1214" y="7303"/>
                  </a:lnTo>
                  <a:lnTo>
                    <a:pt x="1172" y="7261"/>
                  </a:lnTo>
                  <a:lnTo>
                    <a:pt x="1172" y="7240"/>
                  </a:lnTo>
                  <a:lnTo>
                    <a:pt x="1110" y="7219"/>
                  </a:lnTo>
                  <a:lnTo>
                    <a:pt x="1026" y="7219"/>
                  </a:lnTo>
                  <a:lnTo>
                    <a:pt x="942" y="7261"/>
                  </a:lnTo>
                  <a:lnTo>
                    <a:pt x="859" y="7261"/>
                  </a:lnTo>
                  <a:lnTo>
                    <a:pt x="817" y="7240"/>
                  </a:lnTo>
                  <a:lnTo>
                    <a:pt x="733" y="7240"/>
                  </a:lnTo>
                  <a:lnTo>
                    <a:pt x="691" y="7303"/>
                  </a:lnTo>
                  <a:lnTo>
                    <a:pt x="607" y="7324"/>
                  </a:lnTo>
                  <a:lnTo>
                    <a:pt x="607" y="7366"/>
                  </a:lnTo>
                  <a:lnTo>
                    <a:pt x="607" y="7429"/>
                  </a:lnTo>
                  <a:lnTo>
                    <a:pt x="419" y="7512"/>
                  </a:lnTo>
                  <a:lnTo>
                    <a:pt x="315" y="7512"/>
                  </a:lnTo>
                  <a:lnTo>
                    <a:pt x="294" y="7554"/>
                  </a:lnTo>
                  <a:lnTo>
                    <a:pt x="335" y="7638"/>
                  </a:lnTo>
                  <a:lnTo>
                    <a:pt x="419" y="7638"/>
                  </a:lnTo>
                  <a:lnTo>
                    <a:pt x="482" y="7659"/>
                  </a:lnTo>
                  <a:lnTo>
                    <a:pt x="482" y="7722"/>
                  </a:lnTo>
                  <a:lnTo>
                    <a:pt x="398" y="7722"/>
                  </a:lnTo>
                  <a:lnTo>
                    <a:pt x="377" y="7680"/>
                  </a:lnTo>
                  <a:lnTo>
                    <a:pt x="335" y="7722"/>
                  </a:lnTo>
                  <a:lnTo>
                    <a:pt x="294" y="7784"/>
                  </a:lnTo>
                  <a:lnTo>
                    <a:pt x="189" y="7847"/>
                  </a:lnTo>
                  <a:lnTo>
                    <a:pt x="105" y="7868"/>
                  </a:lnTo>
                  <a:lnTo>
                    <a:pt x="168" y="7931"/>
                  </a:lnTo>
                  <a:lnTo>
                    <a:pt x="273" y="7973"/>
                  </a:lnTo>
                  <a:lnTo>
                    <a:pt x="315" y="8035"/>
                  </a:lnTo>
                  <a:lnTo>
                    <a:pt x="419" y="8266"/>
                  </a:lnTo>
                  <a:lnTo>
                    <a:pt x="482" y="8307"/>
                  </a:lnTo>
                  <a:lnTo>
                    <a:pt x="587" y="8307"/>
                  </a:lnTo>
                  <a:lnTo>
                    <a:pt x="628" y="8349"/>
                  </a:lnTo>
                  <a:lnTo>
                    <a:pt x="649" y="8391"/>
                  </a:lnTo>
                  <a:lnTo>
                    <a:pt x="607" y="8454"/>
                  </a:lnTo>
                  <a:lnTo>
                    <a:pt x="545" y="8496"/>
                  </a:lnTo>
                  <a:lnTo>
                    <a:pt x="524" y="8559"/>
                  </a:lnTo>
                  <a:lnTo>
                    <a:pt x="587" y="8621"/>
                  </a:lnTo>
                  <a:lnTo>
                    <a:pt x="691" y="8663"/>
                  </a:lnTo>
                  <a:lnTo>
                    <a:pt x="817" y="8621"/>
                  </a:lnTo>
                  <a:lnTo>
                    <a:pt x="921" y="8559"/>
                  </a:lnTo>
                  <a:lnTo>
                    <a:pt x="963" y="8496"/>
                  </a:lnTo>
                  <a:lnTo>
                    <a:pt x="1005" y="8475"/>
                  </a:lnTo>
                  <a:lnTo>
                    <a:pt x="1047" y="8496"/>
                  </a:lnTo>
                  <a:lnTo>
                    <a:pt x="1068" y="8559"/>
                  </a:lnTo>
                  <a:lnTo>
                    <a:pt x="1005" y="8684"/>
                  </a:lnTo>
                  <a:lnTo>
                    <a:pt x="900" y="8726"/>
                  </a:lnTo>
                  <a:lnTo>
                    <a:pt x="796" y="8768"/>
                  </a:lnTo>
                  <a:lnTo>
                    <a:pt x="754" y="8810"/>
                  </a:lnTo>
                  <a:lnTo>
                    <a:pt x="796" y="8893"/>
                  </a:lnTo>
                  <a:lnTo>
                    <a:pt x="900" y="8914"/>
                  </a:lnTo>
                  <a:lnTo>
                    <a:pt x="963" y="8872"/>
                  </a:lnTo>
                  <a:lnTo>
                    <a:pt x="1110" y="8810"/>
                  </a:lnTo>
                  <a:lnTo>
                    <a:pt x="1151" y="8831"/>
                  </a:lnTo>
                  <a:lnTo>
                    <a:pt x="1151" y="8872"/>
                  </a:lnTo>
                  <a:lnTo>
                    <a:pt x="963" y="8935"/>
                  </a:lnTo>
                  <a:lnTo>
                    <a:pt x="838" y="8998"/>
                  </a:lnTo>
                  <a:lnTo>
                    <a:pt x="817" y="9040"/>
                  </a:lnTo>
                  <a:lnTo>
                    <a:pt x="1005" y="9228"/>
                  </a:lnTo>
                  <a:lnTo>
                    <a:pt x="1131" y="9291"/>
                  </a:lnTo>
                  <a:lnTo>
                    <a:pt x="1277" y="9291"/>
                  </a:lnTo>
                  <a:lnTo>
                    <a:pt x="1340" y="9228"/>
                  </a:lnTo>
                  <a:lnTo>
                    <a:pt x="1361" y="9103"/>
                  </a:lnTo>
                  <a:lnTo>
                    <a:pt x="1319" y="9040"/>
                  </a:lnTo>
                  <a:lnTo>
                    <a:pt x="1277" y="8998"/>
                  </a:lnTo>
                  <a:lnTo>
                    <a:pt x="1319" y="8977"/>
                  </a:lnTo>
                  <a:lnTo>
                    <a:pt x="1361" y="8977"/>
                  </a:lnTo>
                  <a:lnTo>
                    <a:pt x="1444" y="9082"/>
                  </a:lnTo>
                  <a:lnTo>
                    <a:pt x="1465" y="9103"/>
                  </a:lnTo>
                  <a:lnTo>
                    <a:pt x="1465" y="9144"/>
                  </a:lnTo>
                  <a:lnTo>
                    <a:pt x="1570" y="9207"/>
                  </a:lnTo>
                  <a:lnTo>
                    <a:pt x="1758" y="9228"/>
                  </a:lnTo>
                  <a:lnTo>
                    <a:pt x="1884" y="9228"/>
                  </a:lnTo>
                  <a:lnTo>
                    <a:pt x="1988" y="9144"/>
                  </a:lnTo>
                  <a:lnTo>
                    <a:pt x="2051" y="9123"/>
                  </a:lnTo>
                  <a:lnTo>
                    <a:pt x="2114" y="9144"/>
                  </a:lnTo>
                  <a:lnTo>
                    <a:pt x="2114" y="9228"/>
                  </a:lnTo>
                  <a:lnTo>
                    <a:pt x="2177" y="9291"/>
                  </a:lnTo>
                  <a:lnTo>
                    <a:pt x="2219" y="9291"/>
                  </a:lnTo>
                  <a:lnTo>
                    <a:pt x="2281" y="9312"/>
                  </a:lnTo>
                  <a:lnTo>
                    <a:pt x="2302" y="9458"/>
                  </a:lnTo>
                  <a:lnTo>
                    <a:pt x="2260" y="9458"/>
                  </a:lnTo>
                  <a:lnTo>
                    <a:pt x="2114" y="9542"/>
                  </a:lnTo>
                  <a:lnTo>
                    <a:pt x="2114" y="9626"/>
                  </a:lnTo>
                  <a:lnTo>
                    <a:pt x="2156" y="9667"/>
                  </a:lnTo>
                  <a:lnTo>
                    <a:pt x="2156" y="9730"/>
                  </a:lnTo>
                  <a:lnTo>
                    <a:pt x="2072" y="9667"/>
                  </a:lnTo>
                  <a:lnTo>
                    <a:pt x="2051" y="9647"/>
                  </a:lnTo>
                  <a:lnTo>
                    <a:pt x="1968" y="9626"/>
                  </a:lnTo>
                  <a:lnTo>
                    <a:pt x="1884" y="9542"/>
                  </a:lnTo>
                  <a:lnTo>
                    <a:pt x="1696" y="9458"/>
                  </a:lnTo>
                  <a:lnTo>
                    <a:pt x="1465" y="9458"/>
                  </a:lnTo>
                  <a:lnTo>
                    <a:pt x="1319" y="9437"/>
                  </a:lnTo>
                  <a:lnTo>
                    <a:pt x="1110" y="9500"/>
                  </a:lnTo>
                  <a:lnTo>
                    <a:pt x="1110" y="9542"/>
                  </a:lnTo>
                  <a:lnTo>
                    <a:pt x="1214" y="9626"/>
                  </a:lnTo>
                  <a:lnTo>
                    <a:pt x="1361" y="9647"/>
                  </a:lnTo>
                  <a:lnTo>
                    <a:pt x="1486" y="9667"/>
                  </a:lnTo>
                  <a:lnTo>
                    <a:pt x="1654" y="9772"/>
                  </a:lnTo>
                  <a:lnTo>
                    <a:pt x="1842" y="9856"/>
                  </a:lnTo>
                  <a:lnTo>
                    <a:pt x="1947" y="9856"/>
                  </a:lnTo>
                  <a:lnTo>
                    <a:pt x="2009" y="9877"/>
                  </a:lnTo>
                  <a:lnTo>
                    <a:pt x="1884" y="9940"/>
                  </a:lnTo>
                  <a:lnTo>
                    <a:pt x="1654" y="9940"/>
                  </a:lnTo>
                  <a:lnTo>
                    <a:pt x="1444" y="9814"/>
                  </a:lnTo>
                  <a:lnTo>
                    <a:pt x="1361" y="9751"/>
                  </a:lnTo>
                  <a:lnTo>
                    <a:pt x="1214" y="9751"/>
                  </a:lnTo>
                  <a:lnTo>
                    <a:pt x="1005" y="9647"/>
                  </a:lnTo>
                  <a:lnTo>
                    <a:pt x="796" y="9647"/>
                  </a:lnTo>
                  <a:lnTo>
                    <a:pt x="649" y="9563"/>
                  </a:lnTo>
                  <a:lnTo>
                    <a:pt x="482" y="9521"/>
                  </a:lnTo>
                  <a:lnTo>
                    <a:pt x="294" y="9605"/>
                  </a:lnTo>
                  <a:lnTo>
                    <a:pt x="294" y="9730"/>
                  </a:lnTo>
                  <a:lnTo>
                    <a:pt x="231" y="9667"/>
                  </a:lnTo>
                  <a:lnTo>
                    <a:pt x="168" y="9667"/>
                  </a:lnTo>
                  <a:lnTo>
                    <a:pt x="105" y="9730"/>
                  </a:lnTo>
                  <a:lnTo>
                    <a:pt x="63" y="9730"/>
                  </a:lnTo>
                  <a:lnTo>
                    <a:pt x="1" y="9814"/>
                  </a:lnTo>
                  <a:lnTo>
                    <a:pt x="1" y="9877"/>
                  </a:lnTo>
                  <a:lnTo>
                    <a:pt x="1" y="9960"/>
                  </a:lnTo>
                  <a:lnTo>
                    <a:pt x="63" y="9940"/>
                  </a:lnTo>
                  <a:lnTo>
                    <a:pt x="105" y="9940"/>
                  </a:lnTo>
                  <a:lnTo>
                    <a:pt x="147" y="9960"/>
                  </a:lnTo>
                  <a:lnTo>
                    <a:pt x="63" y="10023"/>
                  </a:lnTo>
                  <a:lnTo>
                    <a:pt x="22" y="10086"/>
                  </a:lnTo>
                  <a:lnTo>
                    <a:pt x="63" y="10191"/>
                  </a:lnTo>
                  <a:lnTo>
                    <a:pt x="189" y="10253"/>
                  </a:lnTo>
                  <a:lnTo>
                    <a:pt x="273" y="10170"/>
                  </a:lnTo>
                  <a:lnTo>
                    <a:pt x="315" y="10149"/>
                  </a:lnTo>
                  <a:lnTo>
                    <a:pt x="377" y="10149"/>
                  </a:lnTo>
                  <a:lnTo>
                    <a:pt x="440" y="10023"/>
                  </a:lnTo>
                  <a:lnTo>
                    <a:pt x="503" y="9981"/>
                  </a:lnTo>
                  <a:lnTo>
                    <a:pt x="587" y="9981"/>
                  </a:lnTo>
                  <a:lnTo>
                    <a:pt x="524" y="10044"/>
                  </a:lnTo>
                  <a:lnTo>
                    <a:pt x="482" y="10170"/>
                  </a:lnTo>
                  <a:lnTo>
                    <a:pt x="398" y="10232"/>
                  </a:lnTo>
                  <a:lnTo>
                    <a:pt x="315" y="10274"/>
                  </a:lnTo>
                  <a:lnTo>
                    <a:pt x="356" y="10442"/>
                  </a:lnTo>
                  <a:lnTo>
                    <a:pt x="503" y="10588"/>
                  </a:lnTo>
                  <a:lnTo>
                    <a:pt x="566" y="10546"/>
                  </a:lnTo>
                  <a:lnTo>
                    <a:pt x="607" y="10546"/>
                  </a:lnTo>
                  <a:lnTo>
                    <a:pt x="775" y="10609"/>
                  </a:lnTo>
                  <a:lnTo>
                    <a:pt x="879" y="10609"/>
                  </a:lnTo>
                  <a:lnTo>
                    <a:pt x="879" y="10672"/>
                  </a:lnTo>
                  <a:lnTo>
                    <a:pt x="817" y="10756"/>
                  </a:lnTo>
                  <a:lnTo>
                    <a:pt x="733" y="10797"/>
                  </a:lnTo>
                  <a:lnTo>
                    <a:pt x="712" y="10776"/>
                  </a:lnTo>
                  <a:lnTo>
                    <a:pt x="545" y="10776"/>
                  </a:lnTo>
                  <a:lnTo>
                    <a:pt x="482" y="10797"/>
                  </a:lnTo>
                  <a:lnTo>
                    <a:pt x="419" y="10881"/>
                  </a:lnTo>
                  <a:lnTo>
                    <a:pt x="273" y="10881"/>
                  </a:lnTo>
                  <a:lnTo>
                    <a:pt x="210" y="10923"/>
                  </a:lnTo>
                  <a:lnTo>
                    <a:pt x="210" y="11069"/>
                  </a:lnTo>
                  <a:lnTo>
                    <a:pt x="294" y="11174"/>
                  </a:lnTo>
                  <a:lnTo>
                    <a:pt x="335" y="11237"/>
                  </a:lnTo>
                  <a:lnTo>
                    <a:pt x="419" y="11425"/>
                  </a:lnTo>
                  <a:lnTo>
                    <a:pt x="545" y="11488"/>
                  </a:lnTo>
                  <a:lnTo>
                    <a:pt x="503" y="11509"/>
                  </a:lnTo>
                  <a:lnTo>
                    <a:pt x="503" y="11530"/>
                  </a:lnTo>
                  <a:lnTo>
                    <a:pt x="587" y="11592"/>
                  </a:lnTo>
                  <a:lnTo>
                    <a:pt x="670" y="11697"/>
                  </a:lnTo>
                  <a:lnTo>
                    <a:pt x="754" y="11760"/>
                  </a:lnTo>
                  <a:lnTo>
                    <a:pt x="859" y="11823"/>
                  </a:lnTo>
                  <a:lnTo>
                    <a:pt x="963" y="11927"/>
                  </a:lnTo>
                  <a:lnTo>
                    <a:pt x="1047" y="11969"/>
                  </a:lnTo>
                  <a:lnTo>
                    <a:pt x="1068" y="11948"/>
                  </a:lnTo>
                  <a:lnTo>
                    <a:pt x="1068" y="11864"/>
                  </a:lnTo>
                  <a:lnTo>
                    <a:pt x="1047" y="11718"/>
                  </a:lnTo>
                  <a:lnTo>
                    <a:pt x="1047" y="11634"/>
                  </a:lnTo>
                  <a:lnTo>
                    <a:pt x="1110" y="11592"/>
                  </a:lnTo>
                  <a:lnTo>
                    <a:pt x="1131" y="11488"/>
                  </a:lnTo>
                  <a:lnTo>
                    <a:pt x="1131" y="11404"/>
                  </a:lnTo>
                  <a:lnTo>
                    <a:pt x="1172" y="11383"/>
                  </a:lnTo>
                  <a:lnTo>
                    <a:pt x="1214" y="11383"/>
                  </a:lnTo>
                  <a:lnTo>
                    <a:pt x="1235" y="11488"/>
                  </a:lnTo>
                  <a:lnTo>
                    <a:pt x="1277" y="11592"/>
                  </a:lnTo>
                  <a:lnTo>
                    <a:pt x="1277" y="11655"/>
                  </a:lnTo>
                  <a:lnTo>
                    <a:pt x="1319" y="11718"/>
                  </a:lnTo>
                  <a:lnTo>
                    <a:pt x="1340" y="11697"/>
                  </a:lnTo>
                  <a:lnTo>
                    <a:pt x="1361" y="11634"/>
                  </a:lnTo>
                  <a:lnTo>
                    <a:pt x="1444" y="11634"/>
                  </a:lnTo>
                  <a:lnTo>
                    <a:pt x="1549" y="11551"/>
                  </a:lnTo>
                  <a:lnTo>
                    <a:pt x="1570" y="11592"/>
                  </a:lnTo>
                  <a:lnTo>
                    <a:pt x="1654" y="11592"/>
                  </a:lnTo>
                  <a:lnTo>
                    <a:pt x="1675" y="11634"/>
                  </a:lnTo>
                  <a:lnTo>
                    <a:pt x="1612" y="11718"/>
                  </a:lnTo>
                  <a:lnTo>
                    <a:pt x="1549" y="11823"/>
                  </a:lnTo>
                  <a:lnTo>
                    <a:pt x="1549" y="11927"/>
                  </a:lnTo>
                  <a:lnTo>
                    <a:pt x="1633" y="11948"/>
                  </a:lnTo>
                  <a:lnTo>
                    <a:pt x="1675" y="11927"/>
                  </a:lnTo>
                  <a:lnTo>
                    <a:pt x="1737" y="11739"/>
                  </a:lnTo>
                  <a:lnTo>
                    <a:pt x="1758" y="11655"/>
                  </a:lnTo>
                  <a:lnTo>
                    <a:pt x="1842" y="11697"/>
                  </a:lnTo>
                  <a:lnTo>
                    <a:pt x="1926" y="11823"/>
                  </a:lnTo>
                  <a:lnTo>
                    <a:pt x="1968" y="11844"/>
                  </a:lnTo>
                  <a:lnTo>
                    <a:pt x="2051" y="11802"/>
                  </a:lnTo>
                  <a:lnTo>
                    <a:pt x="2051" y="11718"/>
                  </a:lnTo>
                  <a:lnTo>
                    <a:pt x="2093" y="11634"/>
                  </a:lnTo>
                  <a:lnTo>
                    <a:pt x="2198" y="11634"/>
                  </a:lnTo>
                  <a:lnTo>
                    <a:pt x="2240" y="11655"/>
                  </a:lnTo>
                  <a:lnTo>
                    <a:pt x="2240" y="11760"/>
                  </a:lnTo>
                  <a:lnTo>
                    <a:pt x="2177" y="11864"/>
                  </a:lnTo>
                  <a:lnTo>
                    <a:pt x="2177" y="11969"/>
                  </a:lnTo>
                  <a:lnTo>
                    <a:pt x="2240" y="11927"/>
                  </a:lnTo>
                  <a:lnTo>
                    <a:pt x="2344" y="11844"/>
                  </a:lnTo>
                  <a:lnTo>
                    <a:pt x="2386" y="11739"/>
                  </a:lnTo>
                  <a:lnTo>
                    <a:pt x="2470" y="11655"/>
                  </a:lnTo>
                  <a:lnTo>
                    <a:pt x="2595" y="11634"/>
                  </a:lnTo>
                  <a:lnTo>
                    <a:pt x="2700" y="11655"/>
                  </a:lnTo>
                  <a:lnTo>
                    <a:pt x="2784" y="11739"/>
                  </a:lnTo>
                  <a:lnTo>
                    <a:pt x="2909" y="11802"/>
                  </a:lnTo>
                  <a:lnTo>
                    <a:pt x="3076" y="11927"/>
                  </a:lnTo>
                  <a:lnTo>
                    <a:pt x="3181" y="11948"/>
                  </a:lnTo>
                  <a:lnTo>
                    <a:pt x="3223" y="11906"/>
                  </a:lnTo>
                  <a:lnTo>
                    <a:pt x="3286" y="11906"/>
                  </a:lnTo>
                  <a:lnTo>
                    <a:pt x="3390" y="12011"/>
                  </a:lnTo>
                  <a:lnTo>
                    <a:pt x="3516" y="12116"/>
                  </a:lnTo>
                  <a:lnTo>
                    <a:pt x="3495" y="12220"/>
                  </a:lnTo>
                  <a:lnTo>
                    <a:pt x="3495" y="12241"/>
                  </a:lnTo>
                  <a:lnTo>
                    <a:pt x="3537" y="12241"/>
                  </a:lnTo>
                  <a:lnTo>
                    <a:pt x="3558" y="12220"/>
                  </a:lnTo>
                  <a:lnTo>
                    <a:pt x="3620" y="12241"/>
                  </a:lnTo>
                  <a:lnTo>
                    <a:pt x="3662" y="12325"/>
                  </a:lnTo>
                  <a:lnTo>
                    <a:pt x="3746" y="12367"/>
                  </a:lnTo>
                  <a:lnTo>
                    <a:pt x="3809" y="12429"/>
                  </a:lnTo>
                  <a:lnTo>
                    <a:pt x="3830" y="12492"/>
                  </a:lnTo>
                  <a:lnTo>
                    <a:pt x="3851" y="12534"/>
                  </a:lnTo>
                  <a:lnTo>
                    <a:pt x="3913" y="12534"/>
                  </a:lnTo>
                  <a:lnTo>
                    <a:pt x="3913" y="12471"/>
                  </a:lnTo>
                  <a:lnTo>
                    <a:pt x="3955" y="12471"/>
                  </a:lnTo>
                  <a:lnTo>
                    <a:pt x="4018" y="12492"/>
                  </a:lnTo>
                  <a:lnTo>
                    <a:pt x="4039" y="12576"/>
                  </a:lnTo>
                  <a:lnTo>
                    <a:pt x="4164" y="12681"/>
                  </a:lnTo>
                  <a:lnTo>
                    <a:pt x="4248" y="12785"/>
                  </a:lnTo>
                  <a:lnTo>
                    <a:pt x="4290" y="12806"/>
                  </a:lnTo>
                  <a:lnTo>
                    <a:pt x="4353" y="12869"/>
                  </a:lnTo>
                  <a:lnTo>
                    <a:pt x="4332" y="12953"/>
                  </a:lnTo>
                  <a:lnTo>
                    <a:pt x="4353" y="12973"/>
                  </a:lnTo>
                  <a:lnTo>
                    <a:pt x="4353" y="13015"/>
                  </a:lnTo>
                  <a:lnTo>
                    <a:pt x="4290" y="13078"/>
                  </a:lnTo>
                  <a:lnTo>
                    <a:pt x="4248" y="13183"/>
                  </a:lnTo>
                  <a:lnTo>
                    <a:pt x="4164" y="13225"/>
                  </a:lnTo>
                  <a:lnTo>
                    <a:pt x="4164" y="13266"/>
                  </a:lnTo>
                  <a:lnTo>
                    <a:pt x="4269" y="13266"/>
                  </a:lnTo>
                  <a:lnTo>
                    <a:pt x="4290" y="13287"/>
                  </a:lnTo>
                  <a:lnTo>
                    <a:pt x="4269" y="13329"/>
                  </a:lnTo>
                  <a:lnTo>
                    <a:pt x="4227" y="13371"/>
                  </a:lnTo>
                  <a:lnTo>
                    <a:pt x="4123" y="13476"/>
                  </a:lnTo>
                  <a:lnTo>
                    <a:pt x="4081" y="13497"/>
                  </a:lnTo>
                  <a:lnTo>
                    <a:pt x="4081" y="13538"/>
                  </a:lnTo>
                  <a:lnTo>
                    <a:pt x="4144" y="13601"/>
                  </a:lnTo>
                  <a:lnTo>
                    <a:pt x="4185" y="13685"/>
                  </a:lnTo>
                  <a:lnTo>
                    <a:pt x="4185" y="13727"/>
                  </a:lnTo>
                  <a:lnTo>
                    <a:pt x="4374" y="13894"/>
                  </a:lnTo>
                  <a:lnTo>
                    <a:pt x="4416" y="13957"/>
                  </a:lnTo>
                  <a:lnTo>
                    <a:pt x="4416" y="14061"/>
                  </a:lnTo>
                  <a:lnTo>
                    <a:pt x="4457" y="14124"/>
                  </a:lnTo>
                  <a:lnTo>
                    <a:pt x="4416" y="14166"/>
                  </a:lnTo>
                  <a:lnTo>
                    <a:pt x="4416" y="14250"/>
                  </a:lnTo>
                  <a:lnTo>
                    <a:pt x="4478" y="14333"/>
                  </a:lnTo>
                  <a:lnTo>
                    <a:pt x="4520" y="14333"/>
                  </a:lnTo>
                  <a:lnTo>
                    <a:pt x="4562" y="14354"/>
                  </a:lnTo>
                  <a:lnTo>
                    <a:pt x="4583" y="14438"/>
                  </a:lnTo>
                  <a:lnTo>
                    <a:pt x="4667" y="14543"/>
                  </a:lnTo>
                  <a:lnTo>
                    <a:pt x="4709" y="14585"/>
                  </a:lnTo>
                  <a:lnTo>
                    <a:pt x="4709" y="14668"/>
                  </a:lnTo>
                  <a:lnTo>
                    <a:pt x="4688" y="14752"/>
                  </a:lnTo>
                  <a:lnTo>
                    <a:pt x="4604" y="14773"/>
                  </a:lnTo>
                  <a:lnTo>
                    <a:pt x="4520" y="14857"/>
                  </a:lnTo>
                  <a:lnTo>
                    <a:pt x="4499" y="14940"/>
                  </a:lnTo>
                  <a:lnTo>
                    <a:pt x="4457" y="15003"/>
                  </a:lnTo>
                  <a:lnTo>
                    <a:pt x="4395" y="15003"/>
                  </a:lnTo>
                  <a:lnTo>
                    <a:pt x="4290" y="15087"/>
                  </a:lnTo>
                  <a:lnTo>
                    <a:pt x="4269" y="15149"/>
                  </a:lnTo>
                  <a:lnTo>
                    <a:pt x="4311" y="15170"/>
                  </a:lnTo>
                  <a:lnTo>
                    <a:pt x="4374" y="15149"/>
                  </a:lnTo>
                  <a:lnTo>
                    <a:pt x="4416" y="15087"/>
                  </a:lnTo>
                  <a:lnTo>
                    <a:pt x="4478" y="15087"/>
                  </a:lnTo>
                  <a:lnTo>
                    <a:pt x="4583" y="14982"/>
                  </a:lnTo>
                  <a:lnTo>
                    <a:pt x="4688" y="14982"/>
                  </a:lnTo>
                  <a:lnTo>
                    <a:pt x="4667" y="15108"/>
                  </a:lnTo>
                  <a:lnTo>
                    <a:pt x="4625" y="15170"/>
                  </a:lnTo>
                  <a:lnTo>
                    <a:pt x="4667" y="15254"/>
                  </a:lnTo>
                  <a:lnTo>
                    <a:pt x="4667" y="15317"/>
                  </a:lnTo>
                  <a:lnTo>
                    <a:pt x="4709" y="15421"/>
                  </a:lnTo>
                  <a:lnTo>
                    <a:pt x="4729" y="15526"/>
                  </a:lnTo>
                  <a:lnTo>
                    <a:pt x="4688" y="15631"/>
                  </a:lnTo>
                  <a:lnTo>
                    <a:pt x="4688" y="15694"/>
                  </a:lnTo>
                  <a:lnTo>
                    <a:pt x="4709" y="15777"/>
                  </a:lnTo>
                  <a:lnTo>
                    <a:pt x="4709" y="15798"/>
                  </a:lnTo>
                  <a:lnTo>
                    <a:pt x="4667" y="15735"/>
                  </a:lnTo>
                  <a:lnTo>
                    <a:pt x="4604" y="15777"/>
                  </a:lnTo>
                  <a:lnTo>
                    <a:pt x="4625" y="15903"/>
                  </a:lnTo>
                  <a:lnTo>
                    <a:pt x="4688" y="16007"/>
                  </a:lnTo>
                  <a:lnTo>
                    <a:pt x="4688" y="16049"/>
                  </a:lnTo>
                  <a:lnTo>
                    <a:pt x="4667" y="16049"/>
                  </a:lnTo>
                  <a:lnTo>
                    <a:pt x="4604" y="16112"/>
                  </a:lnTo>
                  <a:lnTo>
                    <a:pt x="4625" y="16196"/>
                  </a:lnTo>
                  <a:lnTo>
                    <a:pt x="4667" y="16238"/>
                  </a:lnTo>
                  <a:lnTo>
                    <a:pt x="4729" y="16238"/>
                  </a:lnTo>
                  <a:lnTo>
                    <a:pt x="4792" y="16300"/>
                  </a:lnTo>
                  <a:lnTo>
                    <a:pt x="4792" y="16342"/>
                  </a:lnTo>
                  <a:lnTo>
                    <a:pt x="4729" y="16405"/>
                  </a:lnTo>
                  <a:lnTo>
                    <a:pt x="4729" y="16468"/>
                  </a:lnTo>
                  <a:lnTo>
                    <a:pt x="4667" y="16551"/>
                  </a:lnTo>
                  <a:lnTo>
                    <a:pt x="4604" y="16572"/>
                  </a:lnTo>
                  <a:lnTo>
                    <a:pt x="4520" y="16551"/>
                  </a:lnTo>
                  <a:lnTo>
                    <a:pt x="4478" y="16572"/>
                  </a:lnTo>
                  <a:lnTo>
                    <a:pt x="4478" y="16635"/>
                  </a:lnTo>
                  <a:lnTo>
                    <a:pt x="4562" y="16656"/>
                  </a:lnTo>
                  <a:lnTo>
                    <a:pt x="4625" y="16656"/>
                  </a:lnTo>
                  <a:lnTo>
                    <a:pt x="4688" y="16719"/>
                  </a:lnTo>
                  <a:lnTo>
                    <a:pt x="4729" y="16719"/>
                  </a:lnTo>
                  <a:lnTo>
                    <a:pt x="4813" y="16740"/>
                  </a:lnTo>
                  <a:lnTo>
                    <a:pt x="4855" y="16782"/>
                  </a:lnTo>
                  <a:lnTo>
                    <a:pt x="4855" y="16886"/>
                  </a:lnTo>
                  <a:lnTo>
                    <a:pt x="4876" y="17033"/>
                  </a:lnTo>
                  <a:lnTo>
                    <a:pt x="4771" y="17137"/>
                  </a:lnTo>
                  <a:lnTo>
                    <a:pt x="4750" y="17200"/>
                  </a:lnTo>
                  <a:lnTo>
                    <a:pt x="4792" y="17263"/>
                  </a:lnTo>
                  <a:lnTo>
                    <a:pt x="4709" y="17409"/>
                  </a:lnTo>
                  <a:lnTo>
                    <a:pt x="4604" y="17472"/>
                  </a:lnTo>
                  <a:lnTo>
                    <a:pt x="4541" y="17472"/>
                  </a:lnTo>
                  <a:lnTo>
                    <a:pt x="4478" y="17409"/>
                  </a:lnTo>
                  <a:lnTo>
                    <a:pt x="4436" y="17409"/>
                  </a:lnTo>
                  <a:lnTo>
                    <a:pt x="4332" y="17493"/>
                  </a:lnTo>
                  <a:lnTo>
                    <a:pt x="4290" y="17577"/>
                  </a:lnTo>
                  <a:lnTo>
                    <a:pt x="4332" y="17598"/>
                  </a:lnTo>
                  <a:lnTo>
                    <a:pt x="4374" y="17598"/>
                  </a:lnTo>
                  <a:lnTo>
                    <a:pt x="4541" y="17618"/>
                  </a:lnTo>
                  <a:lnTo>
                    <a:pt x="4583" y="17577"/>
                  </a:lnTo>
                  <a:lnTo>
                    <a:pt x="4604" y="17556"/>
                  </a:lnTo>
                  <a:lnTo>
                    <a:pt x="4646" y="17577"/>
                  </a:lnTo>
                  <a:lnTo>
                    <a:pt x="4646" y="17618"/>
                  </a:lnTo>
                  <a:lnTo>
                    <a:pt x="4667" y="17660"/>
                  </a:lnTo>
                  <a:lnTo>
                    <a:pt x="4604" y="17702"/>
                  </a:lnTo>
                  <a:lnTo>
                    <a:pt x="4562" y="17702"/>
                  </a:lnTo>
                  <a:lnTo>
                    <a:pt x="4541" y="17723"/>
                  </a:lnTo>
                  <a:lnTo>
                    <a:pt x="4541" y="17807"/>
                  </a:lnTo>
                  <a:lnTo>
                    <a:pt x="4499" y="17828"/>
                  </a:lnTo>
                  <a:lnTo>
                    <a:pt x="4436" y="17828"/>
                  </a:lnTo>
                  <a:lnTo>
                    <a:pt x="4290" y="17932"/>
                  </a:lnTo>
                  <a:lnTo>
                    <a:pt x="4185" y="17995"/>
                  </a:lnTo>
                  <a:lnTo>
                    <a:pt x="4185" y="18037"/>
                  </a:lnTo>
                  <a:lnTo>
                    <a:pt x="4269" y="18121"/>
                  </a:lnTo>
                  <a:lnTo>
                    <a:pt x="4395" y="18142"/>
                  </a:lnTo>
                  <a:lnTo>
                    <a:pt x="4499" y="18121"/>
                  </a:lnTo>
                  <a:lnTo>
                    <a:pt x="4583" y="18016"/>
                  </a:lnTo>
                  <a:lnTo>
                    <a:pt x="4646" y="17911"/>
                  </a:lnTo>
                  <a:lnTo>
                    <a:pt x="4688" y="17870"/>
                  </a:lnTo>
                  <a:lnTo>
                    <a:pt x="4709" y="17870"/>
                  </a:lnTo>
                  <a:lnTo>
                    <a:pt x="4709" y="17911"/>
                  </a:lnTo>
                  <a:lnTo>
                    <a:pt x="4604" y="18079"/>
                  </a:lnTo>
                  <a:lnTo>
                    <a:pt x="4478" y="18204"/>
                  </a:lnTo>
                  <a:lnTo>
                    <a:pt x="4436" y="18183"/>
                  </a:lnTo>
                  <a:lnTo>
                    <a:pt x="4269" y="18204"/>
                  </a:lnTo>
                  <a:lnTo>
                    <a:pt x="4227" y="18225"/>
                  </a:lnTo>
                  <a:lnTo>
                    <a:pt x="4164" y="18309"/>
                  </a:lnTo>
                  <a:lnTo>
                    <a:pt x="4144" y="18288"/>
                  </a:lnTo>
                  <a:lnTo>
                    <a:pt x="4039" y="18288"/>
                  </a:lnTo>
                  <a:lnTo>
                    <a:pt x="3934" y="18330"/>
                  </a:lnTo>
                  <a:lnTo>
                    <a:pt x="3934" y="18393"/>
                  </a:lnTo>
                  <a:lnTo>
                    <a:pt x="3955" y="18414"/>
                  </a:lnTo>
                  <a:lnTo>
                    <a:pt x="3976" y="18455"/>
                  </a:lnTo>
                  <a:lnTo>
                    <a:pt x="3955" y="18539"/>
                  </a:lnTo>
                  <a:lnTo>
                    <a:pt x="4018" y="18665"/>
                  </a:lnTo>
                  <a:lnTo>
                    <a:pt x="4039" y="18665"/>
                  </a:lnTo>
                  <a:lnTo>
                    <a:pt x="4060" y="18602"/>
                  </a:lnTo>
                  <a:lnTo>
                    <a:pt x="4123" y="18602"/>
                  </a:lnTo>
                  <a:lnTo>
                    <a:pt x="4164" y="18644"/>
                  </a:lnTo>
                  <a:lnTo>
                    <a:pt x="4185" y="18707"/>
                  </a:lnTo>
                  <a:lnTo>
                    <a:pt x="4185" y="18769"/>
                  </a:lnTo>
                  <a:lnTo>
                    <a:pt x="4248" y="18832"/>
                  </a:lnTo>
                  <a:lnTo>
                    <a:pt x="4374" y="18832"/>
                  </a:lnTo>
                  <a:lnTo>
                    <a:pt x="4457" y="18769"/>
                  </a:lnTo>
                  <a:lnTo>
                    <a:pt x="4478" y="18748"/>
                  </a:lnTo>
                  <a:lnTo>
                    <a:pt x="4541" y="18748"/>
                  </a:lnTo>
                  <a:lnTo>
                    <a:pt x="4646" y="18727"/>
                  </a:lnTo>
                  <a:lnTo>
                    <a:pt x="4688" y="18665"/>
                  </a:lnTo>
                  <a:lnTo>
                    <a:pt x="4709" y="18560"/>
                  </a:lnTo>
                  <a:lnTo>
                    <a:pt x="4688" y="18497"/>
                  </a:lnTo>
                  <a:lnTo>
                    <a:pt x="4646" y="18434"/>
                  </a:lnTo>
                  <a:lnTo>
                    <a:pt x="4750" y="18434"/>
                  </a:lnTo>
                  <a:lnTo>
                    <a:pt x="4750" y="18393"/>
                  </a:lnTo>
                  <a:lnTo>
                    <a:pt x="4771" y="18225"/>
                  </a:lnTo>
                  <a:lnTo>
                    <a:pt x="4813" y="18309"/>
                  </a:lnTo>
                  <a:lnTo>
                    <a:pt x="4876" y="18351"/>
                  </a:lnTo>
                  <a:lnTo>
                    <a:pt x="4918" y="18351"/>
                  </a:lnTo>
                  <a:lnTo>
                    <a:pt x="4981" y="18288"/>
                  </a:lnTo>
                  <a:lnTo>
                    <a:pt x="4981" y="18121"/>
                  </a:lnTo>
                  <a:lnTo>
                    <a:pt x="4981" y="18016"/>
                  </a:lnTo>
                  <a:lnTo>
                    <a:pt x="4918" y="17911"/>
                  </a:lnTo>
                  <a:lnTo>
                    <a:pt x="4897" y="17828"/>
                  </a:lnTo>
                  <a:lnTo>
                    <a:pt x="4918" y="17618"/>
                  </a:lnTo>
                  <a:lnTo>
                    <a:pt x="4960" y="17577"/>
                  </a:lnTo>
                  <a:lnTo>
                    <a:pt x="4981" y="17577"/>
                  </a:lnTo>
                  <a:lnTo>
                    <a:pt x="4981" y="17660"/>
                  </a:lnTo>
                  <a:lnTo>
                    <a:pt x="4960" y="17723"/>
                  </a:lnTo>
                  <a:lnTo>
                    <a:pt x="4981" y="17828"/>
                  </a:lnTo>
                  <a:lnTo>
                    <a:pt x="5022" y="17932"/>
                  </a:lnTo>
                  <a:lnTo>
                    <a:pt x="5022" y="18079"/>
                  </a:lnTo>
                  <a:lnTo>
                    <a:pt x="5001" y="18204"/>
                  </a:lnTo>
                  <a:lnTo>
                    <a:pt x="5001" y="18309"/>
                  </a:lnTo>
                  <a:lnTo>
                    <a:pt x="5064" y="18309"/>
                  </a:lnTo>
                  <a:lnTo>
                    <a:pt x="5085" y="18288"/>
                  </a:lnTo>
                  <a:lnTo>
                    <a:pt x="5169" y="18225"/>
                  </a:lnTo>
                  <a:lnTo>
                    <a:pt x="5169" y="18183"/>
                  </a:lnTo>
                  <a:lnTo>
                    <a:pt x="5273" y="18037"/>
                  </a:lnTo>
                  <a:lnTo>
                    <a:pt x="5378" y="17995"/>
                  </a:lnTo>
                  <a:lnTo>
                    <a:pt x="5420" y="17995"/>
                  </a:lnTo>
                  <a:lnTo>
                    <a:pt x="5420" y="18016"/>
                  </a:lnTo>
                  <a:lnTo>
                    <a:pt x="5336" y="18079"/>
                  </a:lnTo>
                  <a:lnTo>
                    <a:pt x="5294" y="18121"/>
                  </a:lnTo>
                  <a:lnTo>
                    <a:pt x="5232" y="18246"/>
                  </a:lnTo>
                  <a:lnTo>
                    <a:pt x="5169" y="18330"/>
                  </a:lnTo>
                  <a:lnTo>
                    <a:pt x="5169" y="18393"/>
                  </a:lnTo>
                  <a:lnTo>
                    <a:pt x="5211" y="18414"/>
                  </a:lnTo>
                  <a:lnTo>
                    <a:pt x="5294" y="18414"/>
                  </a:lnTo>
                  <a:lnTo>
                    <a:pt x="5336" y="18434"/>
                  </a:lnTo>
                  <a:lnTo>
                    <a:pt x="5399" y="18518"/>
                  </a:lnTo>
                  <a:lnTo>
                    <a:pt x="5483" y="18539"/>
                  </a:lnTo>
                  <a:lnTo>
                    <a:pt x="5587" y="18518"/>
                  </a:lnTo>
                  <a:lnTo>
                    <a:pt x="5650" y="18455"/>
                  </a:lnTo>
                  <a:lnTo>
                    <a:pt x="5713" y="18455"/>
                  </a:lnTo>
                  <a:lnTo>
                    <a:pt x="5734" y="18497"/>
                  </a:lnTo>
                  <a:lnTo>
                    <a:pt x="5734" y="18539"/>
                  </a:lnTo>
                  <a:lnTo>
                    <a:pt x="5608" y="18623"/>
                  </a:lnTo>
                  <a:lnTo>
                    <a:pt x="5420" y="18665"/>
                  </a:lnTo>
                  <a:lnTo>
                    <a:pt x="5294" y="18665"/>
                  </a:lnTo>
                  <a:lnTo>
                    <a:pt x="5211" y="18727"/>
                  </a:lnTo>
                  <a:lnTo>
                    <a:pt x="5169" y="18769"/>
                  </a:lnTo>
                  <a:lnTo>
                    <a:pt x="5169" y="18832"/>
                  </a:lnTo>
                  <a:lnTo>
                    <a:pt x="5190" y="18853"/>
                  </a:lnTo>
                  <a:lnTo>
                    <a:pt x="5315" y="18832"/>
                  </a:lnTo>
                  <a:lnTo>
                    <a:pt x="5378" y="18853"/>
                  </a:lnTo>
                  <a:lnTo>
                    <a:pt x="5420" y="18832"/>
                  </a:lnTo>
                  <a:lnTo>
                    <a:pt x="5504" y="18769"/>
                  </a:lnTo>
                  <a:lnTo>
                    <a:pt x="5629" y="18769"/>
                  </a:lnTo>
                  <a:lnTo>
                    <a:pt x="5650" y="18811"/>
                  </a:lnTo>
                  <a:lnTo>
                    <a:pt x="5629" y="18853"/>
                  </a:lnTo>
                  <a:lnTo>
                    <a:pt x="5545" y="18874"/>
                  </a:lnTo>
                  <a:lnTo>
                    <a:pt x="5483" y="18937"/>
                  </a:lnTo>
                  <a:lnTo>
                    <a:pt x="5336" y="18937"/>
                  </a:lnTo>
                  <a:lnTo>
                    <a:pt x="5294" y="19020"/>
                  </a:lnTo>
                  <a:lnTo>
                    <a:pt x="5273" y="19083"/>
                  </a:lnTo>
                  <a:lnTo>
                    <a:pt x="5211" y="19146"/>
                  </a:lnTo>
                  <a:lnTo>
                    <a:pt x="5211" y="19188"/>
                  </a:lnTo>
                  <a:lnTo>
                    <a:pt x="5273" y="19188"/>
                  </a:lnTo>
                  <a:lnTo>
                    <a:pt x="5420" y="19062"/>
                  </a:lnTo>
                  <a:lnTo>
                    <a:pt x="5483" y="19041"/>
                  </a:lnTo>
                  <a:lnTo>
                    <a:pt x="5545" y="19041"/>
                  </a:lnTo>
                  <a:lnTo>
                    <a:pt x="5587" y="19020"/>
                  </a:lnTo>
                  <a:lnTo>
                    <a:pt x="5629" y="19020"/>
                  </a:lnTo>
                  <a:lnTo>
                    <a:pt x="5692" y="19083"/>
                  </a:lnTo>
                  <a:lnTo>
                    <a:pt x="5692" y="19146"/>
                  </a:lnTo>
                  <a:lnTo>
                    <a:pt x="5650" y="19188"/>
                  </a:lnTo>
                  <a:lnTo>
                    <a:pt x="5587" y="19146"/>
                  </a:lnTo>
                  <a:lnTo>
                    <a:pt x="5525" y="19125"/>
                  </a:lnTo>
                  <a:lnTo>
                    <a:pt x="5399" y="19167"/>
                  </a:lnTo>
                  <a:lnTo>
                    <a:pt x="5378" y="19230"/>
                  </a:lnTo>
                  <a:lnTo>
                    <a:pt x="5399" y="19271"/>
                  </a:lnTo>
                  <a:lnTo>
                    <a:pt x="5587" y="19271"/>
                  </a:lnTo>
                  <a:lnTo>
                    <a:pt x="5650" y="19230"/>
                  </a:lnTo>
                  <a:lnTo>
                    <a:pt x="5713" y="19230"/>
                  </a:lnTo>
                  <a:lnTo>
                    <a:pt x="5797" y="19334"/>
                  </a:lnTo>
                  <a:lnTo>
                    <a:pt x="5797" y="19397"/>
                  </a:lnTo>
                  <a:lnTo>
                    <a:pt x="5734" y="19439"/>
                  </a:lnTo>
                  <a:lnTo>
                    <a:pt x="5525" y="19355"/>
                  </a:lnTo>
                  <a:lnTo>
                    <a:pt x="5420" y="19292"/>
                  </a:lnTo>
                  <a:lnTo>
                    <a:pt x="5399" y="19355"/>
                  </a:lnTo>
                  <a:lnTo>
                    <a:pt x="5420" y="19439"/>
                  </a:lnTo>
                  <a:lnTo>
                    <a:pt x="5525" y="19502"/>
                  </a:lnTo>
                  <a:lnTo>
                    <a:pt x="5629" y="19648"/>
                  </a:lnTo>
                  <a:lnTo>
                    <a:pt x="5692" y="19753"/>
                  </a:lnTo>
                  <a:lnTo>
                    <a:pt x="5629" y="19753"/>
                  </a:lnTo>
                  <a:lnTo>
                    <a:pt x="5545" y="19648"/>
                  </a:lnTo>
                  <a:lnTo>
                    <a:pt x="5525" y="19648"/>
                  </a:lnTo>
                  <a:lnTo>
                    <a:pt x="5504" y="19690"/>
                  </a:lnTo>
                  <a:lnTo>
                    <a:pt x="5525" y="19774"/>
                  </a:lnTo>
                  <a:lnTo>
                    <a:pt x="5650" y="19878"/>
                  </a:lnTo>
                  <a:lnTo>
                    <a:pt x="5797" y="19983"/>
                  </a:lnTo>
                  <a:lnTo>
                    <a:pt x="5797" y="20025"/>
                  </a:lnTo>
                  <a:lnTo>
                    <a:pt x="5734" y="20025"/>
                  </a:lnTo>
                  <a:lnTo>
                    <a:pt x="5734" y="20087"/>
                  </a:lnTo>
                  <a:lnTo>
                    <a:pt x="5692" y="20087"/>
                  </a:lnTo>
                  <a:lnTo>
                    <a:pt x="5587" y="19983"/>
                  </a:lnTo>
                  <a:lnTo>
                    <a:pt x="5545" y="19983"/>
                  </a:lnTo>
                  <a:lnTo>
                    <a:pt x="5545" y="20025"/>
                  </a:lnTo>
                  <a:lnTo>
                    <a:pt x="5650" y="20171"/>
                  </a:lnTo>
                  <a:lnTo>
                    <a:pt x="5713" y="20213"/>
                  </a:lnTo>
                  <a:lnTo>
                    <a:pt x="5755" y="20213"/>
                  </a:lnTo>
                  <a:lnTo>
                    <a:pt x="5817" y="20192"/>
                  </a:lnTo>
                  <a:lnTo>
                    <a:pt x="5838" y="20213"/>
                  </a:lnTo>
                  <a:lnTo>
                    <a:pt x="5797" y="20297"/>
                  </a:lnTo>
                  <a:lnTo>
                    <a:pt x="5734" y="20318"/>
                  </a:lnTo>
                  <a:lnTo>
                    <a:pt x="5629" y="20276"/>
                  </a:lnTo>
                  <a:lnTo>
                    <a:pt x="5545" y="20192"/>
                  </a:lnTo>
                  <a:lnTo>
                    <a:pt x="5441" y="20108"/>
                  </a:lnTo>
                  <a:lnTo>
                    <a:pt x="5378" y="20004"/>
                  </a:lnTo>
                  <a:lnTo>
                    <a:pt x="5294" y="19795"/>
                  </a:lnTo>
                  <a:lnTo>
                    <a:pt x="5232" y="19711"/>
                  </a:lnTo>
                  <a:lnTo>
                    <a:pt x="5169" y="19690"/>
                  </a:lnTo>
                  <a:lnTo>
                    <a:pt x="5085" y="19648"/>
                  </a:lnTo>
                  <a:lnTo>
                    <a:pt x="4981" y="19606"/>
                  </a:lnTo>
                  <a:lnTo>
                    <a:pt x="4876" y="19606"/>
                  </a:lnTo>
                  <a:lnTo>
                    <a:pt x="4813" y="19585"/>
                  </a:lnTo>
                  <a:lnTo>
                    <a:pt x="4750" y="19585"/>
                  </a:lnTo>
                  <a:lnTo>
                    <a:pt x="4646" y="19564"/>
                  </a:lnTo>
                  <a:lnTo>
                    <a:pt x="4541" y="19460"/>
                  </a:lnTo>
                  <a:lnTo>
                    <a:pt x="4436" y="19460"/>
                  </a:lnTo>
                  <a:lnTo>
                    <a:pt x="4353" y="19439"/>
                  </a:lnTo>
                  <a:lnTo>
                    <a:pt x="4290" y="19460"/>
                  </a:lnTo>
                  <a:lnTo>
                    <a:pt x="4185" y="19460"/>
                  </a:lnTo>
                  <a:lnTo>
                    <a:pt x="4060" y="19564"/>
                  </a:lnTo>
                  <a:lnTo>
                    <a:pt x="4060" y="19606"/>
                  </a:lnTo>
                  <a:lnTo>
                    <a:pt x="4123" y="19669"/>
                  </a:lnTo>
                  <a:lnTo>
                    <a:pt x="4185" y="19753"/>
                  </a:lnTo>
                  <a:lnTo>
                    <a:pt x="4248" y="19878"/>
                  </a:lnTo>
                  <a:lnTo>
                    <a:pt x="4248" y="19962"/>
                  </a:lnTo>
                  <a:lnTo>
                    <a:pt x="4353" y="20067"/>
                  </a:lnTo>
                  <a:lnTo>
                    <a:pt x="4499" y="20108"/>
                  </a:lnTo>
                  <a:lnTo>
                    <a:pt x="4709" y="20192"/>
                  </a:lnTo>
                  <a:lnTo>
                    <a:pt x="4855" y="20276"/>
                  </a:lnTo>
                  <a:lnTo>
                    <a:pt x="4897" y="20380"/>
                  </a:lnTo>
                  <a:lnTo>
                    <a:pt x="4897" y="20422"/>
                  </a:lnTo>
                  <a:lnTo>
                    <a:pt x="4981" y="20443"/>
                  </a:lnTo>
                  <a:lnTo>
                    <a:pt x="5064" y="20443"/>
                  </a:lnTo>
                  <a:lnTo>
                    <a:pt x="5127" y="20527"/>
                  </a:lnTo>
                  <a:lnTo>
                    <a:pt x="5211" y="20548"/>
                  </a:lnTo>
                  <a:lnTo>
                    <a:pt x="5273" y="20527"/>
                  </a:lnTo>
                  <a:lnTo>
                    <a:pt x="5315" y="20590"/>
                  </a:lnTo>
                  <a:lnTo>
                    <a:pt x="5399" y="20590"/>
                  </a:lnTo>
                  <a:lnTo>
                    <a:pt x="5441" y="20548"/>
                  </a:lnTo>
                  <a:lnTo>
                    <a:pt x="5504" y="20631"/>
                  </a:lnTo>
                  <a:lnTo>
                    <a:pt x="5608" y="20631"/>
                  </a:lnTo>
                  <a:lnTo>
                    <a:pt x="5692" y="20548"/>
                  </a:lnTo>
                  <a:lnTo>
                    <a:pt x="5797" y="20548"/>
                  </a:lnTo>
                  <a:lnTo>
                    <a:pt x="5838" y="20590"/>
                  </a:lnTo>
                  <a:lnTo>
                    <a:pt x="5838" y="20652"/>
                  </a:lnTo>
                  <a:lnTo>
                    <a:pt x="5755" y="20652"/>
                  </a:lnTo>
                  <a:lnTo>
                    <a:pt x="5692" y="20694"/>
                  </a:lnTo>
                  <a:lnTo>
                    <a:pt x="5692" y="20736"/>
                  </a:lnTo>
                  <a:lnTo>
                    <a:pt x="5755" y="20736"/>
                  </a:lnTo>
                  <a:lnTo>
                    <a:pt x="5817" y="20820"/>
                  </a:lnTo>
                  <a:lnTo>
                    <a:pt x="5734" y="20862"/>
                  </a:lnTo>
                  <a:lnTo>
                    <a:pt x="5734" y="20903"/>
                  </a:lnTo>
                  <a:lnTo>
                    <a:pt x="5650" y="20924"/>
                  </a:lnTo>
                  <a:lnTo>
                    <a:pt x="5608" y="20966"/>
                  </a:lnTo>
                  <a:lnTo>
                    <a:pt x="5504" y="21029"/>
                  </a:lnTo>
                  <a:lnTo>
                    <a:pt x="5483" y="21071"/>
                  </a:lnTo>
                  <a:lnTo>
                    <a:pt x="5504" y="21113"/>
                  </a:lnTo>
                  <a:lnTo>
                    <a:pt x="5608" y="21113"/>
                  </a:lnTo>
                  <a:lnTo>
                    <a:pt x="5692" y="21134"/>
                  </a:lnTo>
                  <a:lnTo>
                    <a:pt x="5713" y="21175"/>
                  </a:lnTo>
                  <a:lnTo>
                    <a:pt x="5629" y="21175"/>
                  </a:lnTo>
                  <a:lnTo>
                    <a:pt x="5587" y="21217"/>
                  </a:lnTo>
                  <a:lnTo>
                    <a:pt x="5545" y="21175"/>
                  </a:lnTo>
                  <a:lnTo>
                    <a:pt x="5504" y="21238"/>
                  </a:lnTo>
                  <a:lnTo>
                    <a:pt x="5420" y="21364"/>
                  </a:lnTo>
                  <a:lnTo>
                    <a:pt x="5378" y="21364"/>
                  </a:lnTo>
                  <a:lnTo>
                    <a:pt x="5315" y="21427"/>
                  </a:lnTo>
                  <a:lnTo>
                    <a:pt x="5315" y="21468"/>
                  </a:lnTo>
                  <a:lnTo>
                    <a:pt x="5399" y="21489"/>
                  </a:lnTo>
                  <a:lnTo>
                    <a:pt x="5441" y="21489"/>
                  </a:lnTo>
                  <a:lnTo>
                    <a:pt x="5504" y="21468"/>
                  </a:lnTo>
                  <a:lnTo>
                    <a:pt x="5525" y="21489"/>
                  </a:lnTo>
                  <a:lnTo>
                    <a:pt x="5545" y="21552"/>
                  </a:lnTo>
                  <a:lnTo>
                    <a:pt x="5608" y="21552"/>
                  </a:lnTo>
                  <a:lnTo>
                    <a:pt x="5650" y="21573"/>
                  </a:lnTo>
                  <a:lnTo>
                    <a:pt x="5650" y="21636"/>
                  </a:lnTo>
                  <a:lnTo>
                    <a:pt x="5545" y="21657"/>
                  </a:lnTo>
                  <a:lnTo>
                    <a:pt x="5483" y="21678"/>
                  </a:lnTo>
                  <a:lnTo>
                    <a:pt x="5483" y="21699"/>
                  </a:lnTo>
                  <a:lnTo>
                    <a:pt x="5608" y="21699"/>
                  </a:lnTo>
                  <a:lnTo>
                    <a:pt x="5650" y="21761"/>
                  </a:lnTo>
                  <a:lnTo>
                    <a:pt x="5650" y="21803"/>
                  </a:lnTo>
                  <a:lnTo>
                    <a:pt x="5608" y="21803"/>
                  </a:lnTo>
                  <a:lnTo>
                    <a:pt x="5545" y="21782"/>
                  </a:lnTo>
                  <a:lnTo>
                    <a:pt x="5525" y="21803"/>
                  </a:lnTo>
                  <a:lnTo>
                    <a:pt x="5483" y="21803"/>
                  </a:lnTo>
                  <a:lnTo>
                    <a:pt x="5420" y="21761"/>
                  </a:lnTo>
                  <a:lnTo>
                    <a:pt x="5336" y="21761"/>
                  </a:lnTo>
                  <a:lnTo>
                    <a:pt x="5232" y="21740"/>
                  </a:lnTo>
                  <a:lnTo>
                    <a:pt x="5232" y="21678"/>
                  </a:lnTo>
                  <a:lnTo>
                    <a:pt x="5273" y="21657"/>
                  </a:lnTo>
                  <a:lnTo>
                    <a:pt x="5211" y="21552"/>
                  </a:lnTo>
                  <a:lnTo>
                    <a:pt x="5190" y="21531"/>
                  </a:lnTo>
                  <a:lnTo>
                    <a:pt x="5127" y="21552"/>
                  </a:lnTo>
                  <a:lnTo>
                    <a:pt x="5127" y="21657"/>
                  </a:lnTo>
                  <a:lnTo>
                    <a:pt x="5064" y="21866"/>
                  </a:lnTo>
                  <a:lnTo>
                    <a:pt x="5001" y="21950"/>
                  </a:lnTo>
                  <a:lnTo>
                    <a:pt x="5022" y="21992"/>
                  </a:lnTo>
                  <a:lnTo>
                    <a:pt x="5085" y="21992"/>
                  </a:lnTo>
                  <a:lnTo>
                    <a:pt x="5169" y="21950"/>
                  </a:lnTo>
                  <a:lnTo>
                    <a:pt x="5190" y="21950"/>
                  </a:lnTo>
                  <a:lnTo>
                    <a:pt x="5169" y="21992"/>
                  </a:lnTo>
                  <a:lnTo>
                    <a:pt x="5085" y="22054"/>
                  </a:lnTo>
                  <a:lnTo>
                    <a:pt x="5022" y="22096"/>
                  </a:lnTo>
                  <a:lnTo>
                    <a:pt x="4981" y="22117"/>
                  </a:lnTo>
                  <a:lnTo>
                    <a:pt x="4981" y="22180"/>
                  </a:lnTo>
                  <a:lnTo>
                    <a:pt x="4855" y="22159"/>
                  </a:lnTo>
                  <a:lnTo>
                    <a:pt x="4750" y="22159"/>
                  </a:lnTo>
                  <a:lnTo>
                    <a:pt x="4646" y="22180"/>
                  </a:lnTo>
                  <a:lnTo>
                    <a:pt x="4604" y="22159"/>
                  </a:lnTo>
                  <a:lnTo>
                    <a:pt x="4478" y="22159"/>
                  </a:lnTo>
                  <a:lnTo>
                    <a:pt x="4395" y="22180"/>
                  </a:lnTo>
                  <a:lnTo>
                    <a:pt x="4248" y="22264"/>
                  </a:lnTo>
                  <a:lnTo>
                    <a:pt x="4123" y="22284"/>
                  </a:lnTo>
                  <a:lnTo>
                    <a:pt x="4144" y="22305"/>
                  </a:lnTo>
                  <a:lnTo>
                    <a:pt x="4248" y="22284"/>
                  </a:lnTo>
                  <a:lnTo>
                    <a:pt x="4290" y="22284"/>
                  </a:lnTo>
                  <a:lnTo>
                    <a:pt x="4248" y="22326"/>
                  </a:lnTo>
                  <a:lnTo>
                    <a:pt x="4185" y="22368"/>
                  </a:lnTo>
                  <a:lnTo>
                    <a:pt x="4227" y="22410"/>
                  </a:lnTo>
                  <a:lnTo>
                    <a:pt x="4290" y="22431"/>
                  </a:lnTo>
                  <a:lnTo>
                    <a:pt x="4353" y="22515"/>
                  </a:lnTo>
                  <a:lnTo>
                    <a:pt x="4457" y="22494"/>
                  </a:lnTo>
                  <a:lnTo>
                    <a:pt x="4541" y="22515"/>
                  </a:lnTo>
                  <a:lnTo>
                    <a:pt x="4583" y="22494"/>
                  </a:lnTo>
                  <a:lnTo>
                    <a:pt x="4709" y="22494"/>
                  </a:lnTo>
                  <a:lnTo>
                    <a:pt x="4750" y="22473"/>
                  </a:lnTo>
                  <a:lnTo>
                    <a:pt x="4667" y="22410"/>
                  </a:lnTo>
                  <a:lnTo>
                    <a:pt x="4646" y="22389"/>
                  </a:lnTo>
                  <a:lnTo>
                    <a:pt x="4688" y="22326"/>
                  </a:lnTo>
                  <a:lnTo>
                    <a:pt x="4855" y="22326"/>
                  </a:lnTo>
                  <a:lnTo>
                    <a:pt x="4918" y="22305"/>
                  </a:lnTo>
                  <a:lnTo>
                    <a:pt x="5001" y="22305"/>
                  </a:lnTo>
                  <a:lnTo>
                    <a:pt x="5001" y="22326"/>
                  </a:lnTo>
                  <a:lnTo>
                    <a:pt x="4960" y="22368"/>
                  </a:lnTo>
                  <a:lnTo>
                    <a:pt x="4918" y="22431"/>
                  </a:lnTo>
                  <a:lnTo>
                    <a:pt x="4918" y="22515"/>
                  </a:lnTo>
                  <a:lnTo>
                    <a:pt x="4792" y="22577"/>
                  </a:lnTo>
                  <a:lnTo>
                    <a:pt x="4792" y="22619"/>
                  </a:lnTo>
                  <a:lnTo>
                    <a:pt x="4813" y="22682"/>
                  </a:lnTo>
                  <a:lnTo>
                    <a:pt x="5064" y="22849"/>
                  </a:lnTo>
                  <a:lnTo>
                    <a:pt x="5169" y="22933"/>
                  </a:lnTo>
                  <a:lnTo>
                    <a:pt x="5169" y="22954"/>
                  </a:lnTo>
                  <a:lnTo>
                    <a:pt x="5085" y="22954"/>
                  </a:lnTo>
                  <a:lnTo>
                    <a:pt x="5064" y="22933"/>
                  </a:lnTo>
                  <a:lnTo>
                    <a:pt x="4960" y="22891"/>
                  </a:lnTo>
                  <a:lnTo>
                    <a:pt x="4813" y="22808"/>
                  </a:lnTo>
                  <a:lnTo>
                    <a:pt x="4771" y="22745"/>
                  </a:lnTo>
                  <a:lnTo>
                    <a:pt x="4667" y="22745"/>
                  </a:lnTo>
                  <a:lnTo>
                    <a:pt x="4604" y="22787"/>
                  </a:lnTo>
                  <a:lnTo>
                    <a:pt x="4541" y="22808"/>
                  </a:lnTo>
                  <a:lnTo>
                    <a:pt x="4332" y="22682"/>
                  </a:lnTo>
                  <a:lnTo>
                    <a:pt x="4290" y="22598"/>
                  </a:lnTo>
                  <a:lnTo>
                    <a:pt x="4248" y="22515"/>
                  </a:lnTo>
                  <a:lnTo>
                    <a:pt x="4227" y="22515"/>
                  </a:lnTo>
                  <a:lnTo>
                    <a:pt x="4248" y="22619"/>
                  </a:lnTo>
                  <a:lnTo>
                    <a:pt x="4269" y="22703"/>
                  </a:lnTo>
                  <a:lnTo>
                    <a:pt x="4248" y="22724"/>
                  </a:lnTo>
                  <a:lnTo>
                    <a:pt x="4144" y="22619"/>
                  </a:lnTo>
                  <a:lnTo>
                    <a:pt x="4039" y="22494"/>
                  </a:lnTo>
                  <a:lnTo>
                    <a:pt x="3913" y="22431"/>
                  </a:lnTo>
                  <a:lnTo>
                    <a:pt x="3851" y="22473"/>
                  </a:lnTo>
                  <a:lnTo>
                    <a:pt x="3872" y="22515"/>
                  </a:lnTo>
                  <a:lnTo>
                    <a:pt x="3955" y="22536"/>
                  </a:lnTo>
                  <a:lnTo>
                    <a:pt x="3976" y="22619"/>
                  </a:lnTo>
                  <a:lnTo>
                    <a:pt x="4123" y="22745"/>
                  </a:lnTo>
                  <a:lnTo>
                    <a:pt x="4164" y="22808"/>
                  </a:lnTo>
                  <a:lnTo>
                    <a:pt x="4227" y="22808"/>
                  </a:lnTo>
                  <a:lnTo>
                    <a:pt x="4290" y="22828"/>
                  </a:lnTo>
                  <a:lnTo>
                    <a:pt x="4332" y="22891"/>
                  </a:lnTo>
                  <a:lnTo>
                    <a:pt x="4164" y="22891"/>
                  </a:lnTo>
                  <a:lnTo>
                    <a:pt x="4060" y="22828"/>
                  </a:lnTo>
                  <a:lnTo>
                    <a:pt x="3976" y="22787"/>
                  </a:lnTo>
                  <a:lnTo>
                    <a:pt x="3934" y="22787"/>
                  </a:lnTo>
                  <a:lnTo>
                    <a:pt x="3913" y="22849"/>
                  </a:lnTo>
                  <a:lnTo>
                    <a:pt x="3913" y="22912"/>
                  </a:lnTo>
                  <a:lnTo>
                    <a:pt x="3851" y="22954"/>
                  </a:lnTo>
                  <a:lnTo>
                    <a:pt x="3830" y="22954"/>
                  </a:lnTo>
                  <a:lnTo>
                    <a:pt x="3830" y="23017"/>
                  </a:lnTo>
                  <a:lnTo>
                    <a:pt x="3767" y="23059"/>
                  </a:lnTo>
                  <a:lnTo>
                    <a:pt x="3725" y="23100"/>
                  </a:lnTo>
                  <a:lnTo>
                    <a:pt x="3600" y="23247"/>
                  </a:lnTo>
                  <a:lnTo>
                    <a:pt x="3600" y="23310"/>
                  </a:lnTo>
                  <a:lnTo>
                    <a:pt x="3627" y="23324"/>
                  </a:lnTo>
                  <a:lnTo>
                    <a:pt x="3627" y="23324"/>
                  </a:lnTo>
                  <a:lnTo>
                    <a:pt x="3558" y="23352"/>
                  </a:lnTo>
                  <a:lnTo>
                    <a:pt x="3495" y="23414"/>
                  </a:lnTo>
                  <a:lnTo>
                    <a:pt x="3390" y="23456"/>
                  </a:lnTo>
                  <a:lnTo>
                    <a:pt x="3328" y="23561"/>
                  </a:lnTo>
                  <a:lnTo>
                    <a:pt x="3328" y="23644"/>
                  </a:lnTo>
                  <a:lnTo>
                    <a:pt x="3348" y="23665"/>
                  </a:lnTo>
                  <a:lnTo>
                    <a:pt x="3432" y="23624"/>
                  </a:lnTo>
                  <a:lnTo>
                    <a:pt x="3537" y="23582"/>
                  </a:lnTo>
                  <a:lnTo>
                    <a:pt x="3600" y="23624"/>
                  </a:lnTo>
                  <a:lnTo>
                    <a:pt x="3620" y="23644"/>
                  </a:lnTo>
                  <a:lnTo>
                    <a:pt x="3725" y="23644"/>
                  </a:lnTo>
                  <a:lnTo>
                    <a:pt x="3913" y="23582"/>
                  </a:lnTo>
                  <a:lnTo>
                    <a:pt x="4060" y="23582"/>
                  </a:lnTo>
                  <a:lnTo>
                    <a:pt x="4185" y="23644"/>
                  </a:lnTo>
                  <a:lnTo>
                    <a:pt x="4185" y="23686"/>
                  </a:lnTo>
                  <a:lnTo>
                    <a:pt x="4144" y="23728"/>
                  </a:lnTo>
                  <a:lnTo>
                    <a:pt x="4018" y="23686"/>
                  </a:lnTo>
                  <a:lnTo>
                    <a:pt x="3934" y="23728"/>
                  </a:lnTo>
                  <a:lnTo>
                    <a:pt x="3558" y="23686"/>
                  </a:lnTo>
                  <a:lnTo>
                    <a:pt x="3453" y="23686"/>
                  </a:lnTo>
                  <a:lnTo>
                    <a:pt x="3432" y="23728"/>
                  </a:lnTo>
                  <a:lnTo>
                    <a:pt x="3286" y="23728"/>
                  </a:lnTo>
                  <a:lnTo>
                    <a:pt x="3286" y="23770"/>
                  </a:lnTo>
                  <a:lnTo>
                    <a:pt x="3307" y="23791"/>
                  </a:lnTo>
                  <a:lnTo>
                    <a:pt x="3411" y="23791"/>
                  </a:lnTo>
                  <a:lnTo>
                    <a:pt x="3432" y="23833"/>
                  </a:lnTo>
                  <a:lnTo>
                    <a:pt x="3390" y="23854"/>
                  </a:lnTo>
                  <a:lnTo>
                    <a:pt x="3307" y="23833"/>
                  </a:lnTo>
                  <a:lnTo>
                    <a:pt x="3202" y="23833"/>
                  </a:lnTo>
                  <a:lnTo>
                    <a:pt x="3202" y="23854"/>
                  </a:lnTo>
                  <a:lnTo>
                    <a:pt x="3244" y="23896"/>
                  </a:lnTo>
                  <a:lnTo>
                    <a:pt x="3348" y="23896"/>
                  </a:lnTo>
                  <a:lnTo>
                    <a:pt x="3620" y="23979"/>
                  </a:lnTo>
                  <a:lnTo>
                    <a:pt x="3704" y="23979"/>
                  </a:lnTo>
                  <a:lnTo>
                    <a:pt x="3746" y="23958"/>
                  </a:lnTo>
                  <a:lnTo>
                    <a:pt x="3830" y="23958"/>
                  </a:lnTo>
                  <a:lnTo>
                    <a:pt x="3851" y="23979"/>
                  </a:lnTo>
                  <a:lnTo>
                    <a:pt x="3851" y="24063"/>
                  </a:lnTo>
                  <a:lnTo>
                    <a:pt x="3872" y="24147"/>
                  </a:lnTo>
                  <a:lnTo>
                    <a:pt x="3830" y="24168"/>
                  </a:lnTo>
                  <a:lnTo>
                    <a:pt x="3746" y="24147"/>
                  </a:lnTo>
                  <a:lnTo>
                    <a:pt x="3725" y="24168"/>
                  </a:lnTo>
                  <a:lnTo>
                    <a:pt x="3704" y="24147"/>
                  </a:lnTo>
                  <a:lnTo>
                    <a:pt x="3600" y="24168"/>
                  </a:lnTo>
                  <a:lnTo>
                    <a:pt x="3600" y="24209"/>
                  </a:lnTo>
                  <a:lnTo>
                    <a:pt x="3620" y="24251"/>
                  </a:lnTo>
                  <a:lnTo>
                    <a:pt x="3662" y="24251"/>
                  </a:lnTo>
                  <a:lnTo>
                    <a:pt x="3746" y="24272"/>
                  </a:lnTo>
                  <a:lnTo>
                    <a:pt x="3767" y="24293"/>
                  </a:lnTo>
                  <a:lnTo>
                    <a:pt x="3662" y="24356"/>
                  </a:lnTo>
                  <a:lnTo>
                    <a:pt x="3600" y="24356"/>
                  </a:lnTo>
                  <a:lnTo>
                    <a:pt x="3495" y="24293"/>
                  </a:lnTo>
                  <a:lnTo>
                    <a:pt x="3390" y="24335"/>
                  </a:lnTo>
                  <a:lnTo>
                    <a:pt x="3390" y="24377"/>
                  </a:lnTo>
                  <a:lnTo>
                    <a:pt x="3411" y="24460"/>
                  </a:lnTo>
                  <a:lnTo>
                    <a:pt x="3453" y="24481"/>
                  </a:lnTo>
                  <a:lnTo>
                    <a:pt x="3516" y="24460"/>
                  </a:lnTo>
                  <a:lnTo>
                    <a:pt x="3620" y="24460"/>
                  </a:lnTo>
                  <a:lnTo>
                    <a:pt x="3704" y="24502"/>
                  </a:lnTo>
                  <a:lnTo>
                    <a:pt x="3725" y="24565"/>
                  </a:lnTo>
                  <a:lnTo>
                    <a:pt x="3495" y="24565"/>
                  </a:lnTo>
                  <a:lnTo>
                    <a:pt x="3432" y="24586"/>
                  </a:lnTo>
                  <a:lnTo>
                    <a:pt x="3348" y="24544"/>
                  </a:lnTo>
                  <a:lnTo>
                    <a:pt x="3307" y="24544"/>
                  </a:lnTo>
                  <a:lnTo>
                    <a:pt x="3244" y="24607"/>
                  </a:lnTo>
                  <a:lnTo>
                    <a:pt x="3244" y="24816"/>
                  </a:lnTo>
                  <a:lnTo>
                    <a:pt x="3223" y="24879"/>
                  </a:lnTo>
                  <a:lnTo>
                    <a:pt x="3244" y="24921"/>
                  </a:lnTo>
                  <a:lnTo>
                    <a:pt x="3328" y="24921"/>
                  </a:lnTo>
                  <a:lnTo>
                    <a:pt x="3558" y="24816"/>
                  </a:lnTo>
                  <a:lnTo>
                    <a:pt x="3620" y="24774"/>
                  </a:lnTo>
                  <a:lnTo>
                    <a:pt x="3809" y="24712"/>
                  </a:lnTo>
                  <a:lnTo>
                    <a:pt x="3913" y="24670"/>
                  </a:lnTo>
                  <a:lnTo>
                    <a:pt x="3976" y="24544"/>
                  </a:lnTo>
                  <a:lnTo>
                    <a:pt x="4123" y="24398"/>
                  </a:lnTo>
                  <a:lnTo>
                    <a:pt x="4395" y="24272"/>
                  </a:lnTo>
                  <a:lnTo>
                    <a:pt x="4541" y="24230"/>
                  </a:lnTo>
                  <a:lnTo>
                    <a:pt x="4604" y="24251"/>
                  </a:lnTo>
                  <a:lnTo>
                    <a:pt x="4604" y="24293"/>
                  </a:lnTo>
                  <a:lnTo>
                    <a:pt x="4562" y="24335"/>
                  </a:lnTo>
                  <a:lnTo>
                    <a:pt x="4478" y="24335"/>
                  </a:lnTo>
                  <a:lnTo>
                    <a:pt x="4332" y="24377"/>
                  </a:lnTo>
                  <a:lnTo>
                    <a:pt x="4144" y="24460"/>
                  </a:lnTo>
                  <a:lnTo>
                    <a:pt x="3955" y="24670"/>
                  </a:lnTo>
                  <a:lnTo>
                    <a:pt x="3872" y="24774"/>
                  </a:lnTo>
                  <a:lnTo>
                    <a:pt x="3725" y="24795"/>
                  </a:lnTo>
                  <a:lnTo>
                    <a:pt x="3641" y="24816"/>
                  </a:lnTo>
                  <a:lnTo>
                    <a:pt x="3495" y="24921"/>
                  </a:lnTo>
                  <a:lnTo>
                    <a:pt x="3328" y="24984"/>
                  </a:lnTo>
                  <a:lnTo>
                    <a:pt x="3244" y="25005"/>
                  </a:lnTo>
                  <a:lnTo>
                    <a:pt x="3223" y="25067"/>
                  </a:lnTo>
                  <a:lnTo>
                    <a:pt x="3307" y="25067"/>
                  </a:lnTo>
                  <a:lnTo>
                    <a:pt x="3348" y="25025"/>
                  </a:lnTo>
                  <a:lnTo>
                    <a:pt x="3411" y="25067"/>
                  </a:lnTo>
                  <a:lnTo>
                    <a:pt x="3411" y="25109"/>
                  </a:lnTo>
                  <a:lnTo>
                    <a:pt x="3516" y="25067"/>
                  </a:lnTo>
                  <a:lnTo>
                    <a:pt x="3558" y="25005"/>
                  </a:lnTo>
                  <a:lnTo>
                    <a:pt x="3620" y="25005"/>
                  </a:lnTo>
                  <a:lnTo>
                    <a:pt x="3704" y="25088"/>
                  </a:lnTo>
                  <a:lnTo>
                    <a:pt x="3746" y="25088"/>
                  </a:lnTo>
                  <a:lnTo>
                    <a:pt x="3830" y="25025"/>
                  </a:lnTo>
                  <a:lnTo>
                    <a:pt x="3934" y="24963"/>
                  </a:lnTo>
                  <a:lnTo>
                    <a:pt x="4018" y="24963"/>
                  </a:lnTo>
                  <a:lnTo>
                    <a:pt x="4039" y="24984"/>
                  </a:lnTo>
                  <a:lnTo>
                    <a:pt x="4018" y="25025"/>
                  </a:lnTo>
                  <a:lnTo>
                    <a:pt x="3934" y="25025"/>
                  </a:lnTo>
                  <a:lnTo>
                    <a:pt x="3851" y="25109"/>
                  </a:lnTo>
                  <a:lnTo>
                    <a:pt x="3767" y="25130"/>
                  </a:lnTo>
                  <a:lnTo>
                    <a:pt x="3662" y="25130"/>
                  </a:lnTo>
                  <a:lnTo>
                    <a:pt x="3620" y="25088"/>
                  </a:lnTo>
                  <a:lnTo>
                    <a:pt x="3558" y="25109"/>
                  </a:lnTo>
                  <a:lnTo>
                    <a:pt x="3516" y="25172"/>
                  </a:lnTo>
                  <a:lnTo>
                    <a:pt x="3390" y="25214"/>
                  </a:lnTo>
                  <a:lnTo>
                    <a:pt x="3348" y="25235"/>
                  </a:lnTo>
                  <a:lnTo>
                    <a:pt x="3432" y="25297"/>
                  </a:lnTo>
                  <a:lnTo>
                    <a:pt x="3495" y="25297"/>
                  </a:lnTo>
                  <a:lnTo>
                    <a:pt x="3600" y="25339"/>
                  </a:lnTo>
                  <a:lnTo>
                    <a:pt x="3516" y="25423"/>
                  </a:lnTo>
                  <a:lnTo>
                    <a:pt x="3516" y="25486"/>
                  </a:lnTo>
                  <a:lnTo>
                    <a:pt x="3600" y="25507"/>
                  </a:lnTo>
                  <a:lnTo>
                    <a:pt x="3558" y="25549"/>
                  </a:lnTo>
                  <a:lnTo>
                    <a:pt x="3600" y="25611"/>
                  </a:lnTo>
                  <a:lnTo>
                    <a:pt x="3537" y="25611"/>
                  </a:lnTo>
                  <a:lnTo>
                    <a:pt x="3453" y="25695"/>
                  </a:lnTo>
                  <a:lnTo>
                    <a:pt x="3495" y="25758"/>
                  </a:lnTo>
                  <a:lnTo>
                    <a:pt x="3537" y="25758"/>
                  </a:lnTo>
                  <a:lnTo>
                    <a:pt x="3600" y="25716"/>
                  </a:lnTo>
                  <a:lnTo>
                    <a:pt x="3620" y="25716"/>
                  </a:lnTo>
                  <a:lnTo>
                    <a:pt x="3641" y="25821"/>
                  </a:lnTo>
                  <a:lnTo>
                    <a:pt x="3641" y="25904"/>
                  </a:lnTo>
                  <a:lnTo>
                    <a:pt x="3558" y="25946"/>
                  </a:lnTo>
                  <a:lnTo>
                    <a:pt x="3558" y="26113"/>
                  </a:lnTo>
                  <a:lnTo>
                    <a:pt x="3620" y="26176"/>
                  </a:lnTo>
                  <a:lnTo>
                    <a:pt x="3704" y="26176"/>
                  </a:lnTo>
                  <a:lnTo>
                    <a:pt x="3767" y="26134"/>
                  </a:lnTo>
                  <a:lnTo>
                    <a:pt x="3809" y="26051"/>
                  </a:lnTo>
                  <a:lnTo>
                    <a:pt x="3851" y="26072"/>
                  </a:lnTo>
                  <a:lnTo>
                    <a:pt x="3913" y="26030"/>
                  </a:lnTo>
                  <a:lnTo>
                    <a:pt x="3955" y="26030"/>
                  </a:lnTo>
                  <a:lnTo>
                    <a:pt x="4018" y="26072"/>
                  </a:lnTo>
                  <a:lnTo>
                    <a:pt x="3976" y="26113"/>
                  </a:lnTo>
                  <a:lnTo>
                    <a:pt x="3872" y="26176"/>
                  </a:lnTo>
                  <a:lnTo>
                    <a:pt x="3809" y="26176"/>
                  </a:lnTo>
                  <a:lnTo>
                    <a:pt x="3641" y="26239"/>
                  </a:lnTo>
                  <a:lnTo>
                    <a:pt x="3558" y="26281"/>
                  </a:lnTo>
                  <a:lnTo>
                    <a:pt x="3558" y="26365"/>
                  </a:lnTo>
                  <a:lnTo>
                    <a:pt x="3537" y="26448"/>
                  </a:lnTo>
                  <a:lnTo>
                    <a:pt x="3620" y="26490"/>
                  </a:lnTo>
                  <a:lnTo>
                    <a:pt x="3558" y="26553"/>
                  </a:lnTo>
                  <a:lnTo>
                    <a:pt x="3537" y="26657"/>
                  </a:lnTo>
                  <a:lnTo>
                    <a:pt x="3558" y="26783"/>
                  </a:lnTo>
                  <a:lnTo>
                    <a:pt x="3620" y="26783"/>
                  </a:lnTo>
                  <a:lnTo>
                    <a:pt x="3704" y="26637"/>
                  </a:lnTo>
                  <a:lnTo>
                    <a:pt x="3746" y="26595"/>
                  </a:lnTo>
                  <a:lnTo>
                    <a:pt x="3872" y="26469"/>
                  </a:lnTo>
                  <a:lnTo>
                    <a:pt x="3934" y="26469"/>
                  </a:lnTo>
                  <a:lnTo>
                    <a:pt x="3976" y="26385"/>
                  </a:lnTo>
                  <a:lnTo>
                    <a:pt x="4060" y="26365"/>
                  </a:lnTo>
                  <a:lnTo>
                    <a:pt x="4060" y="26385"/>
                  </a:lnTo>
                  <a:lnTo>
                    <a:pt x="4018" y="26448"/>
                  </a:lnTo>
                  <a:lnTo>
                    <a:pt x="4018" y="26490"/>
                  </a:lnTo>
                  <a:lnTo>
                    <a:pt x="4039" y="26532"/>
                  </a:lnTo>
                  <a:lnTo>
                    <a:pt x="4123" y="26490"/>
                  </a:lnTo>
                  <a:lnTo>
                    <a:pt x="4248" y="26365"/>
                  </a:lnTo>
                  <a:lnTo>
                    <a:pt x="4269" y="26323"/>
                  </a:lnTo>
                  <a:lnTo>
                    <a:pt x="4332" y="26385"/>
                  </a:lnTo>
                  <a:lnTo>
                    <a:pt x="4374" y="26385"/>
                  </a:lnTo>
                  <a:lnTo>
                    <a:pt x="4436" y="26344"/>
                  </a:lnTo>
                  <a:lnTo>
                    <a:pt x="4499" y="26344"/>
                  </a:lnTo>
                  <a:lnTo>
                    <a:pt x="4499" y="26365"/>
                  </a:lnTo>
                  <a:lnTo>
                    <a:pt x="4436" y="26448"/>
                  </a:lnTo>
                  <a:lnTo>
                    <a:pt x="4436" y="26637"/>
                  </a:lnTo>
                  <a:lnTo>
                    <a:pt x="4478" y="26657"/>
                  </a:lnTo>
                  <a:lnTo>
                    <a:pt x="4541" y="26741"/>
                  </a:lnTo>
                  <a:lnTo>
                    <a:pt x="4499" y="26762"/>
                  </a:lnTo>
                  <a:lnTo>
                    <a:pt x="4436" y="26741"/>
                  </a:lnTo>
                  <a:lnTo>
                    <a:pt x="4332" y="26637"/>
                  </a:lnTo>
                  <a:lnTo>
                    <a:pt x="4269" y="26553"/>
                  </a:lnTo>
                  <a:lnTo>
                    <a:pt x="4227" y="26553"/>
                  </a:lnTo>
                  <a:lnTo>
                    <a:pt x="4164" y="26574"/>
                  </a:lnTo>
                  <a:lnTo>
                    <a:pt x="4081" y="26574"/>
                  </a:lnTo>
                  <a:lnTo>
                    <a:pt x="4060" y="26637"/>
                  </a:lnTo>
                  <a:lnTo>
                    <a:pt x="4123" y="26678"/>
                  </a:lnTo>
                  <a:lnTo>
                    <a:pt x="4164" y="26678"/>
                  </a:lnTo>
                  <a:lnTo>
                    <a:pt x="4248" y="26783"/>
                  </a:lnTo>
                  <a:lnTo>
                    <a:pt x="4290" y="26804"/>
                  </a:lnTo>
                  <a:lnTo>
                    <a:pt x="4269" y="26867"/>
                  </a:lnTo>
                  <a:lnTo>
                    <a:pt x="4185" y="26783"/>
                  </a:lnTo>
                  <a:lnTo>
                    <a:pt x="4144" y="26762"/>
                  </a:lnTo>
                  <a:lnTo>
                    <a:pt x="4060" y="26762"/>
                  </a:lnTo>
                  <a:lnTo>
                    <a:pt x="3955" y="26888"/>
                  </a:lnTo>
                  <a:lnTo>
                    <a:pt x="3872" y="26950"/>
                  </a:lnTo>
                  <a:lnTo>
                    <a:pt x="3704" y="26950"/>
                  </a:lnTo>
                  <a:lnTo>
                    <a:pt x="3662" y="26971"/>
                  </a:lnTo>
                  <a:lnTo>
                    <a:pt x="3725" y="26992"/>
                  </a:lnTo>
                  <a:lnTo>
                    <a:pt x="3830" y="26992"/>
                  </a:lnTo>
                  <a:lnTo>
                    <a:pt x="3892" y="26971"/>
                  </a:lnTo>
                  <a:lnTo>
                    <a:pt x="4060" y="26950"/>
                  </a:lnTo>
                  <a:lnTo>
                    <a:pt x="4164" y="26888"/>
                  </a:lnTo>
                  <a:lnTo>
                    <a:pt x="4248" y="26909"/>
                  </a:lnTo>
                  <a:lnTo>
                    <a:pt x="4353" y="26909"/>
                  </a:lnTo>
                  <a:lnTo>
                    <a:pt x="4311" y="26950"/>
                  </a:lnTo>
                  <a:lnTo>
                    <a:pt x="4248" y="27013"/>
                  </a:lnTo>
                  <a:lnTo>
                    <a:pt x="4102" y="27013"/>
                  </a:lnTo>
                  <a:lnTo>
                    <a:pt x="3976" y="27055"/>
                  </a:lnTo>
                  <a:lnTo>
                    <a:pt x="3767" y="27055"/>
                  </a:lnTo>
                  <a:lnTo>
                    <a:pt x="3662" y="27076"/>
                  </a:lnTo>
                  <a:lnTo>
                    <a:pt x="3641" y="27160"/>
                  </a:lnTo>
                  <a:lnTo>
                    <a:pt x="3662" y="27222"/>
                  </a:lnTo>
                  <a:lnTo>
                    <a:pt x="3767" y="27264"/>
                  </a:lnTo>
                  <a:lnTo>
                    <a:pt x="3872" y="27222"/>
                  </a:lnTo>
                  <a:lnTo>
                    <a:pt x="3892" y="27264"/>
                  </a:lnTo>
                  <a:lnTo>
                    <a:pt x="3830" y="27306"/>
                  </a:lnTo>
                  <a:lnTo>
                    <a:pt x="3725" y="27306"/>
                  </a:lnTo>
                  <a:lnTo>
                    <a:pt x="3662" y="27390"/>
                  </a:lnTo>
                  <a:lnTo>
                    <a:pt x="3683" y="27473"/>
                  </a:lnTo>
                  <a:lnTo>
                    <a:pt x="3767" y="27515"/>
                  </a:lnTo>
                  <a:lnTo>
                    <a:pt x="3830" y="27473"/>
                  </a:lnTo>
                  <a:lnTo>
                    <a:pt x="3851" y="27411"/>
                  </a:lnTo>
                  <a:lnTo>
                    <a:pt x="3934" y="27411"/>
                  </a:lnTo>
                  <a:lnTo>
                    <a:pt x="3976" y="27432"/>
                  </a:lnTo>
                  <a:lnTo>
                    <a:pt x="4060" y="27432"/>
                  </a:lnTo>
                  <a:lnTo>
                    <a:pt x="4144" y="27411"/>
                  </a:lnTo>
                  <a:lnTo>
                    <a:pt x="4185" y="27390"/>
                  </a:lnTo>
                  <a:lnTo>
                    <a:pt x="4227" y="27411"/>
                  </a:lnTo>
                  <a:lnTo>
                    <a:pt x="4164" y="27473"/>
                  </a:lnTo>
                  <a:lnTo>
                    <a:pt x="4039" y="27515"/>
                  </a:lnTo>
                  <a:lnTo>
                    <a:pt x="3976" y="27494"/>
                  </a:lnTo>
                  <a:lnTo>
                    <a:pt x="3913" y="27473"/>
                  </a:lnTo>
                  <a:lnTo>
                    <a:pt x="3851" y="27473"/>
                  </a:lnTo>
                  <a:lnTo>
                    <a:pt x="3913" y="27515"/>
                  </a:lnTo>
                  <a:lnTo>
                    <a:pt x="3976" y="27515"/>
                  </a:lnTo>
                  <a:lnTo>
                    <a:pt x="4039" y="27536"/>
                  </a:lnTo>
                  <a:lnTo>
                    <a:pt x="3976" y="27578"/>
                  </a:lnTo>
                  <a:lnTo>
                    <a:pt x="3851" y="27578"/>
                  </a:lnTo>
                  <a:lnTo>
                    <a:pt x="3746" y="27641"/>
                  </a:lnTo>
                  <a:lnTo>
                    <a:pt x="3809" y="27704"/>
                  </a:lnTo>
                  <a:lnTo>
                    <a:pt x="3851" y="27704"/>
                  </a:lnTo>
                  <a:lnTo>
                    <a:pt x="3913" y="27683"/>
                  </a:lnTo>
                  <a:lnTo>
                    <a:pt x="4039" y="27683"/>
                  </a:lnTo>
                  <a:lnTo>
                    <a:pt x="4081" y="27704"/>
                  </a:lnTo>
                  <a:lnTo>
                    <a:pt x="4144" y="27704"/>
                  </a:lnTo>
                  <a:lnTo>
                    <a:pt x="4081" y="27746"/>
                  </a:lnTo>
                  <a:lnTo>
                    <a:pt x="3955" y="27787"/>
                  </a:lnTo>
                  <a:lnTo>
                    <a:pt x="3872" y="27746"/>
                  </a:lnTo>
                  <a:lnTo>
                    <a:pt x="3809" y="27787"/>
                  </a:lnTo>
                  <a:lnTo>
                    <a:pt x="3767" y="27829"/>
                  </a:lnTo>
                  <a:lnTo>
                    <a:pt x="3809" y="27892"/>
                  </a:lnTo>
                  <a:lnTo>
                    <a:pt x="3851" y="27892"/>
                  </a:lnTo>
                  <a:lnTo>
                    <a:pt x="3934" y="27829"/>
                  </a:lnTo>
                  <a:lnTo>
                    <a:pt x="4018" y="27829"/>
                  </a:lnTo>
                  <a:lnTo>
                    <a:pt x="4081" y="27892"/>
                  </a:lnTo>
                  <a:lnTo>
                    <a:pt x="4081" y="27934"/>
                  </a:lnTo>
                  <a:lnTo>
                    <a:pt x="3934" y="27997"/>
                  </a:lnTo>
                  <a:lnTo>
                    <a:pt x="3892" y="28038"/>
                  </a:lnTo>
                  <a:lnTo>
                    <a:pt x="3955" y="28143"/>
                  </a:lnTo>
                  <a:lnTo>
                    <a:pt x="3997" y="28143"/>
                  </a:lnTo>
                  <a:lnTo>
                    <a:pt x="4039" y="28122"/>
                  </a:lnTo>
                  <a:lnTo>
                    <a:pt x="4102" y="28122"/>
                  </a:lnTo>
                  <a:lnTo>
                    <a:pt x="4164" y="28206"/>
                  </a:lnTo>
                  <a:lnTo>
                    <a:pt x="4185" y="28143"/>
                  </a:lnTo>
                  <a:lnTo>
                    <a:pt x="4227" y="28122"/>
                  </a:lnTo>
                  <a:lnTo>
                    <a:pt x="4269" y="28143"/>
                  </a:lnTo>
                  <a:lnTo>
                    <a:pt x="4248" y="28206"/>
                  </a:lnTo>
                  <a:lnTo>
                    <a:pt x="4206" y="28248"/>
                  </a:lnTo>
                  <a:lnTo>
                    <a:pt x="4269" y="28310"/>
                  </a:lnTo>
                  <a:lnTo>
                    <a:pt x="4164" y="28436"/>
                  </a:lnTo>
                  <a:lnTo>
                    <a:pt x="4144" y="28436"/>
                  </a:lnTo>
                  <a:lnTo>
                    <a:pt x="4081" y="28520"/>
                  </a:lnTo>
                  <a:lnTo>
                    <a:pt x="4039" y="28582"/>
                  </a:lnTo>
                  <a:lnTo>
                    <a:pt x="4039" y="28624"/>
                  </a:lnTo>
                  <a:lnTo>
                    <a:pt x="4102" y="28624"/>
                  </a:lnTo>
                  <a:lnTo>
                    <a:pt x="4164" y="28582"/>
                  </a:lnTo>
                  <a:lnTo>
                    <a:pt x="4248" y="28624"/>
                  </a:lnTo>
                  <a:lnTo>
                    <a:pt x="4269" y="28687"/>
                  </a:lnTo>
                  <a:lnTo>
                    <a:pt x="4227" y="28750"/>
                  </a:lnTo>
                  <a:lnTo>
                    <a:pt x="4227" y="28771"/>
                  </a:lnTo>
                  <a:lnTo>
                    <a:pt x="4290" y="28771"/>
                  </a:lnTo>
                  <a:lnTo>
                    <a:pt x="4353" y="28792"/>
                  </a:lnTo>
                  <a:lnTo>
                    <a:pt x="4353" y="28854"/>
                  </a:lnTo>
                  <a:lnTo>
                    <a:pt x="4290" y="28896"/>
                  </a:lnTo>
                  <a:lnTo>
                    <a:pt x="4353" y="28959"/>
                  </a:lnTo>
                  <a:lnTo>
                    <a:pt x="4332" y="29043"/>
                  </a:lnTo>
                  <a:lnTo>
                    <a:pt x="4248" y="29085"/>
                  </a:lnTo>
                  <a:lnTo>
                    <a:pt x="4206" y="29147"/>
                  </a:lnTo>
                  <a:lnTo>
                    <a:pt x="4311" y="29147"/>
                  </a:lnTo>
                  <a:lnTo>
                    <a:pt x="4374" y="29085"/>
                  </a:lnTo>
                  <a:lnTo>
                    <a:pt x="4395" y="29043"/>
                  </a:lnTo>
                  <a:lnTo>
                    <a:pt x="4520" y="28980"/>
                  </a:lnTo>
                  <a:lnTo>
                    <a:pt x="4562" y="29001"/>
                  </a:lnTo>
                  <a:lnTo>
                    <a:pt x="4499" y="29064"/>
                  </a:lnTo>
                  <a:lnTo>
                    <a:pt x="4541" y="29106"/>
                  </a:lnTo>
                  <a:lnTo>
                    <a:pt x="4457" y="29168"/>
                  </a:lnTo>
                  <a:lnTo>
                    <a:pt x="4395" y="29210"/>
                  </a:lnTo>
                  <a:lnTo>
                    <a:pt x="4332" y="29210"/>
                  </a:lnTo>
                  <a:lnTo>
                    <a:pt x="4248" y="29252"/>
                  </a:lnTo>
                  <a:lnTo>
                    <a:pt x="4185" y="29294"/>
                  </a:lnTo>
                  <a:lnTo>
                    <a:pt x="4248" y="29357"/>
                  </a:lnTo>
                  <a:lnTo>
                    <a:pt x="4332" y="29294"/>
                  </a:lnTo>
                  <a:lnTo>
                    <a:pt x="4374" y="29252"/>
                  </a:lnTo>
                  <a:lnTo>
                    <a:pt x="4478" y="29273"/>
                  </a:lnTo>
                  <a:lnTo>
                    <a:pt x="4499" y="29294"/>
                  </a:lnTo>
                  <a:lnTo>
                    <a:pt x="4457" y="29357"/>
                  </a:lnTo>
                  <a:lnTo>
                    <a:pt x="4332" y="29398"/>
                  </a:lnTo>
                  <a:lnTo>
                    <a:pt x="4332" y="29503"/>
                  </a:lnTo>
                  <a:lnTo>
                    <a:pt x="4269" y="29566"/>
                  </a:lnTo>
                  <a:lnTo>
                    <a:pt x="4185" y="29587"/>
                  </a:lnTo>
                  <a:lnTo>
                    <a:pt x="4164" y="29629"/>
                  </a:lnTo>
                  <a:lnTo>
                    <a:pt x="4248" y="29691"/>
                  </a:lnTo>
                  <a:lnTo>
                    <a:pt x="4374" y="29670"/>
                  </a:lnTo>
                  <a:lnTo>
                    <a:pt x="4457" y="29608"/>
                  </a:lnTo>
                  <a:lnTo>
                    <a:pt x="4562" y="29587"/>
                  </a:lnTo>
                  <a:lnTo>
                    <a:pt x="4625" y="29587"/>
                  </a:lnTo>
                  <a:lnTo>
                    <a:pt x="4667" y="29629"/>
                  </a:lnTo>
                  <a:lnTo>
                    <a:pt x="4625" y="29691"/>
                  </a:lnTo>
                  <a:lnTo>
                    <a:pt x="4562" y="29691"/>
                  </a:lnTo>
                  <a:lnTo>
                    <a:pt x="4416" y="29733"/>
                  </a:lnTo>
                  <a:lnTo>
                    <a:pt x="4416" y="29775"/>
                  </a:lnTo>
                  <a:lnTo>
                    <a:pt x="4499" y="29775"/>
                  </a:lnTo>
                  <a:lnTo>
                    <a:pt x="4541" y="29817"/>
                  </a:lnTo>
                  <a:lnTo>
                    <a:pt x="4457" y="29901"/>
                  </a:lnTo>
                  <a:lnTo>
                    <a:pt x="4478" y="29984"/>
                  </a:lnTo>
                  <a:lnTo>
                    <a:pt x="4562" y="30005"/>
                  </a:lnTo>
                  <a:lnTo>
                    <a:pt x="4688" y="29901"/>
                  </a:lnTo>
                  <a:lnTo>
                    <a:pt x="4750" y="29880"/>
                  </a:lnTo>
                  <a:lnTo>
                    <a:pt x="4771" y="29901"/>
                  </a:lnTo>
                  <a:lnTo>
                    <a:pt x="4855" y="29984"/>
                  </a:lnTo>
                  <a:lnTo>
                    <a:pt x="4855" y="30089"/>
                  </a:lnTo>
                  <a:lnTo>
                    <a:pt x="4918" y="30131"/>
                  </a:lnTo>
                  <a:lnTo>
                    <a:pt x="4918" y="30152"/>
                  </a:lnTo>
                  <a:lnTo>
                    <a:pt x="4876" y="30214"/>
                  </a:lnTo>
                  <a:lnTo>
                    <a:pt x="4792" y="30214"/>
                  </a:lnTo>
                  <a:lnTo>
                    <a:pt x="4750" y="30298"/>
                  </a:lnTo>
                  <a:lnTo>
                    <a:pt x="4771" y="30340"/>
                  </a:lnTo>
                  <a:lnTo>
                    <a:pt x="4918" y="30361"/>
                  </a:lnTo>
                  <a:lnTo>
                    <a:pt x="4981" y="30340"/>
                  </a:lnTo>
                  <a:lnTo>
                    <a:pt x="4960" y="30298"/>
                  </a:lnTo>
                  <a:lnTo>
                    <a:pt x="4960" y="30235"/>
                  </a:lnTo>
                  <a:lnTo>
                    <a:pt x="5001" y="30214"/>
                  </a:lnTo>
                  <a:lnTo>
                    <a:pt x="5064" y="30235"/>
                  </a:lnTo>
                  <a:lnTo>
                    <a:pt x="5127" y="30194"/>
                  </a:lnTo>
                  <a:lnTo>
                    <a:pt x="5211" y="30152"/>
                  </a:lnTo>
                  <a:lnTo>
                    <a:pt x="5273" y="30214"/>
                  </a:lnTo>
                  <a:lnTo>
                    <a:pt x="5315" y="30235"/>
                  </a:lnTo>
                  <a:lnTo>
                    <a:pt x="5378" y="30214"/>
                  </a:lnTo>
                  <a:lnTo>
                    <a:pt x="5420" y="30131"/>
                  </a:lnTo>
                  <a:lnTo>
                    <a:pt x="5483" y="30089"/>
                  </a:lnTo>
                  <a:lnTo>
                    <a:pt x="5545" y="30089"/>
                  </a:lnTo>
                  <a:lnTo>
                    <a:pt x="5629" y="30047"/>
                  </a:lnTo>
                  <a:lnTo>
                    <a:pt x="5713" y="30089"/>
                  </a:lnTo>
                  <a:lnTo>
                    <a:pt x="5755" y="30026"/>
                  </a:lnTo>
                  <a:lnTo>
                    <a:pt x="5755" y="29984"/>
                  </a:lnTo>
                  <a:lnTo>
                    <a:pt x="5713" y="29922"/>
                  </a:lnTo>
                  <a:lnTo>
                    <a:pt x="5713" y="29880"/>
                  </a:lnTo>
                  <a:lnTo>
                    <a:pt x="5755" y="29838"/>
                  </a:lnTo>
                  <a:lnTo>
                    <a:pt x="5817" y="29880"/>
                  </a:lnTo>
                  <a:lnTo>
                    <a:pt x="5859" y="29942"/>
                  </a:lnTo>
                  <a:lnTo>
                    <a:pt x="5859" y="30047"/>
                  </a:lnTo>
                  <a:lnTo>
                    <a:pt x="5797" y="30131"/>
                  </a:lnTo>
                  <a:lnTo>
                    <a:pt x="5734" y="30152"/>
                  </a:lnTo>
                  <a:lnTo>
                    <a:pt x="5692" y="30214"/>
                  </a:lnTo>
                  <a:lnTo>
                    <a:pt x="5713" y="30235"/>
                  </a:lnTo>
                  <a:lnTo>
                    <a:pt x="5838" y="30194"/>
                  </a:lnTo>
                  <a:lnTo>
                    <a:pt x="6027" y="30089"/>
                  </a:lnTo>
                  <a:lnTo>
                    <a:pt x="6131" y="29922"/>
                  </a:lnTo>
                  <a:lnTo>
                    <a:pt x="6173" y="29922"/>
                  </a:lnTo>
                  <a:lnTo>
                    <a:pt x="6215" y="30005"/>
                  </a:lnTo>
                  <a:lnTo>
                    <a:pt x="6215" y="30110"/>
                  </a:lnTo>
                  <a:lnTo>
                    <a:pt x="6131" y="30131"/>
                  </a:lnTo>
                  <a:lnTo>
                    <a:pt x="6048" y="30194"/>
                  </a:lnTo>
                  <a:lnTo>
                    <a:pt x="5964" y="30256"/>
                  </a:lnTo>
                  <a:lnTo>
                    <a:pt x="5859" y="30298"/>
                  </a:lnTo>
                  <a:lnTo>
                    <a:pt x="5838" y="30319"/>
                  </a:lnTo>
                  <a:lnTo>
                    <a:pt x="5859" y="30340"/>
                  </a:lnTo>
                  <a:lnTo>
                    <a:pt x="5964" y="30319"/>
                  </a:lnTo>
                  <a:lnTo>
                    <a:pt x="6110" y="30235"/>
                  </a:lnTo>
                  <a:lnTo>
                    <a:pt x="6131" y="30256"/>
                  </a:lnTo>
                  <a:lnTo>
                    <a:pt x="6027" y="30361"/>
                  </a:lnTo>
                  <a:lnTo>
                    <a:pt x="5943" y="30403"/>
                  </a:lnTo>
                  <a:lnTo>
                    <a:pt x="5943" y="30507"/>
                  </a:lnTo>
                  <a:lnTo>
                    <a:pt x="5797" y="30612"/>
                  </a:lnTo>
                  <a:lnTo>
                    <a:pt x="5755" y="30654"/>
                  </a:lnTo>
                  <a:lnTo>
                    <a:pt x="5817" y="30654"/>
                  </a:lnTo>
                  <a:lnTo>
                    <a:pt x="5859" y="30612"/>
                  </a:lnTo>
                  <a:lnTo>
                    <a:pt x="5901" y="30612"/>
                  </a:lnTo>
                  <a:lnTo>
                    <a:pt x="5901" y="30633"/>
                  </a:lnTo>
                  <a:lnTo>
                    <a:pt x="5922" y="30738"/>
                  </a:lnTo>
                  <a:lnTo>
                    <a:pt x="5943" y="30654"/>
                  </a:lnTo>
                  <a:lnTo>
                    <a:pt x="6027" y="30612"/>
                  </a:lnTo>
                  <a:lnTo>
                    <a:pt x="6048" y="30549"/>
                  </a:lnTo>
                  <a:lnTo>
                    <a:pt x="6110" y="30549"/>
                  </a:lnTo>
                  <a:lnTo>
                    <a:pt x="6131" y="30570"/>
                  </a:lnTo>
                  <a:lnTo>
                    <a:pt x="6048" y="30654"/>
                  </a:lnTo>
                  <a:lnTo>
                    <a:pt x="6027" y="30738"/>
                  </a:lnTo>
                  <a:lnTo>
                    <a:pt x="6048" y="30759"/>
                  </a:lnTo>
                  <a:lnTo>
                    <a:pt x="6131" y="30738"/>
                  </a:lnTo>
                  <a:lnTo>
                    <a:pt x="6173" y="30654"/>
                  </a:lnTo>
                  <a:lnTo>
                    <a:pt x="6236" y="30654"/>
                  </a:lnTo>
                  <a:lnTo>
                    <a:pt x="6320" y="30633"/>
                  </a:lnTo>
                  <a:lnTo>
                    <a:pt x="6236" y="30738"/>
                  </a:lnTo>
                  <a:lnTo>
                    <a:pt x="6215" y="30842"/>
                  </a:lnTo>
                  <a:lnTo>
                    <a:pt x="6110" y="30926"/>
                  </a:lnTo>
                  <a:lnTo>
                    <a:pt x="6110" y="30989"/>
                  </a:lnTo>
                  <a:lnTo>
                    <a:pt x="6131" y="31031"/>
                  </a:lnTo>
                  <a:lnTo>
                    <a:pt x="6236" y="30947"/>
                  </a:lnTo>
                  <a:lnTo>
                    <a:pt x="6320" y="30738"/>
                  </a:lnTo>
                  <a:lnTo>
                    <a:pt x="6382" y="30675"/>
                  </a:lnTo>
                  <a:lnTo>
                    <a:pt x="6424" y="30717"/>
                  </a:lnTo>
                  <a:lnTo>
                    <a:pt x="6320" y="30863"/>
                  </a:lnTo>
                  <a:lnTo>
                    <a:pt x="6320" y="30947"/>
                  </a:lnTo>
                  <a:lnTo>
                    <a:pt x="6257" y="31031"/>
                  </a:lnTo>
                  <a:lnTo>
                    <a:pt x="6236" y="31135"/>
                  </a:lnTo>
                  <a:lnTo>
                    <a:pt x="6278" y="31156"/>
                  </a:lnTo>
                  <a:lnTo>
                    <a:pt x="6341" y="31093"/>
                  </a:lnTo>
                  <a:lnTo>
                    <a:pt x="6341" y="31031"/>
                  </a:lnTo>
                  <a:lnTo>
                    <a:pt x="6361" y="30968"/>
                  </a:lnTo>
                  <a:lnTo>
                    <a:pt x="6424" y="30968"/>
                  </a:lnTo>
                  <a:lnTo>
                    <a:pt x="6487" y="30989"/>
                  </a:lnTo>
                  <a:lnTo>
                    <a:pt x="6487" y="30842"/>
                  </a:lnTo>
                  <a:lnTo>
                    <a:pt x="6550" y="30842"/>
                  </a:lnTo>
                  <a:lnTo>
                    <a:pt x="6592" y="30759"/>
                  </a:lnTo>
                  <a:lnTo>
                    <a:pt x="6654" y="30759"/>
                  </a:lnTo>
                  <a:lnTo>
                    <a:pt x="6654" y="30821"/>
                  </a:lnTo>
                  <a:lnTo>
                    <a:pt x="6633" y="30821"/>
                  </a:lnTo>
                  <a:lnTo>
                    <a:pt x="6592" y="30926"/>
                  </a:lnTo>
                  <a:lnTo>
                    <a:pt x="6592" y="30968"/>
                  </a:lnTo>
                  <a:lnTo>
                    <a:pt x="6759" y="30968"/>
                  </a:lnTo>
                  <a:lnTo>
                    <a:pt x="7010" y="31093"/>
                  </a:lnTo>
                  <a:lnTo>
                    <a:pt x="7052" y="31093"/>
                  </a:lnTo>
                  <a:lnTo>
                    <a:pt x="7052" y="31051"/>
                  </a:lnTo>
                  <a:lnTo>
                    <a:pt x="7094" y="30989"/>
                  </a:lnTo>
                  <a:lnTo>
                    <a:pt x="7157" y="30968"/>
                  </a:lnTo>
                  <a:lnTo>
                    <a:pt x="7157" y="30926"/>
                  </a:lnTo>
                  <a:lnTo>
                    <a:pt x="7094" y="30884"/>
                  </a:lnTo>
                  <a:lnTo>
                    <a:pt x="7073" y="30863"/>
                  </a:lnTo>
                  <a:lnTo>
                    <a:pt x="6989" y="30863"/>
                  </a:lnTo>
                  <a:lnTo>
                    <a:pt x="6968" y="30884"/>
                  </a:lnTo>
                  <a:lnTo>
                    <a:pt x="6968" y="30842"/>
                  </a:lnTo>
                  <a:lnTo>
                    <a:pt x="6989" y="30821"/>
                  </a:lnTo>
                  <a:lnTo>
                    <a:pt x="6989" y="30759"/>
                  </a:lnTo>
                  <a:lnTo>
                    <a:pt x="6885" y="30717"/>
                  </a:lnTo>
                  <a:lnTo>
                    <a:pt x="6696" y="30633"/>
                  </a:lnTo>
                  <a:lnTo>
                    <a:pt x="6675" y="30570"/>
                  </a:lnTo>
                  <a:lnTo>
                    <a:pt x="6696" y="30549"/>
                  </a:lnTo>
                  <a:lnTo>
                    <a:pt x="6780" y="30570"/>
                  </a:lnTo>
                  <a:lnTo>
                    <a:pt x="6843" y="30549"/>
                  </a:lnTo>
                  <a:lnTo>
                    <a:pt x="6864" y="30549"/>
                  </a:lnTo>
                  <a:lnTo>
                    <a:pt x="6885" y="30612"/>
                  </a:lnTo>
                  <a:lnTo>
                    <a:pt x="6968" y="30675"/>
                  </a:lnTo>
                  <a:lnTo>
                    <a:pt x="7052" y="30738"/>
                  </a:lnTo>
                  <a:lnTo>
                    <a:pt x="7115" y="30738"/>
                  </a:lnTo>
                  <a:lnTo>
                    <a:pt x="7219" y="30675"/>
                  </a:lnTo>
                  <a:lnTo>
                    <a:pt x="7303" y="30633"/>
                  </a:lnTo>
                  <a:lnTo>
                    <a:pt x="7324" y="30570"/>
                  </a:lnTo>
                  <a:lnTo>
                    <a:pt x="7261" y="30549"/>
                  </a:lnTo>
                  <a:lnTo>
                    <a:pt x="7157" y="30549"/>
                  </a:lnTo>
                  <a:lnTo>
                    <a:pt x="7094" y="30528"/>
                  </a:lnTo>
                  <a:lnTo>
                    <a:pt x="7094" y="30466"/>
                  </a:lnTo>
                  <a:lnTo>
                    <a:pt x="7219" y="30466"/>
                  </a:lnTo>
                  <a:lnTo>
                    <a:pt x="7303" y="30424"/>
                  </a:lnTo>
                  <a:lnTo>
                    <a:pt x="7303" y="30403"/>
                  </a:lnTo>
                  <a:lnTo>
                    <a:pt x="7219" y="30340"/>
                  </a:lnTo>
                  <a:lnTo>
                    <a:pt x="7157" y="30319"/>
                  </a:lnTo>
                  <a:lnTo>
                    <a:pt x="7157" y="30298"/>
                  </a:lnTo>
                  <a:lnTo>
                    <a:pt x="7198" y="30298"/>
                  </a:lnTo>
                  <a:lnTo>
                    <a:pt x="7219" y="30256"/>
                  </a:lnTo>
                  <a:lnTo>
                    <a:pt x="7198" y="30235"/>
                  </a:lnTo>
                  <a:lnTo>
                    <a:pt x="7094" y="30214"/>
                  </a:lnTo>
                  <a:lnTo>
                    <a:pt x="7052" y="30152"/>
                  </a:lnTo>
                  <a:lnTo>
                    <a:pt x="7073" y="30131"/>
                  </a:lnTo>
                  <a:lnTo>
                    <a:pt x="7157" y="30152"/>
                  </a:lnTo>
                  <a:lnTo>
                    <a:pt x="7261" y="30194"/>
                  </a:lnTo>
                  <a:lnTo>
                    <a:pt x="7408" y="30152"/>
                  </a:lnTo>
                  <a:lnTo>
                    <a:pt x="7491" y="30110"/>
                  </a:lnTo>
                  <a:lnTo>
                    <a:pt x="7512" y="30047"/>
                  </a:lnTo>
                  <a:lnTo>
                    <a:pt x="7491" y="30005"/>
                  </a:lnTo>
                  <a:lnTo>
                    <a:pt x="7387" y="29984"/>
                  </a:lnTo>
                  <a:lnTo>
                    <a:pt x="7198" y="29942"/>
                  </a:lnTo>
                  <a:lnTo>
                    <a:pt x="7115" y="29901"/>
                  </a:lnTo>
                  <a:lnTo>
                    <a:pt x="7115" y="29880"/>
                  </a:lnTo>
                  <a:lnTo>
                    <a:pt x="7177" y="29880"/>
                  </a:lnTo>
                  <a:lnTo>
                    <a:pt x="7261" y="29901"/>
                  </a:lnTo>
                  <a:lnTo>
                    <a:pt x="7408" y="29901"/>
                  </a:lnTo>
                  <a:lnTo>
                    <a:pt x="7491" y="29838"/>
                  </a:lnTo>
                  <a:lnTo>
                    <a:pt x="7491" y="29775"/>
                  </a:lnTo>
                  <a:lnTo>
                    <a:pt x="7408" y="29712"/>
                  </a:lnTo>
                  <a:lnTo>
                    <a:pt x="7324" y="29691"/>
                  </a:lnTo>
                  <a:lnTo>
                    <a:pt x="7303" y="29629"/>
                  </a:lnTo>
                  <a:lnTo>
                    <a:pt x="7366" y="29629"/>
                  </a:lnTo>
                  <a:lnTo>
                    <a:pt x="7408" y="29670"/>
                  </a:lnTo>
                  <a:lnTo>
                    <a:pt x="7429" y="29712"/>
                  </a:lnTo>
                  <a:lnTo>
                    <a:pt x="7512" y="29691"/>
                  </a:lnTo>
                  <a:lnTo>
                    <a:pt x="7575" y="29629"/>
                  </a:lnTo>
                  <a:lnTo>
                    <a:pt x="7575" y="29587"/>
                  </a:lnTo>
                  <a:lnTo>
                    <a:pt x="7512" y="29566"/>
                  </a:lnTo>
                  <a:lnTo>
                    <a:pt x="7429" y="29503"/>
                  </a:lnTo>
                  <a:lnTo>
                    <a:pt x="7429" y="29482"/>
                  </a:lnTo>
                  <a:lnTo>
                    <a:pt x="7491" y="29461"/>
                  </a:lnTo>
                  <a:lnTo>
                    <a:pt x="7512" y="29503"/>
                  </a:lnTo>
                  <a:lnTo>
                    <a:pt x="7575" y="29524"/>
                  </a:lnTo>
                  <a:lnTo>
                    <a:pt x="7638" y="29461"/>
                  </a:lnTo>
                  <a:lnTo>
                    <a:pt x="7638" y="29419"/>
                  </a:lnTo>
                  <a:lnTo>
                    <a:pt x="7533" y="29398"/>
                  </a:lnTo>
                  <a:lnTo>
                    <a:pt x="7470" y="29357"/>
                  </a:lnTo>
                  <a:lnTo>
                    <a:pt x="7429" y="29294"/>
                  </a:lnTo>
                  <a:lnTo>
                    <a:pt x="7491" y="29294"/>
                  </a:lnTo>
                  <a:lnTo>
                    <a:pt x="7575" y="29357"/>
                  </a:lnTo>
                  <a:lnTo>
                    <a:pt x="7638" y="29357"/>
                  </a:lnTo>
                  <a:lnTo>
                    <a:pt x="7701" y="29398"/>
                  </a:lnTo>
                  <a:lnTo>
                    <a:pt x="7742" y="29398"/>
                  </a:lnTo>
                  <a:lnTo>
                    <a:pt x="7784" y="29315"/>
                  </a:lnTo>
                  <a:lnTo>
                    <a:pt x="7784" y="29273"/>
                  </a:lnTo>
                  <a:lnTo>
                    <a:pt x="7826" y="29210"/>
                  </a:lnTo>
                  <a:lnTo>
                    <a:pt x="7826" y="29168"/>
                  </a:lnTo>
                  <a:lnTo>
                    <a:pt x="7805" y="29106"/>
                  </a:lnTo>
                  <a:lnTo>
                    <a:pt x="7826" y="29001"/>
                  </a:lnTo>
                  <a:lnTo>
                    <a:pt x="7826" y="28959"/>
                  </a:lnTo>
                  <a:lnTo>
                    <a:pt x="7742" y="28854"/>
                  </a:lnTo>
                  <a:lnTo>
                    <a:pt x="7617" y="28750"/>
                  </a:lnTo>
                  <a:lnTo>
                    <a:pt x="7512" y="28729"/>
                  </a:lnTo>
                  <a:lnTo>
                    <a:pt x="7470" y="28666"/>
                  </a:lnTo>
                  <a:lnTo>
                    <a:pt x="7470" y="28645"/>
                  </a:lnTo>
                  <a:lnTo>
                    <a:pt x="7533" y="28645"/>
                  </a:lnTo>
                  <a:lnTo>
                    <a:pt x="7596" y="28666"/>
                  </a:lnTo>
                  <a:lnTo>
                    <a:pt x="7722" y="28771"/>
                  </a:lnTo>
                  <a:lnTo>
                    <a:pt x="7805" y="28854"/>
                  </a:lnTo>
                  <a:lnTo>
                    <a:pt x="7889" y="28854"/>
                  </a:lnTo>
                  <a:lnTo>
                    <a:pt x="7910" y="28834"/>
                  </a:lnTo>
                  <a:lnTo>
                    <a:pt x="7889" y="28687"/>
                  </a:lnTo>
                  <a:lnTo>
                    <a:pt x="7826" y="28582"/>
                  </a:lnTo>
                  <a:lnTo>
                    <a:pt x="7701" y="28562"/>
                  </a:lnTo>
                  <a:lnTo>
                    <a:pt x="7533" y="28478"/>
                  </a:lnTo>
                  <a:lnTo>
                    <a:pt x="7491" y="28457"/>
                  </a:lnTo>
                  <a:lnTo>
                    <a:pt x="7491" y="28415"/>
                  </a:lnTo>
                  <a:lnTo>
                    <a:pt x="7533" y="28415"/>
                  </a:lnTo>
                  <a:lnTo>
                    <a:pt x="7596" y="28436"/>
                  </a:lnTo>
                  <a:lnTo>
                    <a:pt x="7638" y="28478"/>
                  </a:lnTo>
                  <a:lnTo>
                    <a:pt x="7742" y="28478"/>
                  </a:lnTo>
                  <a:lnTo>
                    <a:pt x="7805" y="28415"/>
                  </a:lnTo>
                  <a:lnTo>
                    <a:pt x="7826" y="28352"/>
                  </a:lnTo>
                  <a:lnTo>
                    <a:pt x="7826" y="28269"/>
                  </a:lnTo>
                  <a:lnTo>
                    <a:pt x="7847" y="28269"/>
                  </a:lnTo>
                  <a:lnTo>
                    <a:pt x="7910" y="28310"/>
                  </a:lnTo>
                  <a:lnTo>
                    <a:pt x="7910" y="28331"/>
                  </a:lnTo>
                  <a:lnTo>
                    <a:pt x="7910" y="28373"/>
                  </a:lnTo>
                  <a:lnTo>
                    <a:pt x="8014" y="28436"/>
                  </a:lnTo>
                  <a:lnTo>
                    <a:pt x="8056" y="28436"/>
                  </a:lnTo>
                  <a:lnTo>
                    <a:pt x="8119" y="28478"/>
                  </a:lnTo>
                  <a:lnTo>
                    <a:pt x="8161" y="28478"/>
                  </a:lnTo>
                  <a:lnTo>
                    <a:pt x="8203" y="28436"/>
                  </a:lnTo>
                  <a:lnTo>
                    <a:pt x="8245" y="28373"/>
                  </a:lnTo>
                  <a:lnTo>
                    <a:pt x="8266" y="28352"/>
                  </a:lnTo>
                  <a:lnTo>
                    <a:pt x="8245" y="28310"/>
                  </a:lnTo>
                  <a:lnTo>
                    <a:pt x="8161" y="28269"/>
                  </a:lnTo>
                  <a:lnTo>
                    <a:pt x="8014" y="28269"/>
                  </a:lnTo>
                  <a:lnTo>
                    <a:pt x="7994" y="28248"/>
                  </a:lnTo>
                  <a:lnTo>
                    <a:pt x="7994" y="28227"/>
                  </a:lnTo>
                  <a:lnTo>
                    <a:pt x="7994" y="28164"/>
                  </a:lnTo>
                  <a:lnTo>
                    <a:pt x="7931" y="28122"/>
                  </a:lnTo>
                  <a:lnTo>
                    <a:pt x="7931" y="28059"/>
                  </a:lnTo>
                  <a:lnTo>
                    <a:pt x="7994" y="28018"/>
                  </a:lnTo>
                  <a:lnTo>
                    <a:pt x="8014" y="28018"/>
                  </a:lnTo>
                  <a:lnTo>
                    <a:pt x="8056" y="28059"/>
                  </a:lnTo>
                  <a:lnTo>
                    <a:pt x="8056" y="28143"/>
                  </a:lnTo>
                  <a:lnTo>
                    <a:pt x="8119" y="28206"/>
                  </a:lnTo>
                  <a:lnTo>
                    <a:pt x="8245" y="28206"/>
                  </a:lnTo>
                  <a:lnTo>
                    <a:pt x="8307" y="28164"/>
                  </a:lnTo>
                  <a:lnTo>
                    <a:pt x="8307" y="28122"/>
                  </a:lnTo>
                  <a:lnTo>
                    <a:pt x="8266" y="28059"/>
                  </a:lnTo>
                  <a:lnTo>
                    <a:pt x="8161" y="28018"/>
                  </a:lnTo>
                  <a:lnTo>
                    <a:pt x="8098" y="27955"/>
                  </a:lnTo>
                  <a:lnTo>
                    <a:pt x="8056" y="27850"/>
                  </a:lnTo>
                  <a:lnTo>
                    <a:pt x="8098" y="27850"/>
                  </a:lnTo>
                  <a:lnTo>
                    <a:pt x="8140" y="27913"/>
                  </a:lnTo>
                  <a:lnTo>
                    <a:pt x="8245" y="27955"/>
                  </a:lnTo>
                  <a:lnTo>
                    <a:pt x="8307" y="27997"/>
                  </a:lnTo>
                  <a:lnTo>
                    <a:pt x="8370" y="28059"/>
                  </a:lnTo>
                  <a:lnTo>
                    <a:pt x="8412" y="28038"/>
                  </a:lnTo>
                  <a:lnTo>
                    <a:pt x="8412" y="27997"/>
                  </a:lnTo>
                  <a:lnTo>
                    <a:pt x="8370" y="27934"/>
                  </a:lnTo>
                  <a:lnTo>
                    <a:pt x="8266" y="27892"/>
                  </a:lnTo>
                  <a:lnTo>
                    <a:pt x="8203" y="27829"/>
                  </a:lnTo>
                  <a:lnTo>
                    <a:pt x="8203" y="27746"/>
                  </a:lnTo>
                  <a:lnTo>
                    <a:pt x="8245" y="27704"/>
                  </a:lnTo>
                  <a:lnTo>
                    <a:pt x="8266" y="27641"/>
                  </a:lnTo>
                  <a:lnTo>
                    <a:pt x="8328" y="27641"/>
                  </a:lnTo>
                  <a:lnTo>
                    <a:pt x="8349" y="27704"/>
                  </a:lnTo>
                  <a:lnTo>
                    <a:pt x="8475" y="27808"/>
                  </a:lnTo>
                  <a:lnTo>
                    <a:pt x="8558" y="27808"/>
                  </a:lnTo>
                  <a:lnTo>
                    <a:pt x="8621" y="27787"/>
                  </a:lnTo>
                  <a:lnTo>
                    <a:pt x="8684" y="27787"/>
                  </a:lnTo>
                  <a:lnTo>
                    <a:pt x="8768" y="27746"/>
                  </a:lnTo>
                  <a:lnTo>
                    <a:pt x="8789" y="27683"/>
                  </a:lnTo>
                  <a:lnTo>
                    <a:pt x="8768" y="27641"/>
                  </a:lnTo>
                  <a:lnTo>
                    <a:pt x="8684" y="27620"/>
                  </a:lnTo>
                  <a:lnTo>
                    <a:pt x="8621" y="27578"/>
                  </a:lnTo>
                  <a:lnTo>
                    <a:pt x="8517" y="27515"/>
                  </a:lnTo>
                  <a:lnTo>
                    <a:pt x="8454" y="27515"/>
                  </a:lnTo>
                  <a:lnTo>
                    <a:pt x="8370" y="27494"/>
                  </a:lnTo>
                  <a:lnTo>
                    <a:pt x="8412" y="27432"/>
                  </a:lnTo>
                  <a:lnTo>
                    <a:pt x="8433" y="27411"/>
                  </a:lnTo>
                  <a:lnTo>
                    <a:pt x="8517" y="27411"/>
                  </a:lnTo>
                  <a:lnTo>
                    <a:pt x="8579" y="27494"/>
                  </a:lnTo>
                  <a:lnTo>
                    <a:pt x="8642" y="27515"/>
                  </a:lnTo>
                  <a:lnTo>
                    <a:pt x="8684" y="27515"/>
                  </a:lnTo>
                  <a:lnTo>
                    <a:pt x="8768" y="27620"/>
                  </a:lnTo>
                  <a:lnTo>
                    <a:pt x="8851" y="27641"/>
                  </a:lnTo>
                  <a:lnTo>
                    <a:pt x="8893" y="27620"/>
                  </a:lnTo>
                  <a:lnTo>
                    <a:pt x="8935" y="27578"/>
                  </a:lnTo>
                  <a:lnTo>
                    <a:pt x="8935" y="27515"/>
                  </a:lnTo>
                  <a:lnTo>
                    <a:pt x="8935" y="27411"/>
                  </a:lnTo>
                  <a:lnTo>
                    <a:pt x="8893" y="27369"/>
                  </a:lnTo>
                  <a:lnTo>
                    <a:pt x="8851" y="27327"/>
                  </a:lnTo>
                  <a:lnTo>
                    <a:pt x="8851" y="27306"/>
                  </a:lnTo>
                  <a:lnTo>
                    <a:pt x="8956" y="27306"/>
                  </a:lnTo>
                  <a:lnTo>
                    <a:pt x="8977" y="27222"/>
                  </a:lnTo>
                  <a:lnTo>
                    <a:pt x="8977" y="27181"/>
                  </a:lnTo>
                  <a:lnTo>
                    <a:pt x="8935" y="27181"/>
                  </a:lnTo>
                  <a:lnTo>
                    <a:pt x="8872" y="27201"/>
                  </a:lnTo>
                  <a:lnTo>
                    <a:pt x="8830" y="27160"/>
                  </a:lnTo>
                  <a:lnTo>
                    <a:pt x="8768" y="27097"/>
                  </a:lnTo>
                  <a:lnTo>
                    <a:pt x="8684" y="27097"/>
                  </a:lnTo>
                  <a:lnTo>
                    <a:pt x="8558" y="27013"/>
                  </a:lnTo>
                  <a:lnTo>
                    <a:pt x="8538" y="26992"/>
                  </a:lnTo>
                  <a:lnTo>
                    <a:pt x="8579" y="26950"/>
                  </a:lnTo>
                  <a:lnTo>
                    <a:pt x="8684" y="26950"/>
                  </a:lnTo>
                  <a:lnTo>
                    <a:pt x="8789" y="26971"/>
                  </a:lnTo>
                  <a:lnTo>
                    <a:pt x="8872" y="26971"/>
                  </a:lnTo>
                  <a:lnTo>
                    <a:pt x="8893" y="26909"/>
                  </a:lnTo>
                  <a:lnTo>
                    <a:pt x="8956" y="26909"/>
                  </a:lnTo>
                  <a:lnTo>
                    <a:pt x="9040" y="26971"/>
                  </a:lnTo>
                  <a:lnTo>
                    <a:pt x="9061" y="26867"/>
                  </a:lnTo>
                  <a:lnTo>
                    <a:pt x="9040" y="26699"/>
                  </a:lnTo>
                  <a:lnTo>
                    <a:pt x="8998" y="26595"/>
                  </a:lnTo>
                  <a:lnTo>
                    <a:pt x="8956" y="26553"/>
                  </a:lnTo>
                  <a:lnTo>
                    <a:pt x="8935" y="26469"/>
                  </a:lnTo>
                  <a:lnTo>
                    <a:pt x="8935" y="26427"/>
                  </a:lnTo>
                  <a:lnTo>
                    <a:pt x="8977" y="26365"/>
                  </a:lnTo>
                  <a:lnTo>
                    <a:pt x="8956" y="26260"/>
                  </a:lnTo>
                  <a:lnTo>
                    <a:pt x="8956" y="26218"/>
                  </a:lnTo>
                  <a:lnTo>
                    <a:pt x="8977" y="26155"/>
                  </a:lnTo>
                  <a:lnTo>
                    <a:pt x="8998" y="26176"/>
                  </a:lnTo>
                  <a:lnTo>
                    <a:pt x="9040" y="26239"/>
                  </a:lnTo>
                  <a:lnTo>
                    <a:pt x="9102" y="26260"/>
                  </a:lnTo>
                  <a:lnTo>
                    <a:pt x="9102" y="26218"/>
                  </a:lnTo>
                  <a:lnTo>
                    <a:pt x="9165" y="26176"/>
                  </a:lnTo>
                  <a:lnTo>
                    <a:pt x="9207" y="26218"/>
                  </a:lnTo>
                  <a:lnTo>
                    <a:pt x="9249" y="26344"/>
                  </a:lnTo>
                  <a:lnTo>
                    <a:pt x="9291" y="26365"/>
                  </a:lnTo>
                  <a:lnTo>
                    <a:pt x="9374" y="26365"/>
                  </a:lnTo>
                  <a:lnTo>
                    <a:pt x="9479" y="26239"/>
                  </a:lnTo>
                  <a:lnTo>
                    <a:pt x="9521" y="26113"/>
                  </a:lnTo>
                  <a:lnTo>
                    <a:pt x="9521" y="26009"/>
                  </a:lnTo>
                  <a:lnTo>
                    <a:pt x="9500" y="25925"/>
                  </a:lnTo>
                  <a:lnTo>
                    <a:pt x="9500" y="25862"/>
                  </a:lnTo>
                  <a:lnTo>
                    <a:pt x="9563" y="25841"/>
                  </a:lnTo>
                  <a:lnTo>
                    <a:pt x="9605" y="25841"/>
                  </a:lnTo>
                  <a:lnTo>
                    <a:pt x="9626" y="25800"/>
                  </a:lnTo>
                  <a:lnTo>
                    <a:pt x="9667" y="25758"/>
                  </a:lnTo>
                  <a:lnTo>
                    <a:pt x="9688" y="25821"/>
                  </a:lnTo>
                  <a:lnTo>
                    <a:pt x="9730" y="25883"/>
                  </a:lnTo>
                  <a:lnTo>
                    <a:pt x="9814" y="25883"/>
                  </a:lnTo>
                  <a:lnTo>
                    <a:pt x="9877" y="25841"/>
                  </a:lnTo>
                  <a:lnTo>
                    <a:pt x="9877" y="25800"/>
                  </a:lnTo>
                  <a:lnTo>
                    <a:pt x="9877" y="25737"/>
                  </a:lnTo>
                  <a:lnTo>
                    <a:pt x="9898" y="25737"/>
                  </a:lnTo>
                  <a:lnTo>
                    <a:pt x="9918" y="25800"/>
                  </a:lnTo>
                  <a:lnTo>
                    <a:pt x="9939" y="25883"/>
                  </a:lnTo>
                  <a:lnTo>
                    <a:pt x="9981" y="25925"/>
                  </a:lnTo>
                  <a:lnTo>
                    <a:pt x="10044" y="25862"/>
                  </a:lnTo>
                  <a:lnTo>
                    <a:pt x="10107" y="25821"/>
                  </a:lnTo>
                  <a:lnTo>
                    <a:pt x="10149" y="25800"/>
                  </a:lnTo>
                  <a:lnTo>
                    <a:pt x="10211" y="25841"/>
                  </a:lnTo>
                  <a:lnTo>
                    <a:pt x="10295" y="25841"/>
                  </a:lnTo>
                  <a:lnTo>
                    <a:pt x="10358" y="25800"/>
                  </a:lnTo>
                  <a:lnTo>
                    <a:pt x="10400" y="25716"/>
                  </a:lnTo>
                  <a:lnTo>
                    <a:pt x="10421" y="25674"/>
                  </a:lnTo>
                  <a:lnTo>
                    <a:pt x="10421" y="25632"/>
                  </a:lnTo>
                  <a:lnTo>
                    <a:pt x="10358" y="25549"/>
                  </a:lnTo>
                  <a:lnTo>
                    <a:pt x="10316" y="25423"/>
                  </a:lnTo>
                  <a:lnTo>
                    <a:pt x="10295" y="25339"/>
                  </a:lnTo>
                  <a:lnTo>
                    <a:pt x="10337" y="25297"/>
                  </a:lnTo>
                  <a:lnTo>
                    <a:pt x="10358" y="25318"/>
                  </a:lnTo>
                  <a:lnTo>
                    <a:pt x="10400" y="25423"/>
                  </a:lnTo>
                  <a:lnTo>
                    <a:pt x="10442" y="25423"/>
                  </a:lnTo>
                  <a:lnTo>
                    <a:pt x="10525" y="25339"/>
                  </a:lnTo>
                  <a:lnTo>
                    <a:pt x="10546" y="25256"/>
                  </a:lnTo>
                  <a:lnTo>
                    <a:pt x="10609" y="25193"/>
                  </a:lnTo>
                  <a:lnTo>
                    <a:pt x="10630" y="25130"/>
                  </a:lnTo>
                  <a:lnTo>
                    <a:pt x="10546" y="25046"/>
                  </a:lnTo>
                  <a:lnTo>
                    <a:pt x="10546" y="25005"/>
                  </a:lnTo>
                  <a:lnTo>
                    <a:pt x="10609" y="24942"/>
                  </a:lnTo>
                  <a:lnTo>
                    <a:pt x="10651" y="24921"/>
                  </a:lnTo>
                  <a:lnTo>
                    <a:pt x="10672" y="24942"/>
                  </a:lnTo>
                  <a:lnTo>
                    <a:pt x="10672" y="24984"/>
                  </a:lnTo>
                  <a:lnTo>
                    <a:pt x="10735" y="25046"/>
                  </a:lnTo>
                  <a:lnTo>
                    <a:pt x="10839" y="25088"/>
                  </a:lnTo>
                  <a:lnTo>
                    <a:pt x="10881" y="25109"/>
                  </a:lnTo>
                  <a:lnTo>
                    <a:pt x="10839" y="25172"/>
                  </a:lnTo>
                  <a:lnTo>
                    <a:pt x="10755" y="25214"/>
                  </a:lnTo>
                  <a:lnTo>
                    <a:pt x="10714" y="25318"/>
                  </a:lnTo>
                  <a:lnTo>
                    <a:pt x="10714" y="25402"/>
                  </a:lnTo>
                  <a:lnTo>
                    <a:pt x="10839" y="25549"/>
                  </a:lnTo>
                  <a:lnTo>
                    <a:pt x="10881" y="25590"/>
                  </a:lnTo>
                  <a:lnTo>
                    <a:pt x="10923" y="25507"/>
                  </a:lnTo>
                  <a:lnTo>
                    <a:pt x="10923" y="25444"/>
                  </a:lnTo>
                  <a:lnTo>
                    <a:pt x="10944" y="25381"/>
                  </a:lnTo>
                  <a:lnTo>
                    <a:pt x="10965" y="25277"/>
                  </a:lnTo>
                  <a:lnTo>
                    <a:pt x="10986" y="25277"/>
                  </a:lnTo>
                  <a:lnTo>
                    <a:pt x="11027" y="25318"/>
                  </a:lnTo>
                  <a:lnTo>
                    <a:pt x="10986" y="25402"/>
                  </a:lnTo>
                  <a:lnTo>
                    <a:pt x="10986" y="25444"/>
                  </a:lnTo>
                  <a:lnTo>
                    <a:pt x="11048" y="25549"/>
                  </a:lnTo>
                  <a:lnTo>
                    <a:pt x="11132" y="25590"/>
                  </a:lnTo>
                  <a:lnTo>
                    <a:pt x="11195" y="25528"/>
                  </a:lnTo>
                  <a:lnTo>
                    <a:pt x="11279" y="25528"/>
                  </a:lnTo>
                  <a:lnTo>
                    <a:pt x="11299" y="25486"/>
                  </a:lnTo>
                  <a:lnTo>
                    <a:pt x="11299" y="25423"/>
                  </a:lnTo>
                  <a:lnTo>
                    <a:pt x="11341" y="25381"/>
                  </a:lnTo>
                  <a:lnTo>
                    <a:pt x="11362" y="25381"/>
                  </a:lnTo>
                  <a:lnTo>
                    <a:pt x="11383" y="25402"/>
                  </a:lnTo>
                  <a:lnTo>
                    <a:pt x="11362" y="25444"/>
                  </a:lnTo>
                  <a:lnTo>
                    <a:pt x="11362" y="25507"/>
                  </a:lnTo>
                  <a:lnTo>
                    <a:pt x="11404" y="25549"/>
                  </a:lnTo>
                  <a:lnTo>
                    <a:pt x="11488" y="25549"/>
                  </a:lnTo>
                  <a:lnTo>
                    <a:pt x="11571" y="25444"/>
                  </a:lnTo>
                  <a:lnTo>
                    <a:pt x="11718" y="25339"/>
                  </a:lnTo>
                  <a:lnTo>
                    <a:pt x="11781" y="25339"/>
                  </a:lnTo>
                  <a:lnTo>
                    <a:pt x="11823" y="25318"/>
                  </a:lnTo>
                  <a:lnTo>
                    <a:pt x="11823" y="25235"/>
                  </a:lnTo>
                  <a:lnTo>
                    <a:pt x="11781" y="25172"/>
                  </a:lnTo>
                  <a:lnTo>
                    <a:pt x="11718" y="25130"/>
                  </a:lnTo>
                  <a:lnTo>
                    <a:pt x="11676" y="25088"/>
                  </a:lnTo>
                  <a:lnTo>
                    <a:pt x="11697" y="25067"/>
                  </a:lnTo>
                  <a:lnTo>
                    <a:pt x="11760" y="25067"/>
                  </a:lnTo>
                  <a:lnTo>
                    <a:pt x="11781" y="25109"/>
                  </a:lnTo>
                  <a:lnTo>
                    <a:pt x="11885" y="25172"/>
                  </a:lnTo>
                  <a:lnTo>
                    <a:pt x="11927" y="25172"/>
                  </a:lnTo>
                  <a:lnTo>
                    <a:pt x="11927" y="25088"/>
                  </a:lnTo>
                  <a:lnTo>
                    <a:pt x="11990" y="25088"/>
                  </a:lnTo>
                  <a:lnTo>
                    <a:pt x="12011" y="25130"/>
                  </a:lnTo>
                  <a:lnTo>
                    <a:pt x="12011" y="25193"/>
                  </a:lnTo>
                  <a:lnTo>
                    <a:pt x="12032" y="25214"/>
                  </a:lnTo>
                  <a:lnTo>
                    <a:pt x="12095" y="25193"/>
                  </a:lnTo>
                  <a:lnTo>
                    <a:pt x="12220" y="25046"/>
                  </a:lnTo>
                  <a:lnTo>
                    <a:pt x="12241" y="25025"/>
                  </a:lnTo>
                  <a:lnTo>
                    <a:pt x="12241" y="25005"/>
                  </a:lnTo>
                  <a:lnTo>
                    <a:pt x="12283" y="24921"/>
                  </a:lnTo>
                  <a:lnTo>
                    <a:pt x="12304" y="24879"/>
                  </a:lnTo>
                  <a:lnTo>
                    <a:pt x="12346" y="24837"/>
                  </a:lnTo>
                  <a:lnTo>
                    <a:pt x="12346" y="24837"/>
                  </a:lnTo>
                  <a:lnTo>
                    <a:pt x="12325" y="24900"/>
                  </a:lnTo>
                  <a:lnTo>
                    <a:pt x="12346" y="24942"/>
                  </a:lnTo>
                  <a:lnTo>
                    <a:pt x="12387" y="24984"/>
                  </a:lnTo>
                  <a:lnTo>
                    <a:pt x="12429" y="24942"/>
                  </a:lnTo>
                  <a:lnTo>
                    <a:pt x="12513" y="24837"/>
                  </a:lnTo>
                  <a:lnTo>
                    <a:pt x="12534" y="24774"/>
                  </a:lnTo>
                  <a:lnTo>
                    <a:pt x="12513" y="24691"/>
                  </a:lnTo>
                  <a:lnTo>
                    <a:pt x="12513" y="24607"/>
                  </a:lnTo>
                  <a:lnTo>
                    <a:pt x="12639" y="24481"/>
                  </a:lnTo>
                  <a:lnTo>
                    <a:pt x="12722" y="24460"/>
                  </a:lnTo>
                  <a:lnTo>
                    <a:pt x="12764" y="24398"/>
                  </a:lnTo>
                  <a:lnTo>
                    <a:pt x="12743" y="24356"/>
                  </a:lnTo>
                  <a:lnTo>
                    <a:pt x="12722" y="24293"/>
                  </a:lnTo>
                  <a:lnTo>
                    <a:pt x="12722" y="24272"/>
                  </a:lnTo>
                  <a:lnTo>
                    <a:pt x="12764" y="24293"/>
                  </a:lnTo>
                  <a:lnTo>
                    <a:pt x="12827" y="24314"/>
                  </a:lnTo>
                  <a:lnTo>
                    <a:pt x="12869" y="24314"/>
                  </a:lnTo>
                  <a:lnTo>
                    <a:pt x="12911" y="24251"/>
                  </a:lnTo>
                  <a:lnTo>
                    <a:pt x="12869" y="24188"/>
                  </a:lnTo>
                  <a:lnTo>
                    <a:pt x="12827" y="24147"/>
                  </a:lnTo>
                  <a:lnTo>
                    <a:pt x="12869" y="24168"/>
                  </a:lnTo>
                  <a:lnTo>
                    <a:pt x="12931" y="24209"/>
                  </a:lnTo>
                  <a:lnTo>
                    <a:pt x="12931" y="24168"/>
                  </a:lnTo>
                  <a:lnTo>
                    <a:pt x="12952" y="24084"/>
                  </a:lnTo>
                  <a:lnTo>
                    <a:pt x="13036" y="24084"/>
                  </a:lnTo>
                  <a:lnTo>
                    <a:pt x="13120" y="24042"/>
                  </a:lnTo>
                  <a:lnTo>
                    <a:pt x="13120" y="23958"/>
                  </a:lnTo>
                  <a:lnTo>
                    <a:pt x="13120" y="23937"/>
                  </a:lnTo>
                  <a:lnTo>
                    <a:pt x="13141" y="23875"/>
                  </a:lnTo>
                  <a:lnTo>
                    <a:pt x="13224" y="23875"/>
                  </a:lnTo>
                  <a:lnTo>
                    <a:pt x="13266" y="23854"/>
                  </a:lnTo>
                  <a:lnTo>
                    <a:pt x="13350" y="23749"/>
                  </a:lnTo>
                  <a:lnTo>
                    <a:pt x="13434" y="23707"/>
                  </a:lnTo>
                  <a:lnTo>
                    <a:pt x="13476" y="23707"/>
                  </a:lnTo>
                  <a:lnTo>
                    <a:pt x="13496" y="23728"/>
                  </a:lnTo>
                  <a:lnTo>
                    <a:pt x="13580" y="23707"/>
                  </a:lnTo>
                  <a:lnTo>
                    <a:pt x="13643" y="23624"/>
                  </a:lnTo>
                  <a:lnTo>
                    <a:pt x="13664" y="23477"/>
                  </a:lnTo>
                  <a:lnTo>
                    <a:pt x="13643" y="23352"/>
                  </a:lnTo>
                  <a:lnTo>
                    <a:pt x="13580" y="23352"/>
                  </a:lnTo>
                  <a:lnTo>
                    <a:pt x="13559" y="23331"/>
                  </a:lnTo>
                  <a:lnTo>
                    <a:pt x="13580" y="23247"/>
                  </a:lnTo>
                  <a:lnTo>
                    <a:pt x="13580" y="23142"/>
                  </a:lnTo>
                  <a:lnTo>
                    <a:pt x="13559" y="23059"/>
                  </a:lnTo>
                  <a:lnTo>
                    <a:pt x="13496" y="23017"/>
                  </a:lnTo>
                  <a:lnTo>
                    <a:pt x="13476" y="22912"/>
                  </a:lnTo>
                  <a:lnTo>
                    <a:pt x="13455" y="22870"/>
                  </a:lnTo>
                  <a:lnTo>
                    <a:pt x="13455" y="22787"/>
                  </a:lnTo>
                  <a:lnTo>
                    <a:pt x="13496" y="22787"/>
                  </a:lnTo>
                  <a:lnTo>
                    <a:pt x="13559" y="22808"/>
                  </a:lnTo>
                  <a:lnTo>
                    <a:pt x="13580" y="22912"/>
                  </a:lnTo>
                  <a:lnTo>
                    <a:pt x="13643" y="22996"/>
                  </a:lnTo>
                  <a:lnTo>
                    <a:pt x="13643" y="23080"/>
                  </a:lnTo>
                  <a:lnTo>
                    <a:pt x="13685" y="23184"/>
                  </a:lnTo>
                  <a:lnTo>
                    <a:pt x="13748" y="23205"/>
                  </a:lnTo>
                  <a:lnTo>
                    <a:pt x="13789" y="23247"/>
                  </a:lnTo>
                  <a:lnTo>
                    <a:pt x="13768" y="23331"/>
                  </a:lnTo>
                  <a:lnTo>
                    <a:pt x="13789" y="23414"/>
                  </a:lnTo>
                  <a:lnTo>
                    <a:pt x="13873" y="23456"/>
                  </a:lnTo>
                  <a:lnTo>
                    <a:pt x="13915" y="23456"/>
                  </a:lnTo>
                  <a:lnTo>
                    <a:pt x="13915" y="23414"/>
                  </a:lnTo>
                  <a:lnTo>
                    <a:pt x="13957" y="23352"/>
                  </a:lnTo>
                  <a:lnTo>
                    <a:pt x="13999" y="23352"/>
                  </a:lnTo>
                  <a:lnTo>
                    <a:pt x="14061" y="23435"/>
                  </a:lnTo>
                  <a:lnTo>
                    <a:pt x="14229" y="23435"/>
                  </a:lnTo>
                  <a:lnTo>
                    <a:pt x="14292" y="23393"/>
                  </a:lnTo>
                  <a:lnTo>
                    <a:pt x="14312" y="23414"/>
                  </a:lnTo>
                  <a:lnTo>
                    <a:pt x="14375" y="23414"/>
                  </a:lnTo>
                  <a:lnTo>
                    <a:pt x="14438" y="23352"/>
                  </a:lnTo>
                  <a:lnTo>
                    <a:pt x="14480" y="23289"/>
                  </a:lnTo>
                  <a:lnTo>
                    <a:pt x="14522" y="23289"/>
                  </a:lnTo>
                  <a:lnTo>
                    <a:pt x="14522" y="23226"/>
                  </a:lnTo>
                  <a:lnTo>
                    <a:pt x="14584" y="23205"/>
                  </a:lnTo>
                  <a:lnTo>
                    <a:pt x="14626" y="23226"/>
                  </a:lnTo>
                  <a:lnTo>
                    <a:pt x="14731" y="23352"/>
                  </a:lnTo>
                  <a:lnTo>
                    <a:pt x="14752" y="23414"/>
                  </a:lnTo>
                  <a:lnTo>
                    <a:pt x="14815" y="23414"/>
                  </a:lnTo>
                  <a:lnTo>
                    <a:pt x="14856" y="23352"/>
                  </a:lnTo>
                  <a:lnTo>
                    <a:pt x="14919" y="23331"/>
                  </a:lnTo>
                  <a:lnTo>
                    <a:pt x="14919" y="23226"/>
                  </a:lnTo>
                  <a:lnTo>
                    <a:pt x="14940" y="23226"/>
                  </a:lnTo>
                  <a:lnTo>
                    <a:pt x="14961" y="23247"/>
                  </a:lnTo>
                  <a:lnTo>
                    <a:pt x="15024" y="23247"/>
                  </a:lnTo>
                  <a:lnTo>
                    <a:pt x="15024" y="23205"/>
                  </a:lnTo>
                  <a:lnTo>
                    <a:pt x="15066" y="23205"/>
                  </a:lnTo>
                  <a:lnTo>
                    <a:pt x="15108" y="23226"/>
                  </a:lnTo>
                  <a:lnTo>
                    <a:pt x="15170" y="23226"/>
                  </a:lnTo>
                  <a:lnTo>
                    <a:pt x="15212" y="23184"/>
                  </a:lnTo>
                  <a:lnTo>
                    <a:pt x="15212" y="23121"/>
                  </a:lnTo>
                  <a:lnTo>
                    <a:pt x="15254" y="23100"/>
                  </a:lnTo>
                  <a:lnTo>
                    <a:pt x="15338" y="23100"/>
                  </a:lnTo>
                  <a:lnTo>
                    <a:pt x="15359" y="23080"/>
                  </a:lnTo>
                  <a:lnTo>
                    <a:pt x="15359" y="23017"/>
                  </a:lnTo>
                  <a:lnTo>
                    <a:pt x="15380" y="23017"/>
                  </a:lnTo>
                  <a:lnTo>
                    <a:pt x="15380" y="23080"/>
                  </a:lnTo>
                  <a:lnTo>
                    <a:pt x="15442" y="23100"/>
                  </a:lnTo>
                  <a:lnTo>
                    <a:pt x="15484" y="23038"/>
                  </a:lnTo>
                  <a:lnTo>
                    <a:pt x="15526" y="22975"/>
                  </a:lnTo>
                  <a:lnTo>
                    <a:pt x="15547" y="22975"/>
                  </a:lnTo>
                  <a:lnTo>
                    <a:pt x="15589" y="23038"/>
                  </a:lnTo>
                  <a:lnTo>
                    <a:pt x="15652" y="23080"/>
                  </a:lnTo>
                  <a:lnTo>
                    <a:pt x="15693" y="22975"/>
                  </a:lnTo>
                  <a:lnTo>
                    <a:pt x="15735" y="22975"/>
                  </a:lnTo>
                  <a:lnTo>
                    <a:pt x="15756" y="23017"/>
                  </a:lnTo>
                  <a:lnTo>
                    <a:pt x="15798" y="23038"/>
                  </a:lnTo>
                  <a:lnTo>
                    <a:pt x="15861" y="23038"/>
                  </a:lnTo>
                  <a:lnTo>
                    <a:pt x="15882" y="22975"/>
                  </a:lnTo>
                  <a:lnTo>
                    <a:pt x="15944" y="22933"/>
                  </a:lnTo>
                  <a:lnTo>
                    <a:pt x="16007" y="22933"/>
                  </a:lnTo>
                  <a:lnTo>
                    <a:pt x="16112" y="22891"/>
                  </a:lnTo>
                  <a:lnTo>
                    <a:pt x="16175" y="22891"/>
                  </a:lnTo>
                  <a:lnTo>
                    <a:pt x="16196" y="22933"/>
                  </a:lnTo>
                  <a:lnTo>
                    <a:pt x="16258" y="22933"/>
                  </a:lnTo>
                  <a:lnTo>
                    <a:pt x="16279" y="22870"/>
                  </a:lnTo>
                  <a:lnTo>
                    <a:pt x="16321" y="22808"/>
                  </a:lnTo>
                  <a:lnTo>
                    <a:pt x="16426" y="22808"/>
                  </a:lnTo>
                  <a:lnTo>
                    <a:pt x="16468" y="22766"/>
                  </a:lnTo>
                  <a:lnTo>
                    <a:pt x="16572" y="22724"/>
                  </a:lnTo>
                  <a:lnTo>
                    <a:pt x="16614" y="22703"/>
                  </a:lnTo>
                  <a:lnTo>
                    <a:pt x="16614" y="22661"/>
                  </a:lnTo>
                  <a:lnTo>
                    <a:pt x="16572" y="22577"/>
                  </a:lnTo>
                  <a:lnTo>
                    <a:pt x="16572" y="22515"/>
                  </a:lnTo>
                  <a:lnTo>
                    <a:pt x="16719" y="22577"/>
                  </a:lnTo>
                  <a:lnTo>
                    <a:pt x="16802" y="22619"/>
                  </a:lnTo>
                  <a:lnTo>
                    <a:pt x="16823" y="22682"/>
                  </a:lnTo>
                  <a:lnTo>
                    <a:pt x="16886" y="22703"/>
                  </a:lnTo>
                  <a:lnTo>
                    <a:pt x="16991" y="22619"/>
                  </a:lnTo>
                  <a:lnTo>
                    <a:pt x="16991" y="22536"/>
                  </a:lnTo>
                  <a:lnTo>
                    <a:pt x="16928" y="22515"/>
                  </a:lnTo>
                  <a:lnTo>
                    <a:pt x="16928" y="22473"/>
                  </a:lnTo>
                  <a:lnTo>
                    <a:pt x="17012" y="22431"/>
                  </a:lnTo>
                  <a:lnTo>
                    <a:pt x="17033" y="22494"/>
                  </a:lnTo>
                  <a:lnTo>
                    <a:pt x="17116" y="22515"/>
                  </a:lnTo>
                  <a:lnTo>
                    <a:pt x="17158" y="22410"/>
                  </a:lnTo>
                  <a:lnTo>
                    <a:pt x="17137" y="22326"/>
                  </a:lnTo>
                  <a:lnTo>
                    <a:pt x="17137" y="22264"/>
                  </a:lnTo>
                  <a:lnTo>
                    <a:pt x="17200" y="22264"/>
                  </a:lnTo>
                  <a:lnTo>
                    <a:pt x="17221" y="22305"/>
                  </a:lnTo>
                  <a:lnTo>
                    <a:pt x="17305" y="22326"/>
                  </a:lnTo>
                  <a:lnTo>
                    <a:pt x="17346" y="22284"/>
                  </a:lnTo>
                  <a:lnTo>
                    <a:pt x="17409" y="22264"/>
                  </a:lnTo>
                  <a:lnTo>
                    <a:pt x="17451" y="22264"/>
                  </a:lnTo>
                  <a:lnTo>
                    <a:pt x="17451" y="22180"/>
                  </a:lnTo>
                  <a:lnTo>
                    <a:pt x="17430" y="22117"/>
                  </a:lnTo>
                  <a:lnTo>
                    <a:pt x="17451" y="22096"/>
                  </a:lnTo>
                  <a:lnTo>
                    <a:pt x="17514" y="22117"/>
                  </a:lnTo>
                  <a:lnTo>
                    <a:pt x="17556" y="22180"/>
                  </a:lnTo>
                  <a:lnTo>
                    <a:pt x="17639" y="22159"/>
                  </a:lnTo>
                  <a:lnTo>
                    <a:pt x="17681" y="22096"/>
                  </a:lnTo>
                  <a:lnTo>
                    <a:pt x="17681" y="22012"/>
                  </a:lnTo>
                  <a:lnTo>
                    <a:pt x="17660" y="21992"/>
                  </a:lnTo>
                  <a:lnTo>
                    <a:pt x="17660" y="21950"/>
                  </a:lnTo>
                  <a:lnTo>
                    <a:pt x="17681" y="21908"/>
                  </a:lnTo>
                  <a:lnTo>
                    <a:pt x="17786" y="21908"/>
                  </a:lnTo>
                  <a:lnTo>
                    <a:pt x="17849" y="21950"/>
                  </a:lnTo>
                  <a:lnTo>
                    <a:pt x="17869" y="21887"/>
                  </a:lnTo>
                  <a:lnTo>
                    <a:pt x="17890" y="21845"/>
                  </a:lnTo>
                  <a:lnTo>
                    <a:pt x="17953" y="21866"/>
                  </a:lnTo>
                  <a:lnTo>
                    <a:pt x="17995" y="21908"/>
                  </a:lnTo>
                  <a:lnTo>
                    <a:pt x="18058" y="21950"/>
                  </a:lnTo>
                  <a:lnTo>
                    <a:pt x="18079" y="21908"/>
                  </a:lnTo>
                  <a:lnTo>
                    <a:pt x="18079" y="21866"/>
                  </a:lnTo>
                  <a:lnTo>
                    <a:pt x="18037" y="21803"/>
                  </a:lnTo>
                  <a:lnTo>
                    <a:pt x="18037" y="21761"/>
                  </a:lnTo>
                  <a:lnTo>
                    <a:pt x="18100" y="21699"/>
                  </a:lnTo>
                  <a:lnTo>
                    <a:pt x="18162" y="21740"/>
                  </a:lnTo>
                  <a:lnTo>
                    <a:pt x="18288" y="21699"/>
                  </a:lnTo>
                  <a:lnTo>
                    <a:pt x="18393" y="21636"/>
                  </a:lnTo>
                  <a:lnTo>
                    <a:pt x="18455" y="21531"/>
                  </a:lnTo>
                  <a:lnTo>
                    <a:pt x="18455" y="21489"/>
                  </a:lnTo>
                  <a:lnTo>
                    <a:pt x="18309" y="21552"/>
                  </a:lnTo>
                  <a:lnTo>
                    <a:pt x="18183" y="21552"/>
                  </a:lnTo>
                  <a:lnTo>
                    <a:pt x="18141" y="21531"/>
                  </a:lnTo>
                  <a:lnTo>
                    <a:pt x="17890" y="21531"/>
                  </a:lnTo>
                  <a:lnTo>
                    <a:pt x="17765" y="21489"/>
                  </a:lnTo>
                  <a:lnTo>
                    <a:pt x="17639" y="21447"/>
                  </a:lnTo>
                  <a:lnTo>
                    <a:pt x="17472" y="21427"/>
                  </a:lnTo>
                  <a:lnTo>
                    <a:pt x="17325" y="21280"/>
                  </a:lnTo>
                  <a:lnTo>
                    <a:pt x="17263" y="21238"/>
                  </a:lnTo>
                  <a:lnTo>
                    <a:pt x="17221" y="21238"/>
                  </a:lnTo>
                  <a:lnTo>
                    <a:pt x="17095" y="21301"/>
                  </a:lnTo>
                  <a:lnTo>
                    <a:pt x="17053" y="21259"/>
                  </a:lnTo>
                  <a:lnTo>
                    <a:pt x="17095" y="21217"/>
                  </a:lnTo>
                  <a:lnTo>
                    <a:pt x="17095" y="21175"/>
                  </a:lnTo>
                  <a:lnTo>
                    <a:pt x="17033" y="21238"/>
                  </a:lnTo>
                  <a:lnTo>
                    <a:pt x="16886" y="21343"/>
                  </a:lnTo>
                  <a:lnTo>
                    <a:pt x="16802" y="21385"/>
                  </a:lnTo>
                  <a:lnTo>
                    <a:pt x="16635" y="21385"/>
                  </a:lnTo>
                  <a:lnTo>
                    <a:pt x="16593" y="21427"/>
                  </a:lnTo>
                  <a:lnTo>
                    <a:pt x="16530" y="21385"/>
                  </a:lnTo>
                  <a:lnTo>
                    <a:pt x="16489" y="21364"/>
                  </a:lnTo>
                  <a:cubicBezTo>
                    <a:pt x="16489" y="21364"/>
                    <a:pt x="16426" y="21385"/>
                    <a:pt x="16405" y="21385"/>
                  </a:cubicBezTo>
                  <a:lnTo>
                    <a:pt x="16321" y="21385"/>
                  </a:lnTo>
                  <a:lnTo>
                    <a:pt x="16196" y="21531"/>
                  </a:lnTo>
                  <a:lnTo>
                    <a:pt x="16154" y="21594"/>
                  </a:lnTo>
                  <a:lnTo>
                    <a:pt x="16091" y="21531"/>
                  </a:lnTo>
                  <a:lnTo>
                    <a:pt x="16049" y="21489"/>
                  </a:lnTo>
                  <a:lnTo>
                    <a:pt x="15861" y="21489"/>
                  </a:lnTo>
                  <a:lnTo>
                    <a:pt x="15777" y="21468"/>
                  </a:lnTo>
                  <a:lnTo>
                    <a:pt x="15735" y="21489"/>
                  </a:lnTo>
                  <a:lnTo>
                    <a:pt x="15672" y="21447"/>
                  </a:lnTo>
                  <a:lnTo>
                    <a:pt x="15735" y="21364"/>
                  </a:lnTo>
                  <a:lnTo>
                    <a:pt x="15840" y="21364"/>
                  </a:lnTo>
                  <a:lnTo>
                    <a:pt x="15882" y="21427"/>
                  </a:lnTo>
                  <a:lnTo>
                    <a:pt x="15965" y="21447"/>
                  </a:lnTo>
                  <a:lnTo>
                    <a:pt x="16049" y="21385"/>
                  </a:lnTo>
                  <a:lnTo>
                    <a:pt x="16175" y="21364"/>
                  </a:lnTo>
                  <a:lnTo>
                    <a:pt x="16258" y="21280"/>
                  </a:lnTo>
                  <a:lnTo>
                    <a:pt x="16321" y="21280"/>
                  </a:lnTo>
                  <a:lnTo>
                    <a:pt x="16426" y="21322"/>
                  </a:lnTo>
                  <a:lnTo>
                    <a:pt x="16530" y="21280"/>
                  </a:lnTo>
                  <a:lnTo>
                    <a:pt x="16572" y="21238"/>
                  </a:lnTo>
                  <a:lnTo>
                    <a:pt x="16530" y="21175"/>
                  </a:lnTo>
                  <a:lnTo>
                    <a:pt x="16489" y="21175"/>
                  </a:lnTo>
                  <a:lnTo>
                    <a:pt x="16468" y="21134"/>
                  </a:lnTo>
                  <a:lnTo>
                    <a:pt x="16405" y="21134"/>
                  </a:lnTo>
                  <a:lnTo>
                    <a:pt x="16300" y="21155"/>
                  </a:lnTo>
                  <a:lnTo>
                    <a:pt x="16216" y="21134"/>
                  </a:lnTo>
                  <a:lnTo>
                    <a:pt x="16049" y="21134"/>
                  </a:lnTo>
                  <a:lnTo>
                    <a:pt x="15944" y="21155"/>
                  </a:lnTo>
                  <a:lnTo>
                    <a:pt x="15840" y="21155"/>
                  </a:lnTo>
                  <a:lnTo>
                    <a:pt x="15693" y="21134"/>
                  </a:lnTo>
                  <a:lnTo>
                    <a:pt x="15672" y="21071"/>
                  </a:lnTo>
                  <a:lnTo>
                    <a:pt x="15631" y="21050"/>
                  </a:lnTo>
                  <a:lnTo>
                    <a:pt x="15526" y="21071"/>
                  </a:lnTo>
                  <a:lnTo>
                    <a:pt x="15380" y="21071"/>
                  </a:lnTo>
                  <a:lnTo>
                    <a:pt x="15212" y="21175"/>
                  </a:lnTo>
                  <a:lnTo>
                    <a:pt x="15170" y="21155"/>
                  </a:lnTo>
                  <a:lnTo>
                    <a:pt x="15212" y="21071"/>
                  </a:lnTo>
                  <a:lnTo>
                    <a:pt x="15275" y="21008"/>
                  </a:lnTo>
                  <a:lnTo>
                    <a:pt x="15463" y="21008"/>
                  </a:lnTo>
                  <a:lnTo>
                    <a:pt x="15672" y="20903"/>
                  </a:lnTo>
                  <a:lnTo>
                    <a:pt x="15756" y="20841"/>
                  </a:lnTo>
                  <a:lnTo>
                    <a:pt x="15756" y="20757"/>
                  </a:lnTo>
                  <a:lnTo>
                    <a:pt x="15777" y="20715"/>
                  </a:lnTo>
                  <a:lnTo>
                    <a:pt x="15861" y="20715"/>
                  </a:lnTo>
                  <a:lnTo>
                    <a:pt x="15903" y="20694"/>
                  </a:lnTo>
                  <a:lnTo>
                    <a:pt x="15965" y="20611"/>
                  </a:lnTo>
                  <a:lnTo>
                    <a:pt x="15944" y="20548"/>
                  </a:lnTo>
                  <a:lnTo>
                    <a:pt x="15882" y="20506"/>
                  </a:lnTo>
                  <a:lnTo>
                    <a:pt x="15798" y="20485"/>
                  </a:lnTo>
                  <a:lnTo>
                    <a:pt x="15777" y="20443"/>
                  </a:lnTo>
                  <a:lnTo>
                    <a:pt x="15861" y="20401"/>
                  </a:lnTo>
                  <a:lnTo>
                    <a:pt x="15903" y="20401"/>
                  </a:lnTo>
                  <a:lnTo>
                    <a:pt x="15903" y="20422"/>
                  </a:lnTo>
                  <a:lnTo>
                    <a:pt x="15986" y="20443"/>
                  </a:lnTo>
                  <a:lnTo>
                    <a:pt x="16007" y="20422"/>
                  </a:lnTo>
                  <a:lnTo>
                    <a:pt x="15986" y="20380"/>
                  </a:lnTo>
                  <a:lnTo>
                    <a:pt x="15965" y="20339"/>
                  </a:lnTo>
                  <a:lnTo>
                    <a:pt x="15965" y="20234"/>
                  </a:lnTo>
                  <a:lnTo>
                    <a:pt x="16007" y="20276"/>
                  </a:lnTo>
                  <a:lnTo>
                    <a:pt x="16049" y="20318"/>
                  </a:lnTo>
                  <a:lnTo>
                    <a:pt x="16049" y="20401"/>
                  </a:lnTo>
                  <a:lnTo>
                    <a:pt x="16091" y="20506"/>
                  </a:lnTo>
                  <a:lnTo>
                    <a:pt x="16175" y="20548"/>
                  </a:lnTo>
                  <a:lnTo>
                    <a:pt x="16279" y="20527"/>
                  </a:lnTo>
                  <a:lnTo>
                    <a:pt x="16405" y="20527"/>
                  </a:lnTo>
                  <a:lnTo>
                    <a:pt x="16698" y="20401"/>
                  </a:lnTo>
                  <a:lnTo>
                    <a:pt x="16781" y="20401"/>
                  </a:lnTo>
                  <a:lnTo>
                    <a:pt x="16844" y="20380"/>
                  </a:lnTo>
                  <a:lnTo>
                    <a:pt x="16907" y="20297"/>
                  </a:lnTo>
                  <a:lnTo>
                    <a:pt x="16991" y="20276"/>
                  </a:lnTo>
                  <a:lnTo>
                    <a:pt x="17033" y="20171"/>
                  </a:lnTo>
                  <a:lnTo>
                    <a:pt x="16991" y="20067"/>
                  </a:lnTo>
                  <a:lnTo>
                    <a:pt x="16949" y="19983"/>
                  </a:lnTo>
                  <a:lnTo>
                    <a:pt x="16907" y="19983"/>
                  </a:lnTo>
                  <a:lnTo>
                    <a:pt x="16802" y="19920"/>
                  </a:lnTo>
                  <a:lnTo>
                    <a:pt x="16530" y="19857"/>
                  </a:lnTo>
                  <a:lnTo>
                    <a:pt x="16489" y="19857"/>
                  </a:lnTo>
                  <a:lnTo>
                    <a:pt x="16384" y="19899"/>
                  </a:lnTo>
                  <a:lnTo>
                    <a:pt x="16321" y="19857"/>
                  </a:lnTo>
                  <a:lnTo>
                    <a:pt x="16321" y="19732"/>
                  </a:lnTo>
                  <a:lnTo>
                    <a:pt x="16300" y="19690"/>
                  </a:lnTo>
                  <a:lnTo>
                    <a:pt x="16196" y="19753"/>
                  </a:lnTo>
                  <a:lnTo>
                    <a:pt x="16112" y="19753"/>
                  </a:lnTo>
                  <a:lnTo>
                    <a:pt x="16007" y="19815"/>
                  </a:lnTo>
                  <a:lnTo>
                    <a:pt x="15944" y="19815"/>
                  </a:lnTo>
                  <a:lnTo>
                    <a:pt x="15861" y="19774"/>
                  </a:lnTo>
                  <a:lnTo>
                    <a:pt x="15861" y="19690"/>
                  </a:lnTo>
                  <a:lnTo>
                    <a:pt x="15944" y="19753"/>
                  </a:lnTo>
                  <a:lnTo>
                    <a:pt x="16007" y="19690"/>
                  </a:lnTo>
                  <a:lnTo>
                    <a:pt x="16070" y="19648"/>
                  </a:lnTo>
                  <a:lnTo>
                    <a:pt x="16196" y="19648"/>
                  </a:lnTo>
                  <a:lnTo>
                    <a:pt x="16216" y="19585"/>
                  </a:lnTo>
                  <a:lnTo>
                    <a:pt x="16175" y="19523"/>
                  </a:lnTo>
                  <a:lnTo>
                    <a:pt x="16091" y="19418"/>
                  </a:lnTo>
                  <a:lnTo>
                    <a:pt x="16049" y="19376"/>
                  </a:lnTo>
                  <a:lnTo>
                    <a:pt x="15944" y="19376"/>
                  </a:lnTo>
                  <a:lnTo>
                    <a:pt x="15965" y="19355"/>
                  </a:lnTo>
                  <a:lnTo>
                    <a:pt x="16070" y="19292"/>
                  </a:lnTo>
                  <a:lnTo>
                    <a:pt x="16070" y="19251"/>
                  </a:lnTo>
                  <a:lnTo>
                    <a:pt x="16070" y="19146"/>
                  </a:lnTo>
                  <a:lnTo>
                    <a:pt x="16091" y="19104"/>
                  </a:lnTo>
                  <a:lnTo>
                    <a:pt x="16154" y="19167"/>
                  </a:lnTo>
                  <a:lnTo>
                    <a:pt x="16175" y="19313"/>
                  </a:lnTo>
                  <a:lnTo>
                    <a:pt x="16216" y="19355"/>
                  </a:lnTo>
                  <a:lnTo>
                    <a:pt x="16216" y="19418"/>
                  </a:lnTo>
                  <a:lnTo>
                    <a:pt x="16363" y="19543"/>
                  </a:lnTo>
                  <a:lnTo>
                    <a:pt x="16363" y="19585"/>
                  </a:lnTo>
                  <a:lnTo>
                    <a:pt x="16426" y="19669"/>
                  </a:lnTo>
                  <a:lnTo>
                    <a:pt x="16489" y="19690"/>
                  </a:lnTo>
                  <a:lnTo>
                    <a:pt x="16572" y="19669"/>
                  </a:lnTo>
                  <a:lnTo>
                    <a:pt x="16614" y="19648"/>
                  </a:lnTo>
                  <a:lnTo>
                    <a:pt x="16698" y="19690"/>
                  </a:lnTo>
                  <a:lnTo>
                    <a:pt x="16802" y="19669"/>
                  </a:lnTo>
                  <a:lnTo>
                    <a:pt x="16886" y="19648"/>
                  </a:lnTo>
                  <a:lnTo>
                    <a:pt x="16928" y="19690"/>
                  </a:lnTo>
                  <a:lnTo>
                    <a:pt x="16928" y="19774"/>
                  </a:lnTo>
                  <a:lnTo>
                    <a:pt x="17116" y="20004"/>
                  </a:lnTo>
                  <a:lnTo>
                    <a:pt x="17200" y="20067"/>
                  </a:lnTo>
                  <a:lnTo>
                    <a:pt x="17221" y="20004"/>
                  </a:lnTo>
                  <a:lnTo>
                    <a:pt x="17325" y="19983"/>
                  </a:lnTo>
                  <a:lnTo>
                    <a:pt x="17346" y="19983"/>
                  </a:lnTo>
                  <a:lnTo>
                    <a:pt x="17367" y="20025"/>
                  </a:lnTo>
                  <a:lnTo>
                    <a:pt x="17346" y="20108"/>
                  </a:lnTo>
                  <a:lnTo>
                    <a:pt x="17325" y="20213"/>
                  </a:lnTo>
                  <a:lnTo>
                    <a:pt x="17346" y="20339"/>
                  </a:lnTo>
                  <a:lnTo>
                    <a:pt x="17409" y="20422"/>
                  </a:lnTo>
                  <a:lnTo>
                    <a:pt x="17451" y="20527"/>
                  </a:lnTo>
                  <a:lnTo>
                    <a:pt x="17472" y="20715"/>
                  </a:lnTo>
                  <a:lnTo>
                    <a:pt x="17535" y="20757"/>
                  </a:lnTo>
                  <a:lnTo>
                    <a:pt x="17618" y="20841"/>
                  </a:lnTo>
                  <a:lnTo>
                    <a:pt x="17681" y="21029"/>
                  </a:lnTo>
                  <a:lnTo>
                    <a:pt x="17828" y="21134"/>
                  </a:lnTo>
                  <a:lnTo>
                    <a:pt x="17869" y="21175"/>
                  </a:lnTo>
                  <a:lnTo>
                    <a:pt x="17953" y="21155"/>
                  </a:lnTo>
                  <a:lnTo>
                    <a:pt x="18037" y="21134"/>
                  </a:lnTo>
                  <a:lnTo>
                    <a:pt x="18100" y="21134"/>
                  </a:lnTo>
                  <a:lnTo>
                    <a:pt x="18141" y="21113"/>
                  </a:lnTo>
                  <a:lnTo>
                    <a:pt x="18141" y="21029"/>
                  </a:lnTo>
                  <a:lnTo>
                    <a:pt x="18141" y="20903"/>
                  </a:lnTo>
                  <a:lnTo>
                    <a:pt x="18141" y="20757"/>
                  </a:lnTo>
                  <a:lnTo>
                    <a:pt x="18162" y="20652"/>
                  </a:lnTo>
                  <a:lnTo>
                    <a:pt x="18183" y="20611"/>
                  </a:lnTo>
                  <a:lnTo>
                    <a:pt x="18204" y="20611"/>
                  </a:lnTo>
                  <a:lnTo>
                    <a:pt x="18246" y="20652"/>
                  </a:lnTo>
                  <a:lnTo>
                    <a:pt x="18204" y="20736"/>
                  </a:lnTo>
                  <a:lnTo>
                    <a:pt x="18204" y="20820"/>
                  </a:lnTo>
                  <a:lnTo>
                    <a:pt x="18267" y="20924"/>
                  </a:lnTo>
                  <a:lnTo>
                    <a:pt x="18204" y="21008"/>
                  </a:lnTo>
                  <a:lnTo>
                    <a:pt x="18204" y="21071"/>
                  </a:lnTo>
                  <a:lnTo>
                    <a:pt x="18267" y="21113"/>
                  </a:lnTo>
                  <a:lnTo>
                    <a:pt x="18309" y="21071"/>
                  </a:lnTo>
                  <a:lnTo>
                    <a:pt x="18393" y="21050"/>
                  </a:lnTo>
                  <a:lnTo>
                    <a:pt x="18455" y="21071"/>
                  </a:lnTo>
                  <a:lnTo>
                    <a:pt x="18476" y="21134"/>
                  </a:lnTo>
                  <a:lnTo>
                    <a:pt x="18455" y="21175"/>
                  </a:lnTo>
                  <a:lnTo>
                    <a:pt x="18476" y="21217"/>
                  </a:lnTo>
                  <a:lnTo>
                    <a:pt x="18581" y="21217"/>
                  </a:lnTo>
                  <a:lnTo>
                    <a:pt x="18623" y="21155"/>
                  </a:lnTo>
                  <a:lnTo>
                    <a:pt x="18623" y="21071"/>
                  </a:lnTo>
                  <a:lnTo>
                    <a:pt x="18602" y="21008"/>
                  </a:lnTo>
                  <a:lnTo>
                    <a:pt x="18602" y="20820"/>
                  </a:lnTo>
                  <a:lnTo>
                    <a:pt x="18623" y="20736"/>
                  </a:lnTo>
                  <a:lnTo>
                    <a:pt x="18623" y="20631"/>
                  </a:lnTo>
                  <a:lnTo>
                    <a:pt x="18665" y="20590"/>
                  </a:lnTo>
                  <a:lnTo>
                    <a:pt x="18623" y="20527"/>
                  </a:lnTo>
                  <a:lnTo>
                    <a:pt x="18581" y="20527"/>
                  </a:lnTo>
                  <a:lnTo>
                    <a:pt x="18602" y="20485"/>
                  </a:lnTo>
                  <a:lnTo>
                    <a:pt x="18623" y="20422"/>
                  </a:lnTo>
                  <a:lnTo>
                    <a:pt x="18602" y="20401"/>
                  </a:lnTo>
                  <a:lnTo>
                    <a:pt x="18497" y="20443"/>
                  </a:lnTo>
                  <a:lnTo>
                    <a:pt x="18497" y="20401"/>
                  </a:lnTo>
                  <a:lnTo>
                    <a:pt x="18518" y="20339"/>
                  </a:lnTo>
                  <a:lnTo>
                    <a:pt x="18623" y="20318"/>
                  </a:lnTo>
                  <a:lnTo>
                    <a:pt x="18685" y="20276"/>
                  </a:lnTo>
                  <a:lnTo>
                    <a:pt x="18685" y="20171"/>
                  </a:lnTo>
                  <a:lnTo>
                    <a:pt x="18665" y="20108"/>
                  </a:lnTo>
                  <a:lnTo>
                    <a:pt x="18602" y="20129"/>
                  </a:lnTo>
                  <a:lnTo>
                    <a:pt x="18581" y="20087"/>
                  </a:lnTo>
                  <a:lnTo>
                    <a:pt x="18623" y="20004"/>
                  </a:lnTo>
                  <a:lnTo>
                    <a:pt x="18685" y="19899"/>
                  </a:lnTo>
                  <a:lnTo>
                    <a:pt x="18685" y="19857"/>
                  </a:lnTo>
                  <a:lnTo>
                    <a:pt x="18623" y="19857"/>
                  </a:lnTo>
                  <a:lnTo>
                    <a:pt x="18560" y="19899"/>
                  </a:lnTo>
                  <a:lnTo>
                    <a:pt x="18476" y="20025"/>
                  </a:lnTo>
                  <a:lnTo>
                    <a:pt x="18455" y="20171"/>
                  </a:lnTo>
                  <a:lnTo>
                    <a:pt x="18393" y="20192"/>
                  </a:lnTo>
                  <a:lnTo>
                    <a:pt x="18393" y="20129"/>
                  </a:lnTo>
                  <a:lnTo>
                    <a:pt x="18413" y="20004"/>
                  </a:lnTo>
                  <a:lnTo>
                    <a:pt x="18413" y="19962"/>
                  </a:lnTo>
                  <a:lnTo>
                    <a:pt x="18393" y="19899"/>
                  </a:lnTo>
                  <a:lnTo>
                    <a:pt x="18393" y="19857"/>
                  </a:lnTo>
                  <a:lnTo>
                    <a:pt x="18413" y="19774"/>
                  </a:lnTo>
                  <a:lnTo>
                    <a:pt x="18497" y="19690"/>
                  </a:lnTo>
                  <a:lnTo>
                    <a:pt x="18581" y="19648"/>
                  </a:lnTo>
                  <a:lnTo>
                    <a:pt x="18602" y="19564"/>
                  </a:lnTo>
                  <a:lnTo>
                    <a:pt x="18560" y="19502"/>
                  </a:lnTo>
                  <a:lnTo>
                    <a:pt x="18476" y="19502"/>
                  </a:lnTo>
                  <a:lnTo>
                    <a:pt x="18413" y="19564"/>
                  </a:lnTo>
                  <a:lnTo>
                    <a:pt x="18393" y="19606"/>
                  </a:lnTo>
                  <a:lnTo>
                    <a:pt x="18372" y="19648"/>
                  </a:lnTo>
                  <a:lnTo>
                    <a:pt x="18393" y="19543"/>
                  </a:lnTo>
                  <a:lnTo>
                    <a:pt x="18413" y="19481"/>
                  </a:lnTo>
                  <a:lnTo>
                    <a:pt x="18393" y="19460"/>
                  </a:lnTo>
                  <a:lnTo>
                    <a:pt x="18351" y="19481"/>
                  </a:lnTo>
                  <a:lnTo>
                    <a:pt x="18246" y="19564"/>
                  </a:lnTo>
                  <a:lnTo>
                    <a:pt x="18162" y="19648"/>
                  </a:lnTo>
                  <a:lnTo>
                    <a:pt x="18162" y="19606"/>
                  </a:lnTo>
                  <a:lnTo>
                    <a:pt x="18183" y="19543"/>
                  </a:lnTo>
                  <a:lnTo>
                    <a:pt x="18246" y="19460"/>
                  </a:lnTo>
                  <a:lnTo>
                    <a:pt x="18288" y="19397"/>
                  </a:lnTo>
                  <a:lnTo>
                    <a:pt x="18351" y="19292"/>
                  </a:lnTo>
                  <a:lnTo>
                    <a:pt x="18351" y="19271"/>
                  </a:lnTo>
                  <a:lnTo>
                    <a:pt x="18288" y="19230"/>
                  </a:lnTo>
                  <a:lnTo>
                    <a:pt x="18267" y="19167"/>
                  </a:lnTo>
                  <a:lnTo>
                    <a:pt x="18204" y="19167"/>
                  </a:lnTo>
                  <a:lnTo>
                    <a:pt x="18162" y="19125"/>
                  </a:lnTo>
                  <a:lnTo>
                    <a:pt x="18141" y="19041"/>
                  </a:lnTo>
                  <a:lnTo>
                    <a:pt x="18079" y="19020"/>
                  </a:lnTo>
                  <a:lnTo>
                    <a:pt x="17995" y="18937"/>
                  </a:lnTo>
                  <a:lnTo>
                    <a:pt x="17953" y="18937"/>
                  </a:lnTo>
                  <a:lnTo>
                    <a:pt x="17932" y="18916"/>
                  </a:lnTo>
                  <a:lnTo>
                    <a:pt x="17869" y="18916"/>
                  </a:lnTo>
                  <a:lnTo>
                    <a:pt x="17869" y="18853"/>
                  </a:lnTo>
                  <a:lnTo>
                    <a:pt x="17849" y="18811"/>
                  </a:lnTo>
                  <a:lnTo>
                    <a:pt x="17660" y="18665"/>
                  </a:lnTo>
                  <a:lnTo>
                    <a:pt x="17639" y="18623"/>
                  </a:lnTo>
                  <a:lnTo>
                    <a:pt x="17535" y="18560"/>
                  </a:lnTo>
                  <a:lnTo>
                    <a:pt x="17430" y="18560"/>
                  </a:lnTo>
                  <a:lnTo>
                    <a:pt x="17325" y="18602"/>
                  </a:lnTo>
                  <a:lnTo>
                    <a:pt x="17242" y="18707"/>
                  </a:lnTo>
                  <a:lnTo>
                    <a:pt x="17242" y="18644"/>
                  </a:lnTo>
                  <a:lnTo>
                    <a:pt x="17221" y="18560"/>
                  </a:lnTo>
                  <a:lnTo>
                    <a:pt x="17053" y="18518"/>
                  </a:lnTo>
                  <a:lnTo>
                    <a:pt x="16949" y="18518"/>
                  </a:lnTo>
                  <a:lnTo>
                    <a:pt x="16844" y="18539"/>
                  </a:lnTo>
                  <a:lnTo>
                    <a:pt x="16823" y="18518"/>
                  </a:lnTo>
                  <a:lnTo>
                    <a:pt x="16907" y="18434"/>
                  </a:lnTo>
                  <a:lnTo>
                    <a:pt x="16949" y="18476"/>
                  </a:lnTo>
                  <a:lnTo>
                    <a:pt x="17137" y="18476"/>
                  </a:lnTo>
                  <a:lnTo>
                    <a:pt x="17221" y="18497"/>
                  </a:lnTo>
                  <a:lnTo>
                    <a:pt x="17325" y="18497"/>
                  </a:lnTo>
                  <a:lnTo>
                    <a:pt x="17430" y="18476"/>
                  </a:lnTo>
                  <a:lnTo>
                    <a:pt x="17472" y="18393"/>
                  </a:lnTo>
                  <a:lnTo>
                    <a:pt x="17514" y="18204"/>
                  </a:lnTo>
                  <a:lnTo>
                    <a:pt x="17472" y="18121"/>
                  </a:lnTo>
                  <a:lnTo>
                    <a:pt x="17451" y="18100"/>
                  </a:lnTo>
                  <a:lnTo>
                    <a:pt x="17409" y="18100"/>
                  </a:lnTo>
                  <a:lnTo>
                    <a:pt x="17263" y="17995"/>
                  </a:lnTo>
                  <a:lnTo>
                    <a:pt x="17221" y="17974"/>
                  </a:lnTo>
                  <a:lnTo>
                    <a:pt x="17158" y="17974"/>
                  </a:lnTo>
                  <a:lnTo>
                    <a:pt x="17053" y="18058"/>
                  </a:lnTo>
                  <a:lnTo>
                    <a:pt x="17012" y="18058"/>
                  </a:lnTo>
                  <a:lnTo>
                    <a:pt x="16928" y="18079"/>
                  </a:lnTo>
                  <a:lnTo>
                    <a:pt x="16886" y="18162"/>
                  </a:lnTo>
                  <a:lnTo>
                    <a:pt x="16844" y="18162"/>
                  </a:lnTo>
                  <a:lnTo>
                    <a:pt x="16844" y="18079"/>
                  </a:lnTo>
                  <a:lnTo>
                    <a:pt x="16823" y="18016"/>
                  </a:lnTo>
                  <a:lnTo>
                    <a:pt x="16781" y="18016"/>
                  </a:lnTo>
                  <a:lnTo>
                    <a:pt x="16635" y="18058"/>
                  </a:lnTo>
                  <a:lnTo>
                    <a:pt x="16593" y="18079"/>
                  </a:lnTo>
                  <a:lnTo>
                    <a:pt x="16530" y="18079"/>
                  </a:lnTo>
                  <a:lnTo>
                    <a:pt x="16572" y="18058"/>
                  </a:lnTo>
                  <a:lnTo>
                    <a:pt x="16677" y="17995"/>
                  </a:lnTo>
                  <a:lnTo>
                    <a:pt x="16781" y="17974"/>
                  </a:lnTo>
                  <a:lnTo>
                    <a:pt x="16802" y="17911"/>
                  </a:lnTo>
                  <a:lnTo>
                    <a:pt x="16781" y="17870"/>
                  </a:lnTo>
                  <a:lnTo>
                    <a:pt x="16719" y="17849"/>
                  </a:lnTo>
                  <a:lnTo>
                    <a:pt x="16677" y="17870"/>
                  </a:lnTo>
                  <a:lnTo>
                    <a:pt x="16719" y="17807"/>
                  </a:lnTo>
                  <a:lnTo>
                    <a:pt x="16781" y="17807"/>
                  </a:lnTo>
                  <a:lnTo>
                    <a:pt x="16823" y="17849"/>
                  </a:lnTo>
                  <a:lnTo>
                    <a:pt x="16928" y="17953"/>
                  </a:lnTo>
                  <a:lnTo>
                    <a:pt x="17012" y="17974"/>
                  </a:lnTo>
                  <a:lnTo>
                    <a:pt x="17095" y="17953"/>
                  </a:lnTo>
                  <a:lnTo>
                    <a:pt x="17200" y="17870"/>
                  </a:lnTo>
                  <a:lnTo>
                    <a:pt x="17367" y="17870"/>
                  </a:lnTo>
                  <a:lnTo>
                    <a:pt x="17430" y="17786"/>
                  </a:lnTo>
                  <a:lnTo>
                    <a:pt x="17472" y="17765"/>
                  </a:lnTo>
                  <a:lnTo>
                    <a:pt x="17514" y="17702"/>
                  </a:lnTo>
                  <a:lnTo>
                    <a:pt x="17472" y="17639"/>
                  </a:lnTo>
                  <a:lnTo>
                    <a:pt x="17409" y="17577"/>
                  </a:lnTo>
                  <a:lnTo>
                    <a:pt x="17263" y="17556"/>
                  </a:lnTo>
                  <a:lnTo>
                    <a:pt x="17200" y="17493"/>
                  </a:lnTo>
                  <a:lnTo>
                    <a:pt x="17137" y="17451"/>
                  </a:lnTo>
                  <a:lnTo>
                    <a:pt x="17033" y="17451"/>
                  </a:lnTo>
                  <a:lnTo>
                    <a:pt x="16928" y="17430"/>
                  </a:lnTo>
                  <a:lnTo>
                    <a:pt x="16844" y="17451"/>
                  </a:lnTo>
                  <a:lnTo>
                    <a:pt x="16823" y="17493"/>
                  </a:lnTo>
                  <a:lnTo>
                    <a:pt x="16740" y="17556"/>
                  </a:lnTo>
                  <a:lnTo>
                    <a:pt x="16677" y="17535"/>
                  </a:lnTo>
                  <a:lnTo>
                    <a:pt x="16593" y="17493"/>
                  </a:lnTo>
                  <a:lnTo>
                    <a:pt x="16489" y="17493"/>
                  </a:lnTo>
                  <a:lnTo>
                    <a:pt x="16468" y="17556"/>
                  </a:lnTo>
                  <a:lnTo>
                    <a:pt x="16426" y="17598"/>
                  </a:lnTo>
                  <a:lnTo>
                    <a:pt x="16384" y="17577"/>
                  </a:lnTo>
                  <a:lnTo>
                    <a:pt x="16321" y="17535"/>
                  </a:lnTo>
                  <a:lnTo>
                    <a:pt x="16300" y="17535"/>
                  </a:lnTo>
                  <a:lnTo>
                    <a:pt x="16279" y="17472"/>
                  </a:lnTo>
                  <a:lnTo>
                    <a:pt x="16321" y="17430"/>
                  </a:lnTo>
                  <a:lnTo>
                    <a:pt x="16426" y="17388"/>
                  </a:lnTo>
                  <a:lnTo>
                    <a:pt x="16572" y="17430"/>
                  </a:lnTo>
                  <a:lnTo>
                    <a:pt x="16740" y="17430"/>
                  </a:lnTo>
                  <a:lnTo>
                    <a:pt x="16802" y="17367"/>
                  </a:lnTo>
                  <a:lnTo>
                    <a:pt x="16802" y="17326"/>
                  </a:lnTo>
                  <a:lnTo>
                    <a:pt x="16740" y="17221"/>
                  </a:lnTo>
                  <a:lnTo>
                    <a:pt x="16635" y="17137"/>
                  </a:lnTo>
                  <a:lnTo>
                    <a:pt x="16530" y="17074"/>
                  </a:lnTo>
                  <a:lnTo>
                    <a:pt x="16489" y="17012"/>
                  </a:lnTo>
                  <a:lnTo>
                    <a:pt x="16489" y="16907"/>
                  </a:lnTo>
                  <a:lnTo>
                    <a:pt x="16509" y="16865"/>
                  </a:lnTo>
                  <a:lnTo>
                    <a:pt x="16572" y="16907"/>
                  </a:lnTo>
                  <a:lnTo>
                    <a:pt x="16593" y="16949"/>
                  </a:lnTo>
                  <a:lnTo>
                    <a:pt x="16593" y="17012"/>
                  </a:lnTo>
                  <a:lnTo>
                    <a:pt x="16677" y="17054"/>
                  </a:lnTo>
                  <a:lnTo>
                    <a:pt x="16802" y="17158"/>
                  </a:lnTo>
                  <a:lnTo>
                    <a:pt x="16823" y="17221"/>
                  </a:lnTo>
                  <a:lnTo>
                    <a:pt x="16886" y="17242"/>
                  </a:lnTo>
                  <a:lnTo>
                    <a:pt x="16928" y="17242"/>
                  </a:lnTo>
                  <a:lnTo>
                    <a:pt x="17012" y="17326"/>
                  </a:lnTo>
                  <a:lnTo>
                    <a:pt x="17095" y="17326"/>
                  </a:lnTo>
                  <a:lnTo>
                    <a:pt x="17200" y="17284"/>
                  </a:lnTo>
                  <a:lnTo>
                    <a:pt x="17263" y="17242"/>
                  </a:lnTo>
                  <a:lnTo>
                    <a:pt x="17346" y="17221"/>
                  </a:lnTo>
                  <a:lnTo>
                    <a:pt x="17409" y="17158"/>
                  </a:lnTo>
                  <a:lnTo>
                    <a:pt x="17472" y="17116"/>
                  </a:lnTo>
                  <a:lnTo>
                    <a:pt x="17556" y="17074"/>
                  </a:lnTo>
                  <a:lnTo>
                    <a:pt x="17606" y="17074"/>
                  </a:lnTo>
                  <a:lnTo>
                    <a:pt x="17618" y="17116"/>
                  </a:lnTo>
                  <a:lnTo>
                    <a:pt x="17618" y="17074"/>
                  </a:lnTo>
                  <a:lnTo>
                    <a:pt x="17618" y="17033"/>
                  </a:lnTo>
                  <a:lnTo>
                    <a:pt x="17577" y="16970"/>
                  </a:lnTo>
                  <a:lnTo>
                    <a:pt x="17588" y="17010"/>
                  </a:lnTo>
                  <a:lnTo>
                    <a:pt x="17472" y="16844"/>
                  </a:lnTo>
                  <a:lnTo>
                    <a:pt x="17409" y="16802"/>
                  </a:lnTo>
                  <a:lnTo>
                    <a:pt x="17409" y="16740"/>
                  </a:lnTo>
                  <a:lnTo>
                    <a:pt x="17430" y="16719"/>
                  </a:lnTo>
                  <a:lnTo>
                    <a:pt x="17472" y="16719"/>
                  </a:lnTo>
                  <a:lnTo>
                    <a:pt x="17535" y="16761"/>
                  </a:lnTo>
                  <a:lnTo>
                    <a:pt x="17535" y="16823"/>
                  </a:lnTo>
                  <a:lnTo>
                    <a:pt x="17577" y="16865"/>
                  </a:lnTo>
                  <a:lnTo>
                    <a:pt x="17681" y="17074"/>
                  </a:lnTo>
                  <a:lnTo>
                    <a:pt x="17869" y="17284"/>
                  </a:lnTo>
                  <a:lnTo>
                    <a:pt x="17890" y="17326"/>
                  </a:lnTo>
                  <a:lnTo>
                    <a:pt x="17932" y="17263"/>
                  </a:lnTo>
                  <a:lnTo>
                    <a:pt x="17932" y="17179"/>
                  </a:lnTo>
                  <a:lnTo>
                    <a:pt x="17953" y="17012"/>
                  </a:lnTo>
                  <a:lnTo>
                    <a:pt x="17953" y="16907"/>
                  </a:lnTo>
                  <a:lnTo>
                    <a:pt x="17995" y="16844"/>
                  </a:lnTo>
                  <a:lnTo>
                    <a:pt x="18058" y="16844"/>
                  </a:lnTo>
                  <a:lnTo>
                    <a:pt x="18100" y="16865"/>
                  </a:lnTo>
                  <a:lnTo>
                    <a:pt x="18100" y="16949"/>
                  </a:lnTo>
                  <a:lnTo>
                    <a:pt x="18141" y="17012"/>
                  </a:lnTo>
                  <a:lnTo>
                    <a:pt x="18183" y="17012"/>
                  </a:lnTo>
                  <a:lnTo>
                    <a:pt x="18372" y="17074"/>
                  </a:lnTo>
                  <a:lnTo>
                    <a:pt x="18518" y="17179"/>
                  </a:lnTo>
                  <a:lnTo>
                    <a:pt x="18602" y="17221"/>
                  </a:lnTo>
                  <a:lnTo>
                    <a:pt x="18665" y="17179"/>
                  </a:lnTo>
                  <a:lnTo>
                    <a:pt x="18706" y="17179"/>
                  </a:lnTo>
                  <a:lnTo>
                    <a:pt x="18769" y="17221"/>
                  </a:lnTo>
                  <a:lnTo>
                    <a:pt x="18769" y="17263"/>
                  </a:lnTo>
                  <a:lnTo>
                    <a:pt x="18602" y="17284"/>
                  </a:lnTo>
                  <a:lnTo>
                    <a:pt x="18581" y="17326"/>
                  </a:lnTo>
                  <a:lnTo>
                    <a:pt x="18476" y="17221"/>
                  </a:lnTo>
                  <a:lnTo>
                    <a:pt x="18288" y="17116"/>
                  </a:lnTo>
                  <a:lnTo>
                    <a:pt x="18246" y="17074"/>
                  </a:lnTo>
                  <a:lnTo>
                    <a:pt x="18204" y="17054"/>
                  </a:lnTo>
                  <a:lnTo>
                    <a:pt x="18162" y="17054"/>
                  </a:lnTo>
                  <a:lnTo>
                    <a:pt x="18121" y="17074"/>
                  </a:lnTo>
                  <a:lnTo>
                    <a:pt x="18121" y="17137"/>
                  </a:lnTo>
                  <a:lnTo>
                    <a:pt x="18183" y="17221"/>
                  </a:lnTo>
                  <a:lnTo>
                    <a:pt x="18413" y="17430"/>
                  </a:lnTo>
                  <a:lnTo>
                    <a:pt x="18518" y="17535"/>
                  </a:lnTo>
                  <a:lnTo>
                    <a:pt x="18685" y="17598"/>
                  </a:lnTo>
                  <a:lnTo>
                    <a:pt x="18790" y="17681"/>
                  </a:lnTo>
                  <a:lnTo>
                    <a:pt x="18832" y="17702"/>
                  </a:lnTo>
                  <a:lnTo>
                    <a:pt x="18916" y="17681"/>
                  </a:lnTo>
                  <a:lnTo>
                    <a:pt x="18937" y="17639"/>
                  </a:lnTo>
                  <a:lnTo>
                    <a:pt x="18999" y="17556"/>
                  </a:lnTo>
                  <a:lnTo>
                    <a:pt x="19125" y="17556"/>
                  </a:lnTo>
                  <a:lnTo>
                    <a:pt x="19167" y="17493"/>
                  </a:lnTo>
                  <a:lnTo>
                    <a:pt x="19167" y="17430"/>
                  </a:lnTo>
                  <a:lnTo>
                    <a:pt x="19250" y="17367"/>
                  </a:lnTo>
                  <a:lnTo>
                    <a:pt x="19313" y="17367"/>
                  </a:lnTo>
                  <a:lnTo>
                    <a:pt x="19376" y="17388"/>
                  </a:lnTo>
                  <a:lnTo>
                    <a:pt x="19460" y="17430"/>
                  </a:lnTo>
                  <a:lnTo>
                    <a:pt x="19564" y="17388"/>
                  </a:lnTo>
                  <a:lnTo>
                    <a:pt x="19669" y="17388"/>
                  </a:lnTo>
                  <a:lnTo>
                    <a:pt x="19690" y="17346"/>
                  </a:lnTo>
                  <a:lnTo>
                    <a:pt x="19732" y="17221"/>
                  </a:lnTo>
                  <a:lnTo>
                    <a:pt x="19732" y="17116"/>
                  </a:lnTo>
                  <a:lnTo>
                    <a:pt x="19774" y="17033"/>
                  </a:lnTo>
                  <a:lnTo>
                    <a:pt x="19857" y="16907"/>
                  </a:lnTo>
                  <a:lnTo>
                    <a:pt x="19857" y="16823"/>
                  </a:lnTo>
                  <a:lnTo>
                    <a:pt x="19836" y="16761"/>
                  </a:lnTo>
                  <a:lnTo>
                    <a:pt x="19753" y="16740"/>
                  </a:lnTo>
                  <a:lnTo>
                    <a:pt x="19648" y="16761"/>
                  </a:lnTo>
                  <a:lnTo>
                    <a:pt x="19627" y="16802"/>
                  </a:lnTo>
                  <a:lnTo>
                    <a:pt x="19585" y="16761"/>
                  </a:lnTo>
                  <a:lnTo>
                    <a:pt x="19543" y="16761"/>
                  </a:lnTo>
                  <a:lnTo>
                    <a:pt x="19522" y="16802"/>
                  </a:lnTo>
                  <a:lnTo>
                    <a:pt x="19439" y="16740"/>
                  </a:lnTo>
                  <a:lnTo>
                    <a:pt x="19376" y="16656"/>
                  </a:lnTo>
                  <a:lnTo>
                    <a:pt x="19334" y="16614"/>
                  </a:lnTo>
                  <a:lnTo>
                    <a:pt x="19313" y="16530"/>
                  </a:lnTo>
                  <a:lnTo>
                    <a:pt x="19271" y="16530"/>
                  </a:lnTo>
                  <a:lnTo>
                    <a:pt x="19250" y="16614"/>
                  </a:lnTo>
                  <a:lnTo>
                    <a:pt x="19250" y="16719"/>
                  </a:lnTo>
                  <a:lnTo>
                    <a:pt x="19313" y="16740"/>
                  </a:lnTo>
                  <a:lnTo>
                    <a:pt x="19313" y="16823"/>
                  </a:lnTo>
                  <a:lnTo>
                    <a:pt x="19250" y="16907"/>
                  </a:lnTo>
                  <a:lnTo>
                    <a:pt x="19229" y="17012"/>
                  </a:lnTo>
                  <a:lnTo>
                    <a:pt x="19209" y="16949"/>
                  </a:lnTo>
                  <a:lnTo>
                    <a:pt x="19229" y="16823"/>
                  </a:lnTo>
                  <a:lnTo>
                    <a:pt x="19209" y="16719"/>
                  </a:lnTo>
                  <a:lnTo>
                    <a:pt x="19146" y="16698"/>
                  </a:lnTo>
                  <a:lnTo>
                    <a:pt x="19125" y="16551"/>
                  </a:lnTo>
                  <a:lnTo>
                    <a:pt x="19062" y="16530"/>
                  </a:lnTo>
                  <a:lnTo>
                    <a:pt x="19041" y="16489"/>
                  </a:lnTo>
                  <a:lnTo>
                    <a:pt x="19041" y="16447"/>
                  </a:lnTo>
                  <a:lnTo>
                    <a:pt x="19104" y="16426"/>
                  </a:lnTo>
                  <a:lnTo>
                    <a:pt x="19161" y="16311"/>
                  </a:lnTo>
                  <a:lnTo>
                    <a:pt x="19146" y="16279"/>
                  </a:lnTo>
                  <a:lnTo>
                    <a:pt x="19104" y="16238"/>
                  </a:lnTo>
                  <a:lnTo>
                    <a:pt x="19146" y="16217"/>
                  </a:lnTo>
                  <a:lnTo>
                    <a:pt x="19229" y="16217"/>
                  </a:lnTo>
                  <a:lnTo>
                    <a:pt x="19271" y="16175"/>
                  </a:lnTo>
                  <a:lnTo>
                    <a:pt x="19313" y="16091"/>
                  </a:lnTo>
                  <a:lnTo>
                    <a:pt x="19313" y="15966"/>
                  </a:lnTo>
                  <a:lnTo>
                    <a:pt x="19271" y="15903"/>
                  </a:lnTo>
                  <a:lnTo>
                    <a:pt x="19271" y="15861"/>
                  </a:lnTo>
                  <a:lnTo>
                    <a:pt x="19334" y="15861"/>
                  </a:lnTo>
                  <a:lnTo>
                    <a:pt x="19376" y="15903"/>
                  </a:lnTo>
                  <a:lnTo>
                    <a:pt x="19439" y="15986"/>
                  </a:lnTo>
                  <a:lnTo>
                    <a:pt x="19481" y="16007"/>
                  </a:lnTo>
                  <a:lnTo>
                    <a:pt x="19564" y="16007"/>
                  </a:lnTo>
                  <a:lnTo>
                    <a:pt x="19648" y="15966"/>
                  </a:lnTo>
                  <a:lnTo>
                    <a:pt x="19732" y="15986"/>
                  </a:lnTo>
                  <a:lnTo>
                    <a:pt x="19794" y="16028"/>
                  </a:lnTo>
                  <a:lnTo>
                    <a:pt x="19899" y="16070"/>
                  </a:lnTo>
                  <a:lnTo>
                    <a:pt x="20046" y="16175"/>
                  </a:lnTo>
                  <a:lnTo>
                    <a:pt x="20046" y="16238"/>
                  </a:lnTo>
                  <a:lnTo>
                    <a:pt x="20066" y="16321"/>
                  </a:lnTo>
                  <a:lnTo>
                    <a:pt x="20108" y="16384"/>
                  </a:lnTo>
                  <a:lnTo>
                    <a:pt x="20150" y="16447"/>
                  </a:lnTo>
                  <a:lnTo>
                    <a:pt x="20192" y="16489"/>
                  </a:lnTo>
                  <a:lnTo>
                    <a:pt x="20318" y="16405"/>
                  </a:lnTo>
                  <a:lnTo>
                    <a:pt x="20422" y="16238"/>
                  </a:lnTo>
                  <a:lnTo>
                    <a:pt x="20485" y="16133"/>
                  </a:lnTo>
                  <a:lnTo>
                    <a:pt x="20422" y="16091"/>
                  </a:lnTo>
                  <a:lnTo>
                    <a:pt x="20401" y="15986"/>
                  </a:lnTo>
                  <a:lnTo>
                    <a:pt x="20464" y="15924"/>
                  </a:lnTo>
                  <a:lnTo>
                    <a:pt x="20464" y="15882"/>
                  </a:lnTo>
                  <a:lnTo>
                    <a:pt x="20359" y="15861"/>
                  </a:lnTo>
                  <a:lnTo>
                    <a:pt x="20276" y="15903"/>
                  </a:lnTo>
                  <a:lnTo>
                    <a:pt x="20255" y="15966"/>
                  </a:lnTo>
                  <a:lnTo>
                    <a:pt x="20108" y="15882"/>
                  </a:lnTo>
                  <a:lnTo>
                    <a:pt x="20046" y="15777"/>
                  </a:lnTo>
                  <a:lnTo>
                    <a:pt x="19899" y="15756"/>
                  </a:lnTo>
                  <a:lnTo>
                    <a:pt x="19857" y="15777"/>
                  </a:lnTo>
                  <a:lnTo>
                    <a:pt x="19794" y="15714"/>
                  </a:lnTo>
                  <a:lnTo>
                    <a:pt x="19794" y="15673"/>
                  </a:lnTo>
                  <a:lnTo>
                    <a:pt x="19857" y="15673"/>
                  </a:lnTo>
                  <a:lnTo>
                    <a:pt x="19899" y="15589"/>
                  </a:lnTo>
                  <a:lnTo>
                    <a:pt x="19941" y="15401"/>
                  </a:lnTo>
                  <a:lnTo>
                    <a:pt x="19962" y="15380"/>
                  </a:lnTo>
                  <a:lnTo>
                    <a:pt x="19962" y="15296"/>
                  </a:lnTo>
                  <a:lnTo>
                    <a:pt x="19836" y="15254"/>
                  </a:lnTo>
                  <a:lnTo>
                    <a:pt x="19774" y="15254"/>
                  </a:lnTo>
                  <a:lnTo>
                    <a:pt x="19669" y="15359"/>
                  </a:lnTo>
                  <a:lnTo>
                    <a:pt x="19564" y="15380"/>
                  </a:lnTo>
                  <a:lnTo>
                    <a:pt x="19460" y="15359"/>
                  </a:lnTo>
                  <a:lnTo>
                    <a:pt x="19439" y="15296"/>
                  </a:lnTo>
                  <a:lnTo>
                    <a:pt x="19418" y="15191"/>
                  </a:lnTo>
                  <a:lnTo>
                    <a:pt x="19376" y="15149"/>
                  </a:lnTo>
                  <a:lnTo>
                    <a:pt x="19376" y="15066"/>
                  </a:lnTo>
                  <a:lnTo>
                    <a:pt x="19460" y="15129"/>
                  </a:lnTo>
                  <a:lnTo>
                    <a:pt x="19481" y="15170"/>
                  </a:lnTo>
                  <a:lnTo>
                    <a:pt x="19460" y="15233"/>
                  </a:lnTo>
                  <a:lnTo>
                    <a:pt x="19481" y="15296"/>
                  </a:lnTo>
                  <a:lnTo>
                    <a:pt x="19564" y="15359"/>
                  </a:lnTo>
                  <a:lnTo>
                    <a:pt x="19648" y="15359"/>
                  </a:lnTo>
                  <a:lnTo>
                    <a:pt x="19753" y="15254"/>
                  </a:lnTo>
                  <a:lnTo>
                    <a:pt x="19836" y="15233"/>
                  </a:lnTo>
                  <a:lnTo>
                    <a:pt x="19941" y="15233"/>
                  </a:lnTo>
                  <a:lnTo>
                    <a:pt x="19983" y="15275"/>
                  </a:lnTo>
                  <a:lnTo>
                    <a:pt x="20046" y="15275"/>
                  </a:lnTo>
                  <a:lnTo>
                    <a:pt x="20066" y="15233"/>
                  </a:lnTo>
                  <a:lnTo>
                    <a:pt x="20046" y="15170"/>
                  </a:lnTo>
                  <a:lnTo>
                    <a:pt x="19836" y="14961"/>
                  </a:lnTo>
                  <a:lnTo>
                    <a:pt x="19669" y="14836"/>
                  </a:lnTo>
                  <a:lnTo>
                    <a:pt x="19522" y="14836"/>
                  </a:lnTo>
                  <a:lnTo>
                    <a:pt x="19355" y="14752"/>
                  </a:lnTo>
                  <a:lnTo>
                    <a:pt x="19271" y="14647"/>
                  </a:lnTo>
                  <a:lnTo>
                    <a:pt x="19271" y="14564"/>
                  </a:lnTo>
                  <a:lnTo>
                    <a:pt x="19271" y="14522"/>
                  </a:lnTo>
                  <a:lnTo>
                    <a:pt x="19334" y="14564"/>
                  </a:lnTo>
                  <a:lnTo>
                    <a:pt x="19376" y="14668"/>
                  </a:lnTo>
                  <a:lnTo>
                    <a:pt x="19460" y="14731"/>
                  </a:lnTo>
                  <a:lnTo>
                    <a:pt x="19585" y="14731"/>
                  </a:lnTo>
                  <a:lnTo>
                    <a:pt x="19627" y="14668"/>
                  </a:lnTo>
                  <a:lnTo>
                    <a:pt x="19627" y="14626"/>
                  </a:lnTo>
                  <a:lnTo>
                    <a:pt x="19522" y="14522"/>
                  </a:lnTo>
                  <a:lnTo>
                    <a:pt x="19481" y="14459"/>
                  </a:lnTo>
                  <a:lnTo>
                    <a:pt x="19481" y="14438"/>
                  </a:lnTo>
                  <a:lnTo>
                    <a:pt x="19522" y="14438"/>
                  </a:lnTo>
                  <a:lnTo>
                    <a:pt x="19564" y="14459"/>
                  </a:lnTo>
                  <a:lnTo>
                    <a:pt x="19690" y="14626"/>
                  </a:lnTo>
                  <a:lnTo>
                    <a:pt x="19753" y="14731"/>
                  </a:lnTo>
                  <a:lnTo>
                    <a:pt x="19753" y="14773"/>
                  </a:lnTo>
                  <a:lnTo>
                    <a:pt x="19857" y="14857"/>
                  </a:lnTo>
                  <a:lnTo>
                    <a:pt x="19962" y="14940"/>
                  </a:lnTo>
                  <a:lnTo>
                    <a:pt x="20087" y="15087"/>
                  </a:lnTo>
                  <a:lnTo>
                    <a:pt x="20171" y="15129"/>
                  </a:lnTo>
                  <a:lnTo>
                    <a:pt x="20213" y="15087"/>
                  </a:lnTo>
                  <a:lnTo>
                    <a:pt x="20276" y="15129"/>
                  </a:lnTo>
                  <a:lnTo>
                    <a:pt x="20297" y="15170"/>
                  </a:lnTo>
                  <a:lnTo>
                    <a:pt x="20213" y="15233"/>
                  </a:lnTo>
                  <a:lnTo>
                    <a:pt x="20276" y="15296"/>
                  </a:lnTo>
                  <a:lnTo>
                    <a:pt x="20318" y="15359"/>
                  </a:lnTo>
                  <a:lnTo>
                    <a:pt x="20380" y="15359"/>
                  </a:lnTo>
                  <a:lnTo>
                    <a:pt x="20422" y="15275"/>
                  </a:lnTo>
                  <a:lnTo>
                    <a:pt x="20485" y="15087"/>
                  </a:lnTo>
                  <a:lnTo>
                    <a:pt x="20506" y="15045"/>
                  </a:lnTo>
                  <a:lnTo>
                    <a:pt x="20527" y="14982"/>
                  </a:lnTo>
                  <a:lnTo>
                    <a:pt x="20506" y="14877"/>
                  </a:lnTo>
                  <a:lnTo>
                    <a:pt x="20506" y="14836"/>
                  </a:lnTo>
                  <a:lnTo>
                    <a:pt x="20506" y="14710"/>
                  </a:lnTo>
                  <a:lnTo>
                    <a:pt x="20464" y="14626"/>
                  </a:lnTo>
                  <a:lnTo>
                    <a:pt x="20464" y="14564"/>
                  </a:lnTo>
                  <a:lnTo>
                    <a:pt x="20464" y="14543"/>
                  </a:lnTo>
                  <a:lnTo>
                    <a:pt x="20506" y="14564"/>
                  </a:lnTo>
                  <a:lnTo>
                    <a:pt x="20590" y="14605"/>
                  </a:lnTo>
                  <a:lnTo>
                    <a:pt x="20610" y="14605"/>
                  </a:lnTo>
                  <a:lnTo>
                    <a:pt x="20590" y="14543"/>
                  </a:lnTo>
                  <a:lnTo>
                    <a:pt x="20506" y="14459"/>
                  </a:lnTo>
                  <a:lnTo>
                    <a:pt x="20464" y="14354"/>
                  </a:lnTo>
                  <a:lnTo>
                    <a:pt x="20401" y="14313"/>
                  </a:lnTo>
                  <a:lnTo>
                    <a:pt x="20318" y="14292"/>
                  </a:lnTo>
                  <a:lnTo>
                    <a:pt x="19962" y="14292"/>
                  </a:lnTo>
                  <a:lnTo>
                    <a:pt x="19920" y="14208"/>
                  </a:lnTo>
                  <a:lnTo>
                    <a:pt x="19836" y="14145"/>
                  </a:lnTo>
                  <a:lnTo>
                    <a:pt x="19648" y="14145"/>
                  </a:lnTo>
                  <a:lnTo>
                    <a:pt x="19564" y="14187"/>
                  </a:lnTo>
                  <a:lnTo>
                    <a:pt x="19502" y="14187"/>
                  </a:lnTo>
                  <a:lnTo>
                    <a:pt x="19460" y="14124"/>
                  </a:lnTo>
                  <a:lnTo>
                    <a:pt x="19439" y="14103"/>
                  </a:lnTo>
                  <a:lnTo>
                    <a:pt x="19460" y="14041"/>
                  </a:lnTo>
                  <a:lnTo>
                    <a:pt x="19502" y="14103"/>
                  </a:lnTo>
                  <a:lnTo>
                    <a:pt x="19543" y="14124"/>
                  </a:lnTo>
                  <a:lnTo>
                    <a:pt x="19669" y="14103"/>
                  </a:lnTo>
                  <a:lnTo>
                    <a:pt x="19836" y="14082"/>
                  </a:lnTo>
                  <a:lnTo>
                    <a:pt x="19878" y="14124"/>
                  </a:lnTo>
                  <a:lnTo>
                    <a:pt x="19941" y="14103"/>
                  </a:lnTo>
                  <a:lnTo>
                    <a:pt x="20025" y="14082"/>
                  </a:lnTo>
                  <a:lnTo>
                    <a:pt x="20087" y="14103"/>
                  </a:lnTo>
                  <a:lnTo>
                    <a:pt x="20150" y="14124"/>
                  </a:lnTo>
                  <a:lnTo>
                    <a:pt x="20192" y="14103"/>
                  </a:lnTo>
                  <a:lnTo>
                    <a:pt x="20234" y="14082"/>
                  </a:lnTo>
                  <a:lnTo>
                    <a:pt x="20234" y="14020"/>
                  </a:lnTo>
                  <a:lnTo>
                    <a:pt x="20234" y="13915"/>
                  </a:lnTo>
                  <a:lnTo>
                    <a:pt x="20234" y="13873"/>
                  </a:lnTo>
                  <a:lnTo>
                    <a:pt x="20171" y="13831"/>
                  </a:lnTo>
                  <a:lnTo>
                    <a:pt x="20129" y="13873"/>
                  </a:lnTo>
                  <a:lnTo>
                    <a:pt x="20066" y="13894"/>
                  </a:lnTo>
                  <a:lnTo>
                    <a:pt x="19983" y="13873"/>
                  </a:lnTo>
                  <a:lnTo>
                    <a:pt x="19857" y="13873"/>
                  </a:lnTo>
                  <a:lnTo>
                    <a:pt x="19815" y="13810"/>
                  </a:lnTo>
                  <a:lnTo>
                    <a:pt x="19711" y="13706"/>
                  </a:lnTo>
                  <a:lnTo>
                    <a:pt x="19606" y="13727"/>
                  </a:lnTo>
                  <a:lnTo>
                    <a:pt x="19564" y="13789"/>
                  </a:lnTo>
                  <a:lnTo>
                    <a:pt x="19543" y="13789"/>
                  </a:lnTo>
                  <a:lnTo>
                    <a:pt x="19543" y="13685"/>
                  </a:lnTo>
                  <a:lnTo>
                    <a:pt x="19543" y="13601"/>
                  </a:lnTo>
                  <a:lnTo>
                    <a:pt x="19522" y="13538"/>
                  </a:lnTo>
                  <a:lnTo>
                    <a:pt x="19313" y="13538"/>
                  </a:lnTo>
                  <a:lnTo>
                    <a:pt x="19229" y="13497"/>
                  </a:lnTo>
                  <a:lnTo>
                    <a:pt x="19250" y="13455"/>
                  </a:lnTo>
                  <a:lnTo>
                    <a:pt x="19313" y="13455"/>
                  </a:lnTo>
                  <a:lnTo>
                    <a:pt x="19418" y="13476"/>
                  </a:lnTo>
                  <a:lnTo>
                    <a:pt x="19460" y="13455"/>
                  </a:lnTo>
                  <a:lnTo>
                    <a:pt x="19460" y="13392"/>
                  </a:lnTo>
                  <a:lnTo>
                    <a:pt x="19439" y="13371"/>
                  </a:lnTo>
                  <a:lnTo>
                    <a:pt x="19481" y="13308"/>
                  </a:lnTo>
                  <a:lnTo>
                    <a:pt x="19460" y="13266"/>
                  </a:lnTo>
                  <a:lnTo>
                    <a:pt x="19439" y="13204"/>
                  </a:lnTo>
                  <a:lnTo>
                    <a:pt x="19481" y="13162"/>
                  </a:lnTo>
                  <a:lnTo>
                    <a:pt x="19460" y="13078"/>
                  </a:lnTo>
                  <a:lnTo>
                    <a:pt x="19460" y="12994"/>
                  </a:lnTo>
                  <a:lnTo>
                    <a:pt x="19522" y="12973"/>
                  </a:lnTo>
                  <a:lnTo>
                    <a:pt x="19543" y="12994"/>
                  </a:lnTo>
                  <a:lnTo>
                    <a:pt x="19543" y="13078"/>
                  </a:lnTo>
                  <a:lnTo>
                    <a:pt x="19585" y="13141"/>
                  </a:lnTo>
                  <a:lnTo>
                    <a:pt x="19648" y="13162"/>
                  </a:lnTo>
                  <a:lnTo>
                    <a:pt x="19732" y="13078"/>
                  </a:lnTo>
                  <a:lnTo>
                    <a:pt x="19857" y="12953"/>
                  </a:lnTo>
                  <a:lnTo>
                    <a:pt x="19941" y="12932"/>
                  </a:lnTo>
                  <a:lnTo>
                    <a:pt x="19941" y="12890"/>
                  </a:lnTo>
                  <a:lnTo>
                    <a:pt x="19899" y="12869"/>
                  </a:lnTo>
                  <a:lnTo>
                    <a:pt x="19794" y="12848"/>
                  </a:lnTo>
                  <a:lnTo>
                    <a:pt x="19732" y="12848"/>
                  </a:lnTo>
                  <a:lnTo>
                    <a:pt x="19690" y="12827"/>
                  </a:lnTo>
                  <a:lnTo>
                    <a:pt x="19774" y="12785"/>
                  </a:lnTo>
                  <a:lnTo>
                    <a:pt x="19878" y="12785"/>
                  </a:lnTo>
                  <a:lnTo>
                    <a:pt x="19941" y="12827"/>
                  </a:lnTo>
                  <a:lnTo>
                    <a:pt x="19983" y="12827"/>
                  </a:lnTo>
                  <a:lnTo>
                    <a:pt x="19983" y="12764"/>
                  </a:lnTo>
                  <a:lnTo>
                    <a:pt x="19962" y="12743"/>
                  </a:lnTo>
                  <a:lnTo>
                    <a:pt x="20046" y="12722"/>
                  </a:lnTo>
                  <a:lnTo>
                    <a:pt x="20150" y="12722"/>
                  </a:lnTo>
                  <a:lnTo>
                    <a:pt x="20213" y="12785"/>
                  </a:lnTo>
                  <a:lnTo>
                    <a:pt x="20276" y="12827"/>
                  </a:lnTo>
                  <a:lnTo>
                    <a:pt x="20318" y="12785"/>
                  </a:lnTo>
                  <a:lnTo>
                    <a:pt x="20380" y="12827"/>
                  </a:lnTo>
                  <a:lnTo>
                    <a:pt x="20422" y="12890"/>
                  </a:lnTo>
                  <a:lnTo>
                    <a:pt x="20401" y="12973"/>
                  </a:lnTo>
                  <a:lnTo>
                    <a:pt x="20422" y="13036"/>
                  </a:lnTo>
                  <a:lnTo>
                    <a:pt x="20506" y="13057"/>
                  </a:lnTo>
                  <a:lnTo>
                    <a:pt x="20527" y="13036"/>
                  </a:lnTo>
                  <a:lnTo>
                    <a:pt x="20590" y="13057"/>
                  </a:lnTo>
                  <a:lnTo>
                    <a:pt x="20631" y="13141"/>
                  </a:lnTo>
                  <a:lnTo>
                    <a:pt x="20778" y="13183"/>
                  </a:lnTo>
                  <a:lnTo>
                    <a:pt x="20820" y="13266"/>
                  </a:lnTo>
                  <a:lnTo>
                    <a:pt x="20841" y="13287"/>
                  </a:lnTo>
                  <a:lnTo>
                    <a:pt x="20882" y="13245"/>
                  </a:lnTo>
                  <a:lnTo>
                    <a:pt x="20903" y="13141"/>
                  </a:lnTo>
                  <a:lnTo>
                    <a:pt x="20945" y="13057"/>
                  </a:lnTo>
                  <a:lnTo>
                    <a:pt x="21008" y="12890"/>
                  </a:lnTo>
                  <a:lnTo>
                    <a:pt x="21008" y="12848"/>
                  </a:lnTo>
                  <a:lnTo>
                    <a:pt x="21029" y="12722"/>
                  </a:lnTo>
                  <a:lnTo>
                    <a:pt x="21050" y="12555"/>
                  </a:lnTo>
                  <a:lnTo>
                    <a:pt x="21092" y="12513"/>
                  </a:lnTo>
                  <a:lnTo>
                    <a:pt x="21092" y="12429"/>
                  </a:lnTo>
                  <a:lnTo>
                    <a:pt x="21050" y="12346"/>
                  </a:lnTo>
                  <a:lnTo>
                    <a:pt x="20987" y="12304"/>
                  </a:lnTo>
                  <a:lnTo>
                    <a:pt x="20924" y="12241"/>
                  </a:lnTo>
                  <a:lnTo>
                    <a:pt x="20882" y="12241"/>
                  </a:lnTo>
                  <a:lnTo>
                    <a:pt x="20841" y="12199"/>
                  </a:lnTo>
                  <a:lnTo>
                    <a:pt x="20841" y="12136"/>
                  </a:lnTo>
                  <a:lnTo>
                    <a:pt x="20757" y="12136"/>
                  </a:lnTo>
                  <a:lnTo>
                    <a:pt x="20694" y="12220"/>
                  </a:lnTo>
                  <a:lnTo>
                    <a:pt x="20590" y="12325"/>
                  </a:lnTo>
                  <a:lnTo>
                    <a:pt x="20506" y="12346"/>
                  </a:lnTo>
                  <a:lnTo>
                    <a:pt x="20464" y="12304"/>
                  </a:lnTo>
                  <a:lnTo>
                    <a:pt x="20485" y="12241"/>
                  </a:lnTo>
                  <a:lnTo>
                    <a:pt x="20485" y="12157"/>
                  </a:lnTo>
                  <a:lnTo>
                    <a:pt x="20485" y="12136"/>
                  </a:lnTo>
                  <a:lnTo>
                    <a:pt x="20380" y="12116"/>
                  </a:lnTo>
                  <a:lnTo>
                    <a:pt x="20297" y="12116"/>
                  </a:lnTo>
                  <a:lnTo>
                    <a:pt x="20276" y="12053"/>
                  </a:lnTo>
                  <a:lnTo>
                    <a:pt x="20338" y="12032"/>
                  </a:lnTo>
                  <a:lnTo>
                    <a:pt x="20338" y="12011"/>
                  </a:lnTo>
                  <a:lnTo>
                    <a:pt x="20255" y="11948"/>
                  </a:lnTo>
                  <a:lnTo>
                    <a:pt x="20213" y="11906"/>
                  </a:lnTo>
                  <a:lnTo>
                    <a:pt x="20255" y="11885"/>
                  </a:lnTo>
                  <a:lnTo>
                    <a:pt x="20276" y="11906"/>
                  </a:lnTo>
                  <a:lnTo>
                    <a:pt x="20359" y="11927"/>
                  </a:lnTo>
                  <a:lnTo>
                    <a:pt x="20359" y="11885"/>
                  </a:lnTo>
                  <a:lnTo>
                    <a:pt x="20297" y="11802"/>
                  </a:lnTo>
                  <a:lnTo>
                    <a:pt x="20276" y="11718"/>
                  </a:lnTo>
                  <a:lnTo>
                    <a:pt x="20297" y="11676"/>
                  </a:lnTo>
                  <a:lnTo>
                    <a:pt x="20359" y="11634"/>
                  </a:lnTo>
                  <a:lnTo>
                    <a:pt x="20380" y="11676"/>
                  </a:lnTo>
                  <a:lnTo>
                    <a:pt x="20443" y="11697"/>
                  </a:lnTo>
                  <a:lnTo>
                    <a:pt x="20464" y="11739"/>
                  </a:lnTo>
                  <a:lnTo>
                    <a:pt x="20590" y="11885"/>
                  </a:lnTo>
                  <a:lnTo>
                    <a:pt x="20673" y="11927"/>
                  </a:lnTo>
                  <a:lnTo>
                    <a:pt x="20757" y="11906"/>
                  </a:lnTo>
                  <a:lnTo>
                    <a:pt x="20799" y="11844"/>
                  </a:lnTo>
                  <a:lnTo>
                    <a:pt x="20757" y="11718"/>
                  </a:lnTo>
                  <a:lnTo>
                    <a:pt x="20652" y="11613"/>
                  </a:lnTo>
                  <a:lnTo>
                    <a:pt x="20569" y="11572"/>
                  </a:lnTo>
                  <a:lnTo>
                    <a:pt x="20464" y="11530"/>
                  </a:lnTo>
                  <a:lnTo>
                    <a:pt x="20443" y="11404"/>
                  </a:lnTo>
                  <a:lnTo>
                    <a:pt x="20380" y="11320"/>
                  </a:lnTo>
                  <a:lnTo>
                    <a:pt x="20338" y="11258"/>
                  </a:lnTo>
                  <a:lnTo>
                    <a:pt x="20255" y="11216"/>
                  </a:lnTo>
                  <a:lnTo>
                    <a:pt x="20171" y="11174"/>
                  </a:lnTo>
                  <a:lnTo>
                    <a:pt x="20171" y="11111"/>
                  </a:lnTo>
                  <a:lnTo>
                    <a:pt x="20234" y="11069"/>
                  </a:lnTo>
                  <a:lnTo>
                    <a:pt x="20234" y="11007"/>
                  </a:lnTo>
                  <a:lnTo>
                    <a:pt x="20192" y="10986"/>
                  </a:lnTo>
                  <a:lnTo>
                    <a:pt x="20192" y="10944"/>
                  </a:lnTo>
                  <a:lnTo>
                    <a:pt x="20255" y="10881"/>
                  </a:lnTo>
                  <a:lnTo>
                    <a:pt x="20297" y="10881"/>
                  </a:lnTo>
                  <a:lnTo>
                    <a:pt x="20359" y="10860"/>
                  </a:lnTo>
                  <a:lnTo>
                    <a:pt x="20443" y="10881"/>
                  </a:lnTo>
                  <a:lnTo>
                    <a:pt x="20485" y="10944"/>
                  </a:lnTo>
                  <a:lnTo>
                    <a:pt x="20401" y="10986"/>
                  </a:lnTo>
                  <a:lnTo>
                    <a:pt x="20464" y="10986"/>
                  </a:lnTo>
                  <a:lnTo>
                    <a:pt x="20548" y="11048"/>
                  </a:lnTo>
                  <a:lnTo>
                    <a:pt x="20548" y="11090"/>
                  </a:lnTo>
                  <a:lnTo>
                    <a:pt x="20569" y="11174"/>
                  </a:lnTo>
                  <a:lnTo>
                    <a:pt x="20652" y="11195"/>
                  </a:lnTo>
                  <a:lnTo>
                    <a:pt x="20757" y="11111"/>
                  </a:lnTo>
                  <a:lnTo>
                    <a:pt x="20799" y="10986"/>
                  </a:lnTo>
                  <a:lnTo>
                    <a:pt x="20820" y="10860"/>
                  </a:lnTo>
                  <a:lnTo>
                    <a:pt x="20882" y="10776"/>
                  </a:lnTo>
                  <a:lnTo>
                    <a:pt x="20903" y="10735"/>
                  </a:lnTo>
                  <a:lnTo>
                    <a:pt x="20882" y="10588"/>
                  </a:lnTo>
                  <a:lnTo>
                    <a:pt x="20966" y="10525"/>
                  </a:lnTo>
                  <a:lnTo>
                    <a:pt x="21029" y="10463"/>
                  </a:lnTo>
                  <a:lnTo>
                    <a:pt x="21071" y="10316"/>
                  </a:lnTo>
                  <a:lnTo>
                    <a:pt x="21029" y="10212"/>
                  </a:lnTo>
                  <a:lnTo>
                    <a:pt x="20987" y="10128"/>
                  </a:lnTo>
                  <a:lnTo>
                    <a:pt x="21029" y="9919"/>
                  </a:lnTo>
                  <a:lnTo>
                    <a:pt x="21092" y="9751"/>
                  </a:lnTo>
                  <a:lnTo>
                    <a:pt x="21092" y="9605"/>
                  </a:lnTo>
                  <a:lnTo>
                    <a:pt x="21175" y="9521"/>
                  </a:lnTo>
                  <a:lnTo>
                    <a:pt x="21175" y="9437"/>
                  </a:lnTo>
                  <a:lnTo>
                    <a:pt x="21196" y="9312"/>
                  </a:lnTo>
                  <a:lnTo>
                    <a:pt x="21196" y="9165"/>
                  </a:lnTo>
                  <a:lnTo>
                    <a:pt x="21280" y="9082"/>
                  </a:lnTo>
                  <a:lnTo>
                    <a:pt x="21343" y="8956"/>
                  </a:lnTo>
                  <a:lnTo>
                    <a:pt x="21531" y="8684"/>
                  </a:lnTo>
                  <a:lnTo>
                    <a:pt x="21615" y="8538"/>
                  </a:lnTo>
                  <a:lnTo>
                    <a:pt x="21761" y="8391"/>
                  </a:lnTo>
                  <a:lnTo>
                    <a:pt x="21824" y="8287"/>
                  </a:lnTo>
                  <a:lnTo>
                    <a:pt x="21908" y="8224"/>
                  </a:lnTo>
                  <a:lnTo>
                    <a:pt x="21950" y="8077"/>
                  </a:lnTo>
                  <a:lnTo>
                    <a:pt x="22075" y="7973"/>
                  </a:lnTo>
                  <a:lnTo>
                    <a:pt x="22117" y="7952"/>
                  </a:lnTo>
                  <a:lnTo>
                    <a:pt x="22075" y="7910"/>
                  </a:lnTo>
                  <a:lnTo>
                    <a:pt x="22012" y="7847"/>
                  </a:lnTo>
                  <a:lnTo>
                    <a:pt x="21908" y="7826"/>
                  </a:lnTo>
                  <a:lnTo>
                    <a:pt x="21845" y="7763"/>
                  </a:lnTo>
                  <a:lnTo>
                    <a:pt x="21803" y="7722"/>
                  </a:lnTo>
                  <a:lnTo>
                    <a:pt x="21719" y="7743"/>
                  </a:lnTo>
                  <a:lnTo>
                    <a:pt x="21552" y="7805"/>
                  </a:lnTo>
                  <a:lnTo>
                    <a:pt x="21406" y="7847"/>
                  </a:lnTo>
                  <a:lnTo>
                    <a:pt x="21280" y="7910"/>
                  </a:lnTo>
                  <a:lnTo>
                    <a:pt x="21196" y="8015"/>
                  </a:lnTo>
                  <a:lnTo>
                    <a:pt x="21092" y="8056"/>
                  </a:lnTo>
                  <a:lnTo>
                    <a:pt x="21071" y="8119"/>
                  </a:lnTo>
                  <a:lnTo>
                    <a:pt x="21008" y="8140"/>
                  </a:lnTo>
                  <a:lnTo>
                    <a:pt x="20903" y="8077"/>
                  </a:lnTo>
                  <a:lnTo>
                    <a:pt x="20862" y="8035"/>
                  </a:lnTo>
                  <a:lnTo>
                    <a:pt x="20862" y="7973"/>
                  </a:lnTo>
                  <a:lnTo>
                    <a:pt x="20924" y="7973"/>
                  </a:lnTo>
                  <a:lnTo>
                    <a:pt x="20987" y="7952"/>
                  </a:lnTo>
                  <a:lnTo>
                    <a:pt x="20987" y="7847"/>
                  </a:lnTo>
                  <a:lnTo>
                    <a:pt x="20966" y="7805"/>
                  </a:lnTo>
                  <a:lnTo>
                    <a:pt x="20882" y="7805"/>
                  </a:lnTo>
                  <a:lnTo>
                    <a:pt x="20820" y="7763"/>
                  </a:lnTo>
                  <a:lnTo>
                    <a:pt x="20903" y="7743"/>
                  </a:lnTo>
                  <a:lnTo>
                    <a:pt x="20966" y="7701"/>
                  </a:lnTo>
                  <a:lnTo>
                    <a:pt x="21071" y="7617"/>
                  </a:lnTo>
                  <a:lnTo>
                    <a:pt x="21134" y="7491"/>
                  </a:lnTo>
                  <a:lnTo>
                    <a:pt x="21238" y="7408"/>
                  </a:lnTo>
                  <a:lnTo>
                    <a:pt x="21322" y="7408"/>
                  </a:lnTo>
                  <a:lnTo>
                    <a:pt x="21447" y="7429"/>
                  </a:lnTo>
                  <a:lnTo>
                    <a:pt x="21698" y="7617"/>
                  </a:lnTo>
                  <a:lnTo>
                    <a:pt x="21761" y="7659"/>
                  </a:lnTo>
                  <a:lnTo>
                    <a:pt x="21970" y="7659"/>
                  </a:lnTo>
                  <a:lnTo>
                    <a:pt x="22075" y="7638"/>
                  </a:lnTo>
                  <a:lnTo>
                    <a:pt x="22180" y="7659"/>
                  </a:lnTo>
                  <a:lnTo>
                    <a:pt x="22389" y="7617"/>
                  </a:lnTo>
                  <a:lnTo>
                    <a:pt x="22494" y="7554"/>
                  </a:lnTo>
                  <a:lnTo>
                    <a:pt x="22494" y="7491"/>
                  </a:lnTo>
                  <a:lnTo>
                    <a:pt x="22473" y="7429"/>
                  </a:lnTo>
                  <a:lnTo>
                    <a:pt x="22515" y="7429"/>
                  </a:lnTo>
                  <a:lnTo>
                    <a:pt x="22598" y="7408"/>
                  </a:lnTo>
                  <a:lnTo>
                    <a:pt x="22682" y="7324"/>
                  </a:lnTo>
                  <a:lnTo>
                    <a:pt x="22682" y="7240"/>
                  </a:lnTo>
                  <a:lnTo>
                    <a:pt x="22640" y="7178"/>
                  </a:lnTo>
                  <a:lnTo>
                    <a:pt x="22535" y="7136"/>
                  </a:lnTo>
                  <a:lnTo>
                    <a:pt x="22473" y="7094"/>
                  </a:lnTo>
                  <a:lnTo>
                    <a:pt x="22431" y="7073"/>
                  </a:lnTo>
                  <a:lnTo>
                    <a:pt x="22347" y="7073"/>
                  </a:lnTo>
                  <a:lnTo>
                    <a:pt x="22263" y="7136"/>
                  </a:lnTo>
                  <a:lnTo>
                    <a:pt x="22222" y="7136"/>
                  </a:lnTo>
                  <a:lnTo>
                    <a:pt x="22138" y="7073"/>
                  </a:lnTo>
                  <a:lnTo>
                    <a:pt x="21908" y="7073"/>
                  </a:lnTo>
                  <a:lnTo>
                    <a:pt x="21761" y="7031"/>
                  </a:lnTo>
                  <a:lnTo>
                    <a:pt x="21657" y="6989"/>
                  </a:lnTo>
                  <a:lnTo>
                    <a:pt x="21594" y="6989"/>
                  </a:lnTo>
                  <a:lnTo>
                    <a:pt x="21510" y="7010"/>
                  </a:lnTo>
                  <a:lnTo>
                    <a:pt x="21196" y="7010"/>
                  </a:lnTo>
                  <a:lnTo>
                    <a:pt x="21092" y="6968"/>
                  </a:lnTo>
                  <a:lnTo>
                    <a:pt x="21196" y="6968"/>
                  </a:lnTo>
                  <a:lnTo>
                    <a:pt x="21301" y="6989"/>
                  </a:lnTo>
                  <a:lnTo>
                    <a:pt x="21406" y="6927"/>
                  </a:lnTo>
                  <a:lnTo>
                    <a:pt x="21531" y="6906"/>
                  </a:lnTo>
                  <a:lnTo>
                    <a:pt x="21636" y="6927"/>
                  </a:lnTo>
                  <a:lnTo>
                    <a:pt x="21740" y="6968"/>
                  </a:lnTo>
                  <a:lnTo>
                    <a:pt x="21782" y="6927"/>
                  </a:lnTo>
                  <a:lnTo>
                    <a:pt x="21845" y="6885"/>
                  </a:lnTo>
                  <a:lnTo>
                    <a:pt x="21950" y="6885"/>
                  </a:lnTo>
                  <a:lnTo>
                    <a:pt x="21991" y="6822"/>
                  </a:lnTo>
                  <a:lnTo>
                    <a:pt x="22054" y="6801"/>
                  </a:lnTo>
                  <a:lnTo>
                    <a:pt x="22138" y="6822"/>
                  </a:lnTo>
                  <a:lnTo>
                    <a:pt x="22180" y="6822"/>
                  </a:lnTo>
                  <a:lnTo>
                    <a:pt x="22201" y="6780"/>
                  </a:lnTo>
                  <a:lnTo>
                    <a:pt x="22242" y="6759"/>
                  </a:lnTo>
                  <a:lnTo>
                    <a:pt x="22284" y="6759"/>
                  </a:lnTo>
                  <a:lnTo>
                    <a:pt x="22305" y="6780"/>
                  </a:lnTo>
                  <a:lnTo>
                    <a:pt x="22368" y="6801"/>
                  </a:lnTo>
                  <a:lnTo>
                    <a:pt x="22410" y="6822"/>
                  </a:lnTo>
                  <a:lnTo>
                    <a:pt x="22515" y="6822"/>
                  </a:lnTo>
                  <a:lnTo>
                    <a:pt x="22619" y="6864"/>
                  </a:lnTo>
                  <a:lnTo>
                    <a:pt x="22703" y="6906"/>
                  </a:lnTo>
                  <a:lnTo>
                    <a:pt x="22891" y="6906"/>
                  </a:lnTo>
                  <a:lnTo>
                    <a:pt x="22996" y="6822"/>
                  </a:lnTo>
                  <a:lnTo>
                    <a:pt x="23184" y="6759"/>
                  </a:lnTo>
                  <a:lnTo>
                    <a:pt x="23331" y="6759"/>
                  </a:lnTo>
                  <a:lnTo>
                    <a:pt x="23351" y="6675"/>
                  </a:lnTo>
                  <a:lnTo>
                    <a:pt x="23351" y="6592"/>
                  </a:lnTo>
                  <a:lnTo>
                    <a:pt x="23310" y="6571"/>
                  </a:lnTo>
                  <a:lnTo>
                    <a:pt x="23247" y="6487"/>
                  </a:lnTo>
                  <a:lnTo>
                    <a:pt x="23247" y="6445"/>
                  </a:lnTo>
                  <a:lnTo>
                    <a:pt x="23226" y="6403"/>
                  </a:lnTo>
                  <a:lnTo>
                    <a:pt x="23226" y="6362"/>
                  </a:lnTo>
                  <a:lnTo>
                    <a:pt x="23289" y="6257"/>
                  </a:lnTo>
                  <a:lnTo>
                    <a:pt x="23351" y="6194"/>
                  </a:lnTo>
                  <a:lnTo>
                    <a:pt x="23414" y="6194"/>
                  </a:lnTo>
                  <a:lnTo>
                    <a:pt x="23561" y="6299"/>
                  </a:lnTo>
                  <a:lnTo>
                    <a:pt x="23644" y="6341"/>
                  </a:lnTo>
                  <a:lnTo>
                    <a:pt x="23707" y="6299"/>
                  </a:lnTo>
                  <a:lnTo>
                    <a:pt x="23749" y="6236"/>
                  </a:lnTo>
                  <a:lnTo>
                    <a:pt x="23854" y="6069"/>
                  </a:lnTo>
                  <a:lnTo>
                    <a:pt x="23958" y="5985"/>
                  </a:lnTo>
                  <a:lnTo>
                    <a:pt x="24042" y="5964"/>
                  </a:lnTo>
                  <a:lnTo>
                    <a:pt x="24063" y="5922"/>
                  </a:lnTo>
                  <a:lnTo>
                    <a:pt x="24167" y="5838"/>
                  </a:lnTo>
                  <a:lnTo>
                    <a:pt x="24272" y="5776"/>
                  </a:lnTo>
                  <a:lnTo>
                    <a:pt x="24335" y="5713"/>
                  </a:lnTo>
                  <a:lnTo>
                    <a:pt x="24335" y="5566"/>
                  </a:lnTo>
                  <a:lnTo>
                    <a:pt x="24272" y="5420"/>
                  </a:lnTo>
                  <a:lnTo>
                    <a:pt x="24188" y="5336"/>
                  </a:lnTo>
                  <a:lnTo>
                    <a:pt x="24167" y="5253"/>
                  </a:lnTo>
                  <a:lnTo>
                    <a:pt x="24021" y="5127"/>
                  </a:lnTo>
                  <a:lnTo>
                    <a:pt x="24021" y="5085"/>
                  </a:lnTo>
                  <a:lnTo>
                    <a:pt x="23958" y="5002"/>
                  </a:lnTo>
                  <a:lnTo>
                    <a:pt x="23854" y="4939"/>
                  </a:lnTo>
                  <a:lnTo>
                    <a:pt x="23812" y="4939"/>
                  </a:lnTo>
                  <a:lnTo>
                    <a:pt x="23728" y="4876"/>
                  </a:lnTo>
                  <a:lnTo>
                    <a:pt x="23623" y="4813"/>
                  </a:lnTo>
                  <a:lnTo>
                    <a:pt x="23498" y="4813"/>
                  </a:lnTo>
                  <a:lnTo>
                    <a:pt x="23331" y="4771"/>
                  </a:lnTo>
                  <a:lnTo>
                    <a:pt x="23184" y="4688"/>
                  </a:lnTo>
                  <a:lnTo>
                    <a:pt x="23038" y="4667"/>
                  </a:lnTo>
                  <a:lnTo>
                    <a:pt x="22975" y="4688"/>
                  </a:lnTo>
                  <a:lnTo>
                    <a:pt x="22828" y="4688"/>
                  </a:lnTo>
                  <a:lnTo>
                    <a:pt x="22682" y="4730"/>
                  </a:lnTo>
                  <a:lnTo>
                    <a:pt x="22619" y="4792"/>
                  </a:lnTo>
                  <a:lnTo>
                    <a:pt x="22515" y="4834"/>
                  </a:lnTo>
                  <a:lnTo>
                    <a:pt x="22410" y="4792"/>
                  </a:lnTo>
                  <a:lnTo>
                    <a:pt x="22389" y="4730"/>
                  </a:lnTo>
                  <a:lnTo>
                    <a:pt x="22347" y="4771"/>
                  </a:lnTo>
                  <a:lnTo>
                    <a:pt x="22305" y="4834"/>
                  </a:lnTo>
                  <a:lnTo>
                    <a:pt x="22347" y="4918"/>
                  </a:lnTo>
                  <a:lnTo>
                    <a:pt x="22347" y="5022"/>
                  </a:lnTo>
                  <a:lnTo>
                    <a:pt x="22284" y="5106"/>
                  </a:lnTo>
                  <a:lnTo>
                    <a:pt x="22242" y="5106"/>
                  </a:lnTo>
                  <a:lnTo>
                    <a:pt x="22242" y="5148"/>
                  </a:lnTo>
                  <a:lnTo>
                    <a:pt x="22263" y="5211"/>
                  </a:lnTo>
                  <a:lnTo>
                    <a:pt x="22242" y="5294"/>
                  </a:lnTo>
                  <a:lnTo>
                    <a:pt x="22138" y="5336"/>
                  </a:lnTo>
                  <a:lnTo>
                    <a:pt x="22033" y="5336"/>
                  </a:lnTo>
                  <a:lnTo>
                    <a:pt x="21970" y="5253"/>
                  </a:lnTo>
                  <a:lnTo>
                    <a:pt x="21970" y="5190"/>
                  </a:lnTo>
                  <a:lnTo>
                    <a:pt x="21929" y="5148"/>
                  </a:lnTo>
                  <a:lnTo>
                    <a:pt x="21866" y="5211"/>
                  </a:lnTo>
                  <a:lnTo>
                    <a:pt x="21866" y="5315"/>
                  </a:lnTo>
                  <a:lnTo>
                    <a:pt x="21887" y="5336"/>
                  </a:lnTo>
                  <a:lnTo>
                    <a:pt x="21845" y="5420"/>
                  </a:lnTo>
                  <a:lnTo>
                    <a:pt x="21824" y="5525"/>
                  </a:lnTo>
                  <a:lnTo>
                    <a:pt x="21782" y="5566"/>
                  </a:lnTo>
                  <a:lnTo>
                    <a:pt x="21782" y="5504"/>
                  </a:lnTo>
                  <a:lnTo>
                    <a:pt x="21824" y="5441"/>
                  </a:lnTo>
                  <a:lnTo>
                    <a:pt x="21782" y="5315"/>
                  </a:lnTo>
                  <a:lnTo>
                    <a:pt x="21740" y="5232"/>
                  </a:lnTo>
                  <a:lnTo>
                    <a:pt x="21761" y="5148"/>
                  </a:lnTo>
                  <a:lnTo>
                    <a:pt x="21761" y="5064"/>
                  </a:lnTo>
                  <a:lnTo>
                    <a:pt x="21719" y="5002"/>
                  </a:lnTo>
                  <a:lnTo>
                    <a:pt x="21719" y="4918"/>
                  </a:lnTo>
                  <a:lnTo>
                    <a:pt x="21657" y="4939"/>
                  </a:lnTo>
                  <a:lnTo>
                    <a:pt x="21636" y="5002"/>
                  </a:lnTo>
                  <a:lnTo>
                    <a:pt x="21552" y="5064"/>
                  </a:lnTo>
                  <a:lnTo>
                    <a:pt x="21552" y="5148"/>
                  </a:lnTo>
                  <a:lnTo>
                    <a:pt x="21531" y="5253"/>
                  </a:lnTo>
                  <a:lnTo>
                    <a:pt x="21364" y="5420"/>
                  </a:lnTo>
                  <a:lnTo>
                    <a:pt x="21301" y="5483"/>
                  </a:lnTo>
                  <a:lnTo>
                    <a:pt x="21217" y="5483"/>
                  </a:lnTo>
                  <a:lnTo>
                    <a:pt x="21154" y="5546"/>
                  </a:lnTo>
                  <a:lnTo>
                    <a:pt x="21050" y="5629"/>
                  </a:lnTo>
                  <a:lnTo>
                    <a:pt x="20945" y="5629"/>
                  </a:lnTo>
                  <a:lnTo>
                    <a:pt x="20841" y="5734"/>
                  </a:lnTo>
                  <a:lnTo>
                    <a:pt x="20694" y="5818"/>
                  </a:lnTo>
                  <a:lnTo>
                    <a:pt x="20422" y="5818"/>
                  </a:lnTo>
                  <a:lnTo>
                    <a:pt x="20422" y="5859"/>
                  </a:lnTo>
                  <a:lnTo>
                    <a:pt x="20359" y="5901"/>
                  </a:lnTo>
                  <a:lnTo>
                    <a:pt x="20255" y="5901"/>
                  </a:lnTo>
                  <a:lnTo>
                    <a:pt x="20171" y="5880"/>
                  </a:lnTo>
                  <a:lnTo>
                    <a:pt x="20087" y="5943"/>
                  </a:lnTo>
                  <a:lnTo>
                    <a:pt x="19711" y="6131"/>
                  </a:lnTo>
                  <a:lnTo>
                    <a:pt x="19522" y="6278"/>
                  </a:lnTo>
                  <a:lnTo>
                    <a:pt x="19502" y="6382"/>
                  </a:lnTo>
                  <a:lnTo>
                    <a:pt x="19439" y="6403"/>
                  </a:lnTo>
                  <a:lnTo>
                    <a:pt x="19229" y="6571"/>
                  </a:lnTo>
                  <a:lnTo>
                    <a:pt x="19125" y="6675"/>
                  </a:lnTo>
                  <a:lnTo>
                    <a:pt x="19104" y="6613"/>
                  </a:lnTo>
                  <a:lnTo>
                    <a:pt x="19083" y="6613"/>
                  </a:lnTo>
                  <a:lnTo>
                    <a:pt x="18978" y="6696"/>
                  </a:lnTo>
                  <a:lnTo>
                    <a:pt x="18895" y="6822"/>
                  </a:lnTo>
                  <a:lnTo>
                    <a:pt x="18790" y="6968"/>
                  </a:lnTo>
                  <a:lnTo>
                    <a:pt x="18769" y="7031"/>
                  </a:lnTo>
                  <a:lnTo>
                    <a:pt x="18727" y="7094"/>
                  </a:lnTo>
                  <a:lnTo>
                    <a:pt x="18706" y="7031"/>
                  </a:lnTo>
                  <a:lnTo>
                    <a:pt x="18748" y="6906"/>
                  </a:lnTo>
                  <a:lnTo>
                    <a:pt x="18748" y="6801"/>
                  </a:lnTo>
                  <a:lnTo>
                    <a:pt x="18748" y="6696"/>
                  </a:lnTo>
                  <a:lnTo>
                    <a:pt x="18853" y="6696"/>
                  </a:lnTo>
                  <a:lnTo>
                    <a:pt x="18895" y="6654"/>
                  </a:lnTo>
                  <a:lnTo>
                    <a:pt x="19020" y="6550"/>
                  </a:lnTo>
                  <a:lnTo>
                    <a:pt x="19104" y="6508"/>
                  </a:lnTo>
                  <a:lnTo>
                    <a:pt x="19209" y="6403"/>
                  </a:lnTo>
                  <a:lnTo>
                    <a:pt x="19355" y="6278"/>
                  </a:lnTo>
                  <a:lnTo>
                    <a:pt x="19418" y="6194"/>
                  </a:lnTo>
                  <a:lnTo>
                    <a:pt x="19522" y="6152"/>
                  </a:lnTo>
                  <a:lnTo>
                    <a:pt x="19627" y="5985"/>
                  </a:lnTo>
                  <a:lnTo>
                    <a:pt x="19669" y="5922"/>
                  </a:lnTo>
                  <a:lnTo>
                    <a:pt x="19648" y="5838"/>
                  </a:lnTo>
                  <a:lnTo>
                    <a:pt x="19669" y="5776"/>
                  </a:lnTo>
                  <a:lnTo>
                    <a:pt x="19690" y="5818"/>
                  </a:lnTo>
                  <a:lnTo>
                    <a:pt x="19753" y="5838"/>
                  </a:lnTo>
                  <a:lnTo>
                    <a:pt x="19836" y="5755"/>
                  </a:lnTo>
                  <a:lnTo>
                    <a:pt x="19941" y="5713"/>
                  </a:lnTo>
                  <a:lnTo>
                    <a:pt x="19941" y="5629"/>
                  </a:lnTo>
                  <a:lnTo>
                    <a:pt x="20004" y="5504"/>
                  </a:lnTo>
                  <a:lnTo>
                    <a:pt x="20066" y="5462"/>
                  </a:lnTo>
                  <a:lnTo>
                    <a:pt x="20150" y="5504"/>
                  </a:lnTo>
                  <a:lnTo>
                    <a:pt x="20213" y="5420"/>
                  </a:lnTo>
                  <a:lnTo>
                    <a:pt x="20297" y="5399"/>
                  </a:lnTo>
                  <a:lnTo>
                    <a:pt x="20318" y="5420"/>
                  </a:lnTo>
                  <a:lnTo>
                    <a:pt x="20401" y="5420"/>
                  </a:lnTo>
                  <a:lnTo>
                    <a:pt x="20715" y="5127"/>
                  </a:lnTo>
                  <a:lnTo>
                    <a:pt x="20778" y="5022"/>
                  </a:lnTo>
                  <a:lnTo>
                    <a:pt x="20799" y="4897"/>
                  </a:lnTo>
                  <a:lnTo>
                    <a:pt x="20882" y="4709"/>
                  </a:lnTo>
                  <a:lnTo>
                    <a:pt x="20987" y="4583"/>
                  </a:lnTo>
                  <a:lnTo>
                    <a:pt x="20987" y="4458"/>
                  </a:lnTo>
                  <a:lnTo>
                    <a:pt x="20987" y="4269"/>
                  </a:lnTo>
                  <a:lnTo>
                    <a:pt x="20945" y="4165"/>
                  </a:lnTo>
                  <a:lnTo>
                    <a:pt x="20882" y="4144"/>
                  </a:lnTo>
                  <a:lnTo>
                    <a:pt x="20736" y="4165"/>
                  </a:lnTo>
                  <a:lnTo>
                    <a:pt x="20590" y="4165"/>
                  </a:lnTo>
                  <a:lnTo>
                    <a:pt x="20464" y="4102"/>
                  </a:lnTo>
                  <a:lnTo>
                    <a:pt x="20318" y="4102"/>
                  </a:lnTo>
                  <a:lnTo>
                    <a:pt x="20255" y="4165"/>
                  </a:lnTo>
                  <a:lnTo>
                    <a:pt x="20213" y="4248"/>
                  </a:lnTo>
                  <a:lnTo>
                    <a:pt x="20255" y="4290"/>
                  </a:lnTo>
                  <a:lnTo>
                    <a:pt x="20213" y="4353"/>
                  </a:lnTo>
                  <a:lnTo>
                    <a:pt x="20213" y="4499"/>
                  </a:lnTo>
                  <a:lnTo>
                    <a:pt x="20171" y="4646"/>
                  </a:lnTo>
                  <a:lnTo>
                    <a:pt x="20066" y="4792"/>
                  </a:lnTo>
                  <a:lnTo>
                    <a:pt x="20004" y="4730"/>
                  </a:lnTo>
                  <a:lnTo>
                    <a:pt x="19941" y="4709"/>
                  </a:lnTo>
                  <a:lnTo>
                    <a:pt x="19899" y="4709"/>
                  </a:lnTo>
                  <a:lnTo>
                    <a:pt x="19857" y="4771"/>
                  </a:lnTo>
                  <a:lnTo>
                    <a:pt x="19794" y="4792"/>
                  </a:lnTo>
                  <a:lnTo>
                    <a:pt x="19732" y="4730"/>
                  </a:lnTo>
                  <a:lnTo>
                    <a:pt x="19669" y="4730"/>
                  </a:lnTo>
                  <a:cubicBezTo>
                    <a:pt x="19669" y="4730"/>
                    <a:pt x="19481" y="4688"/>
                    <a:pt x="19481" y="4646"/>
                  </a:cubicBezTo>
                  <a:lnTo>
                    <a:pt x="19271" y="4646"/>
                  </a:lnTo>
                  <a:lnTo>
                    <a:pt x="19167" y="4709"/>
                  </a:lnTo>
                  <a:lnTo>
                    <a:pt x="19020" y="4730"/>
                  </a:lnTo>
                  <a:lnTo>
                    <a:pt x="18895" y="4792"/>
                  </a:lnTo>
                  <a:lnTo>
                    <a:pt x="18832" y="4750"/>
                  </a:lnTo>
                  <a:lnTo>
                    <a:pt x="18832" y="4709"/>
                  </a:lnTo>
                  <a:lnTo>
                    <a:pt x="18853" y="4625"/>
                  </a:lnTo>
                  <a:lnTo>
                    <a:pt x="18853" y="4541"/>
                  </a:lnTo>
                  <a:lnTo>
                    <a:pt x="18895" y="4478"/>
                  </a:lnTo>
                  <a:lnTo>
                    <a:pt x="18916" y="4478"/>
                  </a:lnTo>
                  <a:lnTo>
                    <a:pt x="18957" y="4499"/>
                  </a:lnTo>
                  <a:lnTo>
                    <a:pt x="19020" y="4499"/>
                  </a:lnTo>
                  <a:lnTo>
                    <a:pt x="19146" y="4437"/>
                  </a:lnTo>
                  <a:lnTo>
                    <a:pt x="19439" y="4416"/>
                  </a:lnTo>
                  <a:lnTo>
                    <a:pt x="19481" y="4395"/>
                  </a:lnTo>
                  <a:lnTo>
                    <a:pt x="19543" y="4290"/>
                  </a:lnTo>
                  <a:lnTo>
                    <a:pt x="19564" y="4206"/>
                  </a:lnTo>
                  <a:lnTo>
                    <a:pt x="19648" y="4165"/>
                  </a:lnTo>
                  <a:lnTo>
                    <a:pt x="19669" y="4102"/>
                  </a:lnTo>
                  <a:lnTo>
                    <a:pt x="19627" y="4060"/>
                  </a:lnTo>
                  <a:lnTo>
                    <a:pt x="19627" y="3997"/>
                  </a:lnTo>
                  <a:lnTo>
                    <a:pt x="19313" y="3997"/>
                  </a:lnTo>
                  <a:lnTo>
                    <a:pt x="19125" y="3955"/>
                  </a:lnTo>
                  <a:lnTo>
                    <a:pt x="19020" y="3893"/>
                  </a:lnTo>
                  <a:lnTo>
                    <a:pt x="18937" y="3872"/>
                  </a:lnTo>
                  <a:lnTo>
                    <a:pt x="18685" y="3893"/>
                  </a:lnTo>
                  <a:lnTo>
                    <a:pt x="18560" y="3872"/>
                  </a:lnTo>
                  <a:lnTo>
                    <a:pt x="18455" y="3830"/>
                  </a:lnTo>
                  <a:lnTo>
                    <a:pt x="18288" y="3830"/>
                  </a:lnTo>
                  <a:lnTo>
                    <a:pt x="18162" y="3851"/>
                  </a:lnTo>
                  <a:lnTo>
                    <a:pt x="18100" y="3830"/>
                  </a:lnTo>
                  <a:lnTo>
                    <a:pt x="17995" y="3788"/>
                  </a:lnTo>
                  <a:lnTo>
                    <a:pt x="17932" y="3788"/>
                  </a:lnTo>
                  <a:lnTo>
                    <a:pt x="17849" y="3893"/>
                  </a:lnTo>
                  <a:lnTo>
                    <a:pt x="17849" y="3976"/>
                  </a:lnTo>
                  <a:lnTo>
                    <a:pt x="17765" y="4039"/>
                  </a:lnTo>
                  <a:lnTo>
                    <a:pt x="17744" y="4039"/>
                  </a:lnTo>
                  <a:lnTo>
                    <a:pt x="17765" y="3955"/>
                  </a:lnTo>
                  <a:lnTo>
                    <a:pt x="17765" y="3934"/>
                  </a:lnTo>
                  <a:lnTo>
                    <a:pt x="17681" y="3934"/>
                  </a:lnTo>
                  <a:lnTo>
                    <a:pt x="17451" y="3997"/>
                  </a:lnTo>
                  <a:lnTo>
                    <a:pt x="17305" y="4060"/>
                  </a:lnTo>
                  <a:lnTo>
                    <a:pt x="17221" y="4144"/>
                  </a:lnTo>
                  <a:lnTo>
                    <a:pt x="17158" y="4186"/>
                  </a:lnTo>
                  <a:lnTo>
                    <a:pt x="17053" y="4186"/>
                  </a:lnTo>
                  <a:lnTo>
                    <a:pt x="16949" y="4206"/>
                  </a:lnTo>
                  <a:lnTo>
                    <a:pt x="16886" y="4269"/>
                  </a:lnTo>
                  <a:lnTo>
                    <a:pt x="16781" y="4290"/>
                  </a:lnTo>
                  <a:lnTo>
                    <a:pt x="16698" y="4374"/>
                  </a:lnTo>
                  <a:lnTo>
                    <a:pt x="16698" y="4458"/>
                  </a:lnTo>
                  <a:lnTo>
                    <a:pt x="16635" y="4520"/>
                  </a:lnTo>
                  <a:lnTo>
                    <a:pt x="16593" y="4520"/>
                  </a:lnTo>
                  <a:lnTo>
                    <a:pt x="16530" y="4458"/>
                  </a:lnTo>
                  <a:lnTo>
                    <a:pt x="16530" y="4374"/>
                  </a:lnTo>
                  <a:lnTo>
                    <a:pt x="16509" y="4290"/>
                  </a:lnTo>
                  <a:lnTo>
                    <a:pt x="16468" y="4248"/>
                  </a:lnTo>
                  <a:lnTo>
                    <a:pt x="16468" y="4165"/>
                  </a:lnTo>
                  <a:lnTo>
                    <a:pt x="16509" y="4081"/>
                  </a:lnTo>
                  <a:lnTo>
                    <a:pt x="16593" y="4081"/>
                  </a:lnTo>
                  <a:lnTo>
                    <a:pt x="16698" y="4039"/>
                  </a:lnTo>
                  <a:lnTo>
                    <a:pt x="16802" y="4039"/>
                  </a:lnTo>
                  <a:lnTo>
                    <a:pt x="16886" y="3997"/>
                  </a:lnTo>
                  <a:lnTo>
                    <a:pt x="16928" y="3955"/>
                  </a:lnTo>
                  <a:lnTo>
                    <a:pt x="17012" y="3934"/>
                  </a:lnTo>
                  <a:lnTo>
                    <a:pt x="17158" y="3893"/>
                  </a:lnTo>
                  <a:lnTo>
                    <a:pt x="17263" y="3851"/>
                  </a:lnTo>
                  <a:lnTo>
                    <a:pt x="17346" y="3788"/>
                  </a:lnTo>
                  <a:lnTo>
                    <a:pt x="17472" y="3788"/>
                  </a:lnTo>
                  <a:lnTo>
                    <a:pt x="17556" y="3746"/>
                  </a:lnTo>
                  <a:lnTo>
                    <a:pt x="17577" y="3662"/>
                  </a:lnTo>
                  <a:lnTo>
                    <a:pt x="17556" y="3621"/>
                  </a:lnTo>
                  <a:lnTo>
                    <a:pt x="17514" y="3558"/>
                  </a:lnTo>
                  <a:lnTo>
                    <a:pt x="17346" y="3558"/>
                  </a:lnTo>
                  <a:lnTo>
                    <a:pt x="17346" y="3516"/>
                  </a:lnTo>
                  <a:lnTo>
                    <a:pt x="17430" y="3516"/>
                  </a:lnTo>
                  <a:lnTo>
                    <a:pt x="17451" y="3537"/>
                  </a:lnTo>
                  <a:lnTo>
                    <a:pt x="17535" y="3537"/>
                  </a:lnTo>
                  <a:lnTo>
                    <a:pt x="17577" y="3558"/>
                  </a:lnTo>
                  <a:lnTo>
                    <a:pt x="17618" y="3662"/>
                  </a:lnTo>
                  <a:lnTo>
                    <a:pt x="17639" y="3662"/>
                  </a:lnTo>
                  <a:lnTo>
                    <a:pt x="17660" y="3641"/>
                  </a:lnTo>
                  <a:lnTo>
                    <a:pt x="17765" y="3579"/>
                  </a:lnTo>
                  <a:lnTo>
                    <a:pt x="17890" y="3621"/>
                  </a:lnTo>
                  <a:lnTo>
                    <a:pt x="17974" y="3579"/>
                  </a:lnTo>
                  <a:lnTo>
                    <a:pt x="18058" y="3537"/>
                  </a:lnTo>
                  <a:lnTo>
                    <a:pt x="18141" y="3516"/>
                  </a:lnTo>
                  <a:lnTo>
                    <a:pt x="18246" y="3537"/>
                  </a:lnTo>
                  <a:lnTo>
                    <a:pt x="18351" y="3537"/>
                  </a:lnTo>
                  <a:lnTo>
                    <a:pt x="18455" y="3516"/>
                  </a:lnTo>
                  <a:lnTo>
                    <a:pt x="18518" y="3537"/>
                  </a:lnTo>
                  <a:lnTo>
                    <a:pt x="18602" y="3579"/>
                  </a:lnTo>
                  <a:lnTo>
                    <a:pt x="18769" y="3579"/>
                  </a:lnTo>
                  <a:lnTo>
                    <a:pt x="18790" y="3621"/>
                  </a:lnTo>
                  <a:lnTo>
                    <a:pt x="18832" y="3621"/>
                  </a:lnTo>
                  <a:lnTo>
                    <a:pt x="18978" y="3725"/>
                  </a:lnTo>
                  <a:lnTo>
                    <a:pt x="19041" y="3746"/>
                  </a:lnTo>
                  <a:lnTo>
                    <a:pt x="19146" y="3725"/>
                  </a:lnTo>
                  <a:lnTo>
                    <a:pt x="19209" y="3662"/>
                  </a:lnTo>
                  <a:lnTo>
                    <a:pt x="19292" y="3662"/>
                  </a:lnTo>
                  <a:lnTo>
                    <a:pt x="19355" y="3683"/>
                  </a:lnTo>
                  <a:lnTo>
                    <a:pt x="19439" y="3683"/>
                  </a:lnTo>
                  <a:lnTo>
                    <a:pt x="19502" y="3725"/>
                  </a:lnTo>
                  <a:lnTo>
                    <a:pt x="19564" y="3725"/>
                  </a:lnTo>
                  <a:lnTo>
                    <a:pt x="19732" y="3662"/>
                  </a:lnTo>
                  <a:lnTo>
                    <a:pt x="19815" y="3621"/>
                  </a:lnTo>
                  <a:lnTo>
                    <a:pt x="19920" y="3621"/>
                  </a:lnTo>
                  <a:lnTo>
                    <a:pt x="19983" y="3662"/>
                  </a:lnTo>
                  <a:lnTo>
                    <a:pt x="20046" y="3662"/>
                  </a:lnTo>
                  <a:lnTo>
                    <a:pt x="20129" y="3621"/>
                  </a:lnTo>
                  <a:lnTo>
                    <a:pt x="20234" y="3641"/>
                  </a:lnTo>
                  <a:lnTo>
                    <a:pt x="20338" y="3641"/>
                  </a:lnTo>
                  <a:lnTo>
                    <a:pt x="20338" y="3579"/>
                  </a:lnTo>
                  <a:lnTo>
                    <a:pt x="20276" y="3558"/>
                  </a:lnTo>
                  <a:lnTo>
                    <a:pt x="20276" y="3516"/>
                  </a:lnTo>
                  <a:lnTo>
                    <a:pt x="20297" y="3474"/>
                  </a:lnTo>
                  <a:lnTo>
                    <a:pt x="20359" y="3537"/>
                  </a:lnTo>
                  <a:lnTo>
                    <a:pt x="20401" y="3579"/>
                  </a:lnTo>
                  <a:lnTo>
                    <a:pt x="20485" y="3579"/>
                  </a:lnTo>
                  <a:lnTo>
                    <a:pt x="20548" y="3558"/>
                  </a:lnTo>
                  <a:lnTo>
                    <a:pt x="20694" y="3558"/>
                  </a:lnTo>
                  <a:lnTo>
                    <a:pt x="20903" y="3474"/>
                  </a:lnTo>
                  <a:lnTo>
                    <a:pt x="21008" y="3432"/>
                  </a:lnTo>
                  <a:lnTo>
                    <a:pt x="21029" y="3369"/>
                  </a:lnTo>
                  <a:lnTo>
                    <a:pt x="21029" y="3328"/>
                  </a:lnTo>
                  <a:lnTo>
                    <a:pt x="21092" y="3307"/>
                  </a:lnTo>
                  <a:lnTo>
                    <a:pt x="21134" y="3328"/>
                  </a:lnTo>
                  <a:lnTo>
                    <a:pt x="21217" y="3307"/>
                  </a:lnTo>
                  <a:lnTo>
                    <a:pt x="21322" y="3223"/>
                  </a:lnTo>
                  <a:lnTo>
                    <a:pt x="21406" y="3202"/>
                  </a:lnTo>
                  <a:lnTo>
                    <a:pt x="21406" y="3118"/>
                  </a:lnTo>
                  <a:lnTo>
                    <a:pt x="21426" y="3056"/>
                  </a:lnTo>
                  <a:lnTo>
                    <a:pt x="21489" y="3035"/>
                  </a:lnTo>
                  <a:lnTo>
                    <a:pt x="21489" y="2930"/>
                  </a:lnTo>
                  <a:lnTo>
                    <a:pt x="21447" y="2888"/>
                  </a:lnTo>
                  <a:lnTo>
                    <a:pt x="21343" y="2805"/>
                  </a:lnTo>
                  <a:lnTo>
                    <a:pt x="21217" y="2742"/>
                  </a:lnTo>
                  <a:lnTo>
                    <a:pt x="21113" y="2637"/>
                  </a:lnTo>
                  <a:lnTo>
                    <a:pt x="21092" y="2574"/>
                  </a:lnTo>
                  <a:lnTo>
                    <a:pt x="21029" y="2512"/>
                  </a:lnTo>
                  <a:lnTo>
                    <a:pt x="20882" y="2491"/>
                  </a:lnTo>
                  <a:lnTo>
                    <a:pt x="20799" y="2407"/>
                  </a:lnTo>
                  <a:lnTo>
                    <a:pt x="20778" y="2323"/>
                  </a:lnTo>
                  <a:lnTo>
                    <a:pt x="20715" y="2302"/>
                  </a:lnTo>
                  <a:lnTo>
                    <a:pt x="20694" y="2323"/>
                  </a:lnTo>
                  <a:lnTo>
                    <a:pt x="20610" y="2365"/>
                  </a:lnTo>
                  <a:lnTo>
                    <a:pt x="20569" y="2323"/>
                  </a:lnTo>
                  <a:lnTo>
                    <a:pt x="20548" y="2261"/>
                  </a:lnTo>
                  <a:lnTo>
                    <a:pt x="20485" y="2198"/>
                  </a:lnTo>
                  <a:lnTo>
                    <a:pt x="20255" y="2198"/>
                  </a:lnTo>
                  <a:lnTo>
                    <a:pt x="20171" y="2219"/>
                  </a:lnTo>
                  <a:lnTo>
                    <a:pt x="20171" y="2302"/>
                  </a:lnTo>
                  <a:lnTo>
                    <a:pt x="20171" y="2365"/>
                  </a:lnTo>
                  <a:lnTo>
                    <a:pt x="20129" y="2302"/>
                  </a:lnTo>
                  <a:lnTo>
                    <a:pt x="20066" y="2302"/>
                  </a:lnTo>
                  <a:lnTo>
                    <a:pt x="19920" y="2386"/>
                  </a:lnTo>
                  <a:lnTo>
                    <a:pt x="19836" y="2407"/>
                  </a:lnTo>
                  <a:lnTo>
                    <a:pt x="19711" y="2365"/>
                  </a:lnTo>
                  <a:lnTo>
                    <a:pt x="19606" y="2365"/>
                  </a:lnTo>
                  <a:lnTo>
                    <a:pt x="19522" y="2323"/>
                  </a:lnTo>
                  <a:lnTo>
                    <a:pt x="19460" y="2261"/>
                  </a:lnTo>
                  <a:lnTo>
                    <a:pt x="19460" y="2177"/>
                  </a:lnTo>
                  <a:lnTo>
                    <a:pt x="19522" y="2177"/>
                  </a:lnTo>
                  <a:lnTo>
                    <a:pt x="19564" y="2219"/>
                  </a:lnTo>
                  <a:lnTo>
                    <a:pt x="19669" y="2261"/>
                  </a:lnTo>
                  <a:lnTo>
                    <a:pt x="19711" y="2219"/>
                  </a:lnTo>
                  <a:lnTo>
                    <a:pt x="19711" y="2177"/>
                  </a:lnTo>
                  <a:lnTo>
                    <a:pt x="19606" y="2093"/>
                  </a:lnTo>
                  <a:lnTo>
                    <a:pt x="19606" y="2009"/>
                  </a:lnTo>
                  <a:lnTo>
                    <a:pt x="19627" y="1989"/>
                  </a:lnTo>
                  <a:lnTo>
                    <a:pt x="19669" y="2072"/>
                  </a:lnTo>
                  <a:lnTo>
                    <a:pt x="19774" y="2114"/>
                  </a:lnTo>
                  <a:lnTo>
                    <a:pt x="19857" y="2156"/>
                  </a:lnTo>
                  <a:lnTo>
                    <a:pt x="20025" y="2093"/>
                  </a:lnTo>
                  <a:lnTo>
                    <a:pt x="20171" y="1968"/>
                  </a:lnTo>
                  <a:lnTo>
                    <a:pt x="20171" y="1884"/>
                  </a:lnTo>
                  <a:lnTo>
                    <a:pt x="20150" y="1842"/>
                  </a:lnTo>
                  <a:lnTo>
                    <a:pt x="20087" y="1800"/>
                  </a:lnTo>
                  <a:lnTo>
                    <a:pt x="20087" y="1758"/>
                  </a:lnTo>
                  <a:lnTo>
                    <a:pt x="20150" y="1696"/>
                  </a:lnTo>
                  <a:lnTo>
                    <a:pt x="20150" y="1675"/>
                  </a:lnTo>
                  <a:lnTo>
                    <a:pt x="20046" y="1591"/>
                  </a:lnTo>
                  <a:lnTo>
                    <a:pt x="19962" y="1486"/>
                  </a:lnTo>
                  <a:lnTo>
                    <a:pt x="19920" y="1465"/>
                  </a:lnTo>
                  <a:lnTo>
                    <a:pt x="19857" y="1486"/>
                  </a:lnTo>
                  <a:lnTo>
                    <a:pt x="19774" y="1570"/>
                  </a:lnTo>
                  <a:lnTo>
                    <a:pt x="19627" y="1654"/>
                  </a:lnTo>
                  <a:lnTo>
                    <a:pt x="19439" y="1654"/>
                  </a:lnTo>
                  <a:lnTo>
                    <a:pt x="19334" y="1737"/>
                  </a:lnTo>
                  <a:lnTo>
                    <a:pt x="19292" y="1737"/>
                  </a:lnTo>
                  <a:lnTo>
                    <a:pt x="19229" y="1675"/>
                  </a:lnTo>
                  <a:lnTo>
                    <a:pt x="19188" y="1654"/>
                  </a:lnTo>
                  <a:lnTo>
                    <a:pt x="19104" y="1675"/>
                  </a:lnTo>
                  <a:lnTo>
                    <a:pt x="19020" y="1696"/>
                  </a:lnTo>
                  <a:lnTo>
                    <a:pt x="18937" y="1675"/>
                  </a:lnTo>
                  <a:lnTo>
                    <a:pt x="18874" y="1633"/>
                  </a:lnTo>
                  <a:lnTo>
                    <a:pt x="18769" y="1591"/>
                  </a:lnTo>
                  <a:lnTo>
                    <a:pt x="18685" y="1549"/>
                  </a:lnTo>
                  <a:lnTo>
                    <a:pt x="18581" y="1528"/>
                  </a:lnTo>
                  <a:lnTo>
                    <a:pt x="18476" y="1445"/>
                  </a:lnTo>
                  <a:lnTo>
                    <a:pt x="18309" y="1424"/>
                  </a:lnTo>
                  <a:lnTo>
                    <a:pt x="18100" y="1445"/>
                  </a:lnTo>
                  <a:lnTo>
                    <a:pt x="17995" y="1465"/>
                  </a:lnTo>
                  <a:lnTo>
                    <a:pt x="17849" y="1528"/>
                  </a:lnTo>
                  <a:lnTo>
                    <a:pt x="17723" y="1549"/>
                  </a:lnTo>
                  <a:lnTo>
                    <a:pt x="17577" y="1570"/>
                  </a:lnTo>
                  <a:lnTo>
                    <a:pt x="17472" y="1549"/>
                  </a:lnTo>
                  <a:lnTo>
                    <a:pt x="17346" y="1570"/>
                  </a:lnTo>
                  <a:lnTo>
                    <a:pt x="17325" y="1591"/>
                  </a:lnTo>
                  <a:lnTo>
                    <a:pt x="17346" y="1737"/>
                  </a:lnTo>
                  <a:lnTo>
                    <a:pt x="17346" y="1800"/>
                  </a:lnTo>
                  <a:lnTo>
                    <a:pt x="17305" y="1800"/>
                  </a:lnTo>
                  <a:lnTo>
                    <a:pt x="17242" y="1779"/>
                  </a:lnTo>
                  <a:lnTo>
                    <a:pt x="17158" y="1654"/>
                  </a:lnTo>
                  <a:lnTo>
                    <a:pt x="17137" y="1570"/>
                  </a:lnTo>
                  <a:lnTo>
                    <a:pt x="17095" y="1549"/>
                  </a:lnTo>
                  <a:lnTo>
                    <a:pt x="17012" y="1570"/>
                  </a:lnTo>
                  <a:lnTo>
                    <a:pt x="16698" y="1570"/>
                  </a:lnTo>
                  <a:cubicBezTo>
                    <a:pt x="16698" y="1570"/>
                    <a:pt x="16593" y="1633"/>
                    <a:pt x="16572" y="1633"/>
                  </a:cubicBezTo>
                  <a:lnTo>
                    <a:pt x="16489" y="1737"/>
                  </a:lnTo>
                  <a:lnTo>
                    <a:pt x="16426" y="1884"/>
                  </a:lnTo>
                  <a:lnTo>
                    <a:pt x="16384" y="1968"/>
                  </a:lnTo>
                  <a:lnTo>
                    <a:pt x="16363" y="1968"/>
                  </a:lnTo>
                  <a:lnTo>
                    <a:pt x="16363" y="1905"/>
                  </a:lnTo>
                  <a:lnTo>
                    <a:pt x="16405" y="1800"/>
                  </a:lnTo>
                  <a:lnTo>
                    <a:pt x="16426" y="1737"/>
                  </a:lnTo>
                  <a:lnTo>
                    <a:pt x="16405" y="1696"/>
                  </a:lnTo>
                  <a:lnTo>
                    <a:pt x="16321" y="1737"/>
                  </a:lnTo>
                  <a:lnTo>
                    <a:pt x="16196" y="1737"/>
                  </a:lnTo>
                  <a:lnTo>
                    <a:pt x="16154" y="1779"/>
                  </a:lnTo>
                  <a:lnTo>
                    <a:pt x="16154" y="1842"/>
                  </a:lnTo>
                  <a:lnTo>
                    <a:pt x="16112" y="1884"/>
                  </a:lnTo>
                  <a:lnTo>
                    <a:pt x="16112" y="1989"/>
                  </a:lnTo>
                  <a:lnTo>
                    <a:pt x="16049" y="2009"/>
                  </a:lnTo>
                  <a:lnTo>
                    <a:pt x="16007" y="1968"/>
                  </a:lnTo>
                  <a:lnTo>
                    <a:pt x="16007" y="1905"/>
                  </a:lnTo>
                  <a:lnTo>
                    <a:pt x="16070" y="1842"/>
                  </a:lnTo>
                  <a:lnTo>
                    <a:pt x="16070" y="1675"/>
                  </a:lnTo>
                  <a:lnTo>
                    <a:pt x="16091" y="1591"/>
                  </a:lnTo>
                  <a:lnTo>
                    <a:pt x="16300" y="1465"/>
                  </a:lnTo>
                  <a:lnTo>
                    <a:pt x="16426" y="1382"/>
                  </a:lnTo>
                  <a:lnTo>
                    <a:pt x="16593" y="1382"/>
                  </a:lnTo>
                  <a:lnTo>
                    <a:pt x="16719" y="1424"/>
                  </a:lnTo>
                  <a:lnTo>
                    <a:pt x="16823" y="1424"/>
                  </a:lnTo>
                  <a:lnTo>
                    <a:pt x="16844" y="1382"/>
                  </a:lnTo>
                  <a:lnTo>
                    <a:pt x="17116" y="1382"/>
                  </a:lnTo>
                  <a:lnTo>
                    <a:pt x="17200" y="1340"/>
                  </a:lnTo>
                  <a:lnTo>
                    <a:pt x="17221" y="1256"/>
                  </a:lnTo>
                  <a:lnTo>
                    <a:pt x="17158" y="1256"/>
                  </a:lnTo>
                  <a:lnTo>
                    <a:pt x="17095" y="1173"/>
                  </a:lnTo>
                  <a:lnTo>
                    <a:pt x="17095" y="1068"/>
                  </a:lnTo>
                  <a:lnTo>
                    <a:pt x="17200" y="1005"/>
                  </a:lnTo>
                  <a:lnTo>
                    <a:pt x="17263" y="963"/>
                  </a:lnTo>
                  <a:lnTo>
                    <a:pt x="17346" y="963"/>
                  </a:lnTo>
                  <a:lnTo>
                    <a:pt x="17367" y="1026"/>
                  </a:lnTo>
                  <a:lnTo>
                    <a:pt x="17346" y="1068"/>
                  </a:lnTo>
                  <a:lnTo>
                    <a:pt x="17305" y="1068"/>
                  </a:lnTo>
                  <a:lnTo>
                    <a:pt x="17346" y="1152"/>
                  </a:lnTo>
                  <a:lnTo>
                    <a:pt x="17346" y="1256"/>
                  </a:lnTo>
                  <a:lnTo>
                    <a:pt x="17409" y="1340"/>
                  </a:lnTo>
                  <a:lnTo>
                    <a:pt x="17556" y="1340"/>
                  </a:lnTo>
                  <a:lnTo>
                    <a:pt x="17681" y="1277"/>
                  </a:lnTo>
                  <a:lnTo>
                    <a:pt x="17765" y="1277"/>
                  </a:lnTo>
                  <a:lnTo>
                    <a:pt x="17869" y="1319"/>
                  </a:lnTo>
                  <a:lnTo>
                    <a:pt x="17953" y="1277"/>
                  </a:lnTo>
                  <a:lnTo>
                    <a:pt x="18141" y="1214"/>
                  </a:lnTo>
                  <a:lnTo>
                    <a:pt x="18267" y="1214"/>
                  </a:lnTo>
                  <a:lnTo>
                    <a:pt x="18309" y="1256"/>
                  </a:lnTo>
                  <a:lnTo>
                    <a:pt x="18393" y="1256"/>
                  </a:lnTo>
                  <a:lnTo>
                    <a:pt x="18455" y="1214"/>
                  </a:lnTo>
                  <a:lnTo>
                    <a:pt x="18581" y="1214"/>
                  </a:lnTo>
                  <a:lnTo>
                    <a:pt x="18685" y="1256"/>
                  </a:lnTo>
                  <a:lnTo>
                    <a:pt x="18769" y="1256"/>
                  </a:lnTo>
                  <a:lnTo>
                    <a:pt x="18853" y="1277"/>
                  </a:lnTo>
                  <a:lnTo>
                    <a:pt x="19083" y="1382"/>
                  </a:lnTo>
                  <a:lnTo>
                    <a:pt x="19209" y="1382"/>
                  </a:lnTo>
                  <a:lnTo>
                    <a:pt x="19313" y="1361"/>
                  </a:lnTo>
                  <a:lnTo>
                    <a:pt x="19439" y="1361"/>
                  </a:lnTo>
                  <a:lnTo>
                    <a:pt x="19481" y="1277"/>
                  </a:lnTo>
                  <a:lnTo>
                    <a:pt x="19564" y="1235"/>
                  </a:lnTo>
                  <a:lnTo>
                    <a:pt x="19669" y="1256"/>
                  </a:lnTo>
                  <a:lnTo>
                    <a:pt x="19774" y="1256"/>
                  </a:lnTo>
                  <a:lnTo>
                    <a:pt x="19836" y="1173"/>
                  </a:lnTo>
                  <a:lnTo>
                    <a:pt x="19836" y="1131"/>
                  </a:lnTo>
                  <a:lnTo>
                    <a:pt x="19669" y="1026"/>
                  </a:lnTo>
                  <a:lnTo>
                    <a:pt x="19585" y="963"/>
                  </a:lnTo>
                  <a:lnTo>
                    <a:pt x="19543" y="859"/>
                  </a:lnTo>
                  <a:lnTo>
                    <a:pt x="19439" y="796"/>
                  </a:lnTo>
                  <a:lnTo>
                    <a:pt x="19250" y="733"/>
                  </a:lnTo>
                  <a:lnTo>
                    <a:pt x="19167" y="649"/>
                  </a:lnTo>
                  <a:lnTo>
                    <a:pt x="19062" y="628"/>
                  </a:lnTo>
                  <a:lnTo>
                    <a:pt x="18957" y="649"/>
                  </a:lnTo>
                  <a:lnTo>
                    <a:pt x="18916" y="608"/>
                  </a:lnTo>
                  <a:lnTo>
                    <a:pt x="18853" y="545"/>
                  </a:lnTo>
                  <a:lnTo>
                    <a:pt x="18727" y="587"/>
                  </a:lnTo>
                  <a:lnTo>
                    <a:pt x="18685" y="524"/>
                  </a:lnTo>
                  <a:lnTo>
                    <a:pt x="18455" y="503"/>
                  </a:lnTo>
                  <a:lnTo>
                    <a:pt x="18309" y="398"/>
                  </a:lnTo>
                  <a:lnTo>
                    <a:pt x="18246" y="398"/>
                  </a:lnTo>
                  <a:lnTo>
                    <a:pt x="18058" y="294"/>
                  </a:lnTo>
                  <a:lnTo>
                    <a:pt x="17995" y="294"/>
                  </a:lnTo>
                  <a:lnTo>
                    <a:pt x="17995" y="315"/>
                  </a:lnTo>
                  <a:lnTo>
                    <a:pt x="17932" y="336"/>
                  </a:lnTo>
                  <a:lnTo>
                    <a:pt x="17765" y="231"/>
                  </a:lnTo>
                  <a:lnTo>
                    <a:pt x="17744" y="168"/>
                  </a:lnTo>
                  <a:lnTo>
                    <a:pt x="17681" y="105"/>
                  </a:lnTo>
                  <a:lnTo>
                    <a:pt x="17597" y="126"/>
                  </a:lnTo>
                  <a:lnTo>
                    <a:pt x="17535" y="126"/>
                  </a:lnTo>
                  <a:lnTo>
                    <a:pt x="17472" y="84"/>
                  </a:lnTo>
                  <a:lnTo>
                    <a:pt x="17263" y="84"/>
                  </a:lnTo>
                  <a:lnTo>
                    <a:pt x="17158" y="22"/>
                  </a:lnTo>
                  <a:lnTo>
                    <a:pt x="17074" y="84"/>
                  </a:lnTo>
                  <a:lnTo>
                    <a:pt x="17033" y="84"/>
                  </a:lnTo>
                  <a:lnTo>
                    <a:pt x="17012" y="64"/>
                  </a:lnTo>
                  <a:lnTo>
                    <a:pt x="16928" y="1"/>
                  </a:lnTo>
                  <a:lnTo>
                    <a:pt x="16740" y="22"/>
                  </a:lnTo>
                  <a:lnTo>
                    <a:pt x="1661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592" name="Google Shape;7704;p67">
              <a:extLst>
                <a:ext uri="{FF2B5EF4-FFF2-40B4-BE49-F238E27FC236}">
                  <a16:creationId xmlns:a16="http://schemas.microsoft.com/office/drawing/2014/main" id="{375DA80A-B6E4-679C-E086-61AF27962882}"/>
                </a:ext>
              </a:extLst>
            </p:cNvPr>
            <p:cNvGrpSpPr/>
            <p:nvPr/>
          </p:nvGrpSpPr>
          <p:grpSpPr>
            <a:xfrm>
              <a:off x="1922950" y="1410350"/>
              <a:ext cx="1252825" cy="1162875"/>
              <a:chOff x="1922950" y="1410350"/>
              <a:chExt cx="1252825" cy="1162875"/>
            </a:xfrm>
            <a:grpFill/>
          </p:grpSpPr>
          <p:sp>
            <p:nvSpPr>
              <p:cNvPr id="781" name="Google Shape;7705;p67">
                <a:extLst>
                  <a:ext uri="{FF2B5EF4-FFF2-40B4-BE49-F238E27FC236}">
                    <a16:creationId xmlns:a16="http://schemas.microsoft.com/office/drawing/2014/main" id="{1A158EED-8DC1-17E4-78D2-A00E0BC5EE1F}"/>
                  </a:ext>
                </a:extLst>
              </p:cNvPr>
              <p:cNvSpPr/>
              <p:nvPr/>
            </p:nvSpPr>
            <p:spPr>
              <a:xfrm>
                <a:off x="1988325" y="2333100"/>
                <a:ext cx="52325" cy="65925"/>
              </a:xfrm>
              <a:custGeom>
                <a:avLst/>
                <a:gdLst/>
                <a:ahLst/>
                <a:cxnLst/>
                <a:rect l="l" t="t" r="r" b="b"/>
                <a:pathLst>
                  <a:path w="2093" h="2637" extrusionOk="0">
                    <a:moveTo>
                      <a:pt x="210" y="0"/>
                    </a:moveTo>
                    <a:lnTo>
                      <a:pt x="189" y="63"/>
                    </a:lnTo>
                    <a:lnTo>
                      <a:pt x="1" y="21"/>
                    </a:lnTo>
                    <a:lnTo>
                      <a:pt x="63" y="188"/>
                    </a:lnTo>
                    <a:lnTo>
                      <a:pt x="105" y="209"/>
                    </a:lnTo>
                    <a:lnTo>
                      <a:pt x="168" y="335"/>
                    </a:lnTo>
                    <a:lnTo>
                      <a:pt x="440" y="377"/>
                    </a:lnTo>
                    <a:lnTo>
                      <a:pt x="314" y="439"/>
                    </a:lnTo>
                    <a:lnTo>
                      <a:pt x="189" y="439"/>
                    </a:lnTo>
                    <a:lnTo>
                      <a:pt x="105" y="544"/>
                    </a:lnTo>
                    <a:lnTo>
                      <a:pt x="168" y="607"/>
                    </a:lnTo>
                    <a:lnTo>
                      <a:pt x="105" y="732"/>
                    </a:lnTo>
                    <a:lnTo>
                      <a:pt x="126" y="774"/>
                    </a:lnTo>
                    <a:lnTo>
                      <a:pt x="273" y="732"/>
                    </a:lnTo>
                    <a:lnTo>
                      <a:pt x="293" y="837"/>
                    </a:lnTo>
                    <a:lnTo>
                      <a:pt x="419" y="837"/>
                    </a:lnTo>
                    <a:lnTo>
                      <a:pt x="419" y="942"/>
                    </a:lnTo>
                    <a:lnTo>
                      <a:pt x="524" y="1025"/>
                    </a:lnTo>
                    <a:lnTo>
                      <a:pt x="649" y="963"/>
                    </a:lnTo>
                    <a:lnTo>
                      <a:pt x="503" y="1130"/>
                    </a:lnTo>
                    <a:lnTo>
                      <a:pt x="545" y="1276"/>
                    </a:lnTo>
                    <a:lnTo>
                      <a:pt x="649" y="1255"/>
                    </a:lnTo>
                    <a:lnTo>
                      <a:pt x="649" y="1151"/>
                    </a:lnTo>
                    <a:lnTo>
                      <a:pt x="817" y="1109"/>
                    </a:lnTo>
                    <a:lnTo>
                      <a:pt x="817" y="1109"/>
                    </a:lnTo>
                    <a:lnTo>
                      <a:pt x="754" y="1235"/>
                    </a:lnTo>
                    <a:lnTo>
                      <a:pt x="691" y="1339"/>
                    </a:lnTo>
                    <a:lnTo>
                      <a:pt x="691" y="1423"/>
                    </a:lnTo>
                    <a:lnTo>
                      <a:pt x="733" y="1423"/>
                    </a:lnTo>
                    <a:lnTo>
                      <a:pt x="796" y="1548"/>
                    </a:lnTo>
                    <a:lnTo>
                      <a:pt x="963" y="1528"/>
                    </a:lnTo>
                    <a:lnTo>
                      <a:pt x="963" y="1632"/>
                    </a:lnTo>
                    <a:lnTo>
                      <a:pt x="1047" y="1632"/>
                    </a:lnTo>
                    <a:lnTo>
                      <a:pt x="1068" y="1737"/>
                    </a:lnTo>
                    <a:lnTo>
                      <a:pt x="1047" y="1820"/>
                    </a:lnTo>
                    <a:lnTo>
                      <a:pt x="1172" y="1967"/>
                    </a:lnTo>
                    <a:lnTo>
                      <a:pt x="1256" y="1883"/>
                    </a:lnTo>
                    <a:lnTo>
                      <a:pt x="1319" y="1946"/>
                    </a:lnTo>
                    <a:lnTo>
                      <a:pt x="1423" y="1946"/>
                    </a:lnTo>
                    <a:lnTo>
                      <a:pt x="1256" y="2113"/>
                    </a:lnTo>
                    <a:lnTo>
                      <a:pt x="1465" y="2323"/>
                    </a:lnTo>
                    <a:lnTo>
                      <a:pt x="1549" y="2364"/>
                    </a:lnTo>
                    <a:lnTo>
                      <a:pt x="1591" y="2427"/>
                    </a:lnTo>
                    <a:lnTo>
                      <a:pt x="1946" y="2636"/>
                    </a:lnTo>
                    <a:lnTo>
                      <a:pt x="1988" y="2595"/>
                    </a:lnTo>
                    <a:lnTo>
                      <a:pt x="2093" y="2616"/>
                    </a:lnTo>
                    <a:lnTo>
                      <a:pt x="2009" y="2302"/>
                    </a:lnTo>
                    <a:lnTo>
                      <a:pt x="2051" y="2176"/>
                    </a:lnTo>
                    <a:lnTo>
                      <a:pt x="2009" y="2072"/>
                    </a:lnTo>
                    <a:lnTo>
                      <a:pt x="2009" y="1820"/>
                    </a:lnTo>
                    <a:lnTo>
                      <a:pt x="1946" y="1695"/>
                    </a:lnTo>
                    <a:lnTo>
                      <a:pt x="1674" y="1548"/>
                    </a:lnTo>
                    <a:lnTo>
                      <a:pt x="1653" y="1214"/>
                    </a:lnTo>
                    <a:lnTo>
                      <a:pt x="1528" y="1004"/>
                    </a:lnTo>
                    <a:lnTo>
                      <a:pt x="1486" y="774"/>
                    </a:lnTo>
                    <a:lnTo>
                      <a:pt x="1444" y="732"/>
                    </a:lnTo>
                    <a:lnTo>
                      <a:pt x="1319" y="711"/>
                    </a:lnTo>
                    <a:lnTo>
                      <a:pt x="1130" y="607"/>
                    </a:lnTo>
                    <a:lnTo>
                      <a:pt x="1005" y="607"/>
                    </a:lnTo>
                    <a:lnTo>
                      <a:pt x="858" y="544"/>
                    </a:lnTo>
                    <a:lnTo>
                      <a:pt x="817" y="439"/>
                    </a:lnTo>
                    <a:lnTo>
                      <a:pt x="628" y="377"/>
                    </a:lnTo>
                    <a:lnTo>
                      <a:pt x="545" y="251"/>
                    </a:lnTo>
                    <a:lnTo>
                      <a:pt x="524" y="167"/>
                    </a:lnTo>
                    <a:lnTo>
                      <a:pt x="398" y="167"/>
                    </a:lnTo>
                    <a:lnTo>
                      <a:pt x="314" y="21"/>
                    </a:lnTo>
                    <a:lnTo>
                      <a:pt x="21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2" name="Google Shape;7706;p67">
                <a:extLst>
                  <a:ext uri="{FF2B5EF4-FFF2-40B4-BE49-F238E27FC236}">
                    <a16:creationId xmlns:a16="http://schemas.microsoft.com/office/drawing/2014/main" id="{AF889820-FA21-9BBC-1BB1-11817EB0F41F}"/>
                  </a:ext>
                </a:extLst>
              </p:cNvPr>
              <p:cNvSpPr/>
              <p:nvPr/>
            </p:nvSpPr>
            <p:spPr>
              <a:xfrm>
                <a:off x="1953800" y="2242075"/>
                <a:ext cx="23050" cy="54425"/>
              </a:xfrm>
              <a:custGeom>
                <a:avLst/>
                <a:gdLst/>
                <a:ahLst/>
                <a:cxnLst/>
                <a:rect l="l" t="t" r="r" b="b"/>
                <a:pathLst>
                  <a:path w="922" h="2177" extrusionOk="0">
                    <a:moveTo>
                      <a:pt x="210" y="0"/>
                    </a:moveTo>
                    <a:lnTo>
                      <a:pt x="21" y="314"/>
                    </a:lnTo>
                    <a:lnTo>
                      <a:pt x="42" y="523"/>
                    </a:lnTo>
                    <a:lnTo>
                      <a:pt x="1" y="628"/>
                    </a:lnTo>
                    <a:lnTo>
                      <a:pt x="1" y="733"/>
                    </a:lnTo>
                    <a:lnTo>
                      <a:pt x="105" y="754"/>
                    </a:lnTo>
                    <a:lnTo>
                      <a:pt x="189" y="837"/>
                    </a:lnTo>
                    <a:lnTo>
                      <a:pt x="189" y="942"/>
                    </a:lnTo>
                    <a:lnTo>
                      <a:pt x="126" y="921"/>
                    </a:lnTo>
                    <a:lnTo>
                      <a:pt x="21" y="900"/>
                    </a:lnTo>
                    <a:lnTo>
                      <a:pt x="21" y="984"/>
                    </a:lnTo>
                    <a:lnTo>
                      <a:pt x="105" y="1047"/>
                    </a:lnTo>
                    <a:lnTo>
                      <a:pt x="21" y="1193"/>
                    </a:lnTo>
                    <a:lnTo>
                      <a:pt x="105" y="1214"/>
                    </a:lnTo>
                    <a:lnTo>
                      <a:pt x="210" y="1339"/>
                    </a:lnTo>
                    <a:lnTo>
                      <a:pt x="84" y="1319"/>
                    </a:lnTo>
                    <a:lnTo>
                      <a:pt x="21" y="1402"/>
                    </a:lnTo>
                    <a:lnTo>
                      <a:pt x="42" y="1507"/>
                    </a:lnTo>
                    <a:lnTo>
                      <a:pt x="210" y="1528"/>
                    </a:lnTo>
                    <a:lnTo>
                      <a:pt x="147" y="1611"/>
                    </a:lnTo>
                    <a:lnTo>
                      <a:pt x="189" y="1758"/>
                    </a:lnTo>
                    <a:lnTo>
                      <a:pt x="356" y="2135"/>
                    </a:lnTo>
                    <a:lnTo>
                      <a:pt x="503" y="2176"/>
                    </a:lnTo>
                    <a:lnTo>
                      <a:pt x="565" y="2072"/>
                    </a:lnTo>
                    <a:lnTo>
                      <a:pt x="524" y="1988"/>
                    </a:lnTo>
                    <a:lnTo>
                      <a:pt x="440" y="1988"/>
                    </a:lnTo>
                    <a:lnTo>
                      <a:pt x="398" y="1863"/>
                    </a:lnTo>
                    <a:lnTo>
                      <a:pt x="335" y="1653"/>
                    </a:lnTo>
                    <a:lnTo>
                      <a:pt x="356" y="1507"/>
                    </a:lnTo>
                    <a:lnTo>
                      <a:pt x="314" y="1402"/>
                    </a:lnTo>
                    <a:lnTo>
                      <a:pt x="398" y="1235"/>
                    </a:lnTo>
                    <a:lnTo>
                      <a:pt x="545" y="1235"/>
                    </a:lnTo>
                    <a:lnTo>
                      <a:pt x="524" y="1109"/>
                    </a:lnTo>
                    <a:lnTo>
                      <a:pt x="419" y="1109"/>
                    </a:lnTo>
                    <a:lnTo>
                      <a:pt x="335" y="1130"/>
                    </a:lnTo>
                    <a:lnTo>
                      <a:pt x="231" y="1130"/>
                    </a:lnTo>
                    <a:lnTo>
                      <a:pt x="314" y="1026"/>
                    </a:lnTo>
                    <a:lnTo>
                      <a:pt x="419" y="1026"/>
                    </a:lnTo>
                    <a:lnTo>
                      <a:pt x="545" y="921"/>
                    </a:lnTo>
                    <a:lnTo>
                      <a:pt x="565" y="733"/>
                    </a:lnTo>
                    <a:lnTo>
                      <a:pt x="670" y="607"/>
                    </a:lnTo>
                    <a:lnTo>
                      <a:pt x="712" y="419"/>
                    </a:lnTo>
                    <a:lnTo>
                      <a:pt x="921" y="210"/>
                    </a:lnTo>
                    <a:lnTo>
                      <a:pt x="858" y="189"/>
                    </a:lnTo>
                    <a:lnTo>
                      <a:pt x="670" y="272"/>
                    </a:lnTo>
                    <a:lnTo>
                      <a:pt x="545" y="461"/>
                    </a:lnTo>
                    <a:lnTo>
                      <a:pt x="461" y="628"/>
                    </a:lnTo>
                    <a:lnTo>
                      <a:pt x="335" y="670"/>
                    </a:lnTo>
                    <a:lnTo>
                      <a:pt x="335" y="586"/>
                    </a:lnTo>
                    <a:lnTo>
                      <a:pt x="252" y="523"/>
                    </a:lnTo>
                    <a:lnTo>
                      <a:pt x="461" y="461"/>
                    </a:lnTo>
                    <a:lnTo>
                      <a:pt x="565" y="377"/>
                    </a:lnTo>
                    <a:lnTo>
                      <a:pt x="607" y="231"/>
                    </a:lnTo>
                    <a:lnTo>
                      <a:pt x="607" y="168"/>
                    </a:lnTo>
                    <a:lnTo>
                      <a:pt x="503" y="105"/>
                    </a:lnTo>
                    <a:lnTo>
                      <a:pt x="440" y="189"/>
                    </a:lnTo>
                    <a:lnTo>
                      <a:pt x="356" y="210"/>
                    </a:lnTo>
                    <a:lnTo>
                      <a:pt x="398" y="63"/>
                    </a:lnTo>
                    <a:lnTo>
                      <a:pt x="21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3" name="Google Shape;7707;p67">
                <a:extLst>
                  <a:ext uri="{FF2B5EF4-FFF2-40B4-BE49-F238E27FC236}">
                    <a16:creationId xmlns:a16="http://schemas.microsoft.com/office/drawing/2014/main" id="{060134B5-E8AF-A088-977E-AE339501EA67}"/>
                  </a:ext>
                </a:extLst>
              </p:cNvPr>
              <p:cNvSpPr/>
              <p:nvPr/>
            </p:nvSpPr>
            <p:spPr>
              <a:xfrm>
                <a:off x="2552225" y="1885325"/>
                <a:ext cx="48150" cy="48675"/>
              </a:xfrm>
              <a:custGeom>
                <a:avLst/>
                <a:gdLst/>
                <a:ahLst/>
                <a:cxnLst/>
                <a:rect l="l" t="t" r="r" b="b"/>
                <a:pathLst>
                  <a:path w="1926" h="1947" extrusionOk="0">
                    <a:moveTo>
                      <a:pt x="1402" y="0"/>
                    </a:moveTo>
                    <a:lnTo>
                      <a:pt x="1256" y="21"/>
                    </a:lnTo>
                    <a:lnTo>
                      <a:pt x="1067" y="189"/>
                    </a:lnTo>
                    <a:lnTo>
                      <a:pt x="984" y="356"/>
                    </a:lnTo>
                    <a:lnTo>
                      <a:pt x="1046" y="544"/>
                    </a:lnTo>
                    <a:lnTo>
                      <a:pt x="942" y="524"/>
                    </a:lnTo>
                    <a:lnTo>
                      <a:pt x="900" y="356"/>
                    </a:lnTo>
                    <a:lnTo>
                      <a:pt x="858" y="356"/>
                    </a:lnTo>
                    <a:lnTo>
                      <a:pt x="837" y="503"/>
                    </a:lnTo>
                    <a:lnTo>
                      <a:pt x="753" y="503"/>
                    </a:lnTo>
                    <a:lnTo>
                      <a:pt x="795" y="607"/>
                    </a:lnTo>
                    <a:lnTo>
                      <a:pt x="753" y="712"/>
                    </a:lnTo>
                    <a:lnTo>
                      <a:pt x="649" y="712"/>
                    </a:lnTo>
                    <a:lnTo>
                      <a:pt x="586" y="816"/>
                    </a:lnTo>
                    <a:lnTo>
                      <a:pt x="419" y="775"/>
                    </a:lnTo>
                    <a:lnTo>
                      <a:pt x="335" y="837"/>
                    </a:lnTo>
                    <a:lnTo>
                      <a:pt x="251" y="816"/>
                    </a:lnTo>
                    <a:lnTo>
                      <a:pt x="0" y="963"/>
                    </a:lnTo>
                    <a:lnTo>
                      <a:pt x="21" y="1088"/>
                    </a:lnTo>
                    <a:lnTo>
                      <a:pt x="147" y="1235"/>
                    </a:lnTo>
                    <a:lnTo>
                      <a:pt x="230" y="1172"/>
                    </a:lnTo>
                    <a:lnTo>
                      <a:pt x="209" y="1088"/>
                    </a:lnTo>
                    <a:lnTo>
                      <a:pt x="251" y="1026"/>
                    </a:lnTo>
                    <a:lnTo>
                      <a:pt x="356" y="1130"/>
                    </a:lnTo>
                    <a:lnTo>
                      <a:pt x="314" y="1277"/>
                    </a:lnTo>
                    <a:lnTo>
                      <a:pt x="440" y="1381"/>
                    </a:lnTo>
                    <a:lnTo>
                      <a:pt x="523" y="1256"/>
                    </a:lnTo>
                    <a:lnTo>
                      <a:pt x="544" y="1340"/>
                    </a:lnTo>
                    <a:lnTo>
                      <a:pt x="523" y="1423"/>
                    </a:lnTo>
                    <a:lnTo>
                      <a:pt x="649" y="1591"/>
                    </a:lnTo>
                    <a:lnTo>
                      <a:pt x="753" y="1612"/>
                    </a:lnTo>
                    <a:lnTo>
                      <a:pt x="795" y="1779"/>
                    </a:lnTo>
                    <a:lnTo>
                      <a:pt x="879" y="1863"/>
                    </a:lnTo>
                    <a:lnTo>
                      <a:pt x="963" y="1716"/>
                    </a:lnTo>
                    <a:lnTo>
                      <a:pt x="984" y="1821"/>
                    </a:lnTo>
                    <a:lnTo>
                      <a:pt x="1109" y="1946"/>
                    </a:lnTo>
                    <a:lnTo>
                      <a:pt x="1214" y="1925"/>
                    </a:lnTo>
                    <a:lnTo>
                      <a:pt x="1318" y="1925"/>
                    </a:lnTo>
                    <a:lnTo>
                      <a:pt x="1423" y="1821"/>
                    </a:lnTo>
                    <a:lnTo>
                      <a:pt x="1507" y="1800"/>
                    </a:lnTo>
                    <a:lnTo>
                      <a:pt x="1632" y="1695"/>
                    </a:lnTo>
                    <a:lnTo>
                      <a:pt x="1695" y="1800"/>
                    </a:lnTo>
                    <a:lnTo>
                      <a:pt x="1737" y="1758"/>
                    </a:lnTo>
                    <a:lnTo>
                      <a:pt x="1925" y="1653"/>
                    </a:lnTo>
                    <a:lnTo>
                      <a:pt x="1925" y="1549"/>
                    </a:lnTo>
                    <a:lnTo>
                      <a:pt x="1800" y="1591"/>
                    </a:lnTo>
                    <a:lnTo>
                      <a:pt x="1716" y="1507"/>
                    </a:lnTo>
                    <a:lnTo>
                      <a:pt x="1841" y="1277"/>
                    </a:lnTo>
                    <a:lnTo>
                      <a:pt x="1883" y="1151"/>
                    </a:lnTo>
                    <a:lnTo>
                      <a:pt x="1737" y="1235"/>
                    </a:lnTo>
                    <a:lnTo>
                      <a:pt x="1674" y="1402"/>
                    </a:lnTo>
                    <a:lnTo>
                      <a:pt x="1674" y="1277"/>
                    </a:lnTo>
                    <a:lnTo>
                      <a:pt x="1737" y="1026"/>
                    </a:lnTo>
                    <a:lnTo>
                      <a:pt x="1695" y="649"/>
                    </a:lnTo>
                    <a:lnTo>
                      <a:pt x="1528" y="544"/>
                    </a:lnTo>
                    <a:lnTo>
                      <a:pt x="1528" y="419"/>
                    </a:lnTo>
                    <a:lnTo>
                      <a:pt x="1423" y="419"/>
                    </a:lnTo>
                    <a:lnTo>
                      <a:pt x="1360" y="524"/>
                    </a:lnTo>
                    <a:lnTo>
                      <a:pt x="1360" y="398"/>
                    </a:lnTo>
                    <a:lnTo>
                      <a:pt x="1423" y="314"/>
                    </a:lnTo>
                    <a:lnTo>
                      <a:pt x="1381" y="210"/>
                    </a:lnTo>
                    <a:lnTo>
                      <a:pt x="1402" y="105"/>
                    </a:lnTo>
                    <a:lnTo>
                      <a:pt x="1402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4" name="Google Shape;7708;p67">
                <a:extLst>
                  <a:ext uri="{FF2B5EF4-FFF2-40B4-BE49-F238E27FC236}">
                    <a16:creationId xmlns:a16="http://schemas.microsoft.com/office/drawing/2014/main" id="{01057EA8-3FB7-2DA2-D315-42F3C0DDE2BF}"/>
                  </a:ext>
                </a:extLst>
              </p:cNvPr>
              <p:cNvSpPr/>
              <p:nvPr/>
            </p:nvSpPr>
            <p:spPr>
              <a:xfrm>
                <a:off x="2722750" y="1634775"/>
                <a:ext cx="145950" cy="133925"/>
              </a:xfrm>
              <a:custGeom>
                <a:avLst/>
                <a:gdLst/>
                <a:ahLst/>
                <a:cxnLst/>
                <a:rect l="l" t="t" r="r" b="b"/>
                <a:pathLst>
                  <a:path w="5838" h="5357" extrusionOk="0">
                    <a:moveTo>
                      <a:pt x="502" y="0"/>
                    </a:moveTo>
                    <a:lnTo>
                      <a:pt x="440" y="84"/>
                    </a:lnTo>
                    <a:lnTo>
                      <a:pt x="230" y="105"/>
                    </a:lnTo>
                    <a:lnTo>
                      <a:pt x="210" y="126"/>
                    </a:lnTo>
                    <a:lnTo>
                      <a:pt x="147" y="126"/>
                    </a:lnTo>
                    <a:lnTo>
                      <a:pt x="105" y="230"/>
                    </a:lnTo>
                    <a:lnTo>
                      <a:pt x="189" y="335"/>
                    </a:lnTo>
                    <a:lnTo>
                      <a:pt x="230" y="439"/>
                    </a:lnTo>
                    <a:lnTo>
                      <a:pt x="147" y="439"/>
                    </a:lnTo>
                    <a:lnTo>
                      <a:pt x="21" y="272"/>
                    </a:lnTo>
                    <a:lnTo>
                      <a:pt x="0" y="398"/>
                    </a:lnTo>
                    <a:lnTo>
                      <a:pt x="21" y="502"/>
                    </a:lnTo>
                    <a:lnTo>
                      <a:pt x="147" y="544"/>
                    </a:lnTo>
                    <a:lnTo>
                      <a:pt x="251" y="732"/>
                    </a:lnTo>
                    <a:lnTo>
                      <a:pt x="356" y="732"/>
                    </a:lnTo>
                    <a:lnTo>
                      <a:pt x="293" y="816"/>
                    </a:lnTo>
                    <a:lnTo>
                      <a:pt x="210" y="816"/>
                    </a:lnTo>
                    <a:lnTo>
                      <a:pt x="189" y="921"/>
                    </a:lnTo>
                    <a:lnTo>
                      <a:pt x="314" y="1109"/>
                    </a:lnTo>
                    <a:lnTo>
                      <a:pt x="440" y="1151"/>
                    </a:lnTo>
                    <a:lnTo>
                      <a:pt x="419" y="1235"/>
                    </a:lnTo>
                    <a:lnTo>
                      <a:pt x="398" y="1172"/>
                    </a:lnTo>
                    <a:lnTo>
                      <a:pt x="210" y="1151"/>
                    </a:lnTo>
                    <a:lnTo>
                      <a:pt x="210" y="1235"/>
                    </a:lnTo>
                    <a:lnTo>
                      <a:pt x="147" y="1255"/>
                    </a:lnTo>
                    <a:lnTo>
                      <a:pt x="105" y="1360"/>
                    </a:lnTo>
                    <a:lnTo>
                      <a:pt x="251" y="1276"/>
                    </a:lnTo>
                    <a:lnTo>
                      <a:pt x="335" y="1360"/>
                    </a:lnTo>
                    <a:lnTo>
                      <a:pt x="523" y="1276"/>
                    </a:lnTo>
                    <a:lnTo>
                      <a:pt x="544" y="1360"/>
                    </a:lnTo>
                    <a:lnTo>
                      <a:pt x="649" y="1381"/>
                    </a:lnTo>
                    <a:lnTo>
                      <a:pt x="670" y="1465"/>
                    </a:lnTo>
                    <a:lnTo>
                      <a:pt x="837" y="1590"/>
                    </a:lnTo>
                    <a:lnTo>
                      <a:pt x="879" y="1590"/>
                    </a:lnTo>
                    <a:lnTo>
                      <a:pt x="879" y="1527"/>
                    </a:lnTo>
                    <a:lnTo>
                      <a:pt x="942" y="1548"/>
                    </a:lnTo>
                    <a:lnTo>
                      <a:pt x="1046" y="1486"/>
                    </a:lnTo>
                    <a:lnTo>
                      <a:pt x="1130" y="1527"/>
                    </a:lnTo>
                    <a:lnTo>
                      <a:pt x="1151" y="1590"/>
                    </a:lnTo>
                    <a:lnTo>
                      <a:pt x="1130" y="1674"/>
                    </a:lnTo>
                    <a:lnTo>
                      <a:pt x="1130" y="1883"/>
                    </a:lnTo>
                    <a:lnTo>
                      <a:pt x="1067" y="2051"/>
                    </a:lnTo>
                    <a:lnTo>
                      <a:pt x="1067" y="2113"/>
                    </a:lnTo>
                    <a:lnTo>
                      <a:pt x="1151" y="2260"/>
                    </a:lnTo>
                    <a:lnTo>
                      <a:pt x="1088" y="2385"/>
                    </a:lnTo>
                    <a:lnTo>
                      <a:pt x="1088" y="2469"/>
                    </a:lnTo>
                    <a:lnTo>
                      <a:pt x="1067" y="2595"/>
                    </a:lnTo>
                    <a:lnTo>
                      <a:pt x="879" y="2699"/>
                    </a:lnTo>
                    <a:lnTo>
                      <a:pt x="754" y="2741"/>
                    </a:lnTo>
                    <a:lnTo>
                      <a:pt x="733" y="2825"/>
                    </a:lnTo>
                    <a:lnTo>
                      <a:pt x="628" y="2992"/>
                    </a:lnTo>
                    <a:lnTo>
                      <a:pt x="628" y="3055"/>
                    </a:lnTo>
                    <a:lnTo>
                      <a:pt x="523" y="3118"/>
                    </a:lnTo>
                    <a:lnTo>
                      <a:pt x="461" y="3222"/>
                    </a:lnTo>
                    <a:lnTo>
                      <a:pt x="461" y="3348"/>
                    </a:lnTo>
                    <a:lnTo>
                      <a:pt x="544" y="3369"/>
                    </a:lnTo>
                    <a:lnTo>
                      <a:pt x="544" y="3452"/>
                    </a:lnTo>
                    <a:lnTo>
                      <a:pt x="440" y="3473"/>
                    </a:lnTo>
                    <a:lnTo>
                      <a:pt x="419" y="3578"/>
                    </a:lnTo>
                    <a:lnTo>
                      <a:pt x="461" y="3641"/>
                    </a:lnTo>
                    <a:lnTo>
                      <a:pt x="398" y="3745"/>
                    </a:lnTo>
                    <a:lnTo>
                      <a:pt x="356" y="3850"/>
                    </a:lnTo>
                    <a:lnTo>
                      <a:pt x="419" y="3955"/>
                    </a:lnTo>
                    <a:lnTo>
                      <a:pt x="502" y="3976"/>
                    </a:lnTo>
                    <a:lnTo>
                      <a:pt x="502" y="4059"/>
                    </a:lnTo>
                    <a:lnTo>
                      <a:pt x="565" y="4143"/>
                    </a:lnTo>
                    <a:lnTo>
                      <a:pt x="628" y="4143"/>
                    </a:lnTo>
                    <a:lnTo>
                      <a:pt x="649" y="4038"/>
                    </a:lnTo>
                    <a:lnTo>
                      <a:pt x="670" y="3955"/>
                    </a:lnTo>
                    <a:lnTo>
                      <a:pt x="733" y="3996"/>
                    </a:lnTo>
                    <a:lnTo>
                      <a:pt x="774" y="3996"/>
                    </a:lnTo>
                    <a:lnTo>
                      <a:pt x="879" y="3871"/>
                    </a:lnTo>
                    <a:lnTo>
                      <a:pt x="942" y="3892"/>
                    </a:lnTo>
                    <a:lnTo>
                      <a:pt x="879" y="4059"/>
                    </a:lnTo>
                    <a:lnTo>
                      <a:pt x="774" y="4080"/>
                    </a:lnTo>
                    <a:lnTo>
                      <a:pt x="754" y="4143"/>
                    </a:lnTo>
                    <a:lnTo>
                      <a:pt x="816" y="4185"/>
                    </a:lnTo>
                    <a:lnTo>
                      <a:pt x="816" y="4268"/>
                    </a:lnTo>
                    <a:lnTo>
                      <a:pt x="921" y="4394"/>
                    </a:lnTo>
                    <a:lnTo>
                      <a:pt x="1026" y="4352"/>
                    </a:lnTo>
                    <a:lnTo>
                      <a:pt x="1067" y="4394"/>
                    </a:lnTo>
                    <a:lnTo>
                      <a:pt x="1193" y="4415"/>
                    </a:lnTo>
                    <a:lnTo>
                      <a:pt x="1256" y="4352"/>
                    </a:lnTo>
                    <a:lnTo>
                      <a:pt x="1402" y="4310"/>
                    </a:lnTo>
                    <a:lnTo>
                      <a:pt x="1381" y="4164"/>
                    </a:lnTo>
                    <a:lnTo>
                      <a:pt x="1465" y="4164"/>
                    </a:lnTo>
                    <a:lnTo>
                      <a:pt x="1507" y="4101"/>
                    </a:lnTo>
                    <a:lnTo>
                      <a:pt x="1507" y="4185"/>
                    </a:lnTo>
                    <a:lnTo>
                      <a:pt x="1486" y="4206"/>
                    </a:lnTo>
                    <a:lnTo>
                      <a:pt x="1507" y="4310"/>
                    </a:lnTo>
                    <a:lnTo>
                      <a:pt x="1570" y="4289"/>
                    </a:lnTo>
                    <a:lnTo>
                      <a:pt x="1653" y="4143"/>
                    </a:lnTo>
                    <a:lnTo>
                      <a:pt x="1695" y="4080"/>
                    </a:lnTo>
                    <a:lnTo>
                      <a:pt x="1716" y="4143"/>
                    </a:lnTo>
                    <a:lnTo>
                      <a:pt x="1695" y="4268"/>
                    </a:lnTo>
                    <a:lnTo>
                      <a:pt x="1570" y="4478"/>
                    </a:lnTo>
                    <a:lnTo>
                      <a:pt x="1486" y="4520"/>
                    </a:lnTo>
                    <a:lnTo>
                      <a:pt x="1486" y="4624"/>
                    </a:lnTo>
                    <a:lnTo>
                      <a:pt x="1611" y="4666"/>
                    </a:lnTo>
                    <a:lnTo>
                      <a:pt x="1695" y="4729"/>
                    </a:lnTo>
                    <a:lnTo>
                      <a:pt x="1800" y="4729"/>
                    </a:lnTo>
                    <a:lnTo>
                      <a:pt x="1821" y="4771"/>
                    </a:lnTo>
                    <a:lnTo>
                      <a:pt x="1967" y="4792"/>
                    </a:lnTo>
                    <a:lnTo>
                      <a:pt x="1988" y="4708"/>
                    </a:lnTo>
                    <a:lnTo>
                      <a:pt x="2114" y="4708"/>
                    </a:lnTo>
                    <a:lnTo>
                      <a:pt x="2072" y="4771"/>
                    </a:lnTo>
                    <a:lnTo>
                      <a:pt x="2093" y="4833"/>
                    </a:lnTo>
                    <a:lnTo>
                      <a:pt x="2176" y="4833"/>
                    </a:lnTo>
                    <a:lnTo>
                      <a:pt x="2239" y="4917"/>
                    </a:lnTo>
                    <a:lnTo>
                      <a:pt x="2323" y="4875"/>
                    </a:lnTo>
                    <a:lnTo>
                      <a:pt x="2302" y="4792"/>
                    </a:lnTo>
                    <a:lnTo>
                      <a:pt x="2281" y="4708"/>
                    </a:lnTo>
                    <a:lnTo>
                      <a:pt x="2344" y="4603"/>
                    </a:lnTo>
                    <a:lnTo>
                      <a:pt x="2386" y="4687"/>
                    </a:lnTo>
                    <a:lnTo>
                      <a:pt x="2344" y="4792"/>
                    </a:lnTo>
                    <a:lnTo>
                      <a:pt x="2386" y="4917"/>
                    </a:lnTo>
                    <a:lnTo>
                      <a:pt x="2448" y="4917"/>
                    </a:lnTo>
                    <a:lnTo>
                      <a:pt x="2490" y="4792"/>
                    </a:lnTo>
                    <a:lnTo>
                      <a:pt x="2532" y="4729"/>
                    </a:lnTo>
                    <a:lnTo>
                      <a:pt x="2616" y="4708"/>
                    </a:lnTo>
                    <a:lnTo>
                      <a:pt x="2616" y="4792"/>
                    </a:lnTo>
                    <a:lnTo>
                      <a:pt x="2553" y="4833"/>
                    </a:lnTo>
                    <a:lnTo>
                      <a:pt x="2553" y="4917"/>
                    </a:lnTo>
                    <a:lnTo>
                      <a:pt x="2720" y="4917"/>
                    </a:lnTo>
                    <a:lnTo>
                      <a:pt x="2804" y="4875"/>
                    </a:lnTo>
                    <a:lnTo>
                      <a:pt x="2867" y="4687"/>
                    </a:lnTo>
                    <a:lnTo>
                      <a:pt x="2909" y="4792"/>
                    </a:lnTo>
                    <a:lnTo>
                      <a:pt x="2846" y="4833"/>
                    </a:lnTo>
                    <a:lnTo>
                      <a:pt x="2846" y="4938"/>
                    </a:lnTo>
                    <a:lnTo>
                      <a:pt x="2971" y="4917"/>
                    </a:lnTo>
                    <a:lnTo>
                      <a:pt x="3013" y="4771"/>
                    </a:lnTo>
                    <a:lnTo>
                      <a:pt x="3055" y="4687"/>
                    </a:lnTo>
                    <a:lnTo>
                      <a:pt x="3055" y="4687"/>
                    </a:lnTo>
                    <a:lnTo>
                      <a:pt x="3034" y="4917"/>
                    </a:lnTo>
                    <a:lnTo>
                      <a:pt x="3055" y="5001"/>
                    </a:lnTo>
                    <a:lnTo>
                      <a:pt x="3160" y="5001"/>
                    </a:lnTo>
                    <a:lnTo>
                      <a:pt x="3327" y="5105"/>
                    </a:lnTo>
                    <a:lnTo>
                      <a:pt x="3432" y="5043"/>
                    </a:lnTo>
                    <a:lnTo>
                      <a:pt x="3495" y="5022"/>
                    </a:lnTo>
                    <a:lnTo>
                      <a:pt x="3536" y="5105"/>
                    </a:lnTo>
                    <a:lnTo>
                      <a:pt x="3662" y="5084"/>
                    </a:lnTo>
                    <a:lnTo>
                      <a:pt x="3746" y="5022"/>
                    </a:lnTo>
                    <a:lnTo>
                      <a:pt x="3746" y="4896"/>
                    </a:lnTo>
                    <a:lnTo>
                      <a:pt x="3850" y="4792"/>
                    </a:lnTo>
                    <a:lnTo>
                      <a:pt x="3892" y="4729"/>
                    </a:lnTo>
                    <a:lnTo>
                      <a:pt x="3850" y="4603"/>
                    </a:lnTo>
                    <a:lnTo>
                      <a:pt x="3871" y="4520"/>
                    </a:lnTo>
                    <a:lnTo>
                      <a:pt x="3913" y="4520"/>
                    </a:lnTo>
                    <a:lnTo>
                      <a:pt x="3955" y="4666"/>
                    </a:lnTo>
                    <a:lnTo>
                      <a:pt x="3997" y="4687"/>
                    </a:lnTo>
                    <a:lnTo>
                      <a:pt x="3997" y="4729"/>
                    </a:lnTo>
                    <a:lnTo>
                      <a:pt x="3913" y="4812"/>
                    </a:lnTo>
                    <a:lnTo>
                      <a:pt x="3871" y="4980"/>
                    </a:lnTo>
                    <a:lnTo>
                      <a:pt x="3892" y="5210"/>
                    </a:lnTo>
                    <a:lnTo>
                      <a:pt x="3997" y="5252"/>
                    </a:lnTo>
                    <a:lnTo>
                      <a:pt x="4101" y="5210"/>
                    </a:lnTo>
                    <a:lnTo>
                      <a:pt x="4122" y="5315"/>
                    </a:lnTo>
                    <a:lnTo>
                      <a:pt x="4227" y="5315"/>
                    </a:lnTo>
                    <a:lnTo>
                      <a:pt x="4269" y="5357"/>
                    </a:lnTo>
                    <a:lnTo>
                      <a:pt x="4373" y="5357"/>
                    </a:lnTo>
                    <a:lnTo>
                      <a:pt x="4583" y="5231"/>
                    </a:lnTo>
                    <a:lnTo>
                      <a:pt x="4687" y="5210"/>
                    </a:lnTo>
                    <a:lnTo>
                      <a:pt x="4855" y="5315"/>
                    </a:lnTo>
                    <a:lnTo>
                      <a:pt x="4938" y="5294"/>
                    </a:lnTo>
                    <a:lnTo>
                      <a:pt x="5022" y="5336"/>
                    </a:lnTo>
                    <a:lnTo>
                      <a:pt x="5064" y="5252"/>
                    </a:lnTo>
                    <a:lnTo>
                      <a:pt x="5064" y="5210"/>
                    </a:lnTo>
                    <a:lnTo>
                      <a:pt x="5147" y="5084"/>
                    </a:lnTo>
                    <a:lnTo>
                      <a:pt x="5231" y="5043"/>
                    </a:lnTo>
                    <a:lnTo>
                      <a:pt x="5231" y="5001"/>
                    </a:lnTo>
                    <a:lnTo>
                      <a:pt x="5168" y="4875"/>
                    </a:lnTo>
                    <a:lnTo>
                      <a:pt x="5168" y="4729"/>
                    </a:lnTo>
                    <a:lnTo>
                      <a:pt x="5231" y="4812"/>
                    </a:lnTo>
                    <a:lnTo>
                      <a:pt x="5231" y="4896"/>
                    </a:lnTo>
                    <a:lnTo>
                      <a:pt x="5336" y="5022"/>
                    </a:lnTo>
                    <a:lnTo>
                      <a:pt x="5378" y="4938"/>
                    </a:lnTo>
                    <a:lnTo>
                      <a:pt x="5524" y="4938"/>
                    </a:lnTo>
                    <a:lnTo>
                      <a:pt x="5566" y="4980"/>
                    </a:lnTo>
                    <a:lnTo>
                      <a:pt x="5587" y="4896"/>
                    </a:lnTo>
                    <a:lnTo>
                      <a:pt x="5566" y="4792"/>
                    </a:lnTo>
                    <a:lnTo>
                      <a:pt x="5566" y="4708"/>
                    </a:lnTo>
                    <a:lnTo>
                      <a:pt x="5524" y="4666"/>
                    </a:lnTo>
                    <a:lnTo>
                      <a:pt x="5378" y="4687"/>
                    </a:lnTo>
                    <a:lnTo>
                      <a:pt x="5252" y="4708"/>
                    </a:lnTo>
                    <a:lnTo>
                      <a:pt x="5231" y="4603"/>
                    </a:lnTo>
                    <a:lnTo>
                      <a:pt x="5273" y="4582"/>
                    </a:lnTo>
                    <a:lnTo>
                      <a:pt x="5336" y="4603"/>
                    </a:lnTo>
                    <a:lnTo>
                      <a:pt x="5461" y="4561"/>
                    </a:lnTo>
                    <a:lnTo>
                      <a:pt x="5545" y="4457"/>
                    </a:lnTo>
                    <a:lnTo>
                      <a:pt x="5587" y="4520"/>
                    </a:lnTo>
                    <a:lnTo>
                      <a:pt x="5671" y="4499"/>
                    </a:lnTo>
                    <a:lnTo>
                      <a:pt x="5733" y="4394"/>
                    </a:lnTo>
                    <a:lnTo>
                      <a:pt x="5691" y="4310"/>
                    </a:lnTo>
                    <a:lnTo>
                      <a:pt x="5775" y="4206"/>
                    </a:lnTo>
                    <a:lnTo>
                      <a:pt x="5754" y="4143"/>
                    </a:lnTo>
                    <a:lnTo>
                      <a:pt x="5796" y="4143"/>
                    </a:lnTo>
                    <a:lnTo>
                      <a:pt x="5838" y="4080"/>
                    </a:lnTo>
                    <a:lnTo>
                      <a:pt x="5691" y="4038"/>
                    </a:lnTo>
                    <a:lnTo>
                      <a:pt x="5566" y="4059"/>
                    </a:lnTo>
                    <a:lnTo>
                      <a:pt x="5629" y="3976"/>
                    </a:lnTo>
                    <a:lnTo>
                      <a:pt x="5691" y="3955"/>
                    </a:lnTo>
                    <a:lnTo>
                      <a:pt x="5691" y="3850"/>
                    </a:lnTo>
                    <a:lnTo>
                      <a:pt x="5587" y="3766"/>
                    </a:lnTo>
                    <a:lnTo>
                      <a:pt x="5357" y="3766"/>
                    </a:lnTo>
                    <a:lnTo>
                      <a:pt x="5336" y="3724"/>
                    </a:lnTo>
                    <a:lnTo>
                      <a:pt x="5336" y="3641"/>
                    </a:lnTo>
                    <a:lnTo>
                      <a:pt x="5378" y="3620"/>
                    </a:lnTo>
                    <a:lnTo>
                      <a:pt x="5357" y="3515"/>
                    </a:lnTo>
                    <a:lnTo>
                      <a:pt x="5168" y="3348"/>
                    </a:lnTo>
                    <a:lnTo>
                      <a:pt x="5106" y="3348"/>
                    </a:lnTo>
                    <a:lnTo>
                      <a:pt x="5001" y="3432"/>
                    </a:lnTo>
                    <a:lnTo>
                      <a:pt x="4834" y="3432"/>
                    </a:lnTo>
                    <a:lnTo>
                      <a:pt x="4687" y="3452"/>
                    </a:lnTo>
                    <a:lnTo>
                      <a:pt x="4478" y="3327"/>
                    </a:lnTo>
                    <a:lnTo>
                      <a:pt x="4436" y="3243"/>
                    </a:lnTo>
                    <a:lnTo>
                      <a:pt x="4394" y="3222"/>
                    </a:lnTo>
                    <a:lnTo>
                      <a:pt x="4290" y="3264"/>
                    </a:lnTo>
                    <a:lnTo>
                      <a:pt x="4206" y="3264"/>
                    </a:lnTo>
                    <a:lnTo>
                      <a:pt x="4122" y="3306"/>
                    </a:lnTo>
                    <a:lnTo>
                      <a:pt x="4018" y="3306"/>
                    </a:lnTo>
                    <a:lnTo>
                      <a:pt x="3976" y="3411"/>
                    </a:lnTo>
                    <a:lnTo>
                      <a:pt x="3913" y="3348"/>
                    </a:lnTo>
                    <a:lnTo>
                      <a:pt x="3808" y="3264"/>
                    </a:lnTo>
                    <a:lnTo>
                      <a:pt x="3704" y="3327"/>
                    </a:lnTo>
                    <a:lnTo>
                      <a:pt x="3578" y="3348"/>
                    </a:lnTo>
                    <a:lnTo>
                      <a:pt x="3578" y="3411"/>
                    </a:lnTo>
                    <a:lnTo>
                      <a:pt x="3536" y="3452"/>
                    </a:lnTo>
                    <a:lnTo>
                      <a:pt x="3536" y="3369"/>
                    </a:lnTo>
                    <a:lnTo>
                      <a:pt x="3474" y="3327"/>
                    </a:lnTo>
                    <a:lnTo>
                      <a:pt x="3369" y="3348"/>
                    </a:lnTo>
                    <a:lnTo>
                      <a:pt x="3139" y="3327"/>
                    </a:lnTo>
                    <a:lnTo>
                      <a:pt x="3076" y="3348"/>
                    </a:lnTo>
                    <a:lnTo>
                      <a:pt x="3160" y="3432"/>
                    </a:lnTo>
                    <a:lnTo>
                      <a:pt x="3160" y="3536"/>
                    </a:lnTo>
                    <a:lnTo>
                      <a:pt x="3264" y="3620"/>
                    </a:lnTo>
                    <a:lnTo>
                      <a:pt x="3139" y="3578"/>
                    </a:lnTo>
                    <a:lnTo>
                      <a:pt x="3076" y="3515"/>
                    </a:lnTo>
                    <a:lnTo>
                      <a:pt x="3013" y="3473"/>
                    </a:lnTo>
                    <a:lnTo>
                      <a:pt x="2867" y="3536"/>
                    </a:lnTo>
                    <a:lnTo>
                      <a:pt x="2804" y="3473"/>
                    </a:lnTo>
                    <a:lnTo>
                      <a:pt x="2930" y="3432"/>
                    </a:lnTo>
                    <a:lnTo>
                      <a:pt x="2930" y="3348"/>
                    </a:lnTo>
                    <a:lnTo>
                      <a:pt x="2804" y="3222"/>
                    </a:lnTo>
                    <a:lnTo>
                      <a:pt x="2825" y="3139"/>
                    </a:lnTo>
                    <a:lnTo>
                      <a:pt x="2762" y="3097"/>
                    </a:lnTo>
                    <a:lnTo>
                      <a:pt x="2637" y="3160"/>
                    </a:lnTo>
                    <a:lnTo>
                      <a:pt x="2658" y="3243"/>
                    </a:lnTo>
                    <a:lnTo>
                      <a:pt x="2637" y="3306"/>
                    </a:lnTo>
                    <a:lnTo>
                      <a:pt x="2532" y="3264"/>
                    </a:lnTo>
                    <a:lnTo>
                      <a:pt x="2595" y="3201"/>
                    </a:lnTo>
                    <a:lnTo>
                      <a:pt x="2553" y="3139"/>
                    </a:lnTo>
                    <a:lnTo>
                      <a:pt x="2448" y="3097"/>
                    </a:lnTo>
                    <a:lnTo>
                      <a:pt x="2406" y="3139"/>
                    </a:lnTo>
                    <a:lnTo>
                      <a:pt x="2323" y="3139"/>
                    </a:lnTo>
                    <a:lnTo>
                      <a:pt x="2344" y="3034"/>
                    </a:lnTo>
                    <a:lnTo>
                      <a:pt x="2344" y="2992"/>
                    </a:lnTo>
                    <a:lnTo>
                      <a:pt x="2323" y="2888"/>
                    </a:lnTo>
                    <a:lnTo>
                      <a:pt x="2218" y="2908"/>
                    </a:lnTo>
                    <a:lnTo>
                      <a:pt x="2093" y="3034"/>
                    </a:lnTo>
                    <a:lnTo>
                      <a:pt x="2114" y="3160"/>
                    </a:lnTo>
                    <a:lnTo>
                      <a:pt x="2030" y="3160"/>
                    </a:lnTo>
                    <a:lnTo>
                      <a:pt x="1988" y="3055"/>
                    </a:lnTo>
                    <a:lnTo>
                      <a:pt x="2030" y="2992"/>
                    </a:lnTo>
                    <a:lnTo>
                      <a:pt x="2030" y="2908"/>
                    </a:lnTo>
                    <a:lnTo>
                      <a:pt x="2093" y="2720"/>
                    </a:lnTo>
                    <a:lnTo>
                      <a:pt x="2009" y="2636"/>
                    </a:lnTo>
                    <a:lnTo>
                      <a:pt x="1883" y="2699"/>
                    </a:lnTo>
                    <a:lnTo>
                      <a:pt x="1883" y="2636"/>
                    </a:lnTo>
                    <a:lnTo>
                      <a:pt x="1988" y="2616"/>
                    </a:lnTo>
                    <a:lnTo>
                      <a:pt x="2030" y="2490"/>
                    </a:lnTo>
                    <a:lnTo>
                      <a:pt x="2009" y="2385"/>
                    </a:lnTo>
                    <a:lnTo>
                      <a:pt x="1925" y="2427"/>
                    </a:lnTo>
                    <a:lnTo>
                      <a:pt x="1862" y="2385"/>
                    </a:lnTo>
                    <a:lnTo>
                      <a:pt x="1800" y="2427"/>
                    </a:lnTo>
                    <a:lnTo>
                      <a:pt x="1695" y="2427"/>
                    </a:lnTo>
                    <a:lnTo>
                      <a:pt x="1758" y="2385"/>
                    </a:lnTo>
                    <a:lnTo>
                      <a:pt x="1758" y="2323"/>
                    </a:lnTo>
                    <a:lnTo>
                      <a:pt x="1653" y="2323"/>
                    </a:lnTo>
                    <a:lnTo>
                      <a:pt x="1590" y="2406"/>
                    </a:lnTo>
                    <a:lnTo>
                      <a:pt x="1444" y="2427"/>
                    </a:lnTo>
                    <a:lnTo>
                      <a:pt x="1444" y="2364"/>
                    </a:lnTo>
                    <a:lnTo>
                      <a:pt x="1507" y="2323"/>
                    </a:lnTo>
                    <a:lnTo>
                      <a:pt x="1570" y="2218"/>
                    </a:lnTo>
                    <a:lnTo>
                      <a:pt x="1590" y="2155"/>
                    </a:lnTo>
                    <a:lnTo>
                      <a:pt x="1674" y="2155"/>
                    </a:lnTo>
                    <a:lnTo>
                      <a:pt x="1779" y="2260"/>
                    </a:lnTo>
                    <a:lnTo>
                      <a:pt x="1925" y="2260"/>
                    </a:lnTo>
                    <a:lnTo>
                      <a:pt x="1904" y="2197"/>
                    </a:lnTo>
                    <a:lnTo>
                      <a:pt x="1800" y="2071"/>
                    </a:lnTo>
                    <a:lnTo>
                      <a:pt x="1695" y="2071"/>
                    </a:lnTo>
                    <a:lnTo>
                      <a:pt x="1758" y="2009"/>
                    </a:lnTo>
                    <a:lnTo>
                      <a:pt x="1611" y="1883"/>
                    </a:lnTo>
                    <a:lnTo>
                      <a:pt x="1507" y="1841"/>
                    </a:lnTo>
                    <a:lnTo>
                      <a:pt x="1570" y="1799"/>
                    </a:lnTo>
                    <a:lnTo>
                      <a:pt x="1590" y="1737"/>
                    </a:lnTo>
                    <a:lnTo>
                      <a:pt x="1653" y="1737"/>
                    </a:lnTo>
                    <a:lnTo>
                      <a:pt x="1695" y="1841"/>
                    </a:lnTo>
                    <a:lnTo>
                      <a:pt x="1800" y="1967"/>
                    </a:lnTo>
                    <a:lnTo>
                      <a:pt x="1967" y="1988"/>
                    </a:lnTo>
                    <a:lnTo>
                      <a:pt x="2030" y="2092"/>
                    </a:lnTo>
                    <a:lnTo>
                      <a:pt x="2114" y="2009"/>
                    </a:lnTo>
                    <a:lnTo>
                      <a:pt x="2176" y="2092"/>
                    </a:lnTo>
                    <a:lnTo>
                      <a:pt x="2344" y="2155"/>
                    </a:lnTo>
                    <a:lnTo>
                      <a:pt x="2448" y="2155"/>
                    </a:lnTo>
                    <a:lnTo>
                      <a:pt x="2511" y="2051"/>
                    </a:lnTo>
                    <a:lnTo>
                      <a:pt x="2490" y="1904"/>
                    </a:lnTo>
                    <a:lnTo>
                      <a:pt x="2239" y="1758"/>
                    </a:lnTo>
                    <a:lnTo>
                      <a:pt x="2134" y="1653"/>
                    </a:lnTo>
                    <a:lnTo>
                      <a:pt x="2072" y="1653"/>
                    </a:lnTo>
                    <a:lnTo>
                      <a:pt x="2030" y="1548"/>
                    </a:lnTo>
                    <a:lnTo>
                      <a:pt x="1925" y="1444"/>
                    </a:lnTo>
                    <a:lnTo>
                      <a:pt x="1883" y="1444"/>
                    </a:lnTo>
                    <a:lnTo>
                      <a:pt x="1821" y="1381"/>
                    </a:lnTo>
                    <a:lnTo>
                      <a:pt x="1883" y="1318"/>
                    </a:lnTo>
                    <a:lnTo>
                      <a:pt x="1967" y="1339"/>
                    </a:lnTo>
                    <a:lnTo>
                      <a:pt x="2030" y="1444"/>
                    </a:lnTo>
                    <a:lnTo>
                      <a:pt x="2114" y="1444"/>
                    </a:lnTo>
                    <a:lnTo>
                      <a:pt x="2134" y="1548"/>
                    </a:lnTo>
                    <a:lnTo>
                      <a:pt x="2197" y="1548"/>
                    </a:lnTo>
                    <a:lnTo>
                      <a:pt x="2239" y="1465"/>
                    </a:lnTo>
                    <a:lnTo>
                      <a:pt x="2197" y="1276"/>
                    </a:lnTo>
                    <a:lnTo>
                      <a:pt x="2072" y="1130"/>
                    </a:lnTo>
                    <a:lnTo>
                      <a:pt x="1988" y="1130"/>
                    </a:lnTo>
                    <a:lnTo>
                      <a:pt x="1967" y="1109"/>
                    </a:lnTo>
                    <a:lnTo>
                      <a:pt x="1821" y="1109"/>
                    </a:lnTo>
                    <a:lnTo>
                      <a:pt x="1695" y="1172"/>
                    </a:lnTo>
                    <a:lnTo>
                      <a:pt x="1590" y="1172"/>
                    </a:lnTo>
                    <a:lnTo>
                      <a:pt x="1486" y="1109"/>
                    </a:lnTo>
                    <a:lnTo>
                      <a:pt x="1402" y="1130"/>
                    </a:lnTo>
                    <a:lnTo>
                      <a:pt x="1360" y="1025"/>
                    </a:lnTo>
                    <a:lnTo>
                      <a:pt x="1235" y="1214"/>
                    </a:lnTo>
                    <a:lnTo>
                      <a:pt x="1067" y="1276"/>
                    </a:lnTo>
                    <a:lnTo>
                      <a:pt x="1046" y="1381"/>
                    </a:lnTo>
                    <a:lnTo>
                      <a:pt x="963" y="1423"/>
                    </a:lnTo>
                    <a:lnTo>
                      <a:pt x="963" y="1339"/>
                    </a:lnTo>
                    <a:lnTo>
                      <a:pt x="1046" y="1235"/>
                    </a:lnTo>
                    <a:lnTo>
                      <a:pt x="1088" y="1235"/>
                    </a:lnTo>
                    <a:lnTo>
                      <a:pt x="1339" y="1004"/>
                    </a:lnTo>
                    <a:lnTo>
                      <a:pt x="1360" y="921"/>
                    </a:lnTo>
                    <a:lnTo>
                      <a:pt x="1298" y="816"/>
                    </a:lnTo>
                    <a:lnTo>
                      <a:pt x="1298" y="544"/>
                    </a:lnTo>
                    <a:lnTo>
                      <a:pt x="1339" y="523"/>
                    </a:lnTo>
                    <a:lnTo>
                      <a:pt x="1256" y="419"/>
                    </a:lnTo>
                    <a:lnTo>
                      <a:pt x="1193" y="481"/>
                    </a:lnTo>
                    <a:lnTo>
                      <a:pt x="1088" y="481"/>
                    </a:lnTo>
                    <a:lnTo>
                      <a:pt x="1026" y="419"/>
                    </a:lnTo>
                    <a:lnTo>
                      <a:pt x="1026" y="314"/>
                    </a:lnTo>
                    <a:lnTo>
                      <a:pt x="1026" y="230"/>
                    </a:lnTo>
                    <a:lnTo>
                      <a:pt x="816" y="188"/>
                    </a:lnTo>
                    <a:lnTo>
                      <a:pt x="733" y="84"/>
                    </a:lnTo>
                    <a:lnTo>
                      <a:pt x="628" y="84"/>
                    </a:lnTo>
                    <a:lnTo>
                      <a:pt x="502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5" name="Google Shape;7709;p67">
                <a:extLst>
                  <a:ext uri="{FF2B5EF4-FFF2-40B4-BE49-F238E27FC236}">
                    <a16:creationId xmlns:a16="http://schemas.microsoft.com/office/drawing/2014/main" id="{5C647A95-8263-4D5B-C64F-EA72C7FEBF3F}"/>
                  </a:ext>
                </a:extLst>
              </p:cNvPr>
              <p:cNvSpPr/>
              <p:nvPr/>
            </p:nvSpPr>
            <p:spPr>
              <a:xfrm>
                <a:off x="2687175" y="1694400"/>
                <a:ext cx="33500" cy="37675"/>
              </a:xfrm>
              <a:custGeom>
                <a:avLst/>
                <a:gdLst/>
                <a:ahLst/>
                <a:cxnLst/>
                <a:rect l="l" t="t" r="r" b="b"/>
                <a:pathLst>
                  <a:path w="1340" h="1507" extrusionOk="0">
                    <a:moveTo>
                      <a:pt x="796" y="0"/>
                    </a:moveTo>
                    <a:lnTo>
                      <a:pt x="670" y="21"/>
                    </a:lnTo>
                    <a:lnTo>
                      <a:pt x="607" y="84"/>
                    </a:lnTo>
                    <a:lnTo>
                      <a:pt x="691" y="147"/>
                    </a:lnTo>
                    <a:lnTo>
                      <a:pt x="691" y="231"/>
                    </a:lnTo>
                    <a:lnTo>
                      <a:pt x="628" y="210"/>
                    </a:lnTo>
                    <a:lnTo>
                      <a:pt x="565" y="147"/>
                    </a:lnTo>
                    <a:lnTo>
                      <a:pt x="461" y="126"/>
                    </a:lnTo>
                    <a:lnTo>
                      <a:pt x="419" y="210"/>
                    </a:lnTo>
                    <a:lnTo>
                      <a:pt x="524" y="210"/>
                    </a:lnTo>
                    <a:lnTo>
                      <a:pt x="565" y="251"/>
                    </a:lnTo>
                    <a:lnTo>
                      <a:pt x="524" y="293"/>
                    </a:lnTo>
                    <a:lnTo>
                      <a:pt x="398" y="314"/>
                    </a:lnTo>
                    <a:lnTo>
                      <a:pt x="356" y="335"/>
                    </a:lnTo>
                    <a:lnTo>
                      <a:pt x="398" y="440"/>
                    </a:lnTo>
                    <a:lnTo>
                      <a:pt x="419" y="461"/>
                    </a:lnTo>
                    <a:lnTo>
                      <a:pt x="419" y="523"/>
                    </a:lnTo>
                    <a:lnTo>
                      <a:pt x="293" y="461"/>
                    </a:lnTo>
                    <a:lnTo>
                      <a:pt x="168" y="503"/>
                    </a:lnTo>
                    <a:lnTo>
                      <a:pt x="84" y="565"/>
                    </a:lnTo>
                    <a:lnTo>
                      <a:pt x="42" y="712"/>
                    </a:lnTo>
                    <a:lnTo>
                      <a:pt x="0" y="733"/>
                    </a:lnTo>
                    <a:lnTo>
                      <a:pt x="0" y="754"/>
                    </a:lnTo>
                    <a:lnTo>
                      <a:pt x="63" y="754"/>
                    </a:lnTo>
                    <a:lnTo>
                      <a:pt x="42" y="837"/>
                    </a:lnTo>
                    <a:lnTo>
                      <a:pt x="42" y="879"/>
                    </a:lnTo>
                    <a:lnTo>
                      <a:pt x="63" y="921"/>
                    </a:lnTo>
                    <a:lnTo>
                      <a:pt x="147" y="816"/>
                    </a:lnTo>
                    <a:lnTo>
                      <a:pt x="168" y="837"/>
                    </a:lnTo>
                    <a:lnTo>
                      <a:pt x="105" y="963"/>
                    </a:lnTo>
                    <a:lnTo>
                      <a:pt x="147" y="1026"/>
                    </a:lnTo>
                    <a:lnTo>
                      <a:pt x="210" y="1067"/>
                    </a:lnTo>
                    <a:lnTo>
                      <a:pt x="272" y="1047"/>
                    </a:lnTo>
                    <a:lnTo>
                      <a:pt x="293" y="1067"/>
                    </a:lnTo>
                    <a:lnTo>
                      <a:pt x="314" y="1151"/>
                    </a:lnTo>
                    <a:lnTo>
                      <a:pt x="356" y="1151"/>
                    </a:lnTo>
                    <a:lnTo>
                      <a:pt x="398" y="1088"/>
                    </a:lnTo>
                    <a:lnTo>
                      <a:pt x="461" y="1130"/>
                    </a:lnTo>
                    <a:lnTo>
                      <a:pt x="461" y="1256"/>
                    </a:lnTo>
                    <a:lnTo>
                      <a:pt x="482" y="1298"/>
                    </a:lnTo>
                    <a:lnTo>
                      <a:pt x="586" y="1277"/>
                    </a:lnTo>
                    <a:lnTo>
                      <a:pt x="607" y="1402"/>
                    </a:lnTo>
                    <a:lnTo>
                      <a:pt x="712" y="1402"/>
                    </a:lnTo>
                    <a:lnTo>
                      <a:pt x="837" y="1486"/>
                    </a:lnTo>
                    <a:lnTo>
                      <a:pt x="942" y="1486"/>
                    </a:lnTo>
                    <a:lnTo>
                      <a:pt x="1005" y="1507"/>
                    </a:lnTo>
                    <a:lnTo>
                      <a:pt x="1026" y="1486"/>
                    </a:lnTo>
                    <a:lnTo>
                      <a:pt x="1005" y="1402"/>
                    </a:lnTo>
                    <a:lnTo>
                      <a:pt x="1088" y="1381"/>
                    </a:lnTo>
                    <a:lnTo>
                      <a:pt x="1151" y="1235"/>
                    </a:lnTo>
                    <a:lnTo>
                      <a:pt x="1130" y="1088"/>
                    </a:lnTo>
                    <a:lnTo>
                      <a:pt x="1214" y="942"/>
                    </a:lnTo>
                    <a:lnTo>
                      <a:pt x="1235" y="921"/>
                    </a:lnTo>
                    <a:lnTo>
                      <a:pt x="1319" y="712"/>
                    </a:lnTo>
                    <a:lnTo>
                      <a:pt x="1319" y="565"/>
                    </a:lnTo>
                    <a:lnTo>
                      <a:pt x="1340" y="523"/>
                    </a:lnTo>
                    <a:lnTo>
                      <a:pt x="1319" y="419"/>
                    </a:lnTo>
                    <a:lnTo>
                      <a:pt x="1235" y="335"/>
                    </a:lnTo>
                    <a:lnTo>
                      <a:pt x="1235" y="210"/>
                    </a:lnTo>
                    <a:lnTo>
                      <a:pt x="1193" y="147"/>
                    </a:lnTo>
                    <a:lnTo>
                      <a:pt x="1151" y="42"/>
                    </a:lnTo>
                    <a:lnTo>
                      <a:pt x="1005" y="0"/>
                    </a:lnTo>
                    <a:lnTo>
                      <a:pt x="900" y="42"/>
                    </a:lnTo>
                    <a:lnTo>
                      <a:pt x="796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6" name="Google Shape;7710;p67">
                <a:extLst>
                  <a:ext uri="{FF2B5EF4-FFF2-40B4-BE49-F238E27FC236}">
                    <a16:creationId xmlns:a16="http://schemas.microsoft.com/office/drawing/2014/main" id="{0CBEEA30-4C23-46F9-2714-96F3854DC43E}"/>
                  </a:ext>
                </a:extLst>
              </p:cNvPr>
              <p:cNvSpPr/>
              <p:nvPr/>
            </p:nvSpPr>
            <p:spPr>
              <a:xfrm>
                <a:off x="2605050" y="1520200"/>
                <a:ext cx="42400" cy="26175"/>
              </a:xfrm>
              <a:custGeom>
                <a:avLst/>
                <a:gdLst/>
                <a:ahLst/>
                <a:cxnLst/>
                <a:rect l="l" t="t" r="r" b="b"/>
                <a:pathLst>
                  <a:path w="1696" h="1047" extrusionOk="0">
                    <a:moveTo>
                      <a:pt x="1570" y="1"/>
                    </a:moveTo>
                    <a:lnTo>
                      <a:pt x="1486" y="64"/>
                    </a:lnTo>
                    <a:lnTo>
                      <a:pt x="1256" y="64"/>
                    </a:lnTo>
                    <a:lnTo>
                      <a:pt x="1130" y="168"/>
                    </a:lnTo>
                    <a:lnTo>
                      <a:pt x="963" y="168"/>
                    </a:lnTo>
                    <a:lnTo>
                      <a:pt x="921" y="189"/>
                    </a:lnTo>
                    <a:lnTo>
                      <a:pt x="816" y="105"/>
                    </a:lnTo>
                    <a:lnTo>
                      <a:pt x="712" y="84"/>
                    </a:lnTo>
                    <a:lnTo>
                      <a:pt x="356" y="189"/>
                    </a:lnTo>
                    <a:lnTo>
                      <a:pt x="126" y="189"/>
                    </a:lnTo>
                    <a:lnTo>
                      <a:pt x="105" y="273"/>
                    </a:lnTo>
                    <a:lnTo>
                      <a:pt x="0" y="377"/>
                    </a:lnTo>
                    <a:lnTo>
                      <a:pt x="0" y="482"/>
                    </a:lnTo>
                    <a:lnTo>
                      <a:pt x="105" y="461"/>
                    </a:lnTo>
                    <a:lnTo>
                      <a:pt x="231" y="461"/>
                    </a:lnTo>
                    <a:lnTo>
                      <a:pt x="314" y="419"/>
                    </a:lnTo>
                    <a:lnTo>
                      <a:pt x="398" y="461"/>
                    </a:lnTo>
                    <a:lnTo>
                      <a:pt x="503" y="461"/>
                    </a:lnTo>
                    <a:lnTo>
                      <a:pt x="565" y="503"/>
                    </a:lnTo>
                    <a:lnTo>
                      <a:pt x="503" y="587"/>
                    </a:lnTo>
                    <a:lnTo>
                      <a:pt x="544" y="712"/>
                    </a:lnTo>
                    <a:lnTo>
                      <a:pt x="628" y="817"/>
                    </a:lnTo>
                    <a:lnTo>
                      <a:pt x="712" y="712"/>
                    </a:lnTo>
                    <a:lnTo>
                      <a:pt x="712" y="628"/>
                    </a:lnTo>
                    <a:lnTo>
                      <a:pt x="754" y="587"/>
                    </a:lnTo>
                    <a:lnTo>
                      <a:pt x="858" y="712"/>
                    </a:lnTo>
                    <a:lnTo>
                      <a:pt x="837" y="838"/>
                    </a:lnTo>
                    <a:lnTo>
                      <a:pt x="984" y="1005"/>
                    </a:lnTo>
                    <a:lnTo>
                      <a:pt x="1088" y="984"/>
                    </a:lnTo>
                    <a:lnTo>
                      <a:pt x="1151" y="1047"/>
                    </a:lnTo>
                    <a:lnTo>
                      <a:pt x="1360" y="1047"/>
                    </a:lnTo>
                    <a:lnTo>
                      <a:pt x="1465" y="942"/>
                    </a:lnTo>
                    <a:lnTo>
                      <a:pt x="1591" y="900"/>
                    </a:lnTo>
                    <a:lnTo>
                      <a:pt x="1674" y="670"/>
                    </a:lnTo>
                    <a:lnTo>
                      <a:pt x="1591" y="503"/>
                    </a:lnTo>
                    <a:lnTo>
                      <a:pt x="1695" y="356"/>
                    </a:lnTo>
                    <a:lnTo>
                      <a:pt x="1695" y="273"/>
                    </a:lnTo>
                    <a:lnTo>
                      <a:pt x="1612" y="147"/>
                    </a:lnTo>
                    <a:lnTo>
                      <a:pt x="1653" y="64"/>
                    </a:lnTo>
                    <a:lnTo>
                      <a:pt x="1570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7" name="Google Shape;7711;p67">
                <a:extLst>
                  <a:ext uri="{FF2B5EF4-FFF2-40B4-BE49-F238E27FC236}">
                    <a16:creationId xmlns:a16="http://schemas.microsoft.com/office/drawing/2014/main" id="{3C5ADB48-7145-DEFE-8F00-E3A7FBC2D295}"/>
                  </a:ext>
                </a:extLst>
              </p:cNvPr>
              <p:cNvSpPr/>
              <p:nvPr/>
            </p:nvSpPr>
            <p:spPr>
              <a:xfrm>
                <a:off x="2443425" y="1547400"/>
                <a:ext cx="109875" cy="60700"/>
              </a:xfrm>
              <a:custGeom>
                <a:avLst/>
                <a:gdLst/>
                <a:ahLst/>
                <a:cxnLst/>
                <a:rect l="l" t="t" r="r" b="b"/>
                <a:pathLst>
                  <a:path w="4395" h="2428" extrusionOk="0">
                    <a:moveTo>
                      <a:pt x="4268" y="1"/>
                    </a:moveTo>
                    <a:lnTo>
                      <a:pt x="4185" y="43"/>
                    </a:lnTo>
                    <a:lnTo>
                      <a:pt x="4059" y="105"/>
                    </a:lnTo>
                    <a:lnTo>
                      <a:pt x="4059" y="252"/>
                    </a:lnTo>
                    <a:lnTo>
                      <a:pt x="4038" y="336"/>
                    </a:lnTo>
                    <a:lnTo>
                      <a:pt x="4059" y="377"/>
                    </a:lnTo>
                    <a:lnTo>
                      <a:pt x="3955" y="419"/>
                    </a:lnTo>
                    <a:lnTo>
                      <a:pt x="3934" y="315"/>
                    </a:lnTo>
                    <a:lnTo>
                      <a:pt x="3892" y="315"/>
                    </a:lnTo>
                    <a:lnTo>
                      <a:pt x="3871" y="377"/>
                    </a:lnTo>
                    <a:lnTo>
                      <a:pt x="3829" y="440"/>
                    </a:lnTo>
                    <a:lnTo>
                      <a:pt x="3766" y="357"/>
                    </a:lnTo>
                    <a:lnTo>
                      <a:pt x="3745" y="168"/>
                    </a:lnTo>
                    <a:lnTo>
                      <a:pt x="3641" y="64"/>
                    </a:lnTo>
                    <a:lnTo>
                      <a:pt x="3578" y="64"/>
                    </a:lnTo>
                    <a:lnTo>
                      <a:pt x="3557" y="126"/>
                    </a:lnTo>
                    <a:lnTo>
                      <a:pt x="3432" y="126"/>
                    </a:lnTo>
                    <a:lnTo>
                      <a:pt x="3306" y="64"/>
                    </a:lnTo>
                    <a:lnTo>
                      <a:pt x="3222" y="64"/>
                    </a:lnTo>
                    <a:lnTo>
                      <a:pt x="2992" y="43"/>
                    </a:lnTo>
                    <a:lnTo>
                      <a:pt x="2846" y="126"/>
                    </a:lnTo>
                    <a:lnTo>
                      <a:pt x="2804" y="231"/>
                    </a:lnTo>
                    <a:lnTo>
                      <a:pt x="2741" y="315"/>
                    </a:lnTo>
                    <a:lnTo>
                      <a:pt x="2699" y="273"/>
                    </a:lnTo>
                    <a:lnTo>
                      <a:pt x="2636" y="273"/>
                    </a:lnTo>
                    <a:lnTo>
                      <a:pt x="2364" y="482"/>
                    </a:lnTo>
                    <a:lnTo>
                      <a:pt x="2281" y="566"/>
                    </a:lnTo>
                    <a:lnTo>
                      <a:pt x="2197" y="566"/>
                    </a:lnTo>
                    <a:lnTo>
                      <a:pt x="2051" y="670"/>
                    </a:lnTo>
                    <a:lnTo>
                      <a:pt x="1946" y="691"/>
                    </a:lnTo>
                    <a:lnTo>
                      <a:pt x="1862" y="775"/>
                    </a:lnTo>
                    <a:lnTo>
                      <a:pt x="1841" y="859"/>
                    </a:lnTo>
                    <a:lnTo>
                      <a:pt x="1653" y="859"/>
                    </a:lnTo>
                    <a:lnTo>
                      <a:pt x="1590" y="880"/>
                    </a:lnTo>
                    <a:lnTo>
                      <a:pt x="1465" y="859"/>
                    </a:lnTo>
                    <a:lnTo>
                      <a:pt x="1423" y="901"/>
                    </a:lnTo>
                    <a:lnTo>
                      <a:pt x="1339" y="901"/>
                    </a:lnTo>
                    <a:lnTo>
                      <a:pt x="1151" y="1068"/>
                    </a:lnTo>
                    <a:lnTo>
                      <a:pt x="1025" y="1152"/>
                    </a:lnTo>
                    <a:lnTo>
                      <a:pt x="900" y="1089"/>
                    </a:lnTo>
                    <a:lnTo>
                      <a:pt x="795" y="1152"/>
                    </a:lnTo>
                    <a:lnTo>
                      <a:pt x="523" y="1193"/>
                    </a:lnTo>
                    <a:lnTo>
                      <a:pt x="398" y="1382"/>
                    </a:lnTo>
                    <a:lnTo>
                      <a:pt x="314" y="1382"/>
                    </a:lnTo>
                    <a:lnTo>
                      <a:pt x="167" y="1403"/>
                    </a:lnTo>
                    <a:lnTo>
                      <a:pt x="105" y="1528"/>
                    </a:lnTo>
                    <a:lnTo>
                      <a:pt x="209" y="1528"/>
                    </a:lnTo>
                    <a:lnTo>
                      <a:pt x="272" y="1591"/>
                    </a:lnTo>
                    <a:lnTo>
                      <a:pt x="167" y="1591"/>
                    </a:lnTo>
                    <a:lnTo>
                      <a:pt x="126" y="1633"/>
                    </a:lnTo>
                    <a:lnTo>
                      <a:pt x="209" y="1717"/>
                    </a:lnTo>
                    <a:lnTo>
                      <a:pt x="188" y="1779"/>
                    </a:lnTo>
                    <a:lnTo>
                      <a:pt x="0" y="1842"/>
                    </a:lnTo>
                    <a:lnTo>
                      <a:pt x="0" y="1905"/>
                    </a:lnTo>
                    <a:lnTo>
                      <a:pt x="126" y="1926"/>
                    </a:lnTo>
                    <a:lnTo>
                      <a:pt x="230" y="1905"/>
                    </a:lnTo>
                    <a:lnTo>
                      <a:pt x="293" y="1821"/>
                    </a:lnTo>
                    <a:lnTo>
                      <a:pt x="377" y="1800"/>
                    </a:lnTo>
                    <a:lnTo>
                      <a:pt x="481" y="1842"/>
                    </a:lnTo>
                    <a:lnTo>
                      <a:pt x="586" y="1989"/>
                    </a:lnTo>
                    <a:lnTo>
                      <a:pt x="586" y="2114"/>
                    </a:lnTo>
                    <a:lnTo>
                      <a:pt x="691" y="2156"/>
                    </a:lnTo>
                    <a:lnTo>
                      <a:pt x="732" y="2114"/>
                    </a:lnTo>
                    <a:lnTo>
                      <a:pt x="732" y="2009"/>
                    </a:lnTo>
                    <a:lnTo>
                      <a:pt x="753" y="1989"/>
                    </a:lnTo>
                    <a:lnTo>
                      <a:pt x="816" y="1821"/>
                    </a:lnTo>
                    <a:lnTo>
                      <a:pt x="858" y="1821"/>
                    </a:lnTo>
                    <a:lnTo>
                      <a:pt x="1004" y="1779"/>
                    </a:lnTo>
                    <a:lnTo>
                      <a:pt x="1067" y="1800"/>
                    </a:lnTo>
                    <a:lnTo>
                      <a:pt x="1046" y="1884"/>
                    </a:lnTo>
                    <a:lnTo>
                      <a:pt x="942" y="1926"/>
                    </a:lnTo>
                    <a:lnTo>
                      <a:pt x="900" y="2093"/>
                    </a:lnTo>
                    <a:lnTo>
                      <a:pt x="942" y="2156"/>
                    </a:lnTo>
                    <a:lnTo>
                      <a:pt x="858" y="2240"/>
                    </a:lnTo>
                    <a:lnTo>
                      <a:pt x="816" y="2323"/>
                    </a:lnTo>
                    <a:lnTo>
                      <a:pt x="858" y="2407"/>
                    </a:lnTo>
                    <a:lnTo>
                      <a:pt x="921" y="2323"/>
                    </a:lnTo>
                    <a:lnTo>
                      <a:pt x="1004" y="2344"/>
                    </a:lnTo>
                    <a:lnTo>
                      <a:pt x="1004" y="2428"/>
                    </a:lnTo>
                    <a:lnTo>
                      <a:pt x="1046" y="2428"/>
                    </a:lnTo>
                    <a:lnTo>
                      <a:pt x="1235" y="2323"/>
                    </a:lnTo>
                    <a:lnTo>
                      <a:pt x="1318" y="2219"/>
                    </a:lnTo>
                    <a:lnTo>
                      <a:pt x="1381" y="2240"/>
                    </a:lnTo>
                    <a:lnTo>
                      <a:pt x="1444" y="2135"/>
                    </a:lnTo>
                    <a:lnTo>
                      <a:pt x="1444" y="2009"/>
                    </a:lnTo>
                    <a:lnTo>
                      <a:pt x="1527" y="2009"/>
                    </a:lnTo>
                    <a:lnTo>
                      <a:pt x="1590" y="1905"/>
                    </a:lnTo>
                    <a:lnTo>
                      <a:pt x="1590" y="1779"/>
                    </a:lnTo>
                    <a:lnTo>
                      <a:pt x="1653" y="1717"/>
                    </a:lnTo>
                    <a:lnTo>
                      <a:pt x="1674" y="1779"/>
                    </a:lnTo>
                    <a:lnTo>
                      <a:pt x="1653" y="1842"/>
                    </a:lnTo>
                    <a:lnTo>
                      <a:pt x="1674" y="1926"/>
                    </a:lnTo>
                    <a:lnTo>
                      <a:pt x="1653" y="2051"/>
                    </a:lnTo>
                    <a:lnTo>
                      <a:pt x="1674" y="2198"/>
                    </a:lnTo>
                    <a:lnTo>
                      <a:pt x="1737" y="2198"/>
                    </a:lnTo>
                    <a:lnTo>
                      <a:pt x="1841" y="2051"/>
                    </a:lnTo>
                    <a:lnTo>
                      <a:pt x="1862" y="1926"/>
                    </a:lnTo>
                    <a:lnTo>
                      <a:pt x="1883" y="1884"/>
                    </a:lnTo>
                    <a:lnTo>
                      <a:pt x="1967" y="1842"/>
                    </a:lnTo>
                    <a:lnTo>
                      <a:pt x="2092" y="1696"/>
                    </a:lnTo>
                    <a:lnTo>
                      <a:pt x="2113" y="1570"/>
                    </a:lnTo>
                    <a:lnTo>
                      <a:pt x="2092" y="1465"/>
                    </a:lnTo>
                    <a:lnTo>
                      <a:pt x="2155" y="1361"/>
                    </a:lnTo>
                    <a:lnTo>
                      <a:pt x="2197" y="1486"/>
                    </a:lnTo>
                    <a:lnTo>
                      <a:pt x="2406" y="1361"/>
                    </a:lnTo>
                    <a:lnTo>
                      <a:pt x="2469" y="1193"/>
                    </a:lnTo>
                    <a:lnTo>
                      <a:pt x="2490" y="1089"/>
                    </a:lnTo>
                    <a:lnTo>
                      <a:pt x="2595" y="1068"/>
                    </a:lnTo>
                    <a:lnTo>
                      <a:pt x="2636" y="1047"/>
                    </a:lnTo>
                    <a:lnTo>
                      <a:pt x="2720" y="1089"/>
                    </a:lnTo>
                    <a:lnTo>
                      <a:pt x="2825" y="984"/>
                    </a:lnTo>
                    <a:lnTo>
                      <a:pt x="2888" y="1047"/>
                    </a:lnTo>
                    <a:lnTo>
                      <a:pt x="2825" y="1256"/>
                    </a:lnTo>
                    <a:lnTo>
                      <a:pt x="2678" y="1403"/>
                    </a:lnTo>
                    <a:lnTo>
                      <a:pt x="2636" y="1507"/>
                    </a:lnTo>
                    <a:lnTo>
                      <a:pt x="2574" y="1591"/>
                    </a:lnTo>
                    <a:lnTo>
                      <a:pt x="2574" y="1633"/>
                    </a:lnTo>
                    <a:lnTo>
                      <a:pt x="2469" y="1696"/>
                    </a:lnTo>
                    <a:lnTo>
                      <a:pt x="2323" y="1926"/>
                    </a:lnTo>
                    <a:lnTo>
                      <a:pt x="2323" y="1989"/>
                    </a:lnTo>
                    <a:lnTo>
                      <a:pt x="2385" y="2093"/>
                    </a:lnTo>
                    <a:lnTo>
                      <a:pt x="2364" y="2198"/>
                    </a:lnTo>
                    <a:lnTo>
                      <a:pt x="2427" y="2219"/>
                    </a:lnTo>
                    <a:lnTo>
                      <a:pt x="2532" y="2261"/>
                    </a:lnTo>
                    <a:lnTo>
                      <a:pt x="2616" y="2198"/>
                    </a:lnTo>
                    <a:lnTo>
                      <a:pt x="2720" y="2135"/>
                    </a:lnTo>
                    <a:lnTo>
                      <a:pt x="2741" y="2030"/>
                    </a:lnTo>
                    <a:lnTo>
                      <a:pt x="2741" y="1926"/>
                    </a:lnTo>
                    <a:lnTo>
                      <a:pt x="2825" y="1842"/>
                    </a:lnTo>
                    <a:lnTo>
                      <a:pt x="2888" y="1737"/>
                    </a:lnTo>
                    <a:lnTo>
                      <a:pt x="2950" y="1737"/>
                    </a:lnTo>
                    <a:lnTo>
                      <a:pt x="3013" y="1717"/>
                    </a:lnTo>
                    <a:lnTo>
                      <a:pt x="3097" y="1779"/>
                    </a:lnTo>
                    <a:lnTo>
                      <a:pt x="3201" y="1779"/>
                    </a:lnTo>
                    <a:lnTo>
                      <a:pt x="3243" y="1717"/>
                    </a:lnTo>
                    <a:lnTo>
                      <a:pt x="3432" y="1717"/>
                    </a:lnTo>
                    <a:lnTo>
                      <a:pt x="3515" y="1612"/>
                    </a:lnTo>
                    <a:lnTo>
                      <a:pt x="3557" y="1403"/>
                    </a:lnTo>
                    <a:lnTo>
                      <a:pt x="3662" y="1256"/>
                    </a:lnTo>
                    <a:lnTo>
                      <a:pt x="3662" y="1152"/>
                    </a:lnTo>
                    <a:lnTo>
                      <a:pt x="3683" y="1089"/>
                    </a:lnTo>
                    <a:lnTo>
                      <a:pt x="3766" y="1214"/>
                    </a:lnTo>
                    <a:lnTo>
                      <a:pt x="3871" y="1256"/>
                    </a:lnTo>
                    <a:lnTo>
                      <a:pt x="3892" y="1193"/>
                    </a:lnTo>
                    <a:lnTo>
                      <a:pt x="3892" y="1110"/>
                    </a:lnTo>
                    <a:lnTo>
                      <a:pt x="3787" y="963"/>
                    </a:lnTo>
                    <a:lnTo>
                      <a:pt x="3787" y="880"/>
                    </a:lnTo>
                    <a:lnTo>
                      <a:pt x="3934" y="775"/>
                    </a:lnTo>
                    <a:lnTo>
                      <a:pt x="4038" y="754"/>
                    </a:lnTo>
                    <a:lnTo>
                      <a:pt x="4143" y="691"/>
                    </a:lnTo>
                    <a:lnTo>
                      <a:pt x="4206" y="733"/>
                    </a:lnTo>
                    <a:lnTo>
                      <a:pt x="4289" y="733"/>
                    </a:lnTo>
                    <a:lnTo>
                      <a:pt x="4394" y="587"/>
                    </a:lnTo>
                    <a:lnTo>
                      <a:pt x="4373" y="524"/>
                    </a:lnTo>
                    <a:lnTo>
                      <a:pt x="4352" y="273"/>
                    </a:lnTo>
                    <a:lnTo>
                      <a:pt x="4373" y="231"/>
                    </a:lnTo>
                    <a:lnTo>
                      <a:pt x="4352" y="168"/>
                    </a:lnTo>
                    <a:lnTo>
                      <a:pt x="4352" y="22"/>
                    </a:lnTo>
                    <a:lnTo>
                      <a:pt x="4268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8" name="Google Shape;7712;p67">
                <a:extLst>
                  <a:ext uri="{FF2B5EF4-FFF2-40B4-BE49-F238E27FC236}">
                    <a16:creationId xmlns:a16="http://schemas.microsoft.com/office/drawing/2014/main" id="{53D0F509-73E0-458D-65D4-056DB627626E}"/>
                  </a:ext>
                </a:extLst>
              </p:cNvPr>
              <p:cNvSpPr/>
              <p:nvPr/>
            </p:nvSpPr>
            <p:spPr>
              <a:xfrm>
                <a:off x="2580975" y="1547400"/>
                <a:ext cx="48150" cy="32475"/>
              </a:xfrm>
              <a:custGeom>
                <a:avLst/>
                <a:gdLst/>
                <a:ahLst/>
                <a:cxnLst/>
                <a:rect l="l" t="t" r="r" b="b"/>
                <a:pathLst>
                  <a:path w="1926" h="1299" extrusionOk="0">
                    <a:moveTo>
                      <a:pt x="796" y="1"/>
                    </a:moveTo>
                    <a:lnTo>
                      <a:pt x="524" y="43"/>
                    </a:lnTo>
                    <a:lnTo>
                      <a:pt x="440" y="43"/>
                    </a:lnTo>
                    <a:lnTo>
                      <a:pt x="336" y="126"/>
                    </a:lnTo>
                    <a:lnTo>
                      <a:pt x="231" y="168"/>
                    </a:lnTo>
                    <a:lnTo>
                      <a:pt x="210" y="315"/>
                    </a:lnTo>
                    <a:lnTo>
                      <a:pt x="64" y="419"/>
                    </a:lnTo>
                    <a:lnTo>
                      <a:pt x="64" y="524"/>
                    </a:lnTo>
                    <a:lnTo>
                      <a:pt x="1" y="629"/>
                    </a:lnTo>
                    <a:lnTo>
                      <a:pt x="22" y="754"/>
                    </a:lnTo>
                    <a:lnTo>
                      <a:pt x="22" y="880"/>
                    </a:lnTo>
                    <a:lnTo>
                      <a:pt x="106" y="880"/>
                    </a:lnTo>
                    <a:lnTo>
                      <a:pt x="231" y="963"/>
                    </a:lnTo>
                    <a:lnTo>
                      <a:pt x="315" y="1110"/>
                    </a:lnTo>
                    <a:lnTo>
                      <a:pt x="231" y="1193"/>
                    </a:lnTo>
                    <a:lnTo>
                      <a:pt x="252" y="1214"/>
                    </a:lnTo>
                    <a:lnTo>
                      <a:pt x="378" y="1214"/>
                    </a:lnTo>
                    <a:lnTo>
                      <a:pt x="524" y="1256"/>
                    </a:lnTo>
                    <a:lnTo>
                      <a:pt x="566" y="1214"/>
                    </a:lnTo>
                    <a:lnTo>
                      <a:pt x="691" y="1298"/>
                    </a:lnTo>
                    <a:lnTo>
                      <a:pt x="838" y="1298"/>
                    </a:lnTo>
                    <a:lnTo>
                      <a:pt x="943" y="1256"/>
                    </a:lnTo>
                    <a:lnTo>
                      <a:pt x="1068" y="1256"/>
                    </a:lnTo>
                    <a:lnTo>
                      <a:pt x="1110" y="1152"/>
                    </a:lnTo>
                    <a:lnTo>
                      <a:pt x="1110" y="1089"/>
                    </a:lnTo>
                    <a:lnTo>
                      <a:pt x="1215" y="1068"/>
                    </a:lnTo>
                    <a:lnTo>
                      <a:pt x="1256" y="984"/>
                    </a:lnTo>
                    <a:lnTo>
                      <a:pt x="1403" y="796"/>
                    </a:lnTo>
                    <a:lnTo>
                      <a:pt x="1382" y="733"/>
                    </a:lnTo>
                    <a:lnTo>
                      <a:pt x="1319" y="754"/>
                    </a:lnTo>
                    <a:lnTo>
                      <a:pt x="1215" y="733"/>
                    </a:lnTo>
                    <a:lnTo>
                      <a:pt x="1215" y="670"/>
                    </a:lnTo>
                    <a:lnTo>
                      <a:pt x="1361" y="545"/>
                    </a:lnTo>
                    <a:lnTo>
                      <a:pt x="1466" y="545"/>
                    </a:lnTo>
                    <a:lnTo>
                      <a:pt x="1738" y="440"/>
                    </a:lnTo>
                    <a:lnTo>
                      <a:pt x="1821" y="461"/>
                    </a:lnTo>
                    <a:lnTo>
                      <a:pt x="1926" y="273"/>
                    </a:lnTo>
                    <a:lnTo>
                      <a:pt x="1905" y="231"/>
                    </a:lnTo>
                    <a:lnTo>
                      <a:pt x="1779" y="210"/>
                    </a:lnTo>
                    <a:lnTo>
                      <a:pt x="1717" y="147"/>
                    </a:lnTo>
                    <a:lnTo>
                      <a:pt x="1591" y="126"/>
                    </a:lnTo>
                    <a:lnTo>
                      <a:pt x="1424" y="126"/>
                    </a:lnTo>
                    <a:lnTo>
                      <a:pt x="1403" y="105"/>
                    </a:lnTo>
                    <a:lnTo>
                      <a:pt x="1256" y="43"/>
                    </a:lnTo>
                    <a:lnTo>
                      <a:pt x="1173" y="64"/>
                    </a:lnTo>
                    <a:lnTo>
                      <a:pt x="1047" y="64"/>
                    </a:lnTo>
                    <a:lnTo>
                      <a:pt x="963" y="43"/>
                    </a:lnTo>
                    <a:lnTo>
                      <a:pt x="859" y="43"/>
                    </a:lnTo>
                    <a:lnTo>
                      <a:pt x="796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9" name="Google Shape;7713;p67">
                <a:extLst>
                  <a:ext uri="{FF2B5EF4-FFF2-40B4-BE49-F238E27FC236}">
                    <a16:creationId xmlns:a16="http://schemas.microsoft.com/office/drawing/2014/main" id="{0DF4CB80-DBF6-4055-D18D-18E6344BC7E5}"/>
                  </a:ext>
                </a:extLst>
              </p:cNvPr>
              <p:cNvSpPr/>
              <p:nvPr/>
            </p:nvSpPr>
            <p:spPr>
              <a:xfrm>
                <a:off x="2474800" y="1600250"/>
                <a:ext cx="142825" cy="88425"/>
              </a:xfrm>
              <a:custGeom>
                <a:avLst/>
                <a:gdLst/>
                <a:ahLst/>
                <a:cxnLst/>
                <a:rect l="l" t="t" r="r" b="b"/>
                <a:pathLst>
                  <a:path w="5713" h="3537" extrusionOk="0">
                    <a:moveTo>
                      <a:pt x="2177" y="0"/>
                    </a:moveTo>
                    <a:lnTo>
                      <a:pt x="1863" y="84"/>
                    </a:lnTo>
                    <a:lnTo>
                      <a:pt x="1800" y="126"/>
                    </a:lnTo>
                    <a:lnTo>
                      <a:pt x="1863" y="188"/>
                    </a:lnTo>
                    <a:lnTo>
                      <a:pt x="1863" y="293"/>
                    </a:lnTo>
                    <a:lnTo>
                      <a:pt x="1988" y="356"/>
                    </a:lnTo>
                    <a:lnTo>
                      <a:pt x="2051" y="460"/>
                    </a:lnTo>
                    <a:lnTo>
                      <a:pt x="1967" y="439"/>
                    </a:lnTo>
                    <a:lnTo>
                      <a:pt x="1842" y="335"/>
                    </a:lnTo>
                    <a:lnTo>
                      <a:pt x="1758" y="335"/>
                    </a:lnTo>
                    <a:lnTo>
                      <a:pt x="1695" y="293"/>
                    </a:lnTo>
                    <a:lnTo>
                      <a:pt x="1591" y="293"/>
                    </a:lnTo>
                    <a:lnTo>
                      <a:pt x="1465" y="335"/>
                    </a:lnTo>
                    <a:lnTo>
                      <a:pt x="1381" y="335"/>
                    </a:lnTo>
                    <a:lnTo>
                      <a:pt x="1319" y="398"/>
                    </a:lnTo>
                    <a:lnTo>
                      <a:pt x="1256" y="502"/>
                    </a:lnTo>
                    <a:lnTo>
                      <a:pt x="1130" y="607"/>
                    </a:lnTo>
                    <a:lnTo>
                      <a:pt x="1214" y="711"/>
                    </a:lnTo>
                    <a:lnTo>
                      <a:pt x="1444" y="753"/>
                    </a:lnTo>
                    <a:lnTo>
                      <a:pt x="1549" y="753"/>
                    </a:lnTo>
                    <a:lnTo>
                      <a:pt x="1653" y="837"/>
                    </a:lnTo>
                    <a:lnTo>
                      <a:pt x="1737" y="837"/>
                    </a:lnTo>
                    <a:lnTo>
                      <a:pt x="1758" y="879"/>
                    </a:lnTo>
                    <a:lnTo>
                      <a:pt x="1695" y="921"/>
                    </a:lnTo>
                    <a:lnTo>
                      <a:pt x="1570" y="879"/>
                    </a:lnTo>
                    <a:lnTo>
                      <a:pt x="1319" y="858"/>
                    </a:lnTo>
                    <a:lnTo>
                      <a:pt x="1109" y="879"/>
                    </a:lnTo>
                    <a:lnTo>
                      <a:pt x="1026" y="858"/>
                    </a:lnTo>
                    <a:lnTo>
                      <a:pt x="921" y="879"/>
                    </a:lnTo>
                    <a:lnTo>
                      <a:pt x="754" y="1046"/>
                    </a:lnTo>
                    <a:lnTo>
                      <a:pt x="607" y="1193"/>
                    </a:lnTo>
                    <a:lnTo>
                      <a:pt x="628" y="1256"/>
                    </a:lnTo>
                    <a:lnTo>
                      <a:pt x="754" y="1256"/>
                    </a:lnTo>
                    <a:lnTo>
                      <a:pt x="942" y="1297"/>
                    </a:lnTo>
                    <a:lnTo>
                      <a:pt x="1068" y="1276"/>
                    </a:lnTo>
                    <a:lnTo>
                      <a:pt x="1214" y="1276"/>
                    </a:lnTo>
                    <a:lnTo>
                      <a:pt x="1256" y="1339"/>
                    </a:lnTo>
                    <a:lnTo>
                      <a:pt x="1340" y="1381"/>
                    </a:lnTo>
                    <a:lnTo>
                      <a:pt x="1214" y="1486"/>
                    </a:lnTo>
                    <a:lnTo>
                      <a:pt x="1068" y="1486"/>
                    </a:lnTo>
                    <a:lnTo>
                      <a:pt x="963" y="1569"/>
                    </a:lnTo>
                    <a:lnTo>
                      <a:pt x="837" y="1548"/>
                    </a:lnTo>
                    <a:lnTo>
                      <a:pt x="712" y="1465"/>
                    </a:lnTo>
                    <a:lnTo>
                      <a:pt x="503" y="1465"/>
                    </a:lnTo>
                    <a:lnTo>
                      <a:pt x="419" y="1444"/>
                    </a:lnTo>
                    <a:lnTo>
                      <a:pt x="314" y="1465"/>
                    </a:lnTo>
                    <a:lnTo>
                      <a:pt x="84" y="1611"/>
                    </a:lnTo>
                    <a:lnTo>
                      <a:pt x="126" y="1674"/>
                    </a:lnTo>
                    <a:lnTo>
                      <a:pt x="126" y="1800"/>
                    </a:lnTo>
                    <a:lnTo>
                      <a:pt x="0" y="1800"/>
                    </a:lnTo>
                    <a:lnTo>
                      <a:pt x="0" y="1862"/>
                    </a:lnTo>
                    <a:lnTo>
                      <a:pt x="189" y="1988"/>
                    </a:lnTo>
                    <a:lnTo>
                      <a:pt x="314" y="2134"/>
                    </a:lnTo>
                    <a:lnTo>
                      <a:pt x="377" y="2134"/>
                    </a:lnTo>
                    <a:lnTo>
                      <a:pt x="398" y="2030"/>
                    </a:lnTo>
                    <a:lnTo>
                      <a:pt x="482" y="2072"/>
                    </a:lnTo>
                    <a:lnTo>
                      <a:pt x="419" y="2134"/>
                    </a:lnTo>
                    <a:lnTo>
                      <a:pt x="544" y="2239"/>
                    </a:lnTo>
                    <a:lnTo>
                      <a:pt x="544" y="2385"/>
                    </a:lnTo>
                    <a:lnTo>
                      <a:pt x="649" y="2427"/>
                    </a:lnTo>
                    <a:lnTo>
                      <a:pt x="733" y="2344"/>
                    </a:lnTo>
                    <a:lnTo>
                      <a:pt x="733" y="2218"/>
                    </a:lnTo>
                    <a:lnTo>
                      <a:pt x="796" y="2239"/>
                    </a:lnTo>
                    <a:lnTo>
                      <a:pt x="900" y="2239"/>
                    </a:lnTo>
                    <a:lnTo>
                      <a:pt x="837" y="2323"/>
                    </a:lnTo>
                    <a:lnTo>
                      <a:pt x="837" y="2427"/>
                    </a:lnTo>
                    <a:lnTo>
                      <a:pt x="963" y="2511"/>
                    </a:lnTo>
                    <a:lnTo>
                      <a:pt x="1068" y="2490"/>
                    </a:lnTo>
                    <a:lnTo>
                      <a:pt x="1109" y="2406"/>
                    </a:lnTo>
                    <a:lnTo>
                      <a:pt x="1277" y="2323"/>
                    </a:lnTo>
                    <a:lnTo>
                      <a:pt x="1319" y="2197"/>
                    </a:lnTo>
                    <a:lnTo>
                      <a:pt x="1340" y="2176"/>
                    </a:lnTo>
                    <a:lnTo>
                      <a:pt x="1423" y="2281"/>
                    </a:lnTo>
                    <a:lnTo>
                      <a:pt x="1465" y="2197"/>
                    </a:lnTo>
                    <a:lnTo>
                      <a:pt x="1591" y="2176"/>
                    </a:lnTo>
                    <a:lnTo>
                      <a:pt x="1674" y="2176"/>
                    </a:lnTo>
                    <a:lnTo>
                      <a:pt x="1549" y="2281"/>
                    </a:lnTo>
                    <a:lnTo>
                      <a:pt x="1423" y="2344"/>
                    </a:lnTo>
                    <a:lnTo>
                      <a:pt x="1423" y="2448"/>
                    </a:lnTo>
                    <a:lnTo>
                      <a:pt x="1570" y="2511"/>
                    </a:lnTo>
                    <a:lnTo>
                      <a:pt x="1674" y="2490"/>
                    </a:lnTo>
                    <a:lnTo>
                      <a:pt x="1737" y="2532"/>
                    </a:lnTo>
                    <a:lnTo>
                      <a:pt x="1842" y="2511"/>
                    </a:lnTo>
                    <a:lnTo>
                      <a:pt x="1946" y="2490"/>
                    </a:lnTo>
                    <a:lnTo>
                      <a:pt x="2009" y="2406"/>
                    </a:lnTo>
                    <a:lnTo>
                      <a:pt x="2093" y="2490"/>
                    </a:lnTo>
                    <a:lnTo>
                      <a:pt x="2093" y="2553"/>
                    </a:lnTo>
                    <a:lnTo>
                      <a:pt x="2260" y="2553"/>
                    </a:lnTo>
                    <a:lnTo>
                      <a:pt x="2407" y="2490"/>
                    </a:lnTo>
                    <a:lnTo>
                      <a:pt x="2407" y="2553"/>
                    </a:lnTo>
                    <a:lnTo>
                      <a:pt x="2574" y="2553"/>
                    </a:lnTo>
                    <a:lnTo>
                      <a:pt x="2637" y="2490"/>
                    </a:lnTo>
                    <a:lnTo>
                      <a:pt x="2700" y="2532"/>
                    </a:lnTo>
                    <a:lnTo>
                      <a:pt x="2616" y="2595"/>
                    </a:lnTo>
                    <a:lnTo>
                      <a:pt x="2595" y="2657"/>
                    </a:lnTo>
                    <a:lnTo>
                      <a:pt x="2323" y="2657"/>
                    </a:lnTo>
                    <a:lnTo>
                      <a:pt x="2218" y="2741"/>
                    </a:lnTo>
                    <a:lnTo>
                      <a:pt x="2156" y="2720"/>
                    </a:lnTo>
                    <a:lnTo>
                      <a:pt x="2009" y="2720"/>
                    </a:lnTo>
                    <a:lnTo>
                      <a:pt x="1842" y="2657"/>
                    </a:lnTo>
                    <a:lnTo>
                      <a:pt x="1653" y="2657"/>
                    </a:lnTo>
                    <a:lnTo>
                      <a:pt x="1486" y="2741"/>
                    </a:lnTo>
                    <a:lnTo>
                      <a:pt x="1381" y="2741"/>
                    </a:lnTo>
                    <a:lnTo>
                      <a:pt x="1256" y="2720"/>
                    </a:lnTo>
                    <a:lnTo>
                      <a:pt x="1172" y="2762"/>
                    </a:lnTo>
                    <a:lnTo>
                      <a:pt x="1005" y="2720"/>
                    </a:lnTo>
                    <a:lnTo>
                      <a:pt x="837" y="2762"/>
                    </a:lnTo>
                    <a:lnTo>
                      <a:pt x="816" y="2950"/>
                    </a:lnTo>
                    <a:lnTo>
                      <a:pt x="837" y="3034"/>
                    </a:lnTo>
                    <a:lnTo>
                      <a:pt x="796" y="3160"/>
                    </a:lnTo>
                    <a:lnTo>
                      <a:pt x="921" y="3285"/>
                    </a:lnTo>
                    <a:lnTo>
                      <a:pt x="963" y="3390"/>
                    </a:lnTo>
                    <a:lnTo>
                      <a:pt x="1130" y="3432"/>
                    </a:lnTo>
                    <a:lnTo>
                      <a:pt x="1319" y="3494"/>
                    </a:lnTo>
                    <a:lnTo>
                      <a:pt x="1465" y="3494"/>
                    </a:lnTo>
                    <a:lnTo>
                      <a:pt x="1633" y="3452"/>
                    </a:lnTo>
                    <a:lnTo>
                      <a:pt x="1779" y="3452"/>
                    </a:lnTo>
                    <a:lnTo>
                      <a:pt x="1800" y="3536"/>
                    </a:lnTo>
                    <a:lnTo>
                      <a:pt x="1946" y="3536"/>
                    </a:lnTo>
                    <a:lnTo>
                      <a:pt x="2072" y="3473"/>
                    </a:lnTo>
                    <a:lnTo>
                      <a:pt x="2093" y="3473"/>
                    </a:lnTo>
                    <a:lnTo>
                      <a:pt x="2218" y="3452"/>
                    </a:lnTo>
                    <a:lnTo>
                      <a:pt x="2260" y="3369"/>
                    </a:lnTo>
                    <a:lnTo>
                      <a:pt x="2386" y="3369"/>
                    </a:lnTo>
                    <a:lnTo>
                      <a:pt x="2428" y="3348"/>
                    </a:lnTo>
                    <a:lnTo>
                      <a:pt x="2469" y="3243"/>
                    </a:lnTo>
                    <a:lnTo>
                      <a:pt x="2532" y="3222"/>
                    </a:lnTo>
                    <a:lnTo>
                      <a:pt x="2616" y="3222"/>
                    </a:lnTo>
                    <a:lnTo>
                      <a:pt x="2679" y="3139"/>
                    </a:lnTo>
                    <a:lnTo>
                      <a:pt x="2741" y="3180"/>
                    </a:lnTo>
                    <a:lnTo>
                      <a:pt x="2909" y="3180"/>
                    </a:lnTo>
                    <a:lnTo>
                      <a:pt x="2930" y="3222"/>
                    </a:lnTo>
                    <a:lnTo>
                      <a:pt x="3055" y="3222"/>
                    </a:lnTo>
                    <a:lnTo>
                      <a:pt x="3118" y="3160"/>
                    </a:lnTo>
                    <a:lnTo>
                      <a:pt x="3306" y="3076"/>
                    </a:lnTo>
                    <a:lnTo>
                      <a:pt x="3369" y="3076"/>
                    </a:lnTo>
                    <a:lnTo>
                      <a:pt x="3453" y="3055"/>
                    </a:lnTo>
                    <a:lnTo>
                      <a:pt x="3453" y="2971"/>
                    </a:lnTo>
                    <a:lnTo>
                      <a:pt x="3537" y="3013"/>
                    </a:lnTo>
                    <a:lnTo>
                      <a:pt x="3557" y="3076"/>
                    </a:lnTo>
                    <a:lnTo>
                      <a:pt x="3516" y="3160"/>
                    </a:lnTo>
                    <a:lnTo>
                      <a:pt x="3516" y="3222"/>
                    </a:lnTo>
                    <a:lnTo>
                      <a:pt x="3662" y="3264"/>
                    </a:lnTo>
                    <a:lnTo>
                      <a:pt x="3746" y="3243"/>
                    </a:lnTo>
                    <a:lnTo>
                      <a:pt x="3767" y="3160"/>
                    </a:lnTo>
                    <a:lnTo>
                      <a:pt x="3892" y="3118"/>
                    </a:lnTo>
                    <a:lnTo>
                      <a:pt x="3934" y="3118"/>
                    </a:lnTo>
                    <a:lnTo>
                      <a:pt x="3955" y="3180"/>
                    </a:lnTo>
                    <a:lnTo>
                      <a:pt x="3871" y="3264"/>
                    </a:lnTo>
                    <a:lnTo>
                      <a:pt x="3892" y="3348"/>
                    </a:lnTo>
                    <a:lnTo>
                      <a:pt x="4039" y="3390"/>
                    </a:lnTo>
                    <a:lnTo>
                      <a:pt x="4206" y="3369"/>
                    </a:lnTo>
                    <a:lnTo>
                      <a:pt x="4394" y="3285"/>
                    </a:lnTo>
                    <a:lnTo>
                      <a:pt x="4478" y="3285"/>
                    </a:lnTo>
                    <a:lnTo>
                      <a:pt x="4583" y="3264"/>
                    </a:lnTo>
                    <a:lnTo>
                      <a:pt x="4666" y="3327"/>
                    </a:lnTo>
                    <a:lnTo>
                      <a:pt x="4708" y="3285"/>
                    </a:lnTo>
                    <a:lnTo>
                      <a:pt x="4708" y="3243"/>
                    </a:lnTo>
                    <a:lnTo>
                      <a:pt x="4771" y="3222"/>
                    </a:lnTo>
                    <a:lnTo>
                      <a:pt x="4834" y="3222"/>
                    </a:lnTo>
                    <a:lnTo>
                      <a:pt x="4876" y="3139"/>
                    </a:lnTo>
                    <a:lnTo>
                      <a:pt x="4876" y="3055"/>
                    </a:lnTo>
                    <a:lnTo>
                      <a:pt x="4980" y="2971"/>
                    </a:lnTo>
                    <a:lnTo>
                      <a:pt x="5085" y="2971"/>
                    </a:lnTo>
                    <a:lnTo>
                      <a:pt x="5190" y="2804"/>
                    </a:lnTo>
                    <a:lnTo>
                      <a:pt x="5190" y="2720"/>
                    </a:lnTo>
                    <a:lnTo>
                      <a:pt x="5210" y="2657"/>
                    </a:lnTo>
                    <a:lnTo>
                      <a:pt x="5294" y="2657"/>
                    </a:lnTo>
                    <a:lnTo>
                      <a:pt x="5399" y="2616"/>
                    </a:lnTo>
                    <a:lnTo>
                      <a:pt x="5524" y="2490"/>
                    </a:lnTo>
                    <a:lnTo>
                      <a:pt x="5650" y="2218"/>
                    </a:lnTo>
                    <a:lnTo>
                      <a:pt x="5713" y="2072"/>
                    </a:lnTo>
                    <a:lnTo>
                      <a:pt x="5650" y="1967"/>
                    </a:lnTo>
                    <a:lnTo>
                      <a:pt x="5566" y="1779"/>
                    </a:lnTo>
                    <a:lnTo>
                      <a:pt x="5441" y="1695"/>
                    </a:lnTo>
                    <a:lnTo>
                      <a:pt x="5357" y="1695"/>
                    </a:lnTo>
                    <a:lnTo>
                      <a:pt x="5190" y="1820"/>
                    </a:lnTo>
                    <a:lnTo>
                      <a:pt x="5190" y="1925"/>
                    </a:lnTo>
                    <a:lnTo>
                      <a:pt x="5106" y="2072"/>
                    </a:lnTo>
                    <a:lnTo>
                      <a:pt x="5127" y="2092"/>
                    </a:lnTo>
                    <a:lnTo>
                      <a:pt x="5106" y="2134"/>
                    </a:lnTo>
                    <a:lnTo>
                      <a:pt x="5022" y="2134"/>
                    </a:lnTo>
                    <a:lnTo>
                      <a:pt x="4918" y="2239"/>
                    </a:lnTo>
                    <a:lnTo>
                      <a:pt x="4897" y="2197"/>
                    </a:lnTo>
                    <a:lnTo>
                      <a:pt x="4980" y="2009"/>
                    </a:lnTo>
                    <a:lnTo>
                      <a:pt x="5001" y="1883"/>
                    </a:lnTo>
                    <a:lnTo>
                      <a:pt x="4834" y="1800"/>
                    </a:lnTo>
                    <a:lnTo>
                      <a:pt x="4771" y="1820"/>
                    </a:lnTo>
                    <a:lnTo>
                      <a:pt x="4687" y="1904"/>
                    </a:lnTo>
                    <a:lnTo>
                      <a:pt x="4499" y="2009"/>
                    </a:lnTo>
                    <a:lnTo>
                      <a:pt x="4457" y="2113"/>
                    </a:lnTo>
                    <a:lnTo>
                      <a:pt x="4394" y="2030"/>
                    </a:lnTo>
                    <a:lnTo>
                      <a:pt x="4415" y="1925"/>
                    </a:lnTo>
                    <a:lnTo>
                      <a:pt x="4583" y="1800"/>
                    </a:lnTo>
                    <a:lnTo>
                      <a:pt x="4771" y="1695"/>
                    </a:lnTo>
                    <a:lnTo>
                      <a:pt x="4834" y="1569"/>
                    </a:lnTo>
                    <a:lnTo>
                      <a:pt x="4813" y="1507"/>
                    </a:lnTo>
                    <a:lnTo>
                      <a:pt x="4666" y="1507"/>
                    </a:lnTo>
                    <a:lnTo>
                      <a:pt x="4562" y="1548"/>
                    </a:lnTo>
                    <a:lnTo>
                      <a:pt x="4499" y="1548"/>
                    </a:lnTo>
                    <a:lnTo>
                      <a:pt x="4499" y="1486"/>
                    </a:lnTo>
                    <a:lnTo>
                      <a:pt x="4583" y="1402"/>
                    </a:lnTo>
                    <a:lnTo>
                      <a:pt x="4771" y="1276"/>
                    </a:lnTo>
                    <a:lnTo>
                      <a:pt x="4813" y="1276"/>
                    </a:lnTo>
                    <a:lnTo>
                      <a:pt x="4876" y="1235"/>
                    </a:lnTo>
                    <a:lnTo>
                      <a:pt x="4876" y="942"/>
                    </a:lnTo>
                    <a:lnTo>
                      <a:pt x="4834" y="921"/>
                    </a:lnTo>
                    <a:lnTo>
                      <a:pt x="4834" y="753"/>
                    </a:lnTo>
                    <a:lnTo>
                      <a:pt x="4876" y="649"/>
                    </a:lnTo>
                    <a:lnTo>
                      <a:pt x="4876" y="565"/>
                    </a:lnTo>
                    <a:lnTo>
                      <a:pt x="4938" y="502"/>
                    </a:lnTo>
                    <a:lnTo>
                      <a:pt x="5022" y="502"/>
                    </a:lnTo>
                    <a:lnTo>
                      <a:pt x="5085" y="419"/>
                    </a:lnTo>
                    <a:lnTo>
                      <a:pt x="5022" y="335"/>
                    </a:lnTo>
                    <a:lnTo>
                      <a:pt x="5043" y="251"/>
                    </a:lnTo>
                    <a:lnTo>
                      <a:pt x="4897" y="188"/>
                    </a:lnTo>
                    <a:lnTo>
                      <a:pt x="4813" y="188"/>
                    </a:lnTo>
                    <a:lnTo>
                      <a:pt x="4562" y="419"/>
                    </a:lnTo>
                    <a:lnTo>
                      <a:pt x="4415" y="460"/>
                    </a:lnTo>
                    <a:lnTo>
                      <a:pt x="4374" y="565"/>
                    </a:lnTo>
                    <a:lnTo>
                      <a:pt x="4394" y="628"/>
                    </a:lnTo>
                    <a:lnTo>
                      <a:pt x="4290" y="628"/>
                    </a:lnTo>
                    <a:lnTo>
                      <a:pt x="4248" y="607"/>
                    </a:lnTo>
                    <a:lnTo>
                      <a:pt x="4143" y="649"/>
                    </a:lnTo>
                    <a:lnTo>
                      <a:pt x="4039" y="816"/>
                    </a:lnTo>
                    <a:lnTo>
                      <a:pt x="4081" y="942"/>
                    </a:lnTo>
                    <a:lnTo>
                      <a:pt x="4081" y="1067"/>
                    </a:lnTo>
                    <a:lnTo>
                      <a:pt x="4143" y="1130"/>
                    </a:lnTo>
                    <a:lnTo>
                      <a:pt x="4206" y="1297"/>
                    </a:lnTo>
                    <a:lnTo>
                      <a:pt x="4143" y="1465"/>
                    </a:lnTo>
                    <a:lnTo>
                      <a:pt x="4039" y="1465"/>
                    </a:lnTo>
                    <a:lnTo>
                      <a:pt x="3871" y="1507"/>
                    </a:lnTo>
                    <a:lnTo>
                      <a:pt x="3788" y="1507"/>
                    </a:lnTo>
                    <a:lnTo>
                      <a:pt x="3746" y="1569"/>
                    </a:lnTo>
                    <a:lnTo>
                      <a:pt x="3788" y="1674"/>
                    </a:lnTo>
                    <a:lnTo>
                      <a:pt x="3788" y="1758"/>
                    </a:lnTo>
                    <a:lnTo>
                      <a:pt x="3892" y="1883"/>
                    </a:lnTo>
                    <a:lnTo>
                      <a:pt x="3955" y="2072"/>
                    </a:lnTo>
                    <a:lnTo>
                      <a:pt x="3767" y="2134"/>
                    </a:lnTo>
                    <a:lnTo>
                      <a:pt x="3788" y="2197"/>
                    </a:lnTo>
                    <a:lnTo>
                      <a:pt x="3829" y="2239"/>
                    </a:lnTo>
                    <a:lnTo>
                      <a:pt x="3746" y="2281"/>
                    </a:lnTo>
                    <a:lnTo>
                      <a:pt x="3662" y="2134"/>
                    </a:lnTo>
                    <a:lnTo>
                      <a:pt x="3453" y="2092"/>
                    </a:lnTo>
                    <a:lnTo>
                      <a:pt x="3411" y="2113"/>
                    </a:lnTo>
                    <a:lnTo>
                      <a:pt x="3265" y="2092"/>
                    </a:lnTo>
                    <a:lnTo>
                      <a:pt x="3244" y="2009"/>
                    </a:lnTo>
                    <a:lnTo>
                      <a:pt x="3202" y="1967"/>
                    </a:lnTo>
                    <a:lnTo>
                      <a:pt x="3118" y="2030"/>
                    </a:lnTo>
                    <a:lnTo>
                      <a:pt x="2993" y="2092"/>
                    </a:lnTo>
                    <a:lnTo>
                      <a:pt x="2930" y="2030"/>
                    </a:lnTo>
                    <a:lnTo>
                      <a:pt x="2930" y="1820"/>
                    </a:lnTo>
                    <a:lnTo>
                      <a:pt x="3034" y="1758"/>
                    </a:lnTo>
                    <a:lnTo>
                      <a:pt x="3118" y="1507"/>
                    </a:lnTo>
                    <a:lnTo>
                      <a:pt x="3034" y="1507"/>
                    </a:lnTo>
                    <a:lnTo>
                      <a:pt x="2909" y="1465"/>
                    </a:lnTo>
                    <a:lnTo>
                      <a:pt x="2804" y="1486"/>
                    </a:lnTo>
                    <a:lnTo>
                      <a:pt x="2783" y="1402"/>
                    </a:lnTo>
                    <a:lnTo>
                      <a:pt x="2888" y="1381"/>
                    </a:lnTo>
                    <a:lnTo>
                      <a:pt x="2993" y="1402"/>
                    </a:lnTo>
                    <a:lnTo>
                      <a:pt x="3034" y="1339"/>
                    </a:lnTo>
                    <a:lnTo>
                      <a:pt x="3013" y="1088"/>
                    </a:lnTo>
                    <a:lnTo>
                      <a:pt x="2909" y="963"/>
                    </a:lnTo>
                    <a:lnTo>
                      <a:pt x="2951" y="879"/>
                    </a:lnTo>
                    <a:lnTo>
                      <a:pt x="3013" y="858"/>
                    </a:lnTo>
                    <a:lnTo>
                      <a:pt x="3034" y="774"/>
                    </a:lnTo>
                    <a:lnTo>
                      <a:pt x="2951" y="711"/>
                    </a:lnTo>
                    <a:lnTo>
                      <a:pt x="2951" y="649"/>
                    </a:lnTo>
                    <a:lnTo>
                      <a:pt x="2909" y="565"/>
                    </a:lnTo>
                    <a:lnTo>
                      <a:pt x="2825" y="565"/>
                    </a:lnTo>
                    <a:lnTo>
                      <a:pt x="2783" y="523"/>
                    </a:lnTo>
                    <a:lnTo>
                      <a:pt x="2700" y="565"/>
                    </a:lnTo>
                    <a:lnTo>
                      <a:pt x="2490" y="565"/>
                    </a:lnTo>
                    <a:lnTo>
                      <a:pt x="2428" y="502"/>
                    </a:lnTo>
                    <a:lnTo>
                      <a:pt x="2532" y="335"/>
                    </a:lnTo>
                    <a:lnTo>
                      <a:pt x="2616" y="293"/>
                    </a:lnTo>
                    <a:lnTo>
                      <a:pt x="2574" y="126"/>
                    </a:lnTo>
                    <a:lnTo>
                      <a:pt x="2469" y="21"/>
                    </a:lnTo>
                    <a:lnTo>
                      <a:pt x="2281" y="21"/>
                    </a:lnTo>
                    <a:lnTo>
                      <a:pt x="217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0" name="Google Shape;7714;p67">
                <a:extLst>
                  <a:ext uri="{FF2B5EF4-FFF2-40B4-BE49-F238E27FC236}">
                    <a16:creationId xmlns:a16="http://schemas.microsoft.com/office/drawing/2014/main" id="{BF3DE767-09B7-77D4-495B-2F37F90CEF7C}"/>
                  </a:ext>
                </a:extLst>
              </p:cNvPr>
              <p:cNvSpPr/>
              <p:nvPr/>
            </p:nvSpPr>
            <p:spPr>
              <a:xfrm>
                <a:off x="2638000" y="1637900"/>
                <a:ext cx="69075" cy="67500"/>
              </a:xfrm>
              <a:custGeom>
                <a:avLst/>
                <a:gdLst/>
                <a:ahLst/>
                <a:cxnLst/>
                <a:rect l="l" t="t" r="r" b="b"/>
                <a:pathLst>
                  <a:path w="2763" h="2700" extrusionOk="0">
                    <a:moveTo>
                      <a:pt x="1884" y="1"/>
                    </a:moveTo>
                    <a:lnTo>
                      <a:pt x="1758" y="84"/>
                    </a:lnTo>
                    <a:lnTo>
                      <a:pt x="1654" y="84"/>
                    </a:lnTo>
                    <a:lnTo>
                      <a:pt x="1612" y="126"/>
                    </a:lnTo>
                    <a:lnTo>
                      <a:pt x="1507" y="126"/>
                    </a:lnTo>
                    <a:lnTo>
                      <a:pt x="1423" y="189"/>
                    </a:lnTo>
                    <a:lnTo>
                      <a:pt x="1423" y="335"/>
                    </a:lnTo>
                    <a:lnTo>
                      <a:pt x="1403" y="398"/>
                    </a:lnTo>
                    <a:lnTo>
                      <a:pt x="1423" y="545"/>
                    </a:lnTo>
                    <a:lnTo>
                      <a:pt x="1528" y="649"/>
                    </a:lnTo>
                    <a:lnTo>
                      <a:pt x="1549" y="733"/>
                    </a:lnTo>
                    <a:lnTo>
                      <a:pt x="1549" y="733"/>
                    </a:lnTo>
                    <a:lnTo>
                      <a:pt x="1444" y="691"/>
                    </a:lnTo>
                    <a:lnTo>
                      <a:pt x="1361" y="691"/>
                    </a:lnTo>
                    <a:lnTo>
                      <a:pt x="1340" y="733"/>
                    </a:lnTo>
                    <a:lnTo>
                      <a:pt x="1528" y="858"/>
                    </a:lnTo>
                    <a:lnTo>
                      <a:pt x="1528" y="963"/>
                    </a:lnTo>
                    <a:lnTo>
                      <a:pt x="1423" y="1005"/>
                    </a:lnTo>
                    <a:lnTo>
                      <a:pt x="1403" y="1151"/>
                    </a:lnTo>
                    <a:lnTo>
                      <a:pt x="1444" y="1235"/>
                    </a:lnTo>
                    <a:lnTo>
                      <a:pt x="1340" y="1319"/>
                    </a:lnTo>
                    <a:lnTo>
                      <a:pt x="1235" y="1256"/>
                    </a:lnTo>
                    <a:lnTo>
                      <a:pt x="1235" y="1214"/>
                    </a:lnTo>
                    <a:lnTo>
                      <a:pt x="1256" y="1110"/>
                    </a:lnTo>
                    <a:lnTo>
                      <a:pt x="1235" y="796"/>
                    </a:lnTo>
                    <a:lnTo>
                      <a:pt x="1151" y="712"/>
                    </a:lnTo>
                    <a:lnTo>
                      <a:pt x="1131" y="628"/>
                    </a:lnTo>
                    <a:lnTo>
                      <a:pt x="1151" y="586"/>
                    </a:lnTo>
                    <a:lnTo>
                      <a:pt x="1151" y="482"/>
                    </a:lnTo>
                    <a:lnTo>
                      <a:pt x="1110" y="419"/>
                    </a:lnTo>
                    <a:lnTo>
                      <a:pt x="1089" y="314"/>
                    </a:lnTo>
                    <a:lnTo>
                      <a:pt x="1026" y="273"/>
                    </a:lnTo>
                    <a:lnTo>
                      <a:pt x="900" y="314"/>
                    </a:lnTo>
                    <a:lnTo>
                      <a:pt x="879" y="377"/>
                    </a:lnTo>
                    <a:lnTo>
                      <a:pt x="775" y="461"/>
                    </a:lnTo>
                    <a:lnTo>
                      <a:pt x="733" y="524"/>
                    </a:lnTo>
                    <a:lnTo>
                      <a:pt x="796" y="566"/>
                    </a:lnTo>
                    <a:lnTo>
                      <a:pt x="838" y="566"/>
                    </a:lnTo>
                    <a:lnTo>
                      <a:pt x="900" y="628"/>
                    </a:lnTo>
                    <a:lnTo>
                      <a:pt x="796" y="670"/>
                    </a:lnTo>
                    <a:lnTo>
                      <a:pt x="775" y="733"/>
                    </a:lnTo>
                    <a:lnTo>
                      <a:pt x="670" y="796"/>
                    </a:lnTo>
                    <a:lnTo>
                      <a:pt x="628" y="942"/>
                    </a:lnTo>
                    <a:lnTo>
                      <a:pt x="733" y="984"/>
                    </a:lnTo>
                    <a:lnTo>
                      <a:pt x="733" y="1026"/>
                    </a:lnTo>
                    <a:lnTo>
                      <a:pt x="607" y="1068"/>
                    </a:lnTo>
                    <a:lnTo>
                      <a:pt x="587" y="1172"/>
                    </a:lnTo>
                    <a:lnTo>
                      <a:pt x="628" y="1256"/>
                    </a:lnTo>
                    <a:lnTo>
                      <a:pt x="670" y="1361"/>
                    </a:lnTo>
                    <a:lnTo>
                      <a:pt x="607" y="1423"/>
                    </a:lnTo>
                    <a:lnTo>
                      <a:pt x="566" y="1382"/>
                    </a:lnTo>
                    <a:lnTo>
                      <a:pt x="566" y="1235"/>
                    </a:lnTo>
                    <a:lnTo>
                      <a:pt x="503" y="1214"/>
                    </a:lnTo>
                    <a:lnTo>
                      <a:pt x="503" y="1110"/>
                    </a:lnTo>
                    <a:lnTo>
                      <a:pt x="461" y="1130"/>
                    </a:lnTo>
                    <a:lnTo>
                      <a:pt x="294" y="1130"/>
                    </a:lnTo>
                    <a:lnTo>
                      <a:pt x="273" y="1214"/>
                    </a:lnTo>
                    <a:lnTo>
                      <a:pt x="335" y="1256"/>
                    </a:lnTo>
                    <a:lnTo>
                      <a:pt x="252" y="1298"/>
                    </a:lnTo>
                    <a:lnTo>
                      <a:pt x="168" y="1235"/>
                    </a:lnTo>
                    <a:lnTo>
                      <a:pt x="84" y="1298"/>
                    </a:lnTo>
                    <a:lnTo>
                      <a:pt x="1" y="1256"/>
                    </a:lnTo>
                    <a:lnTo>
                      <a:pt x="1" y="1402"/>
                    </a:lnTo>
                    <a:lnTo>
                      <a:pt x="63" y="1444"/>
                    </a:lnTo>
                    <a:lnTo>
                      <a:pt x="147" y="1444"/>
                    </a:lnTo>
                    <a:lnTo>
                      <a:pt x="189" y="1465"/>
                    </a:lnTo>
                    <a:lnTo>
                      <a:pt x="252" y="1444"/>
                    </a:lnTo>
                    <a:lnTo>
                      <a:pt x="356" y="1444"/>
                    </a:lnTo>
                    <a:lnTo>
                      <a:pt x="419" y="1465"/>
                    </a:lnTo>
                    <a:lnTo>
                      <a:pt x="503" y="1444"/>
                    </a:lnTo>
                    <a:lnTo>
                      <a:pt x="628" y="1507"/>
                    </a:lnTo>
                    <a:lnTo>
                      <a:pt x="796" y="1465"/>
                    </a:lnTo>
                    <a:lnTo>
                      <a:pt x="879" y="1528"/>
                    </a:lnTo>
                    <a:lnTo>
                      <a:pt x="984" y="1528"/>
                    </a:lnTo>
                    <a:lnTo>
                      <a:pt x="1444" y="1612"/>
                    </a:lnTo>
                    <a:lnTo>
                      <a:pt x="1507" y="1654"/>
                    </a:lnTo>
                    <a:lnTo>
                      <a:pt x="1423" y="1695"/>
                    </a:lnTo>
                    <a:lnTo>
                      <a:pt x="1298" y="1674"/>
                    </a:lnTo>
                    <a:lnTo>
                      <a:pt x="1151" y="1674"/>
                    </a:lnTo>
                    <a:lnTo>
                      <a:pt x="1047" y="1737"/>
                    </a:lnTo>
                    <a:lnTo>
                      <a:pt x="879" y="1758"/>
                    </a:lnTo>
                    <a:lnTo>
                      <a:pt x="921" y="1758"/>
                    </a:lnTo>
                    <a:lnTo>
                      <a:pt x="984" y="1800"/>
                    </a:lnTo>
                    <a:lnTo>
                      <a:pt x="921" y="1842"/>
                    </a:lnTo>
                    <a:lnTo>
                      <a:pt x="754" y="1779"/>
                    </a:lnTo>
                    <a:lnTo>
                      <a:pt x="670" y="1758"/>
                    </a:lnTo>
                    <a:lnTo>
                      <a:pt x="587" y="1800"/>
                    </a:lnTo>
                    <a:lnTo>
                      <a:pt x="607" y="1863"/>
                    </a:lnTo>
                    <a:lnTo>
                      <a:pt x="587" y="1905"/>
                    </a:lnTo>
                    <a:lnTo>
                      <a:pt x="524" y="1863"/>
                    </a:lnTo>
                    <a:lnTo>
                      <a:pt x="482" y="1863"/>
                    </a:lnTo>
                    <a:lnTo>
                      <a:pt x="503" y="1905"/>
                    </a:lnTo>
                    <a:lnTo>
                      <a:pt x="503" y="1967"/>
                    </a:lnTo>
                    <a:lnTo>
                      <a:pt x="566" y="2009"/>
                    </a:lnTo>
                    <a:lnTo>
                      <a:pt x="649" y="2051"/>
                    </a:lnTo>
                    <a:lnTo>
                      <a:pt x="607" y="2114"/>
                    </a:lnTo>
                    <a:lnTo>
                      <a:pt x="670" y="2198"/>
                    </a:lnTo>
                    <a:lnTo>
                      <a:pt x="607" y="2198"/>
                    </a:lnTo>
                    <a:lnTo>
                      <a:pt x="566" y="2114"/>
                    </a:lnTo>
                    <a:lnTo>
                      <a:pt x="503" y="2114"/>
                    </a:lnTo>
                    <a:lnTo>
                      <a:pt x="461" y="2218"/>
                    </a:lnTo>
                    <a:lnTo>
                      <a:pt x="461" y="2281"/>
                    </a:lnTo>
                    <a:lnTo>
                      <a:pt x="440" y="2323"/>
                    </a:lnTo>
                    <a:lnTo>
                      <a:pt x="440" y="2428"/>
                    </a:lnTo>
                    <a:lnTo>
                      <a:pt x="503" y="2491"/>
                    </a:lnTo>
                    <a:lnTo>
                      <a:pt x="607" y="2491"/>
                    </a:lnTo>
                    <a:lnTo>
                      <a:pt x="670" y="2532"/>
                    </a:lnTo>
                    <a:lnTo>
                      <a:pt x="712" y="2532"/>
                    </a:lnTo>
                    <a:lnTo>
                      <a:pt x="775" y="2470"/>
                    </a:lnTo>
                    <a:lnTo>
                      <a:pt x="900" y="2407"/>
                    </a:lnTo>
                    <a:lnTo>
                      <a:pt x="817" y="2511"/>
                    </a:lnTo>
                    <a:lnTo>
                      <a:pt x="859" y="2595"/>
                    </a:lnTo>
                    <a:lnTo>
                      <a:pt x="921" y="2595"/>
                    </a:lnTo>
                    <a:lnTo>
                      <a:pt x="1005" y="2511"/>
                    </a:lnTo>
                    <a:lnTo>
                      <a:pt x="1026" y="2574"/>
                    </a:lnTo>
                    <a:lnTo>
                      <a:pt x="1068" y="2679"/>
                    </a:lnTo>
                    <a:lnTo>
                      <a:pt x="1382" y="2700"/>
                    </a:lnTo>
                    <a:lnTo>
                      <a:pt x="1444" y="2595"/>
                    </a:lnTo>
                    <a:lnTo>
                      <a:pt x="1423" y="2511"/>
                    </a:lnTo>
                    <a:lnTo>
                      <a:pt x="1444" y="2407"/>
                    </a:lnTo>
                    <a:lnTo>
                      <a:pt x="1507" y="2365"/>
                    </a:lnTo>
                    <a:lnTo>
                      <a:pt x="1528" y="2407"/>
                    </a:lnTo>
                    <a:lnTo>
                      <a:pt x="1528" y="2511"/>
                    </a:lnTo>
                    <a:lnTo>
                      <a:pt x="1570" y="2616"/>
                    </a:lnTo>
                    <a:lnTo>
                      <a:pt x="1612" y="2574"/>
                    </a:lnTo>
                    <a:lnTo>
                      <a:pt x="1612" y="2470"/>
                    </a:lnTo>
                    <a:lnTo>
                      <a:pt x="1612" y="2407"/>
                    </a:lnTo>
                    <a:lnTo>
                      <a:pt x="1654" y="2323"/>
                    </a:lnTo>
                    <a:lnTo>
                      <a:pt x="1675" y="2281"/>
                    </a:lnTo>
                    <a:lnTo>
                      <a:pt x="1570" y="2302"/>
                    </a:lnTo>
                    <a:lnTo>
                      <a:pt x="1486" y="2344"/>
                    </a:lnTo>
                    <a:lnTo>
                      <a:pt x="1528" y="2239"/>
                    </a:lnTo>
                    <a:lnTo>
                      <a:pt x="1633" y="2198"/>
                    </a:lnTo>
                    <a:lnTo>
                      <a:pt x="1695" y="2135"/>
                    </a:lnTo>
                    <a:lnTo>
                      <a:pt x="1758" y="2072"/>
                    </a:lnTo>
                    <a:lnTo>
                      <a:pt x="1758" y="1988"/>
                    </a:lnTo>
                    <a:lnTo>
                      <a:pt x="1821" y="1967"/>
                    </a:lnTo>
                    <a:lnTo>
                      <a:pt x="1905" y="1988"/>
                    </a:lnTo>
                    <a:lnTo>
                      <a:pt x="1905" y="2072"/>
                    </a:lnTo>
                    <a:lnTo>
                      <a:pt x="1905" y="2156"/>
                    </a:lnTo>
                    <a:lnTo>
                      <a:pt x="1947" y="2093"/>
                    </a:lnTo>
                    <a:lnTo>
                      <a:pt x="2072" y="1926"/>
                    </a:lnTo>
                    <a:lnTo>
                      <a:pt x="2072" y="1863"/>
                    </a:lnTo>
                    <a:lnTo>
                      <a:pt x="1947" y="1779"/>
                    </a:lnTo>
                    <a:lnTo>
                      <a:pt x="1947" y="1737"/>
                    </a:lnTo>
                    <a:lnTo>
                      <a:pt x="1988" y="1674"/>
                    </a:lnTo>
                    <a:lnTo>
                      <a:pt x="2051" y="1716"/>
                    </a:lnTo>
                    <a:lnTo>
                      <a:pt x="2135" y="1716"/>
                    </a:lnTo>
                    <a:lnTo>
                      <a:pt x="2156" y="1612"/>
                    </a:lnTo>
                    <a:lnTo>
                      <a:pt x="2156" y="1549"/>
                    </a:lnTo>
                    <a:lnTo>
                      <a:pt x="2260" y="1423"/>
                    </a:lnTo>
                    <a:lnTo>
                      <a:pt x="2281" y="1340"/>
                    </a:lnTo>
                    <a:lnTo>
                      <a:pt x="2407" y="1214"/>
                    </a:lnTo>
                    <a:lnTo>
                      <a:pt x="2511" y="1151"/>
                    </a:lnTo>
                    <a:lnTo>
                      <a:pt x="2553" y="1089"/>
                    </a:lnTo>
                    <a:lnTo>
                      <a:pt x="2511" y="942"/>
                    </a:lnTo>
                    <a:lnTo>
                      <a:pt x="2616" y="775"/>
                    </a:lnTo>
                    <a:lnTo>
                      <a:pt x="2742" y="691"/>
                    </a:lnTo>
                    <a:lnTo>
                      <a:pt x="2763" y="586"/>
                    </a:lnTo>
                    <a:lnTo>
                      <a:pt x="2700" y="482"/>
                    </a:lnTo>
                    <a:lnTo>
                      <a:pt x="2595" y="461"/>
                    </a:lnTo>
                    <a:lnTo>
                      <a:pt x="2553" y="356"/>
                    </a:lnTo>
                    <a:lnTo>
                      <a:pt x="2595" y="356"/>
                    </a:lnTo>
                    <a:lnTo>
                      <a:pt x="2616" y="294"/>
                    </a:lnTo>
                    <a:lnTo>
                      <a:pt x="2595" y="252"/>
                    </a:lnTo>
                    <a:lnTo>
                      <a:pt x="2616" y="168"/>
                    </a:lnTo>
                    <a:lnTo>
                      <a:pt x="2595" y="84"/>
                    </a:lnTo>
                    <a:lnTo>
                      <a:pt x="2511" y="84"/>
                    </a:lnTo>
                    <a:lnTo>
                      <a:pt x="2553" y="147"/>
                    </a:lnTo>
                    <a:lnTo>
                      <a:pt x="2553" y="252"/>
                    </a:lnTo>
                    <a:lnTo>
                      <a:pt x="2470" y="273"/>
                    </a:lnTo>
                    <a:lnTo>
                      <a:pt x="2386" y="189"/>
                    </a:lnTo>
                    <a:lnTo>
                      <a:pt x="2302" y="273"/>
                    </a:lnTo>
                    <a:lnTo>
                      <a:pt x="2302" y="461"/>
                    </a:lnTo>
                    <a:lnTo>
                      <a:pt x="2260" y="503"/>
                    </a:lnTo>
                    <a:lnTo>
                      <a:pt x="2198" y="503"/>
                    </a:lnTo>
                    <a:lnTo>
                      <a:pt x="2156" y="566"/>
                    </a:lnTo>
                    <a:lnTo>
                      <a:pt x="2093" y="566"/>
                    </a:lnTo>
                    <a:lnTo>
                      <a:pt x="2093" y="482"/>
                    </a:lnTo>
                    <a:lnTo>
                      <a:pt x="2177" y="398"/>
                    </a:lnTo>
                    <a:lnTo>
                      <a:pt x="2219" y="168"/>
                    </a:lnTo>
                    <a:lnTo>
                      <a:pt x="2156" y="105"/>
                    </a:lnTo>
                    <a:lnTo>
                      <a:pt x="2072" y="126"/>
                    </a:lnTo>
                    <a:lnTo>
                      <a:pt x="1988" y="84"/>
                    </a:lnTo>
                    <a:lnTo>
                      <a:pt x="1967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1" name="Google Shape;7715;p67">
                <a:extLst>
                  <a:ext uri="{FF2B5EF4-FFF2-40B4-BE49-F238E27FC236}">
                    <a16:creationId xmlns:a16="http://schemas.microsoft.com/office/drawing/2014/main" id="{6A660E25-61E8-F9F9-7612-40F51E44974A}"/>
                  </a:ext>
                </a:extLst>
              </p:cNvPr>
              <p:cNvSpPr/>
              <p:nvPr/>
            </p:nvSpPr>
            <p:spPr>
              <a:xfrm>
                <a:off x="2686125" y="1510800"/>
                <a:ext cx="62275" cy="87900"/>
              </a:xfrm>
              <a:custGeom>
                <a:avLst/>
                <a:gdLst/>
                <a:ahLst/>
                <a:cxnLst/>
                <a:rect l="l" t="t" r="r" b="b"/>
                <a:pathLst>
                  <a:path w="2491" h="3516" extrusionOk="0">
                    <a:moveTo>
                      <a:pt x="1026" y="0"/>
                    </a:moveTo>
                    <a:lnTo>
                      <a:pt x="921" y="63"/>
                    </a:lnTo>
                    <a:lnTo>
                      <a:pt x="879" y="147"/>
                    </a:lnTo>
                    <a:lnTo>
                      <a:pt x="754" y="230"/>
                    </a:lnTo>
                    <a:lnTo>
                      <a:pt x="733" y="335"/>
                    </a:lnTo>
                    <a:lnTo>
                      <a:pt x="607" y="481"/>
                    </a:lnTo>
                    <a:lnTo>
                      <a:pt x="607" y="586"/>
                    </a:lnTo>
                    <a:lnTo>
                      <a:pt x="712" y="649"/>
                    </a:lnTo>
                    <a:lnTo>
                      <a:pt x="754" y="586"/>
                    </a:lnTo>
                    <a:lnTo>
                      <a:pt x="879" y="565"/>
                    </a:lnTo>
                    <a:lnTo>
                      <a:pt x="921" y="628"/>
                    </a:lnTo>
                    <a:lnTo>
                      <a:pt x="775" y="753"/>
                    </a:lnTo>
                    <a:lnTo>
                      <a:pt x="649" y="837"/>
                    </a:lnTo>
                    <a:lnTo>
                      <a:pt x="545" y="984"/>
                    </a:lnTo>
                    <a:lnTo>
                      <a:pt x="545" y="1046"/>
                    </a:lnTo>
                    <a:lnTo>
                      <a:pt x="712" y="963"/>
                    </a:lnTo>
                    <a:lnTo>
                      <a:pt x="858" y="837"/>
                    </a:lnTo>
                    <a:lnTo>
                      <a:pt x="942" y="837"/>
                    </a:lnTo>
                    <a:lnTo>
                      <a:pt x="1026" y="774"/>
                    </a:lnTo>
                    <a:lnTo>
                      <a:pt x="1068" y="858"/>
                    </a:lnTo>
                    <a:lnTo>
                      <a:pt x="1047" y="984"/>
                    </a:lnTo>
                    <a:lnTo>
                      <a:pt x="963" y="984"/>
                    </a:lnTo>
                    <a:lnTo>
                      <a:pt x="838" y="1109"/>
                    </a:lnTo>
                    <a:lnTo>
                      <a:pt x="775" y="1193"/>
                    </a:lnTo>
                    <a:lnTo>
                      <a:pt x="838" y="1276"/>
                    </a:lnTo>
                    <a:lnTo>
                      <a:pt x="984" y="1256"/>
                    </a:lnTo>
                    <a:lnTo>
                      <a:pt x="1089" y="1297"/>
                    </a:lnTo>
                    <a:lnTo>
                      <a:pt x="963" y="1381"/>
                    </a:lnTo>
                    <a:lnTo>
                      <a:pt x="817" y="1465"/>
                    </a:lnTo>
                    <a:lnTo>
                      <a:pt x="712" y="1402"/>
                    </a:lnTo>
                    <a:lnTo>
                      <a:pt x="712" y="1486"/>
                    </a:lnTo>
                    <a:lnTo>
                      <a:pt x="838" y="1528"/>
                    </a:lnTo>
                    <a:lnTo>
                      <a:pt x="838" y="1590"/>
                    </a:lnTo>
                    <a:lnTo>
                      <a:pt x="649" y="1779"/>
                    </a:lnTo>
                    <a:lnTo>
                      <a:pt x="607" y="1779"/>
                    </a:lnTo>
                    <a:lnTo>
                      <a:pt x="545" y="1611"/>
                    </a:lnTo>
                    <a:lnTo>
                      <a:pt x="440" y="1569"/>
                    </a:lnTo>
                    <a:lnTo>
                      <a:pt x="335" y="1423"/>
                    </a:lnTo>
                    <a:lnTo>
                      <a:pt x="126" y="1528"/>
                    </a:lnTo>
                    <a:lnTo>
                      <a:pt x="126" y="1590"/>
                    </a:lnTo>
                    <a:lnTo>
                      <a:pt x="1" y="1800"/>
                    </a:lnTo>
                    <a:lnTo>
                      <a:pt x="105" y="1925"/>
                    </a:lnTo>
                    <a:lnTo>
                      <a:pt x="105" y="2051"/>
                    </a:lnTo>
                    <a:lnTo>
                      <a:pt x="189" y="2093"/>
                    </a:lnTo>
                    <a:lnTo>
                      <a:pt x="294" y="2009"/>
                    </a:lnTo>
                    <a:lnTo>
                      <a:pt x="356" y="2009"/>
                    </a:lnTo>
                    <a:lnTo>
                      <a:pt x="545" y="2051"/>
                    </a:lnTo>
                    <a:lnTo>
                      <a:pt x="733" y="2051"/>
                    </a:lnTo>
                    <a:lnTo>
                      <a:pt x="754" y="2113"/>
                    </a:lnTo>
                    <a:lnTo>
                      <a:pt x="942" y="2051"/>
                    </a:lnTo>
                    <a:lnTo>
                      <a:pt x="942" y="2134"/>
                    </a:lnTo>
                    <a:lnTo>
                      <a:pt x="838" y="2155"/>
                    </a:lnTo>
                    <a:lnTo>
                      <a:pt x="775" y="2239"/>
                    </a:lnTo>
                    <a:lnTo>
                      <a:pt x="817" y="2344"/>
                    </a:lnTo>
                    <a:lnTo>
                      <a:pt x="963" y="2323"/>
                    </a:lnTo>
                    <a:lnTo>
                      <a:pt x="1089" y="2427"/>
                    </a:lnTo>
                    <a:lnTo>
                      <a:pt x="1172" y="2616"/>
                    </a:lnTo>
                    <a:lnTo>
                      <a:pt x="1256" y="2616"/>
                    </a:lnTo>
                    <a:lnTo>
                      <a:pt x="1298" y="2657"/>
                    </a:lnTo>
                    <a:lnTo>
                      <a:pt x="1256" y="2741"/>
                    </a:lnTo>
                    <a:lnTo>
                      <a:pt x="1256" y="2867"/>
                    </a:lnTo>
                    <a:lnTo>
                      <a:pt x="1068" y="3201"/>
                    </a:lnTo>
                    <a:lnTo>
                      <a:pt x="1130" y="3390"/>
                    </a:lnTo>
                    <a:lnTo>
                      <a:pt x="1172" y="3494"/>
                    </a:lnTo>
                    <a:lnTo>
                      <a:pt x="1256" y="3494"/>
                    </a:lnTo>
                    <a:lnTo>
                      <a:pt x="1361" y="3473"/>
                    </a:lnTo>
                    <a:lnTo>
                      <a:pt x="1403" y="3515"/>
                    </a:lnTo>
                    <a:lnTo>
                      <a:pt x="1486" y="3515"/>
                    </a:lnTo>
                    <a:lnTo>
                      <a:pt x="1654" y="3411"/>
                    </a:lnTo>
                    <a:lnTo>
                      <a:pt x="1654" y="3348"/>
                    </a:lnTo>
                    <a:lnTo>
                      <a:pt x="1758" y="3285"/>
                    </a:lnTo>
                    <a:lnTo>
                      <a:pt x="1821" y="3160"/>
                    </a:lnTo>
                    <a:lnTo>
                      <a:pt x="1863" y="3034"/>
                    </a:lnTo>
                    <a:lnTo>
                      <a:pt x="1884" y="2846"/>
                    </a:lnTo>
                    <a:lnTo>
                      <a:pt x="1988" y="2678"/>
                    </a:lnTo>
                    <a:lnTo>
                      <a:pt x="1905" y="2657"/>
                    </a:lnTo>
                    <a:lnTo>
                      <a:pt x="1905" y="2574"/>
                    </a:lnTo>
                    <a:lnTo>
                      <a:pt x="1988" y="2532"/>
                    </a:lnTo>
                    <a:lnTo>
                      <a:pt x="2072" y="2365"/>
                    </a:lnTo>
                    <a:lnTo>
                      <a:pt x="2135" y="2365"/>
                    </a:lnTo>
                    <a:lnTo>
                      <a:pt x="2219" y="2260"/>
                    </a:lnTo>
                    <a:lnTo>
                      <a:pt x="2344" y="2197"/>
                    </a:lnTo>
                    <a:lnTo>
                      <a:pt x="2386" y="2030"/>
                    </a:lnTo>
                    <a:lnTo>
                      <a:pt x="2386" y="1925"/>
                    </a:lnTo>
                    <a:lnTo>
                      <a:pt x="2491" y="1841"/>
                    </a:lnTo>
                    <a:lnTo>
                      <a:pt x="2491" y="1800"/>
                    </a:lnTo>
                    <a:lnTo>
                      <a:pt x="2428" y="1695"/>
                    </a:lnTo>
                    <a:lnTo>
                      <a:pt x="2407" y="1569"/>
                    </a:lnTo>
                    <a:lnTo>
                      <a:pt x="2344" y="1569"/>
                    </a:lnTo>
                    <a:lnTo>
                      <a:pt x="2239" y="1507"/>
                    </a:lnTo>
                    <a:lnTo>
                      <a:pt x="2114" y="1507"/>
                    </a:lnTo>
                    <a:lnTo>
                      <a:pt x="2093" y="1465"/>
                    </a:lnTo>
                    <a:lnTo>
                      <a:pt x="2135" y="1360"/>
                    </a:lnTo>
                    <a:lnTo>
                      <a:pt x="2302" y="1276"/>
                    </a:lnTo>
                    <a:lnTo>
                      <a:pt x="2302" y="1193"/>
                    </a:lnTo>
                    <a:lnTo>
                      <a:pt x="2239" y="1109"/>
                    </a:lnTo>
                    <a:lnTo>
                      <a:pt x="2239" y="984"/>
                    </a:lnTo>
                    <a:lnTo>
                      <a:pt x="2281" y="879"/>
                    </a:lnTo>
                    <a:lnTo>
                      <a:pt x="2177" y="774"/>
                    </a:lnTo>
                    <a:lnTo>
                      <a:pt x="2093" y="774"/>
                    </a:lnTo>
                    <a:lnTo>
                      <a:pt x="1967" y="858"/>
                    </a:lnTo>
                    <a:lnTo>
                      <a:pt x="1779" y="900"/>
                    </a:lnTo>
                    <a:lnTo>
                      <a:pt x="1758" y="984"/>
                    </a:lnTo>
                    <a:lnTo>
                      <a:pt x="1675" y="1088"/>
                    </a:lnTo>
                    <a:lnTo>
                      <a:pt x="1591" y="1067"/>
                    </a:lnTo>
                    <a:lnTo>
                      <a:pt x="1570" y="963"/>
                    </a:lnTo>
                    <a:lnTo>
                      <a:pt x="1695" y="900"/>
                    </a:lnTo>
                    <a:lnTo>
                      <a:pt x="1758" y="837"/>
                    </a:lnTo>
                    <a:lnTo>
                      <a:pt x="1758" y="670"/>
                    </a:lnTo>
                    <a:lnTo>
                      <a:pt x="1800" y="460"/>
                    </a:lnTo>
                    <a:lnTo>
                      <a:pt x="1758" y="356"/>
                    </a:lnTo>
                    <a:lnTo>
                      <a:pt x="1695" y="272"/>
                    </a:lnTo>
                    <a:lnTo>
                      <a:pt x="1654" y="168"/>
                    </a:lnTo>
                    <a:lnTo>
                      <a:pt x="1507" y="105"/>
                    </a:lnTo>
                    <a:lnTo>
                      <a:pt x="1403" y="147"/>
                    </a:lnTo>
                    <a:lnTo>
                      <a:pt x="1277" y="105"/>
                    </a:lnTo>
                    <a:lnTo>
                      <a:pt x="1130" y="230"/>
                    </a:lnTo>
                    <a:lnTo>
                      <a:pt x="1047" y="209"/>
                    </a:lnTo>
                    <a:lnTo>
                      <a:pt x="1047" y="21"/>
                    </a:lnTo>
                    <a:lnTo>
                      <a:pt x="1026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2" name="Google Shape;7716;p67">
                <a:extLst>
                  <a:ext uri="{FF2B5EF4-FFF2-40B4-BE49-F238E27FC236}">
                    <a16:creationId xmlns:a16="http://schemas.microsoft.com/office/drawing/2014/main" id="{69B39A16-EB71-630B-273C-90ADF0DA1C1E}"/>
                  </a:ext>
                </a:extLst>
              </p:cNvPr>
              <p:cNvSpPr/>
              <p:nvPr/>
            </p:nvSpPr>
            <p:spPr>
              <a:xfrm>
                <a:off x="2799125" y="1455875"/>
                <a:ext cx="96775" cy="158525"/>
              </a:xfrm>
              <a:custGeom>
                <a:avLst/>
                <a:gdLst/>
                <a:ahLst/>
                <a:cxnLst/>
                <a:rect l="l" t="t" r="r" b="b"/>
                <a:pathLst>
                  <a:path w="3871" h="6341" extrusionOk="0">
                    <a:moveTo>
                      <a:pt x="2385" y="0"/>
                    </a:moveTo>
                    <a:lnTo>
                      <a:pt x="2385" y="126"/>
                    </a:lnTo>
                    <a:lnTo>
                      <a:pt x="2302" y="272"/>
                    </a:lnTo>
                    <a:lnTo>
                      <a:pt x="2385" y="356"/>
                    </a:lnTo>
                    <a:lnTo>
                      <a:pt x="2490" y="356"/>
                    </a:lnTo>
                    <a:lnTo>
                      <a:pt x="2595" y="314"/>
                    </a:lnTo>
                    <a:lnTo>
                      <a:pt x="2741" y="377"/>
                    </a:lnTo>
                    <a:lnTo>
                      <a:pt x="2783" y="460"/>
                    </a:lnTo>
                    <a:lnTo>
                      <a:pt x="2888" y="481"/>
                    </a:lnTo>
                    <a:lnTo>
                      <a:pt x="2888" y="565"/>
                    </a:lnTo>
                    <a:lnTo>
                      <a:pt x="2699" y="733"/>
                    </a:lnTo>
                    <a:lnTo>
                      <a:pt x="2616" y="733"/>
                    </a:lnTo>
                    <a:lnTo>
                      <a:pt x="2490" y="649"/>
                    </a:lnTo>
                    <a:lnTo>
                      <a:pt x="2385" y="649"/>
                    </a:lnTo>
                    <a:lnTo>
                      <a:pt x="2281" y="628"/>
                    </a:lnTo>
                    <a:lnTo>
                      <a:pt x="2281" y="628"/>
                    </a:lnTo>
                    <a:lnTo>
                      <a:pt x="2323" y="733"/>
                    </a:lnTo>
                    <a:lnTo>
                      <a:pt x="2406" y="753"/>
                    </a:lnTo>
                    <a:lnTo>
                      <a:pt x="2323" y="837"/>
                    </a:lnTo>
                    <a:lnTo>
                      <a:pt x="2218" y="858"/>
                    </a:lnTo>
                    <a:lnTo>
                      <a:pt x="2072" y="691"/>
                    </a:lnTo>
                    <a:lnTo>
                      <a:pt x="1904" y="774"/>
                    </a:lnTo>
                    <a:lnTo>
                      <a:pt x="1862" y="942"/>
                    </a:lnTo>
                    <a:lnTo>
                      <a:pt x="1779" y="1005"/>
                    </a:lnTo>
                    <a:lnTo>
                      <a:pt x="1779" y="1088"/>
                    </a:lnTo>
                    <a:lnTo>
                      <a:pt x="1883" y="1109"/>
                    </a:lnTo>
                    <a:lnTo>
                      <a:pt x="1904" y="1256"/>
                    </a:lnTo>
                    <a:lnTo>
                      <a:pt x="2051" y="1318"/>
                    </a:lnTo>
                    <a:lnTo>
                      <a:pt x="2051" y="1381"/>
                    </a:lnTo>
                    <a:lnTo>
                      <a:pt x="1946" y="1381"/>
                    </a:lnTo>
                    <a:lnTo>
                      <a:pt x="1946" y="1465"/>
                    </a:lnTo>
                    <a:lnTo>
                      <a:pt x="1988" y="1528"/>
                    </a:lnTo>
                    <a:lnTo>
                      <a:pt x="1988" y="1611"/>
                    </a:lnTo>
                    <a:lnTo>
                      <a:pt x="1904" y="1590"/>
                    </a:lnTo>
                    <a:lnTo>
                      <a:pt x="1841" y="1528"/>
                    </a:lnTo>
                    <a:lnTo>
                      <a:pt x="1695" y="1507"/>
                    </a:lnTo>
                    <a:lnTo>
                      <a:pt x="1590" y="1423"/>
                    </a:lnTo>
                    <a:lnTo>
                      <a:pt x="1528" y="1402"/>
                    </a:lnTo>
                    <a:lnTo>
                      <a:pt x="1423" y="1486"/>
                    </a:lnTo>
                    <a:lnTo>
                      <a:pt x="1381" y="1569"/>
                    </a:lnTo>
                    <a:lnTo>
                      <a:pt x="1465" y="1674"/>
                    </a:lnTo>
                    <a:lnTo>
                      <a:pt x="1423" y="1779"/>
                    </a:lnTo>
                    <a:lnTo>
                      <a:pt x="1360" y="1737"/>
                    </a:lnTo>
                    <a:lnTo>
                      <a:pt x="1360" y="1674"/>
                    </a:lnTo>
                    <a:lnTo>
                      <a:pt x="1276" y="1611"/>
                    </a:lnTo>
                    <a:lnTo>
                      <a:pt x="1151" y="1569"/>
                    </a:lnTo>
                    <a:lnTo>
                      <a:pt x="1109" y="1569"/>
                    </a:lnTo>
                    <a:lnTo>
                      <a:pt x="1025" y="1486"/>
                    </a:lnTo>
                    <a:lnTo>
                      <a:pt x="942" y="1465"/>
                    </a:lnTo>
                    <a:lnTo>
                      <a:pt x="921" y="1528"/>
                    </a:lnTo>
                    <a:lnTo>
                      <a:pt x="963" y="1674"/>
                    </a:lnTo>
                    <a:lnTo>
                      <a:pt x="963" y="1800"/>
                    </a:lnTo>
                    <a:lnTo>
                      <a:pt x="1004" y="1946"/>
                    </a:lnTo>
                    <a:lnTo>
                      <a:pt x="1109" y="2009"/>
                    </a:lnTo>
                    <a:lnTo>
                      <a:pt x="1235" y="2030"/>
                    </a:lnTo>
                    <a:lnTo>
                      <a:pt x="1276" y="2093"/>
                    </a:lnTo>
                    <a:lnTo>
                      <a:pt x="1256" y="2113"/>
                    </a:lnTo>
                    <a:lnTo>
                      <a:pt x="1130" y="2113"/>
                    </a:lnTo>
                    <a:lnTo>
                      <a:pt x="1256" y="2197"/>
                    </a:lnTo>
                    <a:lnTo>
                      <a:pt x="1318" y="2260"/>
                    </a:lnTo>
                    <a:lnTo>
                      <a:pt x="1423" y="2344"/>
                    </a:lnTo>
                    <a:lnTo>
                      <a:pt x="1548" y="2344"/>
                    </a:lnTo>
                    <a:lnTo>
                      <a:pt x="1632" y="2260"/>
                    </a:lnTo>
                    <a:lnTo>
                      <a:pt x="1674" y="2260"/>
                    </a:lnTo>
                    <a:lnTo>
                      <a:pt x="1674" y="2344"/>
                    </a:lnTo>
                    <a:lnTo>
                      <a:pt x="1590" y="2427"/>
                    </a:lnTo>
                    <a:lnTo>
                      <a:pt x="1548" y="2616"/>
                    </a:lnTo>
                    <a:lnTo>
                      <a:pt x="1486" y="2616"/>
                    </a:lnTo>
                    <a:lnTo>
                      <a:pt x="1339" y="2469"/>
                    </a:lnTo>
                    <a:lnTo>
                      <a:pt x="1025" y="2427"/>
                    </a:lnTo>
                    <a:lnTo>
                      <a:pt x="921" y="2260"/>
                    </a:lnTo>
                    <a:lnTo>
                      <a:pt x="837" y="2239"/>
                    </a:lnTo>
                    <a:lnTo>
                      <a:pt x="795" y="2155"/>
                    </a:lnTo>
                    <a:lnTo>
                      <a:pt x="753" y="2155"/>
                    </a:lnTo>
                    <a:lnTo>
                      <a:pt x="712" y="2302"/>
                    </a:lnTo>
                    <a:lnTo>
                      <a:pt x="712" y="2344"/>
                    </a:lnTo>
                    <a:lnTo>
                      <a:pt x="649" y="2406"/>
                    </a:lnTo>
                    <a:lnTo>
                      <a:pt x="712" y="2574"/>
                    </a:lnTo>
                    <a:lnTo>
                      <a:pt x="628" y="2637"/>
                    </a:lnTo>
                    <a:lnTo>
                      <a:pt x="544" y="2616"/>
                    </a:lnTo>
                    <a:lnTo>
                      <a:pt x="544" y="2762"/>
                    </a:lnTo>
                    <a:lnTo>
                      <a:pt x="502" y="2783"/>
                    </a:lnTo>
                    <a:lnTo>
                      <a:pt x="502" y="3034"/>
                    </a:lnTo>
                    <a:lnTo>
                      <a:pt x="586" y="3097"/>
                    </a:lnTo>
                    <a:lnTo>
                      <a:pt x="732" y="3097"/>
                    </a:lnTo>
                    <a:lnTo>
                      <a:pt x="837" y="3160"/>
                    </a:lnTo>
                    <a:lnTo>
                      <a:pt x="942" y="3139"/>
                    </a:lnTo>
                    <a:lnTo>
                      <a:pt x="942" y="3181"/>
                    </a:lnTo>
                    <a:lnTo>
                      <a:pt x="858" y="3243"/>
                    </a:lnTo>
                    <a:lnTo>
                      <a:pt x="753" y="3181"/>
                    </a:lnTo>
                    <a:lnTo>
                      <a:pt x="586" y="3181"/>
                    </a:lnTo>
                    <a:lnTo>
                      <a:pt x="523" y="3160"/>
                    </a:lnTo>
                    <a:lnTo>
                      <a:pt x="419" y="3181"/>
                    </a:lnTo>
                    <a:lnTo>
                      <a:pt x="272" y="3369"/>
                    </a:lnTo>
                    <a:lnTo>
                      <a:pt x="230" y="3473"/>
                    </a:lnTo>
                    <a:lnTo>
                      <a:pt x="314" y="3557"/>
                    </a:lnTo>
                    <a:lnTo>
                      <a:pt x="293" y="3599"/>
                    </a:lnTo>
                    <a:lnTo>
                      <a:pt x="209" y="3620"/>
                    </a:lnTo>
                    <a:lnTo>
                      <a:pt x="209" y="3725"/>
                    </a:lnTo>
                    <a:lnTo>
                      <a:pt x="293" y="3787"/>
                    </a:lnTo>
                    <a:lnTo>
                      <a:pt x="335" y="3725"/>
                    </a:lnTo>
                    <a:lnTo>
                      <a:pt x="502" y="3725"/>
                    </a:lnTo>
                    <a:lnTo>
                      <a:pt x="586" y="3662"/>
                    </a:lnTo>
                    <a:lnTo>
                      <a:pt x="628" y="3704"/>
                    </a:lnTo>
                    <a:lnTo>
                      <a:pt x="628" y="3787"/>
                    </a:lnTo>
                    <a:lnTo>
                      <a:pt x="523" y="3808"/>
                    </a:lnTo>
                    <a:lnTo>
                      <a:pt x="440" y="3913"/>
                    </a:lnTo>
                    <a:lnTo>
                      <a:pt x="502" y="3976"/>
                    </a:lnTo>
                    <a:lnTo>
                      <a:pt x="586" y="3976"/>
                    </a:lnTo>
                    <a:lnTo>
                      <a:pt x="691" y="3892"/>
                    </a:lnTo>
                    <a:lnTo>
                      <a:pt x="753" y="3892"/>
                    </a:lnTo>
                    <a:lnTo>
                      <a:pt x="858" y="3808"/>
                    </a:lnTo>
                    <a:lnTo>
                      <a:pt x="858" y="3871"/>
                    </a:lnTo>
                    <a:lnTo>
                      <a:pt x="816" y="3934"/>
                    </a:lnTo>
                    <a:lnTo>
                      <a:pt x="858" y="3976"/>
                    </a:lnTo>
                    <a:lnTo>
                      <a:pt x="1046" y="3976"/>
                    </a:lnTo>
                    <a:lnTo>
                      <a:pt x="1067" y="4018"/>
                    </a:lnTo>
                    <a:lnTo>
                      <a:pt x="963" y="4038"/>
                    </a:lnTo>
                    <a:lnTo>
                      <a:pt x="963" y="4122"/>
                    </a:lnTo>
                    <a:lnTo>
                      <a:pt x="1067" y="4143"/>
                    </a:lnTo>
                    <a:lnTo>
                      <a:pt x="1172" y="4122"/>
                    </a:lnTo>
                    <a:lnTo>
                      <a:pt x="1318" y="4206"/>
                    </a:lnTo>
                    <a:lnTo>
                      <a:pt x="1590" y="4290"/>
                    </a:lnTo>
                    <a:lnTo>
                      <a:pt x="1632" y="4331"/>
                    </a:lnTo>
                    <a:lnTo>
                      <a:pt x="1381" y="4310"/>
                    </a:lnTo>
                    <a:lnTo>
                      <a:pt x="1276" y="4331"/>
                    </a:lnTo>
                    <a:lnTo>
                      <a:pt x="1130" y="4227"/>
                    </a:lnTo>
                    <a:lnTo>
                      <a:pt x="963" y="4290"/>
                    </a:lnTo>
                    <a:lnTo>
                      <a:pt x="963" y="4352"/>
                    </a:lnTo>
                    <a:lnTo>
                      <a:pt x="1130" y="4415"/>
                    </a:lnTo>
                    <a:lnTo>
                      <a:pt x="1339" y="4436"/>
                    </a:lnTo>
                    <a:lnTo>
                      <a:pt x="1569" y="4436"/>
                    </a:lnTo>
                    <a:lnTo>
                      <a:pt x="1653" y="4499"/>
                    </a:lnTo>
                    <a:lnTo>
                      <a:pt x="1423" y="4541"/>
                    </a:lnTo>
                    <a:lnTo>
                      <a:pt x="1339" y="4520"/>
                    </a:lnTo>
                    <a:lnTo>
                      <a:pt x="1109" y="4499"/>
                    </a:lnTo>
                    <a:lnTo>
                      <a:pt x="942" y="4457"/>
                    </a:lnTo>
                    <a:lnTo>
                      <a:pt x="900" y="4394"/>
                    </a:lnTo>
                    <a:lnTo>
                      <a:pt x="753" y="4352"/>
                    </a:lnTo>
                    <a:lnTo>
                      <a:pt x="607" y="4206"/>
                    </a:lnTo>
                    <a:lnTo>
                      <a:pt x="544" y="4248"/>
                    </a:lnTo>
                    <a:lnTo>
                      <a:pt x="481" y="4331"/>
                    </a:lnTo>
                    <a:lnTo>
                      <a:pt x="293" y="4352"/>
                    </a:lnTo>
                    <a:lnTo>
                      <a:pt x="209" y="4415"/>
                    </a:lnTo>
                    <a:lnTo>
                      <a:pt x="188" y="4624"/>
                    </a:lnTo>
                    <a:lnTo>
                      <a:pt x="314" y="4729"/>
                    </a:lnTo>
                    <a:lnTo>
                      <a:pt x="314" y="4854"/>
                    </a:lnTo>
                    <a:lnTo>
                      <a:pt x="272" y="4917"/>
                    </a:lnTo>
                    <a:lnTo>
                      <a:pt x="188" y="4729"/>
                    </a:lnTo>
                    <a:lnTo>
                      <a:pt x="126" y="4729"/>
                    </a:lnTo>
                    <a:lnTo>
                      <a:pt x="63" y="4980"/>
                    </a:lnTo>
                    <a:lnTo>
                      <a:pt x="84" y="5126"/>
                    </a:lnTo>
                    <a:lnTo>
                      <a:pt x="168" y="5147"/>
                    </a:lnTo>
                    <a:lnTo>
                      <a:pt x="188" y="5126"/>
                    </a:lnTo>
                    <a:lnTo>
                      <a:pt x="272" y="5126"/>
                    </a:lnTo>
                    <a:lnTo>
                      <a:pt x="335" y="5252"/>
                    </a:lnTo>
                    <a:lnTo>
                      <a:pt x="419" y="5273"/>
                    </a:lnTo>
                    <a:lnTo>
                      <a:pt x="335" y="5294"/>
                    </a:lnTo>
                    <a:lnTo>
                      <a:pt x="272" y="5336"/>
                    </a:lnTo>
                    <a:lnTo>
                      <a:pt x="188" y="5231"/>
                    </a:lnTo>
                    <a:lnTo>
                      <a:pt x="21" y="5252"/>
                    </a:lnTo>
                    <a:lnTo>
                      <a:pt x="0" y="5461"/>
                    </a:lnTo>
                    <a:lnTo>
                      <a:pt x="63" y="5503"/>
                    </a:lnTo>
                    <a:lnTo>
                      <a:pt x="126" y="5482"/>
                    </a:lnTo>
                    <a:lnTo>
                      <a:pt x="84" y="5566"/>
                    </a:lnTo>
                    <a:lnTo>
                      <a:pt x="84" y="5817"/>
                    </a:lnTo>
                    <a:lnTo>
                      <a:pt x="168" y="5754"/>
                    </a:lnTo>
                    <a:lnTo>
                      <a:pt x="230" y="5775"/>
                    </a:lnTo>
                    <a:lnTo>
                      <a:pt x="230" y="5963"/>
                    </a:lnTo>
                    <a:lnTo>
                      <a:pt x="398" y="6005"/>
                    </a:lnTo>
                    <a:lnTo>
                      <a:pt x="628" y="6173"/>
                    </a:lnTo>
                    <a:lnTo>
                      <a:pt x="732" y="6110"/>
                    </a:lnTo>
                    <a:lnTo>
                      <a:pt x="795" y="6005"/>
                    </a:lnTo>
                    <a:lnTo>
                      <a:pt x="753" y="5922"/>
                    </a:lnTo>
                    <a:lnTo>
                      <a:pt x="921" y="5922"/>
                    </a:lnTo>
                    <a:lnTo>
                      <a:pt x="942" y="6026"/>
                    </a:lnTo>
                    <a:lnTo>
                      <a:pt x="921" y="6131"/>
                    </a:lnTo>
                    <a:lnTo>
                      <a:pt x="942" y="6235"/>
                    </a:lnTo>
                    <a:lnTo>
                      <a:pt x="1004" y="6214"/>
                    </a:lnTo>
                    <a:lnTo>
                      <a:pt x="1067" y="5963"/>
                    </a:lnTo>
                    <a:lnTo>
                      <a:pt x="1067" y="5712"/>
                    </a:lnTo>
                    <a:lnTo>
                      <a:pt x="1130" y="5566"/>
                    </a:lnTo>
                    <a:lnTo>
                      <a:pt x="1256" y="5440"/>
                    </a:lnTo>
                    <a:lnTo>
                      <a:pt x="1318" y="5294"/>
                    </a:lnTo>
                    <a:lnTo>
                      <a:pt x="1318" y="5461"/>
                    </a:lnTo>
                    <a:lnTo>
                      <a:pt x="1172" y="5670"/>
                    </a:lnTo>
                    <a:lnTo>
                      <a:pt x="1151" y="5817"/>
                    </a:lnTo>
                    <a:lnTo>
                      <a:pt x="1172" y="5922"/>
                    </a:lnTo>
                    <a:lnTo>
                      <a:pt x="1130" y="6131"/>
                    </a:lnTo>
                    <a:lnTo>
                      <a:pt x="1172" y="6235"/>
                    </a:lnTo>
                    <a:lnTo>
                      <a:pt x="1151" y="6319"/>
                    </a:lnTo>
                    <a:lnTo>
                      <a:pt x="1214" y="6340"/>
                    </a:lnTo>
                    <a:lnTo>
                      <a:pt x="1256" y="6298"/>
                    </a:lnTo>
                    <a:lnTo>
                      <a:pt x="1339" y="6173"/>
                    </a:lnTo>
                    <a:lnTo>
                      <a:pt x="1528" y="5984"/>
                    </a:lnTo>
                    <a:lnTo>
                      <a:pt x="1590" y="5691"/>
                    </a:lnTo>
                    <a:lnTo>
                      <a:pt x="1674" y="5650"/>
                    </a:lnTo>
                    <a:lnTo>
                      <a:pt x="1674" y="5754"/>
                    </a:lnTo>
                    <a:lnTo>
                      <a:pt x="1632" y="5880"/>
                    </a:lnTo>
                    <a:lnTo>
                      <a:pt x="1632" y="5963"/>
                    </a:lnTo>
                    <a:lnTo>
                      <a:pt x="1737" y="5984"/>
                    </a:lnTo>
                    <a:lnTo>
                      <a:pt x="1862" y="5859"/>
                    </a:lnTo>
                    <a:lnTo>
                      <a:pt x="1946" y="5775"/>
                    </a:lnTo>
                    <a:lnTo>
                      <a:pt x="1946" y="5670"/>
                    </a:lnTo>
                    <a:lnTo>
                      <a:pt x="1841" y="5650"/>
                    </a:lnTo>
                    <a:lnTo>
                      <a:pt x="1841" y="5608"/>
                    </a:lnTo>
                    <a:lnTo>
                      <a:pt x="1946" y="5566"/>
                    </a:lnTo>
                    <a:lnTo>
                      <a:pt x="1946" y="5398"/>
                    </a:lnTo>
                    <a:lnTo>
                      <a:pt x="1904" y="5336"/>
                    </a:lnTo>
                    <a:lnTo>
                      <a:pt x="1904" y="5231"/>
                    </a:lnTo>
                    <a:lnTo>
                      <a:pt x="2072" y="5126"/>
                    </a:lnTo>
                    <a:lnTo>
                      <a:pt x="2113" y="4938"/>
                    </a:lnTo>
                    <a:lnTo>
                      <a:pt x="2218" y="4875"/>
                    </a:lnTo>
                    <a:lnTo>
                      <a:pt x="2281" y="4813"/>
                    </a:lnTo>
                    <a:lnTo>
                      <a:pt x="2281" y="4917"/>
                    </a:lnTo>
                    <a:lnTo>
                      <a:pt x="2281" y="4959"/>
                    </a:lnTo>
                    <a:lnTo>
                      <a:pt x="2197" y="4980"/>
                    </a:lnTo>
                    <a:lnTo>
                      <a:pt x="2113" y="5168"/>
                    </a:lnTo>
                    <a:lnTo>
                      <a:pt x="2051" y="5294"/>
                    </a:lnTo>
                    <a:lnTo>
                      <a:pt x="2009" y="5461"/>
                    </a:lnTo>
                    <a:lnTo>
                      <a:pt x="2072" y="5566"/>
                    </a:lnTo>
                    <a:lnTo>
                      <a:pt x="2092" y="5691"/>
                    </a:lnTo>
                    <a:lnTo>
                      <a:pt x="2155" y="5650"/>
                    </a:lnTo>
                    <a:lnTo>
                      <a:pt x="2260" y="5461"/>
                    </a:lnTo>
                    <a:lnTo>
                      <a:pt x="2469" y="5273"/>
                    </a:lnTo>
                    <a:lnTo>
                      <a:pt x="2532" y="5147"/>
                    </a:lnTo>
                    <a:lnTo>
                      <a:pt x="2532" y="4980"/>
                    </a:lnTo>
                    <a:lnTo>
                      <a:pt x="2616" y="4875"/>
                    </a:lnTo>
                    <a:lnTo>
                      <a:pt x="2699" y="4854"/>
                    </a:lnTo>
                    <a:lnTo>
                      <a:pt x="2699" y="4917"/>
                    </a:lnTo>
                    <a:lnTo>
                      <a:pt x="2678" y="4959"/>
                    </a:lnTo>
                    <a:lnTo>
                      <a:pt x="2678" y="5085"/>
                    </a:lnTo>
                    <a:lnTo>
                      <a:pt x="2741" y="5064"/>
                    </a:lnTo>
                    <a:lnTo>
                      <a:pt x="2888" y="4875"/>
                    </a:lnTo>
                    <a:lnTo>
                      <a:pt x="2971" y="4875"/>
                    </a:lnTo>
                    <a:lnTo>
                      <a:pt x="3139" y="4917"/>
                    </a:lnTo>
                    <a:lnTo>
                      <a:pt x="3327" y="4854"/>
                    </a:lnTo>
                    <a:lnTo>
                      <a:pt x="3432" y="4834"/>
                    </a:lnTo>
                    <a:lnTo>
                      <a:pt x="3494" y="4750"/>
                    </a:lnTo>
                    <a:lnTo>
                      <a:pt x="3620" y="4729"/>
                    </a:lnTo>
                    <a:lnTo>
                      <a:pt x="3662" y="4624"/>
                    </a:lnTo>
                    <a:lnTo>
                      <a:pt x="3662" y="4541"/>
                    </a:lnTo>
                    <a:lnTo>
                      <a:pt x="3683" y="4457"/>
                    </a:lnTo>
                    <a:lnTo>
                      <a:pt x="3620" y="4394"/>
                    </a:lnTo>
                    <a:lnTo>
                      <a:pt x="3662" y="4227"/>
                    </a:lnTo>
                    <a:lnTo>
                      <a:pt x="3662" y="3976"/>
                    </a:lnTo>
                    <a:lnTo>
                      <a:pt x="3620" y="3976"/>
                    </a:lnTo>
                    <a:lnTo>
                      <a:pt x="3536" y="4122"/>
                    </a:lnTo>
                    <a:lnTo>
                      <a:pt x="3411" y="4290"/>
                    </a:lnTo>
                    <a:lnTo>
                      <a:pt x="3348" y="4290"/>
                    </a:lnTo>
                    <a:lnTo>
                      <a:pt x="3348" y="4206"/>
                    </a:lnTo>
                    <a:lnTo>
                      <a:pt x="3432" y="4101"/>
                    </a:lnTo>
                    <a:lnTo>
                      <a:pt x="3536" y="4018"/>
                    </a:lnTo>
                    <a:lnTo>
                      <a:pt x="3557" y="3934"/>
                    </a:lnTo>
                    <a:lnTo>
                      <a:pt x="3432" y="3829"/>
                    </a:lnTo>
                    <a:lnTo>
                      <a:pt x="3411" y="3725"/>
                    </a:lnTo>
                    <a:lnTo>
                      <a:pt x="3348" y="3725"/>
                    </a:lnTo>
                    <a:lnTo>
                      <a:pt x="3306" y="3766"/>
                    </a:lnTo>
                    <a:lnTo>
                      <a:pt x="3264" y="3829"/>
                    </a:lnTo>
                    <a:lnTo>
                      <a:pt x="3201" y="3787"/>
                    </a:lnTo>
                    <a:lnTo>
                      <a:pt x="3097" y="3808"/>
                    </a:lnTo>
                    <a:lnTo>
                      <a:pt x="3013" y="3871"/>
                    </a:lnTo>
                    <a:lnTo>
                      <a:pt x="2909" y="3829"/>
                    </a:lnTo>
                    <a:lnTo>
                      <a:pt x="2950" y="3787"/>
                    </a:lnTo>
                    <a:lnTo>
                      <a:pt x="3222" y="3683"/>
                    </a:lnTo>
                    <a:lnTo>
                      <a:pt x="3327" y="3662"/>
                    </a:lnTo>
                    <a:lnTo>
                      <a:pt x="3536" y="3453"/>
                    </a:lnTo>
                    <a:lnTo>
                      <a:pt x="3578" y="3390"/>
                    </a:lnTo>
                    <a:lnTo>
                      <a:pt x="3725" y="3160"/>
                    </a:lnTo>
                    <a:lnTo>
                      <a:pt x="3766" y="2971"/>
                    </a:lnTo>
                    <a:lnTo>
                      <a:pt x="3725" y="2950"/>
                    </a:lnTo>
                    <a:lnTo>
                      <a:pt x="3641" y="2971"/>
                    </a:lnTo>
                    <a:lnTo>
                      <a:pt x="3578" y="3034"/>
                    </a:lnTo>
                    <a:lnTo>
                      <a:pt x="3536" y="2950"/>
                    </a:lnTo>
                    <a:lnTo>
                      <a:pt x="3578" y="2888"/>
                    </a:lnTo>
                    <a:lnTo>
                      <a:pt x="3641" y="2846"/>
                    </a:lnTo>
                    <a:lnTo>
                      <a:pt x="3725" y="2867"/>
                    </a:lnTo>
                    <a:lnTo>
                      <a:pt x="3766" y="2783"/>
                    </a:lnTo>
                    <a:lnTo>
                      <a:pt x="3766" y="2657"/>
                    </a:lnTo>
                    <a:lnTo>
                      <a:pt x="3871" y="2553"/>
                    </a:lnTo>
                    <a:lnTo>
                      <a:pt x="3871" y="2427"/>
                    </a:lnTo>
                    <a:lnTo>
                      <a:pt x="3850" y="2365"/>
                    </a:lnTo>
                    <a:lnTo>
                      <a:pt x="3850" y="2302"/>
                    </a:lnTo>
                    <a:lnTo>
                      <a:pt x="3745" y="2260"/>
                    </a:lnTo>
                    <a:lnTo>
                      <a:pt x="3641" y="2302"/>
                    </a:lnTo>
                    <a:lnTo>
                      <a:pt x="3494" y="2553"/>
                    </a:lnTo>
                    <a:lnTo>
                      <a:pt x="3494" y="2678"/>
                    </a:lnTo>
                    <a:lnTo>
                      <a:pt x="3557" y="2762"/>
                    </a:lnTo>
                    <a:lnTo>
                      <a:pt x="3473" y="2846"/>
                    </a:lnTo>
                    <a:lnTo>
                      <a:pt x="3432" y="2888"/>
                    </a:lnTo>
                    <a:lnTo>
                      <a:pt x="3369" y="2867"/>
                    </a:lnTo>
                    <a:lnTo>
                      <a:pt x="3411" y="2825"/>
                    </a:lnTo>
                    <a:lnTo>
                      <a:pt x="3348" y="2762"/>
                    </a:lnTo>
                    <a:lnTo>
                      <a:pt x="3348" y="2657"/>
                    </a:lnTo>
                    <a:lnTo>
                      <a:pt x="3453" y="2448"/>
                    </a:lnTo>
                    <a:lnTo>
                      <a:pt x="3432" y="2344"/>
                    </a:lnTo>
                    <a:lnTo>
                      <a:pt x="3453" y="2302"/>
                    </a:lnTo>
                    <a:lnTo>
                      <a:pt x="3473" y="2323"/>
                    </a:lnTo>
                    <a:lnTo>
                      <a:pt x="3557" y="2302"/>
                    </a:lnTo>
                    <a:lnTo>
                      <a:pt x="3536" y="2134"/>
                    </a:lnTo>
                    <a:lnTo>
                      <a:pt x="3453" y="2030"/>
                    </a:lnTo>
                    <a:lnTo>
                      <a:pt x="3348" y="2030"/>
                    </a:lnTo>
                    <a:lnTo>
                      <a:pt x="3222" y="2051"/>
                    </a:lnTo>
                    <a:lnTo>
                      <a:pt x="3160" y="2155"/>
                    </a:lnTo>
                    <a:lnTo>
                      <a:pt x="3139" y="2113"/>
                    </a:lnTo>
                    <a:lnTo>
                      <a:pt x="3118" y="2051"/>
                    </a:lnTo>
                    <a:lnTo>
                      <a:pt x="3139" y="1904"/>
                    </a:lnTo>
                    <a:lnTo>
                      <a:pt x="3055" y="1737"/>
                    </a:lnTo>
                    <a:lnTo>
                      <a:pt x="3097" y="1507"/>
                    </a:lnTo>
                    <a:lnTo>
                      <a:pt x="3097" y="1318"/>
                    </a:lnTo>
                    <a:lnTo>
                      <a:pt x="3139" y="1193"/>
                    </a:lnTo>
                    <a:lnTo>
                      <a:pt x="3160" y="1005"/>
                    </a:lnTo>
                    <a:lnTo>
                      <a:pt x="3139" y="858"/>
                    </a:lnTo>
                    <a:lnTo>
                      <a:pt x="3243" y="670"/>
                    </a:lnTo>
                    <a:lnTo>
                      <a:pt x="3243" y="523"/>
                    </a:lnTo>
                    <a:lnTo>
                      <a:pt x="3139" y="419"/>
                    </a:lnTo>
                    <a:lnTo>
                      <a:pt x="3118" y="272"/>
                    </a:lnTo>
                    <a:lnTo>
                      <a:pt x="2950" y="147"/>
                    </a:lnTo>
                    <a:lnTo>
                      <a:pt x="2909" y="63"/>
                    </a:lnTo>
                    <a:lnTo>
                      <a:pt x="2741" y="0"/>
                    </a:lnTo>
                    <a:lnTo>
                      <a:pt x="2699" y="21"/>
                    </a:lnTo>
                    <a:lnTo>
                      <a:pt x="2699" y="105"/>
                    </a:lnTo>
                    <a:lnTo>
                      <a:pt x="2678" y="126"/>
                    </a:lnTo>
                    <a:lnTo>
                      <a:pt x="2511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3" name="Google Shape;7717;p67">
                <a:extLst>
                  <a:ext uri="{FF2B5EF4-FFF2-40B4-BE49-F238E27FC236}">
                    <a16:creationId xmlns:a16="http://schemas.microsoft.com/office/drawing/2014/main" id="{CE023E22-A2E0-A3A1-C362-216A5094D519}"/>
                  </a:ext>
                </a:extLst>
              </p:cNvPr>
              <p:cNvSpPr/>
              <p:nvPr/>
            </p:nvSpPr>
            <p:spPr>
              <a:xfrm>
                <a:off x="2744725" y="1557875"/>
                <a:ext cx="36625" cy="48150"/>
              </a:xfrm>
              <a:custGeom>
                <a:avLst/>
                <a:gdLst/>
                <a:ahLst/>
                <a:cxnLst/>
                <a:rect l="l" t="t" r="r" b="b"/>
                <a:pathLst>
                  <a:path w="1465" h="1926" extrusionOk="0">
                    <a:moveTo>
                      <a:pt x="711" y="0"/>
                    </a:moveTo>
                    <a:lnTo>
                      <a:pt x="586" y="105"/>
                    </a:lnTo>
                    <a:lnTo>
                      <a:pt x="502" y="168"/>
                    </a:lnTo>
                    <a:lnTo>
                      <a:pt x="502" y="356"/>
                    </a:lnTo>
                    <a:lnTo>
                      <a:pt x="419" y="419"/>
                    </a:lnTo>
                    <a:lnTo>
                      <a:pt x="356" y="377"/>
                    </a:lnTo>
                    <a:lnTo>
                      <a:pt x="272" y="544"/>
                    </a:lnTo>
                    <a:lnTo>
                      <a:pt x="272" y="733"/>
                    </a:lnTo>
                    <a:lnTo>
                      <a:pt x="188" y="837"/>
                    </a:lnTo>
                    <a:lnTo>
                      <a:pt x="272" y="963"/>
                    </a:lnTo>
                    <a:lnTo>
                      <a:pt x="147" y="963"/>
                    </a:lnTo>
                    <a:lnTo>
                      <a:pt x="167" y="1005"/>
                    </a:lnTo>
                    <a:lnTo>
                      <a:pt x="272" y="1088"/>
                    </a:lnTo>
                    <a:lnTo>
                      <a:pt x="398" y="1256"/>
                    </a:lnTo>
                    <a:lnTo>
                      <a:pt x="377" y="1360"/>
                    </a:lnTo>
                    <a:lnTo>
                      <a:pt x="356" y="1360"/>
                    </a:lnTo>
                    <a:lnTo>
                      <a:pt x="209" y="1256"/>
                    </a:lnTo>
                    <a:lnTo>
                      <a:pt x="84" y="1256"/>
                    </a:lnTo>
                    <a:lnTo>
                      <a:pt x="63" y="1318"/>
                    </a:lnTo>
                    <a:lnTo>
                      <a:pt x="0" y="1402"/>
                    </a:lnTo>
                    <a:lnTo>
                      <a:pt x="105" y="1465"/>
                    </a:lnTo>
                    <a:lnTo>
                      <a:pt x="147" y="1590"/>
                    </a:lnTo>
                    <a:lnTo>
                      <a:pt x="188" y="1632"/>
                    </a:lnTo>
                    <a:lnTo>
                      <a:pt x="105" y="1737"/>
                    </a:lnTo>
                    <a:lnTo>
                      <a:pt x="105" y="1883"/>
                    </a:lnTo>
                    <a:lnTo>
                      <a:pt x="251" y="1821"/>
                    </a:lnTo>
                    <a:lnTo>
                      <a:pt x="272" y="1737"/>
                    </a:lnTo>
                    <a:lnTo>
                      <a:pt x="356" y="1737"/>
                    </a:lnTo>
                    <a:lnTo>
                      <a:pt x="377" y="1883"/>
                    </a:lnTo>
                    <a:lnTo>
                      <a:pt x="460" y="1883"/>
                    </a:lnTo>
                    <a:lnTo>
                      <a:pt x="607" y="1842"/>
                    </a:lnTo>
                    <a:lnTo>
                      <a:pt x="711" y="1883"/>
                    </a:lnTo>
                    <a:lnTo>
                      <a:pt x="837" y="1779"/>
                    </a:lnTo>
                    <a:lnTo>
                      <a:pt x="900" y="1821"/>
                    </a:lnTo>
                    <a:lnTo>
                      <a:pt x="900" y="1925"/>
                    </a:lnTo>
                    <a:lnTo>
                      <a:pt x="983" y="1925"/>
                    </a:lnTo>
                    <a:lnTo>
                      <a:pt x="1025" y="1883"/>
                    </a:lnTo>
                    <a:lnTo>
                      <a:pt x="1235" y="1737"/>
                    </a:lnTo>
                    <a:lnTo>
                      <a:pt x="1235" y="1632"/>
                    </a:lnTo>
                    <a:lnTo>
                      <a:pt x="1214" y="1465"/>
                    </a:lnTo>
                    <a:lnTo>
                      <a:pt x="1151" y="1465"/>
                    </a:lnTo>
                    <a:lnTo>
                      <a:pt x="1109" y="1402"/>
                    </a:lnTo>
                    <a:lnTo>
                      <a:pt x="1193" y="1360"/>
                    </a:lnTo>
                    <a:lnTo>
                      <a:pt x="1297" y="1381"/>
                    </a:lnTo>
                    <a:lnTo>
                      <a:pt x="1339" y="1298"/>
                    </a:lnTo>
                    <a:lnTo>
                      <a:pt x="1465" y="1214"/>
                    </a:lnTo>
                    <a:lnTo>
                      <a:pt x="1423" y="984"/>
                    </a:lnTo>
                    <a:lnTo>
                      <a:pt x="1360" y="900"/>
                    </a:lnTo>
                    <a:lnTo>
                      <a:pt x="1360" y="837"/>
                    </a:lnTo>
                    <a:lnTo>
                      <a:pt x="1235" y="837"/>
                    </a:lnTo>
                    <a:lnTo>
                      <a:pt x="1193" y="691"/>
                    </a:lnTo>
                    <a:lnTo>
                      <a:pt x="1193" y="649"/>
                    </a:lnTo>
                    <a:lnTo>
                      <a:pt x="1130" y="586"/>
                    </a:lnTo>
                    <a:lnTo>
                      <a:pt x="1109" y="482"/>
                    </a:lnTo>
                    <a:lnTo>
                      <a:pt x="1046" y="461"/>
                    </a:lnTo>
                    <a:lnTo>
                      <a:pt x="1004" y="377"/>
                    </a:lnTo>
                    <a:lnTo>
                      <a:pt x="1025" y="272"/>
                    </a:lnTo>
                    <a:lnTo>
                      <a:pt x="983" y="168"/>
                    </a:lnTo>
                    <a:lnTo>
                      <a:pt x="83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4" name="Google Shape;7718;p67">
                <a:extLst>
                  <a:ext uri="{FF2B5EF4-FFF2-40B4-BE49-F238E27FC236}">
                    <a16:creationId xmlns:a16="http://schemas.microsoft.com/office/drawing/2014/main" id="{46DBA8BD-6428-99C4-77BC-5F757FB14080}"/>
                  </a:ext>
                </a:extLst>
              </p:cNvPr>
              <p:cNvSpPr/>
              <p:nvPr/>
            </p:nvSpPr>
            <p:spPr>
              <a:xfrm>
                <a:off x="2789175" y="1410350"/>
                <a:ext cx="386600" cy="302375"/>
              </a:xfrm>
              <a:custGeom>
                <a:avLst/>
                <a:gdLst/>
                <a:ahLst/>
                <a:cxnLst/>
                <a:rect l="l" t="t" r="r" b="b"/>
                <a:pathLst>
                  <a:path w="15464" h="12095" extrusionOk="0">
                    <a:moveTo>
                      <a:pt x="9625" y="1"/>
                    </a:moveTo>
                    <a:lnTo>
                      <a:pt x="9521" y="105"/>
                    </a:lnTo>
                    <a:lnTo>
                      <a:pt x="9416" y="105"/>
                    </a:lnTo>
                    <a:lnTo>
                      <a:pt x="9353" y="168"/>
                    </a:lnTo>
                    <a:lnTo>
                      <a:pt x="9416" y="252"/>
                    </a:lnTo>
                    <a:lnTo>
                      <a:pt x="9521" y="273"/>
                    </a:lnTo>
                    <a:lnTo>
                      <a:pt x="9584" y="315"/>
                    </a:lnTo>
                    <a:lnTo>
                      <a:pt x="9458" y="315"/>
                    </a:lnTo>
                    <a:lnTo>
                      <a:pt x="9395" y="377"/>
                    </a:lnTo>
                    <a:lnTo>
                      <a:pt x="9458" y="461"/>
                    </a:lnTo>
                    <a:lnTo>
                      <a:pt x="9584" y="566"/>
                    </a:lnTo>
                    <a:lnTo>
                      <a:pt x="9563" y="629"/>
                    </a:lnTo>
                    <a:lnTo>
                      <a:pt x="9521" y="691"/>
                    </a:lnTo>
                    <a:lnTo>
                      <a:pt x="9625" y="796"/>
                    </a:lnTo>
                    <a:lnTo>
                      <a:pt x="9709" y="817"/>
                    </a:lnTo>
                    <a:lnTo>
                      <a:pt x="9709" y="880"/>
                    </a:lnTo>
                    <a:lnTo>
                      <a:pt x="9605" y="901"/>
                    </a:lnTo>
                    <a:lnTo>
                      <a:pt x="9605" y="942"/>
                    </a:lnTo>
                    <a:lnTo>
                      <a:pt x="9395" y="712"/>
                    </a:lnTo>
                    <a:lnTo>
                      <a:pt x="9353" y="712"/>
                    </a:lnTo>
                    <a:lnTo>
                      <a:pt x="9312" y="796"/>
                    </a:lnTo>
                    <a:lnTo>
                      <a:pt x="9312" y="901"/>
                    </a:lnTo>
                    <a:lnTo>
                      <a:pt x="9270" y="880"/>
                    </a:lnTo>
                    <a:lnTo>
                      <a:pt x="9249" y="691"/>
                    </a:lnTo>
                    <a:lnTo>
                      <a:pt x="9270" y="566"/>
                    </a:lnTo>
                    <a:lnTo>
                      <a:pt x="9186" y="419"/>
                    </a:lnTo>
                    <a:lnTo>
                      <a:pt x="9186" y="273"/>
                    </a:lnTo>
                    <a:lnTo>
                      <a:pt x="9123" y="210"/>
                    </a:lnTo>
                    <a:lnTo>
                      <a:pt x="9081" y="252"/>
                    </a:lnTo>
                    <a:lnTo>
                      <a:pt x="8956" y="147"/>
                    </a:lnTo>
                    <a:lnTo>
                      <a:pt x="8872" y="105"/>
                    </a:lnTo>
                    <a:lnTo>
                      <a:pt x="8851" y="252"/>
                    </a:lnTo>
                    <a:lnTo>
                      <a:pt x="8872" y="461"/>
                    </a:lnTo>
                    <a:lnTo>
                      <a:pt x="8851" y="670"/>
                    </a:lnTo>
                    <a:lnTo>
                      <a:pt x="8893" y="817"/>
                    </a:lnTo>
                    <a:lnTo>
                      <a:pt x="8935" y="984"/>
                    </a:lnTo>
                    <a:lnTo>
                      <a:pt x="8935" y="1047"/>
                    </a:lnTo>
                    <a:lnTo>
                      <a:pt x="8935" y="1193"/>
                    </a:lnTo>
                    <a:lnTo>
                      <a:pt x="8872" y="1235"/>
                    </a:lnTo>
                    <a:lnTo>
                      <a:pt x="8830" y="1131"/>
                    </a:lnTo>
                    <a:lnTo>
                      <a:pt x="8788" y="984"/>
                    </a:lnTo>
                    <a:lnTo>
                      <a:pt x="8747" y="901"/>
                    </a:lnTo>
                    <a:lnTo>
                      <a:pt x="8747" y="775"/>
                    </a:lnTo>
                    <a:lnTo>
                      <a:pt x="8726" y="629"/>
                    </a:lnTo>
                    <a:lnTo>
                      <a:pt x="8684" y="482"/>
                    </a:lnTo>
                    <a:lnTo>
                      <a:pt x="8475" y="357"/>
                    </a:lnTo>
                    <a:lnTo>
                      <a:pt x="8412" y="357"/>
                    </a:lnTo>
                    <a:lnTo>
                      <a:pt x="8370" y="482"/>
                    </a:lnTo>
                    <a:lnTo>
                      <a:pt x="8349" y="524"/>
                    </a:lnTo>
                    <a:lnTo>
                      <a:pt x="8370" y="691"/>
                    </a:lnTo>
                    <a:lnTo>
                      <a:pt x="8558" y="817"/>
                    </a:lnTo>
                    <a:lnTo>
                      <a:pt x="8558" y="901"/>
                    </a:lnTo>
                    <a:lnTo>
                      <a:pt x="8370" y="880"/>
                    </a:lnTo>
                    <a:lnTo>
                      <a:pt x="8328" y="838"/>
                    </a:lnTo>
                    <a:lnTo>
                      <a:pt x="8244" y="838"/>
                    </a:lnTo>
                    <a:lnTo>
                      <a:pt x="8161" y="921"/>
                    </a:lnTo>
                    <a:lnTo>
                      <a:pt x="8244" y="1131"/>
                    </a:lnTo>
                    <a:lnTo>
                      <a:pt x="8224" y="1193"/>
                    </a:lnTo>
                    <a:lnTo>
                      <a:pt x="8077" y="1235"/>
                    </a:lnTo>
                    <a:lnTo>
                      <a:pt x="8035" y="1340"/>
                    </a:lnTo>
                    <a:lnTo>
                      <a:pt x="7952" y="1403"/>
                    </a:lnTo>
                    <a:lnTo>
                      <a:pt x="7910" y="1319"/>
                    </a:lnTo>
                    <a:lnTo>
                      <a:pt x="7910" y="1214"/>
                    </a:lnTo>
                    <a:lnTo>
                      <a:pt x="7847" y="1214"/>
                    </a:lnTo>
                    <a:lnTo>
                      <a:pt x="7784" y="1361"/>
                    </a:lnTo>
                    <a:lnTo>
                      <a:pt x="7700" y="1403"/>
                    </a:lnTo>
                    <a:lnTo>
                      <a:pt x="7680" y="1131"/>
                    </a:lnTo>
                    <a:lnTo>
                      <a:pt x="7700" y="984"/>
                    </a:lnTo>
                    <a:lnTo>
                      <a:pt x="7700" y="921"/>
                    </a:lnTo>
                    <a:lnTo>
                      <a:pt x="7491" y="838"/>
                    </a:lnTo>
                    <a:lnTo>
                      <a:pt x="7470" y="775"/>
                    </a:lnTo>
                    <a:lnTo>
                      <a:pt x="7533" y="691"/>
                    </a:lnTo>
                    <a:lnTo>
                      <a:pt x="7554" y="608"/>
                    </a:lnTo>
                    <a:lnTo>
                      <a:pt x="7470" y="566"/>
                    </a:lnTo>
                    <a:lnTo>
                      <a:pt x="7261" y="524"/>
                    </a:lnTo>
                    <a:lnTo>
                      <a:pt x="7219" y="482"/>
                    </a:lnTo>
                    <a:lnTo>
                      <a:pt x="7073" y="524"/>
                    </a:lnTo>
                    <a:lnTo>
                      <a:pt x="7031" y="629"/>
                    </a:lnTo>
                    <a:lnTo>
                      <a:pt x="7115" y="712"/>
                    </a:lnTo>
                    <a:lnTo>
                      <a:pt x="7115" y="921"/>
                    </a:lnTo>
                    <a:lnTo>
                      <a:pt x="7073" y="984"/>
                    </a:lnTo>
                    <a:lnTo>
                      <a:pt x="6968" y="942"/>
                    </a:lnTo>
                    <a:lnTo>
                      <a:pt x="6864" y="984"/>
                    </a:lnTo>
                    <a:lnTo>
                      <a:pt x="6780" y="901"/>
                    </a:lnTo>
                    <a:lnTo>
                      <a:pt x="6654" y="901"/>
                    </a:lnTo>
                    <a:lnTo>
                      <a:pt x="6633" y="1026"/>
                    </a:lnTo>
                    <a:lnTo>
                      <a:pt x="6675" y="1089"/>
                    </a:lnTo>
                    <a:lnTo>
                      <a:pt x="6738" y="1193"/>
                    </a:lnTo>
                    <a:lnTo>
                      <a:pt x="6801" y="1256"/>
                    </a:lnTo>
                    <a:lnTo>
                      <a:pt x="6801" y="1403"/>
                    </a:lnTo>
                    <a:lnTo>
                      <a:pt x="6864" y="1465"/>
                    </a:lnTo>
                    <a:lnTo>
                      <a:pt x="6905" y="1465"/>
                    </a:lnTo>
                    <a:lnTo>
                      <a:pt x="7010" y="1633"/>
                    </a:lnTo>
                    <a:lnTo>
                      <a:pt x="7010" y="1779"/>
                    </a:lnTo>
                    <a:lnTo>
                      <a:pt x="6968" y="1842"/>
                    </a:lnTo>
                    <a:lnTo>
                      <a:pt x="6989" y="1717"/>
                    </a:lnTo>
                    <a:lnTo>
                      <a:pt x="6947" y="1717"/>
                    </a:lnTo>
                    <a:lnTo>
                      <a:pt x="6843" y="1842"/>
                    </a:lnTo>
                    <a:lnTo>
                      <a:pt x="6780" y="1758"/>
                    </a:lnTo>
                    <a:lnTo>
                      <a:pt x="6780" y="1654"/>
                    </a:lnTo>
                    <a:lnTo>
                      <a:pt x="6801" y="1633"/>
                    </a:lnTo>
                    <a:lnTo>
                      <a:pt x="6780" y="1549"/>
                    </a:lnTo>
                    <a:lnTo>
                      <a:pt x="6738" y="1612"/>
                    </a:lnTo>
                    <a:lnTo>
                      <a:pt x="6654" y="1612"/>
                    </a:lnTo>
                    <a:lnTo>
                      <a:pt x="6654" y="1758"/>
                    </a:lnTo>
                    <a:lnTo>
                      <a:pt x="6592" y="1842"/>
                    </a:lnTo>
                    <a:lnTo>
                      <a:pt x="6571" y="1758"/>
                    </a:lnTo>
                    <a:lnTo>
                      <a:pt x="6508" y="1675"/>
                    </a:lnTo>
                    <a:lnTo>
                      <a:pt x="6550" y="1570"/>
                    </a:lnTo>
                    <a:lnTo>
                      <a:pt x="6550" y="1424"/>
                    </a:lnTo>
                    <a:lnTo>
                      <a:pt x="6445" y="1298"/>
                    </a:lnTo>
                    <a:lnTo>
                      <a:pt x="6382" y="1298"/>
                    </a:lnTo>
                    <a:lnTo>
                      <a:pt x="6257" y="1465"/>
                    </a:lnTo>
                    <a:lnTo>
                      <a:pt x="6215" y="1507"/>
                    </a:lnTo>
                    <a:lnTo>
                      <a:pt x="6215" y="1633"/>
                    </a:lnTo>
                    <a:lnTo>
                      <a:pt x="6257" y="1717"/>
                    </a:lnTo>
                    <a:lnTo>
                      <a:pt x="6215" y="1758"/>
                    </a:lnTo>
                    <a:lnTo>
                      <a:pt x="6131" y="1675"/>
                    </a:lnTo>
                    <a:lnTo>
                      <a:pt x="6152" y="1612"/>
                    </a:lnTo>
                    <a:lnTo>
                      <a:pt x="6110" y="1528"/>
                    </a:lnTo>
                    <a:lnTo>
                      <a:pt x="6131" y="1424"/>
                    </a:lnTo>
                    <a:lnTo>
                      <a:pt x="6110" y="1298"/>
                    </a:lnTo>
                    <a:lnTo>
                      <a:pt x="5985" y="1235"/>
                    </a:lnTo>
                    <a:lnTo>
                      <a:pt x="5985" y="1089"/>
                    </a:lnTo>
                    <a:lnTo>
                      <a:pt x="5985" y="984"/>
                    </a:lnTo>
                    <a:lnTo>
                      <a:pt x="5943" y="984"/>
                    </a:lnTo>
                    <a:lnTo>
                      <a:pt x="5796" y="1110"/>
                    </a:lnTo>
                    <a:lnTo>
                      <a:pt x="5713" y="1131"/>
                    </a:lnTo>
                    <a:lnTo>
                      <a:pt x="5692" y="1256"/>
                    </a:lnTo>
                    <a:lnTo>
                      <a:pt x="5713" y="1340"/>
                    </a:lnTo>
                    <a:lnTo>
                      <a:pt x="5692" y="1403"/>
                    </a:lnTo>
                    <a:lnTo>
                      <a:pt x="5692" y="1465"/>
                    </a:lnTo>
                    <a:lnTo>
                      <a:pt x="5608" y="1528"/>
                    </a:lnTo>
                    <a:lnTo>
                      <a:pt x="5608" y="1445"/>
                    </a:lnTo>
                    <a:lnTo>
                      <a:pt x="5629" y="1403"/>
                    </a:lnTo>
                    <a:lnTo>
                      <a:pt x="5608" y="1340"/>
                    </a:lnTo>
                    <a:lnTo>
                      <a:pt x="5524" y="1424"/>
                    </a:lnTo>
                    <a:lnTo>
                      <a:pt x="5462" y="1570"/>
                    </a:lnTo>
                    <a:lnTo>
                      <a:pt x="5399" y="1612"/>
                    </a:lnTo>
                    <a:lnTo>
                      <a:pt x="5399" y="1340"/>
                    </a:lnTo>
                    <a:lnTo>
                      <a:pt x="5420" y="1256"/>
                    </a:lnTo>
                    <a:lnTo>
                      <a:pt x="5420" y="1193"/>
                    </a:lnTo>
                    <a:lnTo>
                      <a:pt x="5336" y="1152"/>
                    </a:lnTo>
                    <a:lnTo>
                      <a:pt x="5273" y="1214"/>
                    </a:lnTo>
                    <a:lnTo>
                      <a:pt x="5022" y="1214"/>
                    </a:lnTo>
                    <a:lnTo>
                      <a:pt x="4876" y="1319"/>
                    </a:lnTo>
                    <a:lnTo>
                      <a:pt x="4771" y="1298"/>
                    </a:lnTo>
                    <a:lnTo>
                      <a:pt x="4646" y="1361"/>
                    </a:lnTo>
                    <a:lnTo>
                      <a:pt x="4583" y="1465"/>
                    </a:lnTo>
                    <a:lnTo>
                      <a:pt x="4457" y="1465"/>
                    </a:lnTo>
                    <a:lnTo>
                      <a:pt x="4353" y="1528"/>
                    </a:lnTo>
                    <a:lnTo>
                      <a:pt x="4332" y="1654"/>
                    </a:lnTo>
                    <a:lnTo>
                      <a:pt x="4248" y="1612"/>
                    </a:lnTo>
                    <a:lnTo>
                      <a:pt x="4227" y="1633"/>
                    </a:lnTo>
                    <a:lnTo>
                      <a:pt x="4248" y="1737"/>
                    </a:lnTo>
                    <a:lnTo>
                      <a:pt x="4290" y="1758"/>
                    </a:lnTo>
                    <a:lnTo>
                      <a:pt x="4269" y="1863"/>
                    </a:lnTo>
                    <a:lnTo>
                      <a:pt x="4290" y="1968"/>
                    </a:lnTo>
                    <a:lnTo>
                      <a:pt x="4415" y="1947"/>
                    </a:lnTo>
                    <a:lnTo>
                      <a:pt x="4478" y="1863"/>
                    </a:lnTo>
                    <a:lnTo>
                      <a:pt x="4478" y="1779"/>
                    </a:lnTo>
                    <a:lnTo>
                      <a:pt x="4604" y="1758"/>
                    </a:lnTo>
                    <a:lnTo>
                      <a:pt x="4667" y="1717"/>
                    </a:lnTo>
                    <a:lnTo>
                      <a:pt x="4708" y="1675"/>
                    </a:lnTo>
                    <a:lnTo>
                      <a:pt x="4750" y="1821"/>
                    </a:lnTo>
                    <a:lnTo>
                      <a:pt x="4813" y="1758"/>
                    </a:lnTo>
                    <a:lnTo>
                      <a:pt x="4855" y="1654"/>
                    </a:lnTo>
                    <a:lnTo>
                      <a:pt x="4897" y="1633"/>
                    </a:lnTo>
                    <a:lnTo>
                      <a:pt x="4876" y="1779"/>
                    </a:lnTo>
                    <a:lnTo>
                      <a:pt x="4918" y="1842"/>
                    </a:lnTo>
                    <a:lnTo>
                      <a:pt x="5064" y="1842"/>
                    </a:lnTo>
                    <a:lnTo>
                      <a:pt x="4939" y="1884"/>
                    </a:lnTo>
                    <a:lnTo>
                      <a:pt x="4771" y="1926"/>
                    </a:lnTo>
                    <a:lnTo>
                      <a:pt x="4604" y="2051"/>
                    </a:lnTo>
                    <a:lnTo>
                      <a:pt x="4478" y="2093"/>
                    </a:lnTo>
                    <a:lnTo>
                      <a:pt x="4499" y="2198"/>
                    </a:lnTo>
                    <a:lnTo>
                      <a:pt x="4499" y="2281"/>
                    </a:lnTo>
                    <a:lnTo>
                      <a:pt x="4583" y="2281"/>
                    </a:lnTo>
                    <a:lnTo>
                      <a:pt x="4667" y="2198"/>
                    </a:lnTo>
                    <a:lnTo>
                      <a:pt x="4771" y="2198"/>
                    </a:lnTo>
                    <a:lnTo>
                      <a:pt x="4918" y="2156"/>
                    </a:lnTo>
                    <a:lnTo>
                      <a:pt x="5127" y="2135"/>
                    </a:lnTo>
                    <a:lnTo>
                      <a:pt x="5378" y="2072"/>
                    </a:lnTo>
                    <a:lnTo>
                      <a:pt x="5420" y="2135"/>
                    </a:lnTo>
                    <a:lnTo>
                      <a:pt x="5420" y="2198"/>
                    </a:lnTo>
                    <a:lnTo>
                      <a:pt x="5336" y="2240"/>
                    </a:lnTo>
                    <a:lnTo>
                      <a:pt x="5273" y="2177"/>
                    </a:lnTo>
                    <a:lnTo>
                      <a:pt x="5169" y="2177"/>
                    </a:lnTo>
                    <a:lnTo>
                      <a:pt x="5064" y="2261"/>
                    </a:lnTo>
                    <a:lnTo>
                      <a:pt x="4876" y="2261"/>
                    </a:lnTo>
                    <a:lnTo>
                      <a:pt x="4708" y="2386"/>
                    </a:lnTo>
                    <a:lnTo>
                      <a:pt x="4562" y="2386"/>
                    </a:lnTo>
                    <a:lnTo>
                      <a:pt x="4541" y="2449"/>
                    </a:lnTo>
                    <a:lnTo>
                      <a:pt x="4604" y="2554"/>
                    </a:lnTo>
                    <a:lnTo>
                      <a:pt x="4708" y="2554"/>
                    </a:lnTo>
                    <a:lnTo>
                      <a:pt x="4813" y="2616"/>
                    </a:lnTo>
                    <a:lnTo>
                      <a:pt x="4750" y="2658"/>
                    </a:lnTo>
                    <a:lnTo>
                      <a:pt x="4562" y="2658"/>
                    </a:lnTo>
                    <a:lnTo>
                      <a:pt x="4478" y="2574"/>
                    </a:lnTo>
                    <a:lnTo>
                      <a:pt x="4415" y="2574"/>
                    </a:lnTo>
                    <a:lnTo>
                      <a:pt x="4353" y="2616"/>
                    </a:lnTo>
                    <a:lnTo>
                      <a:pt x="4353" y="2763"/>
                    </a:lnTo>
                    <a:lnTo>
                      <a:pt x="4290" y="2826"/>
                    </a:lnTo>
                    <a:lnTo>
                      <a:pt x="4332" y="2909"/>
                    </a:lnTo>
                    <a:lnTo>
                      <a:pt x="4415" y="2972"/>
                    </a:lnTo>
                    <a:lnTo>
                      <a:pt x="4562" y="2909"/>
                    </a:lnTo>
                    <a:lnTo>
                      <a:pt x="4750" y="3014"/>
                    </a:lnTo>
                    <a:lnTo>
                      <a:pt x="4897" y="2993"/>
                    </a:lnTo>
                    <a:lnTo>
                      <a:pt x="4918" y="3035"/>
                    </a:lnTo>
                    <a:lnTo>
                      <a:pt x="5022" y="3035"/>
                    </a:lnTo>
                    <a:lnTo>
                      <a:pt x="5169" y="3139"/>
                    </a:lnTo>
                    <a:lnTo>
                      <a:pt x="5231" y="3139"/>
                    </a:lnTo>
                    <a:lnTo>
                      <a:pt x="5315" y="3118"/>
                    </a:lnTo>
                    <a:lnTo>
                      <a:pt x="5462" y="3139"/>
                    </a:lnTo>
                    <a:lnTo>
                      <a:pt x="5545" y="3139"/>
                    </a:lnTo>
                    <a:lnTo>
                      <a:pt x="5713" y="3035"/>
                    </a:lnTo>
                    <a:lnTo>
                      <a:pt x="5943" y="3035"/>
                    </a:lnTo>
                    <a:lnTo>
                      <a:pt x="6110" y="3014"/>
                    </a:lnTo>
                    <a:lnTo>
                      <a:pt x="6173" y="2972"/>
                    </a:lnTo>
                    <a:lnTo>
                      <a:pt x="6236" y="2930"/>
                    </a:lnTo>
                    <a:lnTo>
                      <a:pt x="6320" y="2930"/>
                    </a:lnTo>
                    <a:lnTo>
                      <a:pt x="6320" y="2993"/>
                    </a:lnTo>
                    <a:lnTo>
                      <a:pt x="6278" y="3077"/>
                    </a:lnTo>
                    <a:lnTo>
                      <a:pt x="6068" y="3098"/>
                    </a:lnTo>
                    <a:lnTo>
                      <a:pt x="5838" y="3139"/>
                    </a:lnTo>
                    <a:lnTo>
                      <a:pt x="5755" y="3202"/>
                    </a:lnTo>
                    <a:lnTo>
                      <a:pt x="5650" y="3223"/>
                    </a:lnTo>
                    <a:lnTo>
                      <a:pt x="5629" y="3244"/>
                    </a:lnTo>
                    <a:lnTo>
                      <a:pt x="5462" y="3223"/>
                    </a:lnTo>
                    <a:lnTo>
                      <a:pt x="5336" y="3286"/>
                    </a:lnTo>
                    <a:lnTo>
                      <a:pt x="5231" y="3286"/>
                    </a:lnTo>
                    <a:lnTo>
                      <a:pt x="5190" y="3223"/>
                    </a:lnTo>
                    <a:lnTo>
                      <a:pt x="5085" y="3223"/>
                    </a:lnTo>
                    <a:lnTo>
                      <a:pt x="4897" y="3118"/>
                    </a:lnTo>
                    <a:lnTo>
                      <a:pt x="4562" y="3118"/>
                    </a:lnTo>
                    <a:lnTo>
                      <a:pt x="4499" y="3077"/>
                    </a:lnTo>
                    <a:lnTo>
                      <a:pt x="4374" y="3098"/>
                    </a:lnTo>
                    <a:lnTo>
                      <a:pt x="4269" y="3077"/>
                    </a:lnTo>
                    <a:lnTo>
                      <a:pt x="4227" y="3118"/>
                    </a:lnTo>
                    <a:lnTo>
                      <a:pt x="4248" y="3286"/>
                    </a:lnTo>
                    <a:lnTo>
                      <a:pt x="4290" y="3328"/>
                    </a:lnTo>
                    <a:lnTo>
                      <a:pt x="4290" y="3516"/>
                    </a:lnTo>
                    <a:lnTo>
                      <a:pt x="4353" y="3642"/>
                    </a:lnTo>
                    <a:lnTo>
                      <a:pt x="4395" y="3704"/>
                    </a:lnTo>
                    <a:lnTo>
                      <a:pt x="4478" y="3725"/>
                    </a:lnTo>
                    <a:lnTo>
                      <a:pt x="4646" y="3934"/>
                    </a:lnTo>
                    <a:lnTo>
                      <a:pt x="4708" y="3976"/>
                    </a:lnTo>
                    <a:lnTo>
                      <a:pt x="4771" y="3955"/>
                    </a:lnTo>
                    <a:lnTo>
                      <a:pt x="4897" y="3767"/>
                    </a:lnTo>
                    <a:lnTo>
                      <a:pt x="5106" y="3662"/>
                    </a:lnTo>
                    <a:lnTo>
                      <a:pt x="5315" y="3537"/>
                    </a:lnTo>
                    <a:lnTo>
                      <a:pt x="5441" y="3432"/>
                    </a:lnTo>
                    <a:lnTo>
                      <a:pt x="5503" y="3349"/>
                    </a:lnTo>
                    <a:lnTo>
                      <a:pt x="5545" y="3349"/>
                    </a:lnTo>
                    <a:lnTo>
                      <a:pt x="5817" y="3411"/>
                    </a:lnTo>
                    <a:lnTo>
                      <a:pt x="6027" y="3390"/>
                    </a:lnTo>
                    <a:lnTo>
                      <a:pt x="6173" y="3390"/>
                    </a:lnTo>
                    <a:lnTo>
                      <a:pt x="6320" y="3495"/>
                    </a:lnTo>
                    <a:lnTo>
                      <a:pt x="6571" y="3516"/>
                    </a:lnTo>
                    <a:lnTo>
                      <a:pt x="6780" y="3516"/>
                    </a:lnTo>
                    <a:lnTo>
                      <a:pt x="6864" y="3558"/>
                    </a:lnTo>
                    <a:lnTo>
                      <a:pt x="6843" y="3600"/>
                    </a:lnTo>
                    <a:lnTo>
                      <a:pt x="6654" y="3621"/>
                    </a:lnTo>
                    <a:lnTo>
                      <a:pt x="6550" y="3600"/>
                    </a:lnTo>
                    <a:lnTo>
                      <a:pt x="6361" y="3558"/>
                    </a:lnTo>
                    <a:lnTo>
                      <a:pt x="6152" y="3453"/>
                    </a:lnTo>
                    <a:lnTo>
                      <a:pt x="6047" y="3453"/>
                    </a:lnTo>
                    <a:lnTo>
                      <a:pt x="5964" y="3495"/>
                    </a:lnTo>
                    <a:lnTo>
                      <a:pt x="5734" y="3453"/>
                    </a:lnTo>
                    <a:lnTo>
                      <a:pt x="5608" y="3432"/>
                    </a:lnTo>
                    <a:lnTo>
                      <a:pt x="5545" y="3516"/>
                    </a:lnTo>
                    <a:lnTo>
                      <a:pt x="5399" y="3600"/>
                    </a:lnTo>
                    <a:lnTo>
                      <a:pt x="5294" y="3725"/>
                    </a:lnTo>
                    <a:lnTo>
                      <a:pt x="5106" y="3830"/>
                    </a:lnTo>
                    <a:lnTo>
                      <a:pt x="5022" y="3976"/>
                    </a:lnTo>
                    <a:lnTo>
                      <a:pt x="4939" y="4060"/>
                    </a:lnTo>
                    <a:lnTo>
                      <a:pt x="4918" y="4123"/>
                    </a:lnTo>
                    <a:lnTo>
                      <a:pt x="5064" y="4227"/>
                    </a:lnTo>
                    <a:lnTo>
                      <a:pt x="5190" y="4227"/>
                    </a:lnTo>
                    <a:lnTo>
                      <a:pt x="5190" y="4290"/>
                    </a:lnTo>
                    <a:lnTo>
                      <a:pt x="5294" y="4395"/>
                    </a:lnTo>
                    <a:lnTo>
                      <a:pt x="5503" y="4395"/>
                    </a:lnTo>
                    <a:lnTo>
                      <a:pt x="5755" y="4478"/>
                    </a:lnTo>
                    <a:lnTo>
                      <a:pt x="5943" y="4478"/>
                    </a:lnTo>
                    <a:lnTo>
                      <a:pt x="6110" y="4332"/>
                    </a:lnTo>
                    <a:lnTo>
                      <a:pt x="6131" y="4144"/>
                    </a:lnTo>
                    <a:lnTo>
                      <a:pt x="6278" y="4081"/>
                    </a:lnTo>
                    <a:lnTo>
                      <a:pt x="6382" y="4123"/>
                    </a:lnTo>
                    <a:lnTo>
                      <a:pt x="6257" y="4165"/>
                    </a:lnTo>
                    <a:lnTo>
                      <a:pt x="6257" y="4269"/>
                    </a:lnTo>
                    <a:lnTo>
                      <a:pt x="6361" y="4290"/>
                    </a:lnTo>
                    <a:lnTo>
                      <a:pt x="6508" y="4248"/>
                    </a:lnTo>
                    <a:lnTo>
                      <a:pt x="6654" y="4269"/>
                    </a:lnTo>
                    <a:lnTo>
                      <a:pt x="6780" y="4186"/>
                    </a:lnTo>
                    <a:lnTo>
                      <a:pt x="6884" y="4227"/>
                    </a:lnTo>
                    <a:lnTo>
                      <a:pt x="6780" y="4332"/>
                    </a:lnTo>
                    <a:lnTo>
                      <a:pt x="6571" y="4353"/>
                    </a:lnTo>
                    <a:lnTo>
                      <a:pt x="6466" y="4374"/>
                    </a:lnTo>
                    <a:lnTo>
                      <a:pt x="6320" y="4374"/>
                    </a:lnTo>
                    <a:lnTo>
                      <a:pt x="6152" y="4541"/>
                    </a:lnTo>
                    <a:lnTo>
                      <a:pt x="6173" y="4604"/>
                    </a:lnTo>
                    <a:lnTo>
                      <a:pt x="6257" y="4646"/>
                    </a:lnTo>
                    <a:lnTo>
                      <a:pt x="6445" y="4604"/>
                    </a:lnTo>
                    <a:lnTo>
                      <a:pt x="6571" y="4771"/>
                    </a:lnTo>
                    <a:lnTo>
                      <a:pt x="7010" y="4771"/>
                    </a:lnTo>
                    <a:lnTo>
                      <a:pt x="7156" y="4750"/>
                    </a:lnTo>
                    <a:lnTo>
                      <a:pt x="7554" y="4583"/>
                    </a:lnTo>
                    <a:lnTo>
                      <a:pt x="7680" y="4562"/>
                    </a:lnTo>
                    <a:lnTo>
                      <a:pt x="7889" y="4395"/>
                    </a:lnTo>
                    <a:lnTo>
                      <a:pt x="7847" y="4353"/>
                    </a:lnTo>
                    <a:lnTo>
                      <a:pt x="7805" y="4353"/>
                    </a:lnTo>
                    <a:lnTo>
                      <a:pt x="7952" y="4165"/>
                    </a:lnTo>
                    <a:lnTo>
                      <a:pt x="8056" y="4165"/>
                    </a:lnTo>
                    <a:lnTo>
                      <a:pt x="8140" y="4039"/>
                    </a:lnTo>
                    <a:lnTo>
                      <a:pt x="8161" y="4060"/>
                    </a:lnTo>
                    <a:lnTo>
                      <a:pt x="8224" y="4165"/>
                    </a:lnTo>
                    <a:lnTo>
                      <a:pt x="8265" y="4165"/>
                    </a:lnTo>
                    <a:lnTo>
                      <a:pt x="8265" y="4060"/>
                    </a:lnTo>
                    <a:lnTo>
                      <a:pt x="8579" y="3830"/>
                    </a:lnTo>
                    <a:lnTo>
                      <a:pt x="8788" y="3809"/>
                    </a:lnTo>
                    <a:lnTo>
                      <a:pt x="9123" y="3662"/>
                    </a:lnTo>
                    <a:lnTo>
                      <a:pt x="9123" y="3746"/>
                    </a:lnTo>
                    <a:lnTo>
                      <a:pt x="8851" y="3872"/>
                    </a:lnTo>
                    <a:lnTo>
                      <a:pt x="8684" y="3872"/>
                    </a:lnTo>
                    <a:lnTo>
                      <a:pt x="8370" y="4060"/>
                    </a:lnTo>
                    <a:lnTo>
                      <a:pt x="8328" y="4227"/>
                    </a:lnTo>
                    <a:lnTo>
                      <a:pt x="8203" y="4332"/>
                    </a:lnTo>
                    <a:lnTo>
                      <a:pt x="8056" y="4332"/>
                    </a:lnTo>
                    <a:lnTo>
                      <a:pt x="8014" y="4478"/>
                    </a:lnTo>
                    <a:lnTo>
                      <a:pt x="7952" y="4541"/>
                    </a:lnTo>
                    <a:lnTo>
                      <a:pt x="7952" y="4583"/>
                    </a:lnTo>
                    <a:lnTo>
                      <a:pt x="8244" y="4562"/>
                    </a:lnTo>
                    <a:lnTo>
                      <a:pt x="8328" y="4604"/>
                    </a:lnTo>
                    <a:lnTo>
                      <a:pt x="8454" y="4604"/>
                    </a:lnTo>
                    <a:lnTo>
                      <a:pt x="8579" y="4688"/>
                    </a:lnTo>
                    <a:lnTo>
                      <a:pt x="8558" y="4750"/>
                    </a:lnTo>
                    <a:lnTo>
                      <a:pt x="8663" y="4792"/>
                    </a:lnTo>
                    <a:lnTo>
                      <a:pt x="8747" y="4792"/>
                    </a:lnTo>
                    <a:lnTo>
                      <a:pt x="8788" y="4855"/>
                    </a:lnTo>
                    <a:lnTo>
                      <a:pt x="8663" y="4876"/>
                    </a:lnTo>
                    <a:lnTo>
                      <a:pt x="8558" y="4918"/>
                    </a:lnTo>
                    <a:lnTo>
                      <a:pt x="8433" y="4813"/>
                    </a:lnTo>
                    <a:lnTo>
                      <a:pt x="8224" y="4750"/>
                    </a:lnTo>
                    <a:lnTo>
                      <a:pt x="7952" y="4771"/>
                    </a:lnTo>
                    <a:lnTo>
                      <a:pt x="7554" y="4813"/>
                    </a:lnTo>
                    <a:lnTo>
                      <a:pt x="7408" y="4876"/>
                    </a:lnTo>
                    <a:lnTo>
                      <a:pt x="7303" y="4876"/>
                    </a:lnTo>
                    <a:lnTo>
                      <a:pt x="7303" y="4918"/>
                    </a:lnTo>
                    <a:lnTo>
                      <a:pt x="7324" y="4981"/>
                    </a:lnTo>
                    <a:lnTo>
                      <a:pt x="7512" y="5022"/>
                    </a:lnTo>
                    <a:lnTo>
                      <a:pt x="7680" y="5022"/>
                    </a:lnTo>
                    <a:lnTo>
                      <a:pt x="7784" y="5085"/>
                    </a:lnTo>
                    <a:lnTo>
                      <a:pt x="7784" y="5169"/>
                    </a:lnTo>
                    <a:lnTo>
                      <a:pt x="7638" y="5190"/>
                    </a:lnTo>
                    <a:lnTo>
                      <a:pt x="7533" y="5106"/>
                    </a:lnTo>
                    <a:lnTo>
                      <a:pt x="7324" y="5085"/>
                    </a:lnTo>
                    <a:lnTo>
                      <a:pt x="7219" y="5002"/>
                    </a:lnTo>
                    <a:lnTo>
                      <a:pt x="7115" y="4981"/>
                    </a:lnTo>
                    <a:lnTo>
                      <a:pt x="6947" y="5064"/>
                    </a:lnTo>
                    <a:lnTo>
                      <a:pt x="6696" y="5085"/>
                    </a:lnTo>
                    <a:lnTo>
                      <a:pt x="6508" y="5002"/>
                    </a:lnTo>
                    <a:lnTo>
                      <a:pt x="6361" y="5002"/>
                    </a:lnTo>
                    <a:lnTo>
                      <a:pt x="6215" y="4960"/>
                    </a:lnTo>
                    <a:lnTo>
                      <a:pt x="6131" y="4897"/>
                    </a:lnTo>
                    <a:lnTo>
                      <a:pt x="5922" y="4918"/>
                    </a:lnTo>
                    <a:lnTo>
                      <a:pt x="5859" y="5064"/>
                    </a:lnTo>
                    <a:lnTo>
                      <a:pt x="5922" y="5169"/>
                    </a:lnTo>
                    <a:lnTo>
                      <a:pt x="5922" y="5587"/>
                    </a:lnTo>
                    <a:lnTo>
                      <a:pt x="5943" y="5629"/>
                    </a:lnTo>
                    <a:lnTo>
                      <a:pt x="5838" y="5755"/>
                    </a:lnTo>
                    <a:lnTo>
                      <a:pt x="5838" y="5839"/>
                    </a:lnTo>
                    <a:lnTo>
                      <a:pt x="5922" y="5901"/>
                    </a:lnTo>
                    <a:lnTo>
                      <a:pt x="5985" y="6006"/>
                    </a:lnTo>
                    <a:lnTo>
                      <a:pt x="6131" y="6006"/>
                    </a:lnTo>
                    <a:lnTo>
                      <a:pt x="6236" y="6069"/>
                    </a:lnTo>
                    <a:lnTo>
                      <a:pt x="6110" y="6048"/>
                    </a:lnTo>
                    <a:lnTo>
                      <a:pt x="6027" y="6111"/>
                    </a:lnTo>
                    <a:lnTo>
                      <a:pt x="5985" y="6173"/>
                    </a:lnTo>
                    <a:lnTo>
                      <a:pt x="5964" y="6069"/>
                    </a:lnTo>
                    <a:lnTo>
                      <a:pt x="5859" y="5964"/>
                    </a:lnTo>
                    <a:lnTo>
                      <a:pt x="5817" y="5964"/>
                    </a:lnTo>
                    <a:lnTo>
                      <a:pt x="5796" y="6027"/>
                    </a:lnTo>
                    <a:lnTo>
                      <a:pt x="5713" y="5922"/>
                    </a:lnTo>
                    <a:lnTo>
                      <a:pt x="5692" y="5734"/>
                    </a:lnTo>
                    <a:lnTo>
                      <a:pt x="5692" y="5525"/>
                    </a:lnTo>
                    <a:lnTo>
                      <a:pt x="5629" y="5232"/>
                    </a:lnTo>
                    <a:lnTo>
                      <a:pt x="5503" y="5085"/>
                    </a:lnTo>
                    <a:lnTo>
                      <a:pt x="5503" y="4981"/>
                    </a:lnTo>
                    <a:lnTo>
                      <a:pt x="5231" y="4792"/>
                    </a:lnTo>
                    <a:lnTo>
                      <a:pt x="5169" y="4792"/>
                    </a:lnTo>
                    <a:lnTo>
                      <a:pt x="5001" y="4688"/>
                    </a:lnTo>
                    <a:lnTo>
                      <a:pt x="4980" y="4583"/>
                    </a:lnTo>
                    <a:lnTo>
                      <a:pt x="4876" y="4541"/>
                    </a:lnTo>
                    <a:lnTo>
                      <a:pt x="4708" y="4583"/>
                    </a:lnTo>
                    <a:lnTo>
                      <a:pt x="4353" y="4981"/>
                    </a:lnTo>
                    <a:lnTo>
                      <a:pt x="4290" y="5106"/>
                    </a:lnTo>
                    <a:lnTo>
                      <a:pt x="4290" y="5211"/>
                    </a:lnTo>
                    <a:lnTo>
                      <a:pt x="4374" y="5274"/>
                    </a:lnTo>
                    <a:lnTo>
                      <a:pt x="4499" y="5315"/>
                    </a:lnTo>
                    <a:lnTo>
                      <a:pt x="4562" y="5441"/>
                    </a:lnTo>
                    <a:lnTo>
                      <a:pt x="4562" y="5525"/>
                    </a:lnTo>
                    <a:lnTo>
                      <a:pt x="4541" y="5546"/>
                    </a:lnTo>
                    <a:lnTo>
                      <a:pt x="4457" y="5420"/>
                    </a:lnTo>
                    <a:lnTo>
                      <a:pt x="4374" y="5399"/>
                    </a:lnTo>
                    <a:lnTo>
                      <a:pt x="4290" y="5336"/>
                    </a:lnTo>
                    <a:lnTo>
                      <a:pt x="4248" y="5378"/>
                    </a:lnTo>
                    <a:lnTo>
                      <a:pt x="4164" y="5399"/>
                    </a:lnTo>
                    <a:lnTo>
                      <a:pt x="4143" y="5483"/>
                    </a:lnTo>
                    <a:lnTo>
                      <a:pt x="4185" y="5608"/>
                    </a:lnTo>
                    <a:lnTo>
                      <a:pt x="4269" y="5650"/>
                    </a:lnTo>
                    <a:lnTo>
                      <a:pt x="4332" y="5818"/>
                    </a:lnTo>
                    <a:lnTo>
                      <a:pt x="4353" y="6131"/>
                    </a:lnTo>
                    <a:lnTo>
                      <a:pt x="4269" y="6278"/>
                    </a:lnTo>
                    <a:lnTo>
                      <a:pt x="4269" y="6445"/>
                    </a:lnTo>
                    <a:lnTo>
                      <a:pt x="4185" y="6634"/>
                    </a:lnTo>
                    <a:lnTo>
                      <a:pt x="4185" y="6759"/>
                    </a:lnTo>
                    <a:lnTo>
                      <a:pt x="4227" y="6780"/>
                    </a:lnTo>
                    <a:lnTo>
                      <a:pt x="4290" y="6759"/>
                    </a:lnTo>
                    <a:lnTo>
                      <a:pt x="4290" y="6759"/>
                    </a:lnTo>
                    <a:lnTo>
                      <a:pt x="4269" y="6906"/>
                    </a:lnTo>
                    <a:lnTo>
                      <a:pt x="4185" y="7052"/>
                    </a:lnTo>
                    <a:lnTo>
                      <a:pt x="4143" y="6968"/>
                    </a:lnTo>
                    <a:lnTo>
                      <a:pt x="4123" y="6864"/>
                    </a:lnTo>
                    <a:lnTo>
                      <a:pt x="4018" y="6780"/>
                    </a:lnTo>
                    <a:lnTo>
                      <a:pt x="3934" y="6864"/>
                    </a:lnTo>
                    <a:lnTo>
                      <a:pt x="3934" y="7052"/>
                    </a:lnTo>
                    <a:lnTo>
                      <a:pt x="4081" y="7303"/>
                    </a:lnTo>
                    <a:lnTo>
                      <a:pt x="4248" y="7282"/>
                    </a:lnTo>
                    <a:lnTo>
                      <a:pt x="4353" y="7324"/>
                    </a:lnTo>
                    <a:lnTo>
                      <a:pt x="4395" y="7408"/>
                    </a:lnTo>
                    <a:lnTo>
                      <a:pt x="4583" y="7408"/>
                    </a:lnTo>
                    <a:lnTo>
                      <a:pt x="4792" y="7491"/>
                    </a:lnTo>
                    <a:lnTo>
                      <a:pt x="4876" y="7408"/>
                    </a:lnTo>
                    <a:lnTo>
                      <a:pt x="5001" y="7324"/>
                    </a:lnTo>
                    <a:lnTo>
                      <a:pt x="5001" y="7261"/>
                    </a:lnTo>
                    <a:lnTo>
                      <a:pt x="5085" y="7219"/>
                    </a:lnTo>
                    <a:lnTo>
                      <a:pt x="5085" y="7303"/>
                    </a:lnTo>
                    <a:lnTo>
                      <a:pt x="5022" y="7408"/>
                    </a:lnTo>
                    <a:lnTo>
                      <a:pt x="5022" y="7533"/>
                    </a:lnTo>
                    <a:lnTo>
                      <a:pt x="4980" y="7596"/>
                    </a:lnTo>
                    <a:lnTo>
                      <a:pt x="4876" y="7533"/>
                    </a:lnTo>
                    <a:lnTo>
                      <a:pt x="4646" y="7533"/>
                    </a:lnTo>
                    <a:lnTo>
                      <a:pt x="4541" y="7575"/>
                    </a:lnTo>
                    <a:lnTo>
                      <a:pt x="4541" y="7680"/>
                    </a:lnTo>
                    <a:lnTo>
                      <a:pt x="4583" y="7701"/>
                    </a:lnTo>
                    <a:lnTo>
                      <a:pt x="4708" y="7701"/>
                    </a:lnTo>
                    <a:lnTo>
                      <a:pt x="4750" y="7784"/>
                    </a:lnTo>
                    <a:lnTo>
                      <a:pt x="4646" y="7784"/>
                    </a:lnTo>
                    <a:lnTo>
                      <a:pt x="4646" y="7952"/>
                    </a:lnTo>
                    <a:lnTo>
                      <a:pt x="4478" y="7722"/>
                    </a:lnTo>
                    <a:lnTo>
                      <a:pt x="4395" y="7722"/>
                    </a:lnTo>
                    <a:lnTo>
                      <a:pt x="4353" y="7617"/>
                    </a:lnTo>
                    <a:lnTo>
                      <a:pt x="4290" y="7533"/>
                    </a:lnTo>
                    <a:lnTo>
                      <a:pt x="4039" y="7366"/>
                    </a:lnTo>
                    <a:lnTo>
                      <a:pt x="3976" y="7366"/>
                    </a:lnTo>
                    <a:lnTo>
                      <a:pt x="3830" y="7199"/>
                    </a:lnTo>
                    <a:lnTo>
                      <a:pt x="3830" y="7178"/>
                    </a:lnTo>
                    <a:lnTo>
                      <a:pt x="3725" y="7178"/>
                    </a:lnTo>
                    <a:lnTo>
                      <a:pt x="3620" y="7261"/>
                    </a:lnTo>
                    <a:lnTo>
                      <a:pt x="3516" y="7261"/>
                    </a:lnTo>
                    <a:lnTo>
                      <a:pt x="3432" y="7303"/>
                    </a:lnTo>
                    <a:lnTo>
                      <a:pt x="3286" y="7261"/>
                    </a:lnTo>
                    <a:lnTo>
                      <a:pt x="3034" y="7303"/>
                    </a:lnTo>
                    <a:lnTo>
                      <a:pt x="2972" y="7282"/>
                    </a:lnTo>
                    <a:lnTo>
                      <a:pt x="2783" y="7471"/>
                    </a:lnTo>
                    <a:lnTo>
                      <a:pt x="2700" y="7617"/>
                    </a:lnTo>
                    <a:lnTo>
                      <a:pt x="2700" y="7743"/>
                    </a:lnTo>
                    <a:lnTo>
                      <a:pt x="2595" y="7784"/>
                    </a:lnTo>
                    <a:lnTo>
                      <a:pt x="2490" y="7847"/>
                    </a:lnTo>
                    <a:lnTo>
                      <a:pt x="2365" y="7910"/>
                    </a:lnTo>
                    <a:lnTo>
                      <a:pt x="2344" y="7994"/>
                    </a:lnTo>
                    <a:lnTo>
                      <a:pt x="2198" y="8098"/>
                    </a:lnTo>
                    <a:lnTo>
                      <a:pt x="2177" y="8224"/>
                    </a:lnTo>
                    <a:lnTo>
                      <a:pt x="2260" y="8224"/>
                    </a:lnTo>
                    <a:lnTo>
                      <a:pt x="2281" y="8307"/>
                    </a:lnTo>
                    <a:lnTo>
                      <a:pt x="2177" y="8307"/>
                    </a:lnTo>
                    <a:lnTo>
                      <a:pt x="2093" y="8349"/>
                    </a:lnTo>
                    <a:lnTo>
                      <a:pt x="2260" y="8475"/>
                    </a:lnTo>
                    <a:lnTo>
                      <a:pt x="2407" y="8517"/>
                    </a:lnTo>
                    <a:lnTo>
                      <a:pt x="2511" y="8433"/>
                    </a:lnTo>
                    <a:lnTo>
                      <a:pt x="2490" y="8349"/>
                    </a:lnTo>
                    <a:lnTo>
                      <a:pt x="2658" y="8370"/>
                    </a:lnTo>
                    <a:lnTo>
                      <a:pt x="2825" y="8245"/>
                    </a:lnTo>
                    <a:lnTo>
                      <a:pt x="2825" y="8349"/>
                    </a:lnTo>
                    <a:lnTo>
                      <a:pt x="2700" y="8412"/>
                    </a:lnTo>
                    <a:lnTo>
                      <a:pt x="2616" y="8538"/>
                    </a:lnTo>
                    <a:lnTo>
                      <a:pt x="2616" y="8621"/>
                    </a:lnTo>
                    <a:lnTo>
                      <a:pt x="2783" y="8621"/>
                    </a:lnTo>
                    <a:lnTo>
                      <a:pt x="2888" y="8642"/>
                    </a:lnTo>
                    <a:lnTo>
                      <a:pt x="3014" y="8475"/>
                    </a:lnTo>
                    <a:lnTo>
                      <a:pt x="3202" y="8349"/>
                    </a:lnTo>
                    <a:lnTo>
                      <a:pt x="3307" y="8119"/>
                    </a:lnTo>
                    <a:lnTo>
                      <a:pt x="3453" y="7931"/>
                    </a:lnTo>
                    <a:lnTo>
                      <a:pt x="3558" y="7910"/>
                    </a:lnTo>
                    <a:lnTo>
                      <a:pt x="3558" y="7910"/>
                    </a:lnTo>
                    <a:lnTo>
                      <a:pt x="3537" y="7994"/>
                    </a:lnTo>
                    <a:lnTo>
                      <a:pt x="3453" y="8035"/>
                    </a:lnTo>
                    <a:lnTo>
                      <a:pt x="3307" y="8245"/>
                    </a:lnTo>
                    <a:lnTo>
                      <a:pt x="3348" y="8349"/>
                    </a:lnTo>
                    <a:lnTo>
                      <a:pt x="3244" y="8349"/>
                    </a:lnTo>
                    <a:lnTo>
                      <a:pt x="3181" y="8454"/>
                    </a:lnTo>
                    <a:lnTo>
                      <a:pt x="3202" y="8538"/>
                    </a:lnTo>
                    <a:lnTo>
                      <a:pt x="3286" y="8538"/>
                    </a:lnTo>
                    <a:lnTo>
                      <a:pt x="3223" y="8580"/>
                    </a:lnTo>
                    <a:lnTo>
                      <a:pt x="3139" y="8580"/>
                    </a:lnTo>
                    <a:lnTo>
                      <a:pt x="3034" y="8684"/>
                    </a:lnTo>
                    <a:lnTo>
                      <a:pt x="3076" y="8747"/>
                    </a:lnTo>
                    <a:lnTo>
                      <a:pt x="3202" y="8747"/>
                    </a:lnTo>
                    <a:lnTo>
                      <a:pt x="3118" y="8789"/>
                    </a:lnTo>
                    <a:lnTo>
                      <a:pt x="2993" y="8747"/>
                    </a:lnTo>
                    <a:lnTo>
                      <a:pt x="2888" y="8747"/>
                    </a:lnTo>
                    <a:lnTo>
                      <a:pt x="2804" y="8789"/>
                    </a:lnTo>
                    <a:lnTo>
                      <a:pt x="2721" y="8831"/>
                    </a:lnTo>
                    <a:lnTo>
                      <a:pt x="2679" y="8872"/>
                    </a:lnTo>
                    <a:lnTo>
                      <a:pt x="2721" y="8977"/>
                    </a:lnTo>
                    <a:lnTo>
                      <a:pt x="2804" y="8977"/>
                    </a:lnTo>
                    <a:lnTo>
                      <a:pt x="2867" y="8935"/>
                    </a:lnTo>
                    <a:lnTo>
                      <a:pt x="2909" y="8956"/>
                    </a:lnTo>
                    <a:lnTo>
                      <a:pt x="3014" y="8956"/>
                    </a:lnTo>
                    <a:lnTo>
                      <a:pt x="3014" y="9040"/>
                    </a:lnTo>
                    <a:lnTo>
                      <a:pt x="2930" y="9040"/>
                    </a:lnTo>
                    <a:lnTo>
                      <a:pt x="2825" y="8998"/>
                    </a:lnTo>
                    <a:lnTo>
                      <a:pt x="2783" y="9040"/>
                    </a:lnTo>
                    <a:lnTo>
                      <a:pt x="2783" y="9082"/>
                    </a:lnTo>
                    <a:lnTo>
                      <a:pt x="2888" y="9103"/>
                    </a:lnTo>
                    <a:lnTo>
                      <a:pt x="2867" y="9144"/>
                    </a:lnTo>
                    <a:lnTo>
                      <a:pt x="2783" y="9186"/>
                    </a:lnTo>
                    <a:lnTo>
                      <a:pt x="2700" y="9186"/>
                    </a:lnTo>
                    <a:lnTo>
                      <a:pt x="2700" y="9249"/>
                    </a:lnTo>
                    <a:lnTo>
                      <a:pt x="2783" y="9396"/>
                    </a:lnTo>
                    <a:lnTo>
                      <a:pt x="2867" y="9396"/>
                    </a:lnTo>
                    <a:lnTo>
                      <a:pt x="2909" y="9312"/>
                    </a:lnTo>
                    <a:lnTo>
                      <a:pt x="3034" y="9207"/>
                    </a:lnTo>
                    <a:lnTo>
                      <a:pt x="3014" y="9312"/>
                    </a:lnTo>
                    <a:lnTo>
                      <a:pt x="2909" y="9396"/>
                    </a:lnTo>
                    <a:lnTo>
                      <a:pt x="2825" y="9479"/>
                    </a:lnTo>
                    <a:lnTo>
                      <a:pt x="2804" y="9563"/>
                    </a:lnTo>
                    <a:lnTo>
                      <a:pt x="2972" y="9626"/>
                    </a:lnTo>
                    <a:lnTo>
                      <a:pt x="3097" y="9626"/>
                    </a:lnTo>
                    <a:lnTo>
                      <a:pt x="3118" y="9605"/>
                    </a:lnTo>
                    <a:lnTo>
                      <a:pt x="3181" y="9605"/>
                    </a:lnTo>
                    <a:lnTo>
                      <a:pt x="3244" y="9668"/>
                    </a:lnTo>
                    <a:lnTo>
                      <a:pt x="3432" y="9584"/>
                    </a:lnTo>
                    <a:lnTo>
                      <a:pt x="3620" y="9416"/>
                    </a:lnTo>
                    <a:lnTo>
                      <a:pt x="3620" y="9396"/>
                    </a:lnTo>
                    <a:lnTo>
                      <a:pt x="3725" y="9312"/>
                    </a:lnTo>
                    <a:lnTo>
                      <a:pt x="3934" y="9103"/>
                    </a:lnTo>
                    <a:lnTo>
                      <a:pt x="3934" y="9040"/>
                    </a:lnTo>
                    <a:lnTo>
                      <a:pt x="4018" y="8956"/>
                    </a:lnTo>
                    <a:lnTo>
                      <a:pt x="4081" y="8956"/>
                    </a:lnTo>
                    <a:lnTo>
                      <a:pt x="4018" y="9040"/>
                    </a:lnTo>
                    <a:lnTo>
                      <a:pt x="3976" y="9144"/>
                    </a:lnTo>
                    <a:lnTo>
                      <a:pt x="3809" y="9354"/>
                    </a:lnTo>
                    <a:lnTo>
                      <a:pt x="3599" y="9479"/>
                    </a:lnTo>
                    <a:lnTo>
                      <a:pt x="3453" y="9626"/>
                    </a:lnTo>
                    <a:lnTo>
                      <a:pt x="3307" y="9709"/>
                    </a:lnTo>
                    <a:lnTo>
                      <a:pt x="3223" y="9793"/>
                    </a:lnTo>
                    <a:lnTo>
                      <a:pt x="3286" y="9877"/>
                    </a:lnTo>
                    <a:lnTo>
                      <a:pt x="3223" y="9898"/>
                    </a:lnTo>
                    <a:lnTo>
                      <a:pt x="3076" y="9772"/>
                    </a:lnTo>
                    <a:lnTo>
                      <a:pt x="2825" y="9772"/>
                    </a:lnTo>
                    <a:lnTo>
                      <a:pt x="2825" y="9835"/>
                    </a:lnTo>
                    <a:lnTo>
                      <a:pt x="2783" y="9814"/>
                    </a:lnTo>
                    <a:lnTo>
                      <a:pt x="2700" y="9688"/>
                    </a:lnTo>
                    <a:lnTo>
                      <a:pt x="2490" y="9584"/>
                    </a:lnTo>
                    <a:lnTo>
                      <a:pt x="2407" y="9605"/>
                    </a:lnTo>
                    <a:lnTo>
                      <a:pt x="2365" y="9563"/>
                    </a:lnTo>
                    <a:lnTo>
                      <a:pt x="2407" y="9416"/>
                    </a:lnTo>
                    <a:lnTo>
                      <a:pt x="2407" y="9082"/>
                    </a:lnTo>
                    <a:lnTo>
                      <a:pt x="2365" y="8872"/>
                    </a:lnTo>
                    <a:lnTo>
                      <a:pt x="2239" y="8726"/>
                    </a:lnTo>
                    <a:lnTo>
                      <a:pt x="2156" y="8726"/>
                    </a:lnTo>
                    <a:lnTo>
                      <a:pt x="2030" y="8663"/>
                    </a:lnTo>
                    <a:lnTo>
                      <a:pt x="1946" y="8684"/>
                    </a:lnTo>
                    <a:lnTo>
                      <a:pt x="1821" y="8684"/>
                    </a:lnTo>
                    <a:lnTo>
                      <a:pt x="1737" y="8726"/>
                    </a:lnTo>
                    <a:lnTo>
                      <a:pt x="1633" y="8747"/>
                    </a:lnTo>
                    <a:lnTo>
                      <a:pt x="1633" y="8831"/>
                    </a:lnTo>
                    <a:lnTo>
                      <a:pt x="1654" y="8935"/>
                    </a:lnTo>
                    <a:lnTo>
                      <a:pt x="1633" y="8977"/>
                    </a:lnTo>
                    <a:lnTo>
                      <a:pt x="1612" y="9165"/>
                    </a:lnTo>
                    <a:lnTo>
                      <a:pt x="1654" y="9249"/>
                    </a:lnTo>
                    <a:lnTo>
                      <a:pt x="1716" y="9249"/>
                    </a:lnTo>
                    <a:lnTo>
                      <a:pt x="1716" y="9312"/>
                    </a:lnTo>
                    <a:lnTo>
                      <a:pt x="1612" y="9396"/>
                    </a:lnTo>
                    <a:lnTo>
                      <a:pt x="1570" y="9458"/>
                    </a:lnTo>
                    <a:lnTo>
                      <a:pt x="1654" y="9563"/>
                    </a:lnTo>
                    <a:lnTo>
                      <a:pt x="1737" y="9563"/>
                    </a:lnTo>
                    <a:lnTo>
                      <a:pt x="1758" y="9500"/>
                    </a:lnTo>
                    <a:lnTo>
                      <a:pt x="1884" y="9563"/>
                    </a:lnTo>
                    <a:lnTo>
                      <a:pt x="1863" y="9584"/>
                    </a:lnTo>
                    <a:lnTo>
                      <a:pt x="1737" y="9584"/>
                    </a:lnTo>
                    <a:lnTo>
                      <a:pt x="1737" y="9605"/>
                    </a:lnTo>
                    <a:lnTo>
                      <a:pt x="1821" y="9668"/>
                    </a:lnTo>
                    <a:lnTo>
                      <a:pt x="1821" y="9709"/>
                    </a:lnTo>
                    <a:lnTo>
                      <a:pt x="1737" y="9772"/>
                    </a:lnTo>
                    <a:lnTo>
                      <a:pt x="1716" y="9793"/>
                    </a:lnTo>
                    <a:lnTo>
                      <a:pt x="1779" y="9814"/>
                    </a:lnTo>
                    <a:lnTo>
                      <a:pt x="1842" y="9877"/>
                    </a:lnTo>
                    <a:lnTo>
                      <a:pt x="1946" y="9877"/>
                    </a:lnTo>
                    <a:lnTo>
                      <a:pt x="1967" y="9898"/>
                    </a:lnTo>
                    <a:lnTo>
                      <a:pt x="1926" y="9940"/>
                    </a:lnTo>
                    <a:lnTo>
                      <a:pt x="1821" y="9940"/>
                    </a:lnTo>
                    <a:lnTo>
                      <a:pt x="1779" y="9981"/>
                    </a:lnTo>
                    <a:lnTo>
                      <a:pt x="1654" y="9877"/>
                    </a:lnTo>
                    <a:lnTo>
                      <a:pt x="1612" y="9898"/>
                    </a:lnTo>
                    <a:lnTo>
                      <a:pt x="1570" y="9940"/>
                    </a:lnTo>
                    <a:lnTo>
                      <a:pt x="1507" y="9940"/>
                    </a:lnTo>
                    <a:lnTo>
                      <a:pt x="1444" y="9835"/>
                    </a:lnTo>
                    <a:lnTo>
                      <a:pt x="1361" y="9814"/>
                    </a:lnTo>
                    <a:lnTo>
                      <a:pt x="1298" y="9877"/>
                    </a:lnTo>
                    <a:lnTo>
                      <a:pt x="1110" y="9877"/>
                    </a:lnTo>
                    <a:lnTo>
                      <a:pt x="984" y="9793"/>
                    </a:lnTo>
                    <a:lnTo>
                      <a:pt x="879" y="9793"/>
                    </a:lnTo>
                    <a:lnTo>
                      <a:pt x="817" y="9835"/>
                    </a:lnTo>
                    <a:lnTo>
                      <a:pt x="817" y="9919"/>
                    </a:lnTo>
                    <a:lnTo>
                      <a:pt x="733" y="9940"/>
                    </a:lnTo>
                    <a:lnTo>
                      <a:pt x="628" y="9981"/>
                    </a:lnTo>
                    <a:lnTo>
                      <a:pt x="586" y="10044"/>
                    </a:lnTo>
                    <a:lnTo>
                      <a:pt x="419" y="10086"/>
                    </a:lnTo>
                    <a:lnTo>
                      <a:pt x="377" y="10107"/>
                    </a:lnTo>
                    <a:lnTo>
                      <a:pt x="273" y="10128"/>
                    </a:lnTo>
                    <a:lnTo>
                      <a:pt x="189" y="10212"/>
                    </a:lnTo>
                    <a:lnTo>
                      <a:pt x="168" y="10316"/>
                    </a:lnTo>
                    <a:lnTo>
                      <a:pt x="168" y="10358"/>
                    </a:lnTo>
                    <a:lnTo>
                      <a:pt x="147" y="10442"/>
                    </a:lnTo>
                    <a:lnTo>
                      <a:pt x="1" y="10525"/>
                    </a:lnTo>
                    <a:lnTo>
                      <a:pt x="1" y="10609"/>
                    </a:lnTo>
                    <a:lnTo>
                      <a:pt x="42" y="10651"/>
                    </a:lnTo>
                    <a:lnTo>
                      <a:pt x="42" y="10818"/>
                    </a:lnTo>
                    <a:lnTo>
                      <a:pt x="63" y="10860"/>
                    </a:lnTo>
                    <a:lnTo>
                      <a:pt x="189" y="10860"/>
                    </a:lnTo>
                    <a:lnTo>
                      <a:pt x="252" y="10735"/>
                    </a:lnTo>
                    <a:lnTo>
                      <a:pt x="294" y="10735"/>
                    </a:lnTo>
                    <a:lnTo>
                      <a:pt x="273" y="10756"/>
                    </a:lnTo>
                    <a:lnTo>
                      <a:pt x="210" y="10860"/>
                    </a:lnTo>
                    <a:lnTo>
                      <a:pt x="273" y="10881"/>
                    </a:lnTo>
                    <a:lnTo>
                      <a:pt x="356" y="10818"/>
                    </a:lnTo>
                    <a:lnTo>
                      <a:pt x="356" y="10651"/>
                    </a:lnTo>
                    <a:lnTo>
                      <a:pt x="398" y="10421"/>
                    </a:lnTo>
                    <a:lnTo>
                      <a:pt x="482" y="10400"/>
                    </a:lnTo>
                    <a:lnTo>
                      <a:pt x="566" y="10337"/>
                    </a:lnTo>
                    <a:lnTo>
                      <a:pt x="419" y="10567"/>
                    </a:lnTo>
                    <a:lnTo>
                      <a:pt x="419" y="10672"/>
                    </a:lnTo>
                    <a:lnTo>
                      <a:pt x="398" y="10714"/>
                    </a:lnTo>
                    <a:lnTo>
                      <a:pt x="377" y="10839"/>
                    </a:lnTo>
                    <a:lnTo>
                      <a:pt x="314" y="10944"/>
                    </a:lnTo>
                    <a:lnTo>
                      <a:pt x="377" y="10986"/>
                    </a:lnTo>
                    <a:lnTo>
                      <a:pt x="419" y="10986"/>
                    </a:lnTo>
                    <a:lnTo>
                      <a:pt x="503" y="11069"/>
                    </a:lnTo>
                    <a:lnTo>
                      <a:pt x="607" y="11069"/>
                    </a:lnTo>
                    <a:lnTo>
                      <a:pt x="628" y="10965"/>
                    </a:lnTo>
                    <a:lnTo>
                      <a:pt x="607" y="10944"/>
                    </a:lnTo>
                    <a:lnTo>
                      <a:pt x="670" y="10839"/>
                    </a:lnTo>
                    <a:lnTo>
                      <a:pt x="691" y="10735"/>
                    </a:lnTo>
                    <a:lnTo>
                      <a:pt x="733" y="10672"/>
                    </a:lnTo>
                    <a:lnTo>
                      <a:pt x="733" y="10756"/>
                    </a:lnTo>
                    <a:lnTo>
                      <a:pt x="775" y="10818"/>
                    </a:lnTo>
                    <a:lnTo>
                      <a:pt x="712" y="10944"/>
                    </a:lnTo>
                    <a:lnTo>
                      <a:pt x="712" y="11028"/>
                    </a:lnTo>
                    <a:lnTo>
                      <a:pt x="712" y="11090"/>
                    </a:lnTo>
                    <a:lnTo>
                      <a:pt x="796" y="11195"/>
                    </a:lnTo>
                    <a:lnTo>
                      <a:pt x="838" y="11237"/>
                    </a:lnTo>
                    <a:lnTo>
                      <a:pt x="921" y="11153"/>
                    </a:lnTo>
                    <a:lnTo>
                      <a:pt x="900" y="11069"/>
                    </a:lnTo>
                    <a:lnTo>
                      <a:pt x="900" y="11048"/>
                    </a:lnTo>
                    <a:lnTo>
                      <a:pt x="921" y="11028"/>
                    </a:lnTo>
                    <a:lnTo>
                      <a:pt x="1005" y="11028"/>
                    </a:lnTo>
                    <a:lnTo>
                      <a:pt x="1047" y="10965"/>
                    </a:lnTo>
                    <a:lnTo>
                      <a:pt x="1026" y="10860"/>
                    </a:lnTo>
                    <a:lnTo>
                      <a:pt x="984" y="10818"/>
                    </a:lnTo>
                    <a:lnTo>
                      <a:pt x="984" y="10735"/>
                    </a:lnTo>
                    <a:lnTo>
                      <a:pt x="1026" y="10756"/>
                    </a:lnTo>
                    <a:lnTo>
                      <a:pt x="1110" y="10923"/>
                    </a:lnTo>
                    <a:lnTo>
                      <a:pt x="1110" y="10986"/>
                    </a:lnTo>
                    <a:lnTo>
                      <a:pt x="1047" y="11090"/>
                    </a:lnTo>
                    <a:lnTo>
                      <a:pt x="1005" y="11090"/>
                    </a:lnTo>
                    <a:lnTo>
                      <a:pt x="942" y="11195"/>
                    </a:lnTo>
                    <a:lnTo>
                      <a:pt x="984" y="11258"/>
                    </a:lnTo>
                    <a:lnTo>
                      <a:pt x="1026" y="11258"/>
                    </a:lnTo>
                    <a:lnTo>
                      <a:pt x="1089" y="11279"/>
                    </a:lnTo>
                    <a:lnTo>
                      <a:pt x="1110" y="11341"/>
                    </a:lnTo>
                    <a:lnTo>
                      <a:pt x="1151" y="11341"/>
                    </a:lnTo>
                    <a:lnTo>
                      <a:pt x="1340" y="11446"/>
                    </a:lnTo>
                    <a:lnTo>
                      <a:pt x="1402" y="11446"/>
                    </a:lnTo>
                    <a:lnTo>
                      <a:pt x="1402" y="11551"/>
                    </a:lnTo>
                    <a:lnTo>
                      <a:pt x="1612" y="11551"/>
                    </a:lnTo>
                    <a:lnTo>
                      <a:pt x="1674" y="11593"/>
                    </a:lnTo>
                    <a:lnTo>
                      <a:pt x="1737" y="11572"/>
                    </a:lnTo>
                    <a:lnTo>
                      <a:pt x="1779" y="11488"/>
                    </a:lnTo>
                    <a:lnTo>
                      <a:pt x="1716" y="11362"/>
                    </a:lnTo>
                    <a:lnTo>
                      <a:pt x="1654" y="11174"/>
                    </a:lnTo>
                    <a:lnTo>
                      <a:pt x="1716" y="11048"/>
                    </a:lnTo>
                    <a:lnTo>
                      <a:pt x="1758" y="10986"/>
                    </a:lnTo>
                    <a:lnTo>
                      <a:pt x="1779" y="11048"/>
                    </a:lnTo>
                    <a:lnTo>
                      <a:pt x="1821" y="11174"/>
                    </a:lnTo>
                    <a:lnTo>
                      <a:pt x="1821" y="11279"/>
                    </a:lnTo>
                    <a:lnTo>
                      <a:pt x="1842" y="11341"/>
                    </a:lnTo>
                    <a:lnTo>
                      <a:pt x="1926" y="11341"/>
                    </a:lnTo>
                    <a:lnTo>
                      <a:pt x="1946" y="11279"/>
                    </a:lnTo>
                    <a:lnTo>
                      <a:pt x="2030" y="11279"/>
                    </a:lnTo>
                    <a:lnTo>
                      <a:pt x="2051" y="11237"/>
                    </a:lnTo>
                    <a:lnTo>
                      <a:pt x="2072" y="11153"/>
                    </a:lnTo>
                    <a:lnTo>
                      <a:pt x="2135" y="11090"/>
                    </a:lnTo>
                    <a:lnTo>
                      <a:pt x="2156" y="10965"/>
                    </a:lnTo>
                    <a:lnTo>
                      <a:pt x="2177" y="10923"/>
                    </a:lnTo>
                    <a:lnTo>
                      <a:pt x="2198" y="10923"/>
                    </a:lnTo>
                    <a:lnTo>
                      <a:pt x="2260" y="11048"/>
                    </a:lnTo>
                    <a:lnTo>
                      <a:pt x="2239" y="11090"/>
                    </a:lnTo>
                    <a:lnTo>
                      <a:pt x="2177" y="11195"/>
                    </a:lnTo>
                    <a:lnTo>
                      <a:pt x="2156" y="11279"/>
                    </a:lnTo>
                    <a:lnTo>
                      <a:pt x="2198" y="11341"/>
                    </a:lnTo>
                    <a:lnTo>
                      <a:pt x="2198" y="11404"/>
                    </a:lnTo>
                    <a:lnTo>
                      <a:pt x="2302" y="11488"/>
                    </a:lnTo>
                    <a:lnTo>
                      <a:pt x="2386" y="11446"/>
                    </a:lnTo>
                    <a:lnTo>
                      <a:pt x="2490" y="11279"/>
                    </a:lnTo>
                    <a:lnTo>
                      <a:pt x="2449" y="11174"/>
                    </a:lnTo>
                    <a:lnTo>
                      <a:pt x="2470" y="11028"/>
                    </a:lnTo>
                    <a:lnTo>
                      <a:pt x="2574" y="10944"/>
                    </a:lnTo>
                    <a:lnTo>
                      <a:pt x="2679" y="10923"/>
                    </a:lnTo>
                    <a:lnTo>
                      <a:pt x="2574" y="11028"/>
                    </a:lnTo>
                    <a:lnTo>
                      <a:pt x="2553" y="11132"/>
                    </a:lnTo>
                    <a:lnTo>
                      <a:pt x="2595" y="11237"/>
                    </a:lnTo>
                    <a:lnTo>
                      <a:pt x="2511" y="11446"/>
                    </a:lnTo>
                    <a:lnTo>
                      <a:pt x="2511" y="11509"/>
                    </a:lnTo>
                    <a:lnTo>
                      <a:pt x="2595" y="11593"/>
                    </a:lnTo>
                    <a:lnTo>
                      <a:pt x="2700" y="11572"/>
                    </a:lnTo>
                    <a:lnTo>
                      <a:pt x="2783" y="11593"/>
                    </a:lnTo>
                    <a:lnTo>
                      <a:pt x="2867" y="11572"/>
                    </a:lnTo>
                    <a:lnTo>
                      <a:pt x="2867" y="11446"/>
                    </a:lnTo>
                    <a:lnTo>
                      <a:pt x="2930" y="11362"/>
                    </a:lnTo>
                    <a:lnTo>
                      <a:pt x="2909" y="11279"/>
                    </a:lnTo>
                    <a:lnTo>
                      <a:pt x="2825" y="11132"/>
                    </a:lnTo>
                    <a:lnTo>
                      <a:pt x="2909" y="10944"/>
                    </a:lnTo>
                    <a:lnTo>
                      <a:pt x="2909" y="10818"/>
                    </a:lnTo>
                    <a:lnTo>
                      <a:pt x="2972" y="10923"/>
                    </a:lnTo>
                    <a:lnTo>
                      <a:pt x="2930" y="11028"/>
                    </a:lnTo>
                    <a:lnTo>
                      <a:pt x="2909" y="11090"/>
                    </a:lnTo>
                    <a:lnTo>
                      <a:pt x="2993" y="11258"/>
                    </a:lnTo>
                    <a:lnTo>
                      <a:pt x="3076" y="11279"/>
                    </a:lnTo>
                    <a:lnTo>
                      <a:pt x="3118" y="11300"/>
                    </a:lnTo>
                    <a:lnTo>
                      <a:pt x="3034" y="11341"/>
                    </a:lnTo>
                    <a:lnTo>
                      <a:pt x="2993" y="11488"/>
                    </a:lnTo>
                    <a:lnTo>
                      <a:pt x="3014" y="11551"/>
                    </a:lnTo>
                    <a:lnTo>
                      <a:pt x="3181" y="11593"/>
                    </a:lnTo>
                    <a:lnTo>
                      <a:pt x="3244" y="11551"/>
                    </a:lnTo>
                    <a:lnTo>
                      <a:pt x="3348" y="11697"/>
                    </a:lnTo>
                    <a:lnTo>
                      <a:pt x="3348" y="11802"/>
                    </a:lnTo>
                    <a:lnTo>
                      <a:pt x="3286" y="11906"/>
                    </a:lnTo>
                    <a:lnTo>
                      <a:pt x="3181" y="11990"/>
                    </a:lnTo>
                    <a:lnTo>
                      <a:pt x="3223" y="12011"/>
                    </a:lnTo>
                    <a:lnTo>
                      <a:pt x="3286" y="12095"/>
                    </a:lnTo>
                    <a:lnTo>
                      <a:pt x="3369" y="12095"/>
                    </a:lnTo>
                    <a:lnTo>
                      <a:pt x="3495" y="12074"/>
                    </a:lnTo>
                    <a:lnTo>
                      <a:pt x="3537" y="12095"/>
                    </a:lnTo>
                    <a:lnTo>
                      <a:pt x="3725" y="11927"/>
                    </a:lnTo>
                    <a:lnTo>
                      <a:pt x="3830" y="11969"/>
                    </a:lnTo>
                    <a:lnTo>
                      <a:pt x="3871" y="11990"/>
                    </a:lnTo>
                    <a:lnTo>
                      <a:pt x="4039" y="11823"/>
                    </a:lnTo>
                    <a:lnTo>
                      <a:pt x="4123" y="11802"/>
                    </a:lnTo>
                    <a:lnTo>
                      <a:pt x="4227" y="11655"/>
                    </a:lnTo>
                    <a:lnTo>
                      <a:pt x="4290" y="11593"/>
                    </a:lnTo>
                    <a:lnTo>
                      <a:pt x="4332" y="11613"/>
                    </a:lnTo>
                    <a:lnTo>
                      <a:pt x="4290" y="11781"/>
                    </a:lnTo>
                    <a:lnTo>
                      <a:pt x="4269" y="11906"/>
                    </a:lnTo>
                    <a:lnTo>
                      <a:pt x="4290" y="11927"/>
                    </a:lnTo>
                    <a:lnTo>
                      <a:pt x="4395" y="11865"/>
                    </a:lnTo>
                    <a:lnTo>
                      <a:pt x="4478" y="11718"/>
                    </a:lnTo>
                    <a:lnTo>
                      <a:pt x="4583" y="11655"/>
                    </a:lnTo>
                    <a:lnTo>
                      <a:pt x="4687" y="11655"/>
                    </a:lnTo>
                    <a:lnTo>
                      <a:pt x="4813" y="11446"/>
                    </a:lnTo>
                    <a:lnTo>
                      <a:pt x="4876" y="11237"/>
                    </a:lnTo>
                    <a:lnTo>
                      <a:pt x="4855" y="11153"/>
                    </a:lnTo>
                    <a:lnTo>
                      <a:pt x="4876" y="11048"/>
                    </a:lnTo>
                    <a:lnTo>
                      <a:pt x="4792" y="11028"/>
                    </a:lnTo>
                    <a:lnTo>
                      <a:pt x="4750" y="11048"/>
                    </a:lnTo>
                    <a:lnTo>
                      <a:pt x="4667" y="11048"/>
                    </a:lnTo>
                    <a:lnTo>
                      <a:pt x="4541" y="11132"/>
                    </a:lnTo>
                    <a:lnTo>
                      <a:pt x="4478" y="11195"/>
                    </a:lnTo>
                    <a:lnTo>
                      <a:pt x="4374" y="11195"/>
                    </a:lnTo>
                    <a:lnTo>
                      <a:pt x="4457" y="11090"/>
                    </a:lnTo>
                    <a:lnTo>
                      <a:pt x="4478" y="11028"/>
                    </a:lnTo>
                    <a:lnTo>
                      <a:pt x="4374" y="11048"/>
                    </a:lnTo>
                    <a:lnTo>
                      <a:pt x="4353" y="10986"/>
                    </a:lnTo>
                    <a:lnTo>
                      <a:pt x="4374" y="10923"/>
                    </a:lnTo>
                    <a:lnTo>
                      <a:pt x="4457" y="10923"/>
                    </a:lnTo>
                    <a:lnTo>
                      <a:pt x="4499" y="10735"/>
                    </a:lnTo>
                    <a:lnTo>
                      <a:pt x="4562" y="10651"/>
                    </a:lnTo>
                    <a:lnTo>
                      <a:pt x="4541" y="10546"/>
                    </a:lnTo>
                    <a:lnTo>
                      <a:pt x="4395" y="10463"/>
                    </a:lnTo>
                    <a:lnTo>
                      <a:pt x="4185" y="10525"/>
                    </a:lnTo>
                    <a:lnTo>
                      <a:pt x="4060" y="10630"/>
                    </a:lnTo>
                    <a:lnTo>
                      <a:pt x="4123" y="10504"/>
                    </a:lnTo>
                    <a:lnTo>
                      <a:pt x="4039" y="10358"/>
                    </a:lnTo>
                    <a:lnTo>
                      <a:pt x="3892" y="10295"/>
                    </a:lnTo>
                    <a:lnTo>
                      <a:pt x="3830" y="10316"/>
                    </a:lnTo>
                    <a:lnTo>
                      <a:pt x="3767" y="10358"/>
                    </a:lnTo>
                    <a:lnTo>
                      <a:pt x="3725" y="10358"/>
                    </a:lnTo>
                    <a:lnTo>
                      <a:pt x="3599" y="10525"/>
                    </a:lnTo>
                    <a:lnTo>
                      <a:pt x="3495" y="10525"/>
                    </a:lnTo>
                    <a:lnTo>
                      <a:pt x="3558" y="10337"/>
                    </a:lnTo>
                    <a:lnTo>
                      <a:pt x="3453" y="10232"/>
                    </a:lnTo>
                    <a:lnTo>
                      <a:pt x="3809" y="10232"/>
                    </a:lnTo>
                    <a:lnTo>
                      <a:pt x="3830" y="10191"/>
                    </a:lnTo>
                    <a:lnTo>
                      <a:pt x="3725" y="10044"/>
                    </a:lnTo>
                    <a:lnTo>
                      <a:pt x="3767" y="9981"/>
                    </a:lnTo>
                    <a:lnTo>
                      <a:pt x="3830" y="9793"/>
                    </a:lnTo>
                    <a:lnTo>
                      <a:pt x="3830" y="9709"/>
                    </a:lnTo>
                    <a:lnTo>
                      <a:pt x="3934" y="9605"/>
                    </a:lnTo>
                    <a:lnTo>
                      <a:pt x="3934" y="9668"/>
                    </a:lnTo>
                    <a:lnTo>
                      <a:pt x="3955" y="9730"/>
                    </a:lnTo>
                    <a:lnTo>
                      <a:pt x="3934" y="9835"/>
                    </a:lnTo>
                    <a:lnTo>
                      <a:pt x="3871" y="9898"/>
                    </a:lnTo>
                    <a:lnTo>
                      <a:pt x="3934" y="10128"/>
                    </a:lnTo>
                    <a:lnTo>
                      <a:pt x="4164" y="10421"/>
                    </a:lnTo>
                    <a:lnTo>
                      <a:pt x="4332" y="10442"/>
                    </a:lnTo>
                    <a:lnTo>
                      <a:pt x="4353" y="10421"/>
                    </a:lnTo>
                    <a:lnTo>
                      <a:pt x="4478" y="10421"/>
                    </a:lnTo>
                    <a:lnTo>
                      <a:pt x="4771" y="10546"/>
                    </a:lnTo>
                    <a:lnTo>
                      <a:pt x="4813" y="10525"/>
                    </a:lnTo>
                    <a:lnTo>
                      <a:pt x="4897" y="10358"/>
                    </a:lnTo>
                    <a:lnTo>
                      <a:pt x="4980" y="10295"/>
                    </a:lnTo>
                    <a:lnTo>
                      <a:pt x="5022" y="10295"/>
                    </a:lnTo>
                    <a:lnTo>
                      <a:pt x="4980" y="10358"/>
                    </a:lnTo>
                    <a:lnTo>
                      <a:pt x="5064" y="10400"/>
                    </a:lnTo>
                    <a:lnTo>
                      <a:pt x="5169" y="10337"/>
                    </a:lnTo>
                    <a:lnTo>
                      <a:pt x="5190" y="10253"/>
                    </a:lnTo>
                    <a:lnTo>
                      <a:pt x="5211" y="10212"/>
                    </a:lnTo>
                    <a:lnTo>
                      <a:pt x="5273" y="10253"/>
                    </a:lnTo>
                    <a:lnTo>
                      <a:pt x="5399" y="10212"/>
                    </a:lnTo>
                    <a:lnTo>
                      <a:pt x="5399" y="10086"/>
                    </a:lnTo>
                    <a:lnTo>
                      <a:pt x="5545" y="9981"/>
                    </a:lnTo>
                    <a:lnTo>
                      <a:pt x="5545" y="9877"/>
                    </a:lnTo>
                    <a:lnTo>
                      <a:pt x="5524" y="9835"/>
                    </a:lnTo>
                    <a:lnTo>
                      <a:pt x="5420" y="9835"/>
                    </a:lnTo>
                    <a:lnTo>
                      <a:pt x="5524" y="9730"/>
                    </a:lnTo>
                    <a:lnTo>
                      <a:pt x="5545" y="9521"/>
                    </a:lnTo>
                    <a:lnTo>
                      <a:pt x="5713" y="9500"/>
                    </a:lnTo>
                    <a:lnTo>
                      <a:pt x="5943" y="9563"/>
                    </a:lnTo>
                    <a:lnTo>
                      <a:pt x="6027" y="9626"/>
                    </a:lnTo>
                    <a:lnTo>
                      <a:pt x="6173" y="9626"/>
                    </a:lnTo>
                    <a:lnTo>
                      <a:pt x="6278" y="9563"/>
                    </a:lnTo>
                    <a:lnTo>
                      <a:pt x="6382" y="9563"/>
                    </a:lnTo>
                    <a:lnTo>
                      <a:pt x="6466" y="9668"/>
                    </a:lnTo>
                    <a:lnTo>
                      <a:pt x="6571" y="9626"/>
                    </a:lnTo>
                    <a:lnTo>
                      <a:pt x="6675" y="9521"/>
                    </a:lnTo>
                    <a:lnTo>
                      <a:pt x="6759" y="9479"/>
                    </a:lnTo>
                    <a:lnTo>
                      <a:pt x="6759" y="9396"/>
                    </a:lnTo>
                    <a:lnTo>
                      <a:pt x="6633" y="9396"/>
                    </a:lnTo>
                    <a:lnTo>
                      <a:pt x="6278" y="9207"/>
                    </a:lnTo>
                    <a:lnTo>
                      <a:pt x="6257" y="9144"/>
                    </a:lnTo>
                    <a:lnTo>
                      <a:pt x="6340" y="9082"/>
                    </a:lnTo>
                    <a:lnTo>
                      <a:pt x="6445" y="9103"/>
                    </a:lnTo>
                    <a:lnTo>
                      <a:pt x="6487" y="9165"/>
                    </a:lnTo>
                    <a:lnTo>
                      <a:pt x="6592" y="9144"/>
                    </a:lnTo>
                    <a:lnTo>
                      <a:pt x="6780" y="9291"/>
                    </a:lnTo>
                    <a:lnTo>
                      <a:pt x="6864" y="9270"/>
                    </a:lnTo>
                    <a:lnTo>
                      <a:pt x="6989" y="9165"/>
                    </a:lnTo>
                    <a:lnTo>
                      <a:pt x="7073" y="9144"/>
                    </a:lnTo>
                    <a:lnTo>
                      <a:pt x="7115" y="9061"/>
                    </a:lnTo>
                    <a:lnTo>
                      <a:pt x="7094" y="8935"/>
                    </a:lnTo>
                    <a:lnTo>
                      <a:pt x="6968" y="8831"/>
                    </a:lnTo>
                    <a:lnTo>
                      <a:pt x="6884" y="8831"/>
                    </a:lnTo>
                    <a:lnTo>
                      <a:pt x="6864" y="8747"/>
                    </a:lnTo>
                    <a:lnTo>
                      <a:pt x="6738" y="8684"/>
                    </a:lnTo>
                    <a:lnTo>
                      <a:pt x="6738" y="8642"/>
                    </a:lnTo>
                    <a:lnTo>
                      <a:pt x="6864" y="8663"/>
                    </a:lnTo>
                    <a:lnTo>
                      <a:pt x="6947" y="8684"/>
                    </a:lnTo>
                    <a:lnTo>
                      <a:pt x="6968" y="8768"/>
                    </a:lnTo>
                    <a:lnTo>
                      <a:pt x="7031" y="8789"/>
                    </a:lnTo>
                    <a:lnTo>
                      <a:pt x="7156" y="8789"/>
                    </a:lnTo>
                    <a:lnTo>
                      <a:pt x="7198" y="8852"/>
                    </a:lnTo>
                    <a:lnTo>
                      <a:pt x="7387" y="8726"/>
                    </a:lnTo>
                    <a:lnTo>
                      <a:pt x="7428" y="8726"/>
                    </a:lnTo>
                    <a:lnTo>
                      <a:pt x="7470" y="8538"/>
                    </a:lnTo>
                    <a:lnTo>
                      <a:pt x="7596" y="8328"/>
                    </a:lnTo>
                    <a:lnTo>
                      <a:pt x="7596" y="8224"/>
                    </a:lnTo>
                    <a:lnTo>
                      <a:pt x="7512" y="8161"/>
                    </a:lnTo>
                    <a:lnTo>
                      <a:pt x="7387" y="8056"/>
                    </a:lnTo>
                    <a:lnTo>
                      <a:pt x="7198" y="8056"/>
                    </a:lnTo>
                    <a:lnTo>
                      <a:pt x="7094" y="8119"/>
                    </a:lnTo>
                    <a:lnTo>
                      <a:pt x="7094" y="8035"/>
                    </a:lnTo>
                    <a:lnTo>
                      <a:pt x="7219" y="7994"/>
                    </a:lnTo>
                    <a:lnTo>
                      <a:pt x="7366" y="7994"/>
                    </a:lnTo>
                    <a:lnTo>
                      <a:pt x="7387" y="7931"/>
                    </a:lnTo>
                    <a:lnTo>
                      <a:pt x="7198" y="7784"/>
                    </a:lnTo>
                    <a:lnTo>
                      <a:pt x="7115" y="7743"/>
                    </a:lnTo>
                    <a:lnTo>
                      <a:pt x="7010" y="7743"/>
                    </a:lnTo>
                    <a:lnTo>
                      <a:pt x="6968" y="7722"/>
                    </a:lnTo>
                    <a:lnTo>
                      <a:pt x="6947" y="7743"/>
                    </a:lnTo>
                    <a:lnTo>
                      <a:pt x="6843" y="7784"/>
                    </a:lnTo>
                    <a:lnTo>
                      <a:pt x="6801" y="7743"/>
                    </a:lnTo>
                    <a:lnTo>
                      <a:pt x="6780" y="7784"/>
                    </a:lnTo>
                    <a:lnTo>
                      <a:pt x="6675" y="7784"/>
                    </a:lnTo>
                    <a:lnTo>
                      <a:pt x="6675" y="7701"/>
                    </a:lnTo>
                    <a:lnTo>
                      <a:pt x="6696" y="7638"/>
                    </a:lnTo>
                    <a:lnTo>
                      <a:pt x="6487" y="7533"/>
                    </a:lnTo>
                    <a:lnTo>
                      <a:pt x="6466" y="7491"/>
                    </a:lnTo>
                    <a:lnTo>
                      <a:pt x="6466" y="7491"/>
                    </a:lnTo>
                    <a:lnTo>
                      <a:pt x="6571" y="7533"/>
                    </a:lnTo>
                    <a:lnTo>
                      <a:pt x="6759" y="7575"/>
                    </a:lnTo>
                    <a:lnTo>
                      <a:pt x="6843" y="7617"/>
                    </a:lnTo>
                    <a:lnTo>
                      <a:pt x="6801" y="7701"/>
                    </a:lnTo>
                    <a:lnTo>
                      <a:pt x="6801" y="7701"/>
                    </a:lnTo>
                    <a:lnTo>
                      <a:pt x="6989" y="7638"/>
                    </a:lnTo>
                    <a:lnTo>
                      <a:pt x="7198" y="7638"/>
                    </a:lnTo>
                    <a:lnTo>
                      <a:pt x="7324" y="7743"/>
                    </a:lnTo>
                    <a:lnTo>
                      <a:pt x="7366" y="7722"/>
                    </a:lnTo>
                    <a:lnTo>
                      <a:pt x="7387" y="7596"/>
                    </a:lnTo>
                    <a:lnTo>
                      <a:pt x="7115" y="7512"/>
                    </a:lnTo>
                    <a:lnTo>
                      <a:pt x="6905" y="7491"/>
                    </a:lnTo>
                    <a:lnTo>
                      <a:pt x="6759" y="7429"/>
                    </a:lnTo>
                    <a:lnTo>
                      <a:pt x="6780" y="7387"/>
                    </a:lnTo>
                    <a:lnTo>
                      <a:pt x="6884" y="7366"/>
                    </a:lnTo>
                    <a:lnTo>
                      <a:pt x="6989" y="7429"/>
                    </a:lnTo>
                    <a:lnTo>
                      <a:pt x="7219" y="7491"/>
                    </a:lnTo>
                    <a:lnTo>
                      <a:pt x="7408" y="7491"/>
                    </a:lnTo>
                    <a:lnTo>
                      <a:pt x="7470" y="7596"/>
                    </a:lnTo>
                    <a:lnTo>
                      <a:pt x="7470" y="7722"/>
                    </a:lnTo>
                    <a:lnTo>
                      <a:pt x="7491" y="7805"/>
                    </a:lnTo>
                    <a:lnTo>
                      <a:pt x="7638" y="7910"/>
                    </a:lnTo>
                    <a:lnTo>
                      <a:pt x="7805" y="7952"/>
                    </a:lnTo>
                    <a:lnTo>
                      <a:pt x="7889" y="8035"/>
                    </a:lnTo>
                    <a:lnTo>
                      <a:pt x="7910" y="8035"/>
                    </a:lnTo>
                    <a:lnTo>
                      <a:pt x="7993" y="7994"/>
                    </a:lnTo>
                    <a:lnTo>
                      <a:pt x="7952" y="7847"/>
                    </a:lnTo>
                    <a:lnTo>
                      <a:pt x="7993" y="7743"/>
                    </a:lnTo>
                    <a:lnTo>
                      <a:pt x="7952" y="7701"/>
                    </a:lnTo>
                    <a:lnTo>
                      <a:pt x="8056" y="7617"/>
                    </a:lnTo>
                    <a:lnTo>
                      <a:pt x="7993" y="7575"/>
                    </a:lnTo>
                    <a:lnTo>
                      <a:pt x="7680" y="7491"/>
                    </a:lnTo>
                    <a:lnTo>
                      <a:pt x="7554" y="7512"/>
                    </a:lnTo>
                    <a:lnTo>
                      <a:pt x="7512" y="7512"/>
                    </a:lnTo>
                    <a:lnTo>
                      <a:pt x="7408" y="7408"/>
                    </a:lnTo>
                    <a:lnTo>
                      <a:pt x="7282" y="7387"/>
                    </a:lnTo>
                    <a:lnTo>
                      <a:pt x="7198" y="7282"/>
                    </a:lnTo>
                    <a:lnTo>
                      <a:pt x="7115" y="7282"/>
                    </a:lnTo>
                    <a:lnTo>
                      <a:pt x="7073" y="7324"/>
                    </a:lnTo>
                    <a:lnTo>
                      <a:pt x="6989" y="7324"/>
                    </a:lnTo>
                    <a:lnTo>
                      <a:pt x="7010" y="7219"/>
                    </a:lnTo>
                    <a:lnTo>
                      <a:pt x="6864" y="7178"/>
                    </a:lnTo>
                    <a:lnTo>
                      <a:pt x="6843" y="7094"/>
                    </a:lnTo>
                    <a:lnTo>
                      <a:pt x="6947" y="7073"/>
                    </a:lnTo>
                    <a:lnTo>
                      <a:pt x="6989" y="7115"/>
                    </a:lnTo>
                    <a:lnTo>
                      <a:pt x="7094" y="7157"/>
                    </a:lnTo>
                    <a:lnTo>
                      <a:pt x="7156" y="7073"/>
                    </a:lnTo>
                    <a:lnTo>
                      <a:pt x="7115" y="7010"/>
                    </a:lnTo>
                    <a:lnTo>
                      <a:pt x="7156" y="6968"/>
                    </a:lnTo>
                    <a:lnTo>
                      <a:pt x="7219" y="7052"/>
                    </a:lnTo>
                    <a:lnTo>
                      <a:pt x="7219" y="7178"/>
                    </a:lnTo>
                    <a:lnTo>
                      <a:pt x="7324" y="7219"/>
                    </a:lnTo>
                    <a:lnTo>
                      <a:pt x="7638" y="7303"/>
                    </a:lnTo>
                    <a:lnTo>
                      <a:pt x="7700" y="7261"/>
                    </a:lnTo>
                    <a:lnTo>
                      <a:pt x="7554" y="7052"/>
                    </a:lnTo>
                    <a:lnTo>
                      <a:pt x="7408" y="6989"/>
                    </a:lnTo>
                    <a:lnTo>
                      <a:pt x="7303" y="6947"/>
                    </a:lnTo>
                    <a:lnTo>
                      <a:pt x="7303" y="6864"/>
                    </a:lnTo>
                    <a:lnTo>
                      <a:pt x="7324" y="6801"/>
                    </a:lnTo>
                    <a:lnTo>
                      <a:pt x="7408" y="6906"/>
                    </a:lnTo>
                    <a:lnTo>
                      <a:pt x="7554" y="6906"/>
                    </a:lnTo>
                    <a:lnTo>
                      <a:pt x="7638" y="6968"/>
                    </a:lnTo>
                    <a:lnTo>
                      <a:pt x="7680" y="7073"/>
                    </a:lnTo>
                    <a:lnTo>
                      <a:pt x="7721" y="7052"/>
                    </a:lnTo>
                    <a:lnTo>
                      <a:pt x="7805" y="7157"/>
                    </a:lnTo>
                    <a:lnTo>
                      <a:pt x="7910" y="7199"/>
                    </a:lnTo>
                    <a:lnTo>
                      <a:pt x="7952" y="7261"/>
                    </a:lnTo>
                    <a:lnTo>
                      <a:pt x="8014" y="7282"/>
                    </a:lnTo>
                    <a:lnTo>
                      <a:pt x="8077" y="7178"/>
                    </a:lnTo>
                    <a:lnTo>
                      <a:pt x="8203" y="7178"/>
                    </a:lnTo>
                    <a:lnTo>
                      <a:pt x="8307" y="7282"/>
                    </a:lnTo>
                    <a:lnTo>
                      <a:pt x="8349" y="7261"/>
                    </a:lnTo>
                    <a:lnTo>
                      <a:pt x="8349" y="7157"/>
                    </a:lnTo>
                    <a:lnTo>
                      <a:pt x="8412" y="7157"/>
                    </a:lnTo>
                    <a:lnTo>
                      <a:pt x="8516" y="7261"/>
                    </a:lnTo>
                    <a:lnTo>
                      <a:pt x="8642" y="7261"/>
                    </a:lnTo>
                    <a:lnTo>
                      <a:pt x="8684" y="7199"/>
                    </a:lnTo>
                    <a:lnTo>
                      <a:pt x="8684" y="6885"/>
                    </a:lnTo>
                    <a:lnTo>
                      <a:pt x="8433" y="6634"/>
                    </a:lnTo>
                    <a:lnTo>
                      <a:pt x="8349" y="6634"/>
                    </a:lnTo>
                    <a:lnTo>
                      <a:pt x="8307" y="6655"/>
                    </a:lnTo>
                    <a:lnTo>
                      <a:pt x="8224" y="6634"/>
                    </a:lnTo>
                    <a:lnTo>
                      <a:pt x="8244" y="6571"/>
                    </a:lnTo>
                    <a:lnTo>
                      <a:pt x="8433" y="6550"/>
                    </a:lnTo>
                    <a:lnTo>
                      <a:pt x="8516" y="6571"/>
                    </a:lnTo>
                    <a:lnTo>
                      <a:pt x="8558" y="6550"/>
                    </a:lnTo>
                    <a:lnTo>
                      <a:pt x="8642" y="6592"/>
                    </a:lnTo>
                    <a:lnTo>
                      <a:pt x="8642" y="6696"/>
                    </a:lnTo>
                    <a:lnTo>
                      <a:pt x="8684" y="6759"/>
                    </a:lnTo>
                    <a:lnTo>
                      <a:pt x="8851" y="6780"/>
                    </a:lnTo>
                    <a:lnTo>
                      <a:pt x="8851" y="6968"/>
                    </a:lnTo>
                    <a:lnTo>
                      <a:pt x="8893" y="7052"/>
                    </a:lnTo>
                    <a:lnTo>
                      <a:pt x="8998" y="7052"/>
                    </a:lnTo>
                    <a:lnTo>
                      <a:pt x="9060" y="7094"/>
                    </a:lnTo>
                    <a:lnTo>
                      <a:pt x="9353" y="7115"/>
                    </a:lnTo>
                    <a:lnTo>
                      <a:pt x="9500" y="7115"/>
                    </a:lnTo>
                    <a:lnTo>
                      <a:pt x="9688" y="6947"/>
                    </a:lnTo>
                    <a:lnTo>
                      <a:pt x="9709" y="6864"/>
                    </a:lnTo>
                    <a:lnTo>
                      <a:pt x="9605" y="6801"/>
                    </a:lnTo>
                    <a:lnTo>
                      <a:pt x="9563" y="6843"/>
                    </a:lnTo>
                    <a:lnTo>
                      <a:pt x="9500" y="6780"/>
                    </a:lnTo>
                    <a:lnTo>
                      <a:pt x="9563" y="6759"/>
                    </a:lnTo>
                    <a:lnTo>
                      <a:pt x="9709" y="6696"/>
                    </a:lnTo>
                    <a:lnTo>
                      <a:pt x="9835" y="6738"/>
                    </a:lnTo>
                    <a:lnTo>
                      <a:pt x="9981" y="6675"/>
                    </a:lnTo>
                    <a:lnTo>
                      <a:pt x="10002" y="6571"/>
                    </a:lnTo>
                    <a:lnTo>
                      <a:pt x="9918" y="6466"/>
                    </a:lnTo>
                    <a:lnTo>
                      <a:pt x="9625" y="6466"/>
                    </a:lnTo>
                    <a:lnTo>
                      <a:pt x="9395" y="6424"/>
                    </a:lnTo>
                    <a:lnTo>
                      <a:pt x="9416" y="6362"/>
                    </a:lnTo>
                    <a:lnTo>
                      <a:pt x="9521" y="6362"/>
                    </a:lnTo>
                    <a:lnTo>
                      <a:pt x="9563" y="6257"/>
                    </a:lnTo>
                    <a:lnTo>
                      <a:pt x="9605" y="6278"/>
                    </a:lnTo>
                    <a:lnTo>
                      <a:pt x="9625" y="6383"/>
                    </a:lnTo>
                    <a:lnTo>
                      <a:pt x="9709" y="6383"/>
                    </a:lnTo>
                    <a:lnTo>
                      <a:pt x="9772" y="6341"/>
                    </a:lnTo>
                    <a:lnTo>
                      <a:pt x="9981" y="6424"/>
                    </a:lnTo>
                    <a:lnTo>
                      <a:pt x="10044" y="6362"/>
                    </a:lnTo>
                    <a:lnTo>
                      <a:pt x="10149" y="6445"/>
                    </a:lnTo>
                    <a:lnTo>
                      <a:pt x="10211" y="6445"/>
                    </a:lnTo>
                    <a:lnTo>
                      <a:pt x="10316" y="6320"/>
                    </a:lnTo>
                    <a:lnTo>
                      <a:pt x="10295" y="6236"/>
                    </a:lnTo>
                    <a:lnTo>
                      <a:pt x="10149" y="6152"/>
                    </a:lnTo>
                    <a:lnTo>
                      <a:pt x="10211" y="6048"/>
                    </a:lnTo>
                    <a:lnTo>
                      <a:pt x="10253" y="6006"/>
                    </a:lnTo>
                    <a:lnTo>
                      <a:pt x="10232" y="5839"/>
                    </a:lnTo>
                    <a:lnTo>
                      <a:pt x="10316" y="5901"/>
                    </a:lnTo>
                    <a:lnTo>
                      <a:pt x="10316" y="6006"/>
                    </a:lnTo>
                    <a:lnTo>
                      <a:pt x="10253" y="6069"/>
                    </a:lnTo>
                    <a:lnTo>
                      <a:pt x="10295" y="6152"/>
                    </a:lnTo>
                    <a:lnTo>
                      <a:pt x="10358" y="6173"/>
                    </a:lnTo>
                    <a:lnTo>
                      <a:pt x="10441" y="6111"/>
                    </a:lnTo>
                    <a:lnTo>
                      <a:pt x="10734" y="6111"/>
                    </a:lnTo>
                    <a:lnTo>
                      <a:pt x="10776" y="6027"/>
                    </a:lnTo>
                    <a:lnTo>
                      <a:pt x="10923" y="5922"/>
                    </a:lnTo>
                    <a:lnTo>
                      <a:pt x="10881" y="5797"/>
                    </a:lnTo>
                    <a:lnTo>
                      <a:pt x="10944" y="5755"/>
                    </a:lnTo>
                    <a:lnTo>
                      <a:pt x="11048" y="5755"/>
                    </a:lnTo>
                    <a:lnTo>
                      <a:pt x="11132" y="5650"/>
                    </a:lnTo>
                    <a:lnTo>
                      <a:pt x="11216" y="5692"/>
                    </a:lnTo>
                    <a:lnTo>
                      <a:pt x="11299" y="5629"/>
                    </a:lnTo>
                    <a:lnTo>
                      <a:pt x="11550" y="5608"/>
                    </a:lnTo>
                    <a:lnTo>
                      <a:pt x="11613" y="5483"/>
                    </a:lnTo>
                    <a:lnTo>
                      <a:pt x="11822" y="5420"/>
                    </a:lnTo>
                    <a:lnTo>
                      <a:pt x="11927" y="5336"/>
                    </a:lnTo>
                    <a:lnTo>
                      <a:pt x="12073" y="5336"/>
                    </a:lnTo>
                    <a:lnTo>
                      <a:pt x="12136" y="5315"/>
                    </a:lnTo>
                    <a:lnTo>
                      <a:pt x="12262" y="5315"/>
                    </a:lnTo>
                    <a:lnTo>
                      <a:pt x="12429" y="5232"/>
                    </a:lnTo>
                    <a:lnTo>
                      <a:pt x="12555" y="5106"/>
                    </a:lnTo>
                    <a:lnTo>
                      <a:pt x="12659" y="5085"/>
                    </a:lnTo>
                    <a:lnTo>
                      <a:pt x="12743" y="4960"/>
                    </a:lnTo>
                    <a:lnTo>
                      <a:pt x="12952" y="4918"/>
                    </a:lnTo>
                    <a:lnTo>
                      <a:pt x="13036" y="4876"/>
                    </a:lnTo>
                    <a:lnTo>
                      <a:pt x="13224" y="4771"/>
                    </a:lnTo>
                    <a:lnTo>
                      <a:pt x="13308" y="4604"/>
                    </a:lnTo>
                    <a:lnTo>
                      <a:pt x="13371" y="4458"/>
                    </a:lnTo>
                    <a:lnTo>
                      <a:pt x="13182" y="4458"/>
                    </a:lnTo>
                    <a:lnTo>
                      <a:pt x="13057" y="4478"/>
                    </a:lnTo>
                    <a:lnTo>
                      <a:pt x="12973" y="4437"/>
                    </a:lnTo>
                    <a:lnTo>
                      <a:pt x="12848" y="4458"/>
                    </a:lnTo>
                    <a:lnTo>
                      <a:pt x="12659" y="4646"/>
                    </a:lnTo>
                    <a:lnTo>
                      <a:pt x="12387" y="4667"/>
                    </a:lnTo>
                    <a:lnTo>
                      <a:pt x="11927" y="4709"/>
                    </a:lnTo>
                    <a:lnTo>
                      <a:pt x="11801" y="4688"/>
                    </a:lnTo>
                    <a:lnTo>
                      <a:pt x="11488" y="4688"/>
                    </a:lnTo>
                    <a:lnTo>
                      <a:pt x="11299" y="4771"/>
                    </a:lnTo>
                    <a:lnTo>
                      <a:pt x="11299" y="4667"/>
                    </a:lnTo>
                    <a:lnTo>
                      <a:pt x="11174" y="4667"/>
                    </a:lnTo>
                    <a:lnTo>
                      <a:pt x="11216" y="4562"/>
                    </a:lnTo>
                    <a:lnTo>
                      <a:pt x="11362" y="4562"/>
                    </a:lnTo>
                    <a:lnTo>
                      <a:pt x="11446" y="4583"/>
                    </a:lnTo>
                    <a:lnTo>
                      <a:pt x="11550" y="4541"/>
                    </a:lnTo>
                    <a:lnTo>
                      <a:pt x="11571" y="4604"/>
                    </a:lnTo>
                    <a:lnTo>
                      <a:pt x="11718" y="4604"/>
                    </a:lnTo>
                    <a:lnTo>
                      <a:pt x="11906" y="4583"/>
                    </a:lnTo>
                    <a:lnTo>
                      <a:pt x="12032" y="4583"/>
                    </a:lnTo>
                    <a:lnTo>
                      <a:pt x="12346" y="4541"/>
                    </a:lnTo>
                    <a:lnTo>
                      <a:pt x="12848" y="4332"/>
                    </a:lnTo>
                    <a:lnTo>
                      <a:pt x="12931" y="4269"/>
                    </a:lnTo>
                    <a:lnTo>
                      <a:pt x="12848" y="4186"/>
                    </a:lnTo>
                    <a:lnTo>
                      <a:pt x="12638" y="4144"/>
                    </a:lnTo>
                    <a:lnTo>
                      <a:pt x="12262" y="4081"/>
                    </a:lnTo>
                    <a:lnTo>
                      <a:pt x="12199" y="3976"/>
                    </a:lnTo>
                    <a:lnTo>
                      <a:pt x="12199" y="3976"/>
                    </a:lnTo>
                    <a:lnTo>
                      <a:pt x="12346" y="4060"/>
                    </a:lnTo>
                    <a:lnTo>
                      <a:pt x="12450" y="4039"/>
                    </a:lnTo>
                    <a:lnTo>
                      <a:pt x="12450" y="3976"/>
                    </a:lnTo>
                    <a:lnTo>
                      <a:pt x="12325" y="3851"/>
                    </a:lnTo>
                    <a:lnTo>
                      <a:pt x="12304" y="3725"/>
                    </a:lnTo>
                    <a:lnTo>
                      <a:pt x="12408" y="3851"/>
                    </a:lnTo>
                    <a:lnTo>
                      <a:pt x="12597" y="4060"/>
                    </a:lnTo>
                    <a:lnTo>
                      <a:pt x="12638" y="4060"/>
                    </a:lnTo>
                    <a:lnTo>
                      <a:pt x="12722" y="4018"/>
                    </a:lnTo>
                    <a:lnTo>
                      <a:pt x="12764" y="4081"/>
                    </a:lnTo>
                    <a:lnTo>
                      <a:pt x="12973" y="4081"/>
                    </a:lnTo>
                    <a:lnTo>
                      <a:pt x="13057" y="4144"/>
                    </a:lnTo>
                    <a:lnTo>
                      <a:pt x="13141" y="4144"/>
                    </a:lnTo>
                    <a:lnTo>
                      <a:pt x="13287" y="4165"/>
                    </a:lnTo>
                    <a:lnTo>
                      <a:pt x="13371" y="4123"/>
                    </a:lnTo>
                    <a:lnTo>
                      <a:pt x="13308" y="4081"/>
                    </a:lnTo>
                    <a:lnTo>
                      <a:pt x="13162" y="4060"/>
                    </a:lnTo>
                    <a:lnTo>
                      <a:pt x="13162" y="3976"/>
                    </a:lnTo>
                    <a:lnTo>
                      <a:pt x="13350" y="4018"/>
                    </a:lnTo>
                    <a:lnTo>
                      <a:pt x="13475" y="4060"/>
                    </a:lnTo>
                    <a:lnTo>
                      <a:pt x="13601" y="4165"/>
                    </a:lnTo>
                    <a:lnTo>
                      <a:pt x="13664" y="4144"/>
                    </a:lnTo>
                    <a:lnTo>
                      <a:pt x="13706" y="4018"/>
                    </a:lnTo>
                    <a:lnTo>
                      <a:pt x="13810" y="4081"/>
                    </a:lnTo>
                    <a:lnTo>
                      <a:pt x="13978" y="4081"/>
                    </a:lnTo>
                    <a:lnTo>
                      <a:pt x="14124" y="4039"/>
                    </a:lnTo>
                    <a:lnTo>
                      <a:pt x="14229" y="4018"/>
                    </a:lnTo>
                    <a:lnTo>
                      <a:pt x="14354" y="3914"/>
                    </a:lnTo>
                    <a:lnTo>
                      <a:pt x="14710" y="3746"/>
                    </a:lnTo>
                    <a:lnTo>
                      <a:pt x="14794" y="3662"/>
                    </a:lnTo>
                    <a:lnTo>
                      <a:pt x="14794" y="3621"/>
                    </a:lnTo>
                    <a:lnTo>
                      <a:pt x="14877" y="3600"/>
                    </a:lnTo>
                    <a:lnTo>
                      <a:pt x="15003" y="3621"/>
                    </a:lnTo>
                    <a:lnTo>
                      <a:pt x="15045" y="3558"/>
                    </a:lnTo>
                    <a:lnTo>
                      <a:pt x="15275" y="3432"/>
                    </a:lnTo>
                    <a:lnTo>
                      <a:pt x="15400" y="3181"/>
                    </a:lnTo>
                    <a:lnTo>
                      <a:pt x="15463" y="2909"/>
                    </a:lnTo>
                    <a:lnTo>
                      <a:pt x="15442" y="2721"/>
                    </a:lnTo>
                    <a:lnTo>
                      <a:pt x="15379" y="2595"/>
                    </a:lnTo>
                    <a:lnTo>
                      <a:pt x="15233" y="2512"/>
                    </a:lnTo>
                    <a:lnTo>
                      <a:pt x="15149" y="2512"/>
                    </a:lnTo>
                    <a:lnTo>
                      <a:pt x="15128" y="2554"/>
                    </a:lnTo>
                    <a:lnTo>
                      <a:pt x="15024" y="2554"/>
                    </a:lnTo>
                    <a:lnTo>
                      <a:pt x="14961" y="2658"/>
                    </a:lnTo>
                    <a:lnTo>
                      <a:pt x="14877" y="2700"/>
                    </a:lnTo>
                    <a:lnTo>
                      <a:pt x="14835" y="2658"/>
                    </a:lnTo>
                    <a:lnTo>
                      <a:pt x="14961" y="2470"/>
                    </a:lnTo>
                    <a:lnTo>
                      <a:pt x="15003" y="2386"/>
                    </a:lnTo>
                    <a:lnTo>
                      <a:pt x="15107" y="2302"/>
                    </a:lnTo>
                    <a:lnTo>
                      <a:pt x="15128" y="2156"/>
                    </a:lnTo>
                    <a:lnTo>
                      <a:pt x="15066" y="2051"/>
                    </a:lnTo>
                    <a:lnTo>
                      <a:pt x="15024" y="2030"/>
                    </a:lnTo>
                    <a:lnTo>
                      <a:pt x="15107" y="1968"/>
                    </a:lnTo>
                    <a:lnTo>
                      <a:pt x="15170" y="1737"/>
                    </a:lnTo>
                    <a:lnTo>
                      <a:pt x="15066" y="1717"/>
                    </a:lnTo>
                    <a:lnTo>
                      <a:pt x="14940" y="1737"/>
                    </a:lnTo>
                    <a:lnTo>
                      <a:pt x="14919" y="1842"/>
                    </a:lnTo>
                    <a:lnTo>
                      <a:pt x="14856" y="1884"/>
                    </a:lnTo>
                    <a:lnTo>
                      <a:pt x="14794" y="1926"/>
                    </a:lnTo>
                    <a:lnTo>
                      <a:pt x="14731" y="1863"/>
                    </a:lnTo>
                    <a:lnTo>
                      <a:pt x="14794" y="1779"/>
                    </a:lnTo>
                    <a:lnTo>
                      <a:pt x="14794" y="1717"/>
                    </a:lnTo>
                    <a:lnTo>
                      <a:pt x="14835" y="1633"/>
                    </a:lnTo>
                    <a:lnTo>
                      <a:pt x="14814" y="1570"/>
                    </a:lnTo>
                    <a:lnTo>
                      <a:pt x="14689" y="1654"/>
                    </a:lnTo>
                    <a:lnTo>
                      <a:pt x="14626" y="1779"/>
                    </a:lnTo>
                    <a:lnTo>
                      <a:pt x="14584" y="1821"/>
                    </a:lnTo>
                    <a:lnTo>
                      <a:pt x="14522" y="1758"/>
                    </a:lnTo>
                    <a:lnTo>
                      <a:pt x="14584" y="1633"/>
                    </a:lnTo>
                    <a:lnTo>
                      <a:pt x="14542" y="1549"/>
                    </a:lnTo>
                    <a:lnTo>
                      <a:pt x="14417" y="1549"/>
                    </a:lnTo>
                    <a:lnTo>
                      <a:pt x="14270" y="1633"/>
                    </a:lnTo>
                    <a:lnTo>
                      <a:pt x="14208" y="1737"/>
                    </a:lnTo>
                    <a:lnTo>
                      <a:pt x="14082" y="1737"/>
                    </a:lnTo>
                    <a:lnTo>
                      <a:pt x="14019" y="1779"/>
                    </a:lnTo>
                    <a:lnTo>
                      <a:pt x="13978" y="1884"/>
                    </a:lnTo>
                    <a:lnTo>
                      <a:pt x="13894" y="1884"/>
                    </a:lnTo>
                    <a:lnTo>
                      <a:pt x="13789" y="1842"/>
                    </a:lnTo>
                    <a:lnTo>
                      <a:pt x="13580" y="1821"/>
                    </a:lnTo>
                    <a:lnTo>
                      <a:pt x="13308" y="1821"/>
                    </a:lnTo>
                    <a:lnTo>
                      <a:pt x="13496" y="1758"/>
                    </a:lnTo>
                    <a:lnTo>
                      <a:pt x="13559" y="1717"/>
                    </a:lnTo>
                    <a:lnTo>
                      <a:pt x="13643" y="1737"/>
                    </a:lnTo>
                    <a:lnTo>
                      <a:pt x="13747" y="1737"/>
                    </a:lnTo>
                    <a:lnTo>
                      <a:pt x="13894" y="1654"/>
                    </a:lnTo>
                    <a:lnTo>
                      <a:pt x="14019" y="1633"/>
                    </a:lnTo>
                    <a:lnTo>
                      <a:pt x="14124" y="1507"/>
                    </a:lnTo>
                    <a:lnTo>
                      <a:pt x="14333" y="1403"/>
                    </a:lnTo>
                    <a:lnTo>
                      <a:pt x="14396" y="1340"/>
                    </a:lnTo>
                    <a:lnTo>
                      <a:pt x="14354" y="1298"/>
                    </a:lnTo>
                    <a:lnTo>
                      <a:pt x="14270" y="1298"/>
                    </a:lnTo>
                    <a:lnTo>
                      <a:pt x="14061" y="1152"/>
                    </a:lnTo>
                    <a:lnTo>
                      <a:pt x="14019" y="1089"/>
                    </a:lnTo>
                    <a:lnTo>
                      <a:pt x="13978" y="1089"/>
                    </a:lnTo>
                    <a:lnTo>
                      <a:pt x="13873" y="1131"/>
                    </a:lnTo>
                    <a:lnTo>
                      <a:pt x="13810" y="1193"/>
                    </a:lnTo>
                    <a:lnTo>
                      <a:pt x="13747" y="1152"/>
                    </a:lnTo>
                    <a:lnTo>
                      <a:pt x="13706" y="1089"/>
                    </a:lnTo>
                    <a:lnTo>
                      <a:pt x="13789" y="1005"/>
                    </a:lnTo>
                    <a:lnTo>
                      <a:pt x="13768" y="921"/>
                    </a:lnTo>
                    <a:lnTo>
                      <a:pt x="13601" y="942"/>
                    </a:lnTo>
                    <a:lnTo>
                      <a:pt x="13538" y="1047"/>
                    </a:lnTo>
                    <a:lnTo>
                      <a:pt x="13454" y="1026"/>
                    </a:lnTo>
                    <a:lnTo>
                      <a:pt x="13454" y="901"/>
                    </a:lnTo>
                    <a:lnTo>
                      <a:pt x="13308" y="942"/>
                    </a:lnTo>
                    <a:lnTo>
                      <a:pt x="13266" y="1005"/>
                    </a:lnTo>
                    <a:lnTo>
                      <a:pt x="13224" y="921"/>
                    </a:lnTo>
                    <a:lnTo>
                      <a:pt x="13287" y="838"/>
                    </a:lnTo>
                    <a:lnTo>
                      <a:pt x="13245" y="775"/>
                    </a:lnTo>
                    <a:lnTo>
                      <a:pt x="13308" y="775"/>
                    </a:lnTo>
                    <a:lnTo>
                      <a:pt x="13371" y="691"/>
                    </a:lnTo>
                    <a:lnTo>
                      <a:pt x="13287" y="608"/>
                    </a:lnTo>
                    <a:lnTo>
                      <a:pt x="13078" y="587"/>
                    </a:lnTo>
                    <a:lnTo>
                      <a:pt x="12910" y="503"/>
                    </a:lnTo>
                    <a:lnTo>
                      <a:pt x="12785" y="524"/>
                    </a:lnTo>
                    <a:lnTo>
                      <a:pt x="12659" y="629"/>
                    </a:lnTo>
                    <a:lnTo>
                      <a:pt x="12638" y="733"/>
                    </a:lnTo>
                    <a:lnTo>
                      <a:pt x="12597" y="775"/>
                    </a:lnTo>
                    <a:lnTo>
                      <a:pt x="12513" y="670"/>
                    </a:lnTo>
                    <a:lnTo>
                      <a:pt x="12638" y="524"/>
                    </a:lnTo>
                    <a:lnTo>
                      <a:pt x="12659" y="461"/>
                    </a:lnTo>
                    <a:lnTo>
                      <a:pt x="12513" y="461"/>
                    </a:lnTo>
                    <a:lnTo>
                      <a:pt x="12387" y="377"/>
                    </a:lnTo>
                    <a:lnTo>
                      <a:pt x="12262" y="377"/>
                    </a:lnTo>
                    <a:lnTo>
                      <a:pt x="12199" y="482"/>
                    </a:lnTo>
                    <a:lnTo>
                      <a:pt x="12011" y="608"/>
                    </a:lnTo>
                    <a:lnTo>
                      <a:pt x="11885" y="733"/>
                    </a:lnTo>
                    <a:lnTo>
                      <a:pt x="11801" y="775"/>
                    </a:lnTo>
                    <a:lnTo>
                      <a:pt x="11781" y="712"/>
                    </a:lnTo>
                    <a:lnTo>
                      <a:pt x="11822" y="587"/>
                    </a:lnTo>
                    <a:lnTo>
                      <a:pt x="11822" y="419"/>
                    </a:lnTo>
                    <a:lnTo>
                      <a:pt x="11781" y="377"/>
                    </a:lnTo>
                    <a:lnTo>
                      <a:pt x="11739" y="273"/>
                    </a:lnTo>
                    <a:lnTo>
                      <a:pt x="11592" y="189"/>
                    </a:lnTo>
                    <a:lnTo>
                      <a:pt x="11467" y="210"/>
                    </a:lnTo>
                    <a:lnTo>
                      <a:pt x="11341" y="189"/>
                    </a:lnTo>
                    <a:lnTo>
                      <a:pt x="11278" y="85"/>
                    </a:lnTo>
                    <a:lnTo>
                      <a:pt x="11153" y="64"/>
                    </a:lnTo>
                    <a:lnTo>
                      <a:pt x="10985" y="105"/>
                    </a:lnTo>
                    <a:lnTo>
                      <a:pt x="10881" y="85"/>
                    </a:lnTo>
                    <a:lnTo>
                      <a:pt x="10818" y="64"/>
                    </a:lnTo>
                    <a:lnTo>
                      <a:pt x="10734" y="1"/>
                    </a:lnTo>
                    <a:lnTo>
                      <a:pt x="10651" y="64"/>
                    </a:lnTo>
                    <a:lnTo>
                      <a:pt x="10630" y="210"/>
                    </a:lnTo>
                    <a:lnTo>
                      <a:pt x="10734" y="461"/>
                    </a:lnTo>
                    <a:lnTo>
                      <a:pt x="10651" y="670"/>
                    </a:lnTo>
                    <a:lnTo>
                      <a:pt x="10651" y="817"/>
                    </a:lnTo>
                    <a:lnTo>
                      <a:pt x="10609" y="880"/>
                    </a:lnTo>
                    <a:lnTo>
                      <a:pt x="10525" y="838"/>
                    </a:lnTo>
                    <a:lnTo>
                      <a:pt x="10400" y="880"/>
                    </a:lnTo>
                    <a:lnTo>
                      <a:pt x="10337" y="817"/>
                    </a:lnTo>
                    <a:lnTo>
                      <a:pt x="10421" y="733"/>
                    </a:lnTo>
                    <a:lnTo>
                      <a:pt x="10358" y="566"/>
                    </a:lnTo>
                    <a:lnTo>
                      <a:pt x="10421" y="461"/>
                    </a:lnTo>
                    <a:lnTo>
                      <a:pt x="10441" y="315"/>
                    </a:lnTo>
                    <a:lnTo>
                      <a:pt x="10400" y="273"/>
                    </a:lnTo>
                    <a:lnTo>
                      <a:pt x="10232" y="398"/>
                    </a:lnTo>
                    <a:lnTo>
                      <a:pt x="10232" y="461"/>
                    </a:lnTo>
                    <a:lnTo>
                      <a:pt x="10149" y="482"/>
                    </a:lnTo>
                    <a:lnTo>
                      <a:pt x="10107" y="419"/>
                    </a:lnTo>
                    <a:lnTo>
                      <a:pt x="10149" y="273"/>
                    </a:lnTo>
                    <a:lnTo>
                      <a:pt x="10107" y="210"/>
                    </a:lnTo>
                    <a:lnTo>
                      <a:pt x="10044" y="252"/>
                    </a:lnTo>
                    <a:lnTo>
                      <a:pt x="9981" y="398"/>
                    </a:lnTo>
                    <a:lnTo>
                      <a:pt x="9897" y="398"/>
                    </a:lnTo>
                    <a:lnTo>
                      <a:pt x="9877" y="357"/>
                    </a:lnTo>
                    <a:lnTo>
                      <a:pt x="9918" y="252"/>
                    </a:lnTo>
                    <a:lnTo>
                      <a:pt x="9918" y="105"/>
                    </a:lnTo>
                    <a:lnTo>
                      <a:pt x="9897" y="64"/>
                    </a:lnTo>
                    <a:lnTo>
                      <a:pt x="9625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5" name="Google Shape;7719;p67">
                <a:extLst>
                  <a:ext uri="{FF2B5EF4-FFF2-40B4-BE49-F238E27FC236}">
                    <a16:creationId xmlns:a16="http://schemas.microsoft.com/office/drawing/2014/main" id="{5901205B-1A94-3090-58A8-860ECE49D23E}"/>
                  </a:ext>
                </a:extLst>
              </p:cNvPr>
              <p:cNvSpPr/>
              <p:nvPr/>
            </p:nvSpPr>
            <p:spPr>
              <a:xfrm>
                <a:off x="2905300" y="2401625"/>
                <a:ext cx="91575" cy="98875"/>
              </a:xfrm>
              <a:custGeom>
                <a:avLst/>
                <a:gdLst/>
                <a:ahLst/>
                <a:cxnLst/>
                <a:rect l="l" t="t" r="r" b="b"/>
                <a:pathLst>
                  <a:path w="3663" h="3955" extrusionOk="0">
                    <a:moveTo>
                      <a:pt x="2909" y="2155"/>
                    </a:moveTo>
                    <a:lnTo>
                      <a:pt x="2872" y="2165"/>
                    </a:lnTo>
                    <a:lnTo>
                      <a:pt x="2872" y="2165"/>
                    </a:lnTo>
                    <a:lnTo>
                      <a:pt x="2878" y="2166"/>
                    </a:lnTo>
                    <a:lnTo>
                      <a:pt x="2878" y="2166"/>
                    </a:lnTo>
                    <a:lnTo>
                      <a:pt x="2930" y="2155"/>
                    </a:lnTo>
                    <a:close/>
                    <a:moveTo>
                      <a:pt x="2323" y="0"/>
                    </a:moveTo>
                    <a:lnTo>
                      <a:pt x="2260" y="42"/>
                    </a:lnTo>
                    <a:lnTo>
                      <a:pt x="2219" y="84"/>
                    </a:lnTo>
                    <a:lnTo>
                      <a:pt x="2135" y="84"/>
                    </a:lnTo>
                    <a:lnTo>
                      <a:pt x="2072" y="147"/>
                    </a:lnTo>
                    <a:lnTo>
                      <a:pt x="2009" y="188"/>
                    </a:lnTo>
                    <a:lnTo>
                      <a:pt x="1905" y="188"/>
                    </a:lnTo>
                    <a:lnTo>
                      <a:pt x="1779" y="293"/>
                    </a:lnTo>
                    <a:lnTo>
                      <a:pt x="1675" y="377"/>
                    </a:lnTo>
                    <a:lnTo>
                      <a:pt x="1675" y="460"/>
                    </a:lnTo>
                    <a:lnTo>
                      <a:pt x="1612" y="460"/>
                    </a:lnTo>
                    <a:lnTo>
                      <a:pt x="1570" y="419"/>
                    </a:lnTo>
                    <a:lnTo>
                      <a:pt x="1570" y="460"/>
                    </a:lnTo>
                    <a:lnTo>
                      <a:pt x="1591" y="481"/>
                    </a:lnTo>
                    <a:lnTo>
                      <a:pt x="1591" y="523"/>
                    </a:lnTo>
                    <a:lnTo>
                      <a:pt x="1528" y="586"/>
                    </a:lnTo>
                    <a:lnTo>
                      <a:pt x="1423" y="670"/>
                    </a:lnTo>
                    <a:lnTo>
                      <a:pt x="1382" y="691"/>
                    </a:lnTo>
                    <a:lnTo>
                      <a:pt x="1402" y="711"/>
                    </a:lnTo>
                    <a:lnTo>
                      <a:pt x="1382" y="774"/>
                    </a:lnTo>
                    <a:lnTo>
                      <a:pt x="1319" y="774"/>
                    </a:lnTo>
                    <a:lnTo>
                      <a:pt x="1319" y="816"/>
                    </a:lnTo>
                    <a:lnTo>
                      <a:pt x="1382" y="837"/>
                    </a:lnTo>
                    <a:lnTo>
                      <a:pt x="1319" y="879"/>
                    </a:lnTo>
                    <a:lnTo>
                      <a:pt x="1256" y="879"/>
                    </a:lnTo>
                    <a:lnTo>
                      <a:pt x="1193" y="942"/>
                    </a:lnTo>
                    <a:lnTo>
                      <a:pt x="1193" y="1004"/>
                    </a:lnTo>
                    <a:lnTo>
                      <a:pt x="1214" y="1004"/>
                    </a:lnTo>
                    <a:lnTo>
                      <a:pt x="1256" y="1025"/>
                    </a:lnTo>
                    <a:lnTo>
                      <a:pt x="1193" y="1046"/>
                    </a:lnTo>
                    <a:lnTo>
                      <a:pt x="1151" y="1046"/>
                    </a:lnTo>
                    <a:lnTo>
                      <a:pt x="1089" y="1151"/>
                    </a:lnTo>
                    <a:lnTo>
                      <a:pt x="1068" y="1214"/>
                    </a:lnTo>
                    <a:lnTo>
                      <a:pt x="942" y="1402"/>
                    </a:lnTo>
                    <a:lnTo>
                      <a:pt x="942" y="1444"/>
                    </a:lnTo>
                    <a:lnTo>
                      <a:pt x="984" y="1507"/>
                    </a:lnTo>
                    <a:lnTo>
                      <a:pt x="984" y="1548"/>
                    </a:lnTo>
                    <a:lnTo>
                      <a:pt x="963" y="1548"/>
                    </a:lnTo>
                    <a:lnTo>
                      <a:pt x="942" y="1527"/>
                    </a:lnTo>
                    <a:lnTo>
                      <a:pt x="900" y="1527"/>
                    </a:lnTo>
                    <a:lnTo>
                      <a:pt x="796" y="1569"/>
                    </a:lnTo>
                    <a:lnTo>
                      <a:pt x="754" y="1653"/>
                    </a:lnTo>
                    <a:lnTo>
                      <a:pt x="754" y="1716"/>
                    </a:lnTo>
                    <a:lnTo>
                      <a:pt x="796" y="1716"/>
                    </a:lnTo>
                    <a:lnTo>
                      <a:pt x="858" y="1758"/>
                    </a:lnTo>
                    <a:lnTo>
                      <a:pt x="838" y="1779"/>
                    </a:lnTo>
                    <a:lnTo>
                      <a:pt x="838" y="1841"/>
                    </a:lnTo>
                    <a:lnTo>
                      <a:pt x="775" y="1883"/>
                    </a:lnTo>
                    <a:lnTo>
                      <a:pt x="649" y="1862"/>
                    </a:lnTo>
                    <a:lnTo>
                      <a:pt x="628" y="1883"/>
                    </a:lnTo>
                    <a:lnTo>
                      <a:pt x="628" y="1946"/>
                    </a:lnTo>
                    <a:lnTo>
                      <a:pt x="545" y="2030"/>
                    </a:lnTo>
                    <a:lnTo>
                      <a:pt x="482" y="2134"/>
                    </a:lnTo>
                    <a:lnTo>
                      <a:pt x="440" y="2197"/>
                    </a:lnTo>
                    <a:lnTo>
                      <a:pt x="419" y="2197"/>
                    </a:lnTo>
                    <a:lnTo>
                      <a:pt x="419" y="2134"/>
                    </a:lnTo>
                    <a:lnTo>
                      <a:pt x="377" y="2197"/>
                    </a:lnTo>
                    <a:lnTo>
                      <a:pt x="335" y="2134"/>
                    </a:lnTo>
                    <a:lnTo>
                      <a:pt x="356" y="2072"/>
                    </a:lnTo>
                    <a:lnTo>
                      <a:pt x="440" y="2030"/>
                    </a:lnTo>
                    <a:lnTo>
                      <a:pt x="461" y="1967"/>
                    </a:lnTo>
                    <a:lnTo>
                      <a:pt x="440" y="1988"/>
                    </a:lnTo>
                    <a:lnTo>
                      <a:pt x="356" y="2051"/>
                    </a:lnTo>
                    <a:lnTo>
                      <a:pt x="231" y="2134"/>
                    </a:lnTo>
                    <a:lnTo>
                      <a:pt x="168" y="2260"/>
                    </a:lnTo>
                    <a:lnTo>
                      <a:pt x="231" y="2260"/>
                    </a:lnTo>
                    <a:lnTo>
                      <a:pt x="314" y="2239"/>
                    </a:lnTo>
                    <a:lnTo>
                      <a:pt x="461" y="2197"/>
                    </a:lnTo>
                    <a:lnTo>
                      <a:pt x="586" y="2197"/>
                    </a:lnTo>
                    <a:lnTo>
                      <a:pt x="524" y="2281"/>
                    </a:lnTo>
                    <a:lnTo>
                      <a:pt x="419" y="2406"/>
                    </a:lnTo>
                    <a:lnTo>
                      <a:pt x="335" y="2511"/>
                    </a:lnTo>
                    <a:lnTo>
                      <a:pt x="210" y="2595"/>
                    </a:lnTo>
                    <a:lnTo>
                      <a:pt x="105" y="2699"/>
                    </a:lnTo>
                    <a:lnTo>
                      <a:pt x="22" y="2699"/>
                    </a:lnTo>
                    <a:lnTo>
                      <a:pt x="1" y="2762"/>
                    </a:lnTo>
                    <a:lnTo>
                      <a:pt x="22" y="2804"/>
                    </a:lnTo>
                    <a:lnTo>
                      <a:pt x="1" y="2888"/>
                    </a:lnTo>
                    <a:lnTo>
                      <a:pt x="22" y="2929"/>
                    </a:lnTo>
                    <a:lnTo>
                      <a:pt x="63" y="2929"/>
                    </a:lnTo>
                    <a:lnTo>
                      <a:pt x="168" y="2971"/>
                    </a:lnTo>
                    <a:lnTo>
                      <a:pt x="314" y="2929"/>
                    </a:lnTo>
                    <a:lnTo>
                      <a:pt x="377" y="2888"/>
                    </a:lnTo>
                    <a:lnTo>
                      <a:pt x="482" y="2888"/>
                    </a:lnTo>
                    <a:lnTo>
                      <a:pt x="566" y="2825"/>
                    </a:lnTo>
                    <a:lnTo>
                      <a:pt x="586" y="2783"/>
                    </a:lnTo>
                    <a:lnTo>
                      <a:pt x="586" y="2804"/>
                    </a:lnTo>
                    <a:lnTo>
                      <a:pt x="545" y="2888"/>
                    </a:lnTo>
                    <a:lnTo>
                      <a:pt x="670" y="2908"/>
                    </a:lnTo>
                    <a:lnTo>
                      <a:pt x="754" y="2888"/>
                    </a:lnTo>
                    <a:lnTo>
                      <a:pt x="796" y="2929"/>
                    </a:lnTo>
                    <a:lnTo>
                      <a:pt x="963" y="2929"/>
                    </a:lnTo>
                    <a:lnTo>
                      <a:pt x="1047" y="2908"/>
                    </a:lnTo>
                    <a:lnTo>
                      <a:pt x="1068" y="2971"/>
                    </a:lnTo>
                    <a:lnTo>
                      <a:pt x="1110" y="3013"/>
                    </a:lnTo>
                    <a:lnTo>
                      <a:pt x="1214" y="3013"/>
                    </a:lnTo>
                    <a:lnTo>
                      <a:pt x="1256" y="2992"/>
                    </a:lnTo>
                    <a:lnTo>
                      <a:pt x="1277" y="3013"/>
                    </a:lnTo>
                    <a:lnTo>
                      <a:pt x="1361" y="3013"/>
                    </a:lnTo>
                    <a:lnTo>
                      <a:pt x="1402" y="2992"/>
                    </a:lnTo>
                    <a:lnTo>
                      <a:pt x="1402" y="2950"/>
                    </a:lnTo>
                    <a:lnTo>
                      <a:pt x="1486" y="2950"/>
                    </a:lnTo>
                    <a:lnTo>
                      <a:pt x="1507" y="2992"/>
                    </a:lnTo>
                    <a:lnTo>
                      <a:pt x="1570" y="2992"/>
                    </a:lnTo>
                    <a:lnTo>
                      <a:pt x="1591" y="2929"/>
                    </a:lnTo>
                    <a:lnTo>
                      <a:pt x="1633" y="2929"/>
                    </a:lnTo>
                    <a:lnTo>
                      <a:pt x="1695" y="2971"/>
                    </a:lnTo>
                    <a:lnTo>
                      <a:pt x="1716" y="2908"/>
                    </a:lnTo>
                    <a:lnTo>
                      <a:pt x="1716" y="2867"/>
                    </a:lnTo>
                    <a:lnTo>
                      <a:pt x="1716" y="2783"/>
                    </a:lnTo>
                    <a:lnTo>
                      <a:pt x="1737" y="2804"/>
                    </a:lnTo>
                    <a:lnTo>
                      <a:pt x="1779" y="2762"/>
                    </a:lnTo>
                    <a:lnTo>
                      <a:pt x="1821" y="2762"/>
                    </a:lnTo>
                    <a:lnTo>
                      <a:pt x="1800" y="2783"/>
                    </a:lnTo>
                    <a:lnTo>
                      <a:pt x="1779" y="2888"/>
                    </a:lnTo>
                    <a:lnTo>
                      <a:pt x="1800" y="2908"/>
                    </a:lnTo>
                    <a:lnTo>
                      <a:pt x="1821" y="2867"/>
                    </a:lnTo>
                    <a:lnTo>
                      <a:pt x="1884" y="2783"/>
                    </a:lnTo>
                    <a:lnTo>
                      <a:pt x="1905" y="2783"/>
                    </a:lnTo>
                    <a:lnTo>
                      <a:pt x="1905" y="2867"/>
                    </a:lnTo>
                    <a:lnTo>
                      <a:pt x="1884" y="2908"/>
                    </a:lnTo>
                    <a:lnTo>
                      <a:pt x="1884" y="2971"/>
                    </a:lnTo>
                    <a:lnTo>
                      <a:pt x="1947" y="2929"/>
                    </a:lnTo>
                    <a:lnTo>
                      <a:pt x="1988" y="2929"/>
                    </a:lnTo>
                    <a:lnTo>
                      <a:pt x="1988" y="2971"/>
                    </a:lnTo>
                    <a:lnTo>
                      <a:pt x="1884" y="3034"/>
                    </a:lnTo>
                    <a:lnTo>
                      <a:pt x="1779" y="3097"/>
                    </a:lnTo>
                    <a:lnTo>
                      <a:pt x="1800" y="3118"/>
                    </a:lnTo>
                    <a:lnTo>
                      <a:pt x="1821" y="3097"/>
                    </a:lnTo>
                    <a:lnTo>
                      <a:pt x="1884" y="3097"/>
                    </a:lnTo>
                    <a:lnTo>
                      <a:pt x="1905" y="3118"/>
                    </a:lnTo>
                    <a:lnTo>
                      <a:pt x="1947" y="3118"/>
                    </a:lnTo>
                    <a:lnTo>
                      <a:pt x="1988" y="3139"/>
                    </a:lnTo>
                    <a:lnTo>
                      <a:pt x="2030" y="3118"/>
                    </a:lnTo>
                    <a:lnTo>
                      <a:pt x="2114" y="3097"/>
                    </a:lnTo>
                    <a:lnTo>
                      <a:pt x="2135" y="3013"/>
                    </a:lnTo>
                    <a:lnTo>
                      <a:pt x="2135" y="2971"/>
                    </a:lnTo>
                    <a:lnTo>
                      <a:pt x="2198" y="2992"/>
                    </a:lnTo>
                    <a:lnTo>
                      <a:pt x="2260" y="3013"/>
                    </a:lnTo>
                    <a:lnTo>
                      <a:pt x="2323" y="3076"/>
                    </a:lnTo>
                    <a:lnTo>
                      <a:pt x="2365" y="3034"/>
                    </a:lnTo>
                    <a:lnTo>
                      <a:pt x="2428" y="3013"/>
                    </a:lnTo>
                    <a:lnTo>
                      <a:pt x="2511" y="3013"/>
                    </a:lnTo>
                    <a:lnTo>
                      <a:pt x="2449" y="3076"/>
                    </a:lnTo>
                    <a:lnTo>
                      <a:pt x="2449" y="3097"/>
                    </a:lnTo>
                    <a:lnTo>
                      <a:pt x="2344" y="3139"/>
                    </a:lnTo>
                    <a:lnTo>
                      <a:pt x="2239" y="3139"/>
                    </a:lnTo>
                    <a:lnTo>
                      <a:pt x="2198" y="3201"/>
                    </a:lnTo>
                    <a:lnTo>
                      <a:pt x="2198" y="3243"/>
                    </a:lnTo>
                    <a:lnTo>
                      <a:pt x="2156" y="3285"/>
                    </a:lnTo>
                    <a:lnTo>
                      <a:pt x="2135" y="3327"/>
                    </a:lnTo>
                    <a:lnTo>
                      <a:pt x="2051" y="3327"/>
                    </a:lnTo>
                    <a:lnTo>
                      <a:pt x="2009" y="3348"/>
                    </a:lnTo>
                    <a:lnTo>
                      <a:pt x="1988" y="3411"/>
                    </a:lnTo>
                    <a:lnTo>
                      <a:pt x="1926" y="3432"/>
                    </a:lnTo>
                    <a:lnTo>
                      <a:pt x="1821" y="3452"/>
                    </a:lnTo>
                    <a:lnTo>
                      <a:pt x="1737" y="3515"/>
                    </a:lnTo>
                    <a:lnTo>
                      <a:pt x="1716" y="3557"/>
                    </a:lnTo>
                    <a:lnTo>
                      <a:pt x="1737" y="3599"/>
                    </a:lnTo>
                    <a:lnTo>
                      <a:pt x="1779" y="3620"/>
                    </a:lnTo>
                    <a:lnTo>
                      <a:pt x="1842" y="3620"/>
                    </a:lnTo>
                    <a:lnTo>
                      <a:pt x="1884" y="3557"/>
                    </a:lnTo>
                    <a:lnTo>
                      <a:pt x="1905" y="3536"/>
                    </a:lnTo>
                    <a:lnTo>
                      <a:pt x="1947" y="3536"/>
                    </a:lnTo>
                    <a:lnTo>
                      <a:pt x="1947" y="3599"/>
                    </a:lnTo>
                    <a:lnTo>
                      <a:pt x="1988" y="3620"/>
                    </a:lnTo>
                    <a:lnTo>
                      <a:pt x="2051" y="3599"/>
                    </a:lnTo>
                    <a:lnTo>
                      <a:pt x="2114" y="3536"/>
                    </a:lnTo>
                    <a:lnTo>
                      <a:pt x="2135" y="3494"/>
                    </a:lnTo>
                    <a:lnTo>
                      <a:pt x="2156" y="3494"/>
                    </a:lnTo>
                    <a:lnTo>
                      <a:pt x="2198" y="3432"/>
                    </a:lnTo>
                    <a:lnTo>
                      <a:pt x="2219" y="3348"/>
                    </a:lnTo>
                    <a:lnTo>
                      <a:pt x="2260" y="3327"/>
                    </a:lnTo>
                    <a:lnTo>
                      <a:pt x="2365" y="3222"/>
                    </a:lnTo>
                    <a:lnTo>
                      <a:pt x="2428" y="3201"/>
                    </a:lnTo>
                    <a:lnTo>
                      <a:pt x="2470" y="3222"/>
                    </a:lnTo>
                    <a:lnTo>
                      <a:pt x="2553" y="3222"/>
                    </a:lnTo>
                    <a:lnTo>
                      <a:pt x="2511" y="3285"/>
                    </a:lnTo>
                    <a:lnTo>
                      <a:pt x="2553" y="3285"/>
                    </a:lnTo>
                    <a:lnTo>
                      <a:pt x="2616" y="3243"/>
                    </a:lnTo>
                    <a:lnTo>
                      <a:pt x="2658" y="3118"/>
                    </a:lnTo>
                    <a:lnTo>
                      <a:pt x="2721" y="3013"/>
                    </a:lnTo>
                    <a:lnTo>
                      <a:pt x="2721" y="2908"/>
                    </a:lnTo>
                    <a:lnTo>
                      <a:pt x="2742" y="2888"/>
                    </a:lnTo>
                    <a:lnTo>
                      <a:pt x="2763" y="2888"/>
                    </a:lnTo>
                    <a:lnTo>
                      <a:pt x="2825" y="2929"/>
                    </a:lnTo>
                    <a:lnTo>
                      <a:pt x="2846" y="2929"/>
                    </a:lnTo>
                    <a:lnTo>
                      <a:pt x="2888" y="2971"/>
                    </a:lnTo>
                    <a:lnTo>
                      <a:pt x="2888" y="3076"/>
                    </a:lnTo>
                    <a:lnTo>
                      <a:pt x="2867" y="3139"/>
                    </a:lnTo>
                    <a:lnTo>
                      <a:pt x="2846" y="3222"/>
                    </a:lnTo>
                    <a:lnTo>
                      <a:pt x="2867" y="3285"/>
                    </a:lnTo>
                    <a:lnTo>
                      <a:pt x="2846" y="3327"/>
                    </a:lnTo>
                    <a:lnTo>
                      <a:pt x="2763" y="3411"/>
                    </a:lnTo>
                    <a:lnTo>
                      <a:pt x="2721" y="3557"/>
                    </a:lnTo>
                    <a:lnTo>
                      <a:pt x="2721" y="3641"/>
                    </a:lnTo>
                    <a:lnTo>
                      <a:pt x="2679" y="3662"/>
                    </a:lnTo>
                    <a:lnTo>
                      <a:pt x="2679" y="3745"/>
                    </a:lnTo>
                    <a:lnTo>
                      <a:pt x="2742" y="3766"/>
                    </a:lnTo>
                    <a:lnTo>
                      <a:pt x="2825" y="3724"/>
                    </a:lnTo>
                    <a:lnTo>
                      <a:pt x="2888" y="3557"/>
                    </a:lnTo>
                    <a:lnTo>
                      <a:pt x="2951" y="3557"/>
                    </a:lnTo>
                    <a:lnTo>
                      <a:pt x="3035" y="3452"/>
                    </a:lnTo>
                    <a:lnTo>
                      <a:pt x="3076" y="3411"/>
                    </a:lnTo>
                    <a:lnTo>
                      <a:pt x="3097" y="3432"/>
                    </a:lnTo>
                    <a:lnTo>
                      <a:pt x="3202" y="3432"/>
                    </a:lnTo>
                    <a:lnTo>
                      <a:pt x="3202" y="3494"/>
                    </a:lnTo>
                    <a:lnTo>
                      <a:pt x="3139" y="3515"/>
                    </a:lnTo>
                    <a:lnTo>
                      <a:pt x="3035" y="3620"/>
                    </a:lnTo>
                    <a:lnTo>
                      <a:pt x="3035" y="3704"/>
                    </a:lnTo>
                    <a:lnTo>
                      <a:pt x="2993" y="3766"/>
                    </a:lnTo>
                    <a:lnTo>
                      <a:pt x="3035" y="3808"/>
                    </a:lnTo>
                    <a:lnTo>
                      <a:pt x="3035" y="3913"/>
                    </a:lnTo>
                    <a:lnTo>
                      <a:pt x="3076" y="3955"/>
                    </a:lnTo>
                    <a:lnTo>
                      <a:pt x="3097" y="3871"/>
                    </a:lnTo>
                    <a:lnTo>
                      <a:pt x="3160" y="3829"/>
                    </a:lnTo>
                    <a:lnTo>
                      <a:pt x="3202" y="3829"/>
                    </a:lnTo>
                    <a:lnTo>
                      <a:pt x="3265" y="3913"/>
                    </a:lnTo>
                    <a:lnTo>
                      <a:pt x="3307" y="3934"/>
                    </a:lnTo>
                    <a:lnTo>
                      <a:pt x="3390" y="3871"/>
                    </a:lnTo>
                    <a:lnTo>
                      <a:pt x="3390" y="3829"/>
                    </a:lnTo>
                    <a:lnTo>
                      <a:pt x="3411" y="3829"/>
                    </a:lnTo>
                    <a:lnTo>
                      <a:pt x="3453" y="3766"/>
                    </a:lnTo>
                    <a:lnTo>
                      <a:pt x="3453" y="3704"/>
                    </a:lnTo>
                    <a:lnTo>
                      <a:pt x="3474" y="3704"/>
                    </a:lnTo>
                    <a:lnTo>
                      <a:pt x="3495" y="3641"/>
                    </a:lnTo>
                    <a:lnTo>
                      <a:pt x="3474" y="3599"/>
                    </a:lnTo>
                    <a:lnTo>
                      <a:pt x="3495" y="3494"/>
                    </a:lnTo>
                    <a:lnTo>
                      <a:pt x="3599" y="3348"/>
                    </a:lnTo>
                    <a:lnTo>
                      <a:pt x="3662" y="3243"/>
                    </a:lnTo>
                    <a:lnTo>
                      <a:pt x="3662" y="3097"/>
                    </a:lnTo>
                    <a:lnTo>
                      <a:pt x="3662" y="3034"/>
                    </a:lnTo>
                    <a:lnTo>
                      <a:pt x="3620" y="3034"/>
                    </a:lnTo>
                    <a:lnTo>
                      <a:pt x="3620" y="3097"/>
                    </a:lnTo>
                    <a:lnTo>
                      <a:pt x="3579" y="3180"/>
                    </a:lnTo>
                    <a:lnTo>
                      <a:pt x="3495" y="3222"/>
                    </a:lnTo>
                    <a:lnTo>
                      <a:pt x="3411" y="3306"/>
                    </a:lnTo>
                    <a:lnTo>
                      <a:pt x="3369" y="3327"/>
                    </a:lnTo>
                    <a:lnTo>
                      <a:pt x="3348" y="3243"/>
                    </a:lnTo>
                    <a:lnTo>
                      <a:pt x="3369" y="3180"/>
                    </a:lnTo>
                    <a:lnTo>
                      <a:pt x="3369" y="3097"/>
                    </a:lnTo>
                    <a:lnTo>
                      <a:pt x="3474" y="3013"/>
                    </a:lnTo>
                    <a:lnTo>
                      <a:pt x="3495" y="2971"/>
                    </a:lnTo>
                    <a:lnTo>
                      <a:pt x="3579" y="2888"/>
                    </a:lnTo>
                    <a:lnTo>
                      <a:pt x="3599" y="2888"/>
                    </a:lnTo>
                    <a:lnTo>
                      <a:pt x="3662" y="2867"/>
                    </a:lnTo>
                    <a:lnTo>
                      <a:pt x="3620" y="2804"/>
                    </a:lnTo>
                    <a:lnTo>
                      <a:pt x="3579" y="2867"/>
                    </a:lnTo>
                    <a:lnTo>
                      <a:pt x="3516" y="2867"/>
                    </a:lnTo>
                    <a:lnTo>
                      <a:pt x="3453" y="2888"/>
                    </a:lnTo>
                    <a:lnTo>
                      <a:pt x="3390" y="2888"/>
                    </a:lnTo>
                    <a:lnTo>
                      <a:pt x="3307" y="2929"/>
                    </a:lnTo>
                    <a:lnTo>
                      <a:pt x="3286" y="2992"/>
                    </a:lnTo>
                    <a:lnTo>
                      <a:pt x="3181" y="3076"/>
                    </a:lnTo>
                    <a:lnTo>
                      <a:pt x="3181" y="3118"/>
                    </a:lnTo>
                    <a:lnTo>
                      <a:pt x="3139" y="3180"/>
                    </a:lnTo>
                    <a:lnTo>
                      <a:pt x="3055" y="3097"/>
                    </a:lnTo>
                    <a:lnTo>
                      <a:pt x="3055" y="3034"/>
                    </a:lnTo>
                    <a:lnTo>
                      <a:pt x="3035" y="2971"/>
                    </a:lnTo>
                    <a:lnTo>
                      <a:pt x="3035" y="2888"/>
                    </a:lnTo>
                    <a:lnTo>
                      <a:pt x="3076" y="2929"/>
                    </a:lnTo>
                    <a:lnTo>
                      <a:pt x="3097" y="2929"/>
                    </a:lnTo>
                    <a:lnTo>
                      <a:pt x="3181" y="2825"/>
                    </a:lnTo>
                    <a:lnTo>
                      <a:pt x="3139" y="2825"/>
                    </a:lnTo>
                    <a:lnTo>
                      <a:pt x="3055" y="2804"/>
                    </a:lnTo>
                    <a:lnTo>
                      <a:pt x="3181" y="2804"/>
                    </a:lnTo>
                    <a:lnTo>
                      <a:pt x="3076" y="2783"/>
                    </a:lnTo>
                    <a:lnTo>
                      <a:pt x="3035" y="2720"/>
                    </a:lnTo>
                    <a:lnTo>
                      <a:pt x="3035" y="2678"/>
                    </a:lnTo>
                    <a:lnTo>
                      <a:pt x="3055" y="2657"/>
                    </a:lnTo>
                    <a:lnTo>
                      <a:pt x="3160" y="2657"/>
                    </a:lnTo>
                    <a:lnTo>
                      <a:pt x="3181" y="2616"/>
                    </a:lnTo>
                    <a:lnTo>
                      <a:pt x="3265" y="2553"/>
                    </a:lnTo>
                    <a:lnTo>
                      <a:pt x="3286" y="2448"/>
                    </a:lnTo>
                    <a:lnTo>
                      <a:pt x="3369" y="2448"/>
                    </a:lnTo>
                    <a:lnTo>
                      <a:pt x="3390" y="2469"/>
                    </a:lnTo>
                    <a:lnTo>
                      <a:pt x="3495" y="2406"/>
                    </a:lnTo>
                    <a:lnTo>
                      <a:pt x="3516" y="2344"/>
                    </a:lnTo>
                    <a:lnTo>
                      <a:pt x="3516" y="2260"/>
                    </a:lnTo>
                    <a:lnTo>
                      <a:pt x="3495" y="2197"/>
                    </a:lnTo>
                    <a:lnTo>
                      <a:pt x="3411" y="2281"/>
                    </a:lnTo>
                    <a:lnTo>
                      <a:pt x="3369" y="2302"/>
                    </a:lnTo>
                    <a:lnTo>
                      <a:pt x="3348" y="2281"/>
                    </a:lnTo>
                    <a:lnTo>
                      <a:pt x="3286" y="2281"/>
                    </a:lnTo>
                    <a:lnTo>
                      <a:pt x="3286" y="2344"/>
                    </a:lnTo>
                    <a:lnTo>
                      <a:pt x="3286" y="2406"/>
                    </a:lnTo>
                    <a:lnTo>
                      <a:pt x="3244" y="2448"/>
                    </a:lnTo>
                    <a:lnTo>
                      <a:pt x="3181" y="2448"/>
                    </a:lnTo>
                    <a:lnTo>
                      <a:pt x="3097" y="2490"/>
                    </a:lnTo>
                    <a:lnTo>
                      <a:pt x="3055" y="2511"/>
                    </a:lnTo>
                    <a:lnTo>
                      <a:pt x="3055" y="2574"/>
                    </a:lnTo>
                    <a:lnTo>
                      <a:pt x="2993" y="2595"/>
                    </a:lnTo>
                    <a:lnTo>
                      <a:pt x="3035" y="2553"/>
                    </a:lnTo>
                    <a:lnTo>
                      <a:pt x="3035" y="2469"/>
                    </a:lnTo>
                    <a:lnTo>
                      <a:pt x="2993" y="2490"/>
                    </a:lnTo>
                    <a:lnTo>
                      <a:pt x="2951" y="2490"/>
                    </a:lnTo>
                    <a:lnTo>
                      <a:pt x="2993" y="2469"/>
                    </a:lnTo>
                    <a:lnTo>
                      <a:pt x="3055" y="2406"/>
                    </a:lnTo>
                    <a:lnTo>
                      <a:pt x="3076" y="2385"/>
                    </a:lnTo>
                    <a:lnTo>
                      <a:pt x="3035" y="2364"/>
                    </a:lnTo>
                    <a:lnTo>
                      <a:pt x="3076" y="2302"/>
                    </a:lnTo>
                    <a:lnTo>
                      <a:pt x="3097" y="2239"/>
                    </a:lnTo>
                    <a:lnTo>
                      <a:pt x="3055" y="2197"/>
                    </a:lnTo>
                    <a:lnTo>
                      <a:pt x="2993" y="2260"/>
                    </a:lnTo>
                    <a:lnTo>
                      <a:pt x="3035" y="2197"/>
                    </a:lnTo>
                    <a:lnTo>
                      <a:pt x="3035" y="2155"/>
                    </a:lnTo>
                    <a:lnTo>
                      <a:pt x="2993" y="2155"/>
                    </a:lnTo>
                    <a:lnTo>
                      <a:pt x="2930" y="2176"/>
                    </a:lnTo>
                    <a:lnTo>
                      <a:pt x="2878" y="2166"/>
                    </a:lnTo>
                    <a:lnTo>
                      <a:pt x="2878" y="2166"/>
                    </a:lnTo>
                    <a:lnTo>
                      <a:pt x="2825" y="2176"/>
                    </a:lnTo>
                    <a:lnTo>
                      <a:pt x="2872" y="2165"/>
                    </a:lnTo>
                    <a:lnTo>
                      <a:pt x="2872" y="2165"/>
                    </a:lnTo>
                    <a:lnTo>
                      <a:pt x="2825" y="2155"/>
                    </a:lnTo>
                    <a:lnTo>
                      <a:pt x="2909" y="2155"/>
                    </a:lnTo>
                    <a:lnTo>
                      <a:pt x="2993" y="2113"/>
                    </a:lnTo>
                    <a:lnTo>
                      <a:pt x="3035" y="2072"/>
                    </a:lnTo>
                    <a:lnTo>
                      <a:pt x="3076" y="2072"/>
                    </a:lnTo>
                    <a:lnTo>
                      <a:pt x="3139" y="2051"/>
                    </a:lnTo>
                    <a:lnTo>
                      <a:pt x="3139" y="1967"/>
                    </a:lnTo>
                    <a:lnTo>
                      <a:pt x="3181" y="1904"/>
                    </a:lnTo>
                    <a:lnTo>
                      <a:pt x="3181" y="1862"/>
                    </a:lnTo>
                    <a:lnTo>
                      <a:pt x="3097" y="1800"/>
                    </a:lnTo>
                    <a:lnTo>
                      <a:pt x="2993" y="1716"/>
                    </a:lnTo>
                    <a:lnTo>
                      <a:pt x="2888" y="1716"/>
                    </a:lnTo>
                    <a:lnTo>
                      <a:pt x="2783" y="1737"/>
                    </a:lnTo>
                    <a:lnTo>
                      <a:pt x="2742" y="1737"/>
                    </a:lnTo>
                    <a:lnTo>
                      <a:pt x="2742" y="1779"/>
                    </a:lnTo>
                    <a:lnTo>
                      <a:pt x="2679" y="1862"/>
                    </a:lnTo>
                    <a:lnTo>
                      <a:pt x="2658" y="1946"/>
                    </a:lnTo>
                    <a:lnTo>
                      <a:pt x="2679" y="1841"/>
                    </a:lnTo>
                    <a:lnTo>
                      <a:pt x="2658" y="1820"/>
                    </a:lnTo>
                    <a:lnTo>
                      <a:pt x="2679" y="1758"/>
                    </a:lnTo>
                    <a:lnTo>
                      <a:pt x="2742" y="1674"/>
                    </a:lnTo>
                    <a:lnTo>
                      <a:pt x="2721" y="1674"/>
                    </a:lnTo>
                    <a:lnTo>
                      <a:pt x="2637" y="1737"/>
                    </a:lnTo>
                    <a:lnTo>
                      <a:pt x="2574" y="1779"/>
                    </a:lnTo>
                    <a:lnTo>
                      <a:pt x="2553" y="1862"/>
                    </a:lnTo>
                    <a:lnTo>
                      <a:pt x="2532" y="1841"/>
                    </a:lnTo>
                    <a:lnTo>
                      <a:pt x="2491" y="1862"/>
                    </a:lnTo>
                    <a:lnTo>
                      <a:pt x="2449" y="1883"/>
                    </a:lnTo>
                    <a:lnTo>
                      <a:pt x="2428" y="1862"/>
                    </a:lnTo>
                    <a:lnTo>
                      <a:pt x="2344" y="1925"/>
                    </a:lnTo>
                    <a:lnTo>
                      <a:pt x="2323" y="2030"/>
                    </a:lnTo>
                    <a:lnTo>
                      <a:pt x="2239" y="2072"/>
                    </a:lnTo>
                    <a:lnTo>
                      <a:pt x="2239" y="2072"/>
                    </a:lnTo>
                    <a:lnTo>
                      <a:pt x="2281" y="2030"/>
                    </a:lnTo>
                    <a:lnTo>
                      <a:pt x="2323" y="1883"/>
                    </a:lnTo>
                    <a:lnTo>
                      <a:pt x="2365" y="1779"/>
                    </a:lnTo>
                    <a:lnTo>
                      <a:pt x="2344" y="1758"/>
                    </a:lnTo>
                    <a:lnTo>
                      <a:pt x="2281" y="1779"/>
                    </a:lnTo>
                    <a:lnTo>
                      <a:pt x="2260" y="1841"/>
                    </a:lnTo>
                    <a:lnTo>
                      <a:pt x="2219" y="1883"/>
                    </a:lnTo>
                    <a:lnTo>
                      <a:pt x="2177" y="1841"/>
                    </a:lnTo>
                    <a:lnTo>
                      <a:pt x="2239" y="1779"/>
                    </a:lnTo>
                    <a:lnTo>
                      <a:pt x="2260" y="1737"/>
                    </a:lnTo>
                    <a:lnTo>
                      <a:pt x="2260" y="1716"/>
                    </a:lnTo>
                    <a:lnTo>
                      <a:pt x="2177" y="1737"/>
                    </a:lnTo>
                    <a:lnTo>
                      <a:pt x="2072" y="1820"/>
                    </a:lnTo>
                    <a:lnTo>
                      <a:pt x="2030" y="1820"/>
                    </a:lnTo>
                    <a:lnTo>
                      <a:pt x="2009" y="1737"/>
                    </a:lnTo>
                    <a:lnTo>
                      <a:pt x="1967" y="1737"/>
                    </a:lnTo>
                    <a:lnTo>
                      <a:pt x="1905" y="1820"/>
                    </a:lnTo>
                    <a:lnTo>
                      <a:pt x="1842" y="1820"/>
                    </a:lnTo>
                    <a:lnTo>
                      <a:pt x="1842" y="1779"/>
                    </a:lnTo>
                    <a:lnTo>
                      <a:pt x="1947" y="1737"/>
                    </a:lnTo>
                    <a:lnTo>
                      <a:pt x="2009" y="1632"/>
                    </a:lnTo>
                    <a:lnTo>
                      <a:pt x="2030" y="1548"/>
                    </a:lnTo>
                    <a:lnTo>
                      <a:pt x="1947" y="1548"/>
                    </a:lnTo>
                    <a:lnTo>
                      <a:pt x="1863" y="1611"/>
                    </a:lnTo>
                    <a:lnTo>
                      <a:pt x="1863" y="1611"/>
                    </a:lnTo>
                    <a:lnTo>
                      <a:pt x="1926" y="1527"/>
                    </a:lnTo>
                    <a:lnTo>
                      <a:pt x="2009" y="1444"/>
                    </a:lnTo>
                    <a:lnTo>
                      <a:pt x="2114" y="1444"/>
                    </a:lnTo>
                    <a:lnTo>
                      <a:pt x="2156" y="1423"/>
                    </a:lnTo>
                    <a:lnTo>
                      <a:pt x="2239" y="1381"/>
                    </a:lnTo>
                    <a:lnTo>
                      <a:pt x="2281" y="1339"/>
                    </a:lnTo>
                    <a:lnTo>
                      <a:pt x="2281" y="1276"/>
                    </a:lnTo>
                    <a:lnTo>
                      <a:pt x="2260" y="1318"/>
                    </a:lnTo>
                    <a:lnTo>
                      <a:pt x="2156" y="1339"/>
                    </a:lnTo>
                    <a:lnTo>
                      <a:pt x="2114" y="1318"/>
                    </a:lnTo>
                    <a:lnTo>
                      <a:pt x="2030" y="1235"/>
                    </a:lnTo>
                    <a:lnTo>
                      <a:pt x="1967" y="1235"/>
                    </a:lnTo>
                    <a:lnTo>
                      <a:pt x="1926" y="1255"/>
                    </a:lnTo>
                    <a:lnTo>
                      <a:pt x="1967" y="1151"/>
                    </a:lnTo>
                    <a:lnTo>
                      <a:pt x="2009" y="1130"/>
                    </a:lnTo>
                    <a:lnTo>
                      <a:pt x="2009" y="1109"/>
                    </a:lnTo>
                    <a:lnTo>
                      <a:pt x="1947" y="1130"/>
                    </a:lnTo>
                    <a:lnTo>
                      <a:pt x="1863" y="1193"/>
                    </a:lnTo>
                    <a:lnTo>
                      <a:pt x="1821" y="1255"/>
                    </a:lnTo>
                    <a:lnTo>
                      <a:pt x="1737" y="1339"/>
                    </a:lnTo>
                    <a:lnTo>
                      <a:pt x="1695" y="1360"/>
                    </a:lnTo>
                    <a:lnTo>
                      <a:pt x="1654" y="1423"/>
                    </a:lnTo>
                    <a:lnTo>
                      <a:pt x="1591" y="1465"/>
                    </a:lnTo>
                    <a:lnTo>
                      <a:pt x="1528" y="1548"/>
                    </a:lnTo>
                    <a:lnTo>
                      <a:pt x="1528" y="1444"/>
                    </a:lnTo>
                    <a:lnTo>
                      <a:pt x="1549" y="1360"/>
                    </a:lnTo>
                    <a:lnTo>
                      <a:pt x="1612" y="1297"/>
                    </a:lnTo>
                    <a:lnTo>
                      <a:pt x="1612" y="1235"/>
                    </a:lnTo>
                    <a:lnTo>
                      <a:pt x="1654" y="1130"/>
                    </a:lnTo>
                    <a:lnTo>
                      <a:pt x="1737" y="1046"/>
                    </a:lnTo>
                    <a:lnTo>
                      <a:pt x="1737" y="1004"/>
                    </a:lnTo>
                    <a:lnTo>
                      <a:pt x="1800" y="942"/>
                    </a:lnTo>
                    <a:lnTo>
                      <a:pt x="1821" y="921"/>
                    </a:lnTo>
                    <a:lnTo>
                      <a:pt x="1863" y="816"/>
                    </a:lnTo>
                    <a:lnTo>
                      <a:pt x="1947" y="774"/>
                    </a:lnTo>
                    <a:lnTo>
                      <a:pt x="2009" y="711"/>
                    </a:lnTo>
                    <a:lnTo>
                      <a:pt x="2051" y="691"/>
                    </a:lnTo>
                    <a:lnTo>
                      <a:pt x="2072" y="670"/>
                    </a:lnTo>
                    <a:lnTo>
                      <a:pt x="2072" y="607"/>
                    </a:lnTo>
                    <a:lnTo>
                      <a:pt x="2114" y="565"/>
                    </a:lnTo>
                    <a:lnTo>
                      <a:pt x="2135" y="481"/>
                    </a:lnTo>
                    <a:lnTo>
                      <a:pt x="2135" y="523"/>
                    </a:lnTo>
                    <a:lnTo>
                      <a:pt x="2114" y="586"/>
                    </a:lnTo>
                    <a:lnTo>
                      <a:pt x="2135" y="628"/>
                    </a:lnTo>
                    <a:lnTo>
                      <a:pt x="2219" y="523"/>
                    </a:lnTo>
                    <a:lnTo>
                      <a:pt x="2323" y="419"/>
                    </a:lnTo>
                    <a:lnTo>
                      <a:pt x="2344" y="377"/>
                    </a:lnTo>
                    <a:lnTo>
                      <a:pt x="2323" y="314"/>
                    </a:lnTo>
                    <a:lnTo>
                      <a:pt x="2260" y="314"/>
                    </a:lnTo>
                    <a:lnTo>
                      <a:pt x="2219" y="377"/>
                    </a:lnTo>
                    <a:lnTo>
                      <a:pt x="2177" y="293"/>
                    </a:lnTo>
                    <a:lnTo>
                      <a:pt x="2156" y="272"/>
                    </a:lnTo>
                    <a:lnTo>
                      <a:pt x="2177" y="209"/>
                    </a:lnTo>
                    <a:lnTo>
                      <a:pt x="2239" y="188"/>
                    </a:lnTo>
                    <a:lnTo>
                      <a:pt x="2323" y="209"/>
                    </a:lnTo>
                    <a:lnTo>
                      <a:pt x="2386" y="272"/>
                    </a:lnTo>
                    <a:lnTo>
                      <a:pt x="2449" y="251"/>
                    </a:lnTo>
                    <a:lnTo>
                      <a:pt x="2491" y="188"/>
                    </a:lnTo>
                    <a:lnTo>
                      <a:pt x="2491" y="42"/>
                    </a:lnTo>
                    <a:lnTo>
                      <a:pt x="2428" y="42"/>
                    </a:lnTo>
                    <a:lnTo>
                      <a:pt x="2365" y="63"/>
                    </a:lnTo>
                    <a:lnTo>
                      <a:pt x="2365" y="105"/>
                    </a:lnTo>
                    <a:lnTo>
                      <a:pt x="2323" y="105"/>
                    </a:lnTo>
                    <a:lnTo>
                      <a:pt x="2323" y="63"/>
                    </a:lnTo>
                    <a:lnTo>
                      <a:pt x="2323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6" name="Google Shape;7720;p67">
                <a:extLst>
                  <a:ext uri="{FF2B5EF4-FFF2-40B4-BE49-F238E27FC236}">
                    <a16:creationId xmlns:a16="http://schemas.microsoft.com/office/drawing/2014/main" id="{9D7C0979-9A5D-0EB9-1A39-EFFC43A950A8}"/>
                  </a:ext>
                </a:extLst>
              </p:cNvPr>
              <p:cNvSpPr/>
              <p:nvPr/>
            </p:nvSpPr>
            <p:spPr>
              <a:xfrm>
                <a:off x="1922950" y="1659350"/>
                <a:ext cx="1050900" cy="913875"/>
              </a:xfrm>
              <a:custGeom>
                <a:avLst/>
                <a:gdLst/>
                <a:ahLst/>
                <a:cxnLst/>
                <a:rect l="l" t="t" r="r" b="b"/>
                <a:pathLst>
                  <a:path w="42036" h="36555" extrusionOk="0">
                    <a:moveTo>
                      <a:pt x="4310" y="26929"/>
                    </a:moveTo>
                    <a:lnTo>
                      <a:pt x="4310" y="27055"/>
                    </a:lnTo>
                    <a:lnTo>
                      <a:pt x="4268" y="27159"/>
                    </a:lnTo>
                    <a:lnTo>
                      <a:pt x="4101" y="27264"/>
                    </a:lnTo>
                    <a:lnTo>
                      <a:pt x="4076" y="27268"/>
                    </a:lnTo>
                    <a:lnTo>
                      <a:pt x="4076" y="27268"/>
                    </a:lnTo>
                    <a:lnTo>
                      <a:pt x="4101" y="27243"/>
                    </a:lnTo>
                    <a:lnTo>
                      <a:pt x="4185" y="27117"/>
                    </a:lnTo>
                    <a:lnTo>
                      <a:pt x="4289" y="27034"/>
                    </a:lnTo>
                    <a:lnTo>
                      <a:pt x="4310" y="26929"/>
                    </a:lnTo>
                    <a:close/>
                    <a:moveTo>
                      <a:pt x="40508" y="27473"/>
                    </a:moveTo>
                    <a:lnTo>
                      <a:pt x="40299" y="27557"/>
                    </a:lnTo>
                    <a:lnTo>
                      <a:pt x="40090" y="27599"/>
                    </a:lnTo>
                    <a:lnTo>
                      <a:pt x="40132" y="27536"/>
                    </a:lnTo>
                    <a:lnTo>
                      <a:pt x="40404" y="27473"/>
                    </a:lnTo>
                    <a:close/>
                    <a:moveTo>
                      <a:pt x="19459" y="0"/>
                    </a:moveTo>
                    <a:lnTo>
                      <a:pt x="19187" y="105"/>
                    </a:lnTo>
                    <a:lnTo>
                      <a:pt x="18810" y="105"/>
                    </a:lnTo>
                    <a:lnTo>
                      <a:pt x="18727" y="63"/>
                    </a:lnTo>
                    <a:lnTo>
                      <a:pt x="18392" y="84"/>
                    </a:lnTo>
                    <a:lnTo>
                      <a:pt x="18308" y="63"/>
                    </a:lnTo>
                    <a:lnTo>
                      <a:pt x="18120" y="105"/>
                    </a:lnTo>
                    <a:lnTo>
                      <a:pt x="18078" y="210"/>
                    </a:lnTo>
                    <a:lnTo>
                      <a:pt x="18120" y="272"/>
                    </a:lnTo>
                    <a:lnTo>
                      <a:pt x="18078" y="377"/>
                    </a:lnTo>
                    <a:lnTo>
                      <a:pt x="18078" y="524"/>
                    </a:lnTo>
                    <a:lnTo>
                      <a:pt x="18036" y="775"/>
                    </a:lnTo>
                    <a:lnTo>
                      <a:pt x="18120" y="879"/>
                    </a:lnTo>
                    <a:lnTo>
                      <a:pt x="18036" y="942"/>
                    </a:lnTo>
                    <a:lnTo>
                      <a:pt x="17911" y="942"/>
                    </a:lnTo>
                    <a:lnTo>
                      <a:pt x="17764" y="1109"/>
                    </a:lnTo>
                    <a:lnTo>
                      <a:pt x="17701" y="1214"/>
                    </a:lnTo>
                    <a:lnTo>
                      <a:pt x="17471" y="1298"/>
                    </a:lnTo>
                    <a:lnTo>
                      <a:pt x="17367" y="1444"/>
                    </a:lnTo>
                    <a:lnTo>
                      <a:pt x="17095" y="1633"/>
                    </a:lnTo>
                    <a:lnTo>
                      <a:pt x="16990" y="1674"/>
                    </a:lnTo>
                    <a:lnTo>
                      <a:pt x="16990" y="1758"/>
                    </a:lnTo>
                    <a:lnTo>
                      <a:pt x="17074" y="1925"/>
                    </a:lnTo>
                    <a:lnTo>
                      <a:pt x="17074" y="2072"/>
                    </a:lnTo>
                    <a:lnTo>
                      <a:pt x="16760" y="2030"/>
                    </a:lnTo>
                    <a:lnTo>
                      <a:pt x="16739" y="1946"/>
                    </a:lnTo>
                    <a:lnTo>
                      <a:pt x="16718" y="2135"/>
                    </a:lnTo>
                    <a:lnTo>
                      <a:pt x="16613" y="2281"/>
                    </a:lnTo>
                    <a:lnTo>
                      <a:pt x="16530" y="2302"/>
                    </a:lnTo>
                    <a:lnTo>
                      <a:pt x="16509" y="2365"/>
                    </a:lnTo>
                    <a:lnTo>
                      <a:pt x="16300" y="2407"/>
                    </a:lnTo>
                    <a:lnTo>
                      <a:pt x="16237" y="2574"/>
                    </a:lnTo>
                    <a:lnTo>
                      <a:pt x="16132" y="2595"/>
                    </a:lnTo>
                    <a:lnTo>
                      <a:pt x="16028" y="2700"/>
                    </a:lnTo>
                    <a:lnTo>
                      <a:pt x="15944" y="2700"/>
                    </a:lnTo>
                    <a:lnTo>
                      <a:pt x="15923" y="2804"/>
                    </a:lnTo>
                    <a:lnTo>
                      <a:pt x="15776" y="2888"/>
                    </a:lnTo>
                    <a:lnTo>
                      <a:pt x="15672" y="2993"/>
                    </a:lnTo>
                    <a:lnTo>
                      <a:pt x="15588" y="2972"/>
                    </a:lnTo>
                    <a:lnTo>
                      <a:pt x="15588" y="3076"/>
                    </a:lnTo>
                    <a:lnTo>
                      <a:pt x="15776" y="3139"/>
                    </a:lnTo>
                    <a:lnTo>
                      <a:pt x="15986" y="3139"/>
                    </a:lnTo>
                    <a:lnTo>
                      <a:pt x="15986" y="3244"/>
                    </a:lnTo>
                    <a:lnTo>
                      <a:pt x="15839" y="3202"/>
                    </a:lnTo>
                    <a:lnTo>
                      <a:pt x="15944" y="3516"/>
                    </a:lnTo>
                    <a:lnTo>
                      <a:pt x="16028" y="3599"/>
                    </a:lnTo>
                    <a:lnTo>
                      <a:pt x="16007" y="3725"/>
                    </a:lnTo>
                    <a:lnTo>
                      <a:pt x="15944" y="3871"/>
                    </a:lnTo>
                    <a:lnTo>
                      <a:pt x="16007" y="4018"/>
                    </a:lnTo>
                    <a:lnTo>
                      <a:pt x="15902" y="4185"/>
                    </a:lnTo>
                    <a:lnTo>
                      <a:pt x="15902" y="4394"/>
                    </a:lnTo>
                    <a:lnTo>
                      <a:pt x="15902" y="4457"/>
                    </a:lnTo>
                    <a:lnTo>
                      <a:pt x="15986" y="4457"/>
                    </a:lnTo>
                    <a:lnTo>
                      <a:pt x="16028" y="4478"/>
                    </a:lnTo>
                    <a:lnTo>
                      <a:pt x="16111" y="4394"/>
                    </a:lnTo>
                    <a:lnTo>
                      <a:pt x="16237" y="4374"/>
                    </a:lnTo>
                    <a:lnTo>
                      <a:pt x="16341" y="4394"/>
                    </a:lnTo>
                    <a:lnTo>
                      <a:pt x="16509" y="4374"/>
                    </a:lnTo>
                    <a:lnTo>
                      <a:pt x="16676" y="4227"/>
                    </a:lnTo>
                    <a:lnTo>
                      <a:pt x="16760" y="4185"/>
                    </a:lnTo>
                    <a:lnTo>
                      <a:pt x="16760" y="4143"/>
                    </a:lnTo>
                    <a:lnTo>
                      <a:pt x="16864" y="4060"/>
                    </a:lnTo>
                    <a:lnTo>
                      <a:pt x="16927" y="4143"/>
                    </a:lnTo>
                    <a:lnTo>
                      <a:pt x="16927" y="4269"/>
                    </a:lnTo>
                    <a:lnTo>
                      <a:pt x="16844" y="4353"/>
                    </a:lnTo>
                    <a:lnTo>
                      <a:pt x="16927" y="4457"/>
                    </a:lnTo>
                    <a:lnTo>
                      <a:pt x="17032" y="4457"/>
                    </a:lnTo>
                    <a:lnTo>
                      <a:pt x="17178" y="4374"/>
                    </a:lnTo>
                    <a:lnTo>
                      <a:pt x="17346" y="4374"/>
                    </a:lnTo>
                    <a:lnTo>
                      <a:pt x="17450" y="4248"/>
                    </a:lnTo>
                    <a:lnTo>
                      <a:pt x="17597" y="4081"/>
                    </a:lnTo>
                    <a:lnTo>
                      <a:pt x="17576" y="4018"/>
                    </a:lnTo>
                    <a:lnTo>
                      <a:pt x="17701" y="3850"/>
                    </a:lnTo>
                    <a:lnTo>
                      <a:pt x="17722" y="3767"/>
                    </a:lnTo>
                    <a:lnTo>
                      <a:pt x="17890" y="3620"/>
                    </a:lnTo>
                    <a:lnTo>
                      <a:pt x="18015" y="3557"/>
                    </a:lnTo>
                    <a:lnTo>
                      <a:pt x="18036" y="3453"/>
                    </a:lnTo>
                    <a:lnTo>
                      <a:pt x="18099" y="3306"/>
                    </a:lnTo>
                    <a:lnTo>
                      <a:pt x="18204" y="3453"/>
                    </a:lnTo>
                    <a:lnTo>
                      <a:pt x="18350" y="3453"/>
                    </a:lnTo>
                    <a:lnTo>
                      <a:pt x="18497" y="3348"/>
                    </a:lnTo>
                    <a:lnTo>
                      <a:pt x="18643" y="3327"/>
                    </a:lnTo>
                    <a:lnTo>
                      <a:pt x="18706" y="3181"/>
                    </a:lnTo>
                    <a:lnTo>
                      <a:pt x="18769" y="3181"/>
                    </a:lnTo>
                    <a:lnTo>
                      <a:pt x="18873" y="3076"/>
                    </a:lnTo>
                    <a:lnTo>
                      <a:pt x="18936" y="2909"/>
                    </a:lnTo>
                    <a:lnTo>
                      <a:pt x="19124" y="2867"/>
                    </a:lnTo>
                    <a:lnTo>
                      <a:pt x="19187" y="2846"/>
                    </a:lnTo>
                    <a:lnTo>
                      <a:pt x="19250" y="2888"/>
                    </a:lnTo>
                    <a:lnTo>
                      <a:pt x="19333" y="2846"/>
                    </a:lnTo>
                    <a:lnTo>
                      <a:pt x="19543" y="2846"/>
                    </a:lnTo>
                    <a:lnTo>
                      <a:pt x="19668" y="2762"/>
                    </a:lnTo>
                    <a:lnTo>
                      <a:pt x="19773" y="2762"/>
                    </a:lnTo>
                    <a:lnTo>
                      <a:pt x="20024" y="2658"/>
                    </a:lnTo>
                    <a:lnTo>
                      <a:pt x="20233" y="2616"/>
                    </a:lnTo>
                    <a:lnTo>
                      <a:pt x="20296" y="2595"/>
                    </a:lnTo>
                    <a:cubicBezTo>
                      <a:pt x="20338" y="2679"/>
                      <a:pt x="20442" y="2741"/>
                      <a:pt x="20526" y="2762"/>
                    </a:cubicBezTo>
                    <a:lnTo>
                      <a:pt x="20401" y="2783"/>
                    </a:lnTo>
                    <a:lnTo>
                      <a:pt x="19877" y="2993"/>
                    </a:lnTo>
                    <a:lnTo>
                      <a:pt x="19752" y="3097"/>
                    </a:lnTo>
                    <a:lnTo>
                      <a:pt x="19438" y="3181"/>
                    </a:lnTo>
                    <a:lnTo>
                      <a:pt x="19020" y="3369"/>
                    </a:lnTo>
                    <a:lnTo>
                      <a:pt x="18852" y="3495"/>
                    </a:lnTo>
                    <a:lnTo>
                      <a:pt x="18852" y="3578"/>
                    </a:lnTo>
                    <a:lnTo>
                      <a:pt x="18957" y="3578"/>
                    </a:lnTo>
                    <a:lnTo>
                      <a:pt x="19020" y="3620"/>
                    </a:lnTo>
                    <a:lnTo>
                      <a:pt x="18915" y="3704"/>
                    </a:lnTo>
                    <a:lnTo>
                      <a:pt x="18831" y="3704"/>
                    </a:lnTo>
                    <a:lnTo>
                      <a:pt x="18643" y="3850"/>
                    </a:lnTo>
                    <a:lnTo>
                      <a:pt x="18497" y="3850"/>
                    </a:lnTo>
                    <a:lnTo>
                      <a:pt x="18413" y="3934"/>
                    </a:lnTo>
                    <a:lnTo>
                      <a:pt x="18392" y="4039"/>
                    </a:lnTo>
                    <a:lnTo>
                      <a:pt x="18225" y="4143"/>
                    </a:lnTo>
                    <a:lnTo>
                      <a:pt x="18162" y="4227"/>
                    </a:lnTo>
                    <a:lnTo>
                      <a:pt x="18162" y="4353"/>
                    </a:lnTo>
                    <a:lnTo>
                      <a:pt x="18225" y="4311"/>
                    </a:lnTo>
                    <a:lnTo>
                      <a:pt x="18308" y="4374"/>
                    </a:lnTo>
                    <a:lnTo>
                      <a:pt x="18266" y="4457"/>
                    </a:lnTo>
                    <a:lnTo>
                      <a:pt x="18287" y="4478"/>
                    </a:lnTo>
                    <a:lnTo>
                      <a:pt x="18371" y="4457"/>
                    </a:lnTo>
                    <a:lnTo>
                      <a:pt x="18476" y="4415"/>
                    </a:lnTo>
                    <a:lnTo>
                      <a:pt x="18580" y="4415"/>
                    </a:lnTo>
                    <a:lnTo>
                      <a:pt x="18643" y="4457"/>
                    </a:lnTo>
                    <a:lnTo>
                      <a:pt x="18622" y="4541"/>
                    </a:lnTo>
                    <a:lnTo>
                      <a:pt x="18497" y="4583"/>
                    </a:lnTo>
                    <a:lnTo>
                      <a:pt x="18371" y="4520"/>
                    </a:lnTo>
                    <a:lnTo>
                      <a:pt x="18287" y="4562"/>
                    </a:lnTo>
                    <a:lnTo>
                      <a:pt x="18308" y="4666"/>
                    </a:lnTo>
                    <a:lnTo>
                      <a:pt x="18517" y="4771"/>
                    </a:lnTo>
                    <a:lnTo>
                      <a:pt x="18601" y="4729"/>
                    </a:lnTo>
                    <a:lnTo>
                      <a:pt x="18622" y="4646"/>
                    </a:lnTo>
                    <a:lnTo>
                      <a:pt x="18685" y="4646"/>
                    </a:lnTo>
                    <a:lnTo>
                      <a:pt x="18727" y="4687"/>
                    </a:lnTo>
                    <a:lnTo>
                      <a:pt x="18685" y="4771"/>
                    </a:lnTo>
                    <a:lnTo>
                      <a:pt x="18789" y="4771"/>
                    </a:lnTo>
                    <a:lnTo>
                      <a:pt x="18957" y="4792"/>
                    </a:lnTo>
                    <a:lnTo>
                      <a:pt x="19145" y="4750"/>
                    </a:lnTo>
                    <a:lnTo>
                      <a:pt x="19250" y="4750"/>
                    </a:lnTo>
                    <a:lnTo>
                      <a:pt x="19417" y="4834"/>
                    </a:lnTo>
                    <a:lnTo>
                      <a:pt x="19543" y="4792"/>
                    </a:lnTo>
                    <a:lnTo>
                      <a:pt x="19647" y="4855"/>
                    </a:lnTo>
                    <a:lnTo>
                      <a:pt x="19689" y="4959"/>
                    </a:lnTo>
                    <a:lnTo>
                      <a:pt x="19773" y="4959"/>
                    </a:lnTo>
                    <a:lnTo>
                      <a:pt x="19752" y="5001"/>
                    </a:lnTo>
                    <a:lnTo>
                      <a:pt x="19668" y="5001"/>
                    </a:lnTo>
                    <a:lnTo>
                      <a:pt x="19522" y="4897"/>
                    </a:lnTo>
                    <a:lnTo>
                      <a:pt x="19313" y="4897"/>
                    </a:lnTo>
                    <a:lnTo>
                      <a:pt x="19250" y="4959"/>
                    </a:lnTo>
                    <a:lnTo>
                      <a:pt x="19375" y="5001"/>
                    </a:lnTo>
                    <a:lnTo>
                      <a:pt x="19417" y="5064"/>
                    </a:lnTo>
                    <a:lnTo>
                      <a:pt x="19229" y="5064"/>
                    </a:lnTo>
                    <a:lnTo>
                      <a:pt x="19145" y="4980"/>
                    </a:lnTo>
                    <a:lnTo>
                      <a:pt x="18894" y="5001"/>
                    </a:lnTo>
                    <a:lnTo>
                      <a:pt x="18810" y="5064"/>
                    </a:lnTo>
                    <a:lnTo>
                      <a:pt x="18727" y="5001"/>
                    </a:lnTo>
                    <a:lnTo>
                      <a:pt x="18643" y="5001"/>
                    </a:lnTo>
                    <a:lnTo>
                      <a:pt x="18580" y="5043"/>
                    </a:lnTo>
                    <a:lnTo>
                      <a:pt x="18497" y="5043"/>
                    </a:lnTo>
                    <a:lnTo>
                      <a:pt x="18225" y="5064"/>
                    </a:lnTo>
                    <a:lnTo>
                      <a:pt x="18183" y="5085"/>
                    </a:lnTo>
                    <a:lnTo>
                      <a:pt x="17973" y="5127"/>
                    </a:lnTo>
                    <a:lnTo>
                      <a:pt x="17953" y="5273"/>
                    </a:lnTo>
                    <a:lnTo>
                      <a:pt x="17973" y="5587"/>
                    </a:lnTo>
                    <a:lnTo>
                      <a:pt x="17994" y="5629"/>
                    </a:lnTo>
                    <a:lnTo>
                      <a:pt x="17994" y="5754"/>
                    </a:lnTo>
                    <a:lnTo>
                      <a:pt x="17953" y="5796"/>
                    </a:lnTo>
                    <a:lnTo>
                      <a:pt x="17953" y="5859"/>
                    </a:lnTo>
                    <a:lnTo>
                      <a:pt x="17994" y="5922"/>
                    </a:lnTo>
                    <a:lnTo>
                      <a:pt x="18099" y="5901"/>
                    </a:lnTo>
                    <a:lnTo>
                      <a:pt x="18141" y="5901"/>
                    </a:lnTo>
                    <a:lnTo>
                      <a:pt x="18225" y="5943"/>
                    </a:lnTo>
                    <a:lnTo>
                      <a:pt x="18329" y="5943"/>
                    </a:lnTo>
                    <a:lnTo>
                      <a:pt x="18371" y="5901"/>
                    </a:lnTo>
                    <a:lnTo>
                      <a:pt x="18392" y="5901"/>
                    </a:lnTo>
                    <a:lnTo>
                      <a:pt x="18476" y="5922"/>
                    </a:lnTo>
                    <a:lnTo>
                      <a:pt x="18517" y="5964"/>
                    </a:lnTo>
                    <a:lnTo>
                      <a:pt x="18559" y="5943"/>
                    </a:lnTo>
                    <a:lnTo>
                      <a:pt x="18622" y="6006"/>
                    </a:lnTo>
                    <a:lnTo>
                      <a:pt x="18622" y="6047"/>
                    </a:lnTo>
                    <a:lnTo>
                      <a:pt x="18706" y="6068"/>
                    </a:lnTo>
                    <a:lnTo>
                      <a:pt x="18789" y="6047"/>
                    </a:lnTo>
                    <a:lnTo>
                      <a:pt x="18852" y="6047"/>
                    </a:lnTo>
                    <a:lnTo>
                      <a:pt x="18915" y="6110"/>
                    </a:lnTo>
                    <a:lnTo>
                      <a:pt x="19041" y="6110"/>
                    </a:lnTo>
                    <a:lnTo>
                      <a:pt x="19124" y="6068"/>
                    </a:lnTo>
                    <a:lnTo>
                      <a:pt x="19229" y="6131"/>
                    </a:lnTo>
                    <a:lnTo>
                      <a:pt x="19333" y="6068"/>
                    </a:lnTo>
                    <a:lnTo>
                      <a:pt x="19417" y="6110"/>
                    </a:lnTo>
                    <a:lnTo>
                      <a:pt x="19543" y="6110"/>
                    </a:lnTo>
                    <a:lnTo>
                      <a:pt x="19647" y="6068"/>
                    </a:lnTo>
                    <a:lnTo>
                      <a:pt x="19752" y="6131"/>
                    </a:lnTo>
                    <a:lnTo>
                      <a:pt x="19773" y="6215"/>
                    </a:lnTo>
                    <a:lnTo>
                      <a:pt x="19857" y="6152"/>
                    </a:lnTo>
                    <a:lnTo>
                      <a:pt x="19877" y="6257"/>
                    </a:lnTo>
                    <a:lnTo>
                      <a:pt x="19982" y="6340"/>
                    </a:lnTo>
                    <a:lnTo>
                      <a:pt x="19982" y="6382"/>
                    </a:lnTo>
                    <a:lnTo>
                      <a:pt x="20003" y="6445"/>
                    </a:lnTo>
                    <a:lnTo>
                      <a:pt x="20108" y="6445"/>
                    </a:lnTo>
                    <a:lnTo>
                      <a:pt x="20191" y="6466"/>
                    </a:lnTo>
                    <a:lnTo>
                      <a:pt x="20212" y="6550"/>
                    </a:lnTo>
                    <a:lnTo>
                      <a:pt x="20275" y="6570"/>
                    </a:lnTo>
                    <a:lnTo>
                      <a:pt x="20359" y="6654"/>
                    </a:lnTo>
                    <a:lnTo>
                      <a:pt x="20317" y="6696"/>
                    </a:lnTo>
                    <a:lnTo>
                      <a:pt x="20317" y="6780"/>
                    </a:lnTo>
                    <a:lnTo>
                      <a:pt x="20422" y="6884"/>
                    </a:lnTo>
                    <a:lnTo>
                      <a:pt x="20589" y="6989"/>
                    </a:lnTo>
                    <a:lnTo>
                      <a:pt x="20589" y="7052"/>
                    </a:lnTo>
                    <a:lnTo>
                      <a:pt x="20568" y="7073"/>
                    </a:lnTo>
                    <a:lnTo>
                      <a:pt x="20589" y="7114"/>
                    </a:lnTo>
                    <a:lnTo>
                      <a:pt x="20526" y="7094"/>
                    </a:lnTo>
                    <a:lnTo>
                      <a:pt x="20317" y="7052"/>
                    </a:lnTo>
                    <a:lnTo>
                      <a:pt x="20170" y="6989"/>
                    </a:lnTo>
                    <a:lnTo>
                      <a:pt x="20087" y="7010"/>
                    </a:lnTo>
                    <a:lnTo>
                      <a:pt x="20003" y="6989"/>
                    </a:lnTo>
                    <a:lnTo>
                      <a:pt x="19982" y="7010"/>
                    </a:lnTo>
                    <a:lnTo>
                      <a:pt x="19898" y="7010"/>
                    </a:lnTo>
                    <a:lnTo>
                      <a:pt x="19836" y="6905"/>
                    </a:lnTo>
                    <a:lnTo>
                      <a:pt x="19752" y="6905"/>
                    </a:lnTo>
                    <a:lnTo>
                      <a:pt x="19689" y="6801"/>
                    </a:lnTo>
                    <a:lnTo>
                      <a:pt x="19647" y="6780"/>
                    </a:lnTo>
                    <a:lnTo>
                      <a:pt x="19522" y="6801"/>
                    </a:lnTo>
                    <a:lnTo>
                      <a:pt x="19438" y="6780"/>
                    </a:lnTo>
                    <a:lnTo>
                      <a:pt x="19375" y="6738"/>
                    </a:lnTo>
                    <a:lnTo>
                      <a:pt x="19250" y="6675"/>
                    </a:lnTo>
                    <a:lnTo>
                      <a:pt x="19229" y="6591"/>
                    </a:lnTo>
                    <a:lnTo>
                      <a:pt x="19166" y="6591"/>
                    </a:lnTo>
                    <a:lnTo>
                      <a:pt x="19124" y="6570"/>
                    </a:lnTo>
                    <a:lnTo>
                      <a:pt x="18999" y="6570"/>
                    </a:lnTo>
                    <a:lnTo>
                      <a:pt x="18936" y="6550"/>
                    </a:lnTo>
                    <a:lnTo>
                      <a:pt x="18685" y="6550"/>
                    </a:lnTo>
                    <a:lnTo>
                      <a:pt x="18517" y="6529"/>
                    </a:lnTo>
                    <a:lnTo>
                      <a:pt x="18413" y="6487"/>
                    </a:lnTo>
                    <a:lnTo>
                      <a:pt x="17973" y="6487"/>
                    </a:lnTo>
                    <a:lnTo>
                      <a:pt x="17890" y="6529"/>
                    </a:lnTo>
                    <a:lnTo>
                      <a:pt x="17764" y="6550"/>
                    </a:lnTo>
                    <a:lnTo>
                      <a:pt x="17701" y="6633"/>
                    </a:lnTo>
                    <a:lnTo>
                      <a:pt x="17701" y="6801"/>
                    </a:lnTo>
                    <a:lnTo>
                      <a:pt x="17597" y="6968"/>
                    </a:lnTo>
                    <a:lnTo>
                      <a:pt x="17639" y="7156"/>
                    </a:lnTo>
                    <a:lnTo>
                      <a:pt x="17597" y="7219"/>
                    </a:lnTo>
                    <a:lnTo>
                      <a:pt x="17639" y="7282"/>
                    </a:lnTo>
                    <a:lnTo>
                      <a:pt x="17701" y="7303"/>
                    </a:lnTo>
                    <a:lnTo>
                      <a:pt x="17681" y="7366"/>
                    </a:lnTo>
                    <a:lnTo>
                      <a:pt x="17639" y="7387"/>
                    </a:lnTo>
                    <a:lnTo>
                      <a:pt x="17701" y="7617"/>
                    </a:lnTo>
                    <a:lnTo>
                      <a:pt x="17785" y="7700"/>
                    </a:lnTo>
                    <a:lnTo>
                      <a:pt x="17806" y="7742"/>
                    </a:lnTo>
                    <a:lnTo>
                      <a:pt x="17973" y="7847"/>
                    </a:lnTo>
                    <a:lnTo>
                      <a:pt x="18015" y="7910"/>
                    </a:lnTo>
                    <a:lnTo>
                      <a:pt x="18120" y="7889"/>
                    </a:lnTo>
                    <a:lnTo>
                      <a:pt x="18183" y="7951"/>
                    </a:lnTo>
                    <a:lnTo>
                      <a:pt x="18266" y="7993"/>
                    </a:lnTo>
                    <a:lnTo>
                      <a:pt x="18392" y="7931"/>
                    </a:lnTo>
                    <a:lnTo>
                      <a:pt x="18476" y="7931"/>
                    </a:lnTo>
                    <a:lnTo>
                      <a:pt x="18538" y="8014"/>
                    </a:lnTo>
                    <a:lnTo>
                      <a:pt x="18685" y="8014"/>
                    </a:lnTo>
                    <a:lnTo>
                      <a:pt x="18748" y="8140"/>
                    </a:lnTo>
                    <a:lnTo>
                      <a:pt x="18831" y="8161"/>
                    </a:lnTo>
                    <a:lnTo>
                      <a:pt x="18852" y="8223"/>
                    </a:lnTo>
                    <a:lnTo>
                      <a:pt x="18727" y="8265"/>
                    </a:lnTo>
                    <a:lnTo>
                      <a:pt x="18727" y="8349"/>
                    </a:lnTo>
                    <a:lnTo>
                      <a:pt x="18685" y="8412"/>
                    </a:lnTo>
                    <a:lnTo>
                      <a:pt x="18685" y="8454"/>
                    </a:lnTo>
                    <a:lnTo>
                      <a:pt x="18622" y="8537"/>
                    </a:lnTo>
                    <a:lnTo>
                      <a:pt x="18497" y="8621"/>
                    </a:lnTo>
                    <a:lnTo>
                      <a:pt x="18497" y="8663"/>
                    </a:lnTo>
                    <a:lnTo>
                      <a:pt x="18434" y="8747"/>
                    </a:lnTo>
                    <a:lnTo>
                      <a:pt x="18517" y="8788"/>
                    </a:lnTo>
                    <a:lnTo>
                      <a:pt x="18517" y="8935"/>
                    </a:lnTo>
                    <a:lnTo>
                      <a:pt x="18580" y="9060"/>
                    </a:lnTo>
                    <a:lnTo>
                      <a:pt x="18580" y="9144"/>
                    </a:lnTo>
                    <a:lnTo>
                      <a:pt x="18434" y="9165"/>
                    </a:lnTo>
                    <a:lnTo>
                      <a:pt x="18497" y="9207"/>
                    </a:lnTo>
                    <a:lnTo>
                      <a:pt x="18685" y="9249"/>
                    </a:lnTo>
                    <a:lnTo>
                      <a:pt x="18748" y="9207"/>
                    </a:lnTo>
                    <a:lnTo>
                      <a:pt x="18810" y="9207"/>
                    </a:lnTo>
                    <a:lnTo>
                      <a:pt x="18831" y="9270"/>
                    </a:lnTo>
                    <a:lnTo>
                      <a:pt x="18894" y="9207"/>
                    </a:lnTo>
                    <a:lnTo>
                      <a:pt x="18936" y="9207"/>
                    </a:lnTo>
                    <a:lnTo>
                      <a:pt x="18999" y="9249"/>
                    </a:lnTo>
                    <a:lnTo>
                      <a:pt x="19145" y="9249"/>
                    </a:lnTo>
                    <a:lnTo>
                      <a:pt x="19333" y="9311"/>
                    </a:lnTo>
                    <a:lnTo>
                      <a:pt x="19417" y="9249"/>
                    </a:lnTo>
                    <a:lnTo>
                      <a:pt x="19564" y="9249"/>
                    </a:lnTo>
                    <a:lnTo>
                      <a:pt x="19585" y="9291"/>
                    </a:lnTo>
                    <a:lnTo>
                      <a:pt x="19626" y="9291"/>
                    </a:lnTo>
                    <a:lnTo>
                      <a:pt x="19668" y="9270"/>
                    </a:lnTo>
                    <a:lnTo>
                      <a:pt x="19752" y="9249"/>
                    </a:lnTo>
                    <a:lnTo>
                      <a:pt x="19794" y="9270"/>
                    </a:lnTo>
                    <a:lnTo>
                      <a:pt x="19836" y="9353"/>
                    </a:lnTo>
                    <a:lnTo>
                      <a:pt x="19877" y="9353"/>
                    </a:lnTo>
                    <a:lnTo>
                      <a:pt x="19940" y="9311"/>
                    </a:lnTo>
                    <a:lnTo>
                      <a:pt x="19982" y="9353"/>
                    </a:lnTo>
                    <a:lnTo>
                      <a:pt x="20003" y="9416"/>
                    </a:lnTo>
                    <a:lnTo>
                      <a:pt x="20066" y="9416"/>
                    </a:lnTo>
                    <a:lnTo>
                      <a:pt x="20108" y="9374"/>
                    </a:lnTo>
                    <a:lnTo>
                      <a:pt x="20254" y="9353"/>
                    </a:lnTo>
                    <a:lnTo>
                      <a:pt x="20296" y="9270"/>
                    </a:lnTo>
                    <a:lnTo>
                      <a:pt x="20401" y="9249"/>
                    </a:lnTo>
                    <a:lnTo>
                      <a:pt x="20484" y="9249"/>
                    </a:lnTo>
                    <a:lnTo>
                      <a:pt x="20589" y="9144"/>
                    </a:lnTo>
                    <a:lnTo>
                      <a:pt x="20714" y="9081"/>
                    </a:lnTo>
                    <a:lnTo>
                      <a:pt x="20819" y="9060"/>
                    </a:lnTo>
                    <a:lnTo>
                      <a:pt x="20840" y="8998"/>
                    </a:lnTo>
                    <a:lnTo>
                      <a:pt x="20924" y="8998"/>
                    </a:lnTo>
                    <a:lnTo>
                      <a:pt x="21028" y="9039"/>
                    </a:lnTo>
                    <a:lnTo>
                      <a:pt x="21112" y="9039"/>
                    </a:lnTo>
                    <a:lnTo>
                      <a:pt x="21196" y="9081"/>
                    </a:lnTo>
                    <a:lnTo>
                      <a:pt x="21405" y="9081"/>
                    </a:lnTo>
                    <a:lnTo>
                      <a:pt x="21635" y="8935"/>
                    </a:lnTo>
                    <a:lnTo>
                      <a:pt x="21656" y="8851"/>
                    </a:lnTo>
                    <a:lnTo>
                      <a:pt x="21719" y="8851"/>
                    </a:lnTo>
                    <a:lnTo>
                      <a:pt x="21740" y="8893"/>
                    </a:lnTo>
                    <a:lnTo>
                      <a:pt x="21761" y="8851"/>
                    </a:lnTo>
                    <a:lnTo>
                      <a:pt x="21844" y="8788"/>
                    </a:lnTo>
                    <a:lnTo>
                      <a:pt x="21844" y="8726"/>
                    </a:lnTo>
                    <a:lnTo>
                      <a:pt x="21865" y="8663"/>
                    </a:lnTo>
                    <a:lnTo>
                      <a:pt x="21928" y="8684"/>
                    </a:lnTo>
                    <a:lnTo>
                      <a:pt x="21991" y="8684"/>
                    </a:lnTo>
                    <a:lnTo>
                      <a:pt x="22054" y="8642"/>
                    </a:lnTo>
                    <a:lnTo>
                      <a:pt x="22054" y="8579"/>
                    </a:lnTo>
                    <a:lnTo>
                      <a:pt x="22095" y="8621"/>
                    </a:lnTo>
                    <a:lnTo>
                      <a:pt x="22158" y="8621"/>
                    </a:lnTo>
                    <a:lnTo>
                      <a:pt x="22179" y="8663"/>
                    </a:lnTo>
                    <a:lnTo>
                      <a:pt x="22179" y="8726"/>
                    </a:lnTo>
                    <a:lnTo>
                      <a:pt x="22242" y="8767"/>
                    </a:lnTo>
                    <a:lnTo>
                      <a:pt x="22158" y="8830"/>
                    </a:lnTo>
                    <a:lnTo>
                      <a:pt x="22158" y="8893"/>
                    </a:lnTo>
                    <a:lnTo>
                      <a:pt x="22095" y="8977"/>
                    </a:lnTo>
                    <a:lnTo>
                      <a:pt x="22054" y="8998"/>
                    </a:lnTo>
                    <a:lnTo>
                      <a:pt x="22054" y="9060"/>
                    </a:lnTo>
                    <a:lnTo>
                      <a:pt x="22137" y="9081"/>
                    </a:lnTo>
                    <a:lnTo>
                      <a:pt x="22200" y="9165"/>
                    </a:lnTo>
                    <a:lnTo>
                      <a:pt x="22242" y="9144"/>
                    </a:lnTo>
                    <a:lnTo>
                      <a:pt x="22305" y="9144"/>
                    </a:lnTo>
                    <a:lnTo>
                      <a:pt x="22409" y="9186"/>
                    </a:lnTo>
                    <a:lnTo>
                      <a:pt x="22409" y="9207"/>
                    </a:lnTo>
                    <a:cubicBezTo>
                      <a:pt x="22367" y="9207"/>
                      <a:pt x="22305" y="9249"/>
                      <a:pt x="22263" y="9270"/>
                    </a:cubicBezTo>
                    <a:lnTo>
                      <a:pt x="22242" y="9270"/>
                    </a:lnTo>
                    <a:cubicBezTo>
                      <a:pt x="22137" y="9291"/>
                      <a:pt x="22054" y="9353"/>
                      <a:pt x="21949" y="9374"/>
                    </a:cubicBezTo>
                    <a:cubicBezTo>
                      <a:pt x="21886" y="9374"/>
                      <a:pt x="21865" y="9395"/>
                      <a:pt x="21844" y="9458"/>
                    </a:cubicBezTo>
                    <a:lnTo>
                      <a:pt x="21551" y="9521"/>
                    </a:lnTo>
                    <a:lnTo>
                      <a:pt x="21133" y="9563"/>
                    </a:lnTo>
                    <a:lnTo>
                      <a:pt x="21007" y="9521"/>
                    </a:lnTo>
                    <a:lnTo>
                      <a:pt x="20903" y="9521"/>
                    </a:lnTo>
                    <a:lnTo>
                      <a:pt x="20735" y="9730"/>
                    </a:lnTo>
                    <a:lnTo>
                      <a:pt x="20631" y="9793"/>
                    </a:lnTo>
                    <a:lnTo>
                      <a:pt x="20589" y="9876"/>
                    </a:lnTo>
                    <a:lnTo>
                      <a:pt x="20673" y="9918"/>
                    </a:lnTo>
                    <a:lnTo>
                      <a:pt x="20735" y="9876"/>
                    </a:lnTo>
                    <a:lnTo>
                      <a:pt x="20798" y="9876"/>
                    </a:lnTo>
                    <a:lnTo>
                      <a:pt x="20777" y="9981"/>
                    </a:lnTo>
                    <a:lnTo>
                      <a:pt x="20694" y="10023"/>
                    </a:lnTo>
                    <a:lnTo>
                      <a:pt x="20714" y="10086"/>
                    </a:lnTo>
                    <a:lnTo>
                      <a:pt x="20882" y="10107"/>
                    </a:lnTo>
                    <a:lnTo>
                      <a:pt x="20903" y="10148"/>
                    </a:lnTo>
                    <a:lnTo>
                      <a:pt x="21028" y="10127"/>
                    </a:lnTo>
                    <a:lnTo>
                      <a:pt x="21028" y="10044"/>
                    </a:lnTo>
                    <a:lnTo>
                      <a:pt x="20945" y="9981"/>
                    </a:lnTo>
                    <a:lnTo>
                      <a:pt x="20945" y="9897"/>
                    </a:lnTo>
                    <a:lnTo>
                      <a:pt x="21028" y="9876"/>
                    </a:lnTo>
                    <a:lnTo>
                      <a:pt x="21049" y="9918"/>
                    </a:lnTo>
                    <a:lnTo>
                      <a:pt x="21133" y="9918"/>
                    </a:lnTo>
                    <a:lnTo>
                      <a:pt x="21238" y="10002"/>
                    </a:lnTo>
                    <a:lnTo>
                      <a:pt x="21321" y="9981"/>
                    </a:lnTo>
                    <a:lnTo>
                      <a:pt x="21342" y="9876"/>
                    </a:lnTo>
                    <a:lnTo>
                      <a:pt x="21426" y="9814"/>
                    </a:lnTo>
                    <a:lnTo>
                      <a:pt x="21426" y="9918"/>
                    </a:lnTo>
                    <a:lnTo>
                      <a:pt x="21530" y="10023"/>
                    </a:lnTo>
                    <a:lnTo>
                      <a:pt x="21551" y="9981"/>
                    </a:lnTo>
                    <a:lnTo>
                      <a:pt x="21551" y="9897"/>
                    </a:lnTo>
                    <a:lnTo>
                      <a:pt x="21656" y="9897"/>
                    </a:lnTo>
                    <a:lnTo>
                      <a:pt x="21677" y="9814"/>
                    </a:lnTo>
                    <a:lnTo>
                      <a:pt x="21761" y="9814"/>
                    </a:lnTo>
                    <a:lnTo>
                      <a:pt x="21886" y="9772"/>
                    </a:lnTo>
                    <a:cubicBezTo>
                      <a:pt x="21932" y="9802"/>
                      <a:pt x="21989" y="9822"/>
                      <a:pt x="22041" y="9822"/>
                    </a:cubicBezTo>
                    <a:cubicBezTo>
                      <a:pt x="22060" y="9822"/>
                      <a:pt x="22079" y="9819"/>
                      <a:pt x="22095" y="9814"/>
                    </a:cubicBezTo>
                    <a:cubicBezTo>
                      <a:pt x="22116" y="9814"/>
                      <a:pt x="22132" y="9808"/>
                      <a:pt x="22142" y="9803"/>
                    </a:cubicBezTo>
                    <a:lnTo>
                      <a:pt x="22142" y="9803"/>
                    </a:lnTo>
                    <a:lnTo>
                      <a:pt x="22095" y="9835"/>
                    </a:lnTo>
                    <a:lnTo>
                      <a:pt x="22158" y="9918"/>
                    </a:lnTo>
                    <a:lnTo>
                      <a:pt x="22033" y="10044"/>
                    </a:lnTo>
                    <a:lnTo>
                      <a:pt x="21949" y="10002"/>
                    </a:lnTo>
                    <a:lnTo>
                      <a:pt x="21886" y="10044"/>
                    </a:lnTo>
                    <a:lnTo>
                      <a:pt x="21782" y="10044"/>
                    </a:lnTo>
                    <a:lnTo>
                      <a:pt x="21740" y="10002"/>
                    </a:lnTo>
                    <a:lnTo>
                      <a:pt x="21656" y="10002"/>
                    </a:lnTo>
                    <a:lnTo>
                      <a:pt x="21551" y="10190"/>
                    </a:lnTo>
                    <a:lnTo>
                      <a:pt x="21572" y="10316"/>
                    </a:lnTo>
                    <a:lnTo>
                      <a:pt x="21572" y="10462"/>
                    </a:lnTo>
                    <a:lnTo>
                      <a:pt x="21551" y="10316"/>
                    </a:lnTo>
                    <a:lnTo>
                      <a:pt x="21510" y="10316"/>
                    </a:lnTo>
                    <a:lnTo>
                      <a:pt x="21468" y="10232"/>
                    </a:lnTo>
                    <a:lnTo>
                      <a:pt x="21405" y="10232"/>
                    </a:lnTo>
                    <a:lnTo>
                      <a:pt x="21342" y="10337"/>
                    </a:lnTo>
                    <a:lnTo>
                      <a:pt x="21196" y="10379"/>
                    </a:lnTo>
                    <a:lnTo>
                      <a:pt x="21133" y="10400"/>
                    </a:lnTo>
                    <a:lnTo>
                      <a:pt x="21133" y="10316"/>
                    </a:lnTo>
                    <a:lnTo>
                      <a:pt x="21091" y="10316"/>
                    </a:lnTo>
                    <a:lnTo>
                      <a:pt x="21007" y="10420"/>
                    </a:lnTo>
                    <a:lnTo>
                      <a:pt x="20924" y="10441"/>
                    </a:lnTo>
                    <a:lnTo>
                      <a:pt x="20882" y="10400"/>
                    </a:lnTo>
                    <a:lnTo>
                      <a:pt x="20798" y="10400"/>
                    </a:lnTo>
                    <a:lnTo>
                      <a:pt x="20735" y="10483"/>
                    </a:lnTo>
                    <a:lnTo>
                      <a:pt x="20735" y="10504"/>
                    </a:lnTo>
                    <a:lnTo>
                      <a:pt x="20589" y="10525"/>
                    </a:lnTo>
                    <a:lnTo>
                      <a:pt x="20505" y="10588"/>
                    </a:lnTo>
                    <a:lnTo>
                      <a:pt x="20505" y="10692"/>
                    </a:lnTo>
                    <a:lnTo>
                      <a:pt x="20526" y="10797"/>
                    </a:lnTo>
                    <a:lnTo>
                      <a:pt x="20422" y="11069"/>
                    </a:lnTo>
                    <a:lnTo>
                      <a:pt x="20380" y="11278"/>
                    </a:lnTo>
                    <a:lnTo>
                      <a:pt x="20380" y="11362"/>
                    </a:lnTo>
                    <a:lnTo>
                      <a:pt x="20484" y="11446"/>
                    </a:lnTo>
                    <a:lnTo>
                      <a:pt x="20463" y="11488"/>
                    </a:lnTo>
                    <a:lnTo>
                      <a:pt x="20359" y="11529"/>
                    </a:lnTo>
                    <a:lnTo>
                      <a:pt x="20359" y="11592"/>
                    </a:lnTo>
                    <a:lnTo>
                      <a:pt x="20422" y="11697"/>
                    </a:lnTo>
                    <a:lnTo>
                      <a:pt x="20422" y="11801"/>
                    </a:lnTo>
                    <a:lnTo>
                      <a:pt x="20380" y="11864"/>
                    </a:lnTo>
                    <a:lnTo>
                      <a:pt x="20359" y="11801"/>
                    </a:lnTo>
                    <a:lnTo>
                      <a:pt x="20275" y="11864"/>
                    </a:lnTo>
                    <a:lnTo>
                      <a:pt x="20212" y="11843"/>
                    </a:lnTo>
                    <a:lnTo>
                      <a:pt x="20254" y="11760"/>
                    </a:lnTo>
                    <a:lnTo>
                      <a:pt x="20296" y="11739"/>
                    </a:lnTo>
                    <a:lnTo>
                      <a:pt x="20296" y="11634"/>
                    </a:lnTo>
                    <a:lnTo>
                      <a:pt x="20212" y="11634"/>
                    </a:lnTo>
                    <a:lnTo>
                      <a:pt x="20087" y="11864"/>
                    </a:lnTo>
                    <a:lnTo>
                      <a:pt x="20066" y="12115"/>
                    </a:lnTo>
                    <a:lnTo>
                      <a:pt x="20108" y="12408"/>
                    </a:lnTo>
                    <a:lnTo>
                      <a:pt x="20108" y="12785"/>
                    </a:lnTo>
                    <a:lnTo>
                      <a:pt x="20087" y="12408"/>
                    </a:lnTo>
                    <a:lnTo>
                      <a:pt x="20045" y="12220"/>
                    </a:lnTo>
                    <a:lnTo>
                      <a:pt x="19982" y="12178"/>
                    </a:lnTo>
                    <a:lnTo>
                      <a:pt x="20045" y="12073"/>
                    </a:lnTo>
                    <a:lnTo>
                      <a:pt x="20045" y="11990"/>
                    </a:lnTo>
                    <a:lnTo>
                      <a:pt x="19898" y="11906"/>
                    </a:lnTo>
                    <a:lnTo>
                      <a:pt x="19961" y="11780"/>
                    </a:lnTo>
                    <a:lnTo>
                      <a:pt x="19961" y="11571"/>
                    </a:lnTo>
                    <a:lnTo>
                      <a:pt x="19877" y="11446"/>
                    </a:lnTo>
                    <a:lnTo>
                      <a:pt x="19877" y="11236"/>
                    </a:lnTo>
                    <a:lnTo>
                      <a:pt x="19961" y="11111"/>
                    </a:lnTo>
                    <a:lnTo>
                      <a:pt x="20045" y="10923"/>
                    </a:lnTo>
                    <a:lnTo>
                      <a:pt x="20045" y="10755"/>
                    </a:lnTo>
                    <a:lnTo>
                      <a:pt x="20003" y="10755"/>
                    </a:lnTo>
                    <a:lnTo>
                      <a:pt x="19961" y="10839"/>
                    </a:lnTo>
                    <a:lnTo>
                      <a:pt x="19940" y="10964"/>
                    </a:lnTo>
                    <a:lnTo>
                      <a:pt x="19857" y="11048"/>
                    </a:lnTo>
                    <a:lnTo>
                      <a:pt x="19836" y="11027"/>
                    </a:lnTo>
                    <a:lnTo>
                      <a:pt x="19794" y="10902"/>
                    </a:lnTo>
                    <a:lnTo>
                      <a:pt x="19877" y="10713"/>
                    </a:lnTo>
                    <a:lnTo>
                      <a:pt x="19898" y="10609"/>
                    </a:lnTo>
                    <a:lnTo>
                      <a:pt x="19836" y="10546"/>
                    </a:lnTo>
                    <a:lnTo>
                      <a:pt x="19752" y="10630"/>
                    </a:lnTo>
                    <a:lnTo>
                      <a:pt x="19731" y="10609"/>
                    </a:lnTo>
                    <a:lnTo>
                      <a:pt x="19689" y="10546"/>
                    </a:lnTo>
                    <a:lnTo>
                      <a:pt x="19731" y="10483"/>
                    </a:lnTo>
                    <a:lnTo>
                      <a:pt x="19731" y="10337"/>
                    </a:lnTo>
                    <a:lnTo>
                      <a:pt x="19668" y="10337"/>
                    </a:lnTo>
                    <a:lnTo>
                      <a:pt x="19668" y="10295"/>
                    </a:lnTo>
                    <a:lnTo>
                      <a:pt x="19689" y="10232"/>
                    </a:lnTo>
                    <a:lnTo>
                      <a:pt x="19689" y="10127"/>
                    </a:lnTo>
                    <a:lnTo>
                      <a:pt x="19585" y="10169"/>
                    </a:lnTo>
                    <a:lnTo>
                      <a:pt x="19271" y="10274"/>
                    </a:lnTo>
                    <a:lnTo>
                      <a:pt x="19103" y="10379"/>
                    </a:lnTo>
                    <a:lnTo>
                      <a:pt x="19041" y="10337"/>
                    </a:lnTo>
                    <a:lnTo>
                      <a:pt x="19041" y="10295"/>
                    </a:lnTo>
                    <a:lnTo>
                      <a:pt x="18999" y="10295"/>
                    </a:lnTo>
                    <a:lnTo>
                      <a:pt x="18915" y="10379"/>
                    </a:lnTo>
                    <a:lnTo>
                      <a:pt x="18831" y="10379"/>
                    </a:lnTo>
                    <a:lnTo>
                      <a:pt x="18789" y="10295"/>
                    </a:lnTo>
                    <a:lnTo>
                      <a:pt x="18622" y="10420"/>
                    </a:lnTo>
                    <a:lnTo>
                      <a:pt x="18622" y="10337"/>
                    </a:lnTo>
                    <a:lnTo>
                      <a:pt x="18517" y="10295"/>
                    </a:lnTo>
                    <a:lnTo>
                      <a:pt x="18476" y="10295"/>
                    </a:lnTo>
                    <a:lnTo>
                      <a:pt x="18476" y="10337"/>
                    </a:lnTo>
                    <a:lnTo>
                      <a:pt x="18308" y="10337"/>
                    </a:lnTo>
                    <a:lnTo>
                      <a:pt x="18078" y="10232"/>
                    </a:lnTo>
                    <a:lnTo>
                      <a:pt x="17890" y="10232"/>
                    </a:lnTo>
                    <a:lnTo>
                      <a:pt x="17701" y="10127"/>
                    </a:lnTo>
                    <a:lnTo>
                      <a:pt x="17555" y="10127"/>
                    </a:lnTo>
                    <a:lnTo>
                      <a:pt x="17555" y="10023"/>
                    </a:lnTo>
                    <a:lnTo>
                      <a:pt x="17429" y="9918"/>
                    </a:lnTo>
                    <a:lnTo>
                      <a:pt x="17346" y="9981"/>
                    </a:lnTo>
                    <a:lnTo>
                      <a:pt x="17241" y="9897"/>
                    </a:lnTo>
                    <a:lnTo>
                      <a:pt x="17220" y="9772"/>
                    </a:lnTo>
                    <a:lnTo>
                      <a:pt x="17116" y="9709"/>
                    </a:lnTo>
                    <a:lnTo>
                      <a:pt x="17053" y="9667"/>
                    </a:lnTo>
                    <a:lnTo>
                      <a:pt x="17157" y="9646"/>
                    </a:lnTo>
                    <a:lnTo>
                      <a:pt x="17283" y="9646"/>
                    </a:lnTo>
                    <a:lnTo>
                      <a:pt x="17283" y="9500"/>
                    </a:lnTo>
                    <a:lnTo>
                      <a:pt x="17388" y="9437"/>
                    </a:lnTo>
                    <a:lnTo>
                      <a:pt x="17367" y="9353"/>
                    </a:lnTo>
                    <a:lnTo>
                      <a:pt x="17471" y="9353"/>
                    </a:lnTo>
                    <a:lnTo>
                      <a:pt x="17639" y="9395"/>
                    </a:lnTo>
                    <a:lnTo>
                      <a:pt x="17681" y="9374"/>
                    </a:lnTo>
                    <a:lnTo>
                      <a:pt x="17681" y="9332"/>
                    </a:lnTo>
                    <a:lnTo>
                      <a:pt x="17806" y="9332"/>
                    </a:lnTo>
                    <a:lnTo>
                      <a:pt x="18078" y="9395"/>
                    </a:lnTo>
                    <a:lnTo>
                      <a:pt x="18183" y="9291"/>
                    </a:lnTo>
                    <a:lnTo>
                      <a:pt x="18183" y="9165"/>
                    </a:lnTo>
                    <a:lnTo>
                      <a:pt x="18225" y="9060"/>
                    </a:lnTo>
                    <a:lnTo>
                      <a:pt x="18183" y="8935"/>
                    </a:lnTo>
                    <a:lnTo>
                      <a:pt x="18183" y="8809"/>
                    </a:lnTo>
                    <a:lnTo>
                      <a:pt x="18120" y="8705"/>
                    </a:lnTo>
                    <a:lnTo>
                      <a:pt x="18078" y="8537"/>
                    </a:lnTo>
                    <a:lnTo>
                      <a:pt x="17994" y="8516"/>
                    </a:lnTo>
                    <a:lnTo>
                      <a:pt x="17973" y="8433"/>
                    </a:lnTo>
                    <a:lnTo>
                      <a:pt x="17806" y="8286"/>
                    </a:lnTo>
                    <a:lnTo>
                      <a:pt x="17764" y="8286"/>
                    </a:lnTo>
                    <a:lnTo>
                      <a:pt x="17743" y="8349"/>
                    </a:lnTo>
                    <a:lnTo>
                      <a:pt x="17681" y="8349"/>
                    </a:lnTo>
                    <a:lnTo>
                      <a:pt x="17660" y="8286"/>
                    </a:lnTo>
                    <a:lnTo>
                      <a:pt x="17492" y="8203"/>
                    </a:lnTo>
                    <a:lnTo>
                      <a:pt x="17492" y="8244"/>
                    </a:lnTo>
                    <a:lnTo>
                      <a:pt x="17597" y="8328"/>
                    </a:lnTo>
                    <a:lnTo>
                      <a:pt x="17576" y="8391"/>
                    </a:lnTo>
                    <a:lnTo>
                      <a:pt x="17639" y="8454"/>
                    </a:lnTo>
                    <a:lnTo>
                      <a:pt x="17576" y="8558"/>
                    </a:lnTo>
                    <a:lnTo>
                      <a:pt x="17492" y="8454"/>
                    </a:lnTo>
                    <a:lnTo>
                      <a:pt x="17492" y="8349"/>
                    </a:lnTo>
                    <a:lnTo>
                      <a:pt x="17388" y="8349"/>
                    </a:lnTo>
                    <a:lnTo>
                      <a:pt x="17220" y="8244"/>
                    </a:lnTo>
                    <a:lnTo>
                      <a:pt x="17178" y="8182"/>
                    </a:lnTo>
                    <a:lnTo>
                      <a:pt x="17137" y="8223"/>
                    </a:lnTo>
                    <a:lnTo>
                      <a:pt x="17053" y="8182"/>
                    </a:lnTo>
                    <a:lnTo>
                      <a:pt x="17011" y="8077"/>
                    </a:lnTo>
                    <a:lnTo>
                      <a:pt x="16906" y="7993"/>
                    </a:lnTo>
                    <a:lnTo>
                      <a:pt x="16739" y="7993"/>
                    </a:lnTo>
                    <a:lnTo>
                      <a:pt x="16551" y="7805"/>
                    </a:lnTo>
                    <a:lnTo>
                      <a:pt x="16404" y="7721"/>
                    </a:lnTo>
                    <a:lnTo>
                      <a:pt x="16383" y="7617"/>
                    </a:lnTo>
                    <a:lnTo>
                      <a:pt x="15902" y="7345"/>
                    </a:lnTo>
                    <a:lnTo>
                      <a:pt x="15776" y="7135"/>
                    </a:lnTo>
                    <a:lnTo>
                      <a:pt x="15776" y="6968"/>
                    </a:lnTo>
                    <a:lnTo>
                      <a:pt x="15672" y="6717"/>
                    </a:lnTo>
                    <a:lnTo>
                      <a:pt x="15672" y="6612"/>
                    </a:lnTo>
                    <a:lnTo>
                      <a:pt x="15567" y="6612"/>
                    </a:lnTo>
                    <a:lnTo>
                      <a:pt x="15442" y="6508"/>
                    </a:lnTo>
                    <a:lnTo>
                      <a:pt x="15337" y="6508"/>
                    </a:lnTo>
                    <a:lnTo>
                      <a:pt x="15253" y="6424"/>
                    </a:lnTo>
                    <a:lnTo>
                      <a:pt x="15149" y="6403"/>
                    </a:lnTo>
                    <a:lnTo>
                      <a:pt x="15065" y="6319"/>
                    </a:lnTo>
                    <a:lnTo>
                      <a:pt x="14940" y="6361"/>
                    </a:lnTo>
                    <a:lnTo>
                      <a:pt x="14793" y="6487"/>
                    </a:lnTo>
                    <a:lnTo>
                      <a:pt x="14688" y="6696"/>
                    </a:lnTo>
                    <a:lnTo>
                      <a:pt x="14584" y="6738"/>
                    </a:lnTo>
                    <a:lnTo>
                      <a:pt x="14479" y="6801"/>
                    </a:lnTo>
                    <a:lnTo>
                      <a:pt x="14375" y="6801"/>
                    </a:lnTo>
                    <a:lnTo>
                      <a:pt x="14312" y="6738"/>
                    </a:lnTo>
                    <a:lnTo>
                      <a:pt x="14144" y="6696"/>
                    </a:lnTo>
                    <a:lnTo>
                      <a:pt x="14061" y="6633"/>
                    </a:lnTo>
                    <a:lnTo>
                      <a:pt x="14144" y="6529"/>
                    </a:lnTo>
                    <a:lnTo>
                      <a:pt x="14207" y="6466"/>
                    </a:lnTo>
                    <a:lnTo>
                      <a:pt x="14270" y="6466"/>
                    </a:lnTo>
                    <a:lnTo>
                      <a:pt x="14375" y="6361"/>
                    </a:lnTo>
                    <a:lnTo>
                      <a:pt x="14458" y="6319"/>
                    </a:lnTo>
                    <a:lnTo>
                      <a:pt x="14479" y="6257"/>
                    </a:lnTo>
                    <a:lnTo>
                      <a:pt x="14458" y="6215"/>
                    </a:lnTo>
                    <a:lnTo>
                      <a:pt x="14375" y="6236"/>
                    </a:lnTo>
                    <a:lnTo>
                      <a:pt x="14333" y="6194"/>
                    </a:lnTo>
                    <a:lnTo>
                      <a:pt x="14354" y="6110"/>
                    </a:lnTo>
                    <a:lnTo>
                      <a:pt x="14458" y="6006"/>
                    </a:lnTo>
                    <a:lnTo>
                      <a:pt x="14437" y="5943"/>
                    </a:lnTo>
                    <a:lnTo>
                      <a:pt x="14542" y="5838"/>
                    </a:lnTo>
                    <a:lnTo>
                      <a:pt x="14542" y="5754"/>
                    </a:lnTo>
                    <a:lnTo>
                      <a:pt x="14521" y="5629"/>
                    </a:lnTo>
                    <a:lnTo>
                      <a:pt x="14375" y="5650"/>
                    </a:lnTo>
                    <a:lnTo>
                      <a:pt x="14375" y="5734"/>
                    </a:lnTo>
                    <a:lnTo>
                      <a:pt x="14165" y="5880"/>
                    </a:lnTo>
                    <a:lnTo>
                      <a:pt x="14061" y="5838"/>
                    </a:lnTo>
                    <a:lnTo>
                      <a:pt x="14165" y="6047"/>
                    </a:lnTo>
                    <a:lnTo>
                      <a:pt x="14103" y="6131"/>
                    </a:lnTo>
                    <a:lnTo>
                      <a:pt x="14061" y="6026"/>
                    </a:lnTo>
                    <a:lnTo>
                      <a:pt x="13914" y="6026"/>
                    </a:lnTo>
                    <a:lnTo>
                      <a:pt x="13810" y="6131"/>
                    </a:lnTo>
                    <a:lnTo>
                      <a:pt x="13893" y="6152"/>
                    </a:lnTo>
                    <a:lnTo>
                      <a:pt x="13851" y="6298"/>
                    </a:lnTo>
                    <a:lnTo>
                      <a:pt x="13747" y="6236"/>
                    </a:lnTo>
                    <a:lnTo>
                      <a:pt x="13642" y="6319"/>
                    </a:lnTo>
                    <a:lnTo>
                      <a:pt x="13684" y="6403"/>
                    </a:lnTo>
                    <a:lnTo>
                      <a:pt x="13789" y="6403"/>
                    </a:lnTo>
                    <a:lnTo>
                      <a:pt x="13831" y="6466"/>
                    </a:lnTo>
                    <a:lnTo>
                      <a:pt x="13642" y="6570"/>
                    </a:lnTo>
                    <a:lnTo>
                      <a:pt x="13579" y="6424"/>
                    </a:lnTo>
                    <a:lnTo>
                      <a:pt x="13433" y="6361"/>
                    </a:lnTo>
                    <a:lnTo>
                      <a:pt x="13391" y="6236"/>
                    </a:lnTo>
                    <a:lnTo>
                      <a:pt x="13391" y="5713"/>
                    </a:lnTo>
                    <a:lnTo>
                      <a:pt x="13496" y="5503"/>
                    </a:lnTo>
                    <a:lnTo>
                      <a:pt x="13475" y="5148"/>
                    </a:lnTo>
                    <a:lnTo>
                      <a:pt x="13538" y="5001"/>
                    </a:lnTo>
                    <a:lnTo>
                      <a:pt x="13517" y="4562"/>
                    </a:lnTo>
                    <a:lnTo>
                      <a:pt x="13517" y="4625"/>
                    </a:lnTo>
                    <a:lnTo>
                      <a:pt x="13370" y="4687"/>
                    </a:lnTo>
                    <a:lnTo>
                      <a:pt x="13266" y="4855"/>
                    </a:lnTo>
                    <a:lnTo>
                      <a:pt x="13349" y="4938"/>
                    </a:lnTo>
                    <a:lnTo>
                      <a:pt x="13287" y="5001"/>
                    </a:lnTo>
                    <a:lnTo>
                      <a:pt x="13349" y="5148"/>
                    </a:lnTo>
                    <a:lnTo>
                      <a:pt x="13307" y="5315"/>
                    </a:lnTo>
                    <a:lnTo>
                      <a:pt x="13245" y="5294"/>
                    </a:lnTo>
                    <a:lnTo>
                      <a:pt x="13161" y="5210"/>
                    </a:lnTo>
                    <a:lnTo>
                      <a:pt x="13119" y="5294"/>
                    </a:lnTo>
                    <a:lnTo>
                      <a:pt x="13119" y="5378"/>
                    </a:lnTo>
                    <a:lnTo>
                      <a:pt x="13056" y="5315"/>
                    </a:lnTo>
                    <a:lnTo>
                      <a:pt x="12952" y="5399"/>
                    </a:lnTo>
                    <a:lnTo>
                      <a:pt x="12952" y="5482"/>
                    </a:lnTo>
                    <a:lnTo>
                      <a:pt x="12889" y="5482"/>
                    </a:lnTo>
                    <a:lnTo>
                      <a:pt x="12638" y="5608"/>
                    </a:lnTo>
                    <a:lnTo>
                      <a:pt x="12491" y="5775"/>
                    </a:lnTo>
                    <a:lnTo>
                      <a:pt x="12429" y="5692"/>
                    </a:lnTo>
                    <a:lnTo>
                      <a:pt x="12429" y="5587"/>
                    </a:lnTo>
                    <a:lnTo>
                      <a:pt x="12575" y="5524"/>
                    </a:lnTo>
                    <a:lnTo>
                      <a:pt x="12596" y="5420"/>
                    </a:lnTo>
                    <a:lnTo>
                      <a:pt x="12491" y="5420"/>
                    </a:lnTo>
                    <a:lnTo>
                      <a:pt x="12387" y="5482"/>
                    </a:lnTo>
                    <a:lnTo>
                      <a:pt x="12178" y="5482"/>
                    </a:lnTo>
                    <a:lnTo>
                      <a:pt x="12052" y="5566"/>
                    </a:lnTo>
                    <a:lnTo>
                      <a:pt x="11780" y="5566"/>
                    </a:lnTo>
                    <a:lnTo>
                      <a:pt x="11424" y="5817"/>
                    </a:lnTo>
                    <a:lnTo>
                      <a:pt x="11257" y="5880"/>
                    </a:lnTo>
                    <a:lnTo>
                      <a:pt x="11111" y="6089"/>
                    </a:lnTo>
                    <a:lnTo>
                      <a:pt x="11090" y="5985"/>
                    </a:lnTo>
                    <a:lnTo>
                      <a:pt x="11215" y="5796"/>
                    </a:lnTo>
                    <a:lnTo>
                      <a:pt x="11173" y="5713"/>
                    </a:lnTo>
                    <a:lnTo>
                      <a:pt x="10985" y="5817"/>
                    </a:lnTo>
                    <a:lnTo>
                      <a:pt x="10964" y="5775"/>
                    </a:lnTo>
                    <a:lnTo>
                      <a:pt x="10880" y="5796"/>
                    </a:lnTo>
                    <a:lnTo>
                      <a:pt x="10797" y="5838"/>
                    </a:lnTo>
                    <a:lnTo>
                      <a:pt x="10734" y="5775"/>
                    </a:lnTo>
                    <a:lnTo>
                      <a:pt x="10629" y="5796"/>
                    </a:lnTo>
                    <a:lnTo>
                      <a:pt x="10587" y="5880"/>
                    </a:lnTo>
                    <a:lnTo>
                      <a:pt x="10315" y="6047"/>
                    </a:lnTo>
                    <a:lnTo>
                      <a:pt x="10211" y="6047"/>
                    </a:lnTo>
                    <a:lnTo>
                      <a:pt x="10022" y="6110"/>
                    </a:lnTo>
                    <a:lnTo>
                      <a:pt x="9897" y="6257"/>
                    </a:lnTo>
                    <a:lnTo>
                      <a:pt x="9939" y="6361"/>
                    </a:lnTo>
                    <a:lnTo>
                      <a:pt x="9834" y="6340"/>
                    </a:lnTo>
                    <a:lnTo>
                      <a:pt x="9792" y="6403"/>
                    </a:lnTo>
                    <a:lnTo>
                      <a:pt x="9688" y="6361"/>
                    </a:lnTo>
                    <a:lnTo>
                      <a:pt x="9657" y="6408"/>
                    </a:lnTo>
                    <a:lnTo>
                      <a:pt x="9657" y="6408"/>
                    </a:lnTo>
                    <a:lnTo>
                      <a:pt x="9583" y="6319"/>
                    </a:lnTo>
                    <a:lnTo>
                      <a:pt x="9625" y="6215"/>
                    </a:lnTo>
                    <a:lnTo>
                      <a:pt x="9709" y="6215"/>
                    </a:lnTo>
                    <a:lnTo>
                      <a:pt x="9792" y="6110"/>
                    </a:lnTo>
                    <a:lnTo>
                      <a:pt x="9897" y="6026"/>
                    </a:lnTo>
                    <a:lnTo>
                      <a:pt x="9939" y="6068"/>
                    </a:lnTo>
                    <a:lnTo>
                      <a:pt x="10022" y="6026"/>
                    </a:lnTo>
                    <a:lnTo>
                      <a:pt x="10043" y="5943"/>
                    </a:lnTo>
                    <a:lnTo>
                      <a:pt x="10169" y="5838"/>
                    </a:lnTo>
                    <a:lnTo>
                      <a:pt x="10211" y="5901"/>
                    </a:lnTo>
                    <a:lnTo>
                      <a:pt x="10462" y="5796"/>
                    </a:lnTo>
                    <a:lnTo>
                      <a:pt x="10546" y="5650"/>
                    </a:lnTo>
                    <a:lnTo>
                      <a:pt x="10671" y="5608"/>
                    </a:lnTo>
                    <a:lnTo>
                      <a:pt x="10880" y="5629"/>
                    </a:lnTo>
                    <a:lnTo>
                      <a:pt x="10901" y="5587"/>
                    </a:lnTo>
                    <a:lnTo>
                      <a:pt x="11090" y="5587"/>
                    </a:lnTo>
                    <a:lnTo>
                      <a:pt x="11278" y="5503"/>
                    </a:lnTo>
                    <a:lnTo>
                      <a:pt x="11320" y="5587"/>
                    </a:lnTo>
                    <a:lnTo>
                      <a:pt x="11383" y="5587"/>
                    </a:lnTo>
                    <a:lnTo>
                      <a:pt x="11445" y="5524"/>
                    </a:lnTo>
                    <a:lnTo>
                      <a:pt x="11529" y="5524"/>
                    </a:lnTo>
                    <a:lnTo>
                      <a:pt x="11675" y="5503"/>
                    </a:lnTo>
                    <a:lnTo>
                      <a:pt x="11738" y="5399"/>
                    </a:lnTo>
                    <a:lnTo>
                      <a:pt x="11989" y="5315"/>
                    </a:lnTo>
                    <a:lnTo>
                      <a:pt x="12240" y="5231"/>
                    </a:lnTo>
                    <a:lnTo>
                      <a:pt x="12261" y="5127"/>
                    </a:lnTo>
                    <a:lnTo>
                      <a:pt x="12324" y="5127"/>
                    </a:lnTo>
                    <a:lnTo>
                      <a:pt x="12366" y="5085"/>
                    </a:lnTo>
                    <a:lnTo>
                      <a:pt x="12324" y="5022"/>
                    </a:lnTo>
                    <a:lnTo>
                      <a:pt x="12324" y="4918"/>
                    </a:lnTo>
                    <a:lnTo>
                      <a:pt x="12240" y="4876"/>
                    </a:lnTo>
                    <a:lnTo>
                      <a:pt x="12219" y="4918"/>
                    </a:lnTo>
                    <a:lnTo>
                      <a:pt x="12219" y="5001"/>
                    </a:lnTo>
                    <a:lnTo>
                      <a:pt x="12115" y="5022"/>
                    </a:lnTo>
                    <a:lnTo>
                      <a:pt x="12073" y="4980"/>
                    </a:lnTo>
                    <a:lnTo>
                      <a:pt x="12031" y="4980"/>
                    </a:lnTo>
                    <a:lnTo>
                      <a:pt x="12010" y="4938"/>
                    </a:lnTo>
                    <a:lnTo>
                      <a:pt x="11885" y="4938"/>
                    </a:lnTo>
                    <a:lnTo>
                      <a:pt x="11696" y="5001"/>
                    </a:lnTo>
                    <a:lnTo>
                      <a:pt x="11634" y="5106"/>
                    </a:lnTo>
                    <a:lnTo>
                      <a:pt x="11571" y="5169"/>
                    </a:lnTo>
                    <a:lnTo>
                      <a:pt x="11508" y="5085"/>
                    </a:lnTo>
                    <a:lnTo>
                      <a:pt x="11466" y="5085"/>
                    </a:lnTo>
                    <a:lnTo>
                      <a:pt x="11362" y="5169"/>
                    </a:lnTo>
                    <a:lnTo>
                      <a:pt x="11090" y="5252"/>
                    </a:lnTo>
                    <a:lnTo>
                      <a:pt x="10755" y="5273"/>
                    </a:lnTo>
                    <a:lnTo>
                      <a:pt x="10692" y="5210"/>
                    </a:lnTo>
                    <a:lnTo>
                      <a:pt x="10629" y="5210"/>
                    </a:lnTo>
                    <a:lnTo>
                      <a:pt x="10650" y="5273"/>
                    </a:lnTo>
                    <a:lnTo>
                      <a:pt x="10587" y="5315"/>
                    </a:lnTo>
                    <a:lnTo>
                      <a:pt x="10483" y="5294"/>
                    </a:lnTo>
                    <a:lnTo>
                      <a:pt x="10420" y="5294"/>
                    </a:lnTo>
                    <a:lnTo>
                      <a:pt x="10357" y="5420"/>
                    </a:lnTo>
                    <a:lnTo>
                      <a:pt x="10211" y="5587"/>
                    </a:lnTo>
                    <a:lnTo>
                      <a:pt x="10148" y="5524"/>
                    </a:lnTo>
                    <a:lnTo>
                      <a:pt x="10043" y="5524"/>
                    </a:lnTo>
                    <a:lnTo>
                      <a:pt x="10022" y="5503"/>
                    </a:lnTo>
                    <a:lnTo>
                      <a:pt x="9897" y="5503"/>
                    </a:lnTo>
                    <a:lnTo>
                      <a:pt x="9813" y="5566"/>
                    </a:lnTo>
                    <a:lnTo>
                      <a:pt x="9730" y="5566"/>
                    </a:lnTo>
                    <a:lnTo>
                      <a:pt x="9688" y="5629"/>
                    </a:lnTo>
                    <a:lnTo>
                      <a:pt x="9583" y="5671"/>
                    </a:lnTo>
                    <a:lnTo>
                      <a:pt x="9478" y="5734"/>
                    </a:lnTo>
                    <a:lnTo>
                      <a:pt x="9311" y="5817"/>
                    </a:lnTo>
                    <a:lnTo>
                      <a:pt x="9123" y="5880"/>
                    </a:lnTo>
                    <a:lnTo>
                      <a:pt x="9081" y="5985"/>
                    </a:lnTo>
                    <a:lnTo>
                      <a:pt x="9081" y="6152"/>
                    </a:lnTo>
                    <a:lnTo>
                      <a:pt x="9102" y="6466"/>
                    </a:lnTo>
                    <a:lnTo>
                      <a:pt x="9081" y="6633"/>
                    </a:lnTo>
                    <a:lnTo>
                      <a:pt x="9018" y="6612"/>
                    </a:lnTo>
                    <a:lnTo>
                      <a:pt x="8955" y="6654"/>
                    </a:lnTo>
                    <a:lnTo>
                      <a:pt x="8704" y="6863"/>
                    </a:lnTo>
                    <a:lnTo>
                      <a:pt x="8788" y="6759"/>
                    </a:lnTo>
                    <a:lnTo>
                      <a:pt x="8893" y="6633"/>
                    </a:lnTo>
                    <a:lnTo>
                      <a:pt x="8914" y="6550"/>
                    </a:lnTo>
                    <a:lnTo>
                      <a:pt x="8872" y="6529"/>
                    </a:lnTo>
                    <a:lnTo>
                      <a:pt x="8872" y="6445"/>
                    </a:lnTo>
                    <a:lnTo>
                      <a:pt x="8746" y="6257"/>
                    </a:lnTo>
                    <a:lnTo>
                      <a:pt x="8662" y="6257"/>
                    </a:lnTo>
                    <a:lnTo>
                      <a:pt x="8600" y="6173"/>
                    </a:lnTo>
                    <a:lnTo>
                      <a:pt x="8537" y="6152"/>
                    </a:lnTo>
                    <a:lnTo>
                      <a:pt x="8537" y="6006"/>
                    </a:lnTo>
                    <a:lnTo>
                      <a:pt x="8390" y="5817"/>
                    </a:lnTo>
                    <a:lnTo>
                      <a:pt x="8370" y="5817"/>
                    </a:lnTo>
                    <a:lnTo>
                      <a:pt x="8286" y="5796"/>
                    </a:lnTo>
                    <a:lnTo>
                      <a:pt x="8265" y="5692"/>
                    </a:lnTo>
                    <a:lnTo>
                      <a:pt x="8181" y="5629"/>
                    </a:lnTo>
                    <a:lnTo>
                      <a:pt x="8139" y="5671"/>
                    </a:lnTo>
                    <a:lnTo>
                      <a:pt x="8035" y="5587"/>
                    </a:lnTo>
                    <a:lnTo>
                      <a:pt x="7846" y="5378"/>
                    </a:lnTo>
                    <a:lnTo>
                      <a:pt x="7805" y="5190"/>
                    </a:lnTo>
                    <a:lnTo>
                      <a:pt x="7805" y="5001"/>
                    </a:lnTo>
                    <a:lnTo>
                      <a:pt x="7763" y="4980"/>
                    </a:lnTo>
                    <a:lnTo>
                      <a:pt x="7721" y="5043"/>
                    </a:lnTo>
                    <a:lnTo>
                      <a:pt x="7658" y="5001"/>
                    </a:lnTo>
                    <a:lnTo>
                      <a:pt x="7616" y="4876"/>
                    </a:lnTo>
                    <a:lnTo>
                      <a:pt x="7658" y="4750"/>
                    </a:lnTo>
                    <a:lnTo>
                      <a:pt x="7637" y="4729"/>
                    </a:lnTo>
                    <a:lnTo>
                      <a:pt x="7658" y="4646"/>
                    </a:lnTo>
                    <a:lnTo>
                      <a:pt x="7533" y="4520"/>
                    </a:lnTo>
                    <a:lnTo>
                      <a:pt x="7533" y="4415"/>
                    </a:lnTo>
                    <a:lnTo>
                      <a:pt x="7428" y="4332"/>
                    </a:lnTo>
                    <a:lnTo>
                      <a:pt x="7386" y="4332"/>
                    </a:lnTo>
                    <a:lnTo>
                      <a:pt x="7323" y="4248"/>
                    </a:lnTo>
                    <a:lnTo>
                      <a:pt x="7219" y="4164"/>
                    </a:lnTo>
                    <a:lnTo>
                      <a:pt x="7114" y="4164"/>
                    </a:lnTo>
                    <a:lnTo>
                      <a:pt x="6800" y="3934"/>
                    </a:lnTo>
                    <a:lnTo>
                      <a:pt x="6717" y="3934"/>
                    </a:lnTo>
                    <a:lnTo>
                      <a:pt x="6696" y="3850"/>
                    </a:lnTo>
                    <a:lnTo>
                      <a:pt x="0" y="16091"/>
                    </a:lnTo>
                    <a:lnTo>
                      <a:pt x="377" y="16091"/>
                    </a:lnTo>
                    <a:lnTo>
                      <a:pt x="502" y="16153"/>
                    </a:lnTo>
                    <a:lnTo>
                      <a:pt x="711" y="16007"/>
                    </a:lnTo>
                    <a:lnTo>
                      <a:pt x="1004" y="16049"/>
                    </a:lnTo>
                    <a:lnTo>
                      <a:pt x="858" y="16300"/>
                    </a:lnTo>
                    <a:lnTo>
                      <a:pt x="921" y="16446"/>
                    </a:lnTo>
                    <a:lnTo>
                      <a:pt x="1025" y="16718"/>
                    </a:lnTo>
                    <a:lnTo>
                      <a:pt x="1172" y="17388"/>
                    </a:lnTo>
                    <a:lnTo>
                      <a:pt x="1235" y="17534"/>
                    </a:lnTo>
                    <a:lnTo>
                      <a:pt x="1130" y="17702"/>
                    </a:lnTo>
                    <a:lnTo>
                      <a:pt x="1130" y="17765"/>
                    </a:lnTo>
                    <a:lnTo>
                      <a:pt x="1172" y="17765"/>
                    </a:lnTo>
                    <a:lnTo>
                      <a:pt x="1381" y="17744"/>
                    </a:lnTo>
                    <a:lnTo>
                      <a:pt x="1569" y="17723"/>
                    </a:lnTo>
                    <a:lnTo>
                      <a:pt x="1695" y="17639"/>
                    </a:lnTo>
                    <a:lnTo>
                      <a:pt x="1862" y="17409"/>
                    </a:lnTo>
                    <a:lnTo>
                      <a:pt x="1988" y="17283"/>
                    </a:lnTo>
                    <a:lnTo>
                      <a:pt x="2197" y="17200"/>
                    </a:lnTo>
                    <a:lnTo>
                      <a:pt x="2260" y="17179"/>
                    </a:lnTo>
                    <a:lnTo>
                      <a:pt x="2469" y="17116"/>
                    </a:lnTo>
                    <a:lnTo>
                      <a:pt x="2636" y="17116"/>
                    </a:lnTo>
                    <a:lnTo>
                      <a:pt x="2783" y="17221"/>
                    </a:lnTo>
                    <a:lnTo>
                      <a:pt x="2783" y="17325"/>
                    </a:lnTo>
                    <a:lnTo>
                      <a:pt x="2804" y="17409"/>
                    </a:lnTo>
                    <a:lnTo>
                      <a:pt x="2720" y="17555"/>
                    </a:lnTo>
                    <a:lnTo>
                      <a:pt x="2699" y="17639"/>
                    </a:lnTo>
                    <a:lnTo>
                      <a:pt x="2825" y="17974"/>
                    </a:lnTo>
                    <a:lnTo>
                      <a:pt x="2804" y="18078"/>
                    </a:lnTo>
                    <a:lnTo>
                      <a:pt x="2846" y="18288"/>
                    </a:lnTo>
                    <a:lnTo>
                      <a:pt x="2992" y="18455"/>
                    </a:lnTo>
                    <a:lnTo>
                      <a:pt x="3013" y="18664"/>
                    </a:lnTo>
                    <a:lnTo>
                      <a:pt x="3055" y="18748"/>
                    </a:lnTo>
                    <a:lnTo>
                      <a:pt x="3097" y="18853"/>
                    </a:lnTo>
                    <a:lnTo>
                      <a:pt x="3034" y="18957"/>
                    </a:lnTo>
                    <a:lnTo>
                      <a:pt x="3034" y="19062"/>
                    </a:lnTo>
                    <a:lnTo>
                      <a:pt x="3055" y="19146"/>
                    </a:lnTo>
                    <a:lnTo>
                      <a:pt x="3013" y="19501"/>
                    </a:lnTo>
                    <a:lnTo>
                      <a:pt x="3013" y="19920"/>
                    </a:lnTo>
                    <a:lnTo>
                      <a:pt x="3034" y="20338"/>
                    </a:lnTo>
                    <a:lnTo>
                      <a:pt x="2929" y="20380"/>
                    </a:lnTo>
                    <a:lnTo>
                      <a:pt x="2929" y="20464"/>
                    </a:lnTo>
                    <a:lnTo>
                      <a:pt x="2971" y="20464"/>
                    </a:lnTo>
                    <a:lnTo>
                      <a:pt x="3055" y="20527"/>
                    </a:lnTo>
                    <a:lnTo>
                      <a:pt x="3076" y="20568"/>
                    </a:lnTo>
                    <a:lnTo>
                      <a:pt x="3034" y="20589"/>
                    </a:lnTo>
                    <a:lnTo>
                      <a:pt x="2971" y="20652"/>
                    </a:lnTo>
                    <a:lnTo>
                      <a:pt x="3013" y="20736"/>
                    </a:lnTo>
                    <a:lnTo>
                      <a:pt x="3055" y="20778"/>
                    </a:lnTo>
                    <a:lnTo>
                      <a:pt x="3076" y="20861"/>
                    </a:lnTo>
                    <a:lnTo>
                      <a:pt x="3055" y="20903"/>
                    </a:lnTo>
                    <a:lnTo>
                      <a:pt x="3055" y="20966"/>
                    </a:lnTo>
                    <a:lnTo>
                      <a:pt x="3160" y="20966"/>
                    </a:lnTo>
                    <a:lnTo>
                      <a:pt x="3243" y="20987"/>
                    </a:lnTo>
                    <a:lnTo>
                      <a:pt x="3348" y="21154"/>
                    </a:lnTo>
                    <a:lnTo>
                      <a:pt x="3369" y="21217"/>
                    </a:lnTo>
                    <a:lnTo>
                      <a:pt x="3452" y="21280"/>
                    </a:lnTo>
                    <a:lnTo>
                      <a:pt x="3578" y="21363"/>
                    </a:lnTo>
                    <a:lnTo>
                      <a:pt x="3641" y="21468"/>
                    </a:lnTo>
                    <a:lnTo>
                      <a:pt x="3641" y="21573"/>
                    </a:lnTo>
                    <a:lnTo>
                      <a:pt x="3683" y="21594"/>
                    </a:lnTo>
                    <a:lnTo>
                      <a:pt x="3704" y="21635"/>
                    </a:lnTo>
                    <a:lnTo>
                      <a:pt x="3683" y="21698"/>
                    </a:lnTo>
                    <a:lnTo>
                      <a:pt x="3683" y="21740"/>
                    </a:lnTo>
                    <a:lnTo>
                      <a:pt x="3641" y="21782"/>
                    </a:lnTo>
                    <a:lnTo>
                      <a:pt x="3641" y="21845"/>
                    </a:lnTo>
                    <a:lnTo>
                      <a:pt x="3641" y="21887"/>
                    </a:lnTo>
                    <a:lnTo>
                      <a:pt x="3662" y="21907"/>
                    </a:lnTo>
                    <a:lnTo>
                      <a:pt x="3599" y="22033"/>
                    </a:lnTo>
                    <a:lnTo>
                      <a:pt x="3452" y="22326"/>
                    </a:lnTo>
                    <a:lnTo>
                      <a:pt x="3432" y="22514"/>
                    </a:lnTo>
                    <a:lnTo>
                      <a:pt x="3285" y="22661"/>
                    </a:lnTo>
                    <a:lnTo>
                      <a:pt x="3285" y="22744"/>
                    </a:lnTo>
                    <a:lnTo>
                      <a:pt x="3327" y="22744"/>
                    </a:lnTo>
                    <a:lnTo>
                      <a:pt x="3494" y="22535"/>
                    </a:lnTo>
                    <a:lnTo>
                      <a:pt x="3536" y="22410"/>
                    </a:lnTo>
                    <a:lnTo>
                      <a:pt x="3662" y="22305"/>
                    </a:lnTo>
                    <a:lnTo>
                      <a:pt x="3683" y="22347"/>
                    </a:lnTo>
                    <a:lnTo>
                      <a:pt x="3766" y="22368"/>
                    </a:lnTo>
                    <a:lnTo>
                      <a:pt x="3766" y="22431"/>
                    </a:lnTo>
                    <a:lnTo>
                      <a:pt x="3599" y="22514"/>
                    </a:lnTo>
                    <a:lnTo>
                      <a:pt x="3557" y="22619"/>
                    </a:lnTo>
                    <a:lnTo>
                      <a:pt x="3390" y="22786"/>
                    </a:lnTo>
                    <a:lnTo>
                      <a:pt x="3390" y="22828"/>
                    </a:lnTo>
                    <a:lnTo>
                      <a:pt x="3473" y="22828"/>
                    </a:lnTo>
                    <a:lnTo>
                      <a:pt x="3432" y="22870"/>
                    </a:lnTo>
                    <a:lnTo>
                      <a:pt x="3285" y="22849"/>
                    </a:lnTo>
                    <a:lnTo>
                      <a:pt x="3222" y="22870"/>
                    </a:lnTo>
                    <a:lnTo>
                      <a:pt x="3160" y="23037"/>
                    </a:lnTo>
                    <a:lnTo>
                      <a:pt x="3055" y="23142"/>
                    </a:lnTo>
                    <a:lnTo>
                      <a:pt x="3076" y="23268"/>
                    </a:lnTo>
                    <a:lnTo>
                      <a:pt x="3034" y="23247"/>
                    </a:lnTo>
                    <a:lnTo>
                      <a:pt x="2971" y="23184"/>
                    </a:lnTo>
                    <a:lnTo>
                      <a:pt x="2908" y="23247"/>
                    </a:lnTo>
                    <a:lnTo>
                      <a:pt x="2908" y="23393"/>
                    </a:lnTo>
                    <a:lnTo>
                      <a:pt x="3013" y="23393"/>
                    </a:lnTo>
                    <a:lnTo>
                      <a:pt x="3034" y="23477"/>
                    </a:lnTo>
                    <a:lnTo>
                      <a:pt x="2971" y="23665"/>
                    </a:lnTo>
                    <a:lnTo>
                      <a:pt x="2950" y="23937"/>
                    </a:lnTo>
                    <a:lnTo>
                      <a:pt x="3013" y="24125"/>
                    </a:lnTo>
                    <a:lnTo>
                      <a:pt x="3076" y="24293"/>
                    </a:lnTo>
                    <a:lnTo>
                      <a:pt x="3160" y="24314"/>
                    </a:lnTo>
                    <a:lnTo>
                      <a:pt x="3180" y="24230"/>
                    </a:lnTo>
                    <a:lnTo>
                      <a:pt x="3264" y="24146"/>
                    </a:lnTo>
                    <a:lnTo>
                      <a:pt x="3452" y="24104"/>
                    </a:lnTo>
                    <a:lnTo>
                      <a:pt x="3557" y="24021"/>
                    </a:lnTo>
                    <a:lnTo>
                      <a:pt x="3662" y="23895"/>
                    </a:lnTo>
                    <a:lnTo>
                      <a:pt x="3704" y="23895"/>
                    </a:lnTo>
                    <a:lnTo>
                      <a:pt x="3704" y="24021"/>
                    </a:lnTo>
                    <a:lnTo>
                      <a:pt x="3662" y="24125"/>
                    </a:lnTo>
                    <a:lnTo>
                      <a:pt x="3599" y="24146"/>
                    </a:lnTo>
                    <a:lnTo>
                      <a:pt x="3536" y="24251"/>
                    </a:lnTo>
                    <a:lnTo>
                      <a:pt x="3536" y="24314"/>
                    </a:lnTo>
                    <a:lnTo>
                      <a:pt x="3641" y="24397"/>
                    </a:lnTo>
                    <a:lnTo>
                      <a:pt x="3704" y="24460"/>
                    </a:lnTo>
                    <a:lnTo>
                      <a:pt x="3808" y="24460"/>
                    </a:lnTo>
                    <a:lnTo>
                      <a:pt x="3892" y="24502"/>
                    </a:lnTo>
                    <a:lnTo>
                      <a:pt x="3955" y="24544"/>
                    </a:lnTo>
                    <a:lnTo>
                      <a:pt x="3808" y="24502"/>
                    </a:lnTo>
                    <a:lnTo>
                      <a:pt x="3683" y="24502"/>
                    </a:lnTo>
                    <a:lnTo>
                      <a:pt x="3578" y="24439"/>
                    </a:lnTo>
                    <a:lnTo>
                      <a:pt x="3432" y="24439"/>
                    </a:lnTo>
                    <a:lnTo>
                      <a:pt x="3369" y="24523"/>
                    </a:lnTo>
                    <a:lnTo>
                      <a:pt x="3369" y="24607"/>
                    </a:lnTo>
                    <a:lnTo>
                      <a:pt x="3432" y="24669"/>
                    </a:lnTo>
                    <a:lnTo>
                      <a:pt x="3452" y="24920"/>
                    </a:lnTo>
                    <a:lnTo>
                      <a:pt x="3494" y="24983"/>
                    </a:lnTo>
                    <a:lnTo>
                      <a:pt x="3557" y="24983"/>
                    </a:lnTo>
                    <a:lnTo>
                      <a:pt x="3641" y="24941"/>
                    </a:lnTo>
                    <a:lnTo>
                      <a:pt x="3683" y="24983"/>
                    </a:lnTo>
                    <a:lnTo>
                      <a:pt x="3641" y="25046"/>
                    </a:lnTo>
                    <a:lnTo>
                      <a:pt x="3599" y="25088"/>
                    </a:lnTo>
                    <a:lnTo>
                      <a:pt x="3683" y="25151"/>
                    </a:lnTo>
                    <a:lnTo>
                      <a:pt x="3683" y="25192"/>
                    </a:lnTo>
                    <a:lnTo>
                      <a:pt x="3662" y="25255"/>
                    </a:lnTo>
                    <a:lnTo>
                      <a:pt x="3557" y="25234"/>
                    </a:lnTo>
                    <a:lnTo>
                      <a:pt x="3411" y="25276"/>
                    </a:lnTo>
                    <a:lnTo>
                      <a:pt x="3264" y="25381"/>
                    </a:lnTo>
                    <a:lnTo>
                      <a:pt x="3243" y="25423"/>
                    </a:lnTo>
                    <a:lnTo>
                      <a:pt x="3306" y="25485"/>
                    </a:lnTo>
                    <a:lnTo>
                      <a:pt x="3452" y="25423"/>
                    </a:lnTo>
                    <a:lnTo>
                      <a:pt x="3536" y="25465"/>
                    </a:lnTo>
                    <a:lnTo>
                      <a:pt x="3452" y="25485"/>
                    </a:lnTo>
                    <a:lnTo>
                      <a:pt x="3432" y="25548"/>
                    </a:lnTo>
                    <a:lnTo>
                      <a:pt x="3515" y="25632"/>
                    </a:lnTo>
                    <a:lnTo>
                      <a:pt x="3662" y="25590"/>
                    </a:lnTo>
                    <a:lnTo>
                      <a:pt x="3829" y="25465"/>
                    </a:lnTo>
                    <a:lnTo>
                      <a:pt x="3934" y="25297"/>
                    </a:lnTo>
                    <a:lnTo>
                      <a:pt x="4038" y="25297"/>
                    </a:lnTo>
                    <a:lnTo>
                      <a:pt x="4143" y="25213"/>
                    </a:lnTo>
                    <a:lnTo>
                      <a:pt x="4164" y="25109"/>
                    </a:lnTo>
                    <a:lnTo>
                      <a:pt x="4185" y="25088"/>
                    </a:lnTo>
                    <a:lnTo>
                      <a:pt x="4206" y="25172"/>
                    </a:lnTo>
                    <a:lnTo>
                      <a:pt x="4143" y="25339"/>
                    </a:lnTo>
                    <a:lnTo>
                      <a:pt x="4038" y="25402"/>
                    </a:lnTo>
                    <a:lnTo>
                      <a:pt x="3913" y="25465"/>
                    </a:lnTo>
                    <a:lnTo>
                      <a:pt x="3892" y="25548"/>
                    </a:lnTo>
                    <a:lnTo>
                      <a:pt x="3955" y="25611"/>
                    </a:lnTo>
                    <a:lnTo>
                      <a:pt x="4038" y="25590"/>
                    </a:lnTo>
                    <a:lnTo>
                      <a:pt x="4164" y="25590"/>
                    </a:lnTo>
                    <a:lnTo>
                      <a:pt x="4268" y="25611"/>
                    </a:lnTo>
                    <a:lnTo>
                      <a:pt x="4122" y="25611"/>
                    </a:lnTo>
                    <a:lnTo>
                      <a:pt x="4017" y="25674"/>
                    </a:lnTo>
                    <a:lnTo>
                      <a:pt x="4017" y="25820"/>
                    </a:lnTo>
                    <a:lnTo>
                      <a:pt x="4059" y="25967"/>
                    </a:lnTo>
                    <a:lnTo>
                      <a:pt x="4017" y="25988"/>
                    </a:lnTo>
                    <a:lnTo>
                      <a:pt x="3976" y="25904"/>
                    </a:lnTo>
                    <a:lnTo>
                      <a:pt x="3976" y="25757"/>
                    </a:lnTo>
                    <a:lnTo>
                      <a:pt x="3913" y="25674"/>
                    </a:lnTo>
                    <a:lnTo>
                      <a:pt x="3850" y="25716"/>
                    </a:lnTo>
                    <a:lnTo>
                      <a:pt x="3578" y="25904"/>
                    </a:lnTo>
                    <a:lnTo>
                      <a:pt x="3536" y="25988"/>
                    </a:lnTo>
                    <a:lnTo>
                      <a:pt x="3369" y="26071"/>
                    </a:lnTo>
                    <a:lnTo>
                      <a:pt x="3327" y="26134"/>
                    </a:lnTo>
                    <a:lnTo>
                      <a:pt x="3348" y="26218"/>
                    </a:lnTo>
                    <a:lnTo>
                      <a:pt x="3348" y="26301"/>
                    </a:lnTo>
                    <a:lnTo>
                      <a:pt x="3369" y="26322"/>
                    </a:lnTo>
                    <a:lnTo>
                      <a:pt x="3452" y="26281"/>
                    </a:lnTo>
                    <a:lnTo>
                      <a:pt x="3557" y="26218"/>
                    </a:lnTo>
                    <a:lnTo>
                      <a:pt x="3599" y="26113"/>
                    </a:lnTo>
                    <a:lnTo>
                      <a:pt x="3662" y="26134"/>
                    </a:lnTo>
                    <a:lnTo>
                      <a:pt x="3704" y="26197"/>
                    </a:lnTo>
                    <a:lnTo>
                      <a:pt x="3892" y="26218"/>
                    </a:lnTo>
                    <a:lnTo>
                      <a:pt x="3871" y="26239"/>
                    </a:lnTo>
                    <a:lnTo>
                      <a:pt x="3766" y="26218"/>
                    </a:lnTo>
                    <a:lnTo>
                      <a:pt x="3599" y="26218"/>
                    </a:lnTo>
                    <a:lnTo>
                      <a:pt x="3536" y="26281"/>
                    </a:lnTo>
                    <a:lnTo>
                      <a:pt x="3536" y="26322"/>
                    </a:lnTo>
                    <a:lnTo>
                      <a:pt x="3557" y="26385"/>
                    </a:lnTo>
                    <a:lnTo>
                      <a:pt x="3473" y="26406"/>
                    </a:lnTo>
                    <a:lnTo>
                      <a:pt x="3432" y="26385"/>
                    </a:lnTo>
                    <a:lnTo>
                      <a:pt x="3264" y="26427"/>
                    </a:lnTo>
                    <a:lnTo>
                      <a:pt x="3264" y="26490"/>
                    </a:lnTo>
                    <a:lnTo>
                      <a:pt x="3390" y="26490"/>
                    </a:lnTo>
                    <a:lnTo>
                      <a:pt x="3473" y="26532"/>
                    </a:lnTo>
                    <a:lnTo>
                      <a:pt x="3578" y="26532"/>
                    </a:lnTo>
                    <a:lnTo>
                      <a:pt x="3515" y="26594"/>
                    </a:lnTo>
                    <a:lnTo>
                      <a:pt x="3390" y="26594"/>
                    </a:lnTo>
                    <a:lnTo>
                      <a:pt x="3327" y="26532"/>
                    </a:lnTo>
                    <a:lnTo>
                      <a:pt x="3222" y="26553"/>
                    </a:lnTo>
                    <a:lnTo>
                      <a:pt x="3180" y="26657"/>
                    </a:lnTo>
                    <a:lnTo>
                      <a:pt x="3243" y="26720"/>
                    </a:lnTo>
                    <a:lnTo>
                      <a:pt x="3327" y="26720"/>
                    </a:lnTo>
                    <a:lnTo>
                      <a:pt x="3452" y="26699"/>
                    </a:lnTo>
                    <a:lnTo>
                      <a:pt x="3536" y="26741"/>
                    </a:lnTo>
                    <a:lnTo>
                      <a:pt x="3683" y="26741"/>
                    </a:lnTo>
                    <a:lnTo>
                      <a:pt x="3662" y="26804"/>
                    </a:lnTo>
                    <a:lnTo>
                      <a:pt x="3557" y="26825"/>
                    </a:lnTo>
                    <a:lnTo>
                      <a:pt x="3452" y="26804"/>
                    </a:lnTo>
                    <a:lnTo>
                      <a:pt x="3432" y="26825"/>
                    </a:lnTo>
                    <a:lnTo>
                      <a:pt x="3452" y="26845"/>
                    </a:lnTo>
                    <a:lnTo>
                      <a:pt x="3662" y="26845"/>
                    </a:lnTo>
                    <a:lnTo>
                      <a:pt x="3662" y="26908"/>
                    </a:lnTo>
                    <a:lnTo>
                      <a:pt x="3536" y="26929"/>
                    </a:lnTo>
                    <a:lnTo>
                      <a:pt x="3390" y="26908"/>
                    </a:lnTo>
                    <a:lnTo>
                      <a:pt x="3327" y="26845"/>
                    </a:lnTo>
                    <a:lnTo>
                      <a:pt x="3264" y="26908"/>
                    </a:lnTo>
                    <a:lnTo>
                      <a:pt x="3327" y="27013"/>
                    </a:lnTo>
                    <a:lnTo>
                      <a:pt x="3452" y="27076"/>
                    </a:lnTo>
                    <a:lnTo>
                      <a:pt x="3473" y="27013"/>
                    </a:lnTo>
                    <a:lnTo>
                      <a:pt x="3557" y="27013"/>
                    </a:lnTo>
                    <a:lnTo>
                      <a:pt x="3641" y="27055"/>
                    </a:lnTo>
                    <a:lnTo>
                      <a:pt x="3787" y="27034"/>
                    </a:lnTo>
                    <a:lnTo>
                      <a:pt x="3850" y="27076"/>
                    </a:lnTo>
                    <a:lnTo>
                      <a:pt x="3766" y="27117"/>
                    </a:lnTo>
                    <a:lnTo>
                      <a:pt x="3766" y="27159"/>
                    </a:lnTo>
                    <a:lnTo>
                      <a:pt x="3871" y="27159"/>
                    </a:lnTo>
                    <a:lnTo>
                      <a:pt x="3892" y="27243"/>
                    </a:lnTo>
                    <a:lnTo>
                      <a:pt x="4026" y="27276"/>
                    </a:lnTo>
                    <a:lnTo>
                      <a:pt x="3976" y="27285"/>
                    </a:lnTo>
                    <a:lnTo>
                      <a:pt x="3871" y="27285"/>
                    </a:lnTo>
                    <a:lnTo>
                      <a:pt x="3787" y="27369"/>
                    </a:lnTo>
                    <a:lnTo>
                      <a:pt x="3787" y="27431"/>
                    </a:lnTo>
                    <a:lnTo>
                      <a:pt x="3871" y="27473"/>
                    </a:lnTo>
                    <a:lnTo>
                      <a:pt x="3913" y="27431"/>
                    </a:lnTo>
                    <a:lnTo>
                      <a:pt x="3976" y="27389"/>
                    </a:lnTo>
                    <a:lnTo>
                      <a:pt x="3996" y="27452"/>
                    </a:lnTo>
                    <a:lnTo>
                      <a:pt x="4017" y="27452"/>
                    </a:lnTo>
                    <a:lnTo>
                      <a:pt x="4080" y="27369"/>
                    </a:lnTo>
                    <a:lnTo>
                      <a:pt x="4185" y="27306"/>
                    </a:lnTo>
                    <a:lnTo>
                      <a:pt x="4185" y="27369"/>
                    </a:lnTo>
                    <a:lnTo>
                      <a:pt x="4164" y="27410"/>
                    </a:lnTo>
                    <a:lnTo>
                      <a:pt x="4164" y="27473"/>
                    </a:lnTo>
                    <a:lnTo>
                      <a:pt x="4206" y="27494"/>
                    </a:lnTo>
                    <a:lnTo>
                      <a:pt x="4289" y="27557"/>
                    </a:lnTo>
                    <a:lnTo>
                      <a:pt x="4373" y="27557"/>
                    </a:lnTo>
                    <a:lnTo>
                      <a:pt x="4499" y="27369"/>
                    </a:lnTo>
                    <a:lnTo>
                      <a:pt x="4520" y="27159"/>
                    </a:lnTo>
                    <a:lnTo>
                      <a:pt x="4582" y="27055"/>
                    </a:lnTo>
                    <a:lnTo>
                      <a:pt x="4645" y="27034"/>
                    </a:lnTo>
                    <a:lnTo>
                      <a:pt x="4645" y="27097"/>
                    </a:lnTo>
                    <a:lnTo>
                      <a:pt x="4603" y="27159"/>
                    </a:lnTo>
                    <a:lnTo>
                      <a:pt x="4603" y="27306"/>
                    </a:lnTo>
                    <a:lnTo>
                      <a:pt x="4499" y="27473"/>
                    </a:lnTo>
                    <a:lnTo>
                      <a:pt x="4415" y="27557"/>
                    </a:lnTo>
                    <a:lnTo>
                      <a:pt x="4436" y="27599"/>
                    </a:lnTo>
                    <a:lnTo>
                      <a:pt x="4582" y="27599"/>
                    </a:lnTo>
                    <a:lnTo>
                      <a:pt x="4687" y="27578"/>
                    </a:lnTo>
                    <a:lnTo>
                      <a:pt x="4708" y="27599"/>
                    </a:lnTo>
                    <a:lnTo>
                      <a:pt x="4624" y="27682"/>
                    </a:lnTo>
                    <a:lnTo>
                      <a:pt x="4582" y="27808"/>
                    </a:lnTo>
                    <a:lnTo>
                      <a:pt x="4415" y="27913"/>
                    </a:lnTo>
                    <a:lnTo>
                      <a:pt x="4415" y="27975"/>
                    </a:lnTo>
                    <a:lnTo>
                      <a:pt x="4499" y="28122"/>
                    </a:lnTo>
                    <a:lnTo>
                      <a:pt x="4624" y="28185"/>
                    </a:lnTo>
                    <a:lnTo>
                      <a:pt x="4708" y="28122"/>
                    </a:lnTo>
                    <a:lnTo>
                      <a:pt x="4792" y="28122"/>
                    </a:lnTo>
                    <a:lnTo>
                      <a:pt x="4812" y="28226"/>
                    </a:lnTo>
                    <a:lnTo>
                      <a:pt x="4875" y="28331"/>
                    </a:lnTo>
                    <a:lnTo>
                      <a:pt x="4875" y="28415"/>
                    </a:lnTo>
                    <a:lnTo>
                      <a:pt x="4812" y="28415"/>
                    </a:lnTo>
                    <a:lnTo>
                      <a:pt x="4771" y="28310"/>
                    </a:lnTo>
                    <a:lnTo>
                      <a:pt x="4708" y="28310"/>
                    </a:lnTo>
                    <a:lnTo>
                      <a:pt x="4708" y="28415"/>
                    </a:lnTo>
                    <a:lnTo>
                      <a:pt x="4812" y="28561"/>
                    </a:lnTo>
                    <a:lnTo>
                      <a:pt x="4938" y="28498"/>
                    </a:lnTo>
                    <a:lnTo>
                      <a:pt x="5085" y="28436"/>
                    </a:lnTo>
                    <a:lnTo>
                      <a:pt x="5147" y="28352"/>
                    </a:lnTo>
                    <a:lnTo>
                      <a:pt x="5147" y="28352"/>
                    </a:lnTo>
                    <a:lnTo>
                      <a:pt x="5126" y="28519"/>
                    </a:lnTo>
                    <a:lnTo>
                      <a:pt x="5022" y="28750"/>
                    </a:lnTo>
                    <a:lnTo>
                      <a:pt x="5043" y="28938"/>
                    </a:lnTo>
                    <a:lnTo>
                      <a:pt x="5126" y="28959"/>
                    </a:lnTo>
                    <a:lnTo>
                      <a:pt x="20087" y="30444"/>
                    </a:lnTo>
                    <a:lnTo>
                      <a:pt x="20212" y="30507"/>
                    </a:lnTo>
                    <a:lnTo>
                      <a:pt x="20359" y="30507"/>
                    </a:lnTo>
                    <a:lnTo>
                      <a:pt x="20484" y="30612"/>
                    </a:lnTo>
                    <a:lnTo>
                      <a:pt x="20484" y="30674"/>
                    </a:lnTo>
                    <a:lnTo>
                      <a:pt x="20568" y="30737"/>
                    </a:lnTo>
                    <a:lnTo>
                      <a:pt x="20589" y="30779"/>
                    </a:lnTo>
                    <a:lnTo>
                      <a:pt x="20694" y="30821"/>
                    </a:lnTo>
                    <a:lnTo>
                      <a:pt x="20714" y="30842"/>
                    </a:lnTo>
                    <a:lnTo>
                      <a:pt x="20840" y="30884"/>
                    </a:lnTo>
                    <a:lnTo>
                      <a:pt x="20903" y="30946"/>
                    </a:lnTo>
                    <a:lnTo>
                      <a:pt x="20945" y="30946"/>
                    </a:lnTo>
                    <a:lnTo>
                      <a:pt x="21049" y="30926"/>
                    </a:lnTo>
                    <a:lnTo>
                      <a:pt x="21133" y="30946"/>
                    </a:lnTo>
                    <a:lnTo>
                      <a:pt x="21238" y="30946"/>
                    </a:lnTo>
                    <a:lnTo>
                      <a:pt x="21363" y="31051"/>
                    </a:lnTo>
                    <a:lnTo>
                      <a:pt x="21447" y="31051"/>
                    </a:lnTo>
                    <a:lnTo>
                      <a:pt x="21510" y="31198"/>
                    </a:lnTo>
                    <a:lnTo>
                      <a:pt x="21719" y="31239"/>
                    </a:lnTo>
                    <a:lnTo>
                      <a:pt x="21823" y="31260"/>
                    </a:lnTo>
                    <a:lnTo>
                      <a:pt x="21886" y="31344"/>
                    </a:lnTo>
                    <a:lnTo>
                      <a:pt x="21970" y="31407"/>
                    </a:lnTo>
                    <a:lnTo>
                      <a:pt x="22158" y="31407"/>
                    </a:lnTo>
                    <a:lnTo>
                      <a:pt x="22263" y="31344"/>
                    </a:lnTo>
                    <a:lnTo>
                      <a:pt x="22305" y="31407"/>
                    </a:lnTo>
                    <a:lnTo>
                      <a:pt x="22367" y="31511"/>
                    </a:lnTo>
                    <a:lnTo>
                      <a:pt x="22618" y="31532"/>
                    </a:lnTo>
                    <a:lnTo>
                      <a:pt x="22681" y="31574"/>
                    </a:lnTo>
                    <a:lnTo>
                      <a:pt x="22807" y="31616"/>
                    </a:lnTo>
                    <a:lnTo>
                      <a:pt x="22890" y="31658"/>
                    </a:lnTo>
                    <a:lnTo>
                      <a:pt x="25192" y="32725"/>
                    </a:lnTo>
                    <a:lnTo>
                      <a:pt x="25339" y="32913"/>
                    </a:lnTo>
                    <a:lnTo>
                      <a:pt x="25694" y="33206"/>
                    </a:lnTo>
                    <a:lnTo>
                      <a:pt x="26050" y="34985"/>
                    </a:lnTo>
                    <a:lnTo>
                      <a:pt x="26008" y="35738"/>
                    </a:lnTo>
                    <a:lnTo>
                      <a:pt x="25945" y="35864"/>
                    </a:lnTo>
                    <a:lnTo>
                      <a:pt x="25903" y="36010"/>
                    </a:lnTo>
                    <a:lnTo>
                      <a:pt x="25820" y="36136"/>
                    </a:lnTo>
                    <a:lnTo>
                      <a:pt x="25611" y="36240"/>
                    </a:lnTo>
                    <a:lnTo>
                      <a:pt x="25506" y="36366"/>
                    </a:lnTo>
                    <a:lnTo>
                      <a:pt x="25611" y="36554"/>
                    </a:lnTo>
                    <a:lnTo>
                      <a:pt x="27598" y="36031"/>
                    </a:lnTo>
                    <a:lnTo>
                      <a:pt x="27849" y="35947"/>
                    </a:lnTo>
                    <a:lnTo>
                      <a:pt x="27912" y="35654"/>
                    </a:lnTo>
                    <a:lnTo>
                      <a:pt x="28979" y="35340"/>
                    </a:lnTo>
                    <a:lnTo>
                      <a:pt x="29461" y="34985"/>
                    </a:lnTo>
                    <a:lnTo>
                      <a:pt x="29565" y="34901"/>
                    </a:lnTo>
                    <a:lnTo>
                      <a:pt x="29712" y="34880"/>
                    </a:lnTo>
                    <a:lnTo>
                      <a:pt x="29984" y="34650"/>
                    </a:lnTo>
                    <a:lnTo>
                      <a:pt x="30088" y="34545"/>
                    </a:lnTo>
                    <a:lnTo>
                      <a:pt x="30214" y="34483"/>
                    </a:lnTo>
                    <a:lnTo>
                      <a:pt x="30318" y="34378"/>
                    </a:lnTo>
                    <a:lnTo>
                      <a:pt x="30528" y="34357"/>
                    </a:lnTo>
                    <a:lnTo>
                      <a:pt x="32202" y="34378"/>
                    </a:lnTo>
                    <a:lnTo>
                      <a:pt x="32327" y="34252"/>
                    </a:lnTo>
                    <a:lnTo>
                      <a:pt x="32390" y="34252"/>
                    </a:lnTo>
                    <a:lnTo>
                      <a:pt x="32432" y="34190"/>
                    </a:lnTo>
                    <a:lnTo>
                      <a:pt x="32515" y="34190"/>
                    </a:lnTo>
                    <a:lnTo>
                      <a:pt x="32620" y="34231"/>
                    </a:lnTo>
                    <a:lnTo>
                      <a:pt x="32704" y="34169"/>
                    </a:lnTo>
                    <a:lnTo>
                      <a:pt x="32725" y="34085"/>
                    </a:lnTo>
                    <a:lnTo>
                      <a:pt x="32913" y="33876"/>
                    </a:lnTo>
                    <a:lnTo>
                      <a:pt x="32976" y="33855"/>
                    </a:lnTo>
                    <a:lnTo>
                      <a:pt x="33143" y="33667"/>
                    </a:lnTo>
                    <a:lnTo>
                      <a:pt x="33185" y="33541"/>
                    </a:lnTo>
                    <a:lnTo>
                      <a:pt x="33227" y="33415"/>
                    </a:lnTo>
                    <a:lnTo>
                      <a:pt x="33373" y="33332"/>
                    </a:lnTo>
                    <a:lnTo>
                      <a:pt x="33373" y="33227"/>
                    </a:lnTo>
                    <a:lnTo>
                      <a:pt x="33478" y="33102"/>
                    </a:lnTo>
                    <a:lnTo>
                      <a:pt x="33687" y="32871"/>
                    </a:lnTo>
                    <a:lnTo>
                      <a:pt x="33750" y="32767"/>
                    </a:lnTo>
                    <a:lnTo>
                      <a:pt x="33854" y="32662"/>
                    </a:lnTo>
                    <a:lnTo>
                      <a:pt x="33875" y="32662"/>
                    </a:lnTo>
                    <a:lnTo>
                      <a:pt x="33959" y="32704"/>
                    </a:lnTo>
                    <a:lnTo>
                      <a:pt x="34022" y="32788"/>
                    </a:lnTo>
                    <a:lnTo>
                      <a:pt x="34168" y="32767"/>
                    </a:lnTo>
                    <a:lnTo>
                      <a:pt x="34315" y="32809"/>
                    </a:lnTo>
                    <a:lnTo>
                      <a:pt x="34378" y="32767"/>
                    </a:lnTo>
                    <a:lnTo>
                      <a:pt x="34608" y="32976"/>
                    </a:lnTo>
                    <a:lnTo>
                      <a:pt x="34608" y="33143"/>
                    </a:lnTo>
                    <a:lnTo>
                      <a:pt x="34482" y="33876"/>
                    </a:lnTo>
                    <a:lnTo>
                      <a:pt x="34440" y="33959"/>
                    </a:lnTo>
                    <a:lnTo>
                      <a:pt x="34503" y="33959"/>
                    </a:lnTo>
                    <a:lnTo>
                      <a:pt x="34524" y="34043"/>
                    </a:lnTo>
                    <a:lnTo>
                      <a:pt x="34587" y="34085"/>
                    </a:lnTo>
                    <a:lnTo>
                      <a:pt x="34587" y="34190"/>
                    </a:lnTo>
                    <a:lnTo>
                      <a:pt x="34587" y="34252"/>
                    </a:lnTo>
                    <a:lnTo>
                      <a:pt x="34587" y="34294"/>
                    </a:lnTo>
                    <a:lnTo>
                      <a:pt x="34545" y="34357"/>
                    </a:lnTo>
                    <a:lnTo>
                      <a:pt x="34587" y="34378"/>
                    </a:lnTo>
                    <a:lnTo>
                      <a:pt x="34733" y="34399"/>
                    </a:lnTo>
                    <a:lnTo>
                      <a:pt x="34859" y="34378"/>
                    </a:lnTo>
                    <a:lnTo>
                      <a:pt x="34901" y="34462"/>
                    </a:lnTo>
                    <a:lnTo>
                      <a:pt x="34963" y="34483"/>
                    </a:lnTo>
                    <a:lnTo>
                      <a:pt x="35026" y="34399"/>
                    </a:lnTo>
                    <a:lnTo>
                      <a:pt x="35110" y="34462"/>
                    </a:lnTo>
                    <a:lnTo>
                      <a:pt x="35235" y="34441"/>
                    </a:lnTo>
                    <a:lnTo>
                      <a:pt x="35277" y="34336"/>
                    </a:lnTo>
                    <a:lnTo>
                      <a:pt x="35382" y="34231"/>
                    </a:lnTo>
                    <a:lnTo>
                      <a:pt x="35382" y="34231"/>
                    </a:lnTo>
                    <a:lnTo>
                      <a:pt x="35319" y="34336"/>
                    </a:lnTo>
                    <a:lnTo>
                      <a:pt x="35340" y="34336"/>
                    </a:lnTo>
                    <a:lnTo>
                      <a:pt x="35319" y="34378"/>
                    </a:lnTo>
                    <a:lnTo>
                      <a:pt x="35361" y="34399"/>
                    </a:lnTo>
                    <a:lnTo>
                      <a:pt x="35633" y="34336"/>
                    </a:lnTo>
                    <a:lnTo>
                      <a:pt x="35675" y="34252"/>
                    </a:lnTo>
                    <a:lnTo>
                      <a:pt x="35842" y="34252"/>
                    </a:lnTo>
                    <a:lnTo>
                      <a:pt x="35968" y="34127"/>
                    </a:lnTo>
                    <a:lnTo>
                      <a:pt x="36072" y="34085"/>
                    </a:lnTo>
                    <a:lnTo>
                      <a:pt x="36198" y="33918"/>
                    </a:lnTo>
                    <a:lnTo>
                      <a:pt x="36198" y="33980"/>
                    </a:lnTo>
                    <a:lnTo>
                      <a:pt x="36282" y="33939"/>
                    </a:lnTo>
                    <a:lnTo>
                      <a:pt x="36282" y="33980"/>
                    </a:lnTo>
                    <a:lnTo>
                      <a:pt x="36156" y="34127"/>
                    </a:lnTo>
                    <a:lnTo>
                      <a:pt x="36051" y="34148"/>
                    </a:lnTo>
                    <a:lnTo>
                      <a:pt x="35947" y="34294"/>
                    </a:lnTo>
                    <a:lnTo>
                      <a:pt x="36072" y="34336"/>
                    </a:lnTo>
                    <a:lnTo>
                      <a:pt x="36156" y="34231"/>
                    </a:lnTo>
                    <a:lnTo>
                      <a:pt x="36261" y="34231"/>
                    </a:lnTo>
                    <a:lnTo>
                      <a:pt x="36323" y="34273"/>
                    </a:lnTo>
                    <a:lnTo>
                      <a:pt x="36575" y="34294"/>
                    </a:lnTo>
                    <a:lnTo>
                      <a:pt x="36742" y="34294"/>
                    </a:lnTo>
                    <a:lnTo>
                      <a:pt x="36616" y="34357"/>
                    </a:lnTo>
                    <a:lnTo>
                      <a:pt x="36470" y="34378"/>
                    </a:lnTo>
                    <a:lnTo>
                      <a:pt x="36365" y="34399"/>
                    </a:lnTo>
                    <a:lnTo>
                      <a:pt x="36323" y="34483"/>
                    </a:lnTo>
                    <a:lnTo>
                      <a:pt x="36323" y="34545"/>
                    </a:lnTo>
                    <a:lnTo>
                      <a:pt x="36261" y="34483"/>
                    </a:lnTo>
                    <a:lnTo>
                      <a:pt x="36219" y="34378"/>
                    </a:lnTo>
                    <a:lnTo>
                      <a:pt x="36156" y="34357"/>
                    </a:lnTo>
                    <a:lnTo>
                      <a:pt x="35968" y="34399"/>
                    </a:lnTo>
                    <a:lnTo>
                      <a:pt x="35779" y="34545"/>
                    </a:lnTo>
                    <a:lnTo>
                      <a:pt x="35549" y="34587"/>
                    </a:lnTo>
                    <a:lnTo>
                      <a:pt x="35340" y="34713"/>
                    </a:lnTo>
                    <a:lnTo>
                      <a:pt x="35319" y="34817"/>
                    </a:lnTo>
                    <a:lnTo>
                      <a:pt x="35173" y="34922"/>
                    </a:lnTo>
                    <a:lnTo>
                      <a:pt x="35110" y="35110"/>
                    </a:lnTo>
                    <a:lnTo>
                      <a:pt x="35110" y="35236"/>
                    </a:lnTo>
                    <a:lnTo>
                      <a:pt x="35131" y="35340"/>
                    </a:lnTo>
                    <a:lnTo>
                      <a:pt x="35152" y="35445"/>
                    </a:lnTo>
                    <a:lnTo>
                      <a:pt x="35215" y="35424"/>
                    </a:lnTo>
                    <a:lnTo>
                      <a:pt x="35256" y="35445"/>
                    </a:lnTo>
                    <a:lnTo>
                      <a:pt x="35256" y="35592"/>
                    </a:lnTo>
                    <a:lnTo>
                      <a:pt x="35361" y="35654"/>
                    </a:lnTo>
                    <a:lnTo>
                      <a:pt x="35403" y="35612"/>
                    </a:lnTo>
                    <a:lnTo>
                      <a:pt x="35466" y="35654"/>
                    </a:lnTo>
                    <a:lnTo>
                      <a:pt x="35507" y="35612"/>
                    </a:lnTo>
                    <a:lnTo>
                      <a:pt x="35507" y="35508"/>
                    </a:lnTo>
                    <a:lnTo>
                      <a:pt x="35570" y="35487"/>
                    </a:lnTo>
                    <a:lnTo>
                      <a:pt x="35654" y="35487"/>
                    </a:lnTo>
                    <a:lnTo>
                      <a:pt x="35779" y="35382"/>
                    </a:lnTo>
                    <a:lnTo>
                      <a:pt x="35884" y="35340"/>
                    </a:lnTo>
                    <a:lnTo>
                      <a:pt x="36031" y="35131"/>
                    </a:lnTo>
                    <a:lnTo>
                      <a:pt x="36219" y="35006"/>
                    </a:lnTo>
                    <a:lnTo>
                      <a:pt x="36177" y="34964"/>
                    </a:lnTo>
                    <a:lnTo>
                      <a:pt x="36240" y="34817"/>
                    </a:lnTo>
                    <a:lnTo>
                      <a:pt x="36323" y="34817"/>
                    </a:lnTo>
                    <a:lnTo>
                      <a:pt x="36386" y="34755"/>
                    </a:lnTo>
                    <a:lnTo>
                      <a:pt x="36428" y="34755"/>
                    </a:lnTo>
                    <a:lnTo>
                      <a:pt x="36491" y="34880"/>
                    </a:lnTo>
                    <a:lnTo>
                      <a:pt x="36637" y="34901"/>
                    </a:lnTo>
                    <a:lnTo>
                      <a:pt x="36637" y="34859"/>
                    </a:lnTo>
                    <a:lnTo>
                      <a:pt x="36721" y="34859"/>
                    </a:lnTo>
                    <a:lnTo>
                      <a:pt x="36909" y="34755"/>
                    </a:lnTo>
                    <a:lnTo>
                      <a:pt x="37077" y="34692"/>
                    </a:lnTo>
                    <a:lnTo>
                      <a:pt x="37286" y="34650"/>
                    </a:lnTo>
                    <a:lnTo>
                      <a:pt x="37391" y="34650"/>
                    </a:lnTo>
                    <a:lnTo>
                      <a:pt x="37663" y="34483"/>
                    </a:lnTo>
                    <a:lnTo>
                      <a:pt x="37809" y="34441"/>
                    </a:lnTo>
                    <a:lnTo>
                      <a:pt x="37914" y="34441"/>
                    </a:lnTo>
                    <a:lnTo>
                      <a:pt x="37997" y="34462"/>
                    </a:lnTo>
                    <a:lnTo>
                      <a:pt x="38081" y="34399"/>
                    </a:lnTo>
                    <a:lnTo>
                      <a:pt x="38018" y="34357"/>
                    </a:lnTo>
                    <a:lnTo>
                      <a:pt x="37935" y="34357"/>
                    </a:lnTo>
                    <a:lnTo>
                      <a:pt x="37830" y="34294"/>
                    </a:lnTo>
                    <a:lnTo>
                      <a:pt x="37872" y="34294"/>
                    </a:lnTo>
                    <a:lnTo>
                      <a:pt x="37956" y="34273"/>
                    </a:lnTo>
                    <a:lnTo>
                      <a:pt x="37956" y="34231"/>
                    </a:lnTo>
                    <a:lnTo>
                      <a:pt x="37663" y="34169"/>
                    </a:lnTo>
                    <a:lnTo>
                      <a:pt x="37537" y="34148"/>
                    </a:lnTo>
                    <a:lnTo>
                      <a:pt x="37558" y="34085"/>
                    </a:lnTo>
                    <a:lnTo>
                      <a:pt x="37537" y="33980"/>
                    </a:lnTo>
                    <a:lnTo>
                      <a:pt x="37370" y="34085"/>
                    </a:lnTo>
                    <a:lnTo>
                      <a:pt x="37349" y="34148"/>
                    </a:lnTo>
                    <a:lnTo>
                      <a:pt x="37160" y="34106"/>
                    </a:lnTo>
                    <a:lnTo>
                      <a:pt x="37139" y="34064"/>
                    </a:lnTo>
                    <a:lnTo>
                      <a:pt x="36993" y="34022"/>
                    </a:lnTo>
                    <a:lnTo>
                      <a:pt x="36930" y="34043"/>
                    </a:lnTo>
                    <a:lnTo>
                      <a:pt x="36826" y="33980"/>
                    </a:lnTo>
                    <a:lnTo>
                      <a:pt x="36637" y="33980"/>
                    </a:lnTo>
                    <a:lnTo>
                      <a:pt x="36491" y="33876"/>
                    </a:lnTo>
                    <a:lnTo>
                      <a:pt x="36616" y="33834"/>
                    </a:lnTo>
                    <a:lnTo>
                      <a:pt x="36637" y="33750"/>
                    </a:lnTo>
                    <a:lnTo>
                      <a:pt x="36491" y="33750"/>
                    </a:lnTo>
                    <a:lnTo>
                      <a:pt x="36428" y="33708"/>
                    </a:lnTo>
                    <a:lnTo>
                      <a:pt x="36323" y="33708"/>
                    </a:lnTo>
                    <a:lnTo>
                      <a:pt x="36282" y="33541"/>
                    </a:lnTo>
                    <a:lnTo>
                      <a:pt x="36219" y="33499"/>
                    </a:lnTo>
                    <a:lnTo>
                      <a:pt x="36219" y="33332"/>
                    </a:lnTo>
                    <a:lnTo>
                      <a:pt x="36261" y="33227"/>
                    </a:lnTo>
                    <a:lnTo>
                      <a:pt x="36177" y="33143"/>
                    </a:lnTo>
                    <a:lnTo>
                      <a:pt x="36261" y="33039"/>
                    </a:lnTo>
                    <a:lnTo>
                      <a:pt x="36261" y="32997"/>
                    </a:lnTo>
                    <a:lnTo>
                      <a:pt x="36051" y="32997"/>
                    </a:lnTo>
                    <a:lnTo>
                      <a:pt x="36114" y="32913"/>
                    </a:lnTo>
                    <a:lnTo>
                      <a:pt x="36198" y="32913"/>
                    </a:lnTo>
                    <a:lnTo>
                      <a:pt x="36365" y="32620"/>
                    </a:lnTo>
                    <a:lnTo>
                      <a:pt x="36470" y="32558"/>
                    </a:lnTo>
                    <a:lnTo>
                      <a:pt x="36428" y="32474"/>
                    </a:lnTo>
                    <a:lnTo>
                      <a:pt x="36365" y="32474"/>
                    </a:lnTo>
                    <a:lnTo>
                      <a:pt x="36323" y="32411"/>
                    </a:lnTo>
                    <a:lnTo>
                      <a:pt x="36219" y="32411"/>
                    </a:lnTo>
                    <a:lnTo>
                      <a:pt x="36114" y="32495"/>
                    </a:lnTo>
                    <a:lnTo>
                      <a:pt x="35989" y="32558"/>
                    </a:lnTo>
                    <a:lnTo>
                      <a:pt x="35947" y="32474"/>
                    </a:lnTo>
                    <a:lnTo>
                      <a:pt x="35905" y="32369"/>
                    </a:lnTo>
                    <a:lnTo>
                      <a:pt x="35675" y="32307"/>
                    </a:lnTo>
                    <a:lnTo>
                      <a:pt x="35528" y="32286"/>
                    </a:lnTo>
                    <a:lnTo>
                      <a:pt x="35361" y="32307"/>
                    </a:lnTo>
                    <a:lnTo>
                      <a:pt x="35528" y="32244"/>
                    </a:lnTo>
                    <a:lnTo>
                      <a:pt x="35654" y="32265"/>
                    </a:lnTo>
                    <a:lnTo>
                      <a:pt x="35779" y="32244"/>
                    </a:lnTo>
                    <a:lnTo>
                      <a:pt x="35863" y="32181"/>
                    </a:lnTo>
                    <a:lnTo>
                      <a:pt x="35989" y="32244"/>
                    </a:lnTo>
                    <a:lnTo>
                      <a:pt x="36093" y="32307"/>
                    </a:lnTo>
                    <a:lnTo>
                      <a:pt x="36219" y="32307"/>
                    </a:lnTo>
                    <a:lnTo>
                      <a:pt x="36386" y="32202"/>
                    </a:lnTo>
                    <a:lnTo>
                      <a:pt x="36470" y="32202"/>
                    </a:lnTo>
                    <a:lnTo>
                      <a:pt x="36575" y="32097"/>
                    </a:lnTo>
                    <a:lnTo>
                      <a:pt x="36700" y="32076"/>
                    </a:lnTo>
                    <a:lnTo>
                      <a:pt x="36784" y="31867"/>
                    </a:lnTo>
                    <a:lnTo>
                      <a:pt x="36721" y="31825"/>
                    </a:lnTo>
                    <a:lnTo>
                      <a:pt x="36805" y="31783"/>
                    </a:lnTo>
                    <a:lnTo>
                      <a:pt x="36742" y="31721"/>
                    </a:lnTo>
                    <a:lnTo>
                      <a:pt x="36616" y="31658"/>
                    </a:lnTo>
                    <a:lnTo>
                      <a:pt x="36533" y="31658"/>
                    </a:lnTo>
                    <a:lnTo>
                      <a:pt x="36575" y="31637"/>
                    </a:lnTo>
                    <a:lnTo>
                      <a:pt x="36575" y="31616"/>
                    </a:lnTo>
                    <a:lnTo>
                      <a:pt x="36742" y="31637"/>
                    </a:lnTo>
                    <a:lnTo>
                      <a:pt x="36742" y="31574"/>
                    </a:lnTo>
                    <a:lnTo>
                      <a:pt x="36512" y="31449"/>
                    </a:lnTo>
                    <a:lnTo>
                      <a:pt x="36303" y="31365"/>
                    </a:lnTo>
                    <a:lnTo>
                      <a:pt x="35905" y="31365"/>
                    </a:lnTo>
                    <a:lnTo>
                      <a:pt x="35800" y="31428"/>
                    </a:lnTo>
                    <a:lnTo>
                      <a:pt x="35675" y="31428"/>
                    </a:lnTo>
                    <a:lnTo>
                      <a:pt x="35319" y="31553"/>
                    </a:lnTo>
                    <a:lnTo>
                      <a:pt x="35026" y="31616"/>
                    </a:lnTo>
                    <a:lnTo>
                      <a:pt x="34859" y="31679"/>
                    </a:lnTo>
                    <a:lnTo>
                      <a:pt x="34712" y="31721"/>
                    </a:lnTo>
                    <a:lnTo>
                      <a:pt x="34440" y="31867"/>
                    </a:lnTo>
                    <a:lnTo>
                      <a:pt x="34064" y="32139"/>
                    </a:lnTo>
                    <a:lnTo>
                      <a:pt x="33771" y="32390"/>
                    </a:lnTo>
                    <a:lnTo>
                      <a:pt x="33666" y="32453"/>
                    </a:lnTo>
                    <a:lnTo>
                      <a:pt x="33541" y="32579"/>
                    </a:lnTo>
                    <a:lnTo>
                      <a:pt x="33373" y="32767"/>
                    </a:lnTo>
                    <a:lnTo>
                      <a:pt x="33185" y="32892"/>
                    </a:lnTo>
                    <a:lnTo>
                      <a:pt x="32934" y="33018"/>
                    </a:lnTo>
                    <a:lnTo>
                      <a:pt x="32641" y="33143"/>
                    </a:lnTo>
                    <a:lnTo>
                      <a:pt x="32515" y="33143"/>
                    </a:lnTo>
                    <a:lnTo>
                      <a:pt x="32704" y="33102"/>
                    </a:lnTo>
                    <a:lnTo>
                      <a:pt x="33018" y="32976"/>
                    </a:lnTo>
                    <a:lnTo>
                      <a:pt x="33038" y="32892"/>
                    </a:lnTo>
                    <a:lnTo>
                      <a:pt x="33290" y="32725"/>
                    </a:lnTo>
                    <a:lnTo>
                      <a:pt x="33373" y="32599"/>
                    </a:lnTo>
                    <a:lnTo>
                      <a:pt x="33436" y="32453"/>
                    </a:lnTo>
                    <a:lnTo>
                      <a:pt x="33541" y="32411"/>
                    </a:lnTo>
                    <a:lnTo>
                      <a:pt x="33666" y="32286"/>
                    </a:lnTo>
                    <a:lnTo>
                      <a:pt x="33813" y="32202"/>
                    </a:lnTo>
                    <a:lnTo>
                      <a:pt x="33875" y="31993"/>
                    </a:lnTo>
                    <a:lnTo>
                      <a:pt x="34106" y="31888"/>
                    </a:lnTo>
                    <a:lnTo>
                      <a:pt x="34231" y="31679"/>
                    </a:lnTo>
                    <a:lnTo>
                      <a:pt x="34294" y="31658"/>
                    </a:lnTo>
                    <a:lnTo>
                      <a:pt x="34315" y="31595"/>
                    </a:lnTo>
                    <a:lnTo>
                      <a:pt x="34440" y="31532"/>
                    </a:lnTo>
                    <a:lnTo>
                      <a:pt x="34545" y="31491"/>
                    </a:lnTo>
                    <a:lnTo>
                      <a:pt x="34608" y="31386"/>
                    </a:lnTo>
                    <a:lnTo>
                      <a:pt x="34712" y="31344"/>
                    </a:lnTo>
                    <a:lnTo>
                      <a:pt x="34754" y="31386"/>
                    </a:lnTo>
                    <a:lnTo>
                      <a:pt x="34838" y="31365"/>
                    </a:lnTo>
                    <a:lnTo>
                      <a:pt x="34922" y="31239"/>
                    </a:lnTo>
                    <a:lnTo>
                      <a:pt x="35131" y="31239"/>
                    </a:lnTo>
                    <a:lnTo>
                      <a:pt x="35235" y="31177"/>
                    </a:lnTo>
                    <a:lnTo>
                      <a:pt x="35424" y="31177"/>
                    </a:lnTo>
                    <a:lnTo>
                      <a:pt x="35487" y="31072"/>
                    </a:lnTo>
                    <a:lnTo>
                      <a:pt x="35528" y="30946"/>
                    </a:lnTo>
                    <a:lnTo>
                      <a:pt x="35570" y="30905"/>
                    </a:lnTo>
                    <a:lnTo>
                      <a:pt x="35570" y="30821"/>
                    </a:lnTo>
                    <a:lnTo>
                      <a:pt x="35696" y="30758"/>
                    </a:lnTo>
                    <a:lnTo>
                      <a:pt x="35905" y="30591"/>
                    </a:lnTo>
                    <a:lnTo>
                      <a:pt x="36010" y="30549"/>
                    </a:lnTo>
                    <a:lnTo>
                      <a:pt x="36072" y="30507"/>
                    </a:lnTo>
                    <a:lnTo>
                      <a:pt x="36010" y="30444"/>
                    </a:lnTo>
                    <a:lnTo>
                      <a:pt x="36072" y="30382"/>
                    </a:lnTo>
                    <a:lnTo>
                      <a:pt x="36156" y="30319"/>
                    </a:lnTo>
                    <a:lnTo>
                      <a:pt x="36261" y="30423"/>
                    </a:lnTo>
                    <a:lnTo>
                      <a:pt x="36386" y="30486"/>
                    </a:lnTo>
                    <a:lnTo>
                      <a:pt x="36616" y="30444"/>
                    </a:lnTo>
                    <a:lnTo>
                      <a:pt x="36805" y="30528"/>
                    </a:lnTo>
                    <a:lnTo>
                      <a:pt x="36888" y="30528"/>
                    </a:lnTo>
                    <a:lnTo>
                      <a:pt x="36951" y="30549"/>
                    </a:lnTo>
                    <a:lnTo>
                      <a:pt x="37098" y="30486"/>
                    </a:lnTo>
                    <a:lnTo>
                      <a:pt x="37160" y="30549"/>
                    </a:lnTo>
                    <a:lnTo>
                      <a:pt x="37265" y="30549"/>
                    </a:lnTo>
                    <a:lnTo>
                      <a:pt x="37349" y="30507"/>
                    </a:lnTo>
                    <a:lnTo>
                      <a:pt x="37474" y="30591"/>
                    </a:lnTo>
                    <a:lnTo>
                      <a:pt x="37663" y="30612"/>
                    </a:lnTo>
                    <a:lnTo>
                      <a:pt x="37746" y="30570"/>
                    </a:lnTo>
                    <a:lnTo>
                      <a:pt x="37788" y="30570"/>
                    </a:lnTo>
                    <a:lnTo>
                      <a:pt x="37893" y="30633"/>
                    </a:lnTo>
                    <a:lnTo>
                      <a:pt x="38039" y="30674"/>
                    </a:lnTo>
                    <a:lnTo>
                      <a:pt x="38081" y="30633"/>
                    </a:lnTo>
                    <a:lnTo>
                      <a:pt x="38248" y="30716"/>
                    </a:lnTo>
                    <a:lnTo>
                      <a:pt x="38311" y="30716"/>
                    </a:lnTo>
                    <a:lnTo>
                      <a:pt x="38416" y="30674"/>
                    </a:lnTo>
                    <a:lnTo>
                      <a:pt x="38500" y="30695"/>
                    </a:lnTo>
                    <a:lnTo>
                      <a:pt x="38479" y="30737"/>
                    </a:lnTo>
                    <a:lnTo>
                      <a:pt x="38583" y="30779"/>
                    </a:lnTo>
                    <a:lnTo>
                      <a:pt x="38834" y="30695"/>
                    </a:lnTo>
                    <a:lnTo>
                      <a:pt x="38897" y="30695"/>
                    </a:lnTo>
                    <a:lnTo>
                      <a:pt x="39023" y="30633"/>
                    </a:lnTo>
                    <a:lnTo>
                      <a:pt x="39085" y="30674"/>
                    </a:lnTo>
                    <a:lnTo>
                      <a:pt x="39253" y="30674"/>
                    </a:lnTo>
                    <a:lnTo>
                      <a:pt x="39336" y="30716"/>
                    </a:lnTo>
                    <a:lnTo>
                      <a:pt x="39441" y="30674"/>
                    </a:lnTo>
                    <a:lnTo>
                      <a:pt x="39462" y="30591"/>
                    </a:lnTo>
                    <a:lnTo>
                      <a:pt x="39608" y="30591"/>
                    </a:lnTo>
                    <a:lnTo>
                      <a:pt x="39671" y="30528"/>
                    </a:lnTo>
                    <a:lnTo>
                      <a:pt x="39734" y="30570"/>
                    </a:lnTo>
                    <a:lnTo>
                      <a:pt x="39818" y="30465"/>
                    </a:lnTo>
                    <a:lnTo>
                      <a:pt x="39922" y="30402"/>
                    </a:lnTo>
                    <a:lnTo>
                      <a:pt x="39943" y="30361"/>
                    </a:lnTo>
                    <a:lnTo>
                      <a:pt x="40048" y="30382"/>
                    </a:lnTo>
                    <a:lnTo>
                      <a:pt x="40132" y="30214"/>
                    </a:lnTo>
                    <a:lnTo>
                      <a:pt x="40132" y="30110"/>
                    </a:lnTo>
                    <a:lnTo>
                      <a:pt x="40194" y="30110"/>
                    </a:lnTo>
                    <a:lnTo>
                      <a:pt x="40278" y="30047"/>
                    </a:lnTo>
                    <a:lnTo>
                      <a:pt x="40299" y="29963"/>
                    </a:lnTo>
                    <a:lnTo>
                      <a:pt x="40257" y="29942"/>
                    </a:lnTo>
                    <a:lnTo>
                      <a:pt x="40278" y="29879"/>
                    </a:lnTo>
                    <a:lnTo>
                      <a:pt x="40383" y="29879"/>
                    </a:lnTo>
                    <a:lnTo>
                      <a:pt x="40487" y="29858"/>
                    </a:lnTo>
                    <a:lnTo>
                      <a:pt x="40487" y="29775"/>
                    </a:lnTo>
                    <a:lnTo>
                      <a:pt x="40508" y="29754"/>
                    </a:lnTo>
                    <a:lnTo>
                      <a:pt x="40571" y="29838"/>
                    </a:lnTo>
                    <a:lnTo>
                      <a:pt x="40696" y="29858"/>
                    </a:lnTo>
                    <a:lnTo>
                      <a:pt x="40801" y="29775"/>
                    </a:lnTo>
                    <a:lnTo>
                      <a:pt x="40822" y="29838"/>
                    </a:lnTo>
                    <a:lnTo>
                      <a:pt x="40906" y="29838"/>
                    </a:lnTo>
                    <a:lnTo>
                      <a:pt x="40989" y="29775"/>
                    </a:lnTo>
                    <a:lnTo>
                      <a:pt x="41031" y="29838"/>
                    </a:lnTo>
                    <a:lnTo>
                      <a:pt x="41136" y="29796"/>
                    </a:lnTo>
                    <a:lnTo>
                      <a:pt x="41178" y="29754"/>
                    </a:lnTo>
                    <a:lnTo>
                      <a:pt x="41241" y="29754"/>
                    </a:lnTo>
                    <a:lnTo>
                      <a:pt x="41324" y="29649"/>
                    </a:lnTo>
                    <a:lnTo>
                      <a:pt x="41387" y="29649"/>
                    </a:lnTo>
                    <a:lnTo>
                      <a:pt x="41492" y="29545"/>
                    </a:lnTo>
                    <a:lnTo>
                      <a:pt x="41617" y="29545"/>
                    </a:lnTo>
                    <a:lnTo>
                      <a:pt x="41764" y="29440"/>
                    </a:lnTo>
                    <a:lnTo>
                      <a:pt x="41826" y="29356"/>
                    </a:lnTo>
                    <a:lnTo>
                      <a:pt x="41910" y="29356"/>
                    </a:lnTo>
                    <a:lnTo>
                      <a:pt x="41931" y="29252"/>
                    </a:lnTo>
                    <a:lnTo>
                      <a:pt x="41973" y="29147"/>
                    </a:lnTo>
                    <a:lnTo>
                      <a:pt x="41910" y="29126"/>
                    </a:lnTo>
                    <a:lnTo>
                      <a:pt x="41805" y="29147"/>
                    </a:lnTo>
                    <a:lnTo>
                      <a:pt x="41722" y="29105"/>
                    </a:lnTo>
                    <a:lnTo>
                      <a:pt x="41764" y="29105"/>
                    </a:lnTo>
                    <a:lnTo>
                      <a:pt x="41868" y="29126"/>
                    </a:lnTo>
                    <a:lnTo>
                      <a:pt x="41952" y="29105"/>
                    </a:lnTo>
                    <a:lnTo>
                      <a:pt x="41868" y="29001"/>
                    </a:lnTo>
                    <a:lnTo>
                      <a:pt x="41764" y="29001"/>
                    </a:lnTo>
                    <a:lnTo>
                      <a:pt x="41617" y="28917"/>
                    </a:lnTo>
                    <a:lnTo>
                      <a:pt x="41554" y="28812"/>
                    </a:lnTo>
                    <a:lnTo>
                      <a:pt x="41554" y="28812"/>
                    </a:lnTo>
                    <a:lnTo>
                      <a:pt x="41701" y="28896"/>
                    </a:lnTo>
                    <a:lnTo>
                      <a:pt x="41805" y="28833"/>
                    </a:lnTo>
                    <a:lnTo>
                      <a:pt x="41826" y="28729"/>
                    </a:lnTo>
                    <a:lnTo>
                      <a:pt x="41910" y="28708"/>
                    </a:lnTo>
                    <a:lnTo>
                      <a:pt x="41952" y="28603"/>
                    </a:lnTo>
                    <a:lnTo>
                      <a:pt x="41764" y="28540"/>
                    </a:lnTo>
                    <a:lnTo>
                      <a:pt x="41847" y="28478"/>
                    </a:lnTo>
                    <a:lnTo>
                      <a:pt x="41931" y="28498"/>
                    </a:lnTo>
                    <a:lnTo>
                      <a:pt x="42015" y="28415"/>
                    </a:lnTo>
                    <a:lnTo>
                      <a:pt x="41973" y="28331"/>
                    </a:lnTo>
                    <a:lnTo>
                      <a:pt x="41826" y="28268"/>
                    </a:lnTo>
                    <a:lnTo>
                      <a:pt x="41805" y="28164"/>
                    </a:lnTo>
                    <a:lnTo>
                      <a:pt x="41847" y="28122"/>
                    </a:lnTo>
                    <a:lnTo>
                      <a:pt x="41952" y="28185"/>
                    </a:lnTo>
                    <a:lnTo>
                      <a:pt x="41931" y="28101"/>
                    </a:lnTo>
                    <a:lnTo>
                      <a:pt x="41764" y="28017"/>
                    </a:lnTo>
                    <a:lnTo>
                      <a:pt x="41617" y="28017"/>
                    </a:lnTo>
                    <a:lnTo>
                      <a:pt x="41638" y="27954"/>
                    </a:lnTo>
                    <a:lnTo>
                      <a:pt x="41701" y="27913"/>
                    </a:lnTo>
                    <a:lnTo>
                      <a:pt x="41659" y="27871"/>
                    </a:lnTo>
                    <a:lnTo>
                      <a:pt x="41533" y="27871"/>
                    </a:lnTo>
                    <a:lnTo>
                      <a:pt x="41387" y="27954"/>
                    </a:lnTo>
                    <a:lnTo>
                      <a:pt x="41345" y="28059"/>
                    </a:lnTo>
                    <a:lnTo>
                      <a:pt x="41303" y="28101"/>
                    </a:lnTo>
                    <a:lnTo>
                      <a:pt x="41241" y="27996"/>
                    </a:lnTo>
                    <a:lnTo>
                      <a:pt x="41094" y="27996"/>
                    </a:lnTo>
                    <a:lnTo>
                      <a:pt x="41157" y="27913"/>
                    </a:lnTo>
                    <a:lnTo>
                      <a:pt x="41220" y="27913"/>
                    </a:lnTo>
                    <a:lnTo>
                      <a:pt x="41345" y="27808"/>
                    </a:lnTo>
                    <a:lnTo>
                      <a:pt x="41387" y="27703"/>
                    </a:lnTo>
                    <a:lnTo>
                      <a:pt x="41303" y="27536"/>
                    </a:lnTo>
                    <a:lnTo>
                      <a:pt x="41115" y="27473"/>
                    </a:lnTo>
                    <a:lnTo>
                      <a:pt x="40885" y="27494"/>
                    </a:lnTo>
                    <a:lnTo>
                      <a:pt x="40801" y="27536"/>
                    </a:lnTo>
                    <a:lnTo>
                      <a:pt x="40822" y="27557"/>
                    </a:lnTo>
                    <a:lnTo>
                      <a:pt x="40969" y="27557"/>
                    </a:lnTo>
                    <a:lnTo>
                      <a:pt x="41010" y="27578"/>
                    </a:lnTo>
                    <a:lnTo>
                      <a:pt x="40885" y="27578"/>
                    </a:lnTo>
                    <a:lnTo>
                      <a:pt x="40717" y="27557"/>
                    </a:lnTo>
                    <a:lnTo>
                      <a:pt x="40550" y="27641"/>
                    </a:lnTo>
                    <a:lnTo>
                      <a:pt x="40404" y="27661"/>
                    </a:lnTo>
                    <a:lnTo>
                      <a:pt x="40299" y="27787"/>
                    </a:lnTo>
                    <a:lnTo>
                      <a:pt x="40257" y="27892"/>
                    </a:lnTo>
                    <a:lnTo>
                      <a:pt x="40173" y="27892"/>
                    </a:lnTo>
                    <a:lnTo>
                      <a:pt x="40048" y="27996"/>
                    </a:lnTo>
                    <a:lnTo>
                      <a:pt x="39860" y="27996"/>
                    </a:lnTo>
                    <a:lnTo>
                      <a:pt x="39755" y="28205"/>
                    </a:lnTo>
                    <a:lnTo>
                      <a:pt x="39671" y="28205"/>
                    </a:lnTo>
                    <a:lnTo>
                      <a:pt x="39629" y="28268"/>
                    </a:lnTo>
                    <a:lnTo>
                      <a:pt x="39567" y="28268"/>
                    </a:lnTo>
                    <a:lnTo>
                      <a:pt x="39525" y="28185"/>
                    </a:lnTo>
                    <a:lnTo>
                      <a:pt x="39608" y="28101"/>
                    </a:lnTo>
                    <a:lnTo>
                      <a:pt x="39671" y="28122"/>
                    </a:lnTo>
                    <a:lnTo>
                      <a:pt x="39713" y="28059"/>
                    </a:lnTo>
                    <a:lnTo>
                      <a:pt x="39462" y="27871"/>
                    </a:lnTo>
                    <a:lnTo>
                      <a:pt x="39441" y="27808"/>
                    </a:lnTo>
                    <a:lnTo>
                      <a:pt x="39357" y="27787"/>
                    </a:lnTo>
                    <a:lnTo>
                      <a:pt x="39399" y="27745"/>
                    </a:lnTo>
                    <a:lnTo>
                      <a:pt x="39399" y="27641"/>
                    </a:lnTo>
                    <a:lnTo>
                      <a:pt x="39525" y="27850"/>
                    </a:lnTo>
                    <a:lnTo>
                      <a:pt x="39734" y="27975"/>
                    </a:lnTo>
                    <a:lnTo>
                      <a:pt x="39776" y="27913"/>
                    </a:lnTo>
                    <a:lnTo>
                      <a:pt x="39818" y="27808"/>
                    </a:lnTo>
                    <a:lnTo>
                      <a:pt x="39943" y="27808"/>
                    </a:lnTo>
                    <a:lnTo>
                      <a:pt x="40027" y="27745"/>
                    </a:lnTo>
                    <a:lnTo>
                      <a:pt x="40194" y="27641"/>
                    </a:lnTo>
                    <a:lnTo>
                      <a:pt x="40404" y="27578"/>
                    </a:lnTo>
                    <a:lnTo>
                      <a:pt x="40613" y="27557"/>
                    </a:lnTo>
                    <a:lnTo>
                      <a:pt x="40592" y="27494"/>
                    </a:lnTo>
                    <a:lnTo>
                      <a:pt x="40508" y="27473"/>
                    </a:lnTo>
                    <a:lnTo>
                      <a:pt x="40613" y="27473"/>
                    </a:lnTo>
                    <a:lnTo>
                      <a:pt x="40717" y="27369"/>
                    </a:lnTo>
                    <a:lnTo>
                      <a:pt x="40906" y="27285"/>
                    </a:lnTo>
                    <a:lnTo>
                      <a:pt x="40969" y="27348"/>
                    </a:lnTo>
                    <a:lnTo>
                      <a:pt x="41199" y="27285"/>
                    </a:lnTo>
                    <a:lnTo>
                      <a:pt x="41199" y="27243"/>
                    </a:lnTo>
                    <a:lnTo>
                      <a:pt x="41387" y="27222"/>
                    </a:lnTo>
                    <a:lnTo>
                      <a:pt x="41282" y="27117"/>
                    </a:lnTo>
                    <a:lnTo>
                      <a:pt x="41010" y="27034"/>
                    </a:lnTo>
                    <a:lnTo>
                      <a:pt x="41073" y="26971"/>
                    </a:lnTo>
                    <a:lnTo>
                      <a:pt x="41136" y="26971"/>
                    </a:lnTo>
                    <a:lnTo>
                      <a:pt x="41199" y="26866"/>
                    </a:lnTo>
                    <a:lnTo>
                      <a:pt x="41115" y="26845"/>
                    </a:lnTo>
                    <a:lnTo>
                      <a:pt x="40969" y="26908"/>
                    </a:lnTo>
                    <a:lnTo>
                      <a:pt x="40885" y="27013"/>
                    </a:lnTo>
                    <a:lnTo>
                      <a:pt x="40759" y="26929"/>
                    </a:lnTo>
                    <a:lnTo>
                      <a:pt x="40613" y="26950"/>
                    </a:lnTo>
                    <a:lnTo>
                      <a:pt x="40592" y="26866"/>
                    </a:lnTo>
                    <a:lnTo>
                      <a:pt x="40676" y="26845"/>
                    </a:lnTo>
                    <a:lnTo>
                      <a:pt x="40676" y="26657"/>
                    </a:lnTo>
                    <a:lnTo>
                      <a:pt x="40696" y="26615"/>
                    </a:lnTo>
                    <a:lnTo>
                      <a:pt x="40550" y="26720"/>
                    </a:lnTo>
                    <a:lnTo>
                      <a:pt x="40550" y="26657"/>
                    </a:lnTo>
                    <a:lnTo>
                      <a:pt x="40592" y="26615"/>
                    </a:lnTo>
                    <a:lnTo>
                      <a:pt x="40550" y="26594"/>
                    </a:lnTo>
                    <a:lnTo>
                      <a:pt x="40341" y="26762"/>
                    </a:lnTo>
                    <a:lnTo>
                      <a:pt x="40257" y="26845"/>
                    </a:lnTo>
                    <a:lnTo>
                      <a:pt x="40194" y="26845"/>
                    </a:lnTo>
                    <a:lnTo>
                      <a:pt x="40278" y="26762"/>
                    </a:lnTo>
                    <a:lnTo>
                      <a:pt x="40445" y="26636"/>
                    </a:lnTo>
                    <a:lnTo>
                      <a:pt x="40383" y="26594"/>
                    </a:lnTo>
                    <a:lnTo>
                      <a:pt x="40236" y="26657"/>
                    </a:lnTo>
                    <a:lnTo>
                      <a:pt x="40194" y="26636"/>
                    </a:lnTo>
                    <a:lnTo>
                      <a:pt x="40257" y="26594"/>
                    </a:lnTo>
                    <a:lnTo>
                      <a:pt x="40341" y="26532"/>
                    </a:lnTo>
                    <a:lnTo>
                      <a:pt x="40341" y="26490"/>
                    </a:lnTo>
                    <a:lnTo>
                      <a:pt x="40194" y="26511"/>
                    </a:lnTo>
                    <a:lnTo>
                      <a:pt x="40090" y="26615"/>
                    </a:lnTo>
                    <a:lnTo>
                      <a:pt x="39985" y="26741"/>
                    </a:lnTo>
                    <a:lnTo>
                      <a:pt x="39943" y="26720"/>
                    </a:lnTo>
                    <a:lnTo>
                      <a:pt x="39985" y="26615"/>
                    </a:lnTo>
                    <a:lnTo>
                      <a:pt x="40090" y="26532"/>
                    </a:lnTo>
                    <a:lnTo>
                      <a:pt x="40090" y="26490"/>
                    </a:lnTo>
                    <a:lnTo>
                      <a:pt x="40027" y="26490"/>
                    </a:lnTo>
                    <a:lnTo>
                      <a:pt x="39818" y="26699"/>
                    </a:lnTo>
                    <a:lnTo>
                      <a:pt x="39713" y="26720"/>
                    </a:lnTo>
                    <a:lnTo>
                      <a:pt x="39608" y="26636"/>
                    </a:lnTo>
                    <a:lnTo>
                      <a:pt x="39734" y="26657"/>
                    </a:lnTo>
                    <a:lnTo>
                      <a:pt x="39839" y="26594"/>
                    </a:lnTo>
                    <a:lnTo>
                      <a:pt x="40027" y="26343"/>
                    </a:lnTo>
                    <a:lnTo>
                      <a:pt x="40152" y="26281"/>
                    </a:lnTo>
                    <a:lnTo>
                      <a:pt x="40069" y="26197"/>
                    </a:lnTo>
                    <a:lnTo>
                      <a:pt x="40090" y="26092"/>
                    </a:lnTo>
                    <a:lnTo>
                      <a:pt x="40069" y="26071"/>
                    </a:lnTo>
                    <a:lnTo>
                      <a:pt x="39964" y="26218"/>
                    </a:lnTo>
                    <a:lnTo>
                      <a:pt x="39922" y="26218"/>
                    </a:lnTo>
                    <a:lnTo>
                      <a:pt x="39922" y="26176"/>
                    </a:lnTo>
                    <a:lnTo>
                      <a:pt x="39964" y="26092"/>
                    </a:lnTo>
                    <a:lnTo>
                      <a:pt x="39964" y="25925"/>
                    </a:lnTo>
                    <a:lnTo>
                      <a:pt x="39880" y="25904"/>
                    </a:lnTo>
                    <a:lnTo>
                      <a:pt x="39860" y="25883"/>
                    </a:lnTo>
                    <a:lnTo>
                      <a:pt x="39755" y="25967"/>
                    </a:lnTo>
                    <a:lnTo>
                      <a:pt x="39734" y="25904"/>
                    </a:lnTo>
                    <a:lnTo>
                      <a:pt x="39755" y="25820"/>
                    </a:lnTo>
                    <a:lnTo>
                      <a:pt x="39734" y="25799"/>
                    </a:lnTo>
                    <a:lnTo>
                      <a:pt x="39650" y="25799"/>
                    </a:lnTo>
                    <a:lnTo>
                      <a:pt x="39713" y="25757"/>
                    </a:lnTo>
                    <a:lnTo>
                      <a:pt x="39650" y="25695"/>
                    </a:lnTo>
                    <a:lnTo>
                      <a:pt x="39650" y="25611"/>
                    </a:lnTo>
                    <a:lnTo>
                      <a:pt x="39608" y="25611"/>
                    </a:lnTo>
                    <a:lnTo>
                      <a:pt x="39441" y="25653"/>
                    </a:lnTo>
                    <a:lnTo>
                      <a:pt x="39441" y="25695"/>
                    </a:lnTo>
                    <a:lnTo>
                      <a:pt x="39357" y="25716"/>
                    </a:lnTo>
                    <a:lnTo>
                      <a:pt x="39148" y="25674"/>
                    </a:lnTo>
                    <a:lnTo>
                      <a:pt x="39316" y="25674"/>
                    </a:lnTo>
                    <a:lnTo>
                      <a:pt x="39357" y="25590"/>
                    </a:lnTo>
                    <a:lnTo>
                      <a:pt x="39504" y="25569"/>
                    </a:lnTo>
                    <a:lnTo>
                      <a:pt x="39525" y="25506"/>
                    </a:lnTo>
                    <a:lnTo>
                      <a:pt x="39462" y="25444"/>
                    </a:lnTo>
                    <a:lnTo>
                      <a:pt x="39357" y="25339"/>
                    </a:lnTo>
                    <a:lnTo>
                      <a:pt x="39357" y="25234"/>
                    </a:lnTo>
                    <a:lnTo>
                      <a:pt x="39211" y="25151"/>
                    </a:lnTo>
                    <a:lnTo>
                      <a:pt x="39357" y="25151"/>
                    </a:lnTo>
                    <a:lnTo>
                      <a:pt x="39525" y="25234"/>
                    </a:lnTo>
                    <a:lnTo>
                      <a:pt x="39650" y="25234"/>
                    </a:lnTo>
                    <a:lnTo>
                      <a:pt x="39650" y="25151"/>
                    </a:lnTo>
                    <a:lnTo>
                      <a:pt x="39546" y="25088"/>
                    </a:lnTo>
                    <a:lnTo>
                      <a:pt x="39567" y="25046"/>
                    </a:lnTo>
                    <a:lnTo>
                      <a:pt x="39650" y="25067"/>
                    </a:lnTo>
                    <a:lnTo>
                      <a:pt x="39776" y="24962"/>
                    </a:lnTo>
                    <a:lnTo>
                      <a:pt x="39860" y="24920"/>
                    </a:lnTo>
                    <a:lnTo>
                      <a:pt x="39880" y="24816"/>
                    </a:lnTo>
                    <a:lnTo>
                      <a:pt x="39776" y="24711"/>
                    </a:lnTo>
                    <a:lnTo>
                      <a:pt x="39713" y="24732"/>
                    </a:lnTo>
                    <a:lnTo>
                      <a:pt x="39608" y="24711"/>
                    </a:lnTo>
                    <a:lnTo>
                      <a:pt x="39671" y="24648"/>
                    </a:lnTo>
                    <a:lnTo>
                      <a:pt x="39713" y="24565"/>
                    </a:lnTo>
                    <a:lnTo>
                      <a:pt x="39650" y="24523"/>
                    </a:lnTo>
                    <a:lnTo>
                      <a:pt x="39525" y="24523"/>
                    </a:lnTo>
                    <a:lnTo>
                      <a:pt x="39462" y="24502"/>
                    </a:lnTo>
                    <a:lnTo>
                      <a:pt x="39399" y="24523"/>
                    </a:lnTo>
                    <a:lnTo>
                      <a:pt x="39316" y="24439"/>
                    </a:lnTo>
                    <a:lnTo>
                      <a:pt x="39420" y="24439"/>
                    </a:lnTo>
                    <a:lnTo>
                      <a:pt x="39462" y="24397"/>
                    </a:lnTo>
                    <a:lnTo>
                      <a:pt x="39546" y="24418"/>
                    </a:lnTo>
                    <a:lnTo>
                      <a:pt x="39650" y="24314"/>
                    </a:lnTo>
                    <a:lnTo>
                      <a:pt x="39608" y="24125"/>
                    </a:lnTo>
                    <a:lnTo>
                      <a:pt x="39504" y="24021"/>
                    </a:lnTo>
                    <a:lnTo>
                      <a:pt x="39441" y="24104"/>
                    </a:lnTo>
                    <a:lnTo>
                      <a:pt x="39336" y="24084"/>
                    </a:lnTo>
                    <a:lnTo>
                      <a:pt x="39253" y="24146"/>
                    </a:lnTo>
                    <a:lnTo>
                      <a:pt x="39295" y="24042"/>
                    </a:lnTo>
                    <a:lnTo>
                      <a:pt x="39420" y="23979"/>
                    </a:lnTo>
                    <a:lnTo>
                      <a:pt x="39504" y="23979"/>
                    </a:lnTo>
                    <a:lnTo>
                      <a:pt x="39504" y="23874"/>
                    </a:lnTo>
                    <a:lnTo>
                      <a:pt x="39399" y="23832"/>
                    </a:lnTo>
                    <a:lnTo>
                      <a:pt x="39316" y="23874"/>
                    </a:lnTo>
                    <a:lnTo>
                      <a:pt x="39190" y="23874"/>
                    </a:lnTo>
                    <a:lnTo>
                      <a:pt x="39002" y="23937"/>
                    </a:lnTo>
                    <a:lnTo>
                      <a:pt x="39002" y="23937"/>
                    </a:lnTo>
                    <a:lnTo>
                      <a:pt x="39148" y="23728"/>
                    </a:lnTo>
                    <a:lnTo>
                      <a:pt x="39253" y="23728"/>
                    </a:lnTo>
                    <a:lnTo>
                      <a:pt x="39357" y="23686"/>
                    </a:lnTo>
                    <a:lnTo>
                      <a:pt x="39357" y="23623"/>
                    </a:lnTo>
                    <a:lnTo>
                      <a:pt x="39441" y="23560"/>
                    </a:lnTo>
                    <a:lnTo>
                      <a:pt x="39420" y="23519"/>
                    </a:lnTo>
                    <a:lnTo>
                      <a:pt x="39295" y="23581"/>
                    </a:lnTo>
                    <a:lnTo>
                      <a:pt x="39106" y="23581"/>
                    </a:lnTo>
                    <a:lnTo>
                      <a:pt x="38939" y="23665"/>
                    </a:lnTo>
                    <a:lnTo>
                      <a:pt x="38939" y="23665"/>
                    </a:lnTo>
                    <a:lnTo>
                      <a:pt x="39002" y="23581"/>
                    </a:lnTo>
                    <a:lnTo>
                      <a:pt x="38981" y="23498"/>
                    </a:lnTo>
                    <a:lnTo>
                      <a:pt x="39023" y="23414"/>
                    </a:lnTo>
                    <a:lnTo>
                      <a:pt x="39106" y="23477"/>
                    </a:lnTo>
                    <a:lnTo>
                      <a:pt x="39295" y="23477"/>
                    </a:lnTo>
                    <a:lnTo>
                      <a:pt x="39399" y="23351"/>
                    </a:lnTo>
                    <a:lnTo>
                      <a:pt x="39399" y="23205"/>
                    </a:lnTo>
                    <a:lnTo>
                      <a:pt x="39295" y="23268"/>
                    </a:lnTo>
                    <a:lnTo>
                      <a:pt x="39211" y="23247"/>
                    </a:lnTo>
                    <a:lnTo>
                      <a:pt x="39316" y="23142"/>
                    </a:lnTo>
                    <a:lnTo>
                      <a:pt x="39336" y="23037"/>
                    </a:lnTo>
                    <a:lnTo>
                      <a:pt x="39253" y="22996"/>
                    </a:lnTo>
                    <a:lnTo>
                      <a:pt x="39002" y="23079"/>
                    </a:lnTo>
                    <a:lnTo>
                      <a:pt x="38918" y="23037"/>
                    </a:lnTo>
                    <a:lnTo>
                      <a:pt x="38981" y="22954"/>
                    </a:lnTo>
                    <a:lnTo>
                      <a:pt x="39106" y="22975"/>
                    </a:lnTo>
                    <a:lnTo>
                      <a:pt x="39211" y="22954"/>
                    </a:lnTo>
                    <a:lnTo>
                      <a:pt x="39295" y="22828"/>
                    </a:lnTo>
                    <a:lnTo>
                      <a:pt x="39211" y="22765"/>
                    </a:lnTo>
                    <a:lnTo>
                      <a:pt x="39211" y="22682"/>
                    </a:lnTo>
                    <a:lnTo>
                      <a:pt x="39127" y="22765"/>
                    </a:lnTo>
                    <a:lnTo>
                      <a:pt x="39085" y="22765"/>
                    </a:lnTo>
                    <a:lnTo>
                      <a:pt x="39044" y="22682"/>
                    </a:lnTo>
                    <a:lnTo>
                      <a:pt x="38981" y="22619"/>
                    </a:lnTo>
                    <a:lnTo>
                      <a:pt x="39044" y="22577"/>
                    </a:lnTo>
                    <a:lnTo>
                      <a:pt x="39106" y="22640"/>
                    </a:lnTo>
                    <a:lnTo>
                      <a:pt x="39148" y="22577"/>
                    </a:lnTo>
                    <a:lnTo>
                      <a:pt x="39148" y="22452"/>
                    </a:lnTo>
                    <a:lnTo>
                      <a:pt x="39044" y="22347"/>
                    </a:lnTo>
                    <a:lnTo>
                      <a:pt x="39023" y="22242"/>
                    </a:lnTo>
                    <a:lnTo>
                      <a:pt x="39106" y="22200"/>
                    </a:lnTo>
                    <a:lnTo>
                      <a:pt x="39106" y="22096"/>
                    </a:lnTo>
                    <a:lnTo>
                      <a:pt x="39023" y="22096"/>
                    </a:lnTo>
                    <a:lnTo>
                      <a:pt x="39044" y="22033"/>
                    </a:lnTo>
                    <a:lnTo>
                      <a:pt x="39085" y="21928"/>
                    </a:lnTo>
                    <a:lnTo>
                      <a:pt x="39002" y="21928"/>
                    </a:lnTo>
                    <a:lnTo>
                      <a:pt x="38918" y="21907"/>
                    </a:lnTo>
                    <a:lnTo>
                      <a:pt x="38918" y="21887"/>
                    </a:lnTo>
                    <a:lnTo>
                      <a:pt x="38981" y="21887"/>
                    </a:lnTo>
                    <a:lnTo>
                      <a:pt x="39044" y="21803"/>
                    </a:lnTo>
                    <a:lnTo>
                      <a:pt x="38981" y="21740"/>
                    </a:lnTo>
                    <a:lnTo>
                      <a:pt x="38981" y="21677"/>
                    </a:lnTo>
                    <a:lnTo>
                      <a:pt x="39044" y="21615"/>
                    </a:lnTo>
                    <a:lnTo>
                      <a:pt x="39023" y="21573"/>
                    </a:lnTo>
                    <a:lnTo>
                      <a:pt x="38918" y="21615"/>
                    </a:lnTo>
                    <a:lnTo>
                      <a:pt x="38918" y="21615"/>
                    </a:lnTo>
                    <a:lnTo>
                      <a:pt x="39023" y="21531"/>
                    </a:lnTo>
                    <a:lnTo>
                      <a:pt x="38981" y="21489"/>
                    </a:lnTo>
                    <a:lnTo>
                      <a:pt x="38876" y="21510"/>
                    </a:lnTo>
                    <a:lnTo>
                      <a:pt x="38772" y="21635"/>
                    </a:lnTo>
                    <a:lnTo>
                      <a:pt x="38792" y="21719"/>
                    </a:lnTo>
                    <a:lnTo>
                      <a:pt x="38730" y="21824"/>
                    </a:lnTo>
                    <a:lnTo>
                      <a:pt x="38604" y="21949"/>
                    </a:lnTo>
                    <a:lnTo>
                      <a:pt x="38604" y="22033"/>
                    </a:lnTo>
                    <a:lnTo>
                      <a:pt x="38520" y="22096"/>
                    </a:lnTo>
                    <a:lnTo>
                      <a:pt x="38520" y="22200"/>
                    </a:lnTo>
                    <a:lnTo>
                      <a:pt x="38458" y="22117"/>
                    </a:lnTo>
                    <a:lnTo>
                      <a:pt x="38395" y="22138"/>
                    </a:lnTo>
                    <a:lnTo>
                      <a:pt x="38311" y="22326"/>
                    </a:lnTo>
                    <a:lnTo>
                      <a:pt x="38311" y="22410"/>
                    </a:lnTo>
                    <a:lnTo>
                      <a:pt x="38416" y="22410"/>
                    </a:lnTo>
                    <a:lnTo>
                      <a:pt x="38479" y="22472"/>
                    </a:lnTo>
                    <a:lnTo>
                      <a:pt x="38479" y="22556"/>
                    </a:lnTo>
                    <a:lnTo>
                      <a:pt x="38374" y="22452"/>
                    </a:lnTo>
                    <a:lnTo>
                      <a:pt x="38311" y="22452"/>
                    </a:lnTo>
                    <a:lnTo>
                      <a:pt x="38290" y="22535"/>
                    </a:lnTo>
                    <a:lnTo>
                      <a:pt x="38207" y="22640"/>
                    </a:lnTo>
                    <a:lnTo>
                      <a:pt x="38144" y="22682"/>
                    </a:lnTo>
                    <a:lnTo>
                      <a:pt x="38102" y="22849"/>
                    </a:lnTo>
                    <a:lnTo>
                      <a:pt x="37997" y="22870"/>
                    </a:lnTo>
                    <a:lnTo>
                      <a:pt x="37935" y="22975"/>
                    </a:lnTo>
                    <a:lnTo>
                      <a:pt x="37935" y="23037"/>
                    </a:lnTo>
                    <a:lnTo>
                      <a:pt x="37872" y="23037"/>
                    </a:lnTo>
                    <a:lnTo>
                      <a:pt x="37872" y="23205"/>
                    </a:lnTo>
                    <a:lnTo>
                      <a:pt x="37788" y="23393"/>
                    </a:lnTo>
                    <a:lnTo>
                      <a:pt x="37788" y="23393"/>
                    </a:lnTo>
                    <a:lnTo>
                      <a:pt x="37830" y="23268"/>
                    </a:lnTo>
                    <a:lnTo>
                      <a:pt x="37788" y="23100"/>
                    </a:lnTo>
                    <a:lnTo>
                      <a:pt x="37725" y="23037"/>
                    </a:lnTo>
                    <a:lnTo>
                      <a:pt x="37558" y="23142"/>
                    </a:lnTo>
                    <a:lnTo>
                      <a:pt x="37474" y="23247"/>
                    </a:lnTo>
                    <a:lnTo>
                      <a:pt x="37453" y="23351"/>
                    </a:lnTo>
                    <a:lnTo>
                      <a:pt x="37349" y="23372"/>
                    </a:lnTo>
                    <a:lnTo>
                      <a:pt x="37307" y="23414"/>
                    </a:lnTo>
                    <a:lnTo>
                      <a:pt x="37265" y="23372"/>
                    </a:lnTo>
                    <a:lnTo>
                      <a:pt x="37202" y="23372"/>
                    </a:lnTo>
                    <a:lnTo>
                      <a:pt x="37098" y="23456"/>
                    </a:lnTo>
                    <a:lnTo>
                      <a:pt x="36993" y="23456"/>
                    </a:lnTo>
                    <a:lnTo>
                      <a:pt x="36847" y="23560"/>
                    </a:lnTo>
                    <a:lnTo>
                      <a:pt x="36826" y="23686"/>
                    </a:lnTo>
                    <a:lnTo>
                      <a:pt x="36700" y="23832"/>
                    </a:lnTo>
                    <a:lnTo>
                      <a:pt x="36742" y="23728"/>
                    </a:lnTo>
                    <a:lnTo>
                      <a:pt x="36742" y="23623"/>
                    </a:lnTo>
                    <a:lnTo>
                      <a:pt x="36784" y="23581"/>
                    </a:lnTo>
                    <a:lnTo>
                      <a:pt x="36784" y="23351"/>
                    </a:lnTo>
                    <a:lnTo>
                      <a:pt x="36805" y="23247"/>
                    </a:lnTo>
                    <a:lnTo>
                      <a:pt x="36784" y="23247"/>
                    </a:lnTo>
                    <a:lnTo>
                      <a:pt x="36365" y="23456"/>
                    </a:lnTo>
                    <a:lnTo>
                      <a:pt x="36198" y="23770"/>
                    </a:lnTo>
                    <a:lnTo>
                      <a:pt x="36072" y="23812"/>
                    </a:lnTo>
                    <a:lnTo>
                      <a:pt x="36156" y="23707"/>
                    </a:lnTo>
                    <a:lnTo>
                      <a:pt x="36177" y="23581"/>
                    </a:lnTo>
                    <a:lnTo>
                      <a:pt x="36303" y="23393"/>
                    </a:lnTo>
                    <a:lnTo>
                      <a:pt x="36303" y="23268"/>
                    </a:lnTo>
                    <a:lnTo>
                      <a:pt x="36323" y="23142"/>
                    </a:lnTo>
                    <a:lnTo>
                      <a:pt x="36282" y="23037"/>
                    </a:lnTo>
                    <a:lnTo>
                      <a:pt x="36177" y="22933"/>
                    </a:lnTo>
                    <a:lnTo>
                      <a:pt x="36072" y="22933"/>
                    </a:lnTo>
                    <a:lnTo>
                      <a:pt x="36093" y="23058"/>
                    </a:lnTo>
                    <a:lnTo>
                      <a:pt x="36072" y="23058"/>
                    </a:lnTo>
                    <a:lnTo>
                      <a:pt x="35968" y="22975"/>
                    </a:lnTo>
                    <a:lnTo>
                      <a:pt x="35842" y="22765"/>
                    </a:lnTo>
                    <a:lnTo>
                      <a:pt x="36051" y="22870"/>
                    </a:lnTo>
                    <a:lnTo>
                      <a:pt x="36093" y="22849"/>
                    </a:lnTo>
                    <a:lnTo>
                      <a:pt x="35989" y="22807"/>
                    </a:lnTo>
                    <a:lnTo>
                      <a:pt x="35863" y="22598"/>
                    </a:lnTo>
                    <a:lnTo>
                      <a:pt x="35842" y="22577"/>
                    </a:lnTo>
                    <a:lnTo>
                      <a:pt x="35968" y="22431"/>
                    </a:lnTo>
                    <a:lnTo>
                      <a:pt x="35989" y="22347"/>
                    </a:lnTo>
                    <a:lnTo>
                      <a:pt x="36093" y="22179"/>
                    </a:lnTo>
                    <a:lnTo>
                      <a:pt x="36093" y="21970"/>
                    </a:lnTo>
                    <a:lnTo>
                      <a:pt x="35947" y="21845"/>
                    </a:lnTo>
                    <a:lnTo>
                      <a:pt x="35738" y="21803"/>
                    </a:lnTo>
                    <a:lnTo>
                      <a:pt x="35466" y="21656"/>
                    </a:lnTo>
                    <a:lnTo>
                      <a:pt x="35466" y="21656"/>
                    </a:lnTo>
                    <a:lnTo>
                      <a:pt x="35759" y="21761"/>
                    </a:lnTo>
                    <a:lnTo>
                      <a:pt x="36010" y="21803"/>
                    </a:lnTo>
                    <a:lnTo>
                      <a:pt x="36051" y="21615"/>
                    </a:lnTo>
                    <a:lnTo>
                      <a:pt x="36093" y="21531"/>
                    </a:lnTo>
                    <a:lnTo>
                      <a:pt x="36114" y="21698"/>
                    </a:lnTo>
                    <a:lnTo>
                      <a:pt x="36177" y="21594"/>
                    </a:lnTo>
                    <a:lnTo>
                      <a:pt x="36093" y="21363"/>
                    </a:lnTo>
                    <a:lnTo>
                      <a:pt x="36198" y="21196"/>
                    </a:lnTo>
                    <a:lnTo>
                      <a:pt x="36365" y="21175"/>
                    </a:lnTo>
                    <a:lnTo>
                      <a:pt x="36386" y="20987"/>
                    </a:lnTo>
                    <a:lnTo>
                      <a:pt x="36386" y="20778"/>
                    </a:lnTo>
                    <a:lnTo>
                      <a:pt x="36303" y="20778"/>
                    </a:lnTo>
                    <a:lnTo>
                      <a:pt x="36282" y="20966"/>
                    </a:lnTo>
                    <a:lnTo>
                      <a:pt x="36156" y="21071"/>
                    </a:lnTo>
                    <a:lnTo>
                      <a:pt x="36093" y="20987"/>
                    </a:lnTo>
                    <a:lnTo>
                      <a:pt x="36114" y="20778"/>
                    </a:lnTo>
                    <a:lnTo>
                      <a:pt x="35968" y="20715"/>
                    </a:lnTo>
                    <a:lnTo>
                      <a:pt x="35842" y="20778"/>
                    </a:lnTo>
                    <a:lnTo>
                      <a:pt x="35779" y="20715"/>
                    </a:lnTo>
                    <a:lnTo>
                      <a:pt x="35696" y="20757"/>
                    </a:lnTo>
                    <a:lnTo>
                      <a:pt x="35528" y="20589"/>
                    </a:lnTo>
                    <a:lnTo>
                      <a:pt x="35424" y="20652"/>
                    </a:lnTo>
                    <a:lnTo>
                      <a:pt x="35424" y="20547"/>
                    </a:lnTo>
                    <a:lnTo>
                      <a:pt x="35319" y="20652"/>
                    </a:lnTo>
                    <a:lnTo>
                      <a:pt x="35319" y="20547"/>
                    </a:lnTo>
                    <a:lnTo>
                      <a:pt x="35173" y="20401"/>
                    </a:lnTo>
                    <a:lnTo>
                      <a:pt x="35277" y="20401"/>
                    </a:lnTo>
                    <a:lnTo>
                      <a:pt x="35340" y="20296"/>
                    </a:lnTo>
                    <a:lnTo>
                      <a:pt x="35445" y="20380"/>
                    </a:lnTo>
                    <a:lnTo>
                      <a:pt x="35466" y="20296"/>
                    </a:lnTo>
                    <a:lnTo>
                      <a:pt x="35361" y="20171"/>
                    </a:lnTo>
                    <a:lnTo>
                      <a:pt x="35277" y="20255"/>
                    </a:lnTo>
                    <a:lnTo>
                      <a:pt x="35173" y="20171"/>
                    </a:lnTo>
                    <a:lnTo>
                      <a:pt x="35277" y="20150"/>
                    </a:lnTo>
                    <a:lnTo>
                      <a:pt x="35235" y="20024"/>
                    </a:lnTo>
                    <a:lnTo>
                      <a:pt x="35110" y="19920"/>
                    </a:lnTo>
                    <a:lnTo>
                      <a:pt x="35026" y="19962"/>
                    </a:lnTo>
                    <a:lnTo>
                      <a:pt x="35026" y="19878"/>
                    </a:lnTo>
                    <a:lnTo>
                      <a:pt x="35110" y="19773"/>
                    </a:lnTo>
                    <a:lnTo>
                      <a:pt x="35110" y="19606"/>
                    </a:lnTo>
                    <a:lnTo>
                      <a:pt x="35005" y="19606"/>
                    </a:lnTo>
                    <a:lnTo>
                      <a:pt x="34859" y="19501"/>
                    </a:lnTo>
                    <a:lnTo>
                      <a:pt x="34859" y="19397"/>
                    </a:lnTo>
                    <a:lnTo>
                      <a:pt x="34650" y="19229"/>
                    </a:lnTo>
                    <a:lnTo>
                      <a:pt x="34503" y="19313"/>
                    </a:lnTo>
                    <a:lnTo>
                      <a:pt x="34398" y="19313"/>
                    </a:lnTo>
                    <a:lnTo>
                      <a:pt x="34336" y="19397"/>
                    </a:lnTo>
                    <a:lnTo>
                      <a:pt x="34210" y="19334"/>
                    </a:lnTo>
                    <a:lnTo>
                      <a:pt x="34210" y="19480"/>
                    </a:lnTo>
                    <a:lnTo>
                      <a:pt x="34126" y="19376"/>
                    </a:lnTo>
                    <a:lnTo>
                      <a:pt x="34043" y="19376"/>
                    </a:lnTo>
                    <a:lnTo>
                      <a:pt x="34001" y="19292"/>
                    </a:lnTo>
                    <a:lnTo>
                      <a:pt x="33896" y="19292"/>
                    </a:lnTo>
                    <a:lnTo>
                      <a:pt x="33729" y="19397"/>
                    </a:lnTo>
                    <a:lnTo>
                      <a:pt x="33562" y="19397"/>
                    </a:lnTo>
                    <a:lnTo>
                      <a:pt x="33708" y="19334"/>
                    </a:lnTo>
                    <a:lnTo>
                      <a:pt x="33729" y="19229"/>
                    </a:lnTo>
                    <a:lnTo>
                      <a:pt x="33603" y="19229"/>
                    </a:lnTo>
                    <a:lnTo>
                      <a:pt x="33352" y="19104"/>
                    </a:lnTo>
                    <a:lnTo>
                      <a:pt x="33164" y="18999"/>
                    </a:lnTo>
                    <a:lnTo>
                      <a:pt x="32976" y="18999"/>
                    </a:lnTo>
                    <a:lnTo>
                      <a:pt x="32913" y="18957"/>
                    </a:lnTo>
                    <a:lnTo>
                      <a:pt x="32829" y="18978"/>
                    </a:lnTo>
                    <a:lnTo>
                      <a:pt x="32746" y="18978"/>
                    </a:lnTo>
                    <a:lnTo>
                      <a:pt x="32662" y="19062"/>
                    </a:lnTo>
                    <a:lnTo>
                      <a:pt x="32662" y="19125"/>
                    </a:lnTo>
                    <a:lnTo>
                      <a:pt x="32578" y="19125"/>
                    </a:lnTo>
                    <a:lnTo>
                      <a:pt x="32536" y="19104"/>
                    </a:lnTo>
                    <a:lnTo>
                      <a:pt x="32453" y="19166"/>
                    </a:lnTo>
                    <a:lnTo>
                      <a:pt x="32453" y="19313"/>
                    </a:lnTo>
                    <a:lnTo>
                      <a:pt x="32369" y="19480"/>
                    </a:lnTo>
                    <a:lnTo>
                      <a:pt x="32369" y="19690"/>
                    </a:lnTo>
                    <a:lnTo>
                      <a:pt x="32453" y="19794"/>
                    </a:lnTo>
                    <a:lnTo>
                      <a:pt x="32515" y="19794"/>
                    </a:lnTo>
                    <a:lnTo>
                      <a:pt x="32515" y="19836"/>
                    </a:lnTo>
                    <a:lnTo>
                      <a:pt x="32557" y="19857"/>
                    </a:lnTo>
                    <a:lnTo>
                      <a:pt x="32557" y="20003"/>
                    </a:lnTo>
                    <a:lnTo>
                      <a:pt x="32515" y="20045"/>
                    </a:lnTo>
                    <a:lnTo>
                      <a:pt x="32432" y="20045"/>
                    </a:lnTo>
                    <a:lnTo>
                      <a:pt x="32411" y="20171"/>
                    </a:lnTo>
                    <a:lnTo>
                      <a:pt x="32243" y="20380"/>
                    </a:lnTo>
                    <a:lnTo>
                      <a:pt x="32013" y="20568"/>
                    </a:lnTo>
                    <a:lnTo>
                      <a:pt x="32013" y="20652"/>
                    </a:lnTo>
                    <a:lnTo>
                      <a:pt x="32055" y="20673"/>
                    </a:lnTo>
                    <a:lnTo>
                      <a:pt x="32243" y="20652"/>
                    </a:lnTo>
                    <a:lnTo>
                      <a:pt x="32327" y="20652"/>
                    </a:lnTo>
                    <a:lnTo>
                      <a:pt x="32243" y="20694"/>
                    </a:lnTo>
                    <a:lnTo>
                      <a:pt x="32202" y="20861"/>
                    </a:lnTo>
                    <a:lnTo>
                      <a:pt x="32202" y="20903"/>
                    </a:lnTo>
                    <a:lnTo>
                      <a:pt x="32327" y="20945"/>
                    </a:lnTo>
                    <a:lnTo>
                      <a:pt x="32222" y="20966"/>
                    </a:lnTo>
                    <a:lnTo>
                      <a:pt x="32139" y="21050"/>
                    </a:lnTo>
                    <a:lnTo>
                      <a:pt x="32160" y="21112"/>
                    </a:lnTo>
                    <a:lnTo>
                      <a:pt x="32222" y="21175"/>
                    </a:lnTo>
                    <a:lnTo>
                      <a:pt x="32118" y="21301"/>
                    </a:lnTo>
                    <a:lnTo>
                      <a:pt x="32118" y="21363"/>
                    </a:lnTo>
                    <a:lnTo>
                      <a:pt x="32264" y="21363"/>
                    </a:lnTo>
                    <a:lnTo>
                      <a:pt x="32306" y="21426"/>
                    </a:lnTo>
                    <a:lnTo>
                      <a:pt x="32160" y="21635"/>
                    </a:lnTo>
                    <a:lnTo>
                      <a:pt x="32034" y="21698"/>
                    </a:lnTo>
                    <a:lnTo>
                      <a:pt x="32034" y="21824"/>
                    </a:lnTo>
                    <a:lnTo>
                      <a:pt x="32097" y="21887"/>
                    </a:lnTo>
                    <a:lnTo>
                      <a:pt x="32013" y="21845"/>
                    </a:lnTo>
                    <a:lnTo>
                      <a:pt x="31930" y="21719"/>
                    </a:lnTo>
                    <a:lnTo>
                      <a:pt x="31888" y="21719"/>
                    </a:lnTo>
                    <a:lnTo>
                      <a:pt x="31741" y="21887"/>
                    </a:lnTo>
                    <a:lnTo>
                      <a:pt x="31741" y="21928"/>
                    </a:lnTo>
                    <a:lnTo>
                      <a:pt x="31804" y="21949"/>
                    </a:lnTo>
                    <a:lnTo>
                      <a:pt x="31804" y="22033"/>
                    </a:lnTo>
                    <a:lnTo>
                      <a:pt x="31720" y="22117"/>
                    </a:lnTo>
                    <a:lnTo>
                      <a:pt x="31616" y="22117"/>
                    </a:lnTo>
                    <a:lnTo>
                      <a:pt x="31302" y="22431"/>
                    </a:lnTo>
                    <a:lnTo>
                      <a:pt x="31197" y="22472"/>
                    </a:lnTo>
                    <a:lnTo>
                      <a:pt x="31113" y="22724"/>
                    </a:lnTo>
                    <a:lnTo>
                      <a:pt x="31155" y="22786"/>
                    </a:lnTo>
                    <a:lnTo>
                      <a:pt x="31260" y="22828"/>
                    </a:lnTo>
                    <a:lnTo>
                      <a:pt x="31281" y="22954"/>
                    </a:lnTo>
                    <a:lnTo>
                      <a:pt x="31406" y="23037"/>
                    </a:lnTo>
                    <a:lnTo>
                      <a:pt x="31595" y="23288"/>
                    </a:lnTo>
                    <a:lnTo>
                      <a:pt x="31616" y="23602"/>
                    </a:lnTo>
                    <a:lnTo>
                      <a:pt x="31595" y="23937"/>
                    </a:lnTo>
                    <a:lnTo>
                      <a:pt x="31678" y="24125"/>
                    </a:lnTo>
                    <a:lnTo>
                      <a:pt x="31637" y="24251"/>
                    </a:lnTo>
                    <a:lnTo>
                      <a:pt x="31637" y="24460"/>
                    </a:lnTo>
                    <a:lnTo>
                      <a:pt x="31595" y="24523"/>
                    </a:lnTo>
                    <a:lnTo>
                      <a:pt x="31490" y="24816"/>
                    </a:lnTo>
                    <a:lnTo>
                      <a:pt x="31427" y="24962"/>
                    </a:lnTo>
                    <a:lnTo>
                      <a:pt x="31490" y="24962"/>
                    </a:lnTo>
                    <a:lnTo>
                      <a:pt x="31511" y="24858"/>
                    </a:lnTo>
                    <a:lnTo>
                      <a:pt x="31595" y="24816"/>
                    </a:lnTo>
                    <a:lnTo>
                      <a:pt x="31595" y="24962"/>
                    </a:lnTo>
                    <a:lnTo>
                      <a:pt x="31699" y="25088"/>
                    </a:lnTo>
                    <a:lnTo>
                      <a:pt x="31616" y="25192"/>
                    </a:lnTo>
                    <a:lnTo>
                      <a:pt x="31511" y="25192"/>
                    </a:lnTo>
                    <a:lnTo>
                      <a:pt x="31469" y="25151"/>
                    </a:lnTo>
                    <a:lnTo>
                      <a:pt x="31385" y="25151"/>
                    </a:lnTo>
                    <a:lnTo>
                      <a:pt x="31218" y="25402"/>
                    </a:lnTo>
                    <a:lnTo>
                      <a:pt x="31093" y="25465"/>
                    </a:lnTo>
                    <a:lnTo>
                      <a:pt x="31072" y="25569"/>
                    </a:lnTo>
                    <a:lnTo>
                      <a:pt x="30800" y="25674"/>
                    </a:lnTo>
                    <a:lnTo>
                      <a:pt x="30737" y="25757"/>
                    </a:lnTo>
                    <a:lnTo>
                      <a:pt x="30737" y="25799"/>
                    </a:lnTo>
                    <a:lnTo>
                      <a:pt x="30360" y="25925"/>
                    </a:lnTo>
                    <a:lnTo>
                      <a:pt x="30130" y="26029"/>
                    </a:lnTo>
                    <a:lnTo>
                      <a:pt x="30067" y="26092"/>
                    </a:lnTo>
                    <a:lnTo>
                      <a:pt x="29942" y="26092"/>
                    </a:lnTo>
                    <a:lnTo>
                      <a:pt x="29837" y="26176"/>
                    </a:lnTo>
                    <a:lnTo>
                      <a:pt x="29607" y="26197"/>
                    </a:lnTo>
                    <a:lnTo>
                      <a:pt x="29440" y="26281"/>
                    </a:lnTo>
                    <a:lnTo>
                      <a:pt x="29481" y="26322"/>
                    </a:lnTo>
                    <a:lnTo>
                      <a:pt x="29481" y="26427"/>
                    </a:lnTo>
                    <a:lnTo>
                      <a:pt x="29523" y="26511"/>
                    </a:lnTo>
                    <a:lnTo>
                      <a:pt x="29523" y="26615"/>
                    </a:lnTo>
                    <a:lnTo>
                      <a:pt x="29586" y="26699"/>
                    </a:lnTo>
                    <a:lnTo>
                      <a:pt x="29523" y="26720"/>
                    </a:lnTo>
                    <a:lnTo>
                      <a:pt x="29544" y="26804"/>
                    </a:lnTo>
                    <a:lnTo>
                      <a:pt x="29607" y="26825"/>
                    </a:lnTo>
                    <a:lnTo>
                      <a:pt x="29523" y="26866"/>
                    </a:lnTo>
                    <a:lnTo>
                      <a:pt x="29586" y="26971"/>
                    </a:lnTo>
                    <a:lnTo>
                      <a:pt x="29523" y="27013"/>
                    </a:lnTo>
                    <a:lnTo>
                      <a:pt x="29544" y="27117"/>
                    </a:lnTo>
                    <a:lnTo>
                      <a:pt x="29502" y="27159"/>
                    </a:lnTo>
                    <a:lnTo>
                      <a:pt x="29481" y="27348"/>
                    </a:lnTo>
                    <a:lnTo>
                      <a:pt x="29502" y="27452"/>
                    </a:lnTo>
                    <a:lnTo>
                      <a:pt x="29419" y="27745"/>
                    </a:lnTo>
                    <a:lnTo>
                      <a:pt x="29440" y="27808"/>
                    </a:lnTo>
                    <a:lnTo>
                      <a:pt x="29502" y="27850"/>
                    </a:lnTo>
                    <a:lnTo>
                      <a:pt x="29502" y="27913"/>
                    </a:lnTo>
                    <a:lnTo>
                      <a:pt x="29544" y="27975"/>
                    </a:lnTo>
                    <a:lnTo>
                      <a:pt x="29440" y="28101"/>
                    </a:lnTo>
                    <a:lnTo>
                      <a:pt x="29440" y="28226"/>
                    </a:lnTo>
                    <a:lnTo>
                      <a:pt x="29523" y="28268"/>
                    </a:lnTo>
                    <a:lnTo>
                      <a:pt x="29544" y="28436"/>
                    </a:lnTo>
                    <a:lnTo>
                      <a:pt x="29607" y="28498"/>
                    </a:lnTo>
                    <a:lnTo>
                      <a:pt x="29481" y="28624"/>
                    </a:lnTo>
                    <a:lnTo>
                      <a:pt x="29419" y="28791"/>
                    </a:lnTo>
                    <a:lnTo>
                      <a:pt x="29377" y="28812"/>
                    </a:lnTo>
                    <a:lnTo>
                      <a:pt x="29314" y="28791"/>
                    </a:lnTo>
                    <a:lnTo>
                      <a:pt x="29314" y="28896"/>
                    </a:lnTo>
                    <a:lnTo>
                      <a:pt x="29377" y="28959"/>
                    </a:lnTo>
                    <a:lnTo>
                      <a:pt x="29314" y="29042"/>
                    </a:lnTo>
                    <a:lnTo>
                      <a:pt x="29293" y="29231"/>
                    </a:lnTo>
                    <a:lnTo>
                      <a:pt x="29314" y="29356"/>
                    </a:lnTo>
                    <a:lnTo>
                      <a:pt x="29419" y="29482"/>
                    </a:lnTo>
                    <a:lnTo>
                      <a:pt x="29523" y="29545"/>
                    </a:lnTo>
                    <a:lnTo>
                      <a:pt x="29335" y="29524"/>
                    </a:lnTo>
                    <a:lnTo>
                      <a:pt x="29209" y="29419"/>
                    </a:lnTo>
                    <a:lnTo>
                      <a:pt x="29230" y="29252"/>
                    </a:lnTo>
                    <a:lnTo>
                      <a:pt x="29189" y="29042"/>
                    </a:lnTo>
                    <a:lnTo>
                      <a:pt x="29105" y="29022"/>
                    </a:lnTo>
                    <a:lnTo>
                      <a:pt x="29084" y="28959"/>
                    </a:lnTo>
                    <a:lnTo>
                      <a:pt x="29105" y="28854"/>
                    </a:lnTo>
                    <a:lnTo>
                      <a:pt x="29063" y="28854"/>
                    </a:lnTo>
                    <a:lnTo>
                      <a:pt x="28875" y="29105"/>
                    </a:lnTo>
                    <a:lnTo>
                      <a:pt x="28875" y="29210"/>
                    </a:lnTo>
                    <a:lnTo>
                      <a:pt x="28854" y="29314"/>
                    </a:lnTo>
                    <a:lnTo>
                      <a:pt x="28749" y="29314"/>
                    </a:lnTo>
                    <a:lnTo>
                      <a:pt x="28644" y="29210"/>
                    </a:lnTo>
                    <a:lnTo>
                      <a:pt x="28477" y="29147"/>
                    </a:lnTo>
                    <a:lnTo>
                      <a:pt x="28352" y="29252"/>
                    </a:lnTo>
                    <a:lnTo>
                      <a:pt x="28184" y="29335"/>
                    </a:lnTo>
                    <a:lnTo>
                      <a:pt x="28184" y="29335"/>
                    </a:lnTo>
                    <a:lnTo>
                      <a:pt x="28393" y="29147"/>
                    </a:lnTo>
                    <a:lnTo>
                      <a:pt x="28456" y="29001"/>
                    </a:lnTo>
                    <a:lnTo>
                      <a:pt x="28435" y="28917"/>
                    </a:lnTo>
                    <a:lnTo>
                      <a:pt x="28393" y="28729"/>
                    </a:lnTo>
                    <a:lnTo>
                      <a:pt x="28331" y="28624"/>
                    </a:lnTo>
                    <a:lnTo>
                      <a:pt x="28289" y="28540"/>
                    </a:lnTo>
                    <a:lnTo>
                      <a:pt x="28268" y="28540"/>
                    </a:lnTo>
                    <a:lnTo>
                      <a:pt x="28142" y="28478"/>
                    </a:lnTo>
                    <a:lnTo>
                      <a:pt x="28038" y="28415"/>
                    </a:lnTo>
                    <a:lnTo>
                      <a:pt x="28038" y="28331"/>
                    </a:lnTo>
                    <a:lnTo>
                      <a:pt x="28017" y="28289"/>
                    </a:lnTo>
                    <a:lnTo>
                      <a:pt x="28038" y="28185"/>
                    </a:lnTo>
                    <a:lnTo>
                      <a:pt x="27954" y="28080"/>
                    </a:lnTo>
                    <a:lnTo>
                      <a:pt x="27870" y="28017"/>
                    </a:lnTo>
                    <a:lnTo>
                      <a:pt x="27870" y="27892"/>
                    </a:lnTo>
                    <a:lnTo>
                      <a:pt x="27766" y="27808"/>
                    </a:lnTo>
                    <a:lnTo>
                      <a:pt x="27724" y="27703"/>
                    </a:lnTo>
                    <a:lnTo>
                      <a:pt x="27766" y="27473"/>
                    </a:lnTo>
                    <a:lnTo>
                      <a:pt x="27870" y="27369"/>
                    </a:lnTo>
                    <a:lnTo>
                      <a:pt x="27933" y="27222"/>
                    </a:lnTo>
                    <a:lnTo>
                      <a:pt x="27933" y="27117"/>
                    </a:lnTo>
                    <a:lnTo>
                      <a:pt x="28080" y="26866"/>
                    </a:lnTo>
                    <a:lnTo>
                      <a:pt x="28080" y="26615"/>
                    </a:lnTo>
                    <a:lnTo>
                      <a:pt x="28059" y="26594"/>
                    </a:lnTo>
                    <a:lnTo>
                      <a:pt x="28038" y="26448"/>
                    </a:lnTo>
                    <a:lnTo>
                      <a:pt x="28121" y="26301"/>
                    </a:lnTo>
                    <a:lnTo>
                      <a:pt x="28184" y="26197"/>
                    </a:lnTo>
                    <a:lnTo>
                      <a:pt x="28184" y="26092"/>
                    </a:lnTo>
                    <a:lnTo>
                      <a:pt x="28352" y="25799"/>
                    </a:lnTo>
                    <a:lnTo>
                      <a:pt x="28331" y="25611"/>
                    </a:lnTo>
                    <a:lnTo>
                      <a:pt x="28268" y="25611"/>
                    </a:lnTo>
                    <a:lnTo>
                      <a:pt x="28247" y="25653"/>
                    </a:lnTo>
                    <a:lnTo>
                      <a:pt x="28247" y="25590"/>
                    </a:lnTo>
                    <a:lnTo>
                      <a:pt x="28163" y="25590"/>
                    </a:lnTo>
                    <a:lnTo>
                      <a:pt x="28038" y="25653"/>
                    </a:lnTo>
                    <a:lnTo>
                      <a:pt x="27849" y="25611"/>
                    </a:lnTo>
                    <a:lnTo>
                      <a:pt x="27661" y="25569"/>
                    </a:lnTo>
                    <a:lnTo>
                      <a:pt x="27619" y="25569"/>
                    </a:lnTo>
                    <a:lnTo>
                      <a:pt x="27556" y="25506"/>
                    </a:lnTo>
                    <a:lnTo>
                      <a:pt x="27326" y="25506"/>
                    </a:lnTo>
                    <a:lnTo>
                      <a:pt x="27201" y="25548"/>
                    </a:lnTo>
                    <a:lnTo>
                      <a:pt x="27138" y="25506"/>
                    </a:lnTo>
                    <a:lnTo>
                      <a:pt x="26971" y="25506"/>
                    </a:lnTo>
                    <a:lnTo>
                      <a:pt x="26929" y="25485"/>
                    </a:lnTo>
                    <a:lnTo>
                      <a:pt x="26971" y="25444"/>
                    </a:lnTo>
                    <a:lnTo>
                      <a:pt x="26803" y="25297"/>
                    </a:lnTo>
                    <a:lnTo>
                      <a:pt x="26782" y="25234"/>
                    </a:lnTo>
                    <a:lnTo>
                      <a:pt x="26594" y="25046"/>
                    </a:lnTo>
                    <a:lnTo>
                      <a:pt x="26510" y="25025"/>
                    </a:lnTo>
                    <a:lnTo>
                      <a:pt x="26343" y="24879"/>
                    </a:lnTo>
                    <a:lnTo>
                      <a:pt x="26259" y="24858"/>
                    </a:lnTo>
                    <a:lnTo>
                      <a:pt x="26029" y="24711"/>
                    </a:lnTo>
                    <a:lnTo>
                      <a:pt x="25966" y="24648"/>
                    </a:lnTo>
                    <a:lnTo>
                      <a:pt x="25903" y="24753"/>
                    </a:lnTo>
                    <a:lnTo>
                      <a:pt x="25903" y="24711"/>
                    </a:lnTo>
                    <a:lnTo>
                      <a:pt x="25820" y="24523"/>
                    </a:lnTo>
                    <a:lnTo>
                      <a:pt x="25736" y="24439"/>
                    </a:lnTo>
                    <a:lnTo>
                      <a:pt x="25736" y="24335"/>
                    </a:lnTo>
                    <a:lnTo>
                      <a:pt x="25631" y="24293"/>
                    </a:lnTo>
                    <a:lnTo>
                      <a:pt x="25527" y="24104"/>
                    </a:lnTo>
                    <a:lnTo>
                      <a:pt x="25443" y="24084"/>
                    </a:lnTo>
                    <a:lnTo>
                      <a:pt x="25255" y="23895"/>
                    </a:lnTo>
                    <a:lnTo>
                      <a:pt x="25150" y="23874"/>
                    </a:lnTo>
                    <a:lnTo>
                      <a:pt x="25087" y="23812"/>
                    </a:lnTo>
                    <a:lnTo>
                      <a:pt x="24815" y="23728"/>
                    </a:lnTo>
                    <a:lnTo>
                      <a:pt x="24627" y="23581"/>
                    </a:lnTo>
                    <a:lnTo>
                      <a:pt x="24376" y="23393"/>
                    </a:lnTo>
                    <a:lnTo>
                      <a:pt x="24167" y="23414"/>
                    </a:lnTo>
                    <a:lnTo>
                      <a:pt x="23748" y="23560"/>
                    </a:lnTo>
                    <a:lnTo>
                      <a:pt x="23330" y="23686"/>
                    </a:lnTo>
                    <a:lnTo>
                      <a:pt x="23142" y="23686"/>
                    </a:lnTo>
                    <a:lnTo>
                      <a:pt x="23016" y="23623"/>
                    </a:lnTo>
                    <a:lnTo>
                      <a:pt x="23016" y="23623"/>
                    </a:lnTo>
                    <a:lnTo>
                      <a:pt x="23142" y="23665"/>
                    </a:lnTo>
                    <a:lnTo>
                      <a:pt x="23330" y="23602"/>
                    </a:lnTo>
                    <a:lnTo>
                      <a:pt x="23665" y="23268"/>
                    </a:lnTo>
                    <a:lnTo>
                      <a:pt x="23727" y="23163"/>
                    </a:lnTo>
                    <a:lnTo>
                      <a:pt x="23665" y="22933"/>
                    </a:lnTo>
                    <a:lnTo>
                      <a:pt x="23581" y="22828"/>
                    </a:lnTo>
                    <a:lnTo>
                      <a:pt x="23665" y="22577"/>
                    </a:lnTo>
                    <a:lnTo>
                      <a:pt x="23665" y="22347"/>
                    </a:lnTo>
                    <a:lnTo>
                      <a:pt x="23581" y="22200"/>
                    </a:lnTo>
                    <a:lnTo>
                      <a:pt x="23581" y="22054"/>
                    </a:lnTo>
                    <a:lnTo>
                      <a:pt x="23644" y="21928"/>
                    </a:lnTo>
                    <a:lnTo>
                      <a:pt x="23644" y="21824"/>
                    </a:lnTo>
                    <a:lnTo>
                      <a:pt x="23539" y="21782"/>
                    </a:lnTo>
                    <a:lnTo>
                      <a:pt x="23204" y="21782"/>
                    </a:lnTo>
                    <a:lnTo>
                      <a:pt x="23037" y="22054"/>
                    </a:lnTo>
                    <a:lnTo>
                      <a:pt x="22828" y="22305"/>
                    </a:lnTo>
                    <a:lnTo>
                      <a:pt x="22577" y="22326"/>
                    </a:lnTo>
                    <a:lnTo>
                      <a:pt x="22409" y="22452"/>
                    </a:lnTo>
                    <a:lnTo>
                      <a:pt x="22472" y="22347"/>
                    </a:lnTo>
                    <a:lnTo>
                      <a:pt x="22786" y="22263"/>
                    </a:lnTo>
                    <a:lnTo>
                      <a:pt x="22932" y="22117"/>
                    </a:lnTo>
                    <a:lnTo>
                      <a:pt x="23037" y="21845"/>
                    </a:lnTo>
                    <a:lnTo>
                      <a:pt x="22995" y="21824"/>
                    </a:lnTo>
                    <a:lnTo>
                      <a:pt x="22995" y="21677"/>
                    </a:lnTo>
                    <a:lnTo>
                      <a:pt x="22932" y="21594"/>
                    </a:lnTo>
                    <a:lnTo>
                      <a:pt x="22953" y="21489"/>
                    </a:lnTo>
                    <a:lnTo>
                      <a:pt x="22932" y="21405"/>
                    </a:lnTo>
                    <a:lnTo>
                      <a:pt x="22807" y="21384"/>
                    </a:lnTo>
                    <a:lnTo>
                      <a:pt x="22849" y="21322"/>
                    </a:lnTo>
                    <a:lnTo>
                      <a:pt x="22953" y="21301"/>
                    </a:lnTo>
                    <a:lnTo>
                      <a:pt x="22995" y="21196"/>
                    </a:lnTo>
                    <a:lnTo>
                      <a:pt x="23100" y="21008"/>
                    </a:lnTo>
                    <a:lnTo>
                      <a:pt x="23100" y="20861"/>
                    </a:lnTo>
                    <a:lnTo>
                      <a:pt x="23037" y="20799"/>
                    </a:lnTo>
                    <a:lnTo>
                      <a:pt x="23121" y="20568"/>
                    </a:lnTo>
                    <a:lnTo>
                      <a:pt x="23204" y="20527"/>
                    </a:lnTo>
                    <a:lnTo>
                      <a:pt x="23246" y="20359"/>
                    </a:lnTo>
                    <a:lnTo>
                      <a:pt x="23330" y="20255"/>
                    </a:lnTo>
                    <a:lnTo>
                      <a:pt x="23372" y="20045"/>
                    </a:lnTo>
                    <a:lnTo>
                      <a:pt x="23476" y="19941"/>
                    </a:lnTo>
                    <a:lnTo>
                      <a:pt x="23435" y="19815"/>
                    </a:lnTo>
                    <a:lnTo>
                      <a:pt x="23435" y="19731"/>
                    </a:lnTo>
                    <a:lnTo>
                      <a:pt x="23560" y="19815"/>
                    </a:lnTo>
                    <a:lnTo>
                      <a:pt x="23665" y="19711"/>
                    </a:lnTo>
                    <a:lnTo>
                      <a:pt x="23665" y="19606"/>
                    </a:lnTo>
                    <a:lnTo>
                      <a:pt x="23790" y="19585"/>
                    </a:lnTo>
                    <a:lnTo>
                      <a:pt x="23958" y="19397"/>
                    </a:lnTo>
                    <a:lnTo>
                      <a:pt x="24062" y="19334"/>
                    </a:lnTo>
                    <a:lnTo>
                      <a:pt x="24041" y="19229"/>
                    </a:lnTo>
                    <a:lnTo>
                      <a:pt x="24125" y="19166"/>
                    </a:lnTo>
                    <a:lnTo>
                      <a:pt x="24188" y="19166"/>
                    </a:lnTo>
                    <a:lnTo>
                      <a:pt x="24230" y="19083"/>
                    </a:lnTo>
                    <a:lnTo>
                      <a:pt x="24167" y="18999"/>
                    </a:lnTo>
                    <a:lnTo>
                      <a:pt x="24292" y="18915"/>
                    </a:lnTo>
                    <a:lnTo>
                      <a:pt x="24376" y="18769"/>
                    </a:lnTo>
                    <a:lnTo>
                      <a:pt x="24481" y="18769"/>
                    </a:lnTo>
                    <a:lnTo>
                      <a:pt x="24481" y="18706"/>
                    </a:lnTo>
                    <a:lnTo>
                      <a:pt x="24543" y="18664"/>
                    </a:lnTo>
                    <a:lnTo>
                      <a:pt x="24397" y="18560"/>
                    </a:lnTo>
                    <a:lnTo>
                      <a:pt x="24460" y="18539"/>
                    </a:lnTo>
                    <a:lnTo>
                      <a:pt x="24460" y="18455"/>
                    </a:lnTo>
                    <a:lnTo>
                      <a:pt x="24543" y="18476"/>
                    </a:lnTo>
                    <a:lnTo>
                      <a:pt x="24669" y="18581"/>
                    </a:lnTo>
                    <a:lnTo>
                      <a:pt x="24690" y="18643"/>
                    </a:lnTo>
                    <a:lnTo>
                      <a:pt x="24753" y="18602"/>
                    </a:lnTo>
                    <a:lnTo>
                      <a:pt x="24711" y="18539"/>
                    </a:lnTo>
                    <a:lnTo>
                      <a:pt x="24606" y="18476"/>
                    </a:lnTo>
                    <a:lnTo>
                      <a:pt x="24795" y="18392"/>
                    </a:lnTo>
                    <a:lnTo>
                      <a:pt x="24836" y="18330"/>
                    </a:lnTo>
                    <a:lnTo>
                      <a:pt x="24983" y="18330"/>
                    </a:lnTo>
                    <a:lnTo>
                      <a:pt x="25004" y="18350"/>
                    </a:lnTo>
                    <a:lnTo>
                      <a:pt x="25025" y="18267"/>
                    </a:lnTo>
                    <a:lnTo>
                      <a:pt x="25004" y="18225"/>
                    </a:lnTo>
                    <a:lnTo>
                      <a:pt x="25087" y="18225"/>
                    </a:lnTo>
                    <a:lnTo>
                      <a:pt x="25108" y="18350"/>
                    </a:lnTo>
                    <a:lnTo>
                      <a:pt x="25192" y="18246"/>
                    </a:lnTo>
                    <a:lnTo>
                      <a:pt x="25192" y="18225"/>
                    </a:lnTo>
                    <a:lnTo>
                      <a:pt x="25108" y="18162"/>
                    </a:lnTo>
                    <a:lnTo>
                      <a:pt x="25108" y="18058"/>
                    </a:lnTo>
                    <a:lnTo>
                      <a:pt x="25150" y="18120"/>
                    </a:lnTo>
                    <a:lnTo>
                      <a:pt x="25359" y="18162"/>
                    </a:lnTo>
                    <a:lnTo>
                      <a:pt x="25339" y="18078"/>
                    </a:lnTo>
                    <a:lnTo>
                      <a:pt x="25234" y="18037"/>
                    </a:lnTo>
                    <a:lnTo>
                      <a:pt x="25213" y="17953"/>
                    </a:lnTo>
                    <a:lnTo>
                      <a:pt x="25255" y="17932"/>
                    </a:lnTo>
                    <a:lnTo>
                      <a:pt x="25297" y="17848"/>
                    </a:lnTo>
                    <a:lnTo>
                      <a:pt x="25318" y="18016"/>
                    </a:lnTo>
                    <a:lnTo>
                      <a:pt x="25422" y="17974"/>
                    </a:lnTo>
                    <a:lnTo>
                      <a:pt x="25506" y="18016"/>
                    </a:lnTo>
                    <a:lnTo>
                      <a:pt x="25590" y="17953"/>
                    </a:lnTo>
                    <a:lnTo>
                      <a:pt x="25464" y="17744"/>
                    </a:lnTo>
                    <a:lnTo>
                      <a:pt x="25401" y="17514"/>
                    </a:lnTo>
                    <a:lnTo>
                      <a:pt x="25297" y="17388"/>
                    </a:lnTo>
                    <a:lnTo>
                      <a:pt x="25297" y="17283"/>
                    </a:lnTo>
                    <a:lnTo>
                      <a:pt x="25255" y="17200"/>
                    </a:lnTo>
                    <a:lnTo>
                      <a:pt x="25297" y="17137"/>
                    </a:lnTo>
                    <a:lnTo>
                      <a:pt x="25359" y="17221"/>
                    </a:lnTo>
                    <a:lnTo>
                      <a:pt x="25422" y="17409"/>
                    </a:lnTo>
                    <a:lnTo>
                      <a:pt x="25569" y="17597"/>
                    </a:lnTo>
                    <a:lnTo>
                      <a:pt x="25841" y="17639"/>
                    </a:lnTo>
                    <a:lnTo>
                      <a:pt x="25945" y="17723"/>
                    </a:lnTo>
                    <a:lnTo>
                      <a:pt x="26071" y="17723"/>
                    </a:lnTo>
                    <a:lnTo>
                      <a:pt x="26155" y="17660"/>
                    </a:lnTo>
                    <a:lnTo>
                      <a:pt x="26259" y="17660"/>
                    </a:lnTo>
                    <a:lnTo>
                      <a:pt x="26406" y="17514"/>
                    </a:lnTo>
                    <a:lnTo>
                      <a:pt x="26448" y="17242"/>
                    </a:lnTo>
                    <a:lnTo>
                      <a:pt x="26238" y="16990"/>
                    </a:lnTo>
                    <a:lnTo>
                      <a:pt x="26196" y="16823"/>
                    </a:lnTo>
                    <a:lnTo>
                      <a:pt x="26134" y="16739"/>
                    </a:lnTo>
                    <a:lnTo>
                      <a:pt x="26071" y="16739"/>
                    </a:lnTo>
                    <a:lnTo>
                      <a:pt x="25945" y="16886"/>
                    </a:lnTo>
                    <a:lnTo>
                      <a:pt x="25715" y="16907"/>
                    </a:lnTo>
                    <a:lnTo>
                      <a:pt x="25652" y="16928"/>
                    </a:lnTo>
                    <a:lnTo>
                      <a:pt x="25652" y="16907"/>
                    </a:lnTo>
                    <a:lnTo>
                      <a:pt x="25631" y="16823"/>
                    </a:lnTo>
                    <a:lnTo>
                      <a:pt x="25715" y="16865"/>
                    </a:lnTo>
                    <a:lnTo>
                      <a:pt x="25841" y="16823"/>
                    </a:lnTo>
                    <a:lnTo>
                      <a:pt x="25966" y="16718"/>
                    </a:lnTo>
                    <a:lnTo>
                      <a:pt x="25945" y="16677"/>
                    </a:lnTo>
                    <a:lnTo>
                      <a:pt x="25736" y="16551"/>
                    </a:lnTo>
                    <a:lnTo>
                      <a:pt x="25506" y="16300"/>
                    </a:lnTo>
                    <a:lnTo>
                      <a:pt x="25443" y="16300"/>
                    </a:lnTo>
                    <a:lnTo>
                      <a:pt x="25422" y="16363"/>
                    </a:lnTo>
                    <a:lnTo>
                      <a:pt x="25464" y="16446"/>
                    </a:lnTo>
                    <a:lnTo>
                      <a:pt x="25443" y="16488"/>
                    </a:lnTo>
                    <a:lnTo>
                      <a:pt x="25339" y="16405"/>
                    </a:lnTo>
                    <a:lnTo>
                      <a:pt x="25297" y="16258"/>
                    </a:lnTo>
                    <a:lnTo>
                      <a:pt x="25401" y="16279"/>
                    </a:lnTo>
                    <a:lnTo>
                      <a:pt x="25401" y="16091"/>
                    </a:lnTo>
                    <a:lnTo>
                      <a:pt x="25443" y="16195"/>
                    </a:lnTo>
                    <a:lnTo>
                      <a:pt x="25611" y="16342"/>
                    </a:lnTo>
                    <a:lnTo>
                      <a:pt x="25694" y="16363"/>
                    </a:lnTo>
                    <a:lnTo>
                      <a:pt x="25757" y="16551"/>
                    </a:lnTo>
                    <a:lnTo>
                      <a:pt x="25966" y="16677"/>
                    </a:lnTo>
                    <a:lnTo>
                      <a:pt x="26217" y="16760"/>
                    </a:lnTo>
                    <a:lnTo>
                      <a:pt x="26322" y="16907"/>
                    </a:lnTo>
                    <a:lnTo>
                      <a:pt x="26427" y="16970"/>
                    </a:lnTo>
                    <a:lnTo>
                      <a:pt x="26448" y="17032"/>
                    </a:lnTo>
                    <a:lnTo>
                      <a:pt x="26573" y="17095"/>
                    </a:lnTo>
                    <a:lnTo>
                      <a:pt x="26636" y="17137"/>
                    </a:lnTo>
                    <a:lnTo>
                      <a:pt x="26636" y="17011"/>
                    </a:lnTo>
                    <a:lnTo>
                      <a:pt x="26740" y="16970"/>
                    </a:lnTo>
                    <a:lnTo>
                      <a:pt x="26657" y="16907"/>
                    </a:lnTo>
                    <a:lnTo>
                      <a:pt x="26678" y="16802"/>
                    </a:lnTo>
                    <a:lnTo>
                      <a:pt x="26761" y="16928"/>
                    </a:lnTo>
                    <a:lnTo>
                      <a:pt x="26782" y="17011"/>
                    </a:lnTo>
                    <a:lnTo>
                      <a:pt x="26866" y="17032"/>
                    </a:lnTo>
                    <a:lnTo>
                      <a:pt x="26992" y="16865"/>
                    </a:lnTo>
                    <a:lnTo>
                      <a:pt x="26992" y="16656"/>
                    </a:lnTo>
                    <a:lnTo>
                      <a:pt x="26950" y="16572"/>
                    </a:lnTo>
                    <a:lnTo>
                      <a:pt x="26992" y="16405"/>
                    </a:lnTo>
                    <a:lnTo>
                      <a:pt x="27054" y="16593"/>
                    </a:lnTo>
                    <a:lnTo>
                      <a:pt x="27054" y="16698"/>
                    </a:lnTo>
                    <a:lnTo>
                      <a:pt x="27117" y="16467"/>
                    </a:lnTo>
                    <a:lnTo>
                      <a:pt x="27222" y="16405"/>
                    </a:lnTo>
                    <a:lnTo>
                      <a:pt x="27264" y="16467"/>
                    </a:lnTo>
                    <a:lnTo>
                      <a:pt x="27284" y="16488"/>
                    </a:lnTo>
                    <a:lnTo>
                      <a:pt x="27201" y="16593"/>
                    </a:lnTo>
                    <a:lnTo>
                      <a:pt x="27264" y="16614"/>
                    </a:lnTo>
                    <a:lnTo>
                      <a:pt x="27284" y="16698"/>
                    </a:lnTo>
                    <a:lnTo>
                      <a:pt x="27368" y="16614"/>
                    </a:lnTo>
                    <a:lnTo>
                      <a:pt x="27431" y="16656"/>
                    </a:lnTo>
                    <a:lnTo>
                      <a:pt x="27577" y="16802"/>
                    </a:lnTo>
                    <a:lnTo>
                      <a:pt x="27598" y="16760"/>
                    </a:lnTo>
                    <a:lnTo>
                      <a:pt x="27682" y="16760"/>
                    </a:lnTo>
                    <a:lnTo>
                      <a:pt x="27724" y="16802"/>
                    </a:lnTo>
                    <a:lnTo>
                      <a:pt x="27828" y="16781"/>
                    </a:lnTo>
                    <a:lnTo>
                      <a:pt x="27933" y="16593"/>
                    </a:lnTo>
                    <a:lnTo>
                      <a:pt x="28100" y="16509"/>
                    </a:lnTo>
                    <a:lnTo>
                      <a:pt x="28456" y="16153"/>
                    </a:lnTo>
                    <a:lnTo>
                      <a:pt x="28477" y="16070"/>
                    </a:lnTo>
                    <a:lnTo>
                      <a:pt x="28540" y="16049"/>
                    </a:lnTo>
                    <a:lnTo>
                      <a:pt x="28561" y="16091"/>
                    </a:lnTo>
                    <a:lnTo>
                      <a:pt x="28728" y="15881"/>
                    </a:lnTo>
                    <a:lnTo>
                      <a:pt x="28833" y="15840"/>
                    </a:lnTo>
                    <a:lnTo>
                      <a:pt x="28958" y="15735"/>
                    </a:lnTo>
                    <a:lnTo>
                      <a:pt x="29000" y="15672"/>
                    </a:lnTo>
                    <a:lnTo>
                      <a:pt x="28979" y="15547"/>
                    </a:lnTo>
                    <a:lnTo>
                      <a:pt x="28561" y="15442"/>
                    </a:lnTo>
                    <a:lnTo>
                      <a:pt x="28331" y="15400"/>
                    </a:lnTo>
                    <a:lnTo>
                      <a:pt x="28121" y="15317"/>
                    </a:lnTo>
                    <a:lnTo>
                      <a:pt x="28038" y="15128"/>
                    </a:lnTo>
                    <a:lnTo>
                      <a:pt x="27912" y="14898"/>
                    </a:lnTo>
                    <a:lnTo>
                      <a:pt x="27849" y="14898"/>
                    </a:lnTo>
                    <a:lnTo>
                      <a:pt x="27828" y="14710"/>
                    </a:lnTo>
                    <a:lnTo>
                      <a:pt x="27808" y="14689"/>
                    </a:lnTo>
                    <a:lnTo>
                      <a:pt x="27828" y="14626"/>
                    </a:lnTo>
                    <a:lnTo>
                      <a:pt x="27870" y="14626"/>
                    </a:lnTo>
                    <a:lnTo>
                      <a:pt x="27912" y="14563"/>
                    </a:lnTo>
                    <a:lnTo>
                      <a:pt x="27828" y="14501"/>
                    </a:lnTo>
                    <a:lnTo>
                      <a:pt x="27598" y="14501"/>
                    </a:lnTo>
                    <a:lnTo>
                      <a:pt x="27326" y="14417"/>
                    </a:lnTo>
                    <a:lnTo>
                      <a:pt x="27243" y="14417"/>
                    </a:lnTo>
                    <a:lnTo>
                      <a:pt x="27201" y="14480"/>
                    </a:lnTo>
                    <a:lnTo>
                      <a:pt x="27117" y="14396"/>
                    </a:lnTo>
                    <a:lnTo>
                      <a:pt x="27117" y="14312"/>
                    </a:lnTo>
                    <a:lnTo>
                      <a:pt x="27222" y="14354"/>
                    </a:lnTo>
                    <a:lnTo>
                      <a:pt x="27494" y="14375"/>
                    </a:lnTo>
                    <a:lnTo>
                      <a:pt x="27640" y="14480"/>
                    </a:lnTo>
                    <a:lnTo>
                      <a:pt x="27870" y="14480"/>
                    </a:lnTo>
                    <a:lnTo>
                      <a:pt x="28017" y="14584"/>
                    </a:lnTo>
                    <a:lnTo>
                      <a:pt x="28142" y="14814"/>
                    </a:lnTo>
                    <a:lnTo>
                      <a:pt x="28247" y="14835"/>
                    </a:lnTo>
                    <a:lnTo>
                      <a:pt x="28289" y="14898"/>
                    </a:lnTo>
                    <a:lnTo>
                      <a:pt x="28247" y="14919"/>
                    </a:lnTo>
                    <a:lnTo>
                      <a:pt x="28184" y="14919"/>
                    </a:lnTo>
                    <a:lnTo>
                      <a:pt x="28184" y="14982"/>
                    </a:lnTo>
                    <a:lnTo>
                      <a:pt x="28372" y="15045"/>
                    </a:lnTo>
                    <a:lnTo>
                      <a:pt x="28435" y="15191"/>
                    </a:lnTo>
                    <a:lnTo>
                      <a:pt x="28498" y="15296"/>
                    </a:lnTo>
                    <a:lnTo>
                      <a:pt x="28875" y="15358"/>
                    </a:lnTo>
                    <a:lnTo>
                      <a:pt x="28979" y="15317"/>
                    </a:lnTo>
                    <a:lnTo>
                      <a:pt x="29021" y="15191"/>
                    </a:lnTo>
                    <a:lnTo>
                      <a:pt x="29105" y="15128"/>
                    </a:lnTo>
                    <a:lnTo>
                      <a:pt x="29189" y="15149"/>
                    </a:lnTo>
                    <a:lnTo>
                      <a:pt x="29314" y="15003"/>
                    </a:lnTo>
                    <a:lnTo>
                      <a:pt x="29335" y="14982"/>
                    </a:lnTo>
                    <a:lnTo>
                      <a:pt x="29502" y="15128"/>
                    </a:lnTo>
                    <a:lnTo>
                      <a:pt x="29481" y="15149"/>
                    </a:lnTo>
                    <a:lnTo>
                      <a:pt x="29377" y="15317"/>
                    </a:lnTo>
                    <a:lnTo>
                      <a:pt x="29377" y="15400"/>
                    </a:lnTo>
                    <a:lnTo>
                      <a:pt x="29293" y="15505"/>
                    </a:lnTo>
                    <a:lnTo>
                      <a:pt x="29293" y="15568"/>
                    </a:lnTo>
                    <a:lnTo>
                      <a:pt x="29189" y="15756"/>
                    </a:lnTo>
                    <a:lnTo>
                      <a:pt x="29230" y="15840"/>
                    </a:lnTo>
                    <a:lnTo>
                      <a:pt x="29189" y="15861"/>
                    </a:lnTo>
                    <a:lnTo>
                      <a:pt x="29168" y="15965"/>
                    </a:lnTo>
                    <a:lnTo>
                      <a:pt x="29168" y="16070"/>
                    </a:lnTo>
                    <a:lnTo>
                      <a:pt x="29000" y="16195"/>
                    </a:lnTo>
                    <a:lnTo>
                      <a:pt x="28958" y="16300"/>
                    </a:lnTo>
                    <a:lnTo>
                      <a:pt x="28958" y="16467"/>
                    </a:lnTo>
                    <a:lnTo>
                      <a:pt x="28916" y="16509"/>
                    </a:lnTo>
                    <a:lnTo>
                      <a:pt x="28916" y="16677"/>
                    </a:lnTo>
                    <a:lnTo>
                      <a:pt x="28854" y="16760"/>
                    </a:lnTo>
                    <a:lnTo>
                      <a:pt x="28707" y="16760"/>
                    </a:lnTo>
                    <a:lnTo>
                      <a:pt x="28540" y="16823"/>
                    </a:lnTo>
                    <a:lnTo>
                      <a:pt x="28540" y="16928"/>
                    </a:lnTo>
                    <a:lnTo>
                      <a:pt x="28477" y="17116"/>
                    </a:lnTo>
                    <a:lnTo>
                      <a:pt x="28498" y="17242"/>
                    </a:lnTo>
                    <a:lnTo>
                      <a:pt x="28561" y="17242"/>
                    </a:lnTo>
                    <a:lnTo>
                      <a:pt x="28582" y="17137"/>
                    </a:lnTo>
                    <a:lnTo>
                      <a:pt x="28644" y="17116"/>
                    </a:lnTo>
                    <a:lnTo>
                      <a:pt x="28686" y="17137"/>
                    </a:lnTo>
                    <a:lnTo>
                      <a:pt x="28770" y="17200"/>
                    </a:lnTo>
                    <a:lnTo>
                      <a:pt x="28854" y="17200"/>
                    </a:lnTo>
                    <a:lnTo>
                      <a:pt x="28896" y="17179"/>
                    </a:lnTo>
                    <a:lnTo>
                      <a:pt x="28958" y="17179"/>
                    </a:lnTo>
                    <a:lnTo>
                      <a:pt x="29000" y="17221"/>
                    </a:lnTo>
                    <a:lnTo>
                      <a:pt x="29021" y="17304"/>
                    </a:lnTo>
                    <a:lnTo>
                      <a:pt x="28958" y="17409"/>
                    </a:lnTo>
                    <a:lnTo>
                      <a:pt x="28979" y="17514"/>
                    </a:lnTo>
                    <a:lnTo>
                      <a:pt x="28896" y="17597"/>
                    </a:lnTo>
                    <a:lnTo>
                      <a:pt x="28896" y="17744"/>
                    </a:lnTo>
                    <a:lnTo>
                      <a:pt x="28916" y="17806"/>
                    </a:lnTo>
                    <a:lnTo>
                      <a:pt x="28979" y="17765"/>
                    </a:lnTo>
                    <a:lnTo>
                      <a:pt x="29021" y="17806"/>
                    </a:lnTo>
                    <a:lnTo>
                      <a:pt x="29105" y="17806"/>
                    </a:lnTo>
                    <a:lnTo>
                      <a:pt x="29168" y="17744"/>
                    </a:lnTo>
                    <a:lnTo>
                      <a:pt x="29272" y="17744"/>
                    </a:lnTo>
                    <a:lnTo>
                      <a:pt x="29293" y="17702"/>
                    </a:lnTo>
                    <a:lnTo>
                      <a:pt x="29377" y="17639"/>
                    </a:lnTo>
                    <a:lnTo>
                      <a:pt x="29440" y="17639"/>
                    </a:lnTo>
                    <a:lnTo>
                      <a:pt x="29544" y="17555"/>
                    </a:lnTo>
                    <a:lnTo>
                      <a:pt x="29586" y="17430"/>
                    </a:lnTo>
                    <a:lnTo>
                      <a:pt x="29649" y="17346"/>
                    </a:lnTo>
                    <a:lnTo>
                      <a:pt x="29712" y="17283"/>
                    </a:lnTo>
                    <a:lnTo>
                      <a:pt x="29753" y="17283"/>
                    </a:lnTo>
                    <a:lnTo>
                      <a:pt x="29816" y="17325"/>
                    </a:lnTo>
                    <a:lnTo>
                      <a:pt x="29900" y="17283"/>
                    </a:lnTo>
                    <a:lnTo>
                      <a:pt x="29942" y="17242"/>
                    </a:lnTo>
                    <a:lnTo>
                      <a:pt x="30025" y="17242"/>
                    </a:lnTo>
                    <a:lnTo>
                      <a:pt x="30067" y="17095"/>
                    </a:lnTo>
                    <a:lnTo>
                      <a:pt x="30067" y="16970"/>
                    </a:lnTo>
                    <a:lnTo>
                      <a:pt x="30172" y="16886"/>
                    </a:lnTo>
                    <a:lnTo>
                      <a:pt x="30214" y="16802"/>
                    </a:lnTo>
                    <a:lnTo>
                      <a:pt x="30277" y="16802"/>
                    </a:lnTo>
                    <a:lnTo>
                      <a:pt x="30339" y="16865"/>
                    </a:lnTo>
                    <a:lnTo>
                      <a:pt x="30381" y="16802"/>
                    </a:lnTo>
                    <a:lnTo>
                      <a:pt x="30444" y="16781"/>
                    </a:lnTo>
                    <a:lnTo>
                      <a:pt x="30486" y="16802"/>
                    </a:lnTo>
                    <a:lnTo>
                      <a:pt x="30528" y="16907"/>
                    </a:lnTo>
                    <a:lnTo>
                      <a:pt x="30444" y="16970"/>
                    </a:lnTo>
                    <a:lnTo>
                      <a:pt x="30381" y="17011"/>
                    </a:lnTo>
                    <a:lnTo>
                      <a:pt x="30465" y="17074"/>
                    </a:lnTo>
                    <a:lnTo>
                      <a:pt x="30632" y="17074"/>
                    </a:lnTo>
                    <a:lnTo>
                      <a:pt x="30695" y="17095"/>
                    </a:lnTo>
                    <a:lnTo>
                      <a:pt x="30737" y="17179"/>
                    </a:lnTo>
                    <a:lnTo>
                      <a:pt x="30653" y="17283"/>
                    </a:lnTo>
                    <a:lnTo>
                      <a:pt x="30569" y="17304"/>
                    </a:lnTo>
                    <a:lnTo>
                      <a:pt x="30569" y="17430"/>
                    </a:lnTo>
                    <a:lnTo>
                      <a:pt x="30653" y="17451"/>
                    </a:lnTo>
                    <a:lnTo>
                      <a:pt x="30695" y="17430"/>
                    </a:lnTo>
                    <a:lnTo>
                      <a:pt x="30779" y="17430"/>
                    </a:lnTo>
                    <a:lnTo>
                      <a:pt x="30800" y="17451"/>
                    </a:lnTo>
                    <a:lnTo>
                      <a:pt x="30883" y="17430"/>
                    </a:lnTo>
                    <a:lnTo>
                      <a:pt x="30904" y="17514"/>
                    </a:lnTo>
                    <a:lnTo>
                      <a:pt x="31009" y="17514"/>
                    </a:lnTo>
                    <a:lnTo>
                      <a:pt x="31072" y="17555"/>
                    </a:lnTo>
                    <a:lnTo>
                      <a:pt x="31113" y="17555"/>
                    </a:lnTo>
                    <a:lnTo>
                      <a:pt x="31260" y="17639"/>
                    </a:lnTo>
                    <a:lnTo>
                      <a:pt x="31302" y="17618"/>
                    </a:lnTo>
                    <a:lnTo>
                      <a:pt x="31365" y="17493"/>
                    </a:lnTo>
                    <a:lnTo>
                      <a:pt x="31406" y="17451"/>
                    </a:lnTo>
                    <a:lnTo>
                      <a:pt x="31490" y="17346"/>
                    </a:lnTo>
                    <a:lnTo>
                      <a:pt x="31595" y="17346"/>
                    </a:lnTo>
                    <a:lnTo>
                      <a:pt x="31616" y="17304"/>
                    </a:lnTo>
                    <a:lnTo>
                      <a:pt x="31532" y="17283"/>
                    </a:lnTo>
                    <a:lnTo>
                      <a:pt x="31490" y="17200"/>
                    </a:lnTo>
                    <a:lnTo>
                      <a:pt x="31574" y="17179"/>
                    </a:lnTo>
                    <a:lnTo>
                      <a:pt x="31595" y="17095"/>
                    </a:lnTo>
                    <a:lnTo>
                      <a:pt x="31511" y="17053"/>
                    </a:lnTo>
                    <a:lnTo>
                      <a:pt x="31469" y="16990"/>
                    </a:lnTo>
                    <a:lnTo>
                      <a:pt x="31406" y="17011"/>
                    </a:lnTo>
                    <a:lnTo>
                      <a:pt x="31406" y="17095"/>
                    </a:lnTo>
                    <a:lnTo>
                      <a:pt x="31365" y="17116"/>
                    </a:lnTo>
                    <a:lnTo>
                      <a:pt x="31302" y="17095"/>
                    </a:lnTo>
                    <a:lnTo>
                      <a:pt x="31197" y="17032"/>
                    </a:lnTo>
                    <a:lnTo>
                      <a:pt x="31197" y="16970"/>
                    </a:lnTo>
                    <a:lnTo>
                      <a:pt x="31155" y="16990"/>
                    </a:lnTo>
                    <a:lnTo>
                      <a:pt x="31072" y="17074"/>
                    </a:lnTo>
                    <a:lnTo>
                      <a:pt x="30883" y="17074"/>
                    </a:lnTo>
                    <a:lnTo>
                      <a:pt x="30800" y="17011"/>
                    </a:lnTo>
                    <a:lnTo>
                      <a:pt x="30904" y="16970"/>
                    </a:lnTo>
                    <a:lnTo>
                      <a:pt x="30988" y="16970"/>
                    </a:lnTo>
                    <a:lnTo>
                      <a:pt x="31072" y="16907"/>
                    </a:lnTo>
                    <a:lnTo>
                      <a:pt x="31072" y="16823"/>
                    </a:lnTo>
                    <a:lnTo>
                      <a:pt x="31051" y="16802"/>
                    </a:lnTo>
                    <a:lnTo>
                      <a:pt x="31051" y="16677"/>
                    </a:lnTo>
                    <a:lnTo>
                      <a:pt x="31072" y="16593"/>
                    </a:lnTo>
                    <a:lnTo>
                      <a:pt x="31072" y="16551"/>
                    </a:lnTo>
                    <a:lnTo>
                      <a:pt x="31009" y="16488"/>
                    </a:lnTo>
                    <a:lnTo>
                      <a:pt x="31009" y="16405"/>
                    </a:lnTo>
                    <a:lnTo>
                      <a:pt x="30862" y="16258"/>
                    </a:lnTo>
                    <a:lnTo>
                      <a:pt x="30737" y="16195"/>
                    </a:lnTo>
                    <a:lnTo>
                      <a:pt x="30737" y="16153"/>
                    </a:lnTo>
                    <a:lnTo>
                      <a:pt x="30695" y="16028"/>
                    </a:lnTo>
                    <a:lnTo>
                      <a:pt x="30632" y="16028"/>
                    </a:lnTo>
                    <a:lnTo>
                      <a:pt x="30590" y="15944"/>
                    </a:lnTo>
                    <a:lnTo>
                      <a:pt x="30632" y="15819"/>
                    </a:lnTo>
                    <a:lnTo>
                      <a:pt x="30590" y="15735"/>
                    </a:lnTo>
                    <a:lnTo>
                      <a:pt x="30465" y="15735"/>
                    </a:lnTo>
                    <a:lnTo>
                      <a:pt x="30277" y="15651"/>
                    </a:lnTo>
                    <a:lnTo>
                      <a:pt x="30235" y="15547"/>
                    </a:lnTo>
                    <a:lnTo>
                      <a:pt x="30277" y="15505"/>
                    </a:lnTo>
                    <a:lnTo>
                      <a:pt x="30277" y="15442"/>
                    </a:lnTo>
                    <a:lnTo>
                      <a:pt x="30214" y="15358"/>
                    </a:lnTo>
                    <a:lnTo>
                      <a:pt x="30172" y="15296"/>
                    </a:lnTo>
                    <a:lnTo>
                      <a:pt x="30151" y="15296"/>
                    </a:lnTo>
                    <a:lnTo>
                      <a:pt x="30046" y="15421"/>
                    </a:lnTo>
                    <a:lnTo>
                      <a:pt x="30025" y="15526"/>
                    </a:lnTo>
                    <a:lnTo>
                      <a:pt x="29963" y="15568"/>
                    </a:lnTo>
                    <a:lnTo>
                      <a:pt x="29921" y="15526"/>
                    </a:lnTo>
                    <a:lnTo>
                      <a:pt x="29921" y="15400"/>
                    </a:lnTo>
                    <a:lnTo>
                      <a:pt x="29858" y="15296"/>
                    </a:lnTo>
                    <a:lnTo>
                      <a:pt x="29900" y="15212"/>
                    </a:lnTo>
                    <a:lnTo>
                      <a:pt x="30025" y="15212"/>
                    </a:lnTo>
                    <a:lnTo>
                      <a:pt x="30005" y="15128"/>
                    </a:lnTo>
                    <a:lnTo>
                      <a:pt x="30025" y="15024"/>
                    </a:lnTo>
                    <a:lnTo>
                      <a:pt x="30005" y="14919"/>
                    </a:lnTo>
                    <a:lnTo>
                      <a:pt x="29900" y="14940"/>
                    </a:lnTo>
                    <a:lnTo>
                      <a:pt x="29900" y="14877"/>
                    </a:lnTo>
                    <a:lnTo>
                      <a:pt x="29963" y="14773"/>
                    </a:lnTo>
                    <a:lnTo>
                      <a:pt x="29921" y="14731"/>
                    </a:lnTo>
                    <a:lnTo>
                      <a:pt x="29712" y="14814"/>
                    </a:lnTo>
                    <a:cubicBezTo>
                      <a:pt x="29691" y="14773"/>
                      <a:pt x="29628" y="14731"/>
                      <a:pt x="29607" y="14689"/>
                    </a:cubicBezTo>
                    <a:lnTo>
                      <a:pt x="29712" y="14605"/>
                    </a:lnTo>
                    <a:lnTo>
                      <a:pt x="29795" y="14584"/>
                    </a:lnTo>
                    <a:lnTo>
                      <a:pt x="29858" y="14417"/>
                    </a:lnTo>
                    <a:lnTo>
                      <a:pt x="29816" y="14312"/>
                    </a:lnTo>
                    <a:lnTo>
                      <a:pt x="29691" y="14291"/>
                    </a:lnTo>
                    <a:lnTo>
                      <a:pt x="29628" y="14208"/>
                    </a:lnTo>
                    <a:lnTo>
                      <a:pt x="29628" y="14103"/>
                    </a:lnTo>
                    <a:lnTo>
                      <a:pt x="29691" y="14082"/>
                    </a:lnTo>
                    <a:lnTo>
                      <a:pt x="29649" y="13998"/>
                    </a:lnTo>
                    <a:lnTo>
                      <a:pt x="29691" y="13915"/>
                    </a:lnTo>
                    <a:lnTo>
                      <a:pt x="29816" y="13998"/>
                    </a:lnTo>
                    <a:lnTo>
                      <a:pt x="29921" y="13977"/>
                    </a:lnTo>
                    <a:lnTo>
                      <a:pt x="30025" y="14061"/>
                    </a:lnTo>
                    <a:lnTo>
                      <a:pt x="30151" y="14061"/>
                    </a:lnTo>
                    <a:lnTo>
                      <a:pt x="30318" y="13977"/>
                    </a:lnTo>
                    <a:lnTo>
                      <a:pt x="30318" y="14019"/>
                    </a:lnTo>
                    <a:lnTo>
                      <a:pt x="30360" y="14061"/>
                    </a:lnTo>
                    <a:lnTo>
                      <a:pt x="30339" y="14082"/>
                    </a:lnTo>
                    <a:lnTo>
                      <a:pt x="30277" y="14249"/>
                    </a:lnTo>
                    <a:lnTo>
                      <a:pt x="30277" y="14312"/>
                    </a:lnTo>
                    <a:lnTo>
                      <a:pt x="30360" y="14291"/>
                    </a:lnTo>
                    <a:lnTo>
                      <a:pt x="30381" y="14354"/>
                    </a:lnTo>
                    <a:lnTo>
                      <a:pt x="30465" y="14375"/>
                    </a:lnTo>
                    <a:lnTo>
                      <a:pt x="30590" y="14459"/>
                    </a:lnTo>
                    <a:lnTo>
                      <a:pt x="30632" y="14354"/>
                    </a:lnTo>
                    <a:lnTo>
                      <a:pt x="30528" y="14249"/>
                    </a:lnTo>
                    <a:lnTo>
                      <a:pt x="30590" y="14145"/>
                    </a:lnTo>
                    <a:lnTo>
                      <a:pt x="30632" y="14208"/>
                    </a:lnTo>
                    <a:lnTo>
                      <a:pt x="30695" y="14249"/>
                    </a:lnTo>
                    <a:lnTo>
                      <a:pt x="30737" y="14354"/>
                    </a:lnTo>
                    <a:lnTo>
                      <a:pt x="30904" y="14501"/>
                    </a:lnTo>
                    <a:lnTo>
                      <a:pt x="30967" y="14501"/>
                    </a:lnTo>
                    <a:lnTo>
                      <a:pt x="30967" y="14417"/>
                    </a:lnTo>
                    <a:lnTo>
                      <a:pt x="30946" y="14375"/>
                    </a:lnTo>
                    <a:lnTo>
                      <a:pt x="30988" y="14291"/>
                    </a:lnTo>
                    <a:lnTo>
                      <a:pt x="30967" y="14145"/>
                    </a:lnTo>
                    <a:lnTo>
                      <a:pt x="30904" y="14103"/>
                    </a:lnTo>
                    <a:lnTo>
                      <a:pt x="30946" y="13957"/>
                    </a:lnTo>
                    <a:lnTo>
                      <a:pt x="30862" y="13768"/>
                    </a:lnTo>
                    <a:lnTo>
                      <a:pt x="30758" y="13726"/>
                    </a:lnTo>
                    <a:lnTo>
                      <a:pt x="30758" y="13622"/>
                    </a:lnTo>
                    <a:lnTo>
                      <a:pt x="30695" y="13580"/>
                    </a:lnTo>
                    <a:lnTo>
                      <a:pt x="30549" y="13685"/>
                    </a:lnTo>
                    <a:lnTo>
                      <a:pt x="30486" y="13685"/>
                    </a:lnTo>
                    <a:lnTo>
                      <a:pt x="30590" y="13538"/>
                    </a:lnTo>
                    <a:lnTo>
                      <a:pt x="30695" y="13538"/>
                    </a:lnTo>
                    <a:lnTo>
                      <a:pt x="30737" y="13559"/>
                    </a:lnTo>
                    <a:lnTo>
                      <a:pt x="30841" y="13517"/>
                    </a:lnTo>
                    <a:lnTo>
                      <a:pt x="30925" y="13622"/>
                    </a:lnTo>
                    <a:lnTo>
                      <a:pt x="30967" y="13643"/>
                    </a:lnTo>
                    <a:lnTo>
                      <a:pt x="30967" y="13873"/>
                    </a:lnTo>
                    <a:lnTo>
                      <a:pt x="31009" y="13873"/>
                    </a:lnTo>
                    <a:lnTo>
                      <a:pt x="31155" y="13768"/>
                    </a:lnTo>
                    <a:lnTo>
                      <a:pt x="31051" y="13936"/>
                    </a:lnTo>
                    <a:lnTo>
                      <a:pt x="31051" y="13998"/>
                    </a:lnTo>
                    <a:lnTo>
                      <a:pt x="30967" y="14040"/>
                    </a:lnTo>
                    <a:lnTo>
                      <a:pt x="30967" y="14082"/>
                    </a:lnTo>
                    <a:lnTo>
                      <a:pt x="31051" y="14166"/>
                    </a:lnTo>
                    <a:lnTo>
                      <a:pt x="31072" y="14291"/>
                    </a:lnTo>
                    <a:lnTo>
                      <a:pt x="31009" y="14375"/>
                    </a:lnTo>
                    <a:lnTo>
                      <a:pt x="31072" y="14417"/>
                    </a:lnTo>
                    <a:lnTo>
                      <a:pt x="31365" y="14354"/>
                    </a:lnTo>
                    <a:lnTo>
                      <a:pt x="31406" y="14249"/>
                    </a:lnTo>
                    <a:lnTo>
                      <a:pt x="31511" y="14249"/>
                    </a:lnTo>
                    <a:lnTo>
                      <a:pt x="31574" y="14270"/>
                    </a:lnTo>
                    <a:lnTo>
                      <a:pt x="31720" y="14082"/>
                    </a:lnTo>
                    <a:lnTo>
                      <a:pt x="31804" y="14082"/>
                    </a:lnTo>
                    <a:lnTo>
                      <a:pt x="31846" y="13998"/>
                    </a:lnTo>
                    <a:lnTo>
                      <a:pt x="31950" y="13936"/>
                    </a:lnTo>
                    <a:lnTo>
                      <a:pt x="31992" y="13789"/>
                    </a:lnTo>
                    <a:lnTo>
                      <a:pt x="32055" y="13747"/>
                    </a:lnTo>
                    <a:lnTo>
                      <a:pt x="32243" y="13747"/>
                    </a:lnTo>
                    <a:lnTo>
                      <a:pt x="32348" y="13789"/>
                    </a:lnTo>
                    <a:lnTo>
                      <a:pt x="32411" y="13726"/>
                    </a:lnTo>
                    <a:lnTo>
                      <a:pt x="32369" y="13622"/>
                    </a:lnTo>
                    <a:lnTo>
                      <a:pt x="32536" y="13475"/>
                    </a:lnTo>
                    <a:lnTo>
                      <a:pt x="32557" y="13413"/>
                    </a:lnTo>
                    <a:lnTo>
                      <a:pt x="32620" y="13371"/>
                    </a:lnTo>
                    <a:lnTo>
                      <a:pt x="32641" y="13245"/>
                    </a:lnTo>
                    <a:lnTo>
                      <a:pt x="32515" y="13015"/>
                    </a:lnTo>
                    <a:lnTo>
                      <a:pt x="32536" y="12931"/>
                    </a:lnTo>
                    <a:lnTo>
                      <a:pt x="32411" y="12827"/>
                    </a:lnTo>
                    <a:lnTo>
                      <a:pt x="32369" y="12701"/>
                    </a:lnTo>
                    <a:lnTo>
                      <a:pt x="32432" y="12596"/>
                    </a:lnTo>
                    <a:lnTo>
                      <a:pt x="32557" y="12534"/>
                    </a:lnTo>
                    <a:lnTo>
                      <a:pt x="32578" y="12471"/>
                    </a:lnTo>
                    <a:lnTo>
                      <a:pt x="32557" y="12471"/>
                    </a:lnTo>
                    <a:lnTo>
                      <a:pt x="32474" y="12534"/>
                    </a:lnTo>
                    <a:lnTo>
                      <a:pt x="32453" y="12534"/>
                    </a:lnTo>
                    <a:lnTo>
                      <a:pt x="32453" y="12471"/>
                    </a:lnTo>
                    <a:lnTo>
                      <a:pt x="32536" y="12366"/>
                    </a:lnTo>
                    <a:lnTo>
                      <a:pt x="32432" y="12366"/>
                    </a:lnTo>
                    <a:lnTo>
                      <a:pt x="32515" y="12283"/>
                    </a:lnTo>
                    <a:lnTo>
                      <a:pt x="32536" y="12199"/>
                    </a:lnTo>
                    <a:lnTo>
                      <a:pt x="32453" y="12157"/>
                    </a:lnTo>
                    <a:lnTo>
                      <a:pt x="32348" y="12115"/>
                    </a:lnTo>
                    <a:lnTo>
                      <a:pt x="32411" y="12094"/>
                    </a:lnTo>
                    <a:lnTo>
                      <a:pt x="32411" y="11990"/>
                    </a:lnTo>
                    <a:lnTo>
                      <a:pt x="32474" y="11990"/>
                    </a:lnTo>
                    <a:lnTo>
                      <a:pt x="32515" y="12052"/>
                    </a:lnTo>
                    <a:lnTo>
                      <a:pt x="32620" y="12052"/>
                    </a:lnTo>
                    <a:lnTo>
                      <a:pt x="32683" y="12157"/>
                    </a:lnTo>
                    <a:lnTo>
                      <a:pt x="32766" y="12178"/>
                    </a:lnTo>
                    <a:lnTo>
                      <a:pt x="32829" y="12094"/>
                    </a:lnTo>
                    <a:lnTo>
                      <a:pt x="32892" y="12115"/>
                    </a:lnTo>
                    <a:lnTo>
                      <a:pt x="33059" y="12073"/>
                    </a:lnTo>
                    <a:lnTo>
                      <a:pt x="33185" y="11990"/>
                    </a:lnTo>
                    <a:lnTo>
                      <a:pt x="33143" y="11948"/>
                    </a:lnTo>
                    <a:lnTo>
                      <a:pt x="33206" y="11843"/>
                    </a:lnTo>
                    <a:lnTo>
                      <a:pt x="33185" y="11801"/>
                    </a:lnTo>
                    <a:lnTo>
                      <a:pt x="33143" y="11801"/>
                    </a:lnTo>
                    <a:lnTo>
                      <a:pt x="33143" y="11739"/>
                    </a:lnTo>
                    <a:lnTo>
                      <a:pt x="33080" y="11697"/>
                    </a:lnTo>
                    <a:lnTo>
                      <a:pt x="32934" y="11697"/>
                    </a:lnTo>
                    <a:lnTo>
                      <a:pt x="32997" y="11655"/>
                    </a:lnTo>
                    <a:lnTo>
                      <a:pt x="33101" y="11634"/>
                    </a:lnTo>
                    <a:lnTo>
                      <a:pt x="33290" y="11488"/>
                    </a:lnTo>
                    <a:lnTo>
                      <a:pt x="33373" y="11383"/>
                    </a:lnTo>
                    <a:lnTo>
                      <a:pt x="33352" y="11341"/>
                    </a:lnTo>
                    <a:lnTo>
                      <a:pt x="33290" y="11320"/>
                    </a:lnTo>
                    <a:lnTo>
                      <a:pt x="33269" y="11236"/>
                    </a:lnTo>
                    <a:lnTo>
                      <a:pt x="33080" y="11174"/>
                    </a:lnTo>
                    <a:lnTo>
                      <a:pt x="32976" y="11216"/>
                    </a:lnTo>
                    <a:lnTo>
                      <a:pt x="32934" y="11174"/>
                    </a:lnTo>
                    <a:lnTo>
                      <a:pt x="33038" y="11153"/>
                    </a:lnTo>
                    <a:lnTo>
                      <a:pt x="33038" y="11027"/>
                    </a:lnTo>
                    <a:lnTo>
                      <a:pt x="32808" y="10860"/>
                    </a:lnTo>
                    <a:lnTo>
                      <a:pt x="32808" y="10818"/>
                    </a:lnTo>
                    <a:lnTo>
                      <a:pt x="32871" y="10818"/>
                    </a:lnTo>
                    <a:lnTo>
                      <a:pt x="32955" y="10902"/>
                    </a:lnTo>
                    <a:lnTo>
                      <a:pt x="33038" y="10860"/>
                    </a:lnTo>
                    <a:lnTo>
                      <a:pt x="32955" y="10797"/>
                    </a:lnTo>
                    <a:lnTo>
                      <a:pt x="33018" y="10755"/>
                    </a:lnTo>
                    <a:lnTo>
                      <a:pt x="33018" y="10713"/>
                    </a:lnTo>
                    <a:lnTo>
                      <a:pt x="32871" y="10651"/>
                    </a:lnTo>
                    <a:lnTo>
                      <a:pt x="32766" y="10588"/>
                    </a:lnTo>
                    <a:lnTo>
                      <a:pt x="32662" y="10651"/>
                    </a:lnTo>
                    <a:lnTo>
                      <a:pt x="32515" y="10588"/>
                    </a:lnTo>
                    <a:cubicBezTo>
                      <a:pt x="32536" y="10546"/>
                      <a:pt x="32536" y="10525"/>
                      <a:pt x="32536" y="10504"/>
                    </a:cubicBezTo>
                    <a:lnTo>
                      <a:pt x="32599" y="10504"/>
                    </a:lnTo>
                    <a:lnTo>
                      <a:pt x="32620" y="10483"/>
                    </a:lnTo>
                    <a:lnTo>
                      <a:pt x="32599" y="10420"/>
                    </a:lnTo>
                    <a:lnTo>
                      <a:pt x="32536" y="10420"/>
                    </a:lnTo>
                    <a:cubicBezTo>
                      <a:pt x="32536" y="10400"/>
                      <a:pt x="32536" y="10339"/>
                      <a:pt x="32517" y="10317"/>
                    </a:cubicBezTo>
                    <a:lnTo>
                      <a:pt x="32517" y="10317"/>
                    </a:lnTo>
                    <a:cubicBezTo>
                      <a:pt x="32518" y="10308"/>
                      <a:pt x="32523" y="10287"/>
                      <a:pt x="32536" y="10274"/>
                    </a:cubicBezTo>
                    <a:cubicBezTo>
                      <a:pt x="32536" y="10274"/>
                      <a:pt x="32536" y="10232"/>
                      <a:pt x="32557" y="10232"/>
                    </a:cubicBezTo>
                    <a:lnTo>
                      <a:pt x="32641" y="10316"/>
                    </a:lnTo>
                    <a:lnTo>
                      <a:pt x="32746" y="10274"/>
                    </a:lnTo>
                    <a:lnTo>
                      <a:pt x="32934" y="10232"/>
                    </a:lnTo>
                    <a:lnTo>
                      <a:pt x="32976" y="10337"/>
                    </a:lnTo>
                    <a:lnTo>
                      <a:pt x="33080" y="10379"/>
                    </a:lnTo>
                    <a:lnTo>
                      <a:pt x="33143" y="10441"/>
                    </a:lnTo>
                    <a:lnTo>
                      <a:pt x="33185" y="10420"/>
                    </a:lnTo>
                    <a:lnTo>
                      <a:pt x="33352" y="10525"/>
                    </a:lnTo>
                    <a:lnTo>
                      <a:pt x="33394" y="10483"/>
                    </a:lnTo>
                    <a:lnTo>
                      <a:pt x="33457" y="10504"/>
                    </a:lnTo>
                    <a:lnTo>
                      <a:pt x="33499" y="10420"/>
                    </a:lnTo>
                    <a:lnTo>
                      <a:pt x="33478" y="10337"/>
                    </a:lnTo>
                    <a:lnTo>
                      <a:pt x="33394" y="10295"/>
                    </a:lnTo>
                    <a:lnTo>
                      <a:pt x="33310" y="10190"/>
                    </a:lnTo>
                    <a:lnTo>
                      <a:pt x="33269" y="10107"/>
                    </a:lnTo>
                    <a:lnTo>
                      <a:pt x="33059" y="9918"/>
                    </a:lnTo>
                    <a:lnTo>
                      <a:pt x="33038" y="9855"/>
                    </a:lnTo>
                    <a:lnTo>
                      <a:pt x="33038" y="9855"/>
                    </a:lnTo>
                    <a:lnTo>
                      <a:pt x="33101" y="9897"/>
                    </a:lnTo>
                    <a:lnTo>
                      <a:pt x="33143" y="9960"/>
                    </a:lnTo>
                    <a:lnTo>
                      <a:pt x="33206" y="9981"/>
                    </a:lnTo>
                    <a:lnTo>
                      <a:pt x="33310" y="10107"/>
                    </a:lnTo>
                    <a:lnTo>
                      <a:pt x="33394" y="10127"/>
                    </a:lnTo>
                    <a:lnTo>
                      <a:pt x="33415" y="10190"/>
                    </a:lnTo>
                    <a:lnTo>
                      <a:pt x="33499" y="10295"/>
                    </a:lnTo>
                    <a:lnTo>
                      <a:pt x="33603" y="10400"/>
                    </a:lnTo>
                    <a:lnTo>
                      <a:pt x="33624" y="10462"/>
                    </a:lnTo>
                    <a:lnTo>
                      <a:pt x="33687" y="10504"/>
                    </a:lnTo>
                    <a:lnTo>
                      <a:pt x="33792" y="10609"/>
                    </a:lnTo>
                    <a:lnTo>
                      <a:pt x="33834" y="10713"/>
                    </a:lnTo>
                    <a:lnTo>
                      <a:pt x="33938" y="10713"/>
                    </a:lnTo>
                    <a:lnTo>
                      <a:pt x="33980" y="10672"/>
                    </a:lnTo>
                    <a:lnTo>
                      <a:pt x="33917" y="10546"/>
                    </a:lnTo>
                    <a:lnTo>
                      <a:pt x="33834" y="10337"/>
                    </a:lnTo>
                    <a:lnTo>
                      <a:pt x="34001" y="10358"/>
                    </a:lnTo>
                    <a:lnTo>
                      <a:pt x="34189" y="10462"/>
                    </a:lnTo>
                    <a:lnTo>
                      <a:pt x="34357" y="10462"/>
                    </a:lnTo>
                    <a:lnTo>
                      <a:pt x="34357" y="10567"/>
                    </a:lnTo>
                    <a:lnTo>
                      <a:pt x="34336" y="10630"/>
                    </a:lnTo>
                    <a:lnTo>
                      <a:pt x="34440" y="10713"/>
                    </a:lnTo>
                    <a:lnTo>
                      <a:pt x="34545" y="10713"/>
                    </a:lnTo>
                    <a:lnTo>
                      <a:pt x="34566" y="10734"/>
                    </a:lnTo>
                    <a:lnTo>
                      <a:pt x="34838" y="10734"/>
                    </a:lnTo>
                    <a:lnTo>
                      <a:pt x="34922" y="10672"/>
                    </a:lnTo>
                    <a:lnTo>
                      <a:pt x="34984" y="10546"/>
                    </a:lnTo>
                    <a:lnTo>
                      <a:pt x="34984" y="10441"/>
                    </a:lnTo>
                    <a:lnTo>
                      <a:pt x="35026" y="10337"/>
                    </a:lnTo>
                    <a:lnTo>
                      <a:pt x="34963" y="10295"/>
                    </a:lnTo>
                    <a:lnTo>
                      <a:pt x="34880" y="10086"/>
                    </a:lnTo>
                    <a:lnTo>
                      <a:pt x="34838" y="10086"/>
                    </a:lnTo>
                    <a:lnTo>
                      <a:pt x="34754" y="9939"/>
                    </a:lnTo>
                    <a:lnTo>
                      <a:pt x="34775" y="9814"/>
                    </a:lnTo>
                    <a:lnTo>
                      <a:pt x="34838" y="9793"/>
                    </a:lnTo>
                    <a:lnTo>
                      <a:pt x="34838" y="9709"/>
                    </a:lnTo>
                    <a:lnTo>
                      <a:pt x="34859" y="9688"/>
                    </a:lnTo>
                    <a:lnTo>
                      <a:pt x="34922" y="9730"/>
                    </a:lnTo>
                    <a:lnTo>
                      <a:pt x="34943" y="9835"/>
                    </a:lnTo>
                    <a:lnTo>
                      <a:pt x="34984" y="9730"/>
                    </a:lnTo>
                    <a:lnTo>
                      <a:pt x="34984" y="9583"/>
                    </a:lnTo>
                    <a:lnTo>
                      <a:pt x="35047" y="9542"/>
                    </a:lnTo>
                    <a:lnTo>
                      <a:pt x="35089" y="9500"/>
                    </a:lnTo>
                    <a:lnTo>
                      <a:pt x="35089" y="9604"/>
                    </a:lnTo>
                    <a:lnTo>
                      <a:pt x="35131" y="9667"/>
                    </a:lnTo>
                    <a:lnTo>
                      <a:pt x="35089" y="9709"/>
                    </a:lnTo>
                    <a:lnTo>
                      <a:pt x="34984" y="9772"/>
                    </a:lnTo>
                    <a:lnTo>
                      <a:pt x="34963" y="9897"/>
                    </a:lnTo>
                    <a:lnTo>
                      <a:pt x="35026" y="9918"/>
                    </a:lnTo>
                    <a:lnTo>
                      <a:pt x="35068" y="10002"/>
                    </a:lnTo>
                    <a:lnTo>
                      <a:pt x="35068" y="10086"/>
                    </a:lnTo>
                    <a:lnTo>
                      <a:pt x="35194" y="10232"/>
                    </a:lnTo>
                    <a:lnTo>
                      <a:pt x="35256" y="10274"/>
                    </a:lnTo>
                    <a:lnTo>
                      <a:pt x="35256" y="10190"/>
                    </a:lnTo>
                    <a:lnTo>
                      <a:pt x="35298" y="10169"/>
                    </a:lnTo>
                    <a:lnTo>
                      <a:pt x="35361" y="10211"/>
                    </a:lnTo>
                    <a:lnTo>
                      <a:pt x="35466" y="10169"/>
                    </a:lnTo>
                    <a:lnTo>
                      <a:pt x="35487" y="10211"/>
                    </a:lnTo>
                    <a:lnTo>
                      <a:pt x="35466" y="10253"/>
                    </a:lnTo>
                    <a:lnTo>
                      <a:pt x="35466" y="10358"/>
                    </a:lnTo>
                    <a:lnTo>
                      <a:pt x="35403" y="10525"/>
                    </a:lnTo>
                    <a:lnTo>
                      <a:pt x="35403" y="10567"/>
                    </a:lnTo>
                    <a:lnTo>
                      <a:pt x="35298" y="10734"/>
                    </a:lnTo>
                    <a:lnTo>
                      <a:pt x="35235" y="10923"/>
                    </a:lnTo>
                    <a:lnTo>
                      <a:pt x="35235" y="10964"/>
                    </a:lnTo>
                    <a:lnTo>
                      <a:pt x="35256" y="10964"/>
                    </a:lnTo>
                    <a:lnTo>
                      <a:pt x="35298" y="10860"/>
                    </a:lnTo>
                    <a:lnTo>
                      <a:pt x="35403" y="10902"/>
                    </a:lnTo>
                    <a:lnTo>
                      <a:pt x="35403" y="10923"/>
                    </a:lnTo>
                    <a:lnTo>
                      <a:pt x="35487" y="10923"/>
                    </a:lnTo>
                    <a:lnTo>
                      <a:pt x="35549" y="11006"/>
                    </a:lnTo>
                    <a:lnTo>
                      <a:pt x="35696" y="11027"/>
                    </a:lnTo>
                    <a:lnTo>
                      <a:pt x="35591" y="11069"/>
                    </a:lnTo>
                    <a:lnTo>
                      <a:pt x="35570" y="11132"/>
                    </a:lnTo>
                    <a:lnTo>
                      <a:pt x="35507" y="11153"/>
                    </a:lnTo>
                    <a:lnTo>
                      <a:pt x="35466" y="11111"/>
                    </a:lnTo>
                    <a:lnTo>
                      <a:pt x="35382" y="11132"/>
                    </a:lnTo>
                    <a:lnTo>
                      <a:pt x="35403" y="11216"/>
                    </a:lnTo>
                    <a:lnTo>
                      <a:pt x="35466" y="11236"/>
                    </a:lnTo>
                    <a:lnTo>
                      <a:pt x="35487" y="11257"/>
                    </a:lnTo>
                    <a:lnTo>
                      <a:pt x="35591" y="11257"/>
                    </a:lnTo>
                    <a:lnTo>
                      <a:pt x="35591" y="11341"/>
                    </a:lnTo>
                    <a:lnTo>
                      <a:pt x="35612" y="11383"/>
                    </a:lnTo>
                    <a:lnTo>
                      <a:pt x="35612" y="11467"/>
                    </a:lnTo>
                    <a:lnTo>
                      <a:pt x="35675" y="11550"/>
                    </a:lnTo>
                    <a:lnTo>
                      <a:pt x="35779" y="11571"/>
                    </a:lnTo>
                    <a:lnTo>
                      <a:pt x="35821" y="11655"/>
                    </a:lnTo>
                    <a:lnTo>
                      <a:pt x="35863" y="11739"/>
                    </a:lnTo>
                    <a:lnTo>
                      <a:pt x="35821" y="11843"/>
                    </a:lnTo>
                    <a:lnTo>
                      <a:pt x="35759" y="11906"/>
                    </a:lnTo>
                    <a:lnTo>
                      <a:pt x="35675" y="11906"/>
                    </a:lnTo>
                    <a:lnTo>
                      <a:pt x="35612" y="11948"/>
                    </a:lnTo>
                    <a:lnTo>
                      <a:pt x="35570" y="11906"/>
                    </a:lnTo>
                    <a:lnTo>
                      <a:pt x="35487" y="11885"/>
                    </a:lnTo>
                    <a:lnTo>
                      <a:pt x="35445" y="11906"/>
                    </a:lnTo>
                    <a:lnTo>
                      <a:pt x="35361" y="12011"/>
                    </a:lnTo>
                    <a:lnTo>
                      <a:pt x="35403" y="12052"/>
                    </a:lnTo>
                    <a:lnTo>
                      <a:pt x="35403" y="12094"/>
                    </a:lnTo>
                    <a:lnTo>
                      <a:pt x="35361" y="12178"/>
                    </a:lnTo>
                    <a:lnTo>
                      <a:pt x="35382" y="12220"/>
                    </a:lnTo>
                    <a:lnTo>
                      <a:pt x="35445" y="12220"/>
                    </a:lnTo>
                    <a:lnTo>
                      <a:pt x="35466" y="12199"/>
                    </a:lnTo>
                    <a:lnTo>
                      <a:pt x="35549" y="12178"/>
                    </a:lnTo>
                    <a:lnTo>
                      <a:pt x="35654" y="12178"/>
                    </a:lnTo>
                    <a:lnTo>
                      <a:pt x="35717" y="12115"/>
                    </a:lnTo>
                    <a:lnTo>
                      <a:pt x="35800" y="12115"/>
                    </a:lnTo>
                    <a:lnTo>
                      <a:pt x="35863" y="12011"/>
                    </a:lnTo>
                    <a:lnTo>
                      <a:pt x="35905" y="11990"/>
                    </a:lnTo>
                    <a:lnTo>
                      <a:pt x="35926" y="12115"/>
                    </a:lnTo>
                    <a:lnTo>
                      <a:pt x="35989" y="12157"/>
                    </a:lnTo>
                    <a:lnTo>
                      <a:pt x="36072" y="12094"/>
                    </a:lnTo>
                    <a:lnTo>
                      <a:pt x="36135" y="11969"/>
                    </a:lnTo>
                    <a:lnTo>
                      <a:pt x="36240" y="11885"/>
                    </a:lnTo>
                    <a:lnTo>
                      <a:pt x="36303" y="11948"/>
                    </a:lnTo>
                    <a:lnTo>
                      <a:pt x="36303" y="11990"/>
                    </a:lnTo>
                    <a:lnTo>
                      <a:pt x="36219" y="12011"/>
                    </a:lnTo>
                    <a:lnTo>
                      <a:pt x="36177" y="12073"/>
                    </a:lnTo>
                    <a:lnTo>
                      <a:pt x="36219" y="12094"/>
                    </a:lnTo>
                    <a:lnTo>
                      <a:pt x="36219" y="12157"/>
                    </a:lnTo>
                    <a:lnTo>
                      <a:pt x="36093" y="12199"/>
                    </a:lnTo>
                    <a:lnTo>
                      <a:pt x="36072" y="12220"/>
                    </a:lnTo>
                    <a:lnTo>
                      <a:pt x="36219" y="12199"/>
                    </a:lnTo>
                    <a:lnTo>
                      <a:pt x="36240" y="12283"/>
                    </a:lnTo>
                    <a:lnTo>
                      <a:pt x="36135" y="12366"/>
                    </a:lnTo>
                    <a:lnTo>
                      <a:pt x="36177" y="12492"/>
                    </a:lnTo>
                    <a:lnTo>
                      <a:pt x="36219" y="12513"/>
                    </a:lnTo>
                    <a:lnTo>
                      <a:pt x="36282" y="12617"/>
                    </a:lnTo>
                    <a:lnTo>
                      <a:pt x="36407" y="12596"/>
                    </a:lnTo>
                    <a:lnTo>
                      <a:pt x="36428" y="12534"/>
                    </a:lnTo>
                    <a:lnTo>
                      <a:pt x="36407" y="12471"/>
                    </a:lnTo>
                    <a:lnTo>
                      <a:pt x="36407" y="12387"/>
                    </a:lnTo>
                    <a:lnTo>
                      <a:pt x="36449" y="12366"/>
                    </a:lnTo>
                    <a:lnTo>
                      <a:pt x="36595" y="12471"/>
                    </a:lnTo>
                    <a:lnTo>
                      <a:pt x="36595" y="12534"/>
                    </a:lnTo>
                    <a:lnTo>
                      <a:pt x="36533" y="12638"/>
                    </a:lnTo>
                    <a:lnTo>
                      <a:pt x="36616" y="12701"/>
                    </a:lnTo>
                    <a:lnTo>
                      <a:pt x="36637" y="12743"/>
                    </a:lnTo>
                    <a:lnTo>
                      <a:pt x="36491" y="12827"/>
                    </a:lnTo>
                    <a:lnTo>
                      <a:pt x="36449" y="12889"/>
                    </a:lnTo>
                    <a:lnTo>
                      <a:pt x="36533" y="12952"/>
                    </a:lnTo>
                    <a:lnTo>
                      <a:pt x="36763" y="12952"/>
                    </a:lnTo>
                    <a:lnTo>
                      <a:pt x="36826" y="12994"/>
                    </a:lnTo>
                    <a:lnTo>
                      <a:pt x="36826" y="13099"/>
                    </a:lnTo>
                    <a:lnTo>
                      <a:pt x="36826" y="13161"/>
                    </a:lnTo>
                    <a:lnTo>
                      <a:pt x="36867" y="13140"/>
                    </a:lnTo>
                    <a:lnTo>
                      <a:pt x="36867" y="13057"/>
                    </a:lnTo>
                    <a:lnTo>
                      <a:pt x="36930" y="12994"/>
                    </a:lnTo>
                    <a:lnTo>
                      <a:pt x="36972" y="12994"/>
                    </a:lnTo>
                    <a:lnTo>
                      <a:pt x="36972" y="13057"/>
                    </a:lnTo>
                    <a:lnTo>
                      <a:pt x="36930" y="13161"/>
                    </a:lnTo>
                    <a:lnTo>
                      <a:pt x="36930" y="13245"/>
                    </a:lnTo>
                    <a:lnTo>
                      <a:pt x="36847" y="13266"/>
                    </a:lnTo>
                    <a:lnTo>
                      <a:pt x="36805" y="13433"/>
                    </a:lnTo>
                    <a:lnTo>
                      <a:pt x="36805" y="13475"/>
                    </a:lnTo>
                    <a:lnTo>
                      <a:pt x="36867" y="13517"/>
                    </a:lnTo>
                    <a:lnTo>
                      <a:pt x="36867" y="13622"/>
                    </a:lnTo>
                    <a:lnTo>
                      <a:pt x="36826" y="13726"/>
                    </a:lnTo>
                    <a:lnTo>
                      <a:pt x="36826" y="13831"/>
                    </a:lnTo>
                    <a:lnTo>
                      <a:pt x="36847" y="13852"/>
                    </a:lnTo>
                    <a:lnTo>
                      <a:pt x="36847" y="13873"/>
                    </a:lnTo>
                    <a:lnTo>
                      <a:pt x="36826" y="14082"/>
                    </a:lnTo>
                    <a:lnTo>
                      <a:pt x="36763" y="14166"/>
                    </a:lnTo>
                    <a:lnTo>
                      <a:pt x="36826" y="14270"/>
                    </a:lnTo>
                    <a:lnTo>
                      <a:pt x="36805" y="14354"/>
                    </a:lnTo>
                    <a:lnTo>
                      <a:pt x="36637" y="14396"/>
                    </a:lnTo>
                    <a:lnTo>
                      <a:pt x="36491" y="14375"/>
                    </a:lnTo>
                    <a:lnTo>
                      <a:pt x="36428" y="14396"/>
                    </a:lnTo>
                    <a:lnTo>
                      <a:pt x="36407" y="14480"/>
                    </a:lnTo>
                    <a:lnTo>
                      <a:pt x="36198" y="14626"/>
                    </a:lnTo>
                    <a:lnTo>
                      <a:pt x="36198" y="14710"/>
                    </a:lnTo>
                    <a:lnTo>
                      <a:pt x="36344" y="14793"/>
                    </a:lnTo>
                    <a:lnTo>
                      <a:pt x="36303" y="14793"/>
                    </a:lnTo>
                    <a:lnTo>
                      <a:pt x="36219" y="14814"/>
                    </a:lnTo>
                    <a:lnTo>
                      <a:pt x="36303" y="14814"/>
                    </a:lnTo>
                    <a:lnTo>
                      <a:pt x="36177" y="14982"/>
                    </a:lnTo>
                    <a:lnTo>
                      <a:pt x="36093" y="15024"/>
                    </a:lnTo>
                    <a:lnTo>
                      <a:pt x="35884" y="15149"/>
                    </a:lnTo>
                    <a:lnTo>
                      <a:pt x="35738" y="15296"/>
                    </a:lnTo>
                    <a:lnTo>
                      <a:pt x="35675" y="15296"/>
                    </a:lnTo>
                    <a:lnTo>
                      <a:pt x="35633" y="15337"/>
                    </a:lnTo>
                    <a:lnTo>
                      <a:pt x="35591" y="15463"/>
                    </a:lnTo>
                    <a:lnTo>
                      <a:pt x="35675" y="15568"/>
                    </a:lnTo>
                    <a:lnTo>
                      <a:pt x="35696" y="15672"/>
                    </a:lnTo>
                    <a:lnTo>
                      <a:pt x="35800" y="15840"/>
                    </a:lnTo>
                    <a:lnTo>
                      <a:pt x="35842" y="16133"/>
                    </a:lnTo>
                    <a:lnTo>
                      <a:pt x="35779" y="16174"/>
                    </a:lnTo>
                    <a:lnTo>
                      <a:pt x="35738" y="16153"/>
                    </a:lnTo>
                    <a:lnTo>
                      <a:pt x="35675" y="16195"/>
                    </a:lnTo>
                    <a:lnTo>
                      <a:pt x="35654" y="16300"/>
                    </a:lnTo>
                    <a:lnTo>
                      <a:pt x="35633" y="16195"/>
                    </a:lnTo>
                    <a:lnTo>
                      <a:pt x="35633" y="16049"/>
                    </a:lnTo>
                    <a:lnTo>
                      <a:pt x="35570" y="15986"/>
                    </a:lnTo>
                    <a:lnTo>
                      <a:pt x="35466" y="16049"/>
                    </a:lnTo>
                    <a:lnTo>
                      <a:pt x="35424" y="16153"/>
                    </a:lnTo>
                    <a:lnTo>
                      <a:pt x="35319" y="16216"/>
                    </a:lnTo>
                    <a:lnTo>
                      <a:pt x="35235" y="16174"/>
                    </a:lnTo>
                    <a:lnTo>
                      <a:pt x="35256" y="16112"/>
                    </a:lnTo>
                    <a:lnTo>
                      <a:pt x="35256" y="16070"/>
                    </a:lnTo>
                    <a:lnTo>
                      <a:pt x="35047" y="16070"/>
                    </a:lnTo>
                    <a:lnTo>
                      <a:pt x="35005" y="16174"/>
                    </a:lnTo>
                    <a:lnTo>
                      <a:pt x="34922" y="16258"/>
                    </a:lnTo>
                    <a:lnTo>
                      <a:pt x="34796" y="16216"/>
                    </a:lnTo>
                    <a:lnTo>
                      <a:pt x="34712" y="16216"/>
                    </a:lnTo>
                    <a:lnTo>
                      <a:pt x="34650" y="16174"/>
                    </a:lnTo>
                    <a:lnTo>
                      <a:pt x="34587" y="16174"/>
                    </a:lnTo>
                    <a:lnTo>
                      <a:pt x="34503" y="16258"/>
                    </a:lnTo>
                    <a:lnTo>
                      <a:pt x="34357" y="16195"/>
                    </a:lnTo>
                    <a:lnTo>
                      <a:pt x="34315" y="16174"/>
                    </a:lnTo>
                    <a:lnTo>
                      <a:pt x="34231" y="16070"/>
                    </a:lnTo>
                    <a:lnTo>
                      <a:pt x="34106" y="15986"/>
                    </a:lnTo>
                    <a:lnTo>
                      <a:pt x="33980" y="15965"/>
                    </a:lnTo>
                    <a:lnTo>
                      <a:pt x="33834" y="15777"/>
                    </a:lnTo>
                    <a:lnTo>
                      <a:pt x="33813" y="15840"/>
                    </a:lnTo>
                    <a:lnTo>
                      <a:pt x="33813" y="15902"/>
                    </a:lnTo>
                    <a:lnTo>
                      <a:pt x="33792" y="15965"/>
                    </a:lnTo>
                    <a:lnTo>
                      <a:pt x="33750" y="15944"/>
                    </a:lnTo>
                    <a:lnTo>
                      <a:pt x="33708" y="15965"/>
                    </a:lnTo>
                    <a:lnTo>
                      <a:pt x="33708" y="16049"/>
                    </a:lnTo>
                    <a:lnTo>
                      <a:pt x="33771" y="16112"/>
                    </a:lnTo>
                    <a:lnTo>
                      <a:pt x="33750" y="16195"/>
                    </a:lnTo>
                    <a:lnTo>
                      <a:pt x="33687" y="16195"/>
                    </a:lnTo>
                    <a:lnTo>
                      <a:pt x="33582" y="16216"/>
                    </a:lnTo>
                    <a:lnTo>
                      <a:pt x="33499" y="16300"/>
                    </a:lnTo>
                    <a:lnTo>
                      <a:pt x="33373" y="16300"/>
                    </a:lnTo>
                    <a:lnTo>
                      <a:pt x="33290" y="16384"/>
                    </a:lnTo>
                    <a:lnTo>
                      <a:pt x="33290" y="16488"/>
                    </a:lnTo>
                    <a:lnTo>
                      <a:pt x="33206" y="16530"/>
                    </a:lnTo>
                    <a:lnTo>
                      <a:pt x="33164" y="16677"/>
                    </a:lnTo>
                    <a:lnTo>
                      <a:pt x="33248" y="16886"/>
                    </a:lnTo>
                    <a:lnTo>
                      <a:pt x="33352" y="16990"/>
                    </a:lnTo>
                    <a:lnTo>
                      <a:pt x="33394" y="16949"/>
                    </a:lnTo>
                    <a:lnTo>
                      <a:pt x="33499" y="17095"/>
                    </a:lnTo>
                    <a:lnTo>
                      <a:pt x="33478" y="17158"/>
                    </a:lnTo>
                    <a:lnTo>
                      <a:pt x="33666" y="17158"/>
                    </a:lnTo>
                    <a:lnTo>
                      <a:pt x="33771" y="17200"/>
                    </a:lnTo>
                    <a:lnTo>
                      <a:pt x="33813" y="17137"/>
                    </a:lnTo>
                    <a:lnTo>
                      <a:pt x="33917" y="17137"/>
                    </a:lnTo>
                    <a:lnTo>
                      <a:pt x="33980" y="17095"/>
                    </a:lnTo>
                    <a:lnTo>
                      <a:pt x="34106" y="17095"/>
                    </a:lnTo>
                    <a:lnTo>
                      <a:pt x="34189" y="17053"/>
                    </a:lnTo>
                    <a:lnTo>
                      <a:pt x="34273" y="17095"/>
                    </a:lnTo>
                    <a:lnTo>
                      <a:pt x="34315" y="17032"/>
                    </a:lnTo>
                    <a:lnTo>
                      <a:pt x="34315" y="16928"/>
                    </a:lnTo>
                    <a:lnTo>
                      <a:pt x="34336" y="16865"/>
                    </a:lnTo>
                    <a:lnTo>
                      <a:pt x="34398" y="16865"/>
                    </a:lnTo>
                    <a:lnTo>
                      <a:pt x="34503" y="17032"/>
                    </a:lnTo>
                    <a:lnTo>
                      <a:pt x="34587" y="17032"/>
                    </a:lnTo>
                    <a:lnTo>
                      <a:pt x="34650" y="17116"/>
                    </a:lnTo>
                    <a:lnTo>
                      <a:pt x="34796" y="17137"/>
                    </a:lnTo>
                    <a:lnTo>
                      <a:pt x="34817" y="17074"/>
                    </a:lnTo>
                    <a:lnTo>
                      <a:pt x="34901" y="16970"/>
                    </a:lnTo>
                    <a:lnTo>
                      <a:pt x="34943" y="16970"/>
                    </a:lnTo>
                    <a:lnTo>
                      <a:pt x="35026" y="16886"/>
                    </a:lnTo>
                    <a:lnTo>
                      <a:pt x="35131" y="16865"/>
                    </a:lnTo>
                    <a:lnTo>
                      <a:pt x="35110" y="16928"/>
                    </a:lnTo>
                    <a:lnTo>
                      <a:pt x="35110" y="17032"/>
                    </a:lnTo>
                    <a:lnTo>
                      <a:pt x="35026" y="17137"/>
                    </a:lnTo>
                    <a:lnTo>
                      <a:pt x="35026" y="17262"/>
                    </a:lnTo>
                    <a:lnTo>
                      <a:pt x="35131" y="17221"/>
                    </a:lnTo>
                    <a:lnTo>
                      <a:pt x="35173" y="17032"/>
                    </a:lnTo>
                    <a:lnTo>
                      <a:pt x="35215" y="17074"/>
                    </a:lnTo>
                    <a:lnTo>
                      <a:pt x="35256" y="17032"/>
                    </a:lnTo>
                    <a:lnTo>
                      <a:pt x="35340" y="17074"/>
                    </a:lnTo>
                    <a:lnTo>
                      <a:pt x="35256" y="17200"/>
                    </a:lnTo>
                    <a:lnTo>
                      <a:pt x="35277" y="17283"/>
                    </a:lnTo>
                    <a:lnTo>
                      <a:pt x="35277" y="17179"/>
                    </a:lnTo>
                    <a:lnTo>
                      <a:pt x="35466" y="17011"/>
                    </a:lnTo>
                    <a:lnTo>
                      <a:pt x="35487" y="17074"/>
                    </a:lnTo>
                    <a:lnTo>
                      <a:pt x="35361" y="17179"/>
                    </a:lnTo>
                    <a:lnTo>
                      <a:pt x="35361" y="17242"/>
                    </a:lnTo>
                    <a:lnTo>
                      <a:pt x="35445" y="17304"/>
                    </a:lnTo>
                    <a:lnTo>
                      <a:pt x="35487" y="17451"/>
                    </a:lnTo>
                    <a:lnTo>
                      <a:pt x="35487" y="17555"/>
                    </a:lnTo>
                    <a:lnTo>
                      <a:pt x="35507" y="17660"/>
                    </a:lnTo>
                    <a:lnTo>
                      <a:pt x="35612" y="17639"/>
                    </a:lnTo>
                    <a:lnTo>
                      <a:pt x="35612" y="17765"/>
                    </a:lnTo>
                    <a:lnTo>
                      <a:pt x="35675" y="17827"/>
                    </a:lnTo>
                    <a:lnTo>
                      <a:pt x="35759" y="17681"/>
                    </a:lnTo>
                    <a:lnTo>
                      <a:pt x="35717" y="17869"/>
                    </a:lnTo>
                    <a:lnTo>
                      <a:pt x="35654" y="17953"/>
                    </a:lnTo>
                    <a:lnTo>
                      <a:pt x="35759" y="18058"/>
                    </a:lnTo>
                    <a:lnTo>
                      <a:pt x="35759" y="17974"/>
                    </a:lnTo>
                    <a:lnTo>
                      <a:pt x="35800" y="17869"/>
                    </a:lnTo>
                    <a:lnTo>
                      <a:pt x="35863" y="17848"/>
                    </a:lnTo>
                    <a:lnTo>
                      <a:pt x="35863" y="17848"/>
                    </a:lnTo>
                    <a:lnTo>
                      <a:pt x="35821" y="17890"/>
                    </a:lnTo>
                    <a:lnTo>
                      <a:pt x="35863" y="18037"/>
                    </a:lnTo>
                    <a:lnTo>
                      <a:pt x="35926" y="18162"/>
                    </a:lnTo>
                    <a:lnTo>
                      <a:pt x="36093" y="18141"/>
                    </a:lnTo>
                    <a:lnTo>
                      <a:pt x="36031" y="18183"/>
                    </a:lnTo>
                    <a:lnTo>
                      <a:pt x="35821" y="18309"/>
                    </a:lnTo>
                    <a:lnTo>
                      <a:pt x="35675" y="18309"/>
                    </a:lnTo>
                    <a:lnTo>
                      <a:pt x="35654" y="18371"/>
                    </a:lnTo>
                    <a:lnTo>
                      <a:pt x="35759" y="18413"/>
                    </a:lnTo>
                    <a:lnTo>
                      <a:pt x="35759" y="18560"/>
                    </a:lnTo>
                    <a:lnTo>
                      <a:pt x="35821" y="18664"/>
                    </a:lnTo>
                    <a:lnTo>
                      <a:pt x="35905" y="18727"/>
                    </a:lnTo>
                    <a:lnTo>
                      <a:pt x="35989" y="18727"/>
                    </a:lnTo>
                    <a:lnTo>
                      <a:pt x="35989" y="18790"/>
                    </a:lnTo>
                    <a:lnTo>
                      <a:pt x="36093" y="18874"/>
                    </a:lnTo>
                    <a:lnTo>
                      <a:pt x="36156" y="18915"/>
                    </a:lnTo>
                    <a:lnTo>
                      <a:pt x="36219" y="18915"/>
                    </a:lnTo>
                    <a:lnTo>
                      <a:pt x="36407" y="19041"/>
                    </a:lnTo>
                    <a:lnTo>
                      <a:pt x="36512" y="19041"/>
                    </a:lnTo>
                    <a:lnTo>
                      <a:pt x="36512" y="19104"/>
                    </a:lnTo>
                    <a:lnTo>
                      <a:pt x="36575" y="19125"/>
                    </a:lnTo>
                    <a:lnTo>
                      <a:pt x="36595" y="19083"/>
                    </a:lnTo>
                    <a:lnTo>
                      <a:pt x="36616" y="19041"/>
                    </a:lnTo>
                    <a:lnTo>
                      <a:pt x="36721" y="19104"/>
                    </a:lnTo>
                    <a:lnTo>
                      <a:pt x="36679" y="19125"/>
                    </a:lnTo>
                    <a:lnTo>
                      <a:pt x="36616" y="19187"/>
                    </a:lnTo>
                    <a:lnTo>
                      <a:pt x="36679" y="19292"/>
                    </a:lnTo>
                    <a:lnTo>
                      <a:pt x="36742" y="19334"/>
                    </a:lnTo>
                    <a:lnTo>
                      <a:pt x="36805" y="19334"/>
                    </a:lnTo>
                    <a:lnTo>
                      <a:pt x="36805" y="19418"/>
                    </a:lnTo>
                    <a:lnTo>
                      <a:pt x="36930" y="19543"/>
                    </a:lnTo>
                    <a:lnTo>
                      <a:pt x="37014" y="19543"/>
                    </a:lnTo>
                    <a:lnTo>
                      <a:pt x="37056" y="19606"/>
                    </a:lnTo>
                    <a:lnTo>
                      <a:pt x="37098" y="19648"/>
                    </a:lnTo>
                    <a:lnTo>
                      <a:pt x="37265" y="19731"/>
                    </a:lnTo>
                    <a:lnTo>
                      <a:pt x="37328" y="19711"/>
                    </a:lnTo>
                    <a:lnTo>
                      <a:pt x="37370" y="19731"/>
                    </a:lnTo>
                    <a:lnTo>
                      <a:pt x="37453" y="19731"/>
                    </a:lnTo>
                    <a:lnTo>
                      <a:pt x="37537" y="19773"/>
                    </a:lnTo>
                    <a:lnTo>
                      <a:pt x="37558" y="19857"/>
                    </a:lnTo>
                    <a:lnTo>
                      <a:pt x="37725" y="19983"/>
                    </a:lnTo>
                    <a:lnTo>
                      <a:pt x="37788" y="19983"/>
                    </a:lnTo>
                    <a:lnTo>
                      <a:pt x="37872" y="20045"/>
                    </a:lnTo>
                    <a:lnTo>
                      <a:pt x="38060" y="20087"/>
                    </a:lnTo>
                    <a:lnTo>
                      <a:pt x="38165" y="20150"/>
                    </a:lnTo>
                    <a:lnTo>
                      <a:pt x="38269" y="20150"/>
                    </a:lnTo>
                    <a:lnTo>
                      <a:pt x="38290" y="20129"/>
                    </a:lnTo>
                    <a:lnTo>
                      <a:pt x="38290" y="20066"/>
                    </a:lnTo>
                    <a:lnTo>
                      <a:pt x="38207" y="19983"/>
                    </a:lnTo>
                    <a:lnTo>
                      <a:pt x="38165" y="19920"/>
                    </a:lnTo>
                    <a:lnTo>
                      <a:pt x="38207" y="19857"/>
                    </a:lnTo>
                    <a:lnTo>
                      <a:pt x="38290" y="19878"/>
                    </a:lnTo>
                    <a:lnTo>
                      <a:pt x="38311" y="19815"/>
                    </a:lnTo>
                    <a:lnTo>
                      <a:pt x="38290" y="19752"/>
                    </a:lnTo>
                    <a:lnTo>
                      <a:pt x="38248" y="19773"/>
                    </a:lnTo>
                    <a:lnTo>
                      <a:pt x="38207" y="19731"/>
                    </a:lnTo>
                    <a:lnTo>
                      <a:pt x="38248" y="19606"/>
                    </a:lnTo>
                    <a:lnTo>
                      <a:pt x="38207" y="19564"/>
                    </a:lnTo>
                    <a:lnTo>
                      <a:pt x="38102" y="19669"/>
                    </a:lnTo>
                    <a:lnTo>
                      <a:pt x="38102" y="19627"/>
                    </a:lnTo>
                    <a:lnTo>
                      <a:pt x="38081" y="19543"/>
                    </a:lnTo>
                    <a:lnTo>
                      <a:pt x="38018" y="19543"/>
                    </a:lnTo>
                    <a:lnTo>
                      <a:pt x="38123" y="19439"/>
                    </a:lnTo>
                    <a:lnTo>
                      <a:pt x="38102" y="19313"/>
                    </a:lnTo>
                    <a:lnTo>
                      <a:pt x="38060" y="19292"/>
                    </a:lnTo>
                    <a:lnTo>
                      <a:pt x="37956" y="19292"/>
                    </a:lnTo>
                    <a:lnTo>
                      <a:pt x="37976" y="19187"/>
                    </a:lnTo>
                    <a:lnTo>
                      <a:pt x="37935" y="19083"/>
                    </a:lnTo>
                    <a:lnTo>
                      <a:pt x="37893" y="18999"/>
                    </a:lnTo>
                    <a:lnTo>
                      <a:pt x="37788" y="18999"/>
                    </a:lnTo>
                    <a:lnTo>
                      <a:pt x="37851" y="18915"/>
                    </a:lnTo>
                    <a:lnTo>
                      <a:pt x="37767" y="18894"/>
                    </a:lnTo>
                    <a:lnTo>
                      <a:pt x="37725" y="18894"/>
                    </a:lnTo>
                    <a:lnTo>
                      <a:pt x="37746" y="18832"/>
                    </a:lnTo>
                    <a:lnTo>
                      <a:pt x="37663" y="18727"/>
                    </a:lnTo>
                    <a:lnTo>
                      <a:pt x="37663" y="18748"/>
                    </a:lnTo>
                    <a:lnTo>
                      <a:pt x="37621" y="18748"/>
                    </a:lnTo>
                    <a:lnTo>
                      <a:pt x="37621" y="18602"/>
                    </a:lnTo>
                    <a:lnTo>
                      <a:pt x="37621" y="18539"/>
                    </a:lnTo>
                    <a:lnTo>
                      <a:pt x="37621" y="18476"/>
                    </a:lnTo>
                    <a:lnTo>
                      <a:pt x="37453" y="18350"/>
                    </a:lnTo>
                    <a:lnTo>
                      <a:pt x="37432" y="18225"/>
                    </a:lnTo>
                    <a:lnTo>
                      <a:pt x="37432" y="18120"/>
                    </a:lnTo>
                    <a:lnTo>
                      <a:pt x="37516" y="18162"/>
                    </a:lnTo>
                    <a:lnTo>
                      <a:pt x="37558" y="18078"/>
                    </a:lnTo>
                    <a:lnTo>
                      <a:pt x="37663" y="18120"/>
                    </a:lnTo>
                    <a:lnTo>
                      <a:pt x="37663" y="18225"/>
                    </a:lnTo>
                    <a:lnTo>
                      <a:pt x="37746" y="18371"/>
                    </a:lnTo>
                    <a:lnTo>
                      <a:pt x="37872" y="18434"/>
                    </a:lnTo>
                    <a:lnTo>
                      <a:pt x="37935" y="18476"/>
                    </a:lnTo>
                    <a:lnTo>
                      <a:pt x="37935" y="18560"/>
                    </a:lnTo>
                    <a:lnTo>
                      <a:pt x="37976" y="18602"/>
                    </a:lnTo>
                    <a:lnTo>
                      <a:pt x="37976" y="18539"/>
                    </a:lnTo>
                    <a:lnTo>
                      <a:pt x="37935" y="18392"/>
                    </a:lnTo>
                    <a:lnTo>
                      <a:pt x="37935" y="18350"/>
                    </a:lnTo>
                    <a:lnTo>
                      <a:pt x="37976" y="18309"/>
                    </a:lnTo>
                    <a:lnTo>
                      <a:pt x="38018" y="18392"/>
                    </a:lnTo>
                    <a:lnTo>
                      <a:pt x="38018" y="18455"/>
                    </a:lnTo>
                    <a:lnTo>
                      <a:pt x="38081" y="18497"/>
                    </a:lnTo>
                    <a:lnTo>
                      <a:pt x="38123" y="18685"/>
                    </a:lnTo>
                    <a:lnTo>
                      <a:pt x="38207" y="18706"/>
                    </a:lnTo>
                    <a:lnTo>
                      <a:pt x="38207" y="18769"/>
                    </a:lnTo>
                    <a:lnTo>
                      <a:pt x="38290" y="18832"/>
                    </a:lnTo>
                    <a:lnTo>
                      <a:pt x="38374" y="19020"/>
                    </a:lnTo>
                    <a:lnTo>
                      <a:pt x="38416" y="18936"/>
                    </a:lnTo>
                    <a:lnTo>
                      <a:pt x="38395" y="18832"/>
                    </a:lnTo>
                    <a:lnTo>
                      <a:pt x="38395" y="18664"/>
                    </a:lnTo>
                    <a:lnTo>
                      <a:pt x="38416" y="18560"/>
                    </a:lnTo>
                    <a:lnTo>
                      <a:pt x="38416" y="18643"/>
                    </a:lnTo>
                    <a:lnTo>
                      <a:pt x="38479" y="18811"/>
                    </a:lnTo>
                    <a:lnTo>
                      <a:pt x="38479" y="18915"/>
                    </a:lnTo>
                    <a:lnTo>
                      <a:pt x="38479" y="18999"/>
                    </a:lnTo>
                    <a:lnTo>
                      <a:pt x="38520" y="19020"/>
                    </a:lnTo>
                    <a:lnTo>
                      <a:pt x="38604" y="19083"/>
                    </a:lnTo>
                    <a:lnTo>
                      <a:pt x="38625" y="18999"/>
                    </a:lnTo>
                    <a:lnTo>
                      <a:pt x="38583" y="18957"/>
                    </a:lnTo>
                    <a:lnTo>
                      <a:pt x="38583" y="18894"/>
                    </a:lnTo>
                    <a:lnTo>
                      <a:pt x="38667" y="18915"/>
                    </a:lnTo>
                    <a:lnTo>
                      <a:pt x="38688" y="19020"/>
                    </a:lnTo>
                    <a:lnTo>
                      <a:pt x="38688" y="19104"/>
                    </a:lnTo>
                    <a:lnTo>
                      <a:pt x="38709" y="19125"/>
                    </a:lnTo>
                    <a:lnTo>
                      <a:pt x="38709" y="19062"/>
                    </a:lnTo>
                    <a:lnTo>
                      <a:pt x="38772" y="19020"/>
                    </a:lnTo>
                    <a:lnTo>
                      <a:pt x="38772" y="19187"/>
                    </a:lnTo>
                    <a:lnTo>
                      <a:pt x="38813" y="19271"/>
                    </a:lnTo>
                    <a:lnTo>
                      <a:pt x="38897" y="19271"/>
                    </a:lnTo>
                    <a:lnTo>
                      <a:pt x="38939" y="19208"/>
                    </a:lnTo>
                    <a:lnTo>
                      <a:pt x="38939" y="19313"/>
                    </a:lnTo>
                    <a:lnTo>
                      <a:pt x="38918" y="19376"/>
                    </a:lnTo>
                    <a:lnTo>
                      <a:pt x="38981" y="19543"/>
                    </a:lnTo>
                    <a:lnTo>
                      <a:pt x="39023" y="19627"/>
                    </a:lnTo>
                    <a:lnTo>
                      <a:pt x="39127" y="19627"/>
                    </a:lnTo>
                    <a:lnTo>
                      <a:pt x="39127" y="19543"/>
                    </a:lnTo>
                    <a:lnTo>
                      <a:pt x="39106" y="19522"/>
                    </a:lnTo>
                    <a:lnTo>
                      <a:pt x="39106" y="19397"/>
                    </a:lnTo>
                    <a:lnTo>
                      <a:pt x="39044" y="19187"/>
                    </a:lnTo>
                    <a:lnTo>
                      <a:pt x="39127" y="19187"/>
                    </a:lnTo>
                    <a:lnTo>
                      <a:pt x="39169" y="19271"/>
                    </a:lnTo>
                    <a:lnTo>
                      <a:pt x="39274" y="19292"/>
                    </a:lnTo>
                    <a:lnTo>
                      <a:pt x="39316" y="19271"/>
                    </a:lnTo>
                    <a:lnTo>
                      <a:pt x="39253" y="19166"/>
                    </a:lnTo>
                    <a:lnTo>
                      <a:pt x="39295" y="19083"/>
                    </a:lnTo>
                    <a:lnTo>
                      <a:pt x="39295" y="18894"/>
                    </a:lnTo>
                    <a:lnTo>
                      <a:pt x="39211" y="18706"/>
                    </a:lnTo>
                    <a:lnTo>
                      <a:pt x="39232" y="18560"/>
                    </a:lnTo>
                    <a:lnTo>
                      <a:pt x="39232" y="18392"/>
                    </a:lnTo>
                    <a:lnTo>
                      <a:pt x="39253" y="18560"/>
                    </a:lnTo>
                    <a:lnTo>
                      <a:pt x="39232" y="18664"/>
                    </a:lnTo>
                    <a:lnTo>
                      <a:pt x="39253" y="18790"/>
                    </a:lnTo>
                    <a:lnTo>
                      <a:pt x="39420" y="18957"/>
                    </a:lnTo>
                    <a:lnTo>
                      <a:pt x="39441" y="18894"/>
                    </a:lnTo>
                    <a:lnTo>
                      <a:pt x="39420" y="18769"/>
                    </a:lnTo>
                    <a:lnTo>
                      <a:pt x="39462" y="18664"/>
                    </a:lnTo>
                    <a:lnTo>
                      <a:pt x="39462" y="18497"/>
                    </a:lnTo>
                    <a:lnTo>
                      <a:pt x="39546" y="18455"/>
                    </a:lnTo>
                    <a:lnTo>
                      <a:pt x="39525" y="18434"/>
                    </a:lnTo>
                    <a:lnTo>
                      <a:pt x="39399" y="18246"/>
                    </a:lnTo>
                    <a:lnTo>
                      <a:pt x="39357" y="18120"/>
                    </a:lnTo>
                    <a:lnTo>
                      <a:pt x="39316" y="18078"/>
                    </a:lnTo>
                    <a:lnTo>
                      <a:pt x="39336" y="18016"/>
                    </a:lnTo>
                    <a:lnTo>
                      <a:pt x="39253" y="17869"/>
                    </a:lnTo>
                    <a:lnTo>
                      <a:pt x="39190" y="17786"/>
                    </a:lnTo>
                    <a:lnTo>
                      <a:pt x="39316" y="17765"/>
                    </a:lnTo>
                    <a:lnTo>
                      <a:pt x="39336" y="17723"/>
                    </a:lnTo>
                    <a:lnTo>
                      <a:pt x="39420" y="17639"/>
                    </a:lnTo>
                    <a:lnTo>
                      <a:pt x="39357" y="17576"/>
                    </a:lnTo>
                    <a:lnTo>
                      <a:pt x="39295" y="17618"/>
                    </a:lnTo>
                    <a:lnTo>
                      <a:pt x="39148" y="17639"/>
                    </a:lnTo>
                    <a:lnTo>
                      <a:pt x="39106" y="17597"/>
                    </a:lnTo>
                    <a:lnTo>
                      <a:pt x="39127" y="17555"/>
                    </a:lnTo>
                    <a:lnTo>
                      <a:pt x="39148" y="17514"/>
                    </a:lnTo>
                    <a:lnTo>
                      <a:pt x="39232" y="17430"/>
                    </a:lnTo>
                    <a:lnTo>
                      <a:pt x="39253" y="17325"/>
                    </a:lnTo>
                    <a:lnTo>
                      <a:pt x="39211" y="17242"/>
                    </a:lnTo>
                    <a:lnTo>
                      <a:pt x="39148" y="17242"/>
                    </a:lnTo>
                    <a:lnTo>
                      <a:pt x="39148" y="17304"/>
                    </a:lnTo>
                    <a:lnTo>
                      <a:pt x="39106" y="17388"/>
                    </a:lnTo>
                    <a:lnTo>
                      <a:pt x="39106" y="17304"/>
                    </a:lnTo>
                    <a:lnTo>
                      <a:pt x="39085" y="17325"/>
                    </a:lnTo>
                    <a:lnTo>
                      <a:pt x="38939" y="17346"/>
                    </a:lnTo>
                    <a:lnTo>
                      <a:pt x="38918" y="17304"/>
                    </a:lnTo>
                    <a:lnTo>
                      <a:pt x="39002" y="17242"/>
                    </a:lnTo>
                    <a:lnTo>
                      <a:pt x="39023" y="17200"/>
                    </a:lnTo>
                    <a:lnTo>
                      <a:pt x="38981" y="17137"/>
                    </a:lnTo>
                    <a:lnTo>
                      <a:pt x="38939" y="17032"/>
                    </a:lnTo>
                    <a:lnTo>
                      <a:pt x="38876" y="16990"/>
                    </a:lnTo>
                    <a:lnTo>
                      <a:pt x="38813" y="17011"/>
                    </a:lnTo>
                    <a:lnTo>
                      <a:pt x="38813" y="17116"/>
                    </a:lnTo>
                    <a:lnTo>
                      <a:pt x="38792" y="17179"/>
                    </a:lnTo>
                    <a:lnTo>
                      <a:pt x="38772" y="17137"/>
                    </a:lnTo>
                    <a:lnTo>
                      <a:pt x="38772" y="17011"/>
                    </a:lnTo>
                    <a:lnTo>
                      <a:pt x="38730" y="16928"/>
                    </a:lnTo>
                    <a:lnTo>
                      <a:pt x="38688" y="16928"/>
                    </a:lnTo>
                    <a:lnTo>
                      <a:pt x="38709" y="16865"/>
                    </a:lnTo>
                    <a:lnTo>
                      <a:pt x="38667" y="16865"/>
                    </a:lnTo>
                    <a:lnTo>
                      <a:pt x="38667" y="16823"/>
                    </a:lnTo>
                    <a:lnTo>
                      <a:pt x="38688" y="16823"/>
                    </a:lnTo>
                    <a:lnTo>
                      <a:pt x="38667" y="16760"/>
                    </a:lnTo>
                    <a:lnTo>
                      <a:pt x="38604" y="16718"/>
                    </a:lnTo>
                    <a:lnTo>
                      <a:pt x="38625" y="16677"/>
                    </a:lnTo>
                    <a:lnTo>
                      <a:pt x="38730" y="16677"/>
                    </a:lnTo>
                    <a:lnTo>
                      <a:pt x="38792" y="16656"/>
                    </a:lnTo>
                    <a:lnTo>
                      <a:pt x="38730" y="16593"/>
                    </a:lnTo>
                    <a:lnTo>
                      <a:pt x="38625" y="16593"/>
                    </a:lnTo>
                    <a:lnTo>
                      <a:pt x="38583" y="16572"/>
                    </a:lnTo>
                    <a:lnTo>
                      <a:pt x="38625" y="16488"/>
                    </a:lnTo>
                    <a:lnTo>
                      <a:pt x="38730" y="16446"/>
                    </a:lnTo>
                    <a:lnTo>
                      <a:pt x="38730" y="16405"/>
                    </a:lnTo>
                    <a:lnTo>
                      <a:pt x="38688" y="16363"/>
                    </a:lnTo>
                    <a:lnTo>
                      <a:pt x="38520" y="16363"/>
                    </a:lnTo>
                    <a:lnTo>
                      <a:pt x="38500" y="16405"/>
                    </a:lnTo>
                    <a:lnTo>
                      <a:pt x="38458" y="16488"/>
                    </a:lnTo>
                    <a:lnTo>
                      <a:pt x="38248" y="16530"/>
                    </a:lnTo>
                    <a:lnTo>
                      <a:pt x="38353" y="16467"/>
                    </a:lnTo>
                    <a:lnTo>
                      <a:pt x="38500" y="16321"/>
                    </a:lnTo>
                    <a:lnTo>
                      <a:pt x="38562" y="16216"/>
                    </a:lnTo>
                    <a:lnTo>
                      <a:pt x="38562" y="16174"/>
                    </a:lnTo>
                    <a:lnTo>
                      <a:pt x="38458" y="16174"/>
                    </a:lnTo>
                    <a:lnTo>
                      <a:pt x="38395" y="16153"/>
                    </a:lnTo>
                    <a:lnTo>
                      <a:pt x="38458" y="16091"/>
                    </a:lnTo>
                    <a:lnTo>
                      <a:pt x="38416" y="16049"/>
                    </a:lnTo>
                    <a:lnTo>
                      <a:pt x="38374" y="16070"/>
                    </a:lnTo>
                    <a:lnTo>
                      <a:pt x="38374" y="15986"/>
                    </a:lnTo>
                    <a:lnTo>
                      <a:pt x="38416" y="15923"/>
                    </a:lnTo>
                    <a:lnTo>
                      <a:pt x="38416" y="15819"/>
                    </a:lnTo>
                    <a:lnTo>
                      <a:pt x="38290" y="15777"/>
                    </a:lnTo>
                    <a:lnTo>
                      <a:pt x="38207" y="15756"/>
                    </a:lnTo>
                    <a:lnTo>
                      <a:pt x="38081" y="15756"/>
                    </a:lnTo>
                    <a:lnTo>
                      <a:pt x="38039" y="15693"/>
                    </a:lnTo>
                    <a:lnTo>
                      <a:pt x="38165" y="15693"/>
                    </a:lnTo>
                    <a:lnTo>
                      <a:pt x="38269" y="15672"/>
                    </a:lnTo>
                    <a:lnTo>
                      <a:pt x="38311" y="15630"/>
                    </a:lnTo>
                    <a:lnTo>
                      <a:pt x="38374" y="15693"/>
                    </a:lnTo>
                    <a:lnTo>
                      <a:pt x="38395" y="15756"/>
                    </a:lnTo>
                    <a:lnTo>
                      <a:pt x="38500" y="15756"/>
                    </a:lnTo>
                    <a:lnTo>
                      <a:pt x="38604" y="15798"/>
                    </a:lnTo>
                    <a:lnTo>
                      <a:pt x="38625" y="15881"/>
                    </a:lnTo>
                    <a:lnTo>
                      <a:pt x="38604" y="15965"/>
                    </a:lnTo>
                    <a:lnTo>
                      <a:pt x="38625" y="16049"/>
                    </a:lnTo>
                    <a:lnTo>
                      <a:pt x="38730" y="16174"/>
                    </a:lnTo>
                    <a:lnTo>
                      <a:pt x="38772" y="16174"/>
                    </a:lnTo>
                    <a:lnTo>
                      <a:pt x="38792" y="16070"/>
                    </a:lnTo>
                    <a:lnTo>
                      <a:pt x="38834" y="16133"/>
                    </a:lnTo>
                    <a:lnTo>
                      <a:pt x="38981" y="16153"/>
                    </a:lnTo>
                    <a:lnTo>
                      <a:pt x="39023" y="16133"/>
                    </a:lnTo>
                    <a:lnTo>
                      <a:pt x="39023" y="16070"/>
                    </a:lnTo>
                    <a:lnTo>
                      <a:pt x="38981" y="16049"/>
                    </a:lnTo>
                    <a:lnTo>
                      <a:pt x="38981" y="15965"/>
                    </a:lnTo>
                    <a:lnTo>
                      <a:pt x="38939" y="15861"/>
                    </a:lnTo>
                    <a:lnTo>
                      <a:pt x="38876" y="15777"/>
                    </a:lnTo>
                    <a:lnTo>
                      <a:pt x="38792" y="15756"/>
                    </a:lnTo>
                    <a:lnTo>
                      <a:pt x="38813" y="15672"/>
                    </a:lnTo>
                    <a:lnTo>
                      <a:pt x="38813" y="15589"/>
                    </a:lnTo>
                    <a:lnTo>
                      <a:pt x="38772" y="15547"/>
                    </a:lnTo>
                    <a:lnTo>
                      <a:pt x="38792" y="15526"/>
                    </a:lnTo>
                    <a:lnTo>
                      <a:pt x="38834" y="15547"/>
                    </a:lnTo>
                    <a:lnTo>
                      <a:pt x="38876" y="15651"/>
                    </a:lnTo>
                    <a:lnTo>
                      <a:pt x="38918" y="15693"/>
                    </a:lnTo>
                    <a:lnTo>
                      <a:pt x="39002" y="15672"/>
                    </a:lnTo>
                    <a:lnTo>
                      <a:pt x="38981" y="15651"/>
                    </a:lnTo>
                    <a:lnTo>
                      <a:pt x="39002" y="15630"/>
                    </a:lnTo>
                    <a:lnTo>
                      <a:pt x="39085" y="15651"/>
                    </a:lnTo>
                    <a:lnTo>
                      <a:pt x="39044" y="15547"/>
                    </a:lnTo>
                    <a:lnTo>
                      <a:pt x="39002" y="15442"/>
                    </a:lnTo>
                    <a:lnTo>
                      <a:pt x="38897" y="15379"/>
                    </a:lnTo>
                    <a:lnTo>
                      <a:pt x="39002" y="15379"/>
                    </a:lnTo>
                    <a:lnTo>
                      <a:pt x="39044" y="15442"/>
                    </a:lnTo>
                    <a:lnTo>
                      <a:pt x="39106" y="15484"/>
                    </a:lnTo>
                    <a:lnTo>
                      <a:pt x="39190" y="15463"/>
                    </a:lnTo>
                    <a:lnTo>
                      <a:pt x="39148" y="15421"/>
                    </a:lnTo>
                    <a:lnTo>
                      <a:pt x="39148" y="15337"/>
                    </a:lnTo>
                    <a:lnTo>
                      <a:pt x="39190" y="15337"/>
                    </a:lnTo>
                    <a:lnTo>
                      <a:pt x="39232" y="15379"/>
                    </a:lnTo>
                    <a:lnTo>
                      <a:pt x="39295" y="15421"/>
                    </a:lnTo>
                    <a:lnTo>
                      <a:pt x="39295" y="15463"/>
                    </a:lnTo>
                    <a:lnTo>
                      <a:pt x="39232" y="15484"/>
                    </a:lnTo>
                    <a:lnTo>
                      <a:pt x="39232" y="15589"/>
                    </a:lnTo>
                    <a:lnTo>
                      <a:pt x="39232" y="15630"/>
                    </a:lnTo>
                    <a:lnTo>
                      <a:pt x="39295" y="15630"/>
                    </a:lnTo>
                    <a:lnTo>
                      <a:pt x="39336" y="15651"/>
                    </a:lnTo>
                    <a:lnTo>
                      <a:pt x="39336" y="15693"/>
                    </a:lnTo>
                    <a:lnTo>
                      <a:pt x="39295" y="15735"/>
                    </a:lnTo>
                    <a:lnTo>
                      <a:pt x="39253" y="15777"/>
                    </a:lnTo>
                    <a:lnTo>
                      <a:pt x="39316" y="15798"/>
                    </a:lnTo>
                    <a:lnTo>
                      <a:pt x="39357" y="15777"/>
                    </a:lnTo>
                    <a:lnTo>
                      <a:pt x="39399" y="15798"/>
                    </a:lnTo>
                    <a:lnTo>
                      <a:pt x="39357" y="15881"/>
                    </a:lnTo>
                    <a:lnTo>
                      <a:pt x="39399" y="15944"/>
                    </a:lnTo>
                    <a:lnTo>
                      <a:pt x="39441" y="15965"/>
                    </a:lnTo>
                    <a:lnTo>
                      <a:pt x="39525" y="15944"/>
                    </a:lnTo>
                    <a:lnTo>
                      <a:pt x="39734" y="15798"/>
                    </a:lnTo>
                    <a:lnTo>
                      <a:pt x="39818" y="15672"/>
                    </a:lnTo>
                    <a:lnTo>
                      <a:pt x="39818" y="15756"/>
                    </a:lnTo>
                    <a:lnTo>
                      <a:pt x="39755" y="15798"/>
                    </a:lnTo>
                    <a:lnTo>
                      <a:pt x="39734" y="15861"/>
                    </a:lnTo>
                    <a:lnTo>
                      <a:pt x="39629" y="15902"/>
                    </a:lnTo>
                    <a:lnTo>
                      <a:pt x="39462" y="16070"/>
                    </a:lnTo>
                    <a:lnTo>
                      <a:pt x="39462" y="16112"/>
                    </a:lnTo>
                    <a:lnTo>
                      <a:pt x="39546" y="16153"/>
                    </a:lnTo>
                    <a:lnTo>
                      <a:pt x="39650" y="16112"/>
                    </a:lnTo>
                    <a:lnTo>
                      <a:pt x="39818" y="16007"/>
                    </a:lnTo>
                    <a:lnTo>
                      <a:pt x="39880" y="16007"/>
                    </a:lnTo>
                    <a:lnTo>
                      <a:pt x="40027" y="15965"/>
                    </a:lnTo>
                    <a:lnTo>
                      <a:pt x="40069" y="15881"/>
                    </a:lnTo>
                    <a:lnTo>
                      <a:pt x="40132" y="15861"/>
                    </a:lnTo>
                    <a:lnTo>
                      <a:pt x="40236" y="15777"/>
                    </a:lnTo>
                    <a:lnTo>
                      <a:pt x="40278" y="15777"/>
                    </a:lnTo>
                    <a:lnTo>
                      <a:pt x="40278" y="15840"/>
                    </a:lnTo>
                    <a:lnTo>
                      <a:pt x="40236" y="15861"/>
                    </a:lnTo>
                    <a:lnTo>
                      <a:pt x="40152" y="15965"/>
                    </a:lnTo>
                    <a:lnTo>
                      <a:pt x="40090" y="16070"/>
                    </a:lnTo>
                    <a:lnTo>
                      <a:pt x="40027" y="16112"/>
                    </a:lnTo>
                    <a:lnTo>
                      <a:pt x="39943" y="16195"/>
                    </a:lnTo>
                    <a:lnTo>
                      <a:pt x="39839" y="16216"/>
                    </a:lnTo>
                    <a:lnTo>
                      <a:pt x="39776" y="16258"/>
                    </a:lnTo>
                    <a:lnTo>
                      <a:pt x="39713" y="16384"/>
                    </a:lnTo>
                    <a:lnTo>
                      <a:pt x="39713" y="16426"/>
                    </a:lnTo>
                    <a:lnTo>
                      <a:pt x="39734" y="16467"/>
                    </a:lnTo>
                    <a:lnTo>
                      <a:pt x="39776" y="16426"/>
                    </a:lnTo>
                    <a:lnTo>
                      <a:pt x="39860" y="16426"/>
                    </a:lnTo>
                    <a:lnTo>
                      <a:pt x="39943" y="16467"/>
                    </a:lnTo>
                    <a:lnTo>
                      <a:pt x="39860" y="16488"/>
                    </a:lnTo>
                    <a:lnTo>
                      <a:pt x="39776" y="16509"/>
                    </a:lnTo>
                    <a:lnTo>
                      <a:pt x="39734" y="16551"/>
                    </a:lnTo>
                    <a:lnTo>
                      <a:pt x="39734" y="16593"/>
                    </a:lnTo>
                    <a:lnTo>
                      <a:pt x="39776" y="16614"/>
                    </a:lnTo>
                    <a:lnTo>
                      <a:pt x="39860" y="16593"/>
                    </a:lnTo>
                    <a:lnTo>
                      <a:pt x="39922" y="16572"/>
                    </a:lnTo>
                    <a:lnTo>
                      <a:pt x="39839" y="16677"/>
                    </a:lnTo>
                    <a:lnTo>
                      <a:pt x="39755" y="16698"/>
                    </a:lnTo>
                    <a:lnTo>
                      <a:pt x="39734" y="16739"/>
                    </a:lnTo>
                    <a:lnTo>
                      <a:pt x="39755" y="16781"/>
                    </a:lnTo>
                    <a:lnTo>
                      <a:pt x="39839" y="16802"/>
                    </a:lnTo>
                    <a:lnTo>
                      <a:pt x="39922" y="16781"/>
                    </a:lnTo>
                    <a:lnTo>
                      <a:pt x="39985" y="16781"/>
                    </a:lnTo>
                    <a:lnTo>
                      <a:pt x="40027" y="16802"/>
                    </a:lnTo>
                    <a:lnTo>
                      <a:pt x="39964" y="16823"/>
                    </a:lnTo>
                    <a:lnTo>
                      <a:pt x="39964" y="16865"/>
                    </a:lnTo>
                    <a:lnTo>
                      <a:pt x="39860" y="16907"/>
                    </a:lnTo>
                    <a:lnTo>
                      <a:pt x="39839" y="16970"/>
                    </a:lnTo>
                    <a:lnTo>
                      <a:pt x="39860" y="17032"/>
                    </a:lnTo>
                    <a:lnTo>
                      <a:pt x="39922" y="17116"/>
                    </a:lnTo>
                    <a:lnTo>
                      <a:pt x="39922" y="17200"/>
                    </a:lnTo>
                    <a:lnTo>
                      <a:pt x="39943" y="17221"/>
                    </a:lnTo>
                    <a:lnTo>
                      <a:pt x="39985" y="17137"/>
                    </a:lnTo>
                    <a:lnTo>
                      <a:pt x="40048" y="17032"/>
                    </a:lnTo>
                    <a:lnTo>
                      <a:pt x="40090" y="16990"/>
                    </a:lnTo>
                    <a:lnTo>
                      <a:pt x="40132" y="16990"/>
                    </a:lnTo>
                    <a:lnTo>
                      <a:pt x="40090" y="17032"/>
                    </a:lnTo>
                    <a:lnTo>
                      <a:pt x="40090" y="17095"/>
                    </a:lnTo>
                    <a:lnTo>
                      <a:pt x="40048" y="17116"/>
                    </a:lnTo>
                    <a:lnTo>
                      <a:pt x="40048" y="17137"/>
                    </a:lnTo>
                    <a:lnTo>
                      <a:pt x="40090" y="17200"/>
                    </a:lnTo>
                    <a:lnTo>
                      <a:pt x="40069" y="17242"/>
                    </a:lnTo>
                    <a:lnTo>
                      <a:pt x="40132" y="17304"/>
                    </a:lnTo>
                    <a:lnTo>
                      <a:pt x="40152" y="17304"/>
                    </a:lnTo>
                    <a:lnTo>
                      <a:pt x="40173" y="17242"/>
                    </a:lnTo>
                    <a:lnTo>
                      <a:pt x="40257" y="17221"/>
                    </a:lnTo>
                    <a:lnTo>
                      <a:pt x="40278" y="17221"/>
                    </a:lnTo>
                    <a:lnTo>
                      <a:pt x="40278" y="17283"/>
                    </a:lnTo>
                    <a:lnTo>
                      <a:pt x="40236" y="17325"/>
                    </a:lnTo>
                    <a:lnTo>
                      <a:pt x="40236" y="17346"/>
                    </a:lnTo>
                    <a:lnTo>
                      <a:pt x="40278" y="17388"/>
                    </a:lnTo>
                    <a:lnTo>
                      <a:pt x="40278" y="17430"/>
                    </a:lnTo>
                    <a:lnTo>
                      <a:pt x="40299" y="17451"/>
                    </a:lnTo>
                    <a:lnTo>
                      <a:pt x="40299" y="17514"/>
                    </a:lnTo>
                    <a:lnTo>
                      <a:pt x="40362" y="17534"/>
                    </a:lnTo>
                    <a:lnTo>
                      <a:pt x="40383" y="17493"/>
                    </a:lnTo>
                    <a:lnTo>
                      <a:pt x="40487" y="17451"/>
                    </a:lnTo>
                    <a:lnTo>
                      <a:pt x="40508" y="17388"/>
                    </a:lnTo>
                    <a:lnTo>
                      <a:pt x="40508" y="17325"/>
                    </a:lnTo>
                    <a:lnTo>
                      <a:pt x="40445" y="17242"/>
                    </a:lnTo>
                    <a:lnTo>
                      <a:pt x="40466" y="17242"/>
                    </a:lnTo>
                    <a:lnTo>
                      <a:pt x="40508" y="17283"/>
                    </a:lnTo>
                    <a:lnTo>
                      <a:pt x="40550" y="17283"/>
                    </a:lnTo>
                    <a:lnTo>
                      <a:pt x="40550" y="17221"/>
                    </a:lnTo>
                    <a:lnTo>
                      <a:pt x="40508" y="17137"/>
                    </a:lnTo>
                    <a:lnTo>
                      <a:pt x="40508" y="17095"/>
                    </a:lnTo>
                    <a:lnTo>
                      <a:pt x="40571" y="17074"/>
                    </a:lnTo>
                    <a:lnTo>
                      <a:pt x="40571" y="16990"/>
                    </a:lnTo>
                    <a:lnTo>
                      <a:pt x="40571" y="16928"/>
                    </a:lnTo>
                    <a:lnTo>
                      <a:pt x="40508" y="16928"/>
                    </a:lnTo>
                    <a:lnTo>
                      <a:pt x="40466" y="16886"/>
                    </a:lnTo>
                    <a:lnTo>
                      <a:pt x="40466" y="16865"/>
                    </a:lnTo>
                    <a:lnTo>
                      <a:pt x="40487" y="16886"/>
                    </a:lnTo>
                    <a:lnTo>
                      <a:pt x="40571" y="16907"/>
                    </a:lnTo>
                    <a:lnTo>
                      <a:pt x="40613" y="16865"/>
                    </a:lnTo>
                    <a:lnTo>
                      <a:pt x="40592" y="16802"/>
                    </a:lnTo>
                    <a:lnTo>
                      <a:pt x="40550" y="16802"/>
                    </a:lnTo>
                    <a:lnTo>
                      <a:pt x="40508" y="16781"/>
                    </a:lnTo>
                    <a:lnTo>
                      <a:pt x="40592" y="16781"/>
                    </a:lnTo>
                    <a:lnTo>
                      <a:pt x="40655" y="16718"/>
                    </a:lnTo>
                    <a:lnTo>
                      <a:pt x="40655" y="16572"/>
                    </a:lnTo>
                    <a:lnTo>
                      <a:pt x="40676" y="16509"/>
                    </a:lnTo>
                    <a:lnTo>
                      <a:pt x="40696" y="16572"/>
                    </a:lnTo>
                    <a:lnTo>
                      <a:pt x="40696" y="16656"/>
                    </a:lnTo>
                    <a:lnTo>
                      <a:pt x="40717" y="16718"/>
                    </a:lnTo>
                    <a:lnTo>
                      <a:pt x="40696" y="16802"/>
                    </a:lnTo>
                    <a:lnTo>
                      <a:pt x="40759" y="16823"/>
                    </a:lnTo>
                    <a:lnTo>
                      <a:pt x="40822" y="16802"/>
                    </a:lnTo>
                    <a:lnTo>
                      <a:pt x="40864" y="16760"/>
                    </a:lnTo>
                    <a:lnTo>
                      <a:pt x="40906" y="16718"/>
                    </a:lnTo>
                    <a:lnTo>
                      <a:pt x="40906" y="16823"/>
                    </a:lnTo>
                    <a:lnTo>
                      <a:pt x="40927" y="16865"/>
                    </a:lnTo>
                    <a:lnTo>
                      <a:pt x="40989" y="16865"/>
                    </a:lnTo>
                    <a:lnTo>
                      <a:pt x="41010" y="16823"/>
                    </a:lnTo>
                    <a:lnTo>
                      <a:pt x="41010" y="16698"/>
                    </a:lnTo>
                    <a:lnTo>
                      <a:pt x="41010" y="16593"/>
                    </a:lnTo>
                    <a:lnTo>
                      <a:pt x="40969" y="16572"/>
                    </a:lnTo>
                    <a:lnTo>
                      <a:pt x="40927" y="16551"/>
                    </a:lnTo>
                    <a:lnTo>
                      <a:pt x="41010" y="16572"/>
                    </a:lnTo>
                    <a:lnTo>
                      <a:pt x="41094" y="16614"/>
                    </a:lnTo>
                    <a:lnTo>
                      <a:pt x="41115" y="16698"/>
                    </a:lnTo>
                    <a:lnTo>
                      <a:pt x="41178" y="16698"/>
                    </a:lnTo>
                    <a:lnTo>
                      <a:pt x="41199" y="16656"/>
                    </a:lnTo>
                    <a:lnTo>
                      <a:pt x="41199" y="16509"/>
                    </a:lnTo>
                    <a:lnTo>
                      <a:pt x="41136" y="16446"/>
                    </a:lnTo>
                    <a:lnTo>
                      <a:pt x="41031" y="16363"/>
                    </a:lnTo>
                    <a:lnTo>
                      <a:pt x="41010" y="16300"/>
                    </a:lnTo>
                    <a:lnTo>
                      <a:pt x="41031" y="16300"/>
                    </a:lnTo>
                    <a:lnTo>
                      <a:pt x="41094" y="16363"/>
                    </a:lnTo>
                    <a:lnTo>
                      <a:pt x="41199" y="16446"/>
                    </a:lnTo>
                    <a:lnTo>
                      <a:pt x="41220" y="16509"/>
                    </a:lnTo>
                    <a:lnTo>
                      <a:pt x="41387" y="16509"/>
                    </a:lnTo>
                    <a:lnTo>
                      <a:pt x="41408" y="16446"/>
                    </a:lnTo>
                    <a:lnTo>
                      <a:pt x="41387" y="16384"/>
                    </a:lnTo>
                    <a:lnTo>
                      <a:pt x="41324" y="16363"/>
                    </a:lnTo>
                    <a:lnTo>
                      <a:pt x="41282" y="16300"/>
                    </a:lnTo>
                    <a:lnTo>
                      <a:pt x="41178" y="16300"/>
                    </a:lnTo>
                    <a:lnTo>
                      <a:pt x="41115" y="16258"/>
                    </a:lnTo>
                    <a:lnTo>
                      <a:pt x="41136" y="16153"/>
                    </a:lnTo>
                    <a:lnTo>
                      <a:pt x="41178" y="16195"/>
                    </a:lnTo>
                    <a:lnTo>
                      <a:pt x="41241" y="16258"/>
                    </a:lnTo>
                    <a:lnTo>
                      <a:pt x="41324" y="16258"/>
                    </a:lnTo>
                    <a:lnTo>
                      <a:pt x="41345" y="16195"/>
                    </a:lnTo>
                    <a:lnTo>
                      <a:pt x="41324" y="16133"/>
                    </a:lnTo>
                    <a:lnTo>
                      <a:pt x="41282" y="16091"/>
                    </a:lnTo>
                    <a:lnTo>
                      <a:pt x="41282" y="16049"/>
                    </a:lnTo>
                    <a:lnTo>
                      <a:pt x="41324" y="16028"/>
                    </a:lnTo>
                    <a:lnTo>
                      <a:pt x="41345" y="16049"/>
                    </a:lnTo>
                    <a:lnTo>
                      <a:pt x="41429" y="16091"/>
                    </a:lnTo>
                    <a:lnTo>
                      <a:pt x="41429" y="16153"/>
                    </a:lnTo>
                    <a:lnTo>
                      <a:pt x="41408" y="16237"/>
                    </a:lnTo>
                    <a:lnTo>
                      <a:pt x="41513" y="16258"/>
                    </a:lnTo>
                    <a:lnTo>
                      <a:pt x="41617" y="16279"/>
                    </a:lnTo>
                    <a:lnTo>
                      <a:pt x="41701" y="16258"/>
                    </a:lnTo>
                    <a:lnTo>
                      <a:pt x="41764" y="16258"/>
                    </a:lnTo>
                    <a:lnTo>
                      <a:pt x="41826" y="16174"/>
                    </a:lnTo>
                    <a:lnTo>
                      <a:pt x="41826" y="16133"/>
                    </a:lnTo>
                    <a:lnTo>
                      <a:pt x="41638" y="16133"/>
                    </a:lnTo>
                    <a:lnTo>
                      <a:pt x="41617" y="16091"/>
                    </a:lnTo>
                    <a:lnTo>
                      <a:pt x="41659" y="16049"/>
                    </a:lnTo>
                    <a:lnTo>
                      <a:pt x="41743" y="16070"/>
                    </a:lnTo>
                    <a:lnTo>
                      <a:pt x="41805" y="16049"/>
                    </a:lnTo>
                    <a:lnTo>
                      <a:pt x="41764" y="15986"/>
                    </a:lnTo>
                    <a:lnTo>
                      <a:pt x="41722" y="15965"/>
                    </a:lnTo>
                    <a:lnTo>
                      <a:pt x="41743" y="15944"/>
                    </a:lnTo>
                    <a:lnTo>
                      <a:pt x="41722" y="15881"/>
                    </a:lnTo>
                    <a:lnTo>
                      <a:pt x="41659" y="15861"/>
                    </a:lnTo>
                    <a:lnTo>
                      <a:pt x="41596" y="15881"/>
                    </a:lnTo>
                    <a:lnTo>
                      <a:pt x="41638" y="15819"/>
                    </a:lnTo>
                    <a:lnTo>
                      <a:pt x="41701" y="15756"/>
                    </a:lnTo>
                    <a:lnTo>
                      <a:pt x="41722" y="15777"/>
                    </a:lnTo>
                    <a:lnTo>
                      <a:pt x="41764" y="15819"/>
                    </a:lnTo>
                    <a:lnTo>
                      <a:pt x="41826" y="15881"/>
                    </a:lnTo>
                    <a:lnTo>
                      <a:pt x="41826" y="15965"/>
                    </a:lnTo>
                    <a:lnTo>
                      <a:pt x="41952" y="15965"/>
                    </a:lnTo>
                    <a:lnTo>
                      <a:pt x="42015" y="15944"/>
                    </a:lnTo>
                    <a:lnTo>
                      <a:pt x="42036" y="15923"/>
                    </a:lnTo>
                    <a:lnTo>
                      <a:pt x="42015" y="15840"/>
                    </a:lnTo>
                    <a:lnTo>
                      <a:pt x="41931" y="15777"/>
                    </a:lnTo>
                    <a:lnTo>
                      <a:pt x="41931" y="15714"/>
                    </a:lnTo>
                    <a:lnTo>
                      <a:pt x="41910" y="15651"/>
                    </a:lnTo>
                    <a:lnTo>
                      <a:pt x="41805" y="15651"/>
                    </a:lnTo>
                    <a:lnTo>
                      <a:pt x="41847" y="15547"/>
                    </a:lnTo>
                    <a:lnTo>
                      <a:pt x="41805" y="15463"/>
                    </a:lnTo>
                    <a:lnTo>
                      <a:pt x="41701" y="15463"/>
                    </a:lnTo>
                    <a:lnTo>
                      <a:pt x="41743" y="15400"/>
                    </a:lnTo>
                    <a:lnTo>
                      <a:pt x="41722" y="15358"/>
                    </a:lnTo>
                    <a:lnTo>
                      <a:pt x="41596" y="15442"/>
                    </a:lnTo>
                    <a:lnTo>
                      <a:pt x="41533" y="15526"/>
                    </a:lnTo>
                    <a:lnTo>
                      <a:pt x="41554" y="15651"/>
                    </a:lnTo>
                    <a:lnTo>
                      <a:pt x="41533" y="15651"/>
                    </a:lnTo>
                    <a:lnTo>
                      <a:pt x="41492" y="15609"/>
                    </a:lnTo>
                    <a:lnTo>
                      <a:pt x="41492" y="15442"/>
                    </a:lnTo>
                    <a:lnTo>
                      <a:pt x="41450" y="15421"/>
                    </a:lnTo>
                    <a:lnTo>
                      <a:pt x="41408" y="15442"/>
                    </a:lnTo>
                    <a:lnTo>
                      <a:pt x="41408" y="15526"/>
                    </a:lnTo>
                    <a:lnTo>
                      <a:pt x="41324" y="15651"/>
                    </a:lnTo>
                    <a:lnTo>
                      <a:pt x="41282" y="15714"/>
                    </a:lnTo>
                    <a:lnTo>
                      <a:pt x="41282" y="15714"/>
                    </a:lnTo>
                    <a:lnTo>
                      <a:pt x="41303" y="15630"/>
                    </a:lnTo>
                    <a:lnTo>
                      <a:pt x="41303" y="15505"/>
                    </a:lnTo>
                    <a:lnTo>
                      <a:pt x="41387" y="15358"/>
                    </a:lnTo>
                    <a:lnTo>
                      <a:pt x="41387" y="15296"/>
                    </a:lnTo>
                    <a:lnTo>
                      <a:pt x="41282" y="15317"/>
                    </a:lnTo>
                    <a:lnTo>
                      <a:pt x="41178" y="15442"/>
                    </a:lnTo>
                    <a:lnTo>
                      <a:pt x="41178" y="15505"/>
                    </a:lnTo>
                    <a:lnTo>
                      <a:pt x="41094" y="15568"/>
                    </a:lnTo>
                    <a:lnTo>
                      <a:pt x="41010" y="15568"/>
                    </a:lnTo>
                    <a:lnTo>
                      <a:pt x="41010" y="15505"/>
                    </a:lnTo>
                    <a:lnTo>
                      <a:pt x="41073" y="15400"/>
                    </a:lnTo>
                    <a:lnTo>
                      <a:pt x="41199" y="15337"/>
                    </a:lnTo>
                    <a:lnTo>
                      <a:pt x="41241" y="15233"/>
                    </a:lnTo>
                    <a:lnTo>
                      <a:pt x="41303" y="15149"/>
                    </a:lnTo>
                    <a:lnTo>
                      <a:pt x="41345" y="15149"/>
                    </a:lnTo>
                    <a:lnTo>
                      <a:pt x="41429" y="15086"/>
                    </a:lnTo>
                    <a:lnTo>
                      <a:pt x="41450" y="15024"/>
                    </a:lnTo>
                    <a:lnTo>
                      <a:pt x="41387" y="15003"/>
                    </a:lnTo>
                    <a:lnTo>
                      <a:pt x="41282" y="15086"/>
                    </a:lnTo>
                    <a:lnTo>
                      <a:pt x="41199" y="15149"/>
                    </a:lnTo>
                    <a:lnTo>
                      <a:pt x="41115" y="15191"/>
                    </a:lnTo>
                    <a:lnTo>
                      <a:pt x="41010" y="15296"/>
                    </a:lnTo>
                    <a:lnTo>
                      <a:pt x="41073" y="15191"/>
                    </a:lnTo>
                    <a:lnTo>
                      <a:pt x="41136" y="15086"/>
                    </a:lnTo>
                    <a:lnTo>
                      <a:pt x="41115" y="15086"/>
                    </a:lnTo>
                    <a:lnTo>
                      <a:pt x="41010" y="15107"/>
                    </a:lnTo>
                    <a:lnTo>
                      <a:pt x="40969" y="15149"/>
                    </a:lnTo>
                    <a:lnTo>
                      <a:pt x="40801" y="15128"/>
                    </a:lnTo>
                    <a:lnTo>
                      <a:pt x="40696" y="15128"/>
                    </a:lnTo>
                    <a:lnTo>
                      <a:pt x="40655" y="15086"/>
                    </a:lnTo>
                    <a:lnTo>
                      <a:pt x="40759" y="15086"/>
                    </a:lnTo>
                    <a:lnTo>
                      <a:pt x="40969" y="15024"/>
                    </a:lnTo>
                    <a:lnTo>
                      <a:pt x="40864" y="14982"/>
                    </a:lnTo>
                    <a:lnTo>
                      <a:pt x="40780" y="14919"/>
                    </a:lnTo>
                    <a:lnTo>
                      <a:pt x="40864" y="14919"/>
                    </a:lnTo>
                    <a:lnTo>
                      <a:pt x="40927" y="14898"/>
                    </a:lnTo>
                    <a:lnTo>
                      <a:pt x="40885" y="14793"/>
                    </a:lnTo>
                    <a:lnTo>
                      <a:pt x="40801" y="14773"/>
                    </a:lnTo>
                    <a:lnTo>
                      <a:pt x="40801" y="14731"/>
                    </a:lnTo>
                    <a:lnTo>
                      <a:pt x="40885" y="14689"/>
                    </a:lnTo>
                    <a:lnTo>
                      <a:pt x="40885" y="14605"/>
                    </a:lnTo>
                    <a:lnTo>
                      <a:pt x="40864" y="14480"/>
                    </a:lnTo>
                    <a:lnTo>
                      <a:pt x="40822" y="14417"/>
                    </a:lnTo>
                    <a:lnTo>
                      <a:pt x="40696" y="14480"/>
                    </a:lnTo>
                    <a:lnTo>
                      <a:pt x="40655" y="14521"/>
                    </a:lnTo>
                    <a:lnTo>
                      <a:pt x="40592" y="14501"/>
                    </a:lnTo>
                    <a:lnTo>
                      <a:pt x="40571" y="14521"/>
                    </a:lnTo>
                    <a:lnTo>
                      <a:pt x="40550" y="14501"/>
                    </a:lnTo>
                    <a:lnTo>
                      <a:pt x="40592" y="14417"/>
                    </a:lnTo>
                    <a:lnTo>
                      <a:pt x="40613" y="14312"/>
                    </a:lnTo>
                    <a:lnTo>
                      <a:pt x="40759" y="14291"/>
                    </a:lnTo>
                    <a:lnTo>
                      <a:pt x="40801" y="14249"/>
                    </a:lnTo>
                    <a:lnTo>
                      <a:pt x="40801" y="14103"/>
                    </a:lnTo>
                    <a:lnTo>
                      <a:pt x="40780" y="14061"/>
                    </a:lnTo>
                    <a:lnTo>
                      <a:pt x="40696" y="14145"/>
                    </a:lnTo>
                    <a:lnTo>
                      <a:pt x="40571" y="14249"/>
                    </a:lnTo>
                    <a:lnTo>
                      <a:pt x="40508" y="14312"/>
                    </a:lnTo>
                    <a:lnTo>
                      <a:pt x="40445" y="14375"/>
                    </a:lnTo>
                    <a:lnTo>
                      <a:pt x="40445" y="14480"/>
                    </a:lnTo>
                    <a:lnTo>
                      <a:pt x="40445" y="14563"/>
                    </a:lnTo>
                    <a:lnTo>
                      <a:pt x="40278" y="14291"/>
                    </a:lnTo>
                    <a:lnTo>
                      <a:pt x="40278" y="14187"/>
                    </a:lnTo>
                    <a:lnTo>
                      <a:pt x="40278" y="14082"/>
                    </a:lnTo>
                    <a:lnTo>
                      <a:pt x="40341" y="13998"/>
                    </a:lnTo>
                    <a:lnTo>
                      <a:pt x="40424" y="13873"/>
                    </a:lnTo>
                    <a:lnTo>
                      <a:pt x="40466" y="13789"/>
                    </a:lnTo>
                    <a:lnTo>
                      <a:pt x="40424" y="13768"/>
                    </a:lnTo>
                    <a:lnTo>
                      <a:pt x="40362" y="13831"/>
                    </a:lnTo>
                    <a:lnTo>
                      <a:pt x="40299" y="13894"/>
                    </a:lnTo>
                    <a:lnTo>
                      <a:pt x="40299" y="13936"/>
                    </a:lnTo>
                    <a:lnTo>
                      <a:pt x="40194" y="13977"/>
                    </a:lnTo>
                    <a:lnTo>
                      <a:pt x="40152" y="14061"/>
                    </a:lnTo>
                    <a:lnTo>
                      <a:pt x="40152" y="14103"/>
                    </a:lnTo>
                    <a:lnTo>
                      <a:pt x="40069" y="14249"/>
                    </a:lnTo>
                    <a:lnTo>
                      <a:pt x="40027" y="14270"/>
                    </a:lnTo>
                    <a:lnTo>
                      <a:pt x="40027" y="14187"/>
                    </a:lnTo>
                    <a:lnTo>
                      <a:pt x="40069" y="14082"/>
                    </a:lnTo>
                    <a:lnTo>
                      <a:pt x="40173" y="13894"/>
                    </a:lnTo>
                    <a:lnTo>
                      <a:pt x="40215" y="13852"/>
                    </a:lnTo>
                    <a:lnTo>
                      <a:pt x="40194" y="13768"/>
                    </a:lnTo>
                    <a:lnTo>
                      <a:pt x="40111" y="13768"/>
                    </a:lnTo>
                    <a:lnTo>
                      <a:pt x="40048" y="13852"/>
                    </a:lnTo>
                    <a:lnTo>
                      <a:pt x="40048" y="13936"/>
                    </a:lnTo>
                    <a:lnTo>
                      <a:pt x="40006" y="13957"/>
                    </a:lnTo>
                    <a:lnTo>
                      <a:pt x="40006" y="13873"/>
                    </a:lnTo>
                    <a:lnTo>
                      <a:pt x="40069" y="13747"/>
                    </a:lnTo>
                    <a:lnTo>
                      <a:pt x="40090" y="13685"/>
                    </a:lnTo>
                    <a:lnTo>
                      <a:pt x="40048" y="13622"/>
                    </a:lnTo>
                    <a:lnTo>
                      <a:pt x="39943" y="13580"/>
                    </a:lnTo>
                    <a:lnTo>
                      <a:pt x="39964" y="13559"/>
                    </a:lnTo>
                    <a:lnTo>
                      <a:pt x="39901" y="13517"/>
                    </a:lnTo>
                    <a:lnTo>
                      <a:pt x="39776" y="13517"/>
                    </a:lnTo>
                    <a:lnTo>
                      <a:pt x="39692" y="13538"/>
                    </a:lnTo>
                    <a:lnTo>
                      <a:pt x="39734" y="13454"/>
                    </a:lnTo>
                    <a:lnTo>
                      <a:pt x="39818" y="13433"/>
                    </a:lnTo>
                    <a:lnTo>
                      <a:pt x="39713" y="13413"/>
                    </a:lnTo>
                    <a:lnTo>
                      <a:pt x="39567" y="13413"/>
                    </a:lnTo>
                    <a:lnTo>
                      <a:pt x="39504" y="13517"/>
                    </a:lnTo>
                    <a:lnTo>
                      <a:pt x="39504" y="13433"/>
                    </a:lnTo>
                    <a:lnTo>
                      <a:pt x="39671" y="13350"/>
                    </a:lnTo>
                    <a:lnTo>
                      <a:pt x="39818" y="13329"/>
                    </a:lnTo>
                    <a:lnTo>
                      <a:pt x="39860" y="13371"/>
                    </a:lnTo>
                    <a:lnTo>
                      <a:pt x="39964" y="13392"/>
                    </a:lnTo>
                    <a:lnTo>
                      <a:pt x="39985" y="13350"/>
                    </a:lnTo>
                    <a:lnTo>
                      <a:pt x="40027" y="13266"/>
                    </a:lnTo>
                    <a:lnTo>
                      <a:pt x="39943" y="13266"/>
                    </a:lnTo>
                    <a:lnTo>
                      <a:pt x="39839" y="13245"/>
                    </a:lnTo>
                    <a:lnTo>
                      <a:pt x="39734" y="13182"/>
                    </a:lnTo>
                    <a:lnTo>
                      <a:pt x="39650" y="13182"/>
                    </a:lnTo>
                    <a:lnTo>
                      <a:pt x="39650" y="13287"/>
                    </a:lnTo>
                    <a:lnTo>
                      <a:pt x="39608" y="13287"/>
                    </a:lnTo>
                    <a:lnTo>
                      <a:pt x="39608" y="13245"/>
                    </a:lnTo>
                    <a:lnTo>
                      <a:pt x="39629" y="13182"/>
                    </a:lnTo>
                    <a:lnTo>
                      <a:pt x="39629" y="13140"/>
                    </a:lnTo>
                    <a:lnTo>
                      <a:pt x="39525" y="13140"/>
                    </a:lnTo>
                    <a:lnTo>
                      <a:pt x="39525" y="13182"/>
                    </a:lnTo>
                    <a:lnTo>
                      <a:pt x="39462" y="13224"/>
                    </a:lnTo>
                    <a:lnTo>
                      <a:pt x="39441" y="13161"/>
                    </a:lnTo>
                    <a:lnTo>
                      <a:pt x="39441" y="13078"/>
                    </a:lnTo>
                    <a:lnTo>
                      <a:pt x="39399" y="13057"/>
                    </a:lnTo>
                    <a:lnTo>
                      <a:pt x="39357" y="13078"/>
                    </a:lnTo>
                    <a:lnTo>
                      <a:pt x="39316" y="13036"/>
                    </a:lnTo>
                    <a:lnTo>
                      <a:pt x="39232" y="12994"/>
                    </a:lnTo>
                    <a:lnTo>
                      <a:pt x="39148" y="12994"/>
                    </a:lnTo>
                    <a:lnTo>
                      <a:pt x="39232" y="12910"/>
                    </a:lnTo>
                    <a:lnTo>
                      <a:pt x="39295" y="12868"/>
                    </a:lnTo>
                    <a:lnTo>
                      <a:pt x="39441" y="12973"/>
                    </a:lnTo>
                    <a:lnTo>
                      <a:pt x="39504" y="12973"/>
                    </a:lnTo>
                    <a:lnTo>
                      <a:pt x="39462" y="12931"/>
                    </a:lnTo>
                    <a:lnTo>
                      <a:pt x="39169" y="12764"/>
                    </a:lnTo>
                    <a:lnTo>
                      <a:pt x="39044" y="12743"/>
                    </a:lnTo>
                    <a:lnTo>
                      <a:pt x="39023" y="12722"/>
                    </a:lnTo>
                    <a:lnTo>
                      <a:pt x="39106" y="12722"/>
                    </a:lnTo>
                    <a:lnTo>
                      <a:pt x="39316" y="12806"/>
                    </a:lnTo>
                    <a:lnTo>
                      <a:pt x="39441" y="12806"/>
                    </a:lnTo>
                    <a:lnTo>
                      <a:pt x="39650" y="12848"/>
                    </a:lnTo>
                    <a:lnTo>
                      <a:pt x="39692" y="12848"/>
                    </a:lnTo>
                    <a:lnTo>
                      <a:pt x="39671" y="12806"/>
                    </a:lnTo>
                    <a:lnTo>
                      <a:pt x="39671" y="12722"/>
                    </a:lnTo>
                    <a:lnTo>
                      <a:pt x="39629" y="12659"/>
                    </a:lnTo>
                    <a:lnTo>
                      <a:pt x="39546" y="12638"/>
                    </a:lnTo>
                    <a:lnTo>
                      <a:pt x="39462" y="12596"/>
                    </a:lnTo>
                    <a:lnTo>
                      <a:pt x="39483" y="12555"/>
                    </a:lnTo>
                    <a:lnTo>
                      <a:pt x="39546" y="12555"/>
                    </a:lnTo>
                    <a:lnTo>
                      <a:pt x="39567" y="12617"/>
                    </a:lnTo>
                    <a:lnTo>
                      <a:pt x="39629" y="12638"/>
                    </a:lnTo>
                    <a:lnTo>
                      <a:pt x="39671" y="12617"/>
                    </a:lnTo>
                    <a:lnTo>
                      <a:pt x="39776" y="12617"/>
                    </a:lnTo>
                    <a:lnTo>
                      <a:pt x="39797" y="12596"/>
                    </a:lnTo>
                    <a:lnTo>
                      <a:pt x="39797" y="12534"/>
                    </a:lnTo>
                    <a:lnTo>
                      <a:pt x="39734" y="12513"/>
                    </a:lnTo>
                    <a:lnTo>
                      <a:pt x="39734" y="12450"/>
                    </a:lnTo>
                    <a:lnTo>
                      <a:pt x="39671" y="12387"/>
                    </a:lnTo>
                    <a:lnTo>
                      <a:pt x="39588" y="12408"/>
                    </a:lnTo>
                    <a:lnTo>
                      <a:pt x="39525" y="12450"/>
                    </a:lnTo>
                    <a:lnTo>
                      <a:pt x="39378" y="12450"/>
                    </a:lnTo>
                    <a:lnTo>
                      <a:pt x="39357" y="12513"/>
                    </a:lnTo>
                    <a:lnTo>
                      <a:pt x="39316" y="12513"/>
                    </a:lnTo>
                    <a:lnTo>
                      <a:pt x="39274" y="12429"/>
                    </a:lnTo>
                    <a:lnTo>
                      <a:pt x="39378" y="12387"/>
                    </a:lnTo>
                    <a:lnTo>
                      <a:pt x="39525" y="12387"/>
                    </a:lnTo>
                    <a:lnTo>
                      <a:pt x="39567" y="12345"/>
                    </a:lnTo>
                    <a:lnTo>
                      <a:pt x="39692" y="12345"/>
                    </a:lnTo>
                    <a:lnTo>
                      <a:pt x="39734" y="12304"/>
                    </a:lnTo>
                    <a:lnTo>
                      <a:pt x="39650" y="12283"/>
                    </a:lnTo>
                    <a:lnTo>
                      <a:pt x="39546" y="12241"/>
                    </a:lnTo>
                    <a:lnTo>
                      <a:pt x="39525" y="12199"/>
                    </a:lnTo>
                    <a:lnTo>
                      <a:pt x="39588" y="12241"/>
                    </a:lnTo>
                    <a:lnTo>
                      <a:pt x="39776" y="12241"/>
                    </a:lnTo>
                    <a:lnTo>
                      <a:pt x="39839" y="12283"/>
                    </a:lnTo>
                    <a:lnTo>
                      <a:pt x="39964" y="12429"/>
                    </a:lnTo>
                    <a:lnTo>
                      <a:pt x="40048" y="12450"/>
                    </a:lnTo>
                    <a:lnTo>
                      <a:pt x="40090" y="12429"/>
                    </a:lnTo>
                    <a:lnTo>
                      <a:pt x="40111" y="12492"/>
                    </a:lnTo>
                    <a:lnTo>
                      <a:pt x="40173" y="12513"/>
                    </a:lnTo>
                    <a:lnTo>
                      <a:pt x="40215" y="12450"/>
                    </a:lnTo>
                    <a:lnTo>
                      <a:pt x="40278" y="12450"/>
                    </a:lnTo>
                    <a:lnTo>
                      <a:pt x="40320" y="12555"/>
                    </a:lnTo>
                    <a:lnTo>
                      <a:pt x="40404" y="12555"/>
                    </a:lnTo>
                    <a:lnTo>
                      <a:pt x="40466" y="12534"/>
                    </a:lnTo>
                    <a:lnTo>
                      <a:pt x="40466" y="12408"/>
                    </a:lnTo>
                    <a:lnTo>
                      <a:pt x="40404" y="12324"/>
                    </a:lnTo>
                    <a:lnTo>
                      <a:pt x="40383" y="12241"/>
                    </a:lnTo>
                    <a:lnTo>
                      <a:pt x="40278" y="12199"/>
                    </a:lnTo>
                    <a:lnTo>
                      <a:pt x="40194" y="12136"/>
                    </a:lnTo>
                    <a:lnTo>
                      <a:pt x="40152" y="12115"/>
                    </a:lnTo>
                    <a:lnTo>
                      <a:pt x="40090" y="12136"/>
                    </a:lnTo>
                    <a:lnTo>
                      <a:pt x="40048" y="12178"/>
                    </a:lnTo>
                    <a:lnTo>
                      <a:pt x="39964" y="12115"/>
                    </a:lnTo>
                    <a:lnTo>
                      <a:pt x="39797" y="11990"/>
                    </a:lnTo>
                    <a:lnTo>
                      <a:pt x="39692" y="11969"/>
                    </a:lnTo>
                    <a:lnTo>
                      <a:pt x="39483" y="11990"/>
                    </a:lnTo>
                    <a:lnTo>
                      <a:pt x="39420" y="11969"/>
                    </a:lnTo>
                    <a:lnTo>
                      <a:pt x="39588" y="11927"/>
                    </a:lnTo>
                    <a:lnTo>
                      <a:pt x="39671" y="11864"/>
                    </a:lnTo>
                    <a:lnTo>
                      <a:pt x="39755" y="11864"/>
                    </a:lnTo>
                    <a:lnTo>
                      <a:pt x="39776" y="11885"/>
                    </a:lnTo>
                    <a:lnTo>
                      <a:pt x="39860" y="11885"/>
                    </a:lnTo>
                    <a:lnTo>
                      <a:pt x="39943" y="11822"/>
                    </a:lnTo>
                    <a:lnTo>
                      <a:pt x="40006" y="11780"/>
                    </a:lnTo>
                    <a:lnTo>
                      <a:pt x="40173" y="11780"/>
                    </a:lnTo>
                    <a:lnTo>
                      <a:pt x="40257" y="11822"/>
                    </a:lnTo>
                    <a:lnTo>
                      <a:pt x="40383" y="11822"/>
                    </a:lnTo>
                    <a:lnTo>
                      <a:pt x="40424" y="11760"/>
                    </a:lnTo>
                    <a:lnTo>
                      <a:pt x="40466" y="11676"/>
                    </a:lnTo>
                    <a:lnTo>
                      <a:pt x="40404" y="11592"/>
                    </a:lnTo>
                    <a:lnTo>
                      <a:pt x="40383" y="11467"/>
                    </a:lnTo>
                    <a:lnTo>
                      <a:pt x="40278" y="11236"/>
                    </a:lnTo>
                    <a:lnTo>
                      <a:pt x="40257" y="11090"/>
                    </a:lnTo>
                    <a:lnTo>
                      <a:pt x="40194" y="11132"/>
                    </a:lnTo>
                    <a:lnTo>
                      <a:pt x="40173" y="11090"/>
                    </a:lnTo>
                    <a:lnTo>
                      <a:pt x="40090" y="11132"/>
                    </a:lnTo>
                    <a:lnTo>
                      <a:pt x="40090" y="11174"/>
                    </a:lnTo>
                    <a:lnTo>
                      <a:pt x="40048" y="11278"/>
                    </a:lnTo>
                    <a:lnTo>
                      <a:pt x="40069" y="11299"/>
                    </a:lnTo>
                    <a:lnTo>
                      <a:pt x="40069" y="11383"/>
                    </a:lnTo>
                    <a:lnTo>
                      <a:pt x="40006" y="11404"/>
                    </a:lnTo>
                    <a:lnTo>
                      <a:pt x="39901" y="11467"/>
                    </a:lnTo>
                    <a:lnTo>
                      <a:pt x="39839" y="11550"/>
                    </a:lnTo>
                    <a:lnTo>
                      <a:pt x="39734" y="11508"/>
                    </a:lnTo>
                    <a:lnTo>
                      <a:pt x="39650" y="11488"/>
                    </a:lnTo>
                    <a:lnTo>
                      <a:pt x="39546" y="11508"/>
                    </a:lnTo>
                    <a:lnTo>
                      <a:pt x="39462" y="11613"/>
                    </a:lnTo>
                    <a:lnTo>
                      <a:pt x="39357" y="11718"/>
                    </a:lnTo>
                    <a:lnTo>
                      <a:pt x="39316" y="11697"/>
                    </a:lnTo>
                    <a:lnTo>
                      <a:pt x="39232" y="11676"/>
                    </a:lnTo>
                    <a:lnTo>
                      <a:pt x="39127" y="11697"/>
                    </a:lnTo>
                    <a:lnTo>
                      <a:pt x="39085" y="11697"/>
                    </a:lnTo>
                    <a:lnTo>
                      <a:pt x="39190" y="11592"/>
                    </a:lnTo>
                    <a:lnTo>
                      <a:pt x="39232" y="11571"/>
                    </a:lnTo>
                    <a:lnTo>
                      <a:pt x="39316" y="11613"/>
                    </a:lnTo>
                    <a:lnTo>
                      <a:pt x="39420" y="11571"/>
                    </a:lnTo>
                    <a:lnTo>
                      <a:pt x="39462" y="11467"/>
                    </a:lnTo>
                    <a:lnTo>
                      <a:pt x="39546" y="11404"/>
                    </a:lnTo>
                    <a:lnTo>
                      <a:pt x="39588" y="11404"/>
                    </a:lnTo>
                    <a:lnTo>
                      <a:pt x="39692" y="11362"/>
                    </a:lnTo>
                    <a:lnTo>
                      <a:pt x="39776" y="11299"/>
                    </a:lnTo>
                    <a:lnTo>
                      <a:pt x="39776" y="11174"/>
                    </a:lnTo>
                    <a:lnTo>
                      <a:pt x="39776" y="11132"/>
                    </a:lnTo>
                    <a:lnTo>
                      <a:pt x="39692" y="11132"/>
                    </a:lnTo>
                    <a:lnTo>
                      <a:pt x="39629" y="11153"/>
                    </a:lnTo>
                    <a:lnTo>
                      <a:pt x="39546" y="11132"/>
                    </a:lnTo>
                    <a:lnTo>
                      <a:pt x="39420" y="11132"/>
                    </a:lnTo>
                    <a:lnTo>
                      <a:pt x="39253" y="11278"/>
                    </a:lnTo>
                    <a:lnTo>
                      <a:pt x="39148" y="11383"/>
                    </a:lnTo>
                    <a:lnTo>
                      <a:pt x="38960" y="11404"/>
                    </a:lnTo>
                    <a:lnTo>
                      <a:pt x="39023" y="11362"/>
                    </a:lnTo>
                    <a:lnTo>
                      <a:pt x="39148" y="11341"/>
                    </a:lnTo>
                    <a:lnTo>
                      <a:pt x="39169" y="11257"/>
                    </a:lnTo>
                    <a:lnTo>
                      <a:pt x="39127" y="11236"/>
                    </a:lnTo>
                    <a:lnTo>
                      <a:pt x="39023" y="11236"/>
                    </a:lnTo>
                    <a:lnTo>
                      <a:pt x="39190" y="11153"/>
                    </a:lnTo>
                    <a:lnTo>
                      <a:pt x="39295" y="11153"/>
                    </a:lnTo>
                    <a:lnTo>
                      <a:pt x="39441" y="11048"/>
                    </a:lnTo>
                    <a:lnTo>
                      <a:pt x="39567" y="11048"/>
                    </a:lnTo>
                    <a:lnTo>
                      <a:pt x="39650" y="11027"/>
                    </a:lnTo>
                    <a:lnTo>
                      <a:pt x="39839" y="11027"/>
                    </a:lnTo>
                    <a:lnTo>
                      <a:pt x="39922" y="10944"/>
                    </a:lnTo>
                    <a:lnTo>
                      <a:pt x="39964" y="10881"/>
                    </a:lnTo>
                    <a:lnTo>
                      <a:pt x="39985" y="10839"/>
                    </a:lnTo>
                    <a:lnTo>
                      <a:pt x="40069" y="10818"/>
                    </a:lnTo>
                    <a:lnTo>
                      <a:pt x="40069" y="10923"/>
                    </a:lnTo>
                    <a:lnTo>
                      <a:pt x="40132" y="10944"/>
                    </a:lnTo>
                    <a:lnTo>
                      <a:pt x="40236" y="10839"/>
                    </a:lnTo>
                    <a:lnTo>
                      <a:pt x="40257" y="10734"/>
                    </a:lnTo>
                    <a:lnTo>
                      <a:pt x="40236" y="10672"/>
                    </a:lnTo>
                    <a:lnTo>
                      <a:pt x="40152" y="10630"/>
                    </a:lnTo>
                    <a:lnTo>
                      <a:pt x="40090" y="10525"/>
                    </a:lnTo>
                    <a:lnTo>
                      <a:pt x="39964" y="10400"/>
                    </a:lnTo>
                    <a:lnTo>
                      <a:pt x="39922" y="10295"/>
                    </a:lnTo>
                    <a:lnTo>
                      <a:pt x="39839" y="10295"/>
                    </a:lnTo>
                    <a:lnTo>
                      <a:pt x="39755" y="10337"/>
                    </a:lnTo>
                    <a:lnTo>
                      <a:pt x="39713" y="10400"/>
                    </a:lnTo>
                    <a:lnTo>
                      <a:pt x="39629" y="10420"/>
                    </a:lnTo>
                    <a:lnTo>
                      <a:pt x="39525" y="10504"/>
                    </a:lnTo>
                    <a:lnTo>
                      <a:pt x="39420" y="10504"/>
                    </a:lnTo>
                    <a:lnTo>
                      <a:pt x="39336" y="10567"/>
                    </a:lnTo>
                    <a:lnTo>
                      <a:pt x="39316" y="10546"/>
                    </a:lnTo>
                    <a:lnTo>
                      <a:pt x="39336" y="10441"/>
                    </a:lnTo>
                    <a:lnTo>
                      <a:pt x="39420" y="10400"/>
                    </a:lnTo>
                    <a:lnTo>
                      <a:pt x="39525" y="10400"/>
                    </a:lnTo>
                    <a:lnTo>
                      <a:pt x="39650" y="10253"/>
                    </a:lnTo>
                    <a:lnTo>
                      <a:pt x="39713" y="10190"/>
                    </a:lnTo>
                    <a:lnTo>
                      <a:pt x="39713" y="10127"/>
                    </a:lnTo>
                    <a:lnTo>
                      <a:pt x="39629" y="10148"/>
                    </a:lnTo>
                    <a:lnTo>
                      <a:pt x="39462" y="10211"/>
                    </a:lnTo>
                    <a:lnTo>
                      <a:pt x="39316" y="10316"/>
                    </a:lnTo>
                    <a:lnTo>
                      <a:pt x="39253" y="10316"/>
                    </a:lnTo>
                    <a:lnTo>
                      <a:pt x="39211" y="10358"/>
                    </a:lnTo>
                    <a:lnTo>
                      <a:pt x="39169" y="10441"/>
                    </a:lnTo>
                    <a:lnTo>
                      <a:pt x="39106" y="10630"/>
                    </a:lnTo>
                    <a:lnTo>
                      <a:pt x="38918" y="10839"/>
                    </a:lnTo>
                    <a:lnTo>
                      <a:pt x="38730" y="10944"/>
                    </a:lnTo>
                    <a:lnTo>
                      <a:pt x="38730" y="10923"/>
                    </a:lnTo>
                    <a:lnTo>
                      <a:pt x="38813" y="10839"/>
                    </a:lnTo>
                    <a:lnTo>
                      <a:pt x="38939" y="10713"/>
                    </a:lnTo>
                    <a:lnTo>
                      <a:pt x="39023" y="10567"/>
                    </a:lnTo>
                    <a:lnTo>
                      <a:pt x="39064" y="10525"/>
                    </a:lnTo>
                    <a:lnTo>
                      <a:pt x="39064" y="10462"/>
                    </a:lnTo>
                    <a:lnTo>
                      <a:pt x="39023" y="10462"/>
                    </a:lnTo>
                    <a:lnTo>
                      <a:pt x="39002" y="10441"/>
                    </a:lnTo>
                    <a:lnTo>
                      <a:pt x="38939" y="10462"/>
                    </a:lnTo>
                    <a:lnTo>
                      <a:pt x="38855" y="10609"/>
                    </a:lnTo>
                    <a:lnTo>
                      <a:pt x="38730" y="10734"/>
                    </a:lnTo>
                    <a:lnTo>
                      <a:pt x="38688" y="10734"/>
                    </a:lnTo>
                    <a:lnTo>
                      <a:pt x="38709" y="10651"/>
                    </a:lnTo>
                    <a:lnTo>
                      <a:pt x="38730" y="10567"/>
                    </a:lnTo>
                    <a:lnTo>
                      <a:pt x="38834" y="10462"/>
                    </a:lnTo>
                    <a:lnTo>
                      <a:pt x="38876" y="10400"/>
                    </a:lnTo>
                    <a:lnTo>
                      <a:pt x="38918" y="10316"/>
                    </a:lnTo>
                    <a:lnTo>
                      <a:pt x="39002" y="10316"/>
                    </a:lnTo>
                    <a:lnTo>
                      <a:pt x="39044" y="10337"/>
                    </a:lnTo>
                    <a:lnTo>
                      <a:pt x="39148" y="10337"/>
                    </a:lnTo>
                    <a:lnTo>
                      <a:pt x="39190" y="10295"/>
                    </a:lnTo>
                    <a:lnTo>
                      <a:pt x="39253" y="10211"/>
                    </a:lnTo>
                    <a:lnTo>
                      <a:pt x="39357" y="10148"/>
                    </a:lnTo>
                    <a:lnTo>
                      <a:pt x="39462" y="10023"/>
                    </a:lnTo>
                    <a:lnTo>
                      <a:pt x="39525" y="9918"/>
                    </a:lnTo>
                    <a:lnTo>
                      <a:pt x="39483" y="9814"/>
                    </a:lnTo>
                    <a:lnTo>
                      <a:pt x="39525" y="9730"/>
                    </a:lnTo>
                    <a:lnTo>
                      <a:pt x="39483" y="9709"/>
                    </a:lnTo>
                    <a:lnTo>
                      <a:pt x="39336" y="9793"/>
                    </a:lnTo>
                    <a:lnTo>
                      <a:pt x="39274" y="9876"/>
                    </a:lnTo>
                    <a:lnTo>
                      <a:pt x="39274" y="9981"/>
                    </a:lnTo>
                    <a:lnTo>
                      <a:pt x="39253" y="10107"/>
                    </a:lnTo>
                    <a:lnTo>
                      <a:pt x="39211" y="10127"/>
                    </a:lnTo>
                    <a:lnTo>
                      <a:pt x="39232" y="10086"/>
                    </a:lnTo>
                    <a:lnTo>
                      <a:pt x="39232" y="10023"/>
                    </a:lnTo>
                    <a:lnTo>
                      <a:pt x="39148" y="9981"/>
                    </a:lnTo>
                    <a:lnTo>
                      <a:pt x="39044" y="9981"/>
                    </a:lnTo>
                    <a:lnTo>
                      <a:pt x="38939" y="10044"/>
                    </a:lnTo>
                    <a:lnTo>
                      <a:pt x="38855" y="10023"/>
                    </a:lnTo>
                    <a:lnTo>
                      <a:pt x="38730" y="10044"/>
                    </a:lnTo>
                    <a:lnTo>
                      <a:pt x="38625" y="10107"/>
                    </a:lnTo>
                    <a:lnTo>
                      <a:pt x="38500" y="10107"/>
                    </a:lnTo>
                    <a:lnTo>
                      <a:pt x="38583" y="10044"/>
                    </a:lnTo>
                    <a:lnTo>
                      <a:pt x="38688" y="10002"/>
                    </a:lnTo>
                    <a:lnTo>
                      <a:pt x="38772" y="9897"/>
                    </a:lnTo>
                    <a:lnTo>
                      <a:pt x="38730" y="9814"/>
                    </a:lnTo>
                    <a:lnTo>
                      <a:pt x="38688" y="9814"/>
                    </a:lnTo>
                    <a:lnTo>
                      <a:pt x="38541" y="9835"/>
                    </a:lnTo>
                    <a:lnTo>
                      <a:pt x="38604" y="9772"/>
                    </a:lnTo>
                    <a:lnTo>
                      <a:pt x="38688" y="9772"/>
                    </a:lnTo>
                    <a:lnTo>
                      <a:pt x="38772" y="9709"/>
                    </a:lnTo>
                    <a:lnTo>
                      <a:pt x="38813" y="9604"/>
                    </a:lnTo>
                    <a:lnTo>
                      <a:pt x="38897" y="9583"/>
                    </a:lnTo>
                    <a:lnTo>
                      <a:pt x="38939" y="9521"/>
                    </a:lnTo>
                    <a:lnTo>
                      <a:pt x="39002" y="9521"/>
                    </a:lnTo>
                    <a:lnTo>
                      <a:pt x="39106" y="9604"/>
                    </a:lnTo>
                    <a:lnTo>
                      <a:pt x="39169" y="9667"/>
                    </a:lnTo>
                    <a:lnTo>
                      <a:pt x="39253" y="9667"/>
                    </a:lnTo>
                    <a:lnTo>
                      <a:pt x="39357" y="9521"/>
                    </a:lnTo>
                    <a:lnTo>
                      <a:pt x="39441" y="9458"/>
                    </a:lnTo>
                    <a:lnTo>
                      <a:pt x="39441" y="9395"/>
                    </a:lnTo>
                    <a:lnTo>
                      <a:pt x="39336" y="9270"/>
                    </a:lnTo>
                    <a:lnTo>
                      <a:pt x="39316" y="9165"/>
                    </a:lnTo>
                    <a:lnTo>
                      <a:pt x="39274" y="9060"/>
                    </a:lnTo>
                    <a:lnTo>
                      <a:pt x="39169" y="8956"/>
                    </a:lnTo>
                    <a:lnTo>
                      <a:pt x="39106" y="8893"/>
                    </a:lnTo>
                    <a:lnTo>
                      <a:pt x="39023" y="8726"/>
                    </a:lnTo>
                    <a:lnTo>
                      <a:pt x="38960" y="8747"/>
                    </a:lnTo>
                    <a:lnTo>
                      <a:pt x="38960" y="8830"/>
                    </a:lnTo>
                    <a:lnTo>
                      <a:pt x="38918" y="8893"/>
                    </a:lnTo>
                    <a:lnTo>
                      <a:pt x="38855" y="8935"/>
                    </a:lnTo>
                    <a:lnTo>
                      <a:pt x="38834" y="8977"/>
                    </a:lnTo>
                    <a:lnTo>
                      <a:pt x="38834" y="9060"/>
                    </a:lnTo>
                    <a:lnTo>
                      <a:pt x="38751" y="9102"/>
                    </a:lnTo>
                    <a:lnTo>
                      <a:pt x="38709" y="9186"/>
                    </a:lnTo>
                    <a:lnTo>
                      <a:pt x="38709" y="9291"/>
                    </a:lnTo>
                    <a:lnTo>
                      <a:pt x="38583" y="9353"/>
                    </a:lnTo>
                    <a:lnTo>
                      <a:pt x="38500" y="9458"/>
                    </a:lnTo>
                    <a:lnTo>
                      <a:pt x="38479" y="9542"/>
                    </a:lnTo>
                    <a:lnTo>
                      <a:pt x="38416" y="9604"/>
                    </a:lnTo>
                    <a:lnTo>
                      <a:pt x="38374" y="9583"/>
                    </a:lnTo>
                    <a:lnTo>
                      <a:pt x="38395" y="9458"/>
                    </a:lnTo>
                    <a:lnTo>
                      <a:pt x="38500" y="9291"/>
                    </a:lnTo>
                    <a:lnTo>
                      <a:pt x="38583" y="9270"/>
                    </a:lnTo>
                    <a:lnTo>
                      <a:pt x="38583" y="9228"/>
                    </a:lnTo>
                    <a:lnTo>
                      <a:pt x="38541" y="9186"/>
                    </a:lnTo>
                    <a:lnTo>
                      <a:pt x="38500" y="9123"/>
                    </a:lnTo>
                    <a:lnTo>
                      <a:pt x="38186" y="9332"/>
                    </a:lnTo>
                    <a:lnTo>
                      <a:pt x="38060" y="9500"/>
                    </a:lnTo>
                    <a:lnTo>
                      <a:pt x="37997" y="9583"/>
                    </a:lnTo>
                    <a:lnTo>
                      <a:pt x="37893" y="9604"/>
                    </a:lnTo>
                    <a:lnTo>
                      <a:pt x="37893" y="9583"/>
                    </a:lnTo>
                    <a:lnTo>
                      <a:pt x="37956" y="9542"/>
                    </a:lnTo>
                    <a:lnTo>
                      <a:pt x="38039" y="9374"/>
                    </a:lnTo>
                    <a:lnTo>
                      <a:pt x="38060" y="9291"/>
                    </a:lnTo>
                    <a:lnTo>
                      <a:pt x="38186" y="9165"/>
                    </a:lnTo>
                    <a:lnTo>
                      <a:pt x="38248" y="9081"/>
                    </a:lnTo>
                    <a:lnTo>
                      <a:pt x="38207" y="9019"/>
                    </a:lnTo>
                    <a:lnTo>
                      <a:pt x="38207" y="8935"/>
                    </a:lnTo>
                    <a:lnTo>
                      <a:pt x="38081" y="9019"/>
                    </a:lnTo>
                    <a:lnTo>
                      <a:pt x="37935" y="9144"/>
                    </a:lnTo>
                    <a:lnTo>
                      <a:pt x="37893" y="9249"/>
                    </a:lnTo>
                    <a:lnTo>
                      <a:pt x="37809" y="9353"/>
                    </a:lnTo>
                    <a:lnTo>
                      <a:pt x="37788" y="9332"/>
                    </a:lnTo>
                    <a:lnTo>
                      <a:pt x="37809" y="9228"/>
                    </a:lnTo>
                    <a:lnTo>
                      <a:pt x="37872" y="9123"/>
                    </a:lnTo>
                    <a:lnTo>
                      <a:pt x="37809" y="9081"/>
                    </a:lnTo>
                    <a:lnTo>
                      <a:pt x="37809" y="9039"/>
                    </a:lnTo>
                    <a:lnTo>
                      <a:pt x="37893" y="9019"/>
                    </a:lnTo>
                    <a:lnTo>
                      <a:pt x="38081" y="8872"/>
                    </a:lnTo>
                    <a:lnTo>
                      <a:pt x="38269" y="8726"/>
                    </a:lnTo>
                    <a:lnTo>
                      <a:pt x="38269" y="8642"/>
                    </a:lnTo>
                    <a:lnTo>
                      <a:pt x="38186" y="8642"/>
                    </a:lnTo>
                    <a:lnTo>
                      <a:pt x="38060" y="8726"/>
                    </a:lnTo>
                    <a:lnTo>
                      <a:pt x="38018" y="8809"/>
                    </a:lnTo>
                    <a:lnTo>
                      <a:pt x="37914" y="8851"/>
                    </a:lnTo>
                    <a:lnTo>
                      <a:pt x="37914" y="8809"/>
                    </a:lnTo>
                    <a:lnTo>
                      <a:pt x="37893" y="8747"/>
                    </a:lnTo>
                    <a:lnTo>
                      <a:pt x="37704" y="8872"/>
                    </a:lnTo>
                    <a:lnTo>
                      <a:pt x="37642" y="8977"/>
                    </a:lnTo>
                    <a:lnTo>
                      <a:pt x="37558" y="9165"/>
                    </a:lnTo>
                    <a:lnTo>
                      <a:pt x="37432" y="9249"/>
                    </a:lnTo>
                    <a:lnTo>
                      <a:pt x="37349" y="9249"/>
                    </a:lnTo>
                    <a:lnTo>
                      <a:pt x="37432" y="9165"/>
                    </a:lnTo>
                    <a:lnTo>
                      <a:pt x="37558" y="9060"/>
                    </a:lnTo>
                    <a:lnTo>
                      <a:pt x="37600" y="8956"/>
                    </a:lnTo>
                    <a:lnTo>
                      <a:pt x="37579" y="8935"/>
                    </a:lnTo>
                    <a:lnTo>
                      <a:pt x="37495" y="8935"/>
                    </a:lnTo>
                    <a:lnTo>
                      <a:pt x="37600" y="8851"/>
                    </a:lnTo>
                    <a:lnTo>
                      <a:pt x="37746" y="8830"/>
                    </a:lnTo>
                    <a:lnTo>
                      <a:pt x="37788" y="8767"/>
                    </a:lnTo>
                    <a:lnTo>
                      <a:pt x="37767" y="8726"/>
                    </a:lnTo>
                    <a:lnTo>
                      <a:pt x="37683" y="8747"/>
                    </a:lnTo>
                    <a:lnTo>
                      <a:pt x="37558" y="8767"/>
                    </a:lnTo>
                    <a:lnTo>
                      <a:pt x="37474" y="8851"/>
                    </a:lnTo>
                    <a:lnTo>
                      <a:pt x="37391" y="8830"/>
                    </a:lnTo>
                    <a:lnTo>
                      <a:pt x="37600" y="8726"/>
                    </a:lnTo>
                    <a:lnTo>
                      <a:pt x="37579" y="8663"/>
                    </a:lnTo>
                    <a:lnTo>
                      <a:pt x="37474" y="8663"/>
                    </a:lnTo>
                    <a:lnTo>
                      <a:pt x="37537" y="8600"/>
                    </a:lnTo>
                    <a:lnTo>
                      <a:pt x="37642" y="8600"/>
                    </a:lnTo>
                    <a:lnTo>
                      <a:pt x="37683" y="8642"/>
                    </a:lnTo>
                    <a:lnTo>
                      <a:pt x="37809" y="8642"/>
                    </a:lnTo>
                    <a:lnTo>
                      <a:pt x="37872" y="8537"/>
                    </a:lnTo>
                    <a:lnTo>
                      <a:pt x="37997" y="8495"/>
                    </a:lnTo>
                    <a:lnTo>
                      <a:pt x="37997" y="8412"/>
                    </a:lnTo>
                    <a:lnTo>
                      <a:pt x="38060" y="8328"/>
                    </a:lnTo>
                    <a:lnTo>
                      <a:pt x="38060" y="8286"/>
                    </a:lnTo>
                    <a:lnTo>
                      <a:pt x="37976" y="8286"/>
                    </a:lnTo>
                    <a:lnTo>
                      <a:pt x="37914" y="8223"/>
                    </a:lnTo>
                    <a:lnTo>
                      <a:pt x="37809" y="8203"/>
                    </a:lnTo>
                    <a:lnTo>
                      <a:pt x="37683" y="8307"/>
                    </a:lnTo>
                    <a:lnTo>
                      <a:pt x="37537" y="8349"/>
                    </a:lnTo>
                    <a:lnTo>
                      <a:pt x="37453" y="8495"/>
                    </a:lnTo>
                    <a:lnTo>
                      <a:pt x="37244" y="8705"/>
                    </a:lnTo>
                    <a:lnTo>
                      <a:pt x="37181" y="8705"/>
                    </a:lnTo>
                    <a:lnTo>
                      <a:pt x="37223" y="8621"/>
                    </a:lnTo>
                    <a:lnTo>
                      <a:pt x="37265" y="8621"/>
                    </a:lnTo>
                    <a:lnTo>
                      <a:pt x="37370" y="8537"/>
                    </a:lnTo>
                    <a:lnTo>
                      <a:pt x="37495" y="8349"/>
                    </a:lnTo>
                    <a:lnTo>
                      <a:pt x="37642" y="8286"/>
                    </a:lnTo>
                    <a:lnTo>
                      <a:pt x="37704" y="8203"/>
                    </a:lnTo>
                    <a:lnTo>
                      <a:pt x="37683" y="8140"/>
                    </a:lnTo>
                    <a:lnTo>
                      <a:pt x="37495" y="8140"/>
                    </a:lnTo>
                    <a:lnTo>
                      <a:pt x="37328" y="8286"/>
                    </a:lnTo>
                    <a:lnTo>
                      <a:pt x="37495" y="8119"/>
                    </a:lnTo>
                    <a:lnTo>
                      <a:pt x="37663" y="8077"/>
                    </a:lnTo>
                    <a:lnTo>
                      <a:pt x="37767" y="8098"/>
                    </a:lnTo>
                    <a:lnTo>
                      <a:pt x="37851" y="8119"/>
                    </a:lnTo>
                    <a:lnTo>
                      <a:pt x="37956" y="8014"/>
                    </a:lnTo>
                    <a:lnTo>
                      <a:pt x="37956" y="7931"/>
                    </a:lnTo>
                    <a:lnTo>
                      <a:pt x="37914" y="7889"/>
                    </a:lnTo>
                    <a:lnTo>
                      <a:pt x="37914" y="7805"/>
                    </a:lnTo>
                    <a:lnTo>
                      <a:pt x="37914" y="7721"/>
                    </a:lnTo>
                    <a:lnTo>
                      <a:pt x="37788" y="7679"/>
                    </a:lnTo>
                    <a:lnTo>
                      <a:pt x="37746" y="7596"/>
                    </a:lnTo>
                    <a:lnTo>
                      <a:pt x="37642" y="7575"/>
                    </a:lnTo>
                    <a:lnTo>
                      <a:pt x="37600" y="7617"/>
                    </a:lnTo>
                    <a:lnTo>
                      <a:pt x="37558" y="7617"/>
                    </a:lnTo>
                    <a:lnTo>
                      <a:pt x="37558" y="7533"/>
                    </a:lnTo>
                    <a:lnTo>
                      <a:pt x="37474" y="7512"/>
                    </a:lnTo>
                    <a:lnTo>
                      <a:pt x="37391" y="7428"/>
                    </a:lnTo>
                    <a:lnTo>
                      <a:pt x="37391" y="7366"/>
                    </a:lnTo>
                    <a:lnTo>
                      <a:pt x="37244" y="7282"/>
                    </a:lnTo>
                    <a:lnTo>
                      <a:pt x="37181" y="7282"/>
                    </a:lnTo>
                    <a:lnTo>
                      <a:pt x="37139" y="7219"/>
                    </a:lnTo>
                    <a:lnTo>
                      <a:pt x="37014" y="7219"/>
                    </a:lnTo>
                    <a:lnTo>
                      <a:pt x="36826" y="7261"/>
                    </a:lnTo>
                    <a:lnTo>
                      <a:pt x="36721" y="7366"/>
                    </a:lnTo>
                    <a:lnTo>
                      <a:pt x="36595" y="7366"/>
                    </a:lnTo>
                    <a:lnTo>
                      <a:pt x="36491" y="7533"/>
                    </a:lnTo>
                    <a:lnTo>
                      <a:pt x="36512" y="7596"/>
                    </a:lnTo>
                    <a:lnTo>
                      <a:pt x="36595" y="7617"/>
                    </a:lnTo>
                    <a:lnTo>
                      <a:pt x="36805" y="7805"/>
                    </a:lnTo>
                    <a:lnTo>
                      <a:pt x="36826" y="7847"/>
                    </a:lnTo>
                    <a:lnTo>
                      <a:pt x="36909" y="7889"/>
                    </a:lnTo>
                    <a:lnTo>
                      <a:pt x="36951" y="7993"/>
                    </a:lnTo>
                    <a:lnTo>
                      <a:pt x="36909" y="7993"/>
                    </a:lnTo>
                    <a:lnTo>
                      <a:pt x="36826" y="7931"/>
                    </a:lnTo>
                    <a:lnTo>
                      <a:pt x="36700" y="7931"/>
                    </a:lnTo>
                    <a:lnTo>
                      <a:pt x="36700" y="7847"/>
                    </a:lnTo>
                    <a:lnTo>
                      <a:pt x="36512" y="7679"/>
                    </a:lnTo>
                    <a:lnTo>
                      <a:pt x="36428" y="7700"/>
                    </a:lnTo>
                    <a:lnTo>
                      <a:pt x="36386" y="7721"/>
                    </a:lnTo>
                    <a:lnTo>
                      <a:pt x="36386" y="7721"/>
                    </a:lnTo>
                    <a:lnTo>
                      <a:pt x="36407" y="7638"/>
                    </a:lnTo>
                    <a:lnTo>
                      <a:pt x="36428" y="7533"/>
                    </a:lnTo>
                    <a:lnTo>
                      <a:pt x="36303" y="7491"/>
                    </a:lnTo>
                    <a:lnTo>
                      <a:pt x="36240" y="7512"/>
                    </a:lnTo>
                    <a:lnTo>
                      <a:pt x="36240" y="7721"/>
                    </a:lnTo>
                    <a:lnTo>
                      <a:pt x="36303" y="7826"/>
                    </a:lnTo>
                    <a:lnTo>
                      <a:pt x="36323" y="7951"/>
                    </a:lnTo>
                    <a:lnTo>
                      <a:pt x="36303" y="8035"/>
                    </a:lnTo>
                    <a:lnTo>
                      <a:pt x="36303" y="7931"/>
                    </a:lnTo>
                    <a:lnTo>
                      <a:pt x="36219" y="7784"/>
                    </a:lnTo>
                    <a:lnTo>
                      <a:pt x="36135" y="7889"/>
                    </a:lnTo>
                    <a:lnTo>
                      <a:pt x="36093" y="7993"/>
                    </a:lnTo>
                    <a:lnTo>
                      <a:pt x="36135" y="8056"/>
                    </a:lnTo>
                    <a:lnTo>
                      <a:pt x="36072" y="8119"/>
                    </a:lnTo>
                    <a:lnTo>
                      <a:pt x="35968" y="8056"/>
                    </a:lnTo>
                    <a:lnTo>
                      <a:pt x="35863" y="8035"/>
                    </a:lnTo>
                    <a:lnTo>
                      <a:pt x="35905" y="7951"/>
                    </a:lnTo>
                    <a:lnTo>
                      <a:pt x="36010" y="7889"/>
                    </a:lnTo>
                    <a:lnTo>
                      <a:pt x="36135" y="7700"/>
                    </a:lnTo>
                    <a:lnTo>
                      <a:pt x="36177" y="7596"/>
                    </a:lnTo>
                    <a:lnTo>
                      <a:pt x="36093" y="7512"/>
                    </a:lnTo>
                    <a:lnTo>
                      <a:pt x="36072" y="7407"/>
                    </a:lnTo>
                    <a:lnTo>
                      <a:pt x="35926" y="7533"/>
                    </a:lnTo>
                    <a:lnTo>
                      <a:pt x="35884" y="7596"/>
                    </a:lnTo>
                    <a:lnTo>
                      <a:pt x="35863" y="7533"/>
                    </a:lnTo>
                    <a:lnTo>
                      <a:pt x="35884" y="7407"/>
                    </a:lnTo>
                    <a:lnTo>
                      <a:pt x="35779" y="7387"/>
                    </a:lnTo>
                    <a:lnTo>
                      <a:pt x="35717" y="7407"/>
                    </a:lnTo>
                    <a:lnTo>
                      <a:pt x="35696" y="7491"/>
                    </a:lnTo>
                    <a:lnTo>
                      <a:pt x="35717" y="7617"/>
                    </a:lnTo>
                    <a:lnTo>
                      <a:pt x="35717" y="7742"/>
                    </a:lnTo>
                    <a:lnTo>
                      <a:pt x="35675" y="7700"/>
                    </a:lnTo>
                    <a:lnTo>
                      <a:pt x="35675" y="7533"/>
                    </a:lnTo>
                    <a:lnTo>
                      <a:pt x="35654" y="7512"/>
                    </a:lnTo>
                    <a:lnTo>
                      <a:pt x="35591" y="7617"/>
                    </a:lnTo>
                    <a:lnTo>
                      <a:pt x="35487" y="7638"/>
                    </a:lnTo>
                    <a:lnTo>
                      <a:pt x="35487" y="7721"/>
                    </a:lnTo>
                    <a:lnTo>
                      <a:pt x="35403" y="7826"/>
                    </a:lnTo>
                    <a:lnTo>
                      <a:pt x="35340" y="7847"/>
                    </a:lnTo>
                    <a:lnTo>
                      <a:pt x="35277" y="7931"/>
                    </a:lnTo>
                    <a:lnTo>
                      <a:pt x="35173" y="7931"/>
                    </a:lnTo>
                    <a:lnTo>
                      <a:pt x="35256" y="7847"/>
                    </a:lnTo>
                    <a:lnTo>
                      <a:pt x="35256" y="7784"/>
                    </a:lnTo>
                    <a:lnTo>
                      <a:pt x="35194" y="7721"/>
                    </a:lnTo>
                    <a:lnTo>
                      <a:pt x="35152" y="7721"/>
                    </a:lnTo>
                    <a:lnTo>
                      <a:pt x="35152" y="7679"/>
                    </a:lnTo>
                    <a:lnTo>
                      <a:pt x="35235" y="7679"/>
                    </a:lnTo>
                    <a:lnTo>
                      <a:pt x="35277" y="7700"/>
                    </a:lnTo>
                    <a:lnTo>
                      <a:pt x="35298" y="7638"/>
                    </a:lnTo>
                    <a:lnTo>
                      <a:pt x="35298" y="7596"/>
                    </a:lnTo>
                    <a:lnTo>
                      <a:pt x="35298" y="7554"/>
                    </a:lnTo>
                    <a:lnTo>
                      <a:pt x="35403" y="7491"/>
                    </a:lnTo>
                    <a:lnTo>
                      <a:pt x="35570" y="7345"/>
                    </a:lnTo>
                    <a:lnTo>
                      <a:pt x="35591" y="7261"/>
                    </a:lnTo>
                    <a:lnTo>
                      <a:pt x="35675" y="7177"/>
                    </a:lnTo>
                    <a:lnTo>
                      <a:pt x="35570" y="7177"/>
                    </a:lnTo>
                    <a:lnTo>
                      <a:pt x="35403" y="7282"/>
                    </a:lnTo>
                    <a:lnTo>
                      <a:pt x="35277" y="7407"/>
                    </a:lnTo>
                    <a:lnTo>
                      <a:pt x="35194" y="7407"/>
                    </a:lnTo>
                    <a:lnTo>
                      <a:pt x="35277" y="7324"/>
                    </a:lnTo>
                    <a:lnTo>
                      <a:pt x="35361" y="7219"/>
                    </a:lnTo>
                    <a:lnTo>
                      <a:pt x="35445" y="7156"/>
                    </a:lnTo>
                    <a:lnTo>
                      <a:pt x="35549" y="7114"/>
                    </a:lnTo>
                    <a:lnTo>
                      <a:pt x="35612" y="7052"/>
                    </a:lnTo>
                    <a:lnTo>
                      <a:pt x="35696" y="7052"/>
                    </a:lnTo>
                    <a:lnTo>
                      <a:pt x="35779" y="6905"/>
                    </a:lnTo>
                    <a:lnTo>
                      <a:pt x="35779" y="6863"/>
                    </a:lnTo>
                    <a:lnTo>
                      <a:pt x="35696" y="6780"/>
                    </a:lnTo>
                    <a:lnTo>
                      <a:pt x="35696" y="6675"/>
                    </a:lnTo>
                    <a:lnTo>
                      <a:pt x="35717" y="6591"/>
                    </a:lnTo>
                    <a:lnTo>
                      <a:pt x="35884" y="6424"/>
                    </a:lnTo>
                    <a:lnTo>
                      <a:pt x="35905" y="6361"/>
                    </a:lnTo>
                    <a:lnTo>
                      <a:pt x="35863" y="6257"/>
                    </a:lnTo>
                    <a:lnTo>
                      <a:pt x="35842" y="6194"/>
                    </a:lnTo>
                    <a:lnTo>
                      <a:pt x="35800" y="6131"/>
                    </a:lnTo>
                    <a:lnTo>
                      <a:pt x="35884" y="6006"/>
                    </a:lnTo>
                    <a:lnTo>
                      <a:pt x="35968" y="5922"/>
                    </a:lnTo>
                    <a:lnTo>
                      <a:pt x="35989" y="5838"/>
                    </a:lnTo>
                    <a:lnTo>
                      <a:pt x="36010" y="5587"/>
                    </a:lnTo>
                    <a:lnTo>
                      <a:pt x="36051" y="5524"/>
                    </a:lnTo>
                    <a:lnTo>
                      <a:pt x="36010" y="5462"/>
                    </a:lnTo>
                    <a:lnTo>
                      <a:pt x="35842" y="5399"/>
                    </a:lnTo>
                    <a:lnTo>
                      <a:pt x="35654" y="5399"/>
                    </a:lnTo>
                    <a:lnTo>
                      <a:pt x="35487" y="5357"/>
                    </a:lnTo>
                    <a:lnTo>
                      <a:pt x="35361" y="5420"/>
                    </a:lnTo>
                    <a:lnTo>
                      <a:pt x="35235" y="5420"/>
                    </a:lnTo>
                    <a:lnTo>
                      <a:pt x="35068" y="5503"/>
                    </a:lnTo>
                    <a:lnTo>
                      <a:pt x="34796" y="5587"/>
                    </a:lnTo>
                    <a:lnTo>
                      <a:pt x="34754" y="5671"/>
                    </a:lnTo>
                    <a:lnTo>
                      <a:pt x="34859" y="5796"/>
                    </a:lnTo>
                    <a:lnTo>
                      <a:pt x="34859" y="5880"/>
                    </a:lnTo>
                    <a:lnTo>
                      <a:pt x="34817" y="5922"/>
                    </a:lnTo>
                    <a:lnTo>
                      <a:pt x="34754" y="5775"/>
                    </a:lnTo>
                    <a:lnTo>
                      <a:pt x="34712" y="5713"/>
                    </a:lnTo>
                    <a:lnTo>
                      <a:pt x="34650" y="5587"/>
                    </a:lnTo>
                    <a:lnTo>
                      <a:pt x="34524" y="5587"/>
                    </a:lnTo>
                    <a:lnTo>
                      <a:pt x="34440" y="5671"/>
                    </a:lnTo>
                    <a:lnTo>
                      <a:pt x="34440" y="5734"/>
                    </a:lnTo>
                    <a:lnTo>
                      <a:pt x="34398" y="5796"/>
                    </a:lnTo>
                    <a:lnTo>
                      <a:pt x="34378" y="5713"/>
                    </a:lnTo>
                    <a:lnTo>
                      <a:pt x="34398" y="5608"/>
                    </a:lnTo>
                    <a:lnTo>
                      <a:pt x="34336" y="5587"/>
                    </a:lnTo>
                    <a:lnTo>
                      <a:pt x="34189" y="5608"/>
                    </a:lnTo>
                    <a:lnTo>
                      <a:pt x="34126" y="5713"/>
                    </a:lnTo>
                    <a:lnTo>
                      <a:pt x="34126" y="5796"/>
                    </a:lnTo>
                    <a:lnTo>
                      <a:pt x="34273" y="5901"/>
                    </a:lnTo>
                    <a:lnTo>
                      <a:pt x="34378" y="6047"/>
                    </a:lnTo>
                    <a:lnTo>
                      <a:pt x="34503" y="6131"/>
                    </a:lnTo>
                    <a:lnTo>
                      <a:pt x="34440" y="6131"/>
                    </a:lnTo>
                    <a:lnTo>
                      <a:pt x="34294" y="6047"/>
                    </a:lnTo>
                    <a:lnTo>
                      <a:pt x="34106" y="5880"/>
                    </a:lnTo>
                    <a:lnTo>
                      <a:pt x="34064" y="5880"/>
                    </a:lnTo>
                    <a:lnTo>
                      <a:pt x="34022" y="5922"/>
                    </a:lnTo>
                    <a:lnTo>
                      <a:pt x="33854" y="5922"/>
                    </a:lnTo>
                    <a:lnTo>
                      <a:pt x="33813" y="5943"/>
                    </a:lnTo>
                    <a:lnTo>
                      <a:pt x="33875" y="6006"/>
                    </a:lnTo>
                    <a:lnTo>
                      <a:pt x="34001" y="6006"/>
                    </a:lnTo>
                    <a:lnTo>
                      <a:pt x="34022" y="6047"/>
                    </a:lnTo>
                    <a:lnTo>
                      <a:pt x="34064" y="6152"/>
                    </a:lnTo>
                    <a:lnTo>
                      <a:pt x="34210" y="6257"/>
                    </a:lnTo>
                    <a:lnTo>
                      <a:pt x="34231" y="6340"/>
                    </a:lnTo>
                    <a:lnTo>
                      <a:pt x="34315" y="6424"/>
                    </a:lnTo>
                    <a:lnTo>
                      <a:pt x="34210" y="6424"/>
                    </a:lnTo>
                    <a:lnTo>
                      <a:pt x="34126" y="6319"/>
                    </a:lnTo>
                    <a:lnTo>
                      <a:pt x="33980" y="6236"/>
                    </a:lnTo>
                    <a:lnTo>
                      <a:pt x="33980" y="6152"/>
                    </a:lnTo>
                    <a:lnTo>
                      <a:pt x="33875" y="6047"/>
                    </a:lnTo>
                    <a:lnTo>
                      <a:pt x="33750" y="6047"/>
                    </a:lnTo>
                    <a:lnTo>
                      <a:pt x="33666" y="6131"/>
                    </a:lnTo>
                    <a:lnTo>
                      <a:pt x="33666" y="6215"/>
                    </a:lnTo>
                    <a:lnTo>
                      <a:pt x="33582" y="6361"/>
                    </a:lnTo>
                    <a:lnTo>
                      <a:pt x="33541" y="6529"/>
                    </a:lnTo>
                    <a:lnTo>
                      <a:pt x="33603" y="6633"/>
                    </a:lnTo>
                    <a:lnTo>
                      <a:pt x="33478" y="6675"/>
                    </a:lnTo>
                    <a:lnTo>
                      <a:pt x="33478" y="6759"/>
                    </a:lnTo>
                    <a:lnTo>
                      <a:pt x="33541" y="6822"/>
                    </a:lnTo>
                    <a:lnTo>
                      <a:pt x="33562" y="6926"/>
                    </a:lnTo>
                    <a:lnTo>
                      <a:pt x="33645" y="6926"/>
                    </a:lnTo>
                    <a:lnTo>
                      <a:pt x="33813" y="6780"/>
                    </a:lnTo>
                    <a:lnTo>
                      <a:pt x="33896" y="6780"/>
                    </a:lnTo>
                    <a:lnTo>
                      <a:pt x="33917" y="6842"/>
                    </a:lnTo>
                    <a:lnTo>
                      <a:pt x="33813" y="6863"/>
                    </a:lnTo>
                    <a:lnTo>
                      <a:pt x="33771" y="6884"/>
                    </a:lnTo>
                    <a:lnTo>
                      <a:pt x="33771" y="6947"/>
                    </a:lnTo>
                    <a:lnTo>
                      <a:pt x="33687" y="6947"/>
                    </a:lnTo>
                    <a:lnTo>
                      <a:pt x="33603" y="7052"/>
                    </a:lnTo>
                    <a:lnTo>
                      <a:pt x="33603" y="7156"/>
                    </a:lnTo>
                    <a:lnTo>
                      <a:pt x="33541" y="7240"/>
                    </a:lnTo>
                    <a:lnTo>
                      <a:pt x="33478" y="7177"/>
                    </a:lnTo>
                    <a:lnTo>
                      <a:pt x="33499" y="7094"/>
                    </a:lnTo>
                    <a:lnTo>
                      <a:pt x="33436" y="6947"/>
                    </a:lnTo>
                    <a:lnTo>
                      <a:pt x="33352" y="6926"/>
                    </a:lnTo>
                    <a:lnTo>
                      <a:pt x="33290" y="7031"/>
                    </a:lnTo>
                    <a:lnTo>
                      <a:pt x="33331" y="7094"/>
                    </a:lnTo>
                    <a:lnTo>
                      <a:pt x="33269" y="7177"/>
                    </a:lnTo>
                    <a:lnTo>
                      <a:pt x="33164" y="7198"/>
                    </a:lnTo>
                    <a:lnTo>
                      <a:pt x="33122" y="7261"/>
                    </a:lnTo>
                    <a:lnTo>
                      <a:pt x="33080" y="7177"/>
                    </a:lnTo>
                    <a:lnTo>
                      <a:pt x="33038" y="7198"/>
                    </a:lnTo>
                    <a:lnTo>
                      <a:pt x="33059" y="7303"/>
                    </a:lnTo>
                    <a:lnTo>
                      <a:pt x="33122" y="7407"/>
                    </a:lnTo>
                    <a:lnTo>
                      <a:pt x="33122" y="7554"/>
                    </a:lnTo>
                    <a:lnTo>
                      <a:pt x="33143" y="7575"/>
                    </a:lnTo>
                    <a:lnTo>
                      <a:pt x="33143" y="7700"/>
                    </a:lnTo>
                    <a:lnTo>
                      <a:pt x="33227" y="7721"/>
                    </a:lnTo>
                    <a:lnTo>
                      <a:pt x="33290" y="7784"/>
                    </a:lnTo>
                    <a:lnTo>
                      <a:pt x="33269" y="7868"/>
                    </a:lnTo>
                    <a:lnTo>
                      <a:pt x="33290" y="7931"/>
                    </a:lnTo>
                    <a:lnTo>
                      <a:pt x="33290" y="8035"/>
                    </a:lnTo>
                    <a:lnTo>
                      <a:pt x="33185" y="8119"/>
                    </a:lnTo>
                    <a:lnTo>
                      <a:pt x="33143" y="8203"/>
                    </a:lnTo>
                    <a:lnTo>
                      <a:pt x="33122" y="8412"/>
                    </a:lnTo>
                    <a:lnTo>
                      <a:pt x="33059" y="8454"/>
                    </a:lnTo>
                    <a:lnTo>
                      <a:pt x="32934" y="8663"/>
                    </a:lnTo>
                    <a:lnTo>
                      <a:pt x="32934" y="8747"/>
                    </a:lnTo>
                    <a:lnTo>
                      <a:pt x="32808" y="8872"/>
                    </a:lnTo>
                    <a:lnTo>
                      <a:pt x="32829" y="8830"/>
                    </a:lnTo>
                    <a:lnTo>
                      <a:pt x="32829" y="8726"/>
                    </a:lnTo>
                    <a:lnTo>
                      <a:pt x="32871" y="8558"/>
                    </a:lnTo>
                    <a:lnTo>
                      <a:pt x="32955" y="8495"/>
                    </a:lnTo>
                    <a:lnTo>
                      <a:pt x="32934" y="8433"/>
                    </a:lnTo>
                    <a:lnTo>
                      <a:pt x="32913" y="8454"/>
                    </a:lnTo>
                    <a:lnTo>
                      <a:pt x="32829" y="8454"/>
                    </a:lnTo>
                    <a:lnTo>
                      <a:pt x="32746" y="8391"/>
                    </a:lnTo>
                    <a:lnTo>
                      <a:pt x="32704" y="8349"/>
                    </a:lnTo>
                    <a:lnTo>
                      <a:pt x="32746" y="8328"/>
                    </a:lnTo>
                    <a:lnTo>
                      <a:pt x="32829" y="8307"/>
                    </a:lnTo>
                    <a:lnTo>
                      <a:pt x="32913" y="8307"/>
                    </a:lnTo>
                    <a:lnTo>
                      <a:pt x="32913" y="8244"/>
                    </a:lnTo>
                    <a:lnTo>
                      <a:pt x="32955" y="8244"/>
                    </a:lnTo>
                    <a:lnTo>
                      <a:pt x="32976" y="8349"/>
                    </a:lnTo>
                    <a:lnTo>
                      <a:pt x="33038" y="8244"/>
                    </a:lnTo>
                    <a:lnTo>
                      <a:pt x="33038" y="8140"/>
                    </a:lnTo>
                    <a:lnTo>
                      <a:pt x="32934" y="8098"/>
                    </a:lnTo>
                    <a:lnTo>
                      <a:pt x="32913" y="8035"/>
                    </a:lnTo>
                    <a:lnTo>
                      <a:pt x="32808" y="7910"/>
                    </a:lnTo>
                    <a:lnTo>
                      <a:pt x="32808" y="7763"/>
                    </a:lnTo>
                    <a:lnTo>
                      <a:pt x="32746" y="7679"/>
                    </a:lnTo>
                    <a:lnTo>
                      <a:pt x="32725" y="7512"/>
                    </a:lnTo>
                    <a:lnTo>
                      <a:pt x="32704" y="7491"/>
                    </a:lnTo>
                    <a:lnTo>
                      <a:pt x="32704" y="7407"/>
                    </a:lnTo>
                    <a:lnTo>
                      <a:pt x="32746" y="7366"/>
                    </a:lnTo>
                    <a:lnTo>
                      <a:pt x="32829" y="7198"/>
                    </a:lnTo>
                    <a:lnTo>
                      <a:pt x="32829" y="7094"/>
                    </a:lnTo>
                    <a:lnTo>
                      <a:pt x="32934" y="6989"/>
                    </a:lnTo>
                    <a:lnTo>
                      <a:pt x="33018" y="6884"/>
                    </a:lnTo>
                    <a:lnTo>
                      <a:pt x="33122" y="6842"/>
                    </a:lnTo>
                    <a:lnTo>
                      <a:pt x="33122" y="6738"/>
                    </a:lnTo>
                    <a:lnTo>
                      <a:pt x="33059" y="6654"/>
                    </a:lnTo>
                    <a:lnTo>
                      <a:pt x="33018" y="6550"/>
                    </a:lnTo>
                    <a:lnTo>
                      <a:pt x="33038" y="6424"/>
                    </a:lnTo>
                    <a:lnTo>
                      <a:pt x="33143" y="6215"/>
                    </a:lnTo>
                    <a:lnTo>
                      <a:pt x="33227" y="6173"/>
                    </a:lnTo>
                    <a:lnTo>
                      <a:pt x="33394" y="6068"/>
                    </a:lnTo>
                    <a:lnTo>
                      <a:pt x="33603" y="5817"/>
                    </a:lnTo>
                    <a:lnTo>
                      <a:pt x="33813" y="5608"/>
                    </a:lnTo>
                    <a:lnTo>
                      <a:pt x="33959" y="5587"/>
                    </a:lnTo>
                    <a:lnTo>
                      <a:pt x="34064" y="5441"/>
                    </a:lnTo>
                    <a:lnTo>
                      <a:pt x="34106" y="5378"/>
                    </a:lnTo>
                    <a:lnTo>
                      <a:pt x="34210" y="5378"/>
                    </a:lnTo>
                    <a:lnTo>
                      <a:pt x="34398" y="5294"/>
                    </a:lnTo>
                    <a:lnTo>
                      <a:pt x="34545" y="5231"/>
                    </a:lnTo>
                    <a:lnTo>
                      <a:pt x="34587" y="5169"/>
                    </a:lnTo>
                    <a:lnTo>
                      <a:pt x="34545" y="5085"/>
                    </a:lnTo>
                    <a:lnTo>
                      <a:pt x="34315" y="4980"/>
                    </a:lnTo>
                    <a:lnTo>
                      <a:pt x="34189" y="4897"/>
                    </a:lnTo>
                    <a:lnTo>
                      <a:pt x="34001" y="4897"/>
                    </a:lnTo>
                    <a:lnTo>
                      <a:pt x="33959" y="4876"/>
                    </a:lnTo>
                    <a:lnTo>
                      <a:pt x="33875" y="4897"/>
                    </a:lnTo>
                    <a:lnTo>
                      <a:pt x="33708" y="4876"/>
                    </a:lnTo>
                    <a:lnTo>
                      <a:pt x="33645" y="4897"/>
                    </a:lnTo>
                    <a:lnTo>
                      <a:pt x="33436" y="4897"/>
                    </a:lnTo>
                    <a:lnTo>
                      <a:pt x="33122" y="5001"/>
                    </a:lnTo>
                    <a:lnTo>
                      <a:pt x="32934" y="5190"/>
                    </a:lnTo>
                    <a:lnTo>
                      <a:pt x="32725" y="5273"/>
                    </a:lnTo>
                    <a:lnTo>
                      <a:pt x="32704" y="5378"/>
                    </a:lnTo>
                    <a:lnTo>
                      <a:pt x="32725" y="5482"/>
                    </a:lnTo>
                    <a:lnTo>
                      <a:pt x="32641" y="5441"/>
                    </a:lnTo>
                    <a:lnTo>
                      <a:pt x="32557" y="5441"/>
                    </a:lnTo>
                    <a:lnTo>
                      <a:pt x="32494" y="5545"/>
                    </a:lnTo>
                    <a:lnTo>
                      <a:pt x="32348" y="5545"/>
                    </a:lnTo>
                    <a:lnTo>
                      <a:pt x="32243" y="5692"/>
                    </a:lnTo>
                    <a:lnTo>
                      <a:pt x="32243" y="5796"/>
                    </a:lnTo>
                    <a:lnTo>
                      <a:pt x="32181" y="5796"/>
                    </a:lnTo>
                    <a:lnTo>
                      <a:pt x="32034" y="6006"/>
                    </a:lnTo>
                    <a:lnTo>
                      <a:pt x="32097" y="6068"/>
                    </a:lnTo>
                    <a:lnTo>
                      <a:pt x="32034" y="6152"/>
                    </a:lnTo>
                    <a:lnTo>
                      <a:pt x="31992" y="6068"/>
                    </a:lnTo>
                    <a:lnTo>
                      <a:pt x="31930" y="6068"/>
                    </a:lnTo>
                    <a:lnTo>
                      <a:pt x="31888" y="6257"/>
                    </a:lnTo>
                    <a:lnTo>
                      <a:pt x="31762" y="6257"/>
                    </a:lnTo>
                    <a:lnTo>
                      <a:pt x="31678" y="6361"/>
                    </a:lnTo>
                    <a:lnTo>
                      <a:pt x="31616" y="6424"/>
                    </a:lnTo>
                    <a:lnTo>
                      <a:pt x="31553" y="6570"/>
                    </a:lnTo>
                    <a:lnTo>
                      <a:pt x="31448" y="6759"/>
                    </a:lnTo>
                    <a:lnTo>
                      <a:pt x="31448" y="6863"/>
                    </a:lnTo>
                    <a:lnTo>
                      <a:pt x="31490" y="6842"/>
                    </a:lnTo>
                    <a:lnTo>
                      <a:pt x="31511" y="6842"/>
                    </a:lnTo>
                    <a:lnTo>
                      <a:pt x="31490" y="6905"/>
                    </a:lnTo>
                    <a:lnTo>
                      <a:pt x="31406" y="6905"/>
                    </a:lnTo>
                    <a:lnTo>
                      <a:pt x="31260" y="6989"/>
                    </a:lnTo>
                    <a:lnTo>
                      <a:pt x="31239" y="7094"/>
                    </a:lnTo>
                    <a:lnTo>
                      <a:pt x="31155" y="7114"/>
                    </a:lnTo>
                    <a:lnTo>
                      <a:pt x="31134" y="7198"/>
                    </a:lnTo>
                    <a:lnTo>
                      <a:pt x="31134" y="7407"/>
                    </a:lnTo>
                    <a:lnTo>
                      <a:pt x="31072" y="7512"/>
                    </a:lnTo>
                    <a:lnTo>
                      <a:pt x="30988" y="7512"/>
                    </a:lnTo>
                    <a:lnTo>
                      <a:pt x="30967" y="7659"/>
                    </a:lnTo>
                    <a:lnTo>
                      <a:pt x="30967" y="7721"/>
                    </a:lnTo>
                    <a:lnTo>
                      <a:pt x="30862" y="7784"/>
                    </a:lnTo>
                    <a:lnTo>
                      <a:pt x="30821" y="7972"/>
                    </a:lnTo>
                    <a:lnTo>
                      <a:pt x="30862" y="8077"/>
                    </a:lnTo>
                    <a:lnTo>
                      <a:pt x="31072" y="8182"/>
                    </a:lnTo>
                    <a:lnTo>
                      <a:pt x="31176" y="8182"/>
                    </a:lnTo>
                    <a:lnTo>
                      <a:pt x="31302" y="8244"/>
                    </a:lnTo>
                    <a:lnTo>
                      <a:pt x="31385" y="8244"/>
                    </a:lnTo>
                    <a:lnTo>
                      <a:pt x="31511" y="8328"/>
                    </a:lnTo>
                    <a:lnTo>
                      <a:pt x="31678" y="8328"/>
                    </a:lnTo>
                    <a:lnTo>
                      <a:pt x="31699" y="8495"/>
                    </a:lnTo>
                    <a:lnTo>
                      <a:pt x="31867" y="8558"/>
                    </a:lnTo>
                    <a:lnTo>
                      <a:pt x="31888" y="8642"/>
                    </a:lnTo>
                    <a:lnTo>
                      <a:pt x="31971" y="8705"/>
                    </a:lnTo>
                    <a:lnTo>
                      <a:pt x="31804" y="8705"/>
                    </a:lnTo>
                    <a:lnTo>
                      <a:pt x="31762" y="8726"/>
                    </a:lnTo>
                    <a:lnTo>
                      <a:pt x="31574" y="8726"/>
                    </a:lnTo>
                    <a:lnTo>
                      <a:pt x="31365" y="8642"/>
                    </a:lnTo>
                    <a:lnTo>
                      <a:pt x="31344" y="8537"/>
                    </a:lnTo>
                    <a:lnTo>
                      <a:pt x="31239" y="8454"/>
                    </a:lnTo>
                    <a:lnTo>
                      <a:pt x="31051" y="8454"/>
                    </a:lnTo>
                    <a:lnTo>
                      <a:pt x="30988" y="8412"/>
                    </a:lnTo>
                    <a:lnTo>
                      <a:pt x="30883" y="8391"/>
                    </a:lnTo>
                    <a:lnTo>
                      <a:pt x="30862" y="8433"/>
                    </a:lnTo>
                    <a:lnTo>
                      <a:pt x="30925" y="8558"/>
                    </a:lnTo>
                    <a:lnTo>
                      <a:pt x="30925" y="8642"/>
                    </a:lnTo>
                    <a:lnTo>
                      <a:pt x="30841" y="8642"/>
                    </a:lnTo>
                    <a:lnTo>
                      <a:pt x="30821" y="8726"/>
                    </a:lnTo>
                    <a:lnTo>
                      <a:pt x="30862" y="8914"/>
                    </a:lnTo>
                    <a:lnTo>
                      <a:pt x="30883" y="9039"/>
                    </a:lnTo>
                    <a:lnTo>
                      <a:pt x="30862" y="9165"/>
                    </a:lnTo>
                    <a:lnTo>
                      <a:pt x="30883" y="9270"/>
                    </a:lnTo>
                    <a:lnTo>
                      <a:pt x="31030" y="9353"/>
                    </a:lnTo>
                    <a:lnTo>
                      <a:pt x="31134" y="9458"/>
                    </a:lnTo>
                    <a:lnTo>
                      <a:pt x="31134" y="9500"/>
                    </a:lnTo>
                    <a:lnTo>
                      <a:pt x="31072" y="9458"/>
                    </a:lnTo>
                    <a:lnTo>
                      <a:pt x="31051" y="9458"/>
                    </a:lnTo>
                    <a:lnTo>
                      <a:pt x="31072" y="9563"/>
                    </a:lnTo>
                    <a:lnTo>
                      <a:pt x="31155" y="9667"/>
                    </a:lnTo>
                    <a:lnTo>
                      <a:pt x="31197" y="9667"/>
                    </a:lnTo>
                    <a:lnTo>
                      <a:pt x="31197" y="9583"/>
                    </a:lnTo>
                    <a:lnTo>
                      <a:pt x="31281" y="9563"/>
                    </a:lnTo>
                    <a:lnTo>
                      <a:pt x="31385" y="9583"/>
                    </a:lnTo>
                    <a:lnTo>
                      <a:pt x="31469" y="9667"/>
                    </a:lnTo>
                    <a:lnTo>
                      <a:pt x="31553" y="9688"/>
                    </a:lnTo>
                    <a:lnTo>
                      <a:pt x="31574" y="9646"/>
                    </a:lnTo>
                    <a:lnTo>
                      <a:pt x="31553" y="9583"/>
                    </a:lnTo>
                    <a:lnTo>
                      <a:pt x="31574" y="9500"/>
                    </a:lnTo>
                    <a:lnTo>
                      <a:pt x="31616" y="9479"/>
                    </a:lnTo>
                    <a:lnTo>
                      <a:pt x="31678" y="9542"/>
                    </a:lnTo>
                    <a:lnTo>
                      <a:pt x="31657" y="9646"/>
                    </a:lnTo>
                    <a:lnTo>
                      <a:pt x="31678" y="9709"/>
                    </a:lnTo>
                    <a:lnTo>
                      <a:pt x="31720" y="9709"/>
                    </a:lnTo>
                    <a:lnTo>
                      <a:pt x="31783" y="9583"/>
                    </a:lnTo>
                    <a:lnTo>
                      <a:pt x="31909" y="9563"/>
                    </a:lnTo>
                    <a:lnTo>
                      <a:pt x="31992" y="9479"/>
                    </a:lnTo>
                    <a:lnTo>
                      <a:pt x="32013" y="9500"/>
                    </a:lnTo>
                    <a:lnTo>
                      <a:pt x="31971" y="9583"/>
                    </a:lnTo>
                    <a:lnTo>
                      <a:pt x="31783" y="9688"/>
                    </a:lnTo>
                    <a:lnTo>
                      <a:pt x="31762" y="9793"/>
                    </a:lnTo>
                    <a:lnTo>
                      <a:pt x="31867" y="9876"/>
                    </a:lnTo>
                    <a:lnTo>
                      <a:pt x="31888" y="10023"/>
                    </a:lnTo>
                    <a:lnTo>
                      <a:pt x="32013" y="10169"/>
                    </a:lnTo>
                    <a:lnTo>
                      <a:pt x="32181" y="10169"/>
                    </a:lnTo>
                    <a:lnTo>
                      <a:pt x="32222" y="10107"/>
                    </a:lnTo>
                    <a:lnTo>
                      <a:pt x="32118" y="10023"/>
                    </a:lnTo>
                    <a:lnTo>
                      <a:pt x="32181" y="10002"/>
                    </a:lnTo>
                    <a:lnTo>
                      <a:pt x="32285" y="10023"/>
                    </a:lnTo>
                    <a:lnTo>
                      <a:pt x="32348" y="10107"/>
                    </a:lnTo>
                    <a:lnTo>
                      <a:pt x="32411" y="10086"/>
                    </a:lnTo>
                    <a:lnTo>
                      <a:pt x="32494" y="10002"/>
                    </a:lnTo>
                    <a:lnTo>
                      <a:pt x="32599" y="9897"/>
                    </a:lnTo>
                    <a:lnTo>
                      <a:pt x="32662" y="9897"/>
                    </a:lnTo>
                    <a:lnTo>
                      <a:pt x="32662" y="9960"/>
                    </a:lnTo>
                    <a:lnTo>
                      <a:pt x="32599" y="9981"/>
                    </a:lnTo>
                    <a:lnTo>
                      <a:pt x="32432" y="10127"/>
                    </a:lnTo>
                    <a:lnTo>
                      <a:pt x="32432" y="10211"/>
                    </a:lnTo>
                    <a:lnTo>
                      <a:pt x="32453" y="10232"/>
                    </a:lnTo>
                    <a:cubicBezTo>
                      <a:pt x="32411" y="10295"/>
                      <a:pt x="32390" y="10379"/>
                      <a:pt x="32348" y="10441"/>
                    </a:cubicBezTo>
                    <a:lnTo>
                      <a:pt x="32306" y="10441"/>
                    </a:lnTo>
                    <a:lnTo>
                      <a:pt x="32222" y="10504"/>
                    </a:lnTo>
                    <a:lnTo>
                      <a:pt x="32139" y="10504"/>
                    </a:lnTo>
                    <a:lnTo>
                      <a:pt x="32097" y="10420"/>
                    </a:lnTo>
                    <a:lnTo>
                      <a:pt x="31992" y="10400"/>
                    </a:lnTo>
                    <a:lnTo>
                      <a:pt x="32013" y="10441"/>
                    </a:lnTo>
                    <a:lnTo>
                      <a:pt x="32097" y="10504"/>
                    </a:lnTo>
                    <a:lnTo>
                      <a:pt x="32076" y="10609"/>
                    </a:lnTo>
                    <a:lnTo>
                      <a:pt x="31971" y="10609"/>
                    </a:lnTo>
                    <a:lnTo>
                      <a:pt x="31971" y="10630"/>
                    </a:lnTo>
                    <a:lnTo>
                      <a:pt x="31992" y="10692"/>
                    </a:lnTo>
                    <a:lnTo>
                      <a:pt x="31909" y="10755"/>
                    </a:lnTo>
                    <a:lnTo>
                      <a:pt x="31909" y="10839"/>
                    </a:lnTo>
                    <a:lnTo>
                      <a:pt x="31971" y="10923"/>
                    </a:lnTo>
                    <a:lnTo>
                      <a:pt x="31888" y="10923"/>
                    </a:lnTo>
                    <a:lnTo>
                      <a:pt x="31888" y="11027"/>
                    </a:lnTo>
                    <a:lnTo>
                      <a:pt x="31804" y="11111"/>
                    </a:lnTo>
                    <a:lnTo>
                      <a:pt x="31804" y="11278"/>
                    </a:lnTo>
                    <a:lnTo>
                      <a:pt x="31867" y="11278"/>
                    </a:lnTo>
                    <a:lnTo>
                      <a:pt x="31909" y="11383"/>
                    </a:lnTo>
                    <a:lnTo>
                      <a:pt x="31950" y="11383"/>
                    </a:lnTo>
                    <a:lnTo>
                      <a:pt x="32013" y="11488"/>
                    </a:lnTo>
                    <a:lnTo>
                      <a:pt x="31950" y="11508"/>
                    </a:lnTo>
                    <a:lnTo>
                      <a:pt x="31888" y="11508"/>
                    </a:lnTo>
                    <a:lnTo>
                      <a:pt x="31825" y="11571"/>
                    </a:lnTo>
                    <a:lnTo>
                      <a:pt x="31783" y="11508"/>
                    </a:lnTo>
                    <a:lnTo>
                      <a:pt x="31637" y="11550"/>
                    </a:lnTo>
                    <a:lnTo>
                      <a:pt x="31595" y="11634"/>
                    </a:lnTo>
                    <a:lnTo>
                      <a:pt x="31699" y="11739"/>
                    </a:lnTo>
                    <a:lnTo>
                      <a:pt x="31741" y="11739"/>
                    </a:lnTo>
                    <a:lnTo>
                      <a:pt x="31741" y="11801"/>
                    </a:lnTo>
                    <a:lnTo>
                      <a:pt x="31637" y="11843"/>
                    </a:lnTo>
                    <a:lnTo>
                      <a:pt x="31595" y="11780"/>
                    </a:lnTo>
                    <a:lnTo>
                      <a:pt x="31511" y="11864"/>
                    </a:lnTo>
                    <a:lnTo>
                      <a:pt x="31427" y="11739"/>
                    </a:lnTo>
                    <a:lnTo>
                      <a:pt x="31323" y="11801"/>
                    </a:lnTo>
                    <a:lnTo>
                      <a:pt x="31218" y="12011"/>
                    </a:lnTo>
                    <a:lnTo>
                      <a:pt x="31113" y="12262"/>
                    </a:lnTo>
                    <a:lnTo>
                      <a:pt x="30988" y="12492"/>
                    </a:lnTo>
                    <a:lnTo>
                      <a:pt x="30779" y="12638"/>
                    </a:lnTo>
                    <a:lnTo>
                      <a:pt x="30737" y="12743"/>
                    </a:lnTo>
                    <a:lnTo>
                      <a:pt x="30674" y="12743"/>
                    </a:lnTo>
                    <a:lnTo>
                      <a:pt x="30569" y="12910"/>
                    </a:lnTo>
                    <a:lnTo>
                      <a:pt x="30465" y="12952"/>
                    </a:lnTo>
                    <a:lnTo>
                      <a:pt x="30444" y="13140"/>
                    </a:lnTo>
                    <a:lnTo>
                      <a:pt x="30360" y="13224"/>
                    </a:lnTo>
                    <a:lnTo>
                      <a:pt x="30339" y="13350"/>
                    </a:lnTo>
                    <a:lnTo>
                      <a:pt x="30277" y="13350"/>
                    </a:lnTo>
                    <a:lnTo>
                      <a:pt x="30235" y="13224"/>
                    </a:lnTo>
                    <a:lnTo>
                      <a:pt x="30151" y="13224"/>
                    </a:lnTo>
                    <a:lnTo>
                      <a:pt x="30067" y="13308"/>
                    </a:lnTo>
                    <a:lnTo>
                      <a:pt x="30109" y="13350"/>
                    </a:lnTo>
                    <a:lnTo>
                      <a:pt x="30130" y="13475"/>
                    </a:lnTo>
                    <a:lnTo>
                      <a:pt x="30046" y="13475"/>
                    </a:lnTo>
                    <a:lnTo>
                      <a:pt x="29963" y="13413"/>
                    </a:lnTo>
                    <a:lnTo>
                      <a:pt x="30005" y="13308"/>
                    </a:lnTo>
                    <a:lnTo>
                      <a:pt x="29921" y="13140"/>
                    </a:lnTo>
                    <a:lnTo>
                      <a:pt x="29837" y="12743"/>
                    </a:lnTo>
                    <a:lnTo>
                      <a:pt x="29837" y="12576"/>
                    </a:lnTo>
                    <a:lnTo>
                      <a:pt x="29816" y="12492"/>
                    </a:lnTo>
                    <a:lnTo>
                      <a:pt x="29858" y="12366"/>
                    </a:lnTo>
                    <a:lnTo>
                      <a:pt x="29942" y="12262"/>
                    </a:lnTo>
                    <a:lnTo>
                      <a:pt x="29921" y="12115"/>
                    </a:lnTo>
                    <a:lnTo>
                      <a:pt x="29963" y="12011"/>
                    </a:lnTo>
                    <a:lnTo>
                      <a:pt x="30046" y="11969"/>
                    </a:lnTo>
                    <a:lnTo>
                      <a:pt x="30130" y="12011"/>
                    </a:lnTo>
                    <a:lnTo>
                      <a:pt x="30214" y="11990"/>
                    </a:lnTo>
                    <a:lnTo>
                      <a:pt x="30277" y="11885"/>
                    </a:lnTo>
                    <a:lnTo>
                      <a:pt x="30256" y="11655"/>
                    </a:lnTo>
                    <a:lnTo>
                      <a:pt x="30318" y="11550"/>
                    </a:lnTo>
                    <a:lnTo>
                      <a:pt x="30318" y="11153"/>
                    </a:lnTo>
                    <a:lnTo>
                      <a:pt x="30214" y="11027"/>
                    </a:lnTo>
                    <a:lnTo>
                      <a:pt x="30172" y="10860"/>
                    </a:lnTo>
                    <a:lnTo>
                      <a:pt x="30109" y="10692"/>
                    </a:lnTo>
                    <a:lnTo>
                      <a:pt x="30067" y="10588"/>
                    </a:lnTo>
                    <a:lnTo>
                      <a:pt x="30025" y="10525"/>
                    </a:lnTo>
                    <a:lnTo>
                      <a:pt x="29963" y="10525"/>
                    </a:lnTo>
                    <a:lnTo>
                      <a:pt x="29921" y="10630"/>
                    </a:lnTo>
                    <a:lnTo>
                      <a:pt x="29795" y="10839"/>
                    </a:lnTo>
                    <a:lnTo>
                      <a:pt x="29628" y="10964"/>
                    </a:lnTo>
                    <a:lnTo>
                      <a:pt x="29607" y="11069"/>
                    </a:lnTo>
                    <a:lnTo>
                      <a:pt x="29607" y="11278"/>
                    </a:lnTo>
                    <a:lnTo>
                      <a:pt x="29544" y="11341"/>
                    </a:lnTo>
                    <a:lnTo>
                      <a:pt x="29481" y="11278"/>
                    </a:lnTo>
                    <a:lnTo>
                      <a:pt x="29398" y="11362"/>
                    </a:lnTo>
                    <a:lnTo>
                      <a:pt x="29419" y="11383"/>
                    </a:lnTo>
                    <a:lnTo>
                      <a:pt x="29398" y="11446"/>
                    </a:lnTo>
                    <a:lnTo>
                      <a:pt x="29230" y="11529"/>
                    </a:lnTo>
                    <a:lnTo>
                      <a:pt x="29189" y="11592"/>
                    </a:lnTo>
                    <a:lnTo>
                      <a:pt x="29084" y="11697"/>
                    </a:lnTo>
                    <a:lnTo>
                      <a:pt x="29000" y="11697"/>
                    </a:lnTo>
                    <a:lnTo>
                      <a:pt x="29000" y="11634"/>
                    </a:lnTo>
                    <a:lnTo>
                      <a:pt x="29084" y="11592"/>
                    </a:lnTo>
                    <a:lnTo>
                      <a:pt x="29084" y="11467"/>
                    </a:lnTo>
                    <a:lnTo>
                      <a:pt x="29042" y="11425"/>
                    </a:lnTo>
                    <a:lnTo>
                      <a:pt x="29147" y="11278"/>
                    </a:lnTo>
                    <a:lnTo>
                      <a:pt x="29168" y="11174"/>
                    </a:lnTo>
                    <a:lnTo>
                      <a:pt x="29168" y="11069"/>
                    </a:lnTo>
                    <a:lnTo>
                      <a:pt x="29251" y="11027"/>
                    </a:lnTo>
                    <a:lnTo>
                      <a:pt x="29251" y="10923"/>
                    </a:lnTo>
                    <a:lnTo>
                      <a:pt x="29209" y="10902"/>
                    </a:lnTo>
                    <a:lnTo>
                      <a:pt x="29251" y="10755"/>
                    </a:lnTo>
                    <a:lnTo>
                      <a:pt x="29147" y="10609"/>
                    </a:lnTo>
                    <a:lnTo>
                      <a:pt x="29147" y="10525"/>
                    </a:lnTo>
                    <a:lnTo>
                      <a:pt x="29084" y="10420"/>
                    </a:lnTo>
                    <a:lnTo>
                      <a:pt x="29084" y="10379"/>
                    </a:lnTo>
                    <a:lnTo>
                      <a:pt x="29147" y="10400"/>
                    </a:lnTo>
                    <a:lnTo>
                      <a:pt x="29189" y="10400"/>
                    </a:lnTo>
                    <a:lnTo>
                      <a:pt x="29209" y="10525"/>
                    </a:lnTo>
                    <a:lnTo>
                      <a:pt x="29272" y="10504"/>
                    </a:lnTo>
                    <a:lnTo>
                      <a:pt x="29377" y="10379"/>
                    </a:lnTo>
                    <a:lnTo>
                      <a:pt x="29481" y="10379"/>
                    </a:lnTo>
                    <a:lnTo>
                      <a:pt x="29565" y="10295"/>
                    </a:lnTo>
                    <a:lnTo>
                      <a:pt x="29481" y="10232"/>
                    </a:lnTo>
                    <a:lnTo>
                      <a:pt x="29377" y="10316"/>
                    </a:lnTo>
                    <a:lnTo>
                      <a:pt x="29293" y="10232"/>
                    </a:lnTo>
                    <a:lnTo>
                      <a:pt x="29189" y="10211"/>
                    </a:lnTo>
                    <a:lnTo>
                      <a:pt x="29189" y="10107"/>
                    </a:lnTo>
                    <a:lnTo>
                      <a:pt x="29230" y="10065"/>
                    </a:lnTo>
                    <a:lnTo>
                      <a:pt x="29209" y="10002"/>
                    </a:lnTo>
                    <a:lnTo>
                      <a:pt x="29126" y="10023"/>
                    </a:lnTo>
                    <a:lnTo>
                      <a:pt x="29105" y="10107"/>
                    </a:lnTo>
                    <a:lnTo>
                      <a:pt x="28958" y="10169"/>
                    </a:lnTo>
                    <a:lnTo>
                      <a:pt x="28854" y="10065"/>
                    </a:lnTo>
                    <a:lnTo>
                      <a:pt x="28854" y="9939"/>
                    </a:lnTo>
                    <a:lnTo>
                      <a:pt x="28770" y="9918"/>
                    </a:lnTo>
                    <a:lnTo>
                      <a:pt x="28665" y="9939"/>
                    </a:lnTo>
                    <a:lnTo>
                      <a:pt x="28603" y="9897"/>
                    </a:lnTo>
                    <a:lnTo>
                      <a:pt x="28644" y="9793"/>
                    </a:lnTo>
                    <a:lnTo>
                      <a:pt x="28707" y="9772"/>
                    </a:lnTo>
                    <a:lnTo>
                      <a:pt x="28749" y="9709"/>
                    </a:lnTo>
                    <a:lnTo>
                      <a:pt x="28812" y="9709"/>
                    </a:lnTo>
                    <a:lnTo>
                      <a:pt x="29126" y="9500"/>
                    </a:lnTo>
                    <a:lnTo>
                      <a:pt x="29168" y="9458"/>
                    </a:lnTo>
                    <a:lnTo>
                      <a:pt x="29042" y="9332"/>
                    </a:lnTo>
                    <a:lnTo>
                      <a:pt x="28875" y="9353"/>
                    </a:lnTo>
                    <a:lnTo>
                      <a:pt x="28875" y="9332"/>
                    </a:lnTo>
                    <a:lnTo>
                      <a:pt x="28979" y="9270"/>
                    </a:lnTo>
                    <a:lnTo>
                      <a:pt x="29042" y="9144"/>
                    </a:lnTo>
                    <a:lnTo>
                      <a:pt x="29168" y="9081"/>
                    </a:lnTo>
                    <a:lnTo>
                      <a:pt x="29147" y="9228"/>
                    </a:lnTo>
                    <a:lnTo>
                      <a:pt x="29189" y="9332"/>
                    </a:lnTo>
                    <a:lnTo>
                      <a:pt x="29293" y="9291"/>
                    </a:lnTo>
                    <a:lnTo>
                      <a:pt x="29377" y="9332"/>
                    </a:lnTo>
                    <a:lnTo>
                      <a:pt x="29461" y="9249"/>
                    </a:lnTo>
                    <a:lnTo>
                      <a:pt x="29461" y="9144"/>
                    </a:lnTo>
                    <a:lnTo>
                      <a:pt x="29377" y="9039"/>
                    </a:lnTo>
                    <a:lnTo>
                      <a:pt x="29293" y="9019"/>
                    </a:lnTo>
                    <a:lnTo>
                      <a:pt x="29293" y="8935"/>
                    </a:lnTo>
                    <a:lnTo>
                      <a:pt x="29314" y="8830"/>
                    </a:lnTo>
                    <a:lnTo>
                      <a:pt x="29293" y="8726"/>
                    </a:lnTo>
                    <a:lnTo>
                      <a:pt x="29314" y="8663"/>
                    </a:lnTo>
                    <a:lnTo>
                      <a:pt x="29314" y="8600"/>
                    </a:lnTo>
                    <a:lnTo>
                      <a:pt x="29209" y="8454"/>
                    </a:lnTo>
                    <a:lnTo>
                      <a:pt x="29272" y="8349"/>
                    </a:lnTo>
                    <a:lnTo>
                      <a:pt x="29209" y="8244"/>
                    </a:lnTo>
                    <a:lnTo>
                      <a:pt x="29272" y="8223"/>
                    </a:lnTo>
                    <a:lnTo>
                      <a:pt x="29272" y="8077"/>
                    </a:lnTo>
                    <a:lnTo>
                      <a:pt x="29356" y="7931"/>
                    </a:lnTo>
                    <a:lnTo>
                      <a:pt x="29356" y="7847"/>
                    </a:lnTo>
                    <a:lnTo>
                      <a:pt x="29419" y="7742"/>
                    </a:lnTo>
                    <a:lnTo>
                      <a:pt x="29419" y="7700"/>
                    </a:lnTo>
                    <a:lnTo>
                      <a:pt x="29356" y="7659"/>
                    </a:lnTo>
                    <a:lnTo>
                      <a:pt x="29377" y="7449"/>
                    </a:lnTo>
                    <a:lnTo>
                      <a:pt x="29356" y="7324"/>
                    </a:lnTo>
                    <a:lnTo>
                      <a:pt x="29251" y="7261"/>
                    </a:lnTo>
                    <a:lnTo>
                      <a:pt x="29272" y="7177"/>
                    </a:lnTo>
                    <a:lnTo>
                      <a:pt x="29251" y="7073"/>
                    </a:lnTo>
                    <a:lnTo>
                      <a:pt x="29293" y="7052"/>
                    </a:lnTo>
                    <a:lnTo>
                      <a:pt x="29335" y="6947"/>
                    </a:lnTo>
                    <a:lnTo>
                      <a:pt x="29272" y="6884"/>
                    </a:lnTo>
                    <a:lnTo>
                      <a:pt x="29230" y="6863"/>
                    </a:lnTo>
                    <a:cubicBezTo>
                      <a:pt x="29272" y="6842"/>
                      <a:pt x="29293" y="6801"/>
                      <a:pt x="29293" y="6759"/>
                    </a:cubicBezTo>
                    <a:cubicBezTo>
                      <a:pt x="29314" y="6696"/>
                      <a:pt x="29335" y="6654"/>
                      <a:pt x="29335" y="6591"/>
                    </a:cubicBezTo>
                    <a:lnTo>
                      <a:pt x="29377" y="6550"/>
                    </a:lnTo>
                    <a:lnTo>
                      <a:pt x="29377" y="6445"/>
                    </a:lnTo>
                    <a:lnTo>
                      <a:pt x="29440" y="6445"/>
                    </a:lnTo>
                    <a:lnTo>
                      <a:pt x="29523" y="6361"/>
                    </a:lnTo>
                    <a:lnTo>
                      <a:pt x="29586" y="6257"/>
                    </a:lnTo>
                    <a:lnTo>
                      <a:pt x="29649" y="6215"/>
                    </a:lnTo>
                    <a:lnTo>
                      <a:pt x="29753" y="6215"/>
                    </a:lnTo>
                    <a:lnTo>
                      <a:pt x="29816" y="6131"/>
                    </a:lnTo>
                    <a:lnTo>
                      <a:pt x="29900" y="6068"/>
                    </a:lnTo>
                    <a:lnTo>
                      <a:pt x="29942" y="5964"/>
                    </a:lnTo>
                    <a:lnTo>
                      <a:pt x="29942" y="5838"/>
                    </a:lnTo>
                    <a:lnTo>
                      <a:pt x="29900" y="5796"/>
                    </a:lnTo>
                    <a:lnTo>
                      <a:pt x="29963" y="5713"/>
                    </a:lnTo>
                    <a:lnTo>
                      <a:pt x="30005" y="5629"/>
                    </a:lnTo>
                    <a:lnTo>
                      <a:pt x="29795" y="5629"/>
                    </a:lnTo>
                    <a:lnTo>
                      <a:pt x="29733" y="5587"/>
                    </a:lnTo>
                    <a:lnTo>
                      <a:pt x="29753" y="5503"/>
                    </a:lnTo>
                    <a:lnTo>
                      <a:pt x="29837" y="5503"/>
                    </a:lnTo>
                    <a:lnTo>
                      <a:pt x="29921" y="5545"/>
                    </a:lnTo>
                    <a:lnTo>
                      <a:pt x="30025" y="5545"/>
                    </a:lnTo>
                    <a:lnTo>
                      <a:pt x="30130" y="5587"/>
                    </a:lnTo>
                    <a:lnTo>
                      <a:pt x="30214" y="5524"/>
                    </a:lnTo>
                    <a:lnTo>
                      <a:pt x="30297" y="5545"/>
                    </a:lnTo>
                    <a:lnTo>
                      <a:pt x="30318" y="5650"/>
                    </a:lnTo>
                    <a:lnTo>
                      <a:pt x="30465" y="5796"/>
                    </a:lnTo>
                    <a:lnTo>
                      <a:pt x="30549" y="5796"/>
                    </a:lnTo>
                    <a:lnTo>
                      <a:pt x="30569" y="5838"/>
                    </a:lnTo>
                    <a:lnTo>
                      <a:pt x="30653" y="5859"/>
                    </a:lnTo>
                    <a:lnTo>
                      <a:pt x="30779" y="5817"/>
                    </a:lnTo>
                    <a:lnTo>
                      <a:pt x="30988" y="5692"/>
                    </a:lnTo>
                    <a:lnTo>
                      <a:pt x="31134" y="5524"/>
                    </a:lnTo>
                    <a:lnTo>
                      <a:pt x="31302" y="5399"/>
                    </a:lnTo>
                    <a:lnTo>
                      <a:pt x="31365" y="5315"/>
                    </a:lnTo>
                    <a:lnTo>
                      <a:pt x="31302" y="5294"/>
                    </a:lnTo>
                    <a:lnTo>
                      <a:pt x="31344" y="5231"/>
                    </a:lnTo>
                    <a:lnTo>
                      <a:pt x="31469" y="5231"/>
                    </a:lnTo>
                    <a:lnTo>
                      <a:pt x="31595" y="5085"/>
                    </a:lnTo>
                    <a:lnTo>
                      <a:pt x="31825" y="4897"/>
                    </a:lnTo>
                    <a:lnTo>
                      <a:pt x="31825" y="4855"/>
                    </a:lnTo>
                    <a:lnTo>
                      <a:pt x="31930" y="4834"/>
                    </a:lnTo>
                    <a:lnTo>
                      <a:pt x="32013" y="4687"/>
                    </a:lnTo>
                    <a:lnTo>
                      <a:pt x="32181" y="4541"/>
                    </a:lnTo>
                    <a:lnTo>
                      <a:pt x="32222" y="4415"/>
                    </a:lnTo>
                    <a:lnTo>
                      <a:pt x="32285" y="4415"/>
                    </a:lnTo>
                    <a:lnTo>
                      <a:pt x="32327" y="4436"/>
                    </a:lnTo>
                    <a:lnTo>
                      <a:pt x="32327" y="4436"/>
                    </a:lnTo>
                    <a:lnTo>
                      <a:pt x="32306" y="4353"/>
                    </a:lnTo>
                    <a:lnTo>
                      <a:pt x="32222" y="4311"/>
                    </a:lnTo>
                    <a:lnTo>
                      <a:pt x="32222" y="4227"/>
                    </a:lnTo>
                    <a:lnTo>
                      <a:pt x="32076" y="4122"/>
                    </a:lnTo>
                    <a:lnTo>
                      <a:pt x="31804" y="4081"/>
                    </a:lnTo>
                    <a:lnTo>
                      <a:pt x="31657" y="4060"/>
                    </a:lnTo>
                    <a:lnTo>
                      <a:pt x="31574" y="4081"/>
                    </a:lnTo>
                    <a:lnTo>
                      <a:pt x="31511" y="4060"/>
                    </a:lnTo>
                    <a:lnTo>
                      <a:pt x="31511" y="3976"/>
                    </a:lnTo>
                    <a:lnTo>
                      <a:pt x="31469" y="3871"/>
                    </a:lnTo>
                    <a:lnTo>
                      <a:pt x="31406" y="3871"/>
                    </a:lnTo>
                    <a:lnTo>
                      <a:pt x="31385" y="3850"/>
                    </a:lnTo>
                    <a:lnTo>
                      <a:pt x="31281" y="3829"/>
                    </a:lnTo>
                    <a:lnTo>
                      <a:pt x="31197" y="3704"/>
                    </a:lnTo>
                    <a:lnTo>
                      <a:pt x="31051" y="3704"/>
                    </a:lnTo>
                    <a:lnTo>
                      <a:pt x="30967" y="3788"/>
                    </a:lnTo>
                    <a:lnTo>
                      <a:pt x="30946" y="3704"/>
                    </a:lnTo>
                    <a:lnTo>
                      <a:pt x="30841" y="3704"/>
                    </a:lnTo>
                    <a:lnTo>
                      <a:pt x="30779" y="3641"/>
                    </a:lnTo>
                    <a:lnTo>
                      <a:pt x="30674" y="3662"/>
                    </a:lnTo>
                    <a:lnTo>
                      <a:pt x="30507" y="3662"/>
                    </a:lnTo>
                    <a:lnTo>
                      <a:pt x="30235" y="3725"/>
                    </a:lnTo>
                    <a:lnTo>
                      <a:pt x="30130" y="3871"/>
                    </a:lnTo>
                    <a:lnTo>
                      <a:pt x="30214" y="3976"/>
                    </a:lnTo>
                    <a:lnTo>
                      <a:pt x="30130" y="4018"/>
                    </a:lnTo>
                    <a:lnTo>
                      <a:pt x="30109" y="4060"/>
                    </a:lnTo>
                    <a:lnTo>
                      <a:pt x="30193" y="4164"/>
                    </a:lnTo>
                    <a:lnTo>
                      <a:pt x="30214" y="4290"/>
                    </a:lnTo>
                    <a:lnTo>
                      <a:pt x="30088" y="4290"/>
                    </a:lnTo>
                    <a:lnTo>
                      <a:pt x="30046" y="4185"/>
                    </a:lnTo>
                    <a:lnTo>
                      <a:pt x="29984" y="4060"/>
                    </a:lnTo>
                    <a:lnTo>
                      <a:pt x="29900" y="4039"/>
                    </a:lnTo>
                    <a:lnTo>
                      <a:pt x="29816" y="4164"/>
                    </a:lnTo>
                    <a:lnTo>
                      <a:pt x="29837" y="4227"/>
                    </a:lnTo>
                    <a:lnTo>
                      <a:pt x="29837" y="4290"/>
                    </a:lnTo>
                    <a:lnTo>
                      <a:pt x="29733" y="4332"/>
                    </a:lnTo>
                    <a:lnTo>
                      <a:pt x="29712" y="4478"/>
                    </a:lnTo>
                    <a:lnTo>
                      <a:pt x="29565" y="4646"/>
                    </a:lnTo>
                    <a:lnTo>
                      <a:pt x="29523" y="4771"/>
                    </a:lnTo>
                    <a:lnTo>
                      <a:pt x="29502" y="4855"/>
                    </a:lnTo>
                    <a:lnTo>
                      <a:pt x="29565" y="4876"/>
                    </a:lnTo>
                    <a:lnTo>
                      <a:pt x="29461" y="4959"/>
                    </a:lnTo>
                    <a:lnTo>
                      <a:pt x="29461" y="5064"/>
                    </a:lnTo>
                    <a:lnTo>
                      <a:pt x="29377" y="5106"/>
                    </a:lnTo>
                    <a:lnTo>
                      <a:pt x="29272" y="5357"/>
                    </a:lnTo>
                    <a:lnTo>
                      <a:pt x="29272" y="5482"/>
                    </a:lnTo>
                    <a:lnTo>
                      <a:pt x="29209" y="5566"/>
                    </a:lnTo>
                    <a:lnTo>
                      <a:pt x="29293" y="5629"/>
                    </a:lnTo>
                    <a:lnTo>
                      <a:pt x="29293" y="5713"/>
                    </a:lnTo>
                    <a:lnTo>
                      <a:pt x="29251" y="5734"/>
                    </a:lnTo>
                    <a:lnTo>
                      <a:pt x="29251" y="5838"/>
                    </a:lnTo>
                    <a:lnTo>
                      <a:pt x="29189" y="6026"/>
                    </a:lnTo>
                    <a:lnTo>
                      <a:pt x="29063" y="6215"/>
                    </a:lnTo>
                    <a:lnTo>
                      <a:pt x="29084" y="6257"/>
                    </a:lnTo>
                    <a:lnTo>
                      <a:pt x="29189" y="6257"/>
                    </a:lnTo>
                    <a:lnTo>
                      <a:pt x="29209" y="6319"/>
                    </a:lnTo>
                    <a:cubicBezTo>
                      <a:pt x="29189" y="6319"/>
                      <a:pt x="29168" y="6340"/>
                      <a:pt x="29168" y="6340"/>
                    </a:cubicBezTo>
                    <a:lnTo>
                      <a:pt x="29105" y="6319"/>
                    </a:lnTo>
                    <a:lnTo>
                      <a:pt x="29042" y="6361"/>
                    </a:lnTo>
                    <a:lnTo>
                      <a:pt x="28958" y="6508"/>
                    </a:lnTo>
                    <a:lnTo>
                      <a:pt x="29042" y="6508"/>
                    </a:lnTo>
                    <a:cubicBezTo>
                      <a:pt x="29000" y="6529"/>
                      <a:pt x="28979" y="6550"/>
                      <a:pt x="28979" y="6612"/>
                    </a:cubicBezTo>
                    <a:lnTo>
                      <a:pt x="28875" y="6570"/>
                    </a:lnTo>
                    <a:lnTo>
                      <a:pt x="28791" y="6633"/>
                    </a:lnTo>
                    <a:lnTo>
                      <a:pt x="28791" y="6738"/>
                    </a:lnTo>
                    <a:lnTo>
                      <a:pt x="28644" y="6842"/>
                    </a:lnTo>
                    <a:lnTo>
                      <a:pt x="28582" y="6884"/>
                    </a:lnTo>
                    <a:cubicBezTo>
                      <a:pt x="28665" y="6612"/>
                      <a:pt x="28728" y="6257"/>
                      <a:pt x="28749" y="5943"/>
                    </a:cubicBezTo>
                    <a:lnTo>
                      <a:pt x="28937" y="5838"/>
                    </a:lnTo>
                    <a:lnTo>
                      <a:pt x="28937" y="5734"/>
                    </a:lnTo>
                    <a:lnTo>
                      <a:pt x="29000" y="5566"/>
                    </a:lnTo>
                    <a:lnTo>
                      <a:pt x="29000" y="5399"/>
                    </a:lnTo>
                    <a:lnTo>
                      <a:pt x="29063" y="5315"/>
                    </a:lnTo>
                    <a:lnTo>
                      <a:pt x="28979" y="5315"/>
                    </a:lnTo>
                    <a:lnTo>
                      <a:pt x="28937" y="5378"/>
                    </a:lnTo>
                    <a:lnTo>
                      <a:pt x="28791" y="5420"/>
                    </a:lnTo>
                    <a:lnTo>
                      <a:pt x="28728" y="5545"/>
                    </a:lnTo>
                    <a:lnTo>
                      <a:pt x="28686" y="5503"/>
                    </a:lnTo>
                    <a:lnTo>
                      <a:pt x="28686" y="5399"/>
                    </a:lnTo>
                    <a:lnTo>
                      <a:pt x="28770" y="5357"/>
                    </a:lnTo>
                    <a:lnTo>
                      <a:pt x="28770" y="5231"/>
                    </a:lnTo>
                    <a:lnTo>
                      <a:pt x="28749" y="5169"/>
                    </a:lnTo>
                    <a:lnTo>
                      <a:pt x="28665" y="5127"/>
                    </a:lnTo>
                    <a:lnTo>
                      <a:pt x="28749" y="5127"/>
                    </a:lnTo>
                    <a:lnTo>
                      <a:pt x="28791" y="5106"/>
                    </a:lnTo>
                    <a:lnTo>
                      <a:pt x="28770" y="4980"/>
                    </a:lnTo>
                    <a:lnTo>
                      <a:pt x="28582" y="4876"/>
                    </a:lnTo>
                    <a:lnTo>
                      <a:pt x="28540" y="4897"/>
                    </a:lnTo>
                    <a:lnTo>
                      <a:pt x="28352" y="4918"/>
                    </a:lnTo>
                    <a:lnTo>
                      <a:pt x="28331" y="4980"/>
                    </a:lnTo>
                    <a:lnTo>
                      <a:pt x="28247" y="4980"/>
                    </a:lnTo>
                    <a:lnTo>
                      <a:pt x="28247" y="4897"/>
                    </a:lnTo>
                    <a:lnTo>
                      <a:pt x="28331" y="4771"/>
                    </a:lnTo>
                    <a:lnTo>
                      <a:pt x="28414" y="4771"/>
                    </a:lnTo>
                    <a:lnTo>
                      <a:pt x="28540" y="4666"/>
                    </a:lnTo>
                    <a:lnTo>
                      <a:pt x="28749" y="4604"/>
                    </a:lnTo>
                    <a:lnTo>
                      <a:pt x="28791" y="4562"/>
                    </a:lnTo>
                    <a:lnTo>
                      <a:pt x="28937" y="4541"/>
                    </a:lnTo>
                    <a:lnTo>
                      <a:pt x="29000" y="4541"/>
                    </a:lnTo>
                    <a:lnTo>
                      <a:pt x="29063" y="4583"/>
                    </a:lnTo>
                    <a:lnTo>
                      <a:pt x="29105" y="4562"/>
                    </a:lnTo>
                    <a:lnTo>
                      <a:pt x="29147" y="4394"/>
                    </a:lnTo>
                    <a:lnTo>
                      <a:pt x="29189" y="4332"/>
                    </a:lnTo>
                    <a:lnTo>
                      <a:pt x="29063" y="4248"/>
                    </a:lnTo>
                    <a:lnTo>
                      <a:pt x="29042" y="4185"/>
                    </a:lnTo>
                    <a:lnTo>
                      <a:pt x="29105" y="4164"/>
                    </a:lnTo>
                    <a:lnTo>
                      <a:pt x="29168" y="4122"/>
                    </a:lnTo>
                    <a:lnTo>
                      <a:pt x="29189" y="4164"/>
                    </a:lnTo>
                    <a:lnTo>
                      <a:pt x="29272" y="4185"/>
                    </a:lnTo>
                    <a:lnTo>
                      <a:pt x="29419" y="4122"/>
                    </a:lnTo>
                    <a:lnTo>
                      <a:pt x="29481" y="4039"/>
                    </a:lnTo>
                    <a:lnTo>
                      <a:pt x="29461" y="3955"/>
                    </a:lnTo>
                    <a:lnTo>
                      <a:pt x="29481" y="3913"/>
                    </a:lnTo>
                    <a:lnTo>
                      <a:pt x="29461" y="3829"/>
                    </a:lnTo>
                    <a:lnTo>
                      <a:pt x="29377" y="3850"/>
                    </a:lnTo>
                    <a:lnTo>
                      <a:pt x="29293" y="3746"/>
                    </a:lnTo>
                    <a:lnTo>
                      <a:pt x="29042" y="3746"/>
                    </a:lnTo>
                    <a:lnTo>
                      <a:pt x="28958" y="3725"/>
                    </a:lnTo>
                    <a:lnTo>
                      <a:pt x="28896" y="3767"/>
                    </a:lnTo>
                    <a:lnTo>
                      <a:pt x="28770" y="3767"/>
                    </a:lnTo>
                    <a:lnTo>
                      <a:pt x="28665" y="3725"/>
                    </a:lnTo>
                    <a:lnTo>
                      <a:pt x="28582" y="3746"/>
                    </a:lnTo>
                    <a:lnTo>
                      <a:pt x="28519" y="3641"/>
                    </a:lnTo>
                    <a:lnTo>
                      <a:pt x="28435" y="3599"/>
                    </a:lnTo>
                    <a:lnTo>
                      <a:pt x="28435" y="3516"/>
                    </a:lnTo>
                    <a:lnTo>
                      <a:pt x="28477" y="3453"/>
                    </a:lnTo>
                    <a:lnTo>
                      <a:pt x="28456" y="3411"/>
                    </a:lnTo>
                    <a:lnTo>
                      <a:pt x="28310" y="3390"/>
                    </a:lnTo>
                    <a:lnTo>
                      <a:pt x="28226" y="3432"/>
                    </a:lnTo>
                    <a:lnTo>
                      <a:pt x="28163" y="3495"/>
                    </a:lnTo>
                    <a:lnTo>
                      <a:pt x="28226" y="3537"/>
                    </a:lnTo>
                    <a:lnTo>
                      <a:pt x="28331" y="3537"/>
                    </a:lnTo>
                    <a:lnTo>
                      <a:pt x="28268" y="3641"/>
                    </a:lnTo>
                    <a:lnTo>
                      <a:pt x="28142" y="3620"/>
                    </a:lnTo>
                    <a:lnTo>
                      <a:pt x="28059" y="3495"/>
                    </a:lnTo>
                    <a:lnTo>
                      <a:pt x="28017" y="3516"/>
                    </a:lnTo>
                    <a:lnTo>
                      <a:pt x="27954" y="3495"/>
                    </a:lnTo>
                    <a:lnTo>
                      <a:pt x="27849" y="3537"/>
                    </a:lnTo>
                    <a:lnTo>
                      <a:pt x="27828" y="3641"/>
                    </a:lnTo>
                    <a:lnTo>
                      <a:pt x="27787" y="3662"/>
                    </a:lnTo>
                    <a:lnTo>
                      <a:pt x="27808" y="3767"/>
                    </a:lnTo>
                    <a:lnTo>
                      <a:pt x="27808" y="3871"/>
                    </a:lnTo>
                    <a:lnTo>
                      <a:pt x="27891" y="3934"/>
                    </a:lnTo>
                    <a:lnTo>
                      <a:pt x="27891" y="4060"/>
                    </a:lnTo>
                    <a:lnTo>
                      <a:pt x="27828" y="4122"/>
                    </a:lnTo>
                    <a:lnTo>
                      <a:pt x="27808" y="4248"/>
                    </a:lnTo>
                    <a:lnTo>
                      <a:pt x="27787" y="4248"/>
                    </a:lnTo>
                    <a:lnTo>
                      <a:pt x="27745" y="4018"/>
                    </a:lnTo>
                    <a:lnTo>
                      <a:pt x="27703" y="3913"/>
                    </a:lnTo>
                    <a:lnTo>
                      <a:pt x="27619" y="3850"/>
                    </a:lnTo>
                    <a:lnTo>
                      <a:pt x="27598" y="3934"/>
                    </a:lnTo>
                    <a:lnTo>
                      <a:pt x="27515" y="3934"/>
                    </a:lnTo>
                    <a:lnTo>
                      <a:pt x="27431" y="4018"/>
                    </a:lnTo>
                    <a:lnTo>
                      <a:pt x="27431" y="4143"/>
                    </a:lnTo>
                    <a:lnTo>
                      <a:pt x="27515" y="4248"/>
                    </a:lnTo>
                    <a:lnTo>
                      <a:pt x="27515" y="4332"/>
                    </a:lnTo>
                    <a:lnTo>
                      <a:pt x="27619" y="4457"/>
                    </a:lnTo>
                    <a:lnTo>
                      <a:pt x="27745" y="4457"/>
                    </a:lnTo>
                    <a:lnTo>
                      <a:pt x="27808" y="4353"/>
                    </a:lnTo>
                    <a:lnTo>
                      <a:pt x="27828" y="4353"/>
                    </a:lnTo>
                    <a:lnTo>
                      <a:pt x="27849" y="4457"/>
                    </a:lnTo>
                    <a:lnTo>
                      <a:pt x="27933" y="4583"/>
                    </a:lnTo>
                    <a:lnTo>
                      <a:pt x="27933" y="4666"/>
                    </a:lnTo>
                    <a:lnTo>
                      <a:pt x="27849" y="4666"/>
                    </a:lnTo>
                    <a:lnTo>
                      <a:pt x="27808" y="4562"/>
                    </a:lnTo>
                    <a:lnTo>
                      <a:pt x="27724" y="4541"/>
                    </a:lnTo>
                    <a:lnTo>
                      <a:pt x="27619" y="4562"/>
                    </a:lnTo>
                    <a:lnTo>
                      <a:pt x="27577" y="4604"/>
                    </a:lnTo>
                    <a:lnTo>
                      <a:pt x="27619" y="4708"/>
                    </a:lnTo>
                    <a:lnTo>
                      <a:pt x="27598" y="4792"/>
                    </a:lnTo>
                    <a:lnTo>
                      <a:pt x="27515" y="4876"/>
                    </a:lnTo>
                    <a:lnTo>
                      <a:pt x="27536" y="4959"/>
                    </a:lnTo>
                    <a:lnTo>
                      <a:pt x="27473" y="5085"/>
                    </a:lnTo>
                    <a:lnTo>
                      <a:pt x="27410" y="5127"/>
                    </a:lnTo>
                    <a:lnTo>
                      <a:pt x="27431" y="5231"/>
                    </a:lnTo>
                    <a:lnTo>
                      <a:pt x="27389" y="5294"/>
                    </a:lnTo>
                    <a:lnTo>
                      <a:pt x="27284" y="5273"/>
                    </a:lnTo>
                    <a:lnTo>
                      <a:pt x="27201" y="5169"/>
                    </a:lnTo>
                    <a:lnTo>
                      <a:pt x="27201" y="5064"/>
                    </a:lnTo>
                    <a:lnTo>
                      <a:pt x="27075" y="4897"/>
                    </a:lnTo>
                    <a:lnTo>
                      <a:pt x="27075" y="4792"/>
                    </a:lnTo>
                    <a:lnTo>
                      <a:pt x="27054" y="4708"/>
                    </a:lnTo>
                    <a:lnTo>
                      <a:pt x="26950" y="4687"/>
                    </a:lnTo>
                    <a:lnTo>
                      <a:pt x="26950" y="4646"/>
                    </a:lnTo>
                    <a:lnTo>
                      <a:pt x="26992" y="4604"/>
                    </a:lnTo>
                    <a:lnTo>
                      <a:pt x="27033" y="4562"/>
                    </a:lnTo>
                    <a:lnTo>
                      <a:pt x="26992" y="4478"/>
                    </a:lnTo>
                    <a:lnTo>
                      <a:pt x="26887" y="4457"/>
                    </a:lnTo>
                    <a:lnTo>
                      <a:pt x="26740" y="4499"/>
                    </a:lnTo>
                    <a:lnTo>
                      <a:pt x="26699" y="4457"/>
                    </a:lnTo>
                    <a:lnTo>
                      <a:pt x="26657" y="4478"/>
                    </a:lnTo>
                    <a:lnTo>
                      <a:pt x="26594" y="4562"/>
                    </a:lnTo>
                    <a:lnTo>
                      <a:pt x="26489" y="4604"/>
                    </a:lnTo>
                    <a:lnTo>
                      <a:pt x="26364" y="4792"/>
                    </a:lnTo>
                    <a:lnTo>
                      <a:pt x="26427" y="4876"/>
                    </a:lnTo>
                    <a:lnTo>
                      <a:pt x="26427" y="5064"/>
                    </a:lnTo>
                    <a:lnTo>
                      <a:pt x="26385" y="5127"/>
                    </a:lnTo>
                    <a:lnTo>
                      <a:pt x="26448" y="5210"/>
                    </a:lnTo>
                    <a:lnTo>
                      <a:pt x="26427" y="5378"/>
                    </a:lnTo>
                    <a:lnTo>
                      <a:pt x="26322" y="5420"/>
                    </a:lnTo>
                    <a:lnTo>
                      <a:pt x="26322" y="5545"/>
                    </a:lnTo>
                    <a:lnTo>
                      <a:pt x="26364" y="5608"/>
                    </a:lnTo>
                    <a:lnTo>
                      <a:pt x="26448" y="5587"/>
                    </a:lnTo>
                    <a:lnTo>
                      <a:pt x="26489" y="5629"/>
                    </a:lnTo>
                    <a:lnTo>
                      <a:pt x="26573" y="5587"/>
                    </a:lnTo>
                    <a:lnTo>
                      <a:pt x="26636" y="5608"/>
                    </a:lnTo>
                    <a:lnTo>
                      <a:pt x="26636" y="5734"/>
                    </a:lnTo>
                    <a:lnTo>
                      <a:pt x="26657" y="5796"/>
                    </a:lnTo>
                    <a:lnTo>
                      <a:pt x="26699" y="5796"/>
                    </a:lnTo>
                    <a:lnTo>
                      <a:pt x="26782" y="5922"/>
                    </a:lnTo>
                    <a:lnTo>
                      <a:pt x="26782" y="6110"/>
                    </a:lnTo>
                    <a:lnTo>
                      <a:pt x="26887" y="6236"/>
                    </a:lnTo>
                    <a:lnTo>
                      <a:pt x="26887" y="6319"/>
                    </a:lnTo>
                    <a:lnTo>
                      <a:pt x="26929" y="6424"/>
                    </a:lnTo>
                    <a:lnTo>
                      <a:pt x="27012" y="6466"/>
                    </a:lnTo>
                    <a:lnTo>
                      <a:pt x="26992" y="6550"/>
                    </a:lnTo>
                    <a:lnTo>
                      <a:pt x="27012" y="6696"/>
                    </a:lnTo>
                    <a:lnTo>
                      <a:pt x="26929" y="6842"/>
                    </a:lnTo>
                    <a:lnTo>
                      <a:pt x="27012" y="6905"/>
                    </a:lnTo>
                    <a:lnTo>
                      <a:pt x="27033" y="7052"/>
                    </a:lnTo>
                    <a:lnTo>
                      <a:pt x="27012" y="7156"/>
                    </a:lnTo>
                    <a:lnTo>
                      <a:pt x="27033" y="7198"/>
                    </a:lnTo>
                    <a:lnTo>
                      <a:pt x="27117" y="7156"/>
                    </a:lnTo>
                    <a:lnTo>
                      <a:pt x="27180" y="7198"/>
                    </a:lnTo>
                    <a:lnTo>
                      <a:pt x="27180" y="7324"/>
                    </a:lnTo>
                    <a:lnTo>
                      <a:pt x="27264" y="7387"/>
                    </a:lnTo>
                    <a:lnTo>
                      <a:pt x="27410" y="7324"/>
                    </a:lnTo>
                    <a:lnTo>
                      <a:pt x="27452" y="7198"/>
                    </a:lnTo>
                    <a:lnTo>
                      <a:pt x="27598" y="7114"/>
                    </a:lnTo>
                    <a:lnTo>
                      <a:pt x="27619" y="7010"/>
                    </a:lnTo>
                    <a:lnTo>
                      <a:pt x="27556" y="6968"/>
                    </a:lnTo>
                    <a:lnTo>
                      <a:pt x="27494" y="6759"/>
                    </a:lnTo>
                    <a:lnTo>
                      <a:pt x="27515" y="6654"/>
                    </a:lnTo>
                    <a:lnTo>
                      <a:pt x="27703" y="6466"/>
                    </a:lnTo>
                    <a:lnTo>
                      <a:pt x="27703" y="6550"/>
                    </a:lnTo>
                    <a:lnTo>
                      <a:pt x="27598" y="6675"/>
                    </a:lnTo>
                    <a:lnTo>
                      <a:pt x="27640" y="6905"/>
                    </a:lnTo>
                    <a:lnTo>
                      <a:pt x="27724" y="6947"/>
                    </a:lnTo>
                    <a:lnTo>
                      <a:pt x="27828" y="6884"/>
                    </a:lnTo>
                    <a:lnTo>
                      <a:pt x="27954" y="6968"/>
                    </a:lnTo>
                    <a:lnTo>
                      <a:pt x="28121" y="6905"/>
                    </a:lnTo>
                    <a:lnTo>
                      <a:pt x="28121" y="6842"/>
                    </a:lnTo>
                    <a:lnTo>
                      <a:pt x="28247" y="6780"/>
                    </a:lnTo>
                    <a:lnTo>
                      <a:pt x="28352" y="6780"/>
                    </a:lnTo>
                    <a:lnTo>
                      <a:pt x="28435" y="6738"/>
                    </a:lnTo>
                    <a:lnTo>
                      <a:pt x="28477" y="6780"/>
                    </a:lnTo>
                    <a:lnTo>
                      <a:pt x="28498" y="6759"/>
                    </a:lnTo>
                    <a:lnTo>
                      <a:pt x="28498" y="6759"/>
                    </a:lnTo>
                    <a:cubicBezTo>
                      <a:pt x="28477" y="6863"/>
                      <a:pt x="28456" y="6989"/>
                      <a:pt x="28456" y="7094"/>
                    </a:cubicBezTo>
                    <a:lnTo>
                      <a:pt x="28435" y="7114"/>
                    </a:lnTo>
                    <a:lnTo>
                      <a:pt x="28456" y="7156"/>
                    </a:lnTo>
                    <a:lnTo>
                      <a:pt x="28456" y="7219"/>
                    </a:lnTo>
                    <a:cubicBezTo>
                      <a:pt x="28456" y="7283"/>
                      <a:pt x="28503" y="7308"/>
                      <a:pt x="28554" y="7308"/>
                    </a:cubicBezTo>
                    <a:cubicBezTo>
                      <a:pt x="28586" y="7308"/>
                      <a:pt x="28620" y="7298"/>
                      <a:pt x="28644" y="7282"/>
                    </a:cubicBezTo>
                    <a:lnTo>
                      <a:pt x="28707" y="7282"/>
                    </a:lnTo>
                    <a:lnTo>
                      <a:pt x="28707" y="7324"/>
                    </a:lnTo>
                    <a:lnTo>
                      <a:pt x="28582" y="7533"/>
                    </a:lnTo>
                    <a:lnTo>
                      <a:pt x="28561" y="7617"/>
                    </a:lnTo>
                    <a:lnTo>
                      <a:pt x="28456" y="7679"/>
                    </a:lnTo>
                    <a:lnTo>
                      <a:pt x="28477" y="7596"/>
                    </a:lnTo>
                    <a:lnTo>
                      <a:pt x="28435" y="7533"/>
                    </a:lnTo>
                    <a:lnTo>
                      <a:pt x="28477" y="7407"/>
                    </a:lnTo>
                    <a:lnTo>
                      <a:pt x="28393" y="7324"/>
                    </a:lnTo>
                    <a:lnTo>
                      <a:pt x="28268" y="7387"/>
                    </a:lnTo>
                    <a:lnTo>
                      <a:pt x="28184" y="7512"/>
                    </a:lnTo>
                    <a:lnTo>
                      <a:pt x="28121" y="7512"/>
                    </a:lnTo>
                    <a:lnTo>
                      <a:pt x="28038" y="7679"/>
                    </a:lnTo>
                    <a:lnTo>
                      <a:pt x="27954" y="7700"/>
                    </a:lnTo>
                    <a:lnTo>
                      <a:pt x="27870" y="7910"/>
                    </a:lnTo>
                    <a:lnTo>
                      <a:pt x="27724" y="8056"/>
                    </a:lnTo>
                    <a:lnTo>
                      <a:pt x="27703" y="8203"/>
                    </a:lnTo>
                    <a:lnTo>
                      <a:pt x="27745" y="8328"/>
                    </a:lnTo>
                    <a:lnTo>
                      <a:pt x="27745" y="8412"/>
                    </a:lnTo>
                    <a:lnTo>
                      <a:pt x="27808" y="8433"/>
                    </a:lnTo>
                    <a:lnTo>
                      <a:pt x="27870" y="8370"/>
                    </a:lnTo>
                    <a:lnTo>
                      <a:pt x="27933" y="8370"/>
                    </a:lnTo>
                    <a:lnTo>
                      <a:pt x="27933" y="8454"/>
                    </a:lnTo>
                    <a:lnTo>
                      <a:pt x="27828" y="8537"/>
                    </a:lnTo>
                    <a:lnTo>
                      <a:pt x="27828" y="8579"/>
                    </a:lnTo>
                    <a:lnTo>
                      <a:pt x="27724" y="8579"/>
                    </a:lnTo>
                    <a:lnTo>
                      <a:pt x="27619" y="8642"/>
                    </a:lnTo>
                    <a:lnTo>
                      <a:pt x="27431" y="8830"/>
                    </a:lnTo>
                    <a:lnTo>
                      <a:pt x="27347" y="8935"/>
                    </a:lnTo>
                    <a:lnTo>
                      <a:pt x="27326" y="9207"/>
                    </a:lnTo>
                    <a:lnTo>
                      <a:pt x="27389" y="9311"/>
                    </a:lnTo>
                    <a:lnTo>
                      <a:pt x="27389" y="9395"/>
                    </a:lnTo>
                    <a:lnTo>
                      <a:pt x="27326" y="9500"/>
                    </a:lnTo>
                    <a:lnTo>
                      <a:pt x="27347" y="9563"/>
                    </a:lnTo>
                    <a:lnTo>
                      <a:pt x="27389" y="9625"/>
                    </a:lnTo>
                    <a:lnTo>
                      <a:pt x="27452" y="9625"/>
                    </a:lnTo>
                    <a:lnTo>
                      <a:pt x="27515" y="9667"/>
                    </a:lnTo>
                    <a:lnTo>
                      <a:pt x="27536" y="9793"/>
                    </a:lnTo>
                    <a:lnTo>
                      <a:pt x="27640" y="9835"/>
                    </a:lnTo>
                    <a:lnTo>
                      <a:pt x="27703" y="9939"/>
                    </a:lnTo>
                    <a:lnTo>
                      <a:pt x="27745" y="9939"/>
                    </a:lnTo>
                    <a:lnTo>
                      <a:pt x="27828" y="9814"/>
                    </a:lnTo>
                    <a:lnTo>
                      <a:pt x="27808" y="9939"/>
                    </a:lnTo>
                    <a:lnTo>
                      <a:pt x="27849" y="10107"/>
                    </a:lnTo>
                    <a:lnTo>
                      <a:pt x="28017" y="10127"/>
                    </a:lnTo>
                    <a:lnTo>
                      <a:pt x="28080" y="10190"/>
                    </a:lnTo>
                    <a:lnTo>
                      <a:pt x="28184" y="10190"/>
                    </a:lnTo>
                    <a:lnTo>
                      <a:pt x="28331" y="10211"/>
                    </a:lnTo>
                    <a:lnTo>
                      <a:pt x="28331" y="10295"/>
                    </a:lnTo>
                    <a:lnTo>
                      <a:pt x="28226" y="10504"/>
                    </a:lnTo>
                    <a:lnTo>
                      <a:pt x="28121" y="10546"/>
                    </a:lnTo>
                    <a:lnTo>
                      <a:pt x="28080" y="10525"/>
                    </a:lnTo>
                    <a:lnTo>
                      <a:pt x="28121" y="10420"/>
                    </a:lnTo>
                    <a:lnTo>
                      <a:pt x="28226" y="10379"/>
                    </a:lnTo>
                    <a:lnTo>
                      <a:pt x="28080" y="10337"/>
                    </a:lnTo>
                    <a:lnTo>
                      <a:pt x="27954" y="10379"/>
                    </a:lnTo>
                    <a:lnTo>
                      <a:pt x="27849" y="10504"/>
                    </a:lnTo>
                    <a:lnTo>
                      <a:pt x="27912" y="10546"/>
                    </a:lnTo>
                    <a:lnTo>
                      <a:pt x="27912" y="10630"/>
                    </a:lnTo>
                    <a:lnTo>
                      <a:pt x="27745" y="10713"/>
                    </a:lnTo>
                    <a:lnTo>
                      <a:pt x="27661" y="10797"/>
                    </a:lnTo>
                    <a:lnTo>
                      <a:pt x="27598" y="10797"/>
                    </a:lnTo>
                    <a:lnTo>
                      <a:pt x="27515" y="10944"/>
                    </a:lnTo>
                    <a:lnTo>
                      <a:pt x="27536" y="11006"/>
                    </a:lnTo>
                    <a:lnTo>
                      <a:pt x="27619" y="11006"/>
                    </a:lnTo>
                    <a:lnTo>
                      <a:pt x="27661" y="11048"/>
                    </a:lnTo>
                    <a:lnTo>
                      <a:pt x="27766" y="11027"/>
                    </a:lnTo>
                    <a:lnTo>
                      <a:pt x="27828" y="10923"/>
                    </a:lnTo>
                    <a:lnTo>
                      <a:pt x="27808" y="10860"/>
                    </a:lnTo>
                    <a:lnTo>
                      <a:pt x="27870" y="10839"/>
                    </a:lnTo>
                    <a:lnTo>
                      <a:pt x="27954" y="10797"/>
                    </a:lnTo>
                    <a:lnTo>
                      <a:pt x="28017" y="10839"/>
                    </a:lnTo>
                    <a:lnTo>
                      <a:pt x="27975" y="10944"/>
                    </a:lnTo>
                    <a:lnTo>
                      <a:pt x="27912" y="11069"/>
                    </a:lnTo>
                    <a:lnTo>
                      <a:pt x="27870" y="11236"/>
                    </a:lnTo>
                    <a:lnTo>
                      <a:pt x="27870" y="11320"/>
                    </a:lnTo>
                    <a:lnTo>
                      <a:pt x="27808" y="11383"/>
                    </a:lnTo>
                    <a:lnTo>
                      <a:pt x="27640" y="11425"/>
                    </a:lnTo>
                    <a:lnTo>
                      <a:pt x="27536" y="11529"/>
                    </a:lnTo>
                    <a:lnTo>
                      <a:pt x="27452" y="11550"/>
                    </a:lnTo>
                    <a:lnTo>
                      <a:pt x="27452" y="11592"/>
                    </a:lnTo>
                    <a:lnTo>
                      <a:pt x="27410" y="11697"/>
                    </a:lnTo>
                    <a:lnTo>
                      <a:pt x="27138" y="11801"/>
                    </a:lnTo>
                    <a:lnTo>
                      <a:pt x="27075" y="11906"/>
                    </a:lnTo>
                    <a:lnTo>
                      <a:pt x="26971" y="11948"/>
                    </a:lnTo>
                    <a:lnTo>
                      <a:pt x="26929" y="11885"/>
                    </a:lnTo>
                    <a:lnTo>
                      <a:pt x="26887" y="11885"/>
                    </a:lnTo>
                    <a:lnTo>
                      <a:pt x="26866" y="11843"/>
                    </a:lnTo>
                    <a:lnTo>
                      <a:pt x="26803" y="11906"/>
                    </a:lnTo>
                    <a:lnTo>
                      <a:pt x="26720" y="11948"/>
                    </a:lnTo>
                    <a:lnTo>
                      <a:pt x="26720" y="11948"/>
                    </a:lnTo>
                    <a:lnTo>
                      <a:pt x="26761" y="11885"/>
                    </a:lnTo>
                    <a:lnTo>
                      <a:pt x="26720" y="11843"/>
                    </a:lnTo>
                    <a:lnTo>
                      <a:pt x="26615" y="11948"/>
                    </a:lnTo>
                    <a:lnTo>
                      <a:pt x="26573" y="12094"/>
                    </a:lnTo>
                    <a:lnTo>
                      <a:pt x="26468" y="12262"/>
                    </a:lnTo>
                    <a:lnTo>
                      <a:pt x="26448" y="12304"/>
                    </a:lnTo>
                    <a:lnTo>
                      <a:pt x="26489" y="12387"/>
                    </a:lnTo>
                    <a:lnTo>
                      <a:pt x="26489" y="12471"/>
                    </a:lnTo>
                    <a:lnTo>
                      <a:pt x="26406" y="12617"/>
                    </a:lnTo>
                    <a:lnTo>
                      <a:pt x="26406" y="12701"/>
                    </a:lnTo>
                    <a:lnTo>
                      <a:pt x="26468" y="12785"/>
                    </a:lnTo>
                    <a:lnTo>
                      <a:pt x="26385" y="12827"/>
                    </a:lnTo>
                    <a:lnTo>
                      <a:pt x="26343" y="12952"/>
                    </a:lnTo>
                    <a:lnTo>
                      <a:pt x="26364" y="12952"/>
                    </a:lnTo>
                    <a:lnTo>
                      <a:pt x="26448" y="12931"/>
                    </a:lnTo>
                    <a:lnTo>
                      <a:pt x="26489" y="12848"/>
                    </a:lnTo>
                    <a:lnTo>
                      <a:pt x="26594" y="12889"/>
                    </a:lnTo>
                    <a:lnTo>
                      <a:pt x="26699" y="12806"/>
                    </a:lnTo>
                    <a:lnTo>
                      <a:pt x="26615" y="12910"/>
                    </a:lnTo>
                    <a:lnTo>
                      <a:pt x="26510" y="12910"/>
                    </a:lnTo>
                    <a:lnTo>
                      <a:pt x="26406" y="13015"/>
                    </a:lnTo>
                    <a:lnTo>
                      <a:pt x="26259" y="13057"/>
                    </a:lnTo>
                    <a:lnTo>
                      <a:pt x="26259" y="13203"/>
                    </a:lnTo>
                    <a:lnTo>
                      <a:pt x="26176" y="13266"/>
                    </a:lnTo>
                    <a:lnTo>
                      <a:pt x="26071" y="13203"/>
                    </a:lnTo>
                    <a:lnTo>
                      <a:pt x="25945" y="13203"/>
                    </a:lnTo>
                    <a:lnTo>
                      <a:pt x="25862" y="13120"/>
                    </a:lnTo>
                    <a:lnTo>
                      <a:pt x="25778" y="13161"/>
                    </a:lnTo>
                    <a:lnTo>
                      <a:pt x="25820" y="13350"/>
                    </a:lnTo>
                    <a:lnTo>
                      <a:pt x="25631" y="13245"/>
                    </a:lnTo>
                    <a:lnTo>
                      <a:pt x="25694" y="12994"/>
                    </a:lnTo>
                    <a:lnTo>
                      <a:pt x="25631" y="12827"/>
                    </a:lnTo>
                    <a:lnTo>
                      <a:pt x="25548" y="12722"/>
                    </a:lnTo>
                    <a:lnTo>
                      <a:pt x="25590" y="12555"/>
                    </a:lnTo>
                    <a:lnTo>
                      <a:pt x="25631" y="12555"/>
                    </a:lnTo>
                    <a:lnTo>
                      <a:pt x="25673" y="12722"/>
                    </a:lnTo>
                    <a:lnTo>
                      <a:pt x="25820" y="12638"/>
                    </a:lnTo>
                    <a:lnTo>
                      <a:pt x="25862" y="12743"/>
                    </a:lnTo>
                    <a:lnTo>
                      <a:pt x="25987" y="12806"/>
                    </a:lnTo>
                    <a:lnTo>
                      <a:pt x="26071" y="12722"/>
                    </a:lnTo>
                    <a:lnTo>
                      <a:pt x="26071" y="12638"/>
                    </a:lnTo>
                    <a:lnTo>
                      <a:pt x="26134" y="12492"/>
                    </a:lnTo>
                    <a:lnTo>
                      <a:pt x="26029" y="12513"/>
                    </a:lnTo>
                    <a:lnTo>
                      <a:pt x="25945" y="12492"/>
                    </a:lnTo>
                    <a:lnTo>
                      <a:pt x="26029" y="12429"/>
                    </a:lnTo>
                    <a:lnTo>
                      <a:pt x="26092" y="12304"/>
                    </a:lnTo>
                    <a:lnTo>
                      <a:pt x="26029" y="12304"/>
                    </a:lnTo>
                    <a:lnTo>
                      <a:pt x="25945" y="12387"/>
                    </a:lnTo>
                    <a:lnTo>
                      <a:pt x="25778" y="12429"/>
                    </a:lnTo>
                    <a:lnTo>
                      <a:pt x="25778" y="12345"/>
                    </a:lnTo>
                    <a:lnTo>
                      <a:pt x="25924" y="12283"/>
                    </a:lnTo>
                    <a:lnTo>
                      <a:pt x="25924" y="12178"/>
                    </a:lnTo>
                    <a:lnTo>
                      <a:pt x="25841" y="12178"/>
                    </a:lnTo>
                    <a:lnTo>
                      <a:pt x="25736" y="12220"/>
                    </a:lnTo>
                    <a:lnTo>
                      <a:pt x="25736" y="12136"/>
                    </a:lnTo>
                    <a:lnTo>
                      <a:pt x="25778" y="11969"/>
                    </a:lnTo>
                    <a:lnTo>
                      <a:pt x="25862" y="11864"/>
                    </a:lnTo>
                    <a:lnTo>
                      <a:pt x="25883" y="11969"/>
                    </a:lnTo>
                    <a:lnTo>
                      <a:pt x="25945" y="11906"/>
                    </a:lnTo>
                    <a:lnTo>
                      <a:pt x="25945" y="11822"/>
                    </a:lnTo>
                    <a:lnTo>
                      <a:pt x="26092" y="11676"/>
                    </a:lnTo>
                    <a:lnTo>
                      <a:pt x="26092" y="11592"/>
                    </a:lnTo>
                    <a:lnTo>
                      <a:pt x="26280" y="11488"/>
                    </a:lnTo>
                    <a:lnTo>
                      <a:pt x="26280" y="11362"/>
                    </a:lnTo>
                    <a:lnTo>
                      <a:pt x="26364" y="11299"/>
                    </a:lnTo>
                    <a:lnTo>
                      <a:pt x="26448" y="11278"/>
                    </a:lnTo>
                    <a:lnTo>
                      <a:pt x="26448" y="11236"/>
                    </a:lnTo>
                    <a:lnTo>
                      <a:pt x="26343" y="11236"/>
                    </a:lnTo>
                    <a:lnTo>
                      <a:pt x="26196" y="11257"/>
                    </a:lnTo>
                    <a:lnTo>
                      <a:pt x="26155" y="11425"/>
                    </a:lnTo>
                    <a:lnTo>
                      <a:pt x="26029" y="11488"/>
                    </a:lnTo>
                    <a:lnTo>
                      <a:pt x="25945" y="11467"/>
                    </a:lnTo>
                    <a:lnTo>
                      <a:pt x="25966" y="11425"/>
                    </a:lnTo>
                    <a:lnTo>
                      <a:pt x="26113" y="11362"/>
                    </a:lnTo>
                    <a:lnTo>
                      <a:pt x="26134" y="11257"/>
                    </a:lnTo>
                    <a:lnTo>
                      <a:pt x="26050" y="11216"/>
                    </a:lnTo>
                    <a:lnTo>
                      <a:pt x="25966" y="11236"/>
                    </a:lnTo>
                    <a:lnTo>
                      <a:pt x="25883" y="11153"/>
                    </a:lnTo>
                    <a:lnTo>
                      <a:pt x="25924" y="11069"/>
                    </a:lnTo>
                    <a:lnTo>
                      <a:pt x="25945" y="10944"/>
                    </a:lnTo>
                    <a:lnTo>
                      <a:pt x="25862" y="10860"/>
                    </a:lnTo>
                    <a:lnTo>
                      <a:pt x="25820" y="10902"/>
                    </a:lnTo>
                    <a:lnTo>
                      <a:pt x="25778" y="10964"/>
                    </a:lnTo>
                    <a:lnTo>
                      <a:pt x="25778" y="10902"/>
                    </a:lnTo>
                    <a:lnTo>
                      <a:pt x="25820" y="10818"/>
                    </a:lnTo>
                    <a:lnTo>
                      <a:pt x="25757" y="10713"/>
                    </a:lnTo>
                    <a:lnTo>
                      <a:pt x="25652" y="10713"/>
                    </a:lnTo>
                    <a:lnTo>
                      <a:pt x="25631" y="10902"/>
                    </a:lnTo>
                    <a:lnTo>
                      <a:pt x="25527" y="10964"/>
                    </a:lnTo>
                    <a:lnTo>
                      <a:pt x="25506" y="11027"/>
                    </a:lnTo>
                    <a:lnTo>
                      <a:pt x="25443" y="10985"/>
                    </a:lnTo>
                    <a:lnTo>
                      <a:pt x="25443" y="10923"/>
                    </a:lnTo>
                    <a:lnTo>
                      <a:pt x="25401" y="10839"/>
                    </a:lnTo>
                    <a:lnTo>
                      <a:pt x="25318" y="10839"/>
                    </a:lnTo>
                    <a:lnTo>
                      <a:pt x="25297" y="10923"/>
                    </a:lnTo>
                    <a:lnTo>
                      <a:pt x="25318" y="10964"/>
                    </a:lnTo>
                    <a:lnTo>
                      <a:pt x="25297" y="11027"/>
                    </a:lnTo>
                    <a:lnTo>
                      <a:pt x="25339" y="11132"/>
                    </a:lnTo>
                    <a:lnTo>
                      <a:pt x="25339" y="11195"/>
                    </a:lnTo>
                    <a:lnTo>
                      <a:pt x="25297" y="11257"/>
                    </a:lnTo>
                    <a:lnTo>
                      <a:pt x="25234" y="11195"/>
                    </a:lnTo>
                    <a:lnTo>
                      <a:pt x="25234" y="11132"/>
                    </a:lnTo>
                    <a:lnTo>
                      <a:pt x="25192" y="11132"/>
                    </a:lnTo>
                    <a:lnTo>
                      <a:pt x="25171" y="11195"/>
                    </a:lnTo>
                    <a:lnTo>
                      <a:pt x="25213" y="11446"/>
                    </a:lnTo>
                    <a:lnTo>
                      <a:pt x="25234" y="11592"/>
                    </a:lnTo>
                    <a:lnTo>
                      <a:pt x="25401" y="11676"/>
                    </a:lnTo>
                    <a:lnTo>
                      <a:pt x="25443" y="11760"/>
                    </a:lnTo>
                    <a:lnTo>
                      <a:pt x="25443" y="11990"/>
                    </a:lnTo>
                    <a:lnTo>
                      <a:pt x="25422" y="11864"/>
                    </a:lnTo>
                    <a:lnTo>
                      <a:pt x="25339" y="11801"/>
                    </a:lnTo>
                    <a:lnTo>
                      <a:pt x="25192" y="11613"/>
                    </a:lnTo>
                    <a:lnTo>
                      <a:pt x="25171" y="11467"/>
                    </a:lnTo>
                    <a:lnTo>
                      <a:pt x="25108" y="11278"/>
                    </a:lnTo>
                    <a:lnTo>
                      <a:pt x="25025" y="11278"/>
                    </a:lnTo>
                    <a:lnTo>
                      <a:pt x="24983" y="11341"/>
                    </a:lnTo>
                    <a:lnTo>
                      <a:pt x="25004" y="11488"/>
                    </a:lnTo>
                    <a:lnTo>
                      <a:pt x="25087" y="11592"/>
                    </a:lnTo>
                    <a:lnTo>
                      <a:pt x="25108" y="11718"/>
                    </a:lnTo>
                    <a:lnTo>
                      <a:pt x="25067" y="11760"/>
                    </a:lnTo>
                    <a:lnTo>
                      <a:pt x="24983" y="11655"/>
                    </a:lnTo>
                    <a:lnTo>
                      <a:pt x="24774" y="11697"/>
                    </a:lnTo>
                    <a:lnTo>
                      <a:pt x="24711" y="11760"/>
                    </a:lnTo>
                    <a:lnTo>
                      <a:pt x="24648" y="11676"/>
                    </a:lnTo>
                    <a:lnTo>
                      <a:pt x="24564" y="11655"/>
                    </a:lnTo>
                    <a:lnTo>
                      <a:pt x="24376" y="11488"/>
                    </a:lnTo>
                    <a:lnTo>
                      <a:pt x="24146" y="11488"/>
                    </a:lnTo>
                    <a:lnTo>
                      <a:pt x="24125" y="11404"/>
                    </a:lnTo>
                    <a:lnTo>
                      <a:pt x="24083" y="11404"/>
                    </a:lnTo>
                    <a:lnTo>
                      <a:pt x="23937" y="11488"/>
                    </a:lnTo>
                    <a:lnTo>
                      <a:pt x="23874" y="11571"/>
                    </a:lnTo>
                    <a:lnTo>
                      <a:pt x="23707" y="11571"/>
                    </a:lnTo>
                    <a:lnTo>
                      <a:pt x="23560" y="11655"/>
                    </a:lnTo>
                    <a:lnTo>
                      <a:pt x="23435" y="11550"/>
                    </a:lnTo>
                    <a:lnTo>
                      <a:pt x="23414" y="11550"/>
                    </a:lnTo>
                    <a:lnTo>
                      <a:pt x="23393" y="11446"/>
                    </a:lnTo>
                    <a:lnTo>
                      <a:pt x="23330" y="11404"/>
                    </a:lnTo>
                    <a:lnTo>
                      <a:pt x="23204" y="11488"/>
                    </a:lnTo>
                    <a:lnTo>
                      <a:pt x="23204" y="11404"/>
                    </a:lnTo>
                    <a:lnTo>
                      <a:pt x="23037" y="11257"/>
                    </a:lnTo>
                    <a:lnTo>
                      <a:pt x="23016" y="11174"/>
                    </a:lnTo>
                    <a:lnTo>
                      <a:pt x="22974" y="11153"/>
                    </a:lnTo>
                    <a:lnTo>
                      <a:pt x="22974" y="11069"/>
                    </a:lnTo>
                    <a:lnTo>
                      <a:pt x="22995" y="11027"/>
                    </a:lnTo>
                    <a:lnTo>
                      <a:pt x="22932" y="10944"/>
                    </a:lnTo>
                    <a:lnTo>
                      <a:pt x="22890" y="10964"/>
                    </a:lnTo>
                    <a:lnTo>
                      <a:pt x="22870" y="10944"/>
                    </a:lnTo>
                    <a:lnTo>
                      <a:pt x="22870" y="10860"/>
                    </a:lnTo>
                    <a:lnTo>
                      <a:pt x="22807" y="10839"/>
                    </a:lnTo>
                    <a:lnTo>
                      <a:pt x="22702" y="10881"/>
                    </a:lnTo>
                    <a:lnTo>
                      <a:pt x="22577" y="10881"/>
                    </a:lnTo>
                    <a:lnTo>
                      <a:pt x="22493" y="10818"/>
                    </a:lnTo>
                    <a:lnTo>
                      <a:pt x="22451" y="10818"/>
                    </a:lnTo>
                    <a:lnTo>
                      <a:pt x="22409" y="10755"/>
                    </a:lnTo>
                    <a:lnTo>
                      <a:pt x="22305" y="10713"/>
                    </a:lnTo>
                    <a:lnTo>
                      <a:pt x="22200" y="10713"/>
                    </a:lnTo>
                    <a:lnTo>
                      <a:pt x="22263" y="10630"/>
                    </a:lnTo>
                    <a:lnTo>
                      <a:pt x="22263" y="10546"/>
                    </a:lnTo>
                    <a:lnTo>
                      <a:pt x="22346" y="10462"/>
                    </a:lnTo>
                    <a:lnTo>
                      <a:pt x="22346" y="10420"/>
                    </a:lnTo>
                    <a:lnTo>
                      <a:pt x="22263" y="10400"/>
                    </a:lnTo>
                    <a:lnTo>
                      <a:pt x="22179" y="10400"/>
                    </a:lnTo>
                    <a:lnTo>
                      <a:pt x="22158" y="10148"/>
                    </a:lnTo>
                    <a:lnTo>
                      <a:pt x="22095" y="10127"/>
                    </a:lnTo>
                    <a:lnTo>
                      <a:pt x="22095" y="10086"/>
                    </a:lnTo>
                    <a:lnTo>
                      <a:pt x="22179" y="10023"/>
                    </a:lnTo>
                    <a:lnTo>
                      <a:pt x="22200" y="9981"/>
                    </a:lnTo>
                    <a:lnTo>
                      <a:pt x="22158" y="9939"/>
                    </a:lnTo>
                    <a:lnTo>
                      <a:pt x="22179" y="9876"/>
                    </a:lnTo>
                    <a:lnTo>
                      <a:pt x="22179" y="9772"/>
                    </a:lnTo>
                    <a:cubicBezTo>
                      <a:pt x="22284" y="9709"/>
                      <a:pt x="22388" y="9688"/>
                      <a:pt x="22493" y="9604"/>
                    </a:cubicBezTo>
                    <a:lnTo>
                      <a:pt x="22514" y="9625"/>
                    </a:lnTo>
                    <a:lnTo>
                      <a:pt x="22598" y="9604"/>
                    </a:lnTo>
                    <a:lnTo>
                      <a:pt x="22681" y="9500"/>
                    </a:lnTo>
                    <a:lnTo>
                      <a:pt x="22702" y="9500"/>
                    </a:lnTo>
                    <a:lnTo>
                      <a:pt x="22702" y="9604"/>
                    </a:lnTo>
                    <a:lnTo>
                      <a:pt x="22765" y="9709"/>
                    </a:lnTo>
                    <a:lnTo>
                      <a:pt x="22828" y="9730"/>
                    </a:lnTo>
                    <a:lnTo>
                      <a:pt x="22911" y="9688"/>
                    </a:lnTo>
                    <a:lnTo>
                      <a:pt x="22995" y="9709"/>
                    </a:lnTo>
                    <a:lnTo>
                      <a:pt x="23037" y="9793"/>
                    </a:lnTo>
                    <a:lnTo>
                      <a:pt x="23121" y="9793"/>
                    </a:lnTo>
                    <a:lnTo>
                      <a:pt x="23183" y="9835"/>
                    </a:lnTo>
                    <a:lnTo>
                      <a:pt x="23225" y="9835"/>
                    </a:lnTo>
                    <a:lnTo>
                      <a:pt x="23225" y="9730"/>
                    </a:lnTo>
                    <a:lnTo>
                      <a:pt x="23288" y="9730"/>
                    </a:lnTo>
                    <a:lnTo>
                      <a:pt x="23351" y="9709"/>
                    </a:lnTo>
                    <a:lnTo>
                      <a:pt x="23414" y="9730"/>
                    </a:lnTo>
                    <a:lnTo>
                      <a:pt x="23414" y="9814"/>
                    </a:lnTo>
                    <a:lnTo>
                      <a:pt x="23455" y="9835"/>
                    </a:lnTo>
                    <a:lnTo>
                      <a:pt x="23539" y="9814"/>
                    </a:lnTo>
                    <a:lnTo>
                      <a:pt x="23602" y="9730"/>
                    </a:lnTo>
                    <a:lnTo>
                      <a:pt x="23644" y="9772"/>
                    </a:lnTo>
                    <a:lnTo>
                      <a:pt x="23665" y="9835"/>
                    </a:lnTo>
                    <a:lnTo>
                      <a:pt x="23727" y="9835"/>
                    </a:lnTo>
                    <a:lnTo>
                      <a:pt x="23748" y="9793"/>
                    </a:lnTo>
                    <a:lnTo>
                      <a:pt x="23769" y="9793"/>
                    </a:lnTo>
                    <a:lnTo>
                      <a:pt x="23832" y="9709"/>
                    </a:lnTo>
                    <a:lnTo>
                      <a:pt x="23916" y="9709"/>
                    </a:lnTo>
                    <a:lnTo>
                      <a:pt x="23937" y="9772"/>
                    </a:lnTo>
                    <a:lnTo>
                      <a:pt x="23979" y="9793"/>
                    </a:lnTo>
                    <a:lnTo>
                      <a:pt x="24041" y="9772"/>
                    </a:lnTo>
                    <a:lnTo>
                      <a:pt x="24041" y="9709"/>
                    </a:lnTo>
                    <a:lnTo>
                      <a:pt x="24020" y="9667"/>
                    </a:lnTo>
                    <a:lnTo>
                      <a:pt x="24083" y="9583"/>
                    </a:lnTo>
                    <a:lnTo>
                      <a:pt x="24083" y="9521"/>
                    </a:lnTo>
                    <a:lnTo>
                      <a:pt x="24146" y="9458"/>
                    </a:lnTo>
                    <a:lnTo>
                      <a:pt x="24146" y="9374"/>
                    </a:lnTo>
                    <a:lnTo>
                      <a:pt x="24062" y="9374"/>
                    </a:lnTo>
                    <a:lnTo>
                      <a:pt x="24041" y="9291"/>
                    </a:lnTo>
                    <a:lnTo>
                      <a:pt x="24062" y="9186"/>
                    </a:lnTo>
                    <a:lnTo>
                      <a:pt x="24146" y="9165"/>
                    </a:lnTo>
                    <a:lnTo>
                      <a:pt x="24146" y="9060"/>
                    </a:lnTo>
                    <a:lnTo>
                      <a:pt x="24041" y="8998"/>
                    </a:lnTo>
                    <a:lnTo>
                      <a:pt x="23958" y="9039"/>
                    </a:lnTo>
                    <a:lnTo>
                      <a:pt x="23958" y="9102"/>
                    </a:lnTo>
                    <a:lnTo>
                      <a:pt x="23916" y="9165"/>
                    </a:lnTo>
                    <a:lnTo>
                      <a:pt x="23832" y="9102"/>
                    </a:lnTo>
                    <a:lnTo>
                      <a:pt x="23707" y="9102"/>
                    </a:lnTo>
                    <a:lnTo>
                      <a:pt x="23560" y="9249"/>
                    </a:lnTo>
                    <a:lnTo>
                      <a:pt x="23455" y="9311"/>
                    </a:lnTo>
                    <a:lnTo>
                      <a:pt x="23455" y="9270"/>
                    </a:lnTo>
                    <a:lnTo>
                      <a:pt x="23602" y="9186"/>
                    </a:lnTo>
                    <a:lnTo>
                      <a:pt x="23644" y="9102"/>
                    </a:lnTo>
                    <a:lnTo>
                      <a:pt x="23644" y="8977"/>
                    </a:lnTo>
                    <a:lnTo>
                      <a:pt x="23602" y="9060"/>
                    </a:lnTo>
                    <a:lnTo>
                      <a:pt x="23539" y="9039"/>
                    </a:lnTo>
                    <a:lnTo>
                      <a:pt x="23539" y="8935"/>
                    </a:lnTo>
                    <a:lnTo>
                      <a:pt x="23644" y="8851"/>
                    </a:lnTo>
                    <a:lnTo>
                      <a:pt x="23560" y="8726"/>
                    </a:lnTo>
                    <a:lnTo>
                      <a:pt x="23644" y="8642"/>
                    </a:lnTo>
                    <a:lnTo>
                      <a:pt x="23727" y="8642"/>
                    </a:lnTo>
                    <a:lnTo>
                      <a:pt x="23707" y="8684"/>
                    </a:lnTo>
                    <a:lnTo>
                      <a:pt x="23748" y="8851"/>
                    </a:lnTo>
                    <a:lnTo>
                      <a:pt x="23832" y="8935"/>
                    </a:lnTo>
                    <a:lnTo>
                      <a:pt x="23874" y="8893"/>
                    </a:lnTo>
                    <a:lnTo>
                      <a:pt x="23979" y="8893"/>
                    </a:lnTo>
                    <a:lnTo>
                      <a:pt x="24041" y="8767"/>
                    </a:lnTo>
                    <a:lnTo>
                      <a:pt x="23979" y="8726"/>
                    </a:lnTo>
                    <a:lnTo>
                      <a:pt x="23979" y="8663"/>
                    </a:lnTo>
                    <a:lnTo>
                      <a:pt x="24062" y="8663"/>
                    </a:lnTo>
                    <a:lnTo>
                      <a:pt x="24083" y="8726"/>
                    </a:lnTo>
                    <a:lnTo>
                      <a:pt x="24146" y="8684"/>
                    </a:lnTo>
                    <a:lnTo>
                      <a:pt x="24251" y="8621"/>
                    </a:lnTo>
                    <a:lnTo>
                      <a:pt x="24271" y="8475"/>
                    </a:lnTo>
                    <a:lnTo>
                      <a:pt x="24292" y="8579"/>
                    </a:lnTo>
                    <a:lnTo>
                      <a:pt x="24355" y="8579"/>
                    </a:lnTo>
                    <a:lnTo>
                      <a:pt x="24460" y="8516"/>
                    </a:lnTo>
                    <a:lnTo>
                      <a:pt x="24376" y="8684"/>
                    </a:lnTo>
                    <a:lnTo>
                      <a:pt x="24376" y="8851"/>
                    </a:lnTo>
                    <a:lnTo>
                      <a:pt x="24439" y="8830"/>
                    </a:lnTo>
                    <a:lnTo>
                      <a:pt x="24481" y="8851"/>
                    </a:lnTo>
                    <a:lnTo>
                      <a:pt x="24439" y="8935"/>
                    </a:lnTo>
                    <a:lnTo>
                      <a:pt x="24502" y="8935"/>
                    </a:lnTo>
                    <a:lnTo>
                      <a:pt x="24564" y="8788"/>
                    </a:lnTo>
                    <a:lnTo>
                      <a:pt x="24606" y="8747"/>
                    </a:lnTo>
                    <a:lnTo>
                      <a:pt x="24690" y="8579"/>
                    </a:lnTo>
                    <a:lnTo>
                      <a:pt x="24774" y="8558"/>
                    </a:lnTo>
                    <a:lnTo>
                      <a:pt x="24753" y="8684"/>
                    </a:lnTo>
                    <a:lnTo>
                      <a:pt x="24648" y="8788"/>
                    </a:lnTo>
                    <a:lnTo>
                      <a:pt x="24669" y="8977"/>
                    </a:lnTo>
                    <a:lnTo>
                      <a:pt x="24753" y="8977"/>
                    </a:lnTo>
                    <a:lnTo>
                      <a:pt x="24815" y="9039"/>
                    </a:lnTo>
                    <a:lnTo>
                      <a:pt x="24878" y="8956"/>
                    </a:lnTo>
                    <a:lnTo>
                      <a:pt x="25004" y="8851"/>
                    </a:lnTo>
                    <a:lnTo>
                      <a:pt x="25067" y="8684"/>
                    </a:lnTo>
                    <a:lnTo>
                      <a:pt x="25108" y="8558"/>
                    </a:lnTo>
                    <a:lnTo>
                      <a:pt x="25087" y="8433"/>
                    </a:lnTo>
                    <a:lnTo>
                      <a:pt x="25129" y="8370"/>
                    </a:lnTo>
                    <a:lnTo>
                      <a:pt x="25108" y="8328"/>
                    </a:lnTo>
                    <a:lnTo>
                      <a:pt x="25025" y="8328"/>
                    </a:lnTo>
                    <a:lnTo>
                      <a:pt x="24983" y="8307"/>
                    </a:lnTo>
                    <a:lnTo>
                      <a:pt x="24899" y="8349"/>
                    </a:lnTo>
                    <a:lnTo>
                      <a:pt x="24899" y="8223"/>
                    </a:lnTo>
                    <a:lnTo>
                      <a:pt x="24941" y="8203"/>
                    </a:lnTo>
                    <a:lnTo>
                      <a:pt x="24920" y="8140"/>
                    </a:lnTo>
                    <a:lnTo>
                      <a:pt x="24815" y="8140"/>
                    </a:lnTo>
                    <a:lnTo>
                      <a:pt x="24795" y="8098"/>
                    </a:lnTo>
                    <a:lnTo>
                      <a:pt x="24690" y="8014"/>
                    </a:lnTo>
                    <a:lnTo>
                      <a:pt x="24690" y="7931"/>
                    </a:lnTo>
                    <a:lnTo>
                      <a:pt x="24606" y="7742"/>
                    </a:lnTo>
                    <a:lnTo>
                      <a:pt x="24585" y="7617"/>
                    </a:lnTo>
                    <a:lnTo>
                      <a:pt x="24627" y="7491"/>
                    </a:lnTo>
                    <a:lnTo>
                      <a:pt x="24585" y="7324"/>
                    </a:lnTo>
                    <a:lnTo>
                      <a:pt x="24502" y="7470"/>
                    </a:lnTo>
                    <a:lnTo>
                      <a:pt x="24502" y="7575"/>
                    </a:lnTo>
                    <a:lnTo>
                      <a:pt x="24418" y="7428"/>
                    </a:lnTo>
                    <a:lnTo>
                      <a:pt x="24292" y="7366"/>
                    </a:lnTo>
                    <a:lnTo>
                      <a:pt x="24271" y="7114"/>
                    </a:lnTo>
                    <a:lnTo>
                      <a:pt x="24188" y="7073"/>
                    </a:lnTo>
                    <a:lnTo>
                      <a:pt x="24167" y="6884"/>
                    </a:lnTo>
                    <a:lnTo>
                      <a:pt x="24083" y="6780"/>
                    </a:lnTo>
                    <a:lnTo>
                      <a:pt x="24083" y="6675"/>
                    </a:lnTo>
                    <a:lnTo>
                      <a:pt x="24041" y="6591"/>
                    </a:lnTo>
                    <a:lnTo>
                      <a:pt x="24041" y="6529"/>
                    </a:lnTo>
                    <a:lnTo>
                      <a:pt x="24146" y="6529"/>
                    </a:lnTo>
                    <a:lnTo>
                      <a:pt x="24167" y="6382"/>
                    </a:lnTo>
                    <a:lnTo>
                      <a:pt x="24251" y="6382"/>
                    </a:lnTo>
                    <a:lnTo>
                      <a:pt x="24271" y="6424"/>
                    </a:lnTo>
                    <a:lnTo>
                      <a:pt x="24355" y="6361"/>
                    </a:lnTo>
                    <a:lnTo>
                      <a:pt x="24355" y="6257"/>
                    </a:lnTo>
                    <a:lnTo>
                      <a:pt x="24460" y="6026"/>
                    </a:lnTo>
                    <a:lnTo>
                      <a:pt x="24460" y="5922"/>
                    </a:lnTo>
                    <a:lnTo>
                      <a:pt x="24481" y="5880"/>
                    </a:lnTo>
                    <a:lnTo>
                      <a:pt x="24397" y="5692"/>
                    </a:lnTo>
                    <a:lnTo>
                      <a:pt x="24460" y="5566"/>
                    </a:lnTo>
                    <a:lnTo>
                      <a:pt x="24523" y="5566"/>
                    </a:lnTo>
                    <a:lnTo>
                      <a:pt x="24523" y="5399"/>
                    </a:lnTo>
                    <a:lnTo>
                      <a:pt x="24627" y="5252"/>
                    </a:lnTo>
                    <a:lnTo>
                      <a:pt x="24627" y="5148"/>
                    </a:lnTo>
                    <a:lnTo>
                      <a:pt x="24690" y="5064"/>
                    </a:lnTo>
                    <a:lnTo>
                      <a:pt x="24690" y="4855"/>
                    </a:lnTo>
                    <a:lnTo>
                      <a:pt x="24774" y="4834"/>
                    </a:lnTo>
                    <a:lnTo>
                      <a:pt x="24774" y="4729"/>
                    </a:lnTo>
                    <a:lnTo>
                      <a:pt x="24899" y="4583"/>
                    </a:lnTo>
                    <a:lnTo>
                      <a:pt x="24899" y="4478"/>
                    </a:lnTo>
                    <a:cubicBezTo>
                      <a:pt x="24918" y="4516"/>
                      <a:pt x="24966" y="4536"/>
                      <a:pt x="25020" y="4536"/>
                    </a:cubicBezTo>
                    <a:cubicBezTo>
                      <a:pt x="25085" y="4536"/>
                      <a:pt x="25158" y="4505"/>
                      <a:pt x="25192" y="4436"/>
                    </a:cubicBezTo>
                    <a:lnTo>
                      <a:pt x="25255" y="4122"/>
                    </a:lnTo>
                    <a:lnTo>
                      <a:pt x="25359" y="4122"/>
                    </a:lnTo>
                    <a:lnTo>
                      <a:pt x="25506" y="3955"/>
                    </a:lnTo>
                    <a:lnTo>
                      <a:pt x="25652" y="3892"/>
                    </a:lnTo>
                    <a:lnTo>
                      <a:pt x="25820" y="3725"/>
                    </a:lnTo>
                    <a:lnTo>
                      <a:pt x="25862" y="3725"/>
                    </a:lnTo>
                    <a:lnTo>
                      <a:pt x="25987" y="3599"/>
                    </a:lnTo>
                    <a:lnTo>
                      <a:pt x="25987" y="3516"/>
                    </a:lnTo>
                    <a:lnTo>
                      <a:pt x="26050" y="3474"/>
                    </a:lnTo>
                    <a:lnTo>
                      <a:pt x="26050" y="3390"/>
                    </a:lnTo>
                    <a:lnTo>
                      <a:pt x="25966" y="3285"/>
                    </a:lnTo>
                    <a:lnTo>
                      <a:pt x="25987" y="3223"/>
                    </a:lnTo>
                    <a:lnTo>
                      <a:pt x="25987" y="3160"/>
                    </a:lnTo>
                    <a:lnTo>
                      <a:pt x="25883" y="2993"/>
                    </a:lnTo>
                    <a:lnTo>
                      <a:pt x="25820" y="2993"/>
                    </a:lnTo>
                    <a:lnTo>
                      <a:pt x="25736" y="3013"/>
                    </a:lnTo>
                    <a:lnTo>
                      <a:pt x="25631" y="2972"/>
                    </a:lnTo>
                    <a:lnTo>
                      <a:pt x="25548" y="2993"/>
                    </a:lnTo>
                    <a:lnTo>
                      <a:pt x="25443" y="2909"/>
                    </a:lnTo>
                    <a:lnTo>
                      <a:pt x="25359" y="2909"/>
                    </a:lnTo>
                    <a:lnTo>
                      <a:pt x="25297" y="2846"/>
                    </a:lnTo>
                    <a:lnTo>
                      <a:pt x="25129" y="2867"/>
                    </a:lnTo>
                    <a:lnTo>
                      <a:pt x="25025" y="2972"/>
                    </a:lnTo>
                    <a:lnTo>
                      <a:pt x="24941" y="2993"/>
                    </a:lnTo>
                    <a:lnTo>
                      <a:pt x="24774" y="3118"/>
                    </a:lnTo>
                    <a:lnTo>
                      <a:pt x="24774" y="3181"/>
                    </a:lnTo>
                    <a:lnTo>
                      <a:pt x="24878" y="3265"/>
                    </a:lnTo>
                    <a:lnTo>
                      <a:pt x="24941" y="3390"/>
                    </a:lnTo>
                    <a:lnTo>
                      <a:pt x="24941" y="3516"/>
                    </a:lnTo>
                    <a:lnTo>
                      <a:pt x="24983" y="3641"/>
                    </a:lnTo>
                    <a:lnTo>
                      <a:pt x="24941" y="3704"/>
                    </a:lnTo>
                    <a:lnTo>
                      <a:pt x="24941" y="3809"/>
                    </a:lnTo>
                    <a:lnTo>
                      <a:pt x="25025" y="3913"/>
                    </a:lnTo>
                    <a:lnTo>
                      <a:pt x="25025" y="3934"/>
                    </a:lnTo>
                    <a:lnTo>
                      <a:pt x="25004" y="3955"/>
                    </a:lnTo>
                    <a:cubicBezTo>
                      <a:pt x="24983" y="4018"/>
                      <a:pt x="24941" y="4081"/>
                      <a:pt x="24920" y="4143"/>
                    </a:cubicBezTo>
                    <a:lnTo>
                      <a:pt x="24899" y="4081"/>
                    </a:lnTo>
                    <a:lnTo>
                      <a:pt x="24920" y="4018"/>
                    </a:lnTo>
                    <a:lnTo>
                      <a:pt x="24920" y="3934"/>
                    </a:lnTo>
                    <a:lnTo>
                      <a:pt x="24815" y="3871"/>
                    </a:lnTo>
                    <a:lnTo>
                      <a:pt x="24774" y="3725"/>
                    </a:lnTo>
                    <a:lnTo>
                      <a:pt x="24795" y="3662"/>
                    </a:lnTo>
                    <a:lnTo>
                      <a:pt x="24711" y="3495"/>
                    </a:lnTo>
                    <a:lnTo>
                      <a:pt x="24606" y="3474"/>
                    </a:lnTo>
                    <a:lnTo>
                      <a:pt x="24564" y="3411"/>
                    </a:lnTo>
                    <a:lnTo>
                      <a:pt x="24502" y="3411"/>
                    </a:lnTo>
                    <a:lnTo>
                      <a:pt x="24481" y="3578"/>
                    </a:lnTo>
                    <a:lnTo>
                      <a:pt x="24418" y="3578"/>
                    </a:lnTo>
                    <a:lnTo>
                      <a:pt x="24292" y="3369"/>
                    </a:lnTo>
                    <a:lnTo>
                      <a:pt x="24209" y="3369"/>
                    </a:lnTo>
                    <a:lnTo>
                      <a:pt x="24146" y="3285"/>
                    </a:lnTo>
                    <a:lnTo>
                      <a:pt x="24062" y="3327"/>
                    </a:lnTo>
                    <a:lnTo>
                      <a:pt x="24083" y="3495"/>
                    </a:lnTo>
                    <a:lnTo>
                      <a:pt x="24041" y="3516"/>
                    </a:lnTo>
                    <a:lnTo>
                      <a:pt x="23958" y="3495"/>
                    </a:lnTo>
                    <a:lnTo>
                      <a:pt x="23895" y="3620"/>
                    </a:lnTo>
                    <a:lnTo>
                      <a:pt x="23895" y="3704"/>
                    </a:lnTo>
                    <a:lnTo>
                      <a:pt x="23832" y="3746"/>
                    </a:lnTo>
                    <a:lnTo>
                      <a:pt x="23748" y="4039"/>
                    </a:lnTo>
                    <a:lnTo>
                      <a:pt x="23748" y="4143"/>
                    </a:lnTo>
                    <a:lnTo>
                      <a:pt x="23686" y="4227"/>
                    </a:lnTo>
                    <a:lnTo>
                      <a:pt x="23686" y="4353"/>
                    </a:lnTo>
                    <a:lnTo>
                      <a:pt x="23665" y="4374"/>
                    </a:lnTo>
                    <a:lnTo>
                      <a:pt x="23665" y="4478"/>
                    </a:lnTo>
                    <a:lnTo>
                      <a:pt x="23581" y="4541"/>
                    </a:lnTo>
                    <a:lnTo>
                      <a:pt x="23581" y="4771"/>
                    </a:lnTo>
                    <a:lnTo>
                      <a:pt x="23518" y="4813"/>
                    </a:lnTo>
                    <a:lnTo>
                      <a:pt x="23455" y="4792"/>
                    </a:lnTo>
                    <a:lnTo>
                      <a:pt x="23372" y="4980"/>
                    </a:lnTo>
                    <a:lnTo>
                      <a:pt x="23414" y="5064"/>
                    </a:lnTo>
                    <a:lnTo>
                      <a:pt x="23372" y="5169"/>
                    </a:lnTo>
                    <a:lnTo>
                      <a:pt x="23372" y="5273"/>
                    </a:lnTo>
                    <a:lnTo>
                      <a:pt x="23309" y="5378"/>
                    </a:lnTo>
                    <a:lnTo>
                      <a:pt x="23351" y="5462"/>
                    </a:lnTo>
                    <a:lnTo>
                      <a:pt x="23330" y="5524"/>
                    </a:lnTo>
                    <a:lnTo>
                      <a:pt x="23204" y="5524"/>
                    </a:lnTo>
                    <a:lnTo>
                      <a:pt x="23246" y="5587"/>
                    </a:lnTo>
                    <a:lnTo>
                      <a:pt x="23351" y="5629"/>
                    </a:lnTo>
                    <a:lnTo>
                      <a:pt x="23351" y="5734"/>
                    </a:lnTo>
                    <a:lnTo>
                      <a:pt x="23267" y="5713"/>
                    </a:lnTo>
                    <a:lnTo>
                      <a:pt x="23204" y="5734"/>
                    </a:lnTo>
                    <a:lnTo>
                      <a:pt x="23121" y="5796"/>
                    </a:lnTo>
                    <a:lnTo>
                      <a:pt x="23037" y="5754"/>
                    </a:lnTo>
                    <a:lnTo>
                      <a:pt x="22995" y="5817"/>
                    </a:lnTo>
                    <a:lnTo>
                      <a:pt x="22995" y="5922"/>
                    </a:lnTo>
                    <a:lnTo>
                      <a:pt x="22932" y="5964"/>
                    </a:lnTo>
                    <a:lnTo>
                      <a:pt x="22849" y="5922"/>
                    </a:lnTo>
                    <a:lnTo>
                      <a:pt x="22849" y="5817"/>
                    </a:lnTo>
                    <a:lnTo>
                      <a:pt x="22890" y="5734"/>
                    </a:lnTo>
                    <a:lnTo>
                      <a:pt x="22828" y="5650"/>
                    </a:lnTo>
                    <a:lnTo>
                      <a:pt x="22828" y="5482"/>
                    </a:lnTo>
                    <a:lnTo>
                      <a:pt x="22911" y="5294"/>
                    </a:lnTo>
                    <a:lnTo>
                      <a:pt x="22932" y="5169"/>
                    </a:lnTo>
                    <a:lnTo>
                      <a:pt x="23016" y="5085"/>
                    </a:lnTo>
                    <a:lnTo>
                      <a:pt x="23016" y="4980"/>
                    </a:lnTo>
                    <a:lnTo>
                      <a:pt x="23037" y="4876"/>
                    </a:lnTo>
                    <a:lnTo>
                      <a:pt x="23100" y="4646"/>
                    </a:lnTo>
                    <a:lnTo>
                      <a:pt x="23225" y="4562"/>
                    </a:lnTo>
                    <a:lnTo>
                      <a:pt x="23225" y="4436"/>
                    </a:lnTo>
                    <a:lnTo>
                      <a:pt x="23100" y="4436"/>
                    </a:lnTo>
                    <a:lnTo>
                      <a:pt x="23100" y="4353"/>
                    </a:lnTo>
                    <a:lnTo>
                      <a:pt x="23163" y="4269"/>
                    </a:lnTo>
                    <a:lnTo>
                      <a:pt x="23163" y="4039"/>
                    </a:lnTo>
                    <a:lnTo>
                      <a:pt x="23121" y="3976"/>
                    </a:lnTo>
                    <a:lnTo>
                      <a:pt x="23058" y="3850"/>
                    </a:lnTo>
                    <a:lnTo>
                      <a:pt x="23100" y="3809"/>
                    </a:lnTo>
                    <a:lnTo>
                      <a:pt x="23100" y="3662"/>
                    </a:lnTo>
                    <a:lnTo>
                      <a:pt x="23016" y="3662"/>
                    </a:lnTo>
                    <a:lnTo>
                      <a:pt x="22911" y="3537"/>
                    </a:lnTo>
                    <a:lnTo>
                      <a:pt x="22744" y="3599"/>
                    </a:lnTo>
                    <a:lnTo>
                      <a:pt x="22723" y="3725"/>
                    </a:lnTo>
                    <a:lnTo>
                      <a:pt x="22828" y="3809"/>
                    </a:lnTo>
                    <a:lnTo>
                      <a:pt x="22828" y="3913"/>
                    </a:lnTo>
                    <a:lnTo>
                      <a:pt x="22890" y="3976"/>
                    </a:lnTo>
                    <a:lnTo>
                      <a:pt x="22890" y="4060"/>
                    </a:lnTo>
                    <a:lnTo>
                      <a:pt x="22807" y="4060"/>
                    </a:lnTo>
                    <a:lnTo>
                      <a:pt x="22786" y="3955"/>
                    </a:lnTo>
                    <a:lnTo>
                      <a:pt x="22702" y="3955"/>
                    </a:lnTo>
                    <a:lnTo>
                      <a:pt x="22639" y="4081"/>
                    </a:lnTo>
                    <a:lnTo>
                      <a:pt x="22702" y="4122"/>
                    </a:lnTo>
                    <a:lnTo>
                      <a:pt x="22723" y="4227"/>
                    </a:lnTo>
                    <a:lnTo>
                      <a:pt x="22786" y="4353"/>
                    </a:lnTo>
                    <a:lnTo>
                      <a:pt x="22723" y="4394"/>
                    </a:lnTo>
                    <a:lnTo>
                      <a:pt x="22702" y="4353"/>
                    </a:lnTo>
                    <a:lnTo>
                      <a:pt x="22639" y="4290"/>
                    </a:lnTo>
                    <a:lnTo>
                      <a:pt x="22618" y="4436"/>
                    </a:lnTo>
                    <a:lnTo>
                      <a:pt x="22514" y="4353"/>
                    </a:lnTo>
                    <a:lnTo>
                      <a:pt x="22514" y="4248"/>
                    </a:lnTo>
                    <a:lnTo>
                      <a:pt x="22430" y="4248"/>
                    </a:lnTo>
                    <a:lnTo>
                      <a:pt x="22388" y="4353"/>
                    </a:lnTo>
                    <a:lnTo>
                      <a:pt x="22326" y="4332"/>
                    </a:lnTo>
                    <a:lnTo>
                      <a:pt x="22326" y="4185"/>
                    </a:lnTo>
                    <a:lnTo>
                      <a:pt x="22409" y="4122"/>
                    </a:lnTo>
                    <a:lnTo>
                      <a:pt x="22388" y="4081"/>
                    </a:lnTo>
                    <a:lnTo>
                      <a:pt x="22221" y="4143"/>
                    </a:lnTo>
                    <a:lnTo>
                      <a:pt x="22095" y="4269"/>
                    </a:lnTo>
                    <a:lnTo>
                      <a:pt x="22012" y="4143"/>
                    </a:lnTo>
                    <a:lnTo>
                      <a:pt x="21949" y="4143"/>
                    </a:lnTo>
                    <a:lnTo>
                      <a:pt x="21865" y="4227"/>
                    </a:lnTo>
                    <a:lnTo>
                      <a:pt x="21740" y="4227"/>
                    </a:lnTo>
                    <a:lnTo>
                      <a:pt x="21698" y="4164"/>
                    </a:lnTo>
                    <a:lnTo>
                      <a:pt x="21572" y="4185"/>
                    </a:lnTo>
                    <a:lnTo>
                      <a:pt x="21530" y="4143"/>
                    </a:lnTo>
                    <a:lnTo>
                      <a:pt x="21635" y="4060"/>
                    </a:lnTo>
                    <a:lnTo>
                      <a:pt x="21782" y="4039"/>
                    </a:lnTo>
                    <a:lnTo>
                      <a:pt x="21865" y="4060"/>
                    </a:lnTo>
                    <a:lnTo>
                      <a:pt x="21991" y="4039"/>
                    </a:lnTo>
                    <a:lnTo>
                      <a:pt x="21991" y="3955"/>
                    </a:lnTo>
                    <a:lnTo>
                      <a:pt x="22074" y="3934"/>
                    </a:lnTo>
                    <a:lnTo>
                      <a:pt x="22158" y="3955"/>
                    </a:lnTo>
                    <a:lnTo>
                      <a:pt x="22263" y="3850"/>
                    </a:lnTo>
                    <a:lnTo>
                      <a:pt x="22263" y="3746"/>
                    </a:lnTo>
                    <a:lnTo>
                      <a:pt x="22284" y="3662"/>
                    </a:lnTo>
                    <a:lnTo>
                      <a:pt x="22200" y="3599"/>
                    </a:lnTo>
                    <a:lnTo>
                      <a:pt x="22095" y="3411"/>
                    </a:lnTo>
                    <a:lnTo>
                      <a:pt x="21970" y="3348"/>
                    </a:lnTo>
                    <a:lnTo>
                      <a:pt x="21949" y="3285"/>
                    </a:lnTo>
                    <a:lnTo>
                      <a:pt x="21761" y="3118"/>
                    </a:lnTo>
                    <a:lnTo>
                      <a:pt x="21740" y="3076"/>
                    </a:lnTo>
                    <a:lnTo>
                      <a:pt x="21635" y="3076"/>
                    </a:lnTo>
                    <a:lnTo>
                      <a:pt x="21489" y="3139"/>
                    </a:lnTo>
                    <a:lnTo>
                      <a:pt x="21426" y="3139"/>
                    </a:lnTo>
                    <a:lnTo>
                      <a:pt x="21238" y="3327"/>
                    </a:lnTo>
                    <a:lnTo>
                      <a:pt x="21279" y="3390"/>
                    </a:lnTo>
                    <a:lnTo>
                      <a:pt x="21279" y="3453"/>
                    </a:lnTo>
                    <a:lnTo>
                      <a:pt x="21217" y="3495"/>
                    </a:lnTo>
                    <a:lnTo>
                      <a:pt x="21133" y="3516"/>
                    </a:lnTo>
                    <a:lnTo>
                      <a:pt x="21133" y="3453"/>
                    </a:lnTo>
                    <a:lnTo>
                      <a:pt x="21049" y="3495"/>
                    </a:lnTo>
                    <a:lnTo>
                      <a:pt x="20966" y="3432"/>
                    </a:lnTo>
                    <a:lnTo>
                      <a:pt x="20861" y="3432"/>
                    </a:lnTo>
                    <a:lnTo>
                      <a:pt x="20819" y="3495"/>
                    </a:lnTo>
                    <a:lnTo>
                      <a:pt x="20714" y="3495"/>
                    </a:lnTo>
                    <a:lnTo>
                      <a:pt x="20652" y="3432"/>
                    </a:lnTo>
                    <a:lnTo>
                      <a:pt x="20714" y="3390"/>
                    </a:lnTo>
                    <a:lnTo>
                      <a:pt x="20861" y="3348"/>
                    </a:lnTo>
                    <a:lnTo>
                      <a:pt x="20924" y="3244"/>
                    </a:lnTo>
                    <a:lnTo>
                      <a:pt x="21028" y="3223"/>
                    </a:lnTo>
                    <a:lnTo>
                      <a:pt x="21112" y="3244"/>
                    </a:lnTo>
                    <a:lnTo>
                      <a:pt x="21175" y="3139"/>
                    </a:lnTo>
                    <a:lnTo>
                      <a:pt x="21175" y="3013"/>
                    </a:lnTo>
                    <a:lnTo>
                      <a:pt x="21238" y="2972"/>
                    </a:lnTo>
                    <a:lnTo>
                      <a:pt x="21321" y="2972"/>
                    </a:lnTo>
                    <a:lnTo>
                      <a:pt x="21384" y="2804"/>
                    </a:lnTo>
                    <a:lnTo>
                      <a:pt x="21384" y="2616"/>
                    </a:lnTo>
                    <a:lnTo>
                      <a:pt x="21426" y="2553"/>
                    </a:lnTo>
                    <a:lnTo>
                      <a:pt x="21384" y="2449"/>
                    </a:lnTo>
                    <a:lnTo>
                      <a:pt x="21279" y="2449"/>
                    </a:lnTo>
                    <a:lnTo>
                      <a:pt x="21112" y="2490"/>
                    </a:lnTo>
                    <a:lnTo>
                      <a:pt x="20903" y="2553"/>
                    </a:lnTo>
                    <a:lnTo>
                      <a:pt x="20694" y="2616"/>
                    </a:lnTo>
                    <a:lnTo>
                      <a:pt x="20547" y="2658"/>
                    </a:lnTo>
                    <a:cubicBezTo>
                      <a:pt x="20652" y="2616"/>
                      <a:pt x="20798" y="2574"/>
                      <a:pt x="20903" y="2511"/>
                    </a:cubicBezTo>
                    <a:cubicBezTo>
                      <a:pt x="20945" y="2511"/>
                      <a:pt x="21028" y="2490"/>
                      <a:pt x="21070" y="2490"/>
                    </a:cubicBezTo>
                    <a:cubicBezTo>
                      <a:pt x="21217" y="2469"/>
                      <a:pt x="21238" y="2344"/>
                      <a:pt x="21175" y="2239"/>
                    </a:cubicBezTo>
                    <a:lnTo>
                      <a:pt x="21238" y="2177"/>
                    </a:lnTo>
                    <a:lnTo>
                      <a:pt x="21217" y="2072"/>
                    </a:lnTo>
                    <a:lnTo>
                      <a:pt x="21217" y="1967"/>
                    </a:lnTo>
                    <a:lnTo>
                      <a:pt x="21154" y="1884"/>
                    </a:lnTo>
                    <a:lnTo>
                      <a:pt x="21217" y="1842"/>
                    </a:lnTo>
                    <a:lnTo>
                      <a:pt x="21217" y="1674"/>
                    </a:lnTo>
                    <a:lnTo>
                      <a:pt x="21133" y="1507"/>
                    </a:lnTo>
                    <a:lnTo>
                      <a:pt x="21175" y="1402"/>
                    </a:lnTo>
                    <a:lnTo>
                      <a:pt x="21154" y="1109"/>
                    </a:lnTo>
                    <a:lnTo>
                      <a:pt x="20945" y="879"/>
                    </a:lnTo>
                    <a:lnTo>
                      <a:pt x="20924" y="775"/>
                    </a:lnTo>
                    <a:lnTo>
                      <a:pt x="20840" y="733"/>
                    </a:lnTo>
                    <a:lnTo>
                      <a:pt x="20694" y="796"/>
                    </a:lnTo>
                    <a:lnTo>
                      <a:pt x="20526" y="775"/>
                    </a:lnTo>
                    <a:lnTo>
                      <a:pt x="20442" y="837"/>
                    </a:lnTo>
                    <a:lnTo>
                      <a:pt x="20442" y="984"/>
                    </a:lnTo>
                    <a:lnTo>
                      <a:pt x="20212" y="1109"/>
                    </a:lnTo>
                    <a:lnTo>
                      <a:pt x="20212" y="1047"/>
                    </a:lnTo>
                    <a:lnTo>
                      <a:pt x="20380" y="900"/>
                    </a:lnTo>
                    <a:lnTo>
                      <a:pt x="20422" y="754"/>
                    </a:lnTo>
                    <a:lnTo>
                      <a:pt x="20317" y="670"/>
                    </a:lnTo>
                    <a:lnTo>
                      <a:pt x="20212" y="712"/>
                    </a:lnTo>
                    <a:lnTo>
                      <a:pt x="20129" y="733"/>
                    </a:lnTo>
                    <a:lnTo>
                      <a:pt x="20212" y="670"/>
                    </a:lnTo>
                    <a:lnTo>
                      <a:pt x="20191" y="586"/>
                    </a:lnTo>
                    <a:lnTo>
                      <a:pt x="19898" y="419"/>
                    </a:lnTo>
                    <a:lnTo>
                      <a:pt x="19815" y="293"/>
                    </a:lnTo>
                    <a:lnTo>
                      <a:pt x="19752" y="252"/>
                    </a:lnTo>
                    <a:lnTo>
                      <a:pt x="19773" y="105"/>
                    </a:lnTo>
                    <a:lnTo>
                      <a:pt x="1945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593" name="Google Shape;7721;p67">
              <a:extLst>
                <a:ext uri="{FF2B5EF4-FFF2-40B4-BE49-F238E27FC236}">
                  <a16:creationId xmlns:a16="http://schemas.microsoft.com/office/drawing/2014/main" id="{38DC5901-2C5E-1AED-7C16-EA43D4986B4F}"/>
                </a:ext>
              </a:extLst>
            </p:cNvPr>
            <p:cNvSpPr/>
            <p:nvPr/>
          </p:nvSpPr>
          <p:spPr>
            <a:xfrm>
              <a:off x="2577325" y="2970225"/>
              <a:ext cx="32450" cy="13100"/>
            </a:xfrm>
            <a:custGeom>
              <a:avLst/>
              <a:gdLst/>
              <a:ahLst/>
              <a:cxnLst/>
              <a:rect l="l" t="t" r="r" b="b"/>
              <a:pathLst>
                <a:path w="1298" h="524" extrusionOk="0">
                  <a:moveTo>
                    <a:pt x="503" y="0"/>
                  </a:moveTo>
                  <a:lnTo>
                    <a:pt x="293" y="42"/>
                  </a:lnTo>
                  <a:lnTo>
                    <a:pt x="168" y="21"/>
                  </a:lnTo>
                  <a:lnTo>
                    <a:pt x="63" y="42"/>
                  </a:lnTo>
                  <a:lnTo>
                    <a:pt x="1" y="147"/>
                  </a:lnTo>
                  <a:lnTo>
                    <a:pt x="105" y="230"/>
                  </a:lnTo>
                  <a:lnTo>
                    <a:pt x="189" y="209"/>
                  </a:lnTo>
                  <a:lnTo>
                    <a:pt x="252" y="230"/>
                  </a:lnTo>
                  <a:lnTo>
                    <a:pt x="314" y="377"/>
                  </a:lnTo>
                  <a:lnTo>
                    <a:pt x="398" y="439"/>
                  </a:lnTo>
                  <a:lnTo>
                    <a:pt x="524" y="439"/>
                  </a:lnTo>
                  <a:lnTo>
                    <a:pt x="607" y="523"/>
                  </a:lnTo>
                  <a:lnTo>
                    <a:pt x="775" y="523"/>
                  </a:lnTo>
                  <a:lnTo>
                    <a:pt x="775" y="377"/>
                  </a:lnTo>
                  <a:lnTo>
                    <a:pt x="879" y="377"/>
                  </a:lnTo>
                  <a:lnTo>
                    <a:pt x="900" y="439"/>
                  </a:lnTo>
                  <a:lnTo>
                    <a:pt x="984" y="439"/>
                  </a:lnTo>
                  <a:lnTo>
                    <a:pt x="1005" y="335"/>
                  </a:lnTo>
                  <a:lnTo>
                    <a:pt x="1089" y="377"/>
                  </a:lnTo>
                  <a:lnTo>
                    <a:pt x="1298" y="377"/>
                  </a:lnTo>
                  <a:lnTo>
                    <a:pt x="1298" y="335"/>
                  </a:lnTo>
                  <a:lnTo>
                    <a:pt x="1193" y="230"/>
                  </a:lnTo>
                  <a:lnTo>
                    <a:pt x="1047" y="209"/>
                  </a:lnTo>
                  <a:lnTo>
                    <a:pt x="942" y="21"/>
                  </a:lnTo>
                  <a:lnTo>
                    <a:pt x="50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4" name="Google Shape;7722;p67">
              <a:extLst>
                <a:ext uri="{FF2B5EF4-FFF2-40B4-BE49-F238E27FC236}">
                  <a16:creationId xmlns:a16="http://schemas.microsoft.com/office/drawing/2014/main" id="{4007D85C-C3C1-D35C-7BCE-CBDFA5ECFF81}"/>
                </a:ext>
              </a:extLst>
            </p:cNvPr>
            <p:cNvSpPr/>
            <p:nvPr/>
          </p:nvSpPr>
          <p:spPr>
            <a:xfrm>
              <a:off x="2632250" y="2947725"/>
              <a:ext cx="41350" cy="29325"/>
            </a:xfrm>
            <a:custGeom>
              <a:avLst/>
              <a:gdLst/>
              <a:ahLst/>
              <a:cxnLst/>
              <a:rect l="l" t="t" r="r" b="b"/>
              <a:pathLst>
                <a:path w="1654" h="1173" extrusionOk="0">
                  <a:moveTo>
                    <a:pt x="1089" y="0"/>
                  </a:moveTo>
                  <a:lnTo>
                    <a:pt x="1005" y="63"/>
                  </a:lnTo>
                  <a:lnTo>
                    <a:pt x="900" y="21"/>
                  </a:lnTo>
                  <a:lnTo>
                    <a:pt x="691" y="21"/>
                  </a:lnTo>
                  <a:lnTo>
                    <a:pt x="649" y="84"/>
                  </a:lnTo>
                  <a:lnTo>
                    <a:pt x="754" y="168"/>
                  </a:lnTo>
                  <a:lnTo>
                    <a:pt x="1068" y="272"/>
                  </a:lnTo>
                  <a:lnTo>
                    <a:pt x="1047" y="314"/>
                  </a:lnTo>
                  <a:lnTo>
                    <a:pt x="1109" y="398"/>
                  </a:lnTo>
                  <a:lnTo>
                    <a:pt x="1047" y="544"/>
                  </a:lnTo>
                  <a:lnTo>
                    <a:pt x="1109" y="649"/>
                  </a:lnTo>
                  <a:lnTo>
                    <a:pt x="1214" y="691"/>
                  </a:lnTo>
                  <a:lnTo>
                    <a:pt x="1340" y="795"/>
                  </a:lnTo>
                  <a:lnTo>
                    <a:pt x="1319" y="858"/>
                  </a:lnTo>
                  <a:lnTo>
                    <a:pt x="1068" y="858"/>
                  </a:lnTo>
                  <a:lnTo>
                    <a:pt x="1026" y="900"/>
                  </a:lnTo>
                  <a:lnTo>
                    <a:pt x="921" y="858"/>
                  </a:lnTo>
                  <a:lnTo>
                    <a:pt x="796" y="858"/>
                  </a:lnTo>
                  <a:lnTo>
                    <a:pt x="649" y="816"/>
                  </a:lnTo>
                  <a:lnTo>
                    <a:pt x="524" y="858"/>
                  </a:lnTo>
                  <a:lnTo>
                    <a:pt x="524" y="816"/>
                  </a:lnTo>
                  <a:lnTo>
                    <a:pt x="482" y="795"/>
                  </a:lnTo>
                  <a:lnTo>
                    <a:pt x="293" y="837"/>
                  </a:lnTo>
                  <a:lnTo>
                    <a:pt x="189" y="733"/>
                  </a:lnTo>
                  <a:lnTo>
                    <a:pt x="63" y="795"/>
                  </a:lnTo>
                  <a:lnTo>
                    <a:pt x="0" y="858"/>
                  </a:lnTo>
                  <a:lnTo>
                    <a:pt x="63" y="963"/>
                  </a:lnTo>
                  <a:lnTo>
                    <a:pt x="189" y="1005"/>
                  </a:lnTo>
                  <a:lnTo>
                    <a:pt x="314" y="1151"/>
                  </a:lnTo>
                  <a:lnTo>
                    <a:pt x="377" y="1172"/>
                  </a:lnTo>
                  <a:lnTo>
                    <a:pt x="377" y="1067"/>
                  </a:lnTo>
                  <a:lnTo>
                    <a:pt x="419" y="1026"/>
                  </a:lnTo>
                  <a:lnTo>
                    <a:pt x="691" y="1026"/>
                  </a:lnTo>
                  <a:lnTo>
                    <a:pt x="796" y="1067"/>
                  </a:lnTo>
                  <a:lnTo>
                    <a:pt x="1109" y="1067"/>
                  </a:lnTo>
                  <a:lnTo>
                    <a:pt x="1151" y="1047"/>
                  </a:lnTo>
                  <a:lnTo>
                    <a:pt x="1256" y="1109"/>
                  </a:lnTo>
                  <a:lnTo>
                    <a:pt x="1340" y="1109"/>
                  </a:lnTo>
                  <a:lnTo>
                    <a:pt x="1340" y="1047"/>
                  </a:lnTo>
                  <a:lnTo>
                    <a:pt x="1570" y="921"/>
                  </a:lnTo>
                  <a:lnTo>
                    <a:pt x="1570" y="837"/>
                  </a:lnTo>
                  <a:lnTo>
                    <a:pt x="1570" y="733"/>
                  </a:lnTo>
                  <a:lnTo>
                    <a:pt x="1528" y="607"/>
                  </a:lnTo>
                  <a:lnTo>
                    <a:pt x="1549" y="544"/>
                  </a:lnTo>
                  <a:lnTo>
                    <a:pt x="1633" y="502"/>
                  </a:lnTo>
                  <a:lnTo>
                    <a:pt x="1653" y="377"/>
                  </a:lnTo>
                  <a:lnTo>
                    <a:pt x="1612" y="293"/>
                  </a:lnTo>
                  <a:lnTo>
                    <a:pt x="1653" y="189"/>
                  </a:lnTo>
                  <a:lnTo>
                    <a:pt x="1633" y="126"/>
                  </a:lnTo>
                  <a:lnTo>
                    <a:pt x="1528" y="105"/>
                  </a:lnTo>
                  <a:lnTo>
                    <a:pt x="1423" y="126"/>
                  </a:lnTo>
                  <a:lnTo>
                    <a:pt x="1319" y="21"/>
                  </a:lnTo>
                  <a:lnTo>
                    <a:pt x="108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5" name="Google Shape;7723;p67">
              <a:extLst>
                <a:ext uri="{FF2B5EF4-FFF2-40B4-BE49-F238E27FC236}">
                  <a16:creationId xmlns:a16="http://schemas.microsoft.com/office/drawing/2014/main" id="{354E7F27-F686-6788-21B0-CEF3BE668275}"/>
                </a:ext>
              </a:extLst>
            </p:cNvPr>
            <p:cNvSpPr/>
            <p:nvPr/>
          </p:nvSpPr>
          <p:spPr>
            <a:xfrm>
              <a:off x="2485775" y="2895925"/>
              <a:ext cx="153825" cy="54950"/>
            </a:xfrm>
            <a:custGeom>
              <a:avLst/>
              <a:gdLst/>
              <a:ahLst/>
              <a:cxnLst/>
              <a:rect l="l" t="t" r="r" b="b"/>
              <a:pathLst>
                <a:path w="6153" h="2198" extrusionOk="0">
                  <a:moveTo>
                    <a:pt x="1570" y="1"/>
                  </a:moveTo>
                  <a:lnTo>
                    <a:pt x="1445" y="106"/>
                  </a:lnTo>
                  <a:lnTo>
                    <a:pt x="1131" y="106"/>
                  </a:lnTo>
                  <a:lnTo>
                    <a:pt x="901" y="168"/>
                  </a:lnTo>
                  <a:lnTo>
                    <a:pt x="817" y="252"/>
                  </a:lnTo>
                  <a:lnTo>
                    <a:pt x="566" y="315"/>
                  </a:lnTo>
                  <a:lnTo>
                    <a:pt x="482" y="419"/>
                  </a:lnTo>
                  <a:lnTo>
                    <a:pt x="377" y="482"/>
                  </a:lnTo>
                  <a:lnTo>
                    <a:pt x="357" y="608"/>
                  </a:lnTo>
                  <a:lnTo>
                    <a:pt x="419" y="712"/>
                  </a:lnTo>
                  <a:lnTo>
                    <a:pt x="398" y="775"/>
                  </a:lnTo>
                  <a:lnTo>
                    <a:pt x="294" y="712"/>
                  </a:lnTo>
                  <a:lnTo>
                    <a:pt x="85" y="817"/>
                  </a:lnTo>
                  <a:lnTo>
                    <a:pt x="1" y="796"/>
                  </a:lnTo>
                  <a:lnTo>
                    <a:pt x="1" y="880"/>
                  </a:lnTo>
                  <a:lnTo>
                    <a:pt x="105" y="922"/>
                  </a:lnTo>
                  <a:lnTo>
                    <a:pt x="252" y="796"/>
                  </a:lnTo>
                  <a:lnTo>
                    <a:pt x="273" y="817"/>
                  </a:lnTo>
                  <a:lnTo>
                    <a:pt x="273" y="922"/>
                  </a:lnTo>
                  <a:lnTo>
                    <a:pt x="419" y="817"/>
                  </a:lnTo>
                  <a:lnTo>
                    <a:pt x="524" y="817"/>
                  </a:lnTo>
                  <a:lnTo>
                    <a:pt x="629" y="629"/>
                  </a:lnTo>
                  <a:lnTo>
                    <a:pt x="796" y="670"/>
                  </a:lnTo>
                  <a:lnTo>
                    <a:pt x="838" y="608"/>
                  </a:lnTo>
                  <a:lnTo>
                    <a:pt x="922" y="691"/>
                  </a:lnTo>
                  <a:lnTo>
                    <a:pt x="1026" y="670"/>
                  </a:lnTo>
                  <a:lnTo>
                    <a:pt x="1214" y="461"/>
                  </a:lnTo>
                  <a:lnTo>
                    <a:pt x="1319" y="419"/>
                  </a:lnTo>
                  <a:lnTo>
                    <a:pt x="1361" y="357"/>
                  </a:lnTo>
                  <a:lnTo>
                    <a:pt x="1528" y="378"/>
                  </a:lnTo>
                  <a:lnTo>
                    <a:pt x="1654" y="378"/>
                  </a:lnTo>
                  <a:lnTo>
                    <a:pt x="1884" y="398"/>
                  </a:lnTo>
                  <a:lnTo>
                    <a:pt x="1968" y="461"/>
                  </a:lnTo>
                  <a:lnTo>
                    <a:pt x="1884" y="503"/>
                  </a:lnTo>
                  <a:lnTo>
                    <a:pt x="1758" y="503"/>
                  </a:lnTo>
                  <a:lnTo>
                    <a:pt x="1675" y="566"/>
                  </a:lnTo>
                  <a:lnTo>
                    <a:pt x="1758" y="629"/>
                  </a:lnTo>
                  <a:lnTo>
                    <a:pt x="2093" y="691"/>
                  </a:lnTo>
                  <a:lnTo>
                    <a:pt x="2177" y="670"/>
                  </a:lnTo>
                  <a:lnTo>
                    <a:pt x="2282" y="670"/>
                  </a:lnTo>
                  <a:lnTo>
                    <a:pt x="2386" y="733"/>
                  </a:lnTo>
                  <a:lnTo>
                    <a:pt x="2554" y="775"/>
                  </a:lnTo>
                  <a:lnTo>
                    <a:pt x="2616" y="775"/>
                  </a:lnTo>
                  <a:lnTo>
                    <a:pt x="2658" y="691"/>
                  </a:lnTo>
                  <a:lnTo>
                    <a:pt x="2721" y="775"/>
                  </a:lnTo>
                  <a:lnTo>
                    <a:pt x="2763" y="817"/>
                  </a:lnTo>
                  <a:lnTo>
                    <a:pt x="2930" y="942"/>
                  </a:lnTo>
                  <a:lnTo>
                    <a:pt x="3077" y="984"/>
                  </a:lnTo>
                  <a:lnTo>
                    <a:pt x="3139" y="942"/>
                  </a:lnTo>
                  <a:lnTo>
                    <a:pt x="3244" y="1026"/>
                  </a:lnTo>
                  <a:lnTo>
                    <a:pt x="3349" y="1005"/>
                  </a:lnTo>
                  <a:lnTo>
                    <a:pt x="3432" y="1047"/>
                  </a:lnTo>
                  <a:lnTo>
                    <a:pt x="3600" y="1005"/>
                  </a:lnTo>
                  <a:lnTo>
                    <a:pt x="3663" y="1026"/>
                  </a:lnTo>
                  <a:lnTo>
                    <a:pt x="3746" y="1361"/>
                  </a:lnTo>
                  <a:lnTo>
                    <a:pt x="3955" y="1570"/>
                  </a:lnTo>
                  <a:lnTo>
                    <a:pt x="4039" y="1612"/>
                  </a:lnTo>
                  <a:lnTo>
                    <a:pt x="4081" y="1549"/>
                  </a:lnTo>
                  <a:lnTo>
                    <a:pt x="4227" y="1633"/>
                  </a:lnTo>
                  <a:lnTo>
                    <a:pt x="4437" y="1633"/>
                  </a:lnTo>
                  <a:lnTo>
                    <a:pt x="4458" y="1675"/>
                  </a:lnTo>
                  <a:lnTo>
                    <a:pt x="4541" y="1738"/>
                  </a:lnTo>
                  <a:lnTo>
                    <a:pt x="4541" y="1842"/>
                  </a:lnTo>
                  <a:lnTo>
                    <a:pt x="4374" y="1863"/>
                  </a:lnTo>
                  <a:lnTo>
                    <a:pt x="4186" y="2051"/>
                  </a:lnTo>
                  <a:lnTo>
                    <a:pt x="4186" y="2156"/>
                  </a:lnTo>
                  <a:lnTo>
                    <a:pt x="4374" y="2177"/>
                  </a:lnTo>
                  <a:lnTo>
                    <a:pt x="4541" y="2135"/>
                  </a:lnTo>
                  <a:lnTo>
                    <a:pt x="4604" y="2156"/>
                  </a:lnTo>
                  <a:lnTo>
                    <a:pt x="4897" y="2093"/>
                  </a:lnTo>
                  <a:lnTo>
                    <a:pt x="5064" y="2093"/>
                  </a:lnTo>
                  <a:lnTo>
                    <a:pt x="5274" y="2198"/>
                  </a:lnTo>
                  <a:lnTo>
                    <a:pt x="5546" y="2135"/>
                  </a:lnTo>
                  <a:lnTo>
                    <a:pt x="5587" y="2072"/>
                  </a:lnTo>
                  <a:lnTo>
                    <a:pt x="5650" y="2072"/>
                  </a:lnTo>
                  <a:lnTo>
                    <a:pt x="5734" y="2030"/>
                  </a:lnTo>
                  <a:lnTo>
                    <a:pt x="5943" y="2051"/>
                  </a:lnTo>
                  <a:lnTo>
                    <a:pt x="6069" y="1989"/>
                  </a:lnTo>
                  <a:lnTo>
                    <a:pt x="6152" y="1884"/>
                  </a:lnTo>
                  <a:lnTo>
                    <a:pt x="6111" y="1842"/>
                  </a:lnTo>
                  <a:lnTo>
                    <a:pt x="6006" y="1821"/>
                  </a:lnTo>
                  <a:lnTo>
                    <a:pt x="5922" y="1654"/>
                  </a:lnTo>
                  <a:lnTo>
                    <a:pt x="5692" y="1549"/>
                  </a:lnTo>
                  <a:lnTo>
                    <a:pt x="5378" y="1549"/>
                  </a:lnTo>
                  <a:lnTo>
                    <a:pt x="5295" y="1528"/>
                  </a:lnTo>
                  <a:lnTo>
                    <a:pt x="5336" y="1466"/>
                  </a:lnTo>
                  <a:lnTo>
                    <a:pt x="5399" y="1319"/>
                  </a:lnTo>
                  <a:lnTo>
                    <a:pt x="5315" y="1298"/>
                  </a:lnTo>
                  <a:lnTo>
                    <a:pt x="5232" y="1340"/>
                  </a:lnTo>
                  <a:lnTo>
                    <a:pt x="5127" y="1340"/>
                  </a:lnTo>
                  <a:lnTo>
                    <a:pt x="4918" y="1194"/>
                  </a:lnTo>
                  <a:lnTo>
                    <a:pt x="4855" y="1235"/>
                  </a:lnTo>
                  <a:lnTo>
                    <a:pt x="4771" y="1152"/>
                  </a:lnTo>
                  <a:lnTo>
                    <a:pt x="4604" y="1026"/>
                  </a:lnTo>
                  <a:lnTo>
                    <a:pt x="4541" y="1131"/>
                  </a:lnTo>
                  <a:lnTo>
                    <a:pt x="4479" y="1089"/>
                  </a:lnTo>
                  <a:lnTo>
                    <a:pt x="4499" y="1005"/>
                  </a:lnTo>
                  <a:lnTo>
                    <a:pt x="4437" y="984"/>
                  </a:lnTo>
                  <a:lnTo>
                    <a:pt x="4395" y="1047"/>
                  </a:lnTo>
                  <a:lnTo>
                    <a:pt x="4332" y="984"/>
                  </a:lnTo>
                  <a:lnTo>
                    <a:pt x="4123" y="922"/>
                  </a:lnTo>
                  <a:lnTo>
                    <a:pt x="3955" y="796"/>
                  </a:lnTo>
                  <a:lnTo>
                    <a:pt x="3830" y="712"/>
                  </a:lnTo>
                  <a:lnTo>
                    <a:pt x="3704" y="587"/>
                  </a:lnTo>
                  <a:lnTo>
                    <a:pt x="3349" y="587"/>
                  </a:lnTo>
                  <a:lnTo>
                    <a:pt x="3244" y="524"/>
                  </a:lnTo>
                  <a:lnTo>
                    <a:pt x="3202" y="398"/>
                  </a:lnTo>
                  <a:lnTo>
                    <a:pt x="3077" y="252"/>
                  </a:lnTo>
                  <a:lnTo>
                    <a:pt x="2972" y="273"/>
                  </a:lnTo>
                  <a:lnTo>
                    <a:pt x="2909" y="210"/>
                  </a:lnTo>
                  <a:lnTo>
                    <a:pt x="2491" y="147"/>
                  </a:lnTo>
                  <a:lnTo>
                    <a:pt x="2365" y="210"/>
                  </a:lnTo>
                  <a:lnTo>
                    <a:pt x="2177" y="168"/>
                  </a:lnTo>
                  <a:lnTo>
                    <a:pt x="2072" y="43"/>
                  </a:lnTo>
                  <a:lnTo>
                    <a:pt x="182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6" name="Google Shape;7724;p67">
              <a:extLst>
                <a:ext uri="{FF2B5EF4-FFF2-40B4-BE49-F238E27FC236}">
                  <a16:creationId xmlns:a16="http://schemas.microsoft.com/office/drawing/2014/main" id="{1C6C6B03-1962-B113-FD26-7004E3B7FF70}"/>
                </a:ext>
              </a:extLst>
            </p:cNvPr>
            <p:cNvSpPr/>
            <p:nvPr/>
          </p:nvSpPr>
          <p:spPr>
            <a:xfrm>
              <a:off x="2901125" y="4083350"/>
              <a:ext cx="39250" cy="22525"/>
            </a:xfrm>
            <a:custGeom>
              <a:avLst/>
              <a:gdLst/>
              <a:ahLst/>
              <a:cxnLst/>
              <a:rect l="l" t="t" r="r" b="b"/>
              <a:pathLst>
                <a:path w="1570" h="901" extrusionOk="0">
                  <a:moveTo>
                    <a:pt x="1025" y="0"/>
                  </a:moveTo>
                  <a:lnTo>
                    <a:pt x="984" y="84"/>
                  </a:lnTo>
                  <a:lnTo>
                    <a:pt x="921" y="105"/>
                  </a:lnTo>
                  <a:lnTo>
                    <a:pt x="942" y="189"/>
                  </a:lnTo>
                  <a:lnTo>
                    <a:pt x="921" y="252"/>
                  </a:lnTo>
                  <a:lnTo>
                    <a:pt x="691" y="314"/>
                  </a:lnTo>
                  <a:lnTo>
                    <a:pt x="733" y="273"/>
                  </a:lnTo>
                  <a:lnTo>
                    <a:pt x="774" y="126"/>
                  </a:lnTo>
                  <a:lnTo>
                    <a:pt x="733" y="63"/>
                  </a:lnTo>
                  <a:lnTo>
                    <a:pt x="649" y="84"/>
                  </a:lnTo>
                  <a:lnTo>
                    <a:pt x="607" y="168"/>
                  </a:lnTo>
                  <a:lnTo>
                    <a:pt x="544" y="168"/>
                  </a:lnTo>
                  <a:lnTo>
                    <a:pt x="461" y="84"/>
                  </a:lnTo>
                  <a:lnTo>
                    <a:pt x="377" y="84"/>
                  </a:lnTo>
                  <a:lnTo>
                    <a:pt x="377" y="252"/>
                  </a:lnTo>
                  <a:lnTo>
                    <a:pt x="272" y="210"/>
                  </a:lnTo>
                  <a:lnTo>
                    <a:pt x="168" y="105"/>
                  </a:lnTo>
                  <a:lnTo>
                    <a:pt x="105" y="168"/>
                  </a:lnTo>
                  <a:lnTo>
                    <a:pt x="230" y="356"/>
                  </a:lnTo>
                  <a:lnTo>
                    <a:pt x="377" y="377"/>
                  </a:lnTo>
                  <a:lnTo>
                    <a:pt x="377" y="419"/>
                  </a:lnTo>
                  <a:lnTo>
                    <a:pt x="230" y="419"/>
                  </a:lnTo>
                  <a:lnTo>
                    <a:pt x="168" y="482"/>
                  </a:lnTo>
                  <a:lnTo>
                    <a:pt x="189" y="565"/>
                  </a:lnTo>
                  <a:lnTo>
                    <a:pt x="84" y="670"/>
                  </a:lnTo>
                  <a:lnTo>
                    <a:pt x="0" y="670"/>
                  </a:lnTo>
                  <a:lnTo>
                    <a:pt x="0" y="712"/>
                  </a:lnTo>
                  <a:lnTo>
                    <a:pt x="126" y="796"/>
                  </a:lnTo>
                  <a:lnTo>
                    <a:pt x="189" y="712"/>
                  </a:lnTo>
                  <a:lnTo>
                    <a:pt x="293" y="796"/>
                  </a:lnTo>
                  <a:lnTo>
                    <a:pt x="377" y="691"/>
                  </a:lnTo>
                  <a:lnTo>
                    <a:pt x="230" y="628"/>
                  </a:lnTo>
                  <a:lnTo>
                    <a:pt x="335" y="586"/>
                  </a:lnTo>
                  <a:lnTo>
                    <a:pt x="523" y="607"/>
                  </a:lnTo>
                  <a:lnTo>
                    <a:pt x="649" y="565"/>
                  </a:lnTo>
                  <a:lnTo>
                    <a:pt x="649" y="461"/>
                  </a:lnTo>
                  <a:cubicBezTo>
                    <a:pt x="649" y="461"/>
                    <a:pt x="667" y="470"/>
                    <a:pt x="680" y="470"/>
                  </a:cubicBezTo>
                  <a:cubicBezTo>
                    <a:pt x="686" y="470"/>
                    <a:pt x="691" y="468"/>
                    <a:pt x="691" y="461"/>
                  </a:cubicBezTo>
                  <a:cubicBezTo>
                    <a:pt x="795" y="398"/>
                    <a:pt x="900" y="377"/>
                    <a:pt x="1005" y="314"/>
                  </a:cubicBezTo>
                  <a:lnTo>
                    <a:pt x="1046" y="398"/>
                  </a:lnTo>
                  <a:lnTo>
                    <a:pt x="1025" y="461"/>
                  </a:lnTo>
                  <a:lnTo>
                    <a:pt x="942" y="419"/>
                  </a:lnTo>
                  <a:lnTo>
                    <a:pt x="858" y="461"/>
                  </a:lnTo>
                  <a:lnTo>
                    <a:pt x="691" y="712"/>
                  </a:lnTo>
                  <a:lnTo>
                    <a:pt x="753" y="733"/>
                  </a:lnTo>
                  <a:lnTo>
                    <a:pt x="837" y="879"/>
                  </a:lnTo>
                  <a:lnTo>
                    <a:pt x="921" y="900"/>
                  </a:lnTo>
                  <a:lnTo>
                    <a:pt x="921" y="837"/>
                  </a:lnTo>
                  <a:lnTo>
                    <a:pt x="837" y="733"/>
                  </a:lnTo>
                  <a:lnTo>
                    <a:pt x="858" y="712"/>
                  </a:lnTo>
                  <a:lnTo>
                    <a:pt x="963" y="775"/>
                  </a:lnTo>
                  <a:lnTo>
                    <a:pt x="1025" y="733"/>
                  </a:lnTo>
                  <a:lnTo>
                    <a:pt x="963" y="691"/>
                  </a:lnTo>
                  <a:lnTo>
                    <a:pt x="963" y="607"/>
                  </a:lnTo>
                  <a:lnTo>
                    <a:pt x="1067" y="628"/>
                  </a:lnTo>
                  <a:lnTo>
                    <a:pt x="1172" y="607"/>
                  </a:lnTo>
                  <a:lnTo>
                    <a:pt x="1172" y="586"/>
                  </a:lnTo>
                  <a:lnTo>
                    <a:pt x="1088" y="586"/>
                  </a:lnTo>
                  <a:lnTo>
                    <a:pt x="1046" y="524"/>
                  </a:lnTo>
                  <a:lnTo>
                    <a:pt x="1088" y="503"/>
                  </a:lnTo>
                  <a:lnTo>
                    <a:pt x="1193" y="524"/>
                  </a:lnTo>
                  <a:lnTo>
                    <a:pt x="1339" y="503"/>
                  </a:lnTo>
                  <a:lnTo>
                    <a:pt x="1444" y="419"/>
                  </a:lnTo>
                  <a:lnTo>
                    <a:pt x="1549" y="398"/>
                  </a:lnTo>
                  <a:lnTo>
                    <a:pt x="1507" y="314"/>
                  </a:lnTo>
                  <a:lnTo>
                    <a:pt x="1465" y="293"/>
                  </a:lnTo>
                  <a:lnTo>
                    <a:pt x="1444" y="273"/>
                  </a:lnTo>
                  <a:lnTo>
                    <a:pt x="1486" y="210"/>
                  </a:lnTo>
                  <a:lnTo>
                    <a:pt x="1569" y="189"/>
                  </a:lnTo>
                  <a:lnTo>
                    <a:pt x="1528" y="126"/>
                  </a:lnTo>
                  <a:lnTo>
                    <a:pt x="1381" y="105"/>
                  </a:lnTo>
                  <a:lnTo>
                    <a:pt x="1318" y="126"/>
                  </a:lnTo>
                  <a:lnTo>
                    <a:pt x="1339" y="189"/>
                  </a:lnTo>
                  <a:lnTo>
                    <a:pt x="1256" y="210"/>
                  </a:lnTo>
                  <a:lnTo>
                    <a:pt x="1172" y="105"/>
                  </a:lnTo>
                  <a:lnTo>
                    <a:pt x="1172" y="42"/>
                  </a:lnTo>
                  <a:lnTo>
                    <a:pt x="102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7" name="Google Shape;7725;p67">
              <a:extLst>
                <a:ext uri="{FF2B5EF4-FFF2-40B4-BE49-F238E27FC236}">
                  <a16:creationId xmlns:a16="http://schemas.microsoft.com/office/drawing/2014/main" id="{F004B3A7-2CF6-2E7D-3B22-F95C93B07DAA}"/>
                </a:ext>
              </a:extLst>
            </p:cNvPr>
            <p:cNvSpPr/>
            <p:nvPr/>
          </p:nvSpPr>
          <p:spPr>
            <a:xfrm>
              <a:off x="2506700" y="3102550"/>
              <a:ext cx="80075" cy="36650"/>
            </a:xfrm>
            <a:custGeom>
              <a:avLst/>
              <a:gdLst/>
              <a:ahLst/>
              <a:cxnLst/>
              <a:rect l="l" t="t" r="r" b="b"/>
              <a:pathLst>
                <a:path w="3203" h="1466" extrusionOk="0">
                  <a:moveTo>
                    <a:pt x="2072" y="1"/>
                  </a:moveTo>
                  <a:lnTo>
                    <a:pt x="2030" y="43"/>
                  </a:lnTo>
                  <a:lnTo>
                    <a:pt x="1863" y="147"/>
                  </a:lnTo>
                  <a:lnTo>
                    <a:pt x="1675" y="189"/>
                  </a:lnTo>
                  <a:lnTo>
                    <a:pt x="1319" y="377"/>
                  </a:lnTo>
                  <a:lnTo>
                    <a:pt x="1214" y="461"/>
                  </a:lnTo>
                  <a:lnTo>
                    <a:pt x="1131" y="482"/>
                  </a:lnTo>
                  <a:lnTo>
                    <a:pt x="921" y="482"/>
                  </a:lnTo>
                  <a:lnTo>
                    <a:pt x="733" y="315"/>
                  </a:lnTo>
                  <a:lnTo>
                    <a:pt x="608" y="273"/>
                  </a:lnTo>
                  <a:lnTo>
                    <a:pt x="566" y="294"/>
                  </a:lnTo>
                  <a:lnTo>
                    <a:pt x="629" y="356"/>
                  </a:lnTo>
                  <a:lnTo>
                    <a:pt x="629" y="398"/>
                  </a:lnTo>
                  <a:lnTo>
                    <a:pt x="566" y="419"/>
                  </a:lnTo>
                  <a:lnTo>
                    <a:pt x="461" y="377"/>
                  </a:lnTo>
                  <a:lnTo>
                    <a:pt x="419" y="315"/>
                  </a:lnTo>
                  <a:lnTo>
                    <a:pt x="461" y="294"/>
                  </a:lnTo>
                  <a:lnTo>
                    <a:pt x="482" y="294"/>
                  </a:lnTo>
                  <a:lnTo>
                    <a:pt x="461" y="252"/>
                  </a:lnTo>
                  <a:lnTo>
                    <a:pt x="398" y="252"/>
                  </a:lnTo>
                  <a:lnTo>
                    <a:pt x="315" y="210"/>
                  </a:lnTo>
                  <a:lnTo>
                    <a:pt x="273" y="168"/>
                  </a:lnTo>
                  <a:lnTo>
                    <a:pt x="252" y="84"/>
                  </a:lnTo>
                  <a:lnTo>
                    <a:pt x="147" y="84"/>
                  </a:lnTo>
                  <a:lnTo>
                    <a:pt x="85" y="147"/>
                  </a:lnTo>
                  <a:lnTo>
                    <a:pt x="85" y="252"/>
                  </a:lnTo>
                  <a:lnTo>
                    <a:pt x="43" y="315"/>
                  </a:lnTo>
                  <a:lnTo>
                    <a:pt x="1" y="398"/>
                  </a:lnTo>
                  <a:lnTo>
                    <a:pt x="85" y="419"/>
                  </a:lnTo>
                  <a:lnTo>
                    <a:pt x="147" y="524"/>
                  </a:lnTo>
                  <a:lnTo>
                    <a:pt x="64" y="587"/>
                  </a:lnTo>
                  <a:lnTo>
                    <a:pt x="43" y="691"/>
                  </a:lnTo>
                  <a:lnTo>
                    <a:pt x="43" y="733"/>
                  </a:lnTo>
                  <a:lnTo>
                    <a:pt x="64" y="796"/>
                  </a:lnTo>
                  <a:lnTo>
                    <a:pt x="168" y="796"/>
                  </a:lnTo>
                  <a:lnTo>
                    <a:pt x="252" y="817"/>
                  </a:lnTo>
                  <a:lnTo>
                    <a:pt x="357" y="796"/>
                  </a:lnTo>
                  <a:lnTo>
                    <a:pt x="398" y="733"/>
                  </a:lnTo>
                  <a:lnTo>
                    <a:pt x="461" y="796"/>
                  </a:lnTo>
                  <a:lnTo>
                    <a:pt x="461" y="838"/>
                  </a:lnTo>
                  <a:lnTo>
                    <a:pt x="524" y="880"/>
                  </a:lnTo>
                  <a:lnTo>
                    <a:pt x="733" y="900"/>
                  </a:lnTo>
                  <a:lnTo>
                    <a:pt x="775" y="1026"/>
                  </a:lnTo>
                  <a:lnTo>
                    <a:pt x="817" y="1193"/>
                  </a:lnTo>
                  <a:lnTo>
                    <a:pt x="921" y="1235"/>
                  </a:lnTo>
                  <a:lnTo>
                    <a:pt x="1026" y="1235"/>
                  </a:lnTo>
                  <a:lnTo>
                    <a:pt x="1047" y="1152"/>
                  </a:lnTo>
                  <a:lnTo>
                    <a:pt x="1005" y="1131"/>
                  </a:lnTo>
                  <a:lnTo>
                    <a:pt x="1047" y="1047"/>
                  </a:lnTo>
                  <a:lnTo>
                    <a:pt x="1131" y="1089"/>
                  </a:lnTo>
                  <a:lnTo>
                    <a:pt x="1152" y="1131"/>
                  </a:lnTo>
                  <a:lnTo>
                    <a:pt x="1131" y="1193"/>
                  </a:lnTo>
                  <a:lnTo>
                    <a:pt x="1152" y="1319"/>
                  </a:lnTo>
                  <a:lnTo>
                    <a:pt x="1152" y="1403"/>
                  </a:lnTo>
                  <a:lnTo>
                    <a:pt x="1193" y="1444"/>
                  </a:lnTo>
                  <a:lnTo>
                    <a:pt x="1340" y="1465"/>
                  </a:lnTo>
                  <a:lnTo>
                    <a:pt x="1424" y="1361"/>
                  </a:lnTo>
                  <a:lnTo>
                    <a:pt x="1507" y="1298"/>
                  </a:lnTo>
                  <a:lnTo>
                    <a:pt x="1612" y="1319"/>
                  </a:lnTo>
                  <a:lnTo>
                    <a:pt x="1654" y="1298"/>
                  </a:lnTo>
                  <a:lnTo>
                    <a:pt x="1654" y="1152"/>
                  </a:lnTo>
                  <a:lnTo>
                    <a:pt x="1570" y="1089"/>
                  </a:lnTo>
                  <a:lnTo>
                    <a:pt x="1465" y="1026"/>
                  </a:lnTo>
                  <a:lnTo>
                    <a:pt x="1445" y="921"/>
                  </a:lnTo>
                  <a:lnTo>
                    <a:pt x="1445" y="880"/>
                  </a:lnTo>
                  <a:lnTo>
                    <a:pt x="1549" y="817"/>
                  </a:lnTo>
                  <a:lnTo>
                    <a:pt x="1737" y="775"/>
                  </a:lnTo>
                  <a:lnTo>
                    <a:pt x="1884" y="628"/>
                  </a:lnTo>
                  <a:lnTo>
                    <a:pt x="1884" y="587"/>
                  </a:lnTo>
                  <a:lnTo>
                    <a:pt x="1863" y="566"/>
                  </a:lnTo>
                  <a:lnTo>
                    <a:pt x="1863" y="419"/>
                  </a:lnTo>
                  <a:lnTo>
                    <a:pt x="2051" y="356"/>
                  </a:lnTo>
                  <a:lnTo>
                    <a:pt x="2177" y="315"/>
                  </a:lnTo>
                  <a:lnTo>
                    <a:pt x="2261" y="377"/>
                  </a:lnTo>
                  <a:lnTo>
                    <a:pt x="2365" y="482"/>
                  </a:lnTo>
                  <a:lnTo>
                    <a:pt x="2449" y="482"/>
                  </a:lnTo>
                  <a:lnTo>
                    <a:pt x="2553" y="608"/>
                  </a:lnTo>
                  <a:lnTo>
                    <a:pt x="2574" y="712"/>
                  </a:lnTo>
                  <a:lnTo>
                    <a:pt x="2616" y="775"/>
                  </a:lnTo>
                  <a:lnTo>
                    <a:pt x="2679" y="733"/>
                  </a:lnTo>
                  <a:lnTo>
                    <a:pt x="2763" y="670"/>
                  </a:lnTo>
                  <a:lnTo>
                    <a:pt x="2805" y="670"/>
                  </a:lnTo>
                  <a:lnTo>
                    <a:pt x="2826" y="733"/>
                  </a:lnTo>
                  <a:lnTo>
                    <a:pt x="2784" y="796"/>
                  </a:lnTo>
                  <a:lnTo>
                    <a:pt x="2721" y="796"/>
                  </a:lnTo>
                  <a:lnTo>
                    <a:pt x="2616" y="942"/>
                  </a:lnTo>
                  <a:lnTo>
                    <a:pt x="2595" y="984"/>
                  </a:lnTo>
                  <a:lnTo>
                    <a:pt x="2616" y="1131"/>
                  </a:lnTo>
                  <a:lnTo>
                    <a:pt x="2763" y="1319"/>
                  </a:lnTo>
                  <a:lnTo>
                    <a:pt x="2888" y="1424"/>
                  </a:lnTo>
                  <a:lnTo>
                    <a:pt x="2972" y="1235"/>
                  </a:lnTo>
                  <a:lnTo>
                    <a:pt x="3014" y="1235"/>
                  </a:lnTo>
                  <a:lnTo>
                    <a:pt x="3098" y="1193"/>
                  </a:lnTo>
                  <a:lnTo>
                    <a:pt x="3118" y="1047"/>
                  </a:lnTo>
                  <a:lnTo>
                    <a:pt x="3202" y="900"/>
                  </a:lnTo>
                  <a:lnTo>
                    <a:pt x="3139" y="733"/>
                  </a:lnTo>
                  <a:lnTo>
                    <a:pt x="3139" y="691"/>
                  </a:lnTo>
                  <a:lnTo>
                    <a:pt x="3181" y="587"/>
                  </a:lnTo>
                  <a:lnTo>
                    <a:pt x="3118" y="524"/>
                  </a:lnTo>
                  <a:lnTo>
                    <a:pt x="3035" y="482"/>
                  </a:lnTo>
                  <a:lnTo>
                    <a:pt x="3014" y="419"/>
                  </a:lnTo>
                  <a:lnTo>
                    <a:pt x="2909" y="294"/>
                  </a:lnTo>
                  <a:lnTo>
                    <a:pt x="2679" y="168"/>
                  </a:lnTo>
                  <a:lnTo>
                    <a:pt x="2512" y="147"/>
                  </a:lnTo>
                  <a:lnTo>
                    <a:pt x="2281" y="147"/>
                  </a:lnTo>
                  <a:lnTo>
                    <a:pt x="2198" y="105"/>
                  </a:lnTo>
                  <a:lnTo>
                    <a:pt x="2156" y="63"/>
                  </a:lnTo>
                  <a:lnTo>
                    <a:pt x="207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8" name="Google Shape;7726;p67">
              <a:extLst>
                <a:ext uri="{FF2B5EF4-FFF2-40B4-BE49-F238E27FC236}">
                  <a16:creationId xmlns:a16="http://schemas.microsoft.com/office/drawing/2014/main" id="{9349B4C8-6AFE-A38C-7E6C-1B00169EDAB0}"/>
                </a:ext>
              </a:extLst>
            </p:cNvPr>
            <p:cNvSpPr/>
            <p:nvPr/>
          </p:nvSpPr>
          <p:spPr>
            <a:xfrm>
              <a:off x="2464350" y="3080075"/>
              <a:ext cx="48650" cy="45525"/>
            </a:xfrm>
            <a:custGeom>
              <a:avLst/>
              <a:gdLst/>
              <a:ahLst/>
              <a:cxnLst/>
              <a:rect l="l" t="t" r="r" b="b"/>
              <a:pathLst>
                <a:path w="1946" h="1821" extrusionOk="0">
                  <a:moveTo>
                    <a:pt x="293" y="0"/>
                  </a:moveTo>
                  <a:lnTo>
                    <a:pt x="105" y="21"/>
                  </a:lnTo>
                  <a:lnTo>
                    <a:pt x="105" y="42"/>
                  </a:lnTo>
                  <a:lnTo>
                    <a:pt x="63" y="63"/>
                  </a:lnTo>
                  <a:lnTo>
                    <a:pt x="84" y="63"/>
                  </a:lnTo>
                  <a:lnTo>
                    <a:pt x="63" y="209"/>
                  </a:lnTo>
                  <a:lnTo>
                    <a:pt x="0" y="230"/>
                  </a:lnTo>
                  <a:lnTo>
                    <a:pt x="63" y="251"/>
                  </a:lnTo>
                  <a:lnTo>
                    <a:pt x="126" y="272"/>
                  </a:lnTo>
                  <a:lnTo>
                    <a:pt x="167" y="377"/>
                  </a:lnTo>
                  <a:lnTo>
                    <a:pt x="63" y="460"/>
                  </a:lnTo>
                  <a:lnTo>
                    <a:pt x="0" y="586"/>
                  </a:lnTo>
                  <a:lnTo>
                    <a:pt x="21" y="690"/>
                  </a:lnTo>
                  <a:lnTo>
                    <a:pt x="188" y="837"/>
                  </a:lnTo>
                  <a:lnTo>
                    <a:pt x="335" y="837"/>
                  </a:lnTo>
                  <a:lnTo>
                    <a:pt x="418" y="879"/>
                  </a:lnTo>
                  <a:lnTo>
                    <a:pt x="481" y="983"/>
                  </a:lnTo>
                  <a:lnTo>
                    <a:pt x="523" y="983"/>
                  </a:lnTo>
                  <a:lnTo>
                    <a:pt x="607" y="879"/>
                  </a:lnTo>
                  <a:lnTo>
                    <a:pt x="586" y="774"/>
                  </a:lnTo>
                  <a:lnTo>
                    <a:pt x="418" y="670"/>
                  </a:lnTo>
                  <a:lnTo>
                    <a:pt x="377" y="586"/>
                  </a:lnTo>
                  <a:lnTo>
                    <a:pt x="418" y="565"/>
                  </a:lnTo>
                  <a:lnTo>
                    <a:pt x="523" y="649"/>
                  </a:lnTo>
                  <a:lnTo>
                    <a:pt x="628" y="690"/>
                  </a:lnTo>
                  <a:lnTo>
                    <a:pt x="649" y="774"/>
                  </a:lnTo>
                  <a:lnTo>
                    <a:pt x="753" y="858"/>
                  </a:lnTo>
                  <a:lnTo>
                    <a:pt x="795" y="983"/>
                  </a:lnTo>
                  <a:lnTo>
                    <a:pt x="921" y="1067"/>
                  </a:lnTo>
                  <a:lnTo>
                    <a:pt x="1025" y="1151"/>
                  </a:lnTo>
                  <a:lnTo>
                    <a:pt x="1109" y="1193"/>
                  </a:lnTo>
                  <a:lnTo>
                    <a:pt x="1234" y="1318"/>
                  </a:lnTo>
                  <a:lnTo>
                    <a:pt x="1255" y="1402"/>
                  </a:lnTo>
                  <a:lnTo>
                    <a:pt x="1172" y="1486"/>
                  </a:lnTo>
                  <a:lnTo>
                    <a:pt x="1172" y="1569"/>
                  </a:lnTo>
                  <a:lnTo>
                    <a:pt x="1234" y="1632"/>
                  </a:lnTo>
                  <a:lnTo>
                    <a:pt x="1360" y="1695"/>
                  </a:lnTo>
                  <a:lnTo>
                    <a:pt x="1444" y="1737"/>
                  </a:lnTo>
                  <a:lnTo>
                    <a:pt x="1486" y="1716"/>
                  </a:lnTo>
                  <a:lnTo>
                    <a:pt x="1527" y="1632"/>
                  </a:lnTo>
                  <a:lnTo>
                    <a:pt x="1465" y="1569"/>
                  </a:lnTo>
                  <a:lnTo>
                    <a:pt x="1360" y="1507"/>
                  </a:lnTo>
                  <a:lnTo>
                    <a:pt x="1360" y="1486"/>
                  </a:lnTo>
                  <a:lnTo>
                    <a:pt x="1381" y="1465"/>
                  </a:lnTo>
                  <a:lnTo>
                    <a:pt x="1465" y="1507"/>
                  </a:lnTo>
                  <a:lnTo>
                    <a:pt x="1548" y="1632"/>
                  </a:lnTo>
                  <a:lnTo>
                    <a:pt x="1548" y="1737"/>
                  </a:lnTo>
                  <a:lnTo>
                    <a:pt x="1590" y="1737"/>
                  </a:lnTo>
                  <a:lnTo>
                    <a:pt x="1632" y="1779"/>
                  </a:lnTo>
                  <a:lnTo>
                    <a:pt x="1674" y="1820"/>
                  </a:lnTo>
                  <a:lnTo>
                    <a:pt x="1737" y="1820"/>
                  </a:lnTo>
                  <a:lnTo>
                    <a:pt x="1758" y="1779"/>
                  </a:lnTo>
                  <a:lnTo>
                    <a:pt x="1758" y="1695"/>
                  </a:lnTo>
                  <a:lnTo>
                    <a:pt x="1737" y="1632"/>
                  </a:lnTo>
                  <a:lnTo>
                    <a:pt x="1737" y="1590"/>
                  </a:lnTo>
                  <a:lnTo>
                    <a:pt x="1758" y="1486"/>
                  </a:lnTo>
                  <a:lnTo>
                    <a:pt x="1841" y="1423"/>
                  </a:lnTo>
                  <a:lnTo>
                    <a:pt x="1779" y="1318"/>
                  </a:lnTo>
                  <a:lnTo>
                    <a:pt x="1695" y="1297"/>
                  </a:lnTo>
                  <a:lnTo>
                    <a:pt x="1737" y="1214"/>
                  </a:lnTo>
                  <a:lnTo>
                    <a:pt x="1779" y="1151"/>
                  </a:lnTo>
                  <a:lnTo>
                    <a:pt x="1779" y="1046"/>
                  </a:lnTo>
                  <a:lnTo>
                    <a:pt x="1841" y="983"/>
                  </a:lnTo>
                  <a:lnTo>
                    <a:pt x="1946" y="983"/>
                  </a:lnTo>
                  <a:lnTo>
                    <a:pt x="1946" y="962"/>
                  </a:lnTo>
                  <a:lnTo>
                    <a:pt x="1862" y="900"/>
                  </a:lnTo>
                  <a:lnTo>
                    <a:pt x="1758" y="879"/>
                  </a:lnTo>
                  <a:lnTo>
                    <a:pt x="1695" y="795"/>
                  </a:lnTo>
                  <a:lnTo>
                    <a:pt x="1653" y="732"/>
                  </a:lnTo>
                  <a:lnTo>
                    <a:pt x="1548" y="586"/>
                  </a:lnTo>
                  <a:lnTo>
                    <a:pt x="1465" y="481"/>
                  </a:lnTo>
                  <a:lnTo>
                    <a:pt x="1465" y="356"/>
                  </a:lnTo>
                  <a:lnTo>
                    <a:pt x="1423" y="251"/>
                  </a:lnTo>
                  <a:lnTo>
                    <a:pt x="1360" y="272"/>
                  </a:lnTo>
                  <a:lnTo>
                    <a:pt x="1339" y="335"/>
                  </a:lnTo>
                  <a:lnTo>
                    <a:pt x="1234" y="335"/>
                  </a:lnTo>
                  <a:lnTo>
                    <a:pt x="1255" y="272"/>
                  </a:lnTo>
                  <a:lnTo>
                    <a:pt x="1172" y="272"/>
                  </a:lnTo>
                  <a:lnTo>
                    <a:pt x="1130" y="314"/>
                  </a:lnTo>
                  <a:lnTo>
                    <a:pt x="1025" y="209"/>
                  </a:lnTo>
                  <a:lnTo>
                    <a:pt x="1025" y="146"/>
                  </a:lnTo>
                  <a:lnTo>
                    <a:pt x="942" y="126"/>
                  </a:lnTo>
                  <a:lnTo>
                    <a:pt x="858" y="42"/>
                  </a:lnTo>
                  <a:lnTo>
                    <a:pt x="711" y="42"/>
                  </a:lnTo>
                  <a:lnTo>
                    <a:pt x="607" y="63"/>
                  </a:lnTo>
                  <a:lnTo>
                    <a:pt x="29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9" name="Google Shape;7727;p67">
              <a:extLst>
                <a:ext uri="{FF2B5EF4-FFF2-40B4-BE49-F238E27FC236}">
                  <a16:creationId xmlns:a16="http://schemas.microsoft.com/office/drawing/2014/main" id="{5D80CCD4-EC8C-818A-6FAB-13A15BA2D433}"/>
                </a:ext>
              </a:extLst>
            </p:cNvPr>
            <p:cNvSpPr/>
            <p:nvPr/>
          </p:nvSpPr>
          <p:spPr>
            <a:xfrm>
              <a:off x="2438700" y="3020425"/>
              <a:ext cx="67500" cy="66975"/>
            </a:xfrm>
            <a:custGeom>
              <a:avLst/>
              <a:gdLst/>
              <a:ahLst/>
              <a:cxnLst/>
              <a:rect l="l" t="t" r="r" b="b"/>
              <a:pathLst>
                <a:path w="2700" h="2679" extrusionOk="0">
                  <a:moveTo>
                    <a:pt x="2470" y="1"/>
                  </a:moveTo>
                  <a:lnTo>
                    <a:pt x="2407" y="22"/>
                  </a:lnTo>
                  <a:lnTo>
                    <a:pt x="2386" y="105"/>
                  </a:lnTo>
                  <a:lnTo>
                    <a:pt x="2302" y="126"/>
                  </a:lnTo>
                  <a:lnTo>
                    <a:pt x="2198" y="210"/>
                  </a:lnTo>
                  <a:lnTo>
                    <a:pt x="2093" y="210"/>
                  </a:lnTo>
                  <a:lnTo>
                    <a:pt x="2072" y="294"/>
                  </a:lnTo>
                  <a:lnTo>
                    <a:pt x="1988" y="252"/>
                  </a:lnTo>
                  <a:lnTo>
                    <a:pt x="1884" y="294"/>
                  </a:lnTo>
                  <a:lnTo>
                    <a:pt x="1863" y="231"/>
                  </a:lnTo>
                  <a:lnTo>
                    <a:pt x="1779" y="189"/>
                  </a:lnTo>
                  <a:lnTo>
                    <a:pt x="1737" y="189"/>
                  </a:lnTo>
                  <a:lnTo>
                    <a:pt x="1696" y="294"/>
                  </a:lnTo>
                  <a:lnTo>
                    <a:pt x="1591" y="294"/>
                  </a:lnTo>
                  <a:lnTo>
                    <a:pt x="1528" y="419"/>
                  </a:lnTo>
                  <a:lnTo>
                    <a:pt x="1528" y="461"/>
                  </a:lnTo>
                  <a:lnTo>
                    <a:pt x="1465" y="503"/>
                  </a:lnTo>
                  <a:lnTo>
                    <a:pt x="1361" y="587"/>
                  </a:lnTo>
                  <a:lnTo>
                    <a:pt x="1235" y="649"/>
                  </a:lnTo>
                  <a:lnTo>
                    <a:pt x="1214" y="691"/>
                  </a:lnTo>
                  <a:lnTo>
                    <a:pt x="1131" y="670"/>
                  </a:lnTo>
                  <a:lnTo>
                    <a:pt x="1068" y="691"/>
                  </a:lnTo>
                  <a:lnTo>
                    <a:pt x="1005" y="649"/>
                  </a:lnTo>
                  <a:lnTo>
                    <a:pt x="859" y="628"/>
                  </a:lnTo>
                  <a:lnTo>
                    <a:pt x="691" y="733"/>
                  </a:lnTo>
                  <a:lnTo>
                    <a:pt x="503" y="754"/>
                  </a:lnTo>
                  <a:lnTo>
                    <a:pt x="503" y="859"/>
                  </a:lnTo>
                  <a:lnTo>
                    <a:pt x="503" y="942"/>
                  </a:lnTo>
                  <a:lnTo>
                    <a:pt x="482" y="1089"/>
                  </a:lnTo>
                  <a:lnTo>
                    <a:pt x="419" y="1172"/>
                  </a:lnTo>
                  <a:lnTo>
                    <a:pt x="294" y="1172"/>
                  </a:lnTo>
                  <a:lnTo>
                    <a:pt x="189" y="1193"/>
                  </a:lnTo>
                  <a:lnTo>
                    <a:pt x="189" y="1256"/>
                  </a:lnTo>
                  <a:lnTo>
                    <a:pt x="126" y="1256"/>
                  </a:lnTo>
                  <a:lnTo>
                    <a:pt x="22" y="1214"/>
                  </a:lnTo>
                  <a:lnTo>
                    <a:pt x="1" y="1256"/>
                  </a:lnTo>
                  <a:lnTo>
                    <a:pt x="210" y="1507"/>
                  </a:lnTo>
                  <a:lnTo>
                    <a:pt x="315" y="1591"/>
                  </a:lnTo>
                  <a:lnTo>
                    <a:pt x="315" y="1675"/>
                  </a:lnTo>
                  <a:lnTo>
                    <a:pt x="482" y="1821"/>
                  </a:lnTo>
                  <a:lnTo>
                    <a:pt x="628" y="2030"/>
                  </a:lnTo>
                  <a:lnTo>
                    <a:pt x="900" y="2323"/>
                  </a:lnTo>
                  <a:lnTo>
                    <a:pt x="963" y="2323"/>
                  </a:lnTo>
                  <a:lnTo>
                    <a:pt x="1026" y="2344"/>
                  </a:lnTo>
                  <a:lnTo>
                    <a:pt x="1068" y="2323"/>
                  </a:lnTo>
                  <a:lnTo>
                    <a:pt x="1068" y="2407"/>
                  </a:lnTo>
                  <a:lnTo>
                    <a:pt x="1131" y="2407"/>
                  </a:lnTo>
                  <a:lnTo>
                    <a:pt x="1319" y="2386"/>
                  </a:lnTo>
                  <a:lnTo>
                    <a:pt x="1633" y="2449"/>
                  </a:lnTo>
                  <a:lnTo>
                    <a:pt x="1737" y="2428"/>
                  </a:lnTo>
                  <a:lnTo>
                    <a:pt x="1884" y="2428"/>
                  </a:lnTo>
                  <a:lnTo>
                    <a:pt x="1947" y="2512"/>
                  </a:lnTo>
                  <a:lnTo>
                    <a:pt x="2009" y="2532"/>
                  </a:lnTo>
                  <a:lnTo>
                    <a:pt x="2009" y="2595"/>
                  </a:lnTo>
                  <a:lnTo>
                    <a:pt x="2156" y="2679"/>
                  </a:lnTo>
                  <a:lnTo>
                    <a:pt x="2198" y="2658"/>
                  </a:lnTo>
                  <a:lnTo>
                    <a:pt x="2260" y="2658"/>
                  </a:lnTo>
                  <a:lnTo>
                    <a:pt x="2302" y="2637"/>
                  </a:lnTo>
                  <a:lnTo>
                    <a:pt x="2281" y="2553"/>
                  </a:lnTo>
                  <a:lnTo>
                    <a:pt x="2219" y="2470"/>
                  </a:lnTo>
                  <a:lnTo>
                    <a:pt x="2198" y="2344"/>
                  </a:lnTo>
                  <a:lnTo>
                    <a:pt x="2281" y="2219"/>
                  </a:lnTo>
                  <a:lnTo>
                    <a:pt x="2302" y="2135"/>
                  </a:lnTo>
                  <a:lnTo>
                    <a:pt x="2302" y="2009"/>
                  </a:lnTo>
                  <a:lnTo>
                    <a:pt x="2281" y="2093"/>
                  </a:lnTo>
                  <a:lnTo>
                    <a:pt x="2260" y="2135"/>
                  </a:lnTo>
                  <a:lnTo>
                    <a:pt x="2198" y="2156"/>
                  </a:lnTo>
                  <a:lnTo>
                    <a:pt x="2198" y="2093"/>
                  </a:lnTo>
                  <a:lnTo>
                    <a:pt x="2219" y="2009"/>
                  </a:lnTo>
                  <a:lnTo>
                    <a:pt x="2281" y="1884"/>
                  </a:lnTo>
                  <a:lnTo>
                    <a:pt x="2260" y="1800"/>
                  </a:lnTo>
                  <a:lnTo>
                    <a:pt x="2260" y="1716"/>
                  </a:lnTo>
                  <a:lnTo>
                    <a:pt x="2344" y="1528"/>
                  </a:lnTo>
                  <a:lnTo>
                    <a:pt x="2386" y="1528"/>
                  </a:lnTo>
                  <a:lnTo>
                    <a:pt x="2365" y="1591"/>
                  </a:lnTo>
                  <a:lnTo>
                    <a:pt x="2365" y="1675"/>
                  </a:lnTo>
                  <a:lnTo>
                    <a:pt x="2365" y="1800"/>
                  </a:lnTo>
                  <a:lnTo>
                    <a:pt x="2386" y="1800"/>
                  </a:lnTo>
                  <a:lnTo>
                    <a:pt x="2428" y="1716"/>
                  </a:lnTo>
                  <a:lnTo>
                    <a:pt x="2470" y="1486"/>
                  </a:lnTo>
                  <a:lnTo>
                    <a:pt x="2470" y="1214"/>
                  </a:lnTo>
                  <a:lnTo>
                    <a:pt x="2491" y="1172"/>
                  </a:lnTo>
                  <a:lnTo>
                    <a:pt x="2428" y="1089"/>
                  </a:lnTo>
                  <a:lnTo>
                    <a:pt x="2407" y="1068"/>
                  </a:lnTo>
                  <a:lnTo>
                    <a:pt x="2407" y="1005"/>
                  </a:lnTo>
                  <a:lnTo>
                    <a:pt x="2470" y="963"/>
                  </a:lnTo>
                  <a:lnTo>
                    <a:pt x="2491" y="963"/>
                  </a:lnTo>
                  <a:lnTo>
                    <a:pt x="2512" y="984"/>
                  </a:lnTo>
                  <a:lnTo>
                    <a:pt x="2533" y="838"/>
                  </a:lnTo>
                  <a:lnTo>
                    <a:pt x="2637" y="691"/>
                  </a:lnTo>
                  <a:lnTo>
                    <a:pt x="2700" y="628"/>
                  </a:lnTo>
                  <a:lnTo>
                    <a:pt x="2700" y="566"/>
                  </a:lnTo>
                  <a:lnTo>
                    <a:pt x="2637" y="524"/>
                  </a:lnTo>
                  <a:lnTo>
                    <a:pt x="2637" y="461"/>
                  </a:lnTo>
                  <a:lnTo>
                    <a:pt x="2679" y="377"/>
                  </a:lnTo>
                  <a:lnTo>
                    <a:pt x="2637" y="273"/>
                  </a:lnTo>
                  <a:lnTo>
                    <a:pt x="2637" y="126"/>
                  </a:lnTo>
                  <a:lnTo>
                    <a:pt x="2679" y="63"/>
                  </a:lnTo>
                  <a:lnTo>
                    <a:pt x="2700" y="43"/>
                  </a:lnTo>
                  <a:lnTo>
                    <a:pt x="2533" y="43"/>
                  </a:lnTo>
                  <a:lnTo>
                    <a:pt x="251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0" name="Google Shape;7728;p67">
              <a:extLst>
                <a:ext uri="{FF2B5EF4-FFF2-40B4-BE49-F238E27FC236}">
                  <a16:creationId xmlns:a16="http://schemas.microsoft.com/office/drawing/2014/main" id="{9A39D89B-6072-69A1-C7C6-DFAFDB6C838C}"/>
                </a:ext>
              </a:extLst>
            </p:cNvPr>
            <p:cNvSpPr/>
            <p:nvPr/>
          </p:nvSpPr>
          <p:spPr>
            <a:xfrm>
              <a:off x="2416725" y="3006825"/>
              <a:ext cx="91575" cy="46050"/>
            </a:xfrm>
            <a:custGeom>
              <a:avLst/>
              <a:gdLst/>
              <a:ahLst/>
              <a:cxnLst/>
              <a:rect l="l" t="t" r="r" b="b"/>
              <a:pathLst>
                <a:path w="3663" h="1842" extrusionOk="0">
                  <a:moveTo>
                    <a:pt x="1926" y="1"/>
                  </a:moveTo>
                  <a:lnTo>
                    <a:pt x="1905" y="43"/>
                  </a:lnTo>
                  <a:lnTo>
                    <a:pt x="1968" y="105"/>
                  </a:lnTo>
                  <a:lnTo>
                    <a:pt x="1863" y="126"/>
                  </a:lnTo>
                  <a:lnTo>
                    <a:pt x="1800" y="168"/>
                  </a:lnTo>
                  <a:lnTo>
                    <a:pt x="1696" y="147"/>
                  </a:lnTo>
                  <a:lnTo>
                    <a:pt x="1507" y="168"/>
                  </a:lnTo>
                  <a:lnTo>
                    <a:pt x="943" y="168"/>
                  </a:lnTo>
                  <a:lnTo>
                    <a:pt x="775" y="252"/>
                  </a:lnTo>
                  <a:lnTo>
                    <a:pt x="712" y="210"/>
                  </a:lnTo>
                  <a:lnTo>
                    <a:pt x="712" y="252"/>
                  </a:lnTo>
                  <a:lnTo>
                    <a:pt x="629" y="315"/>
                  </a:lnTo>
                  <a:lnTo>
                    <a:pt x="566" y="419"/>
                  </a:lnTo>
                  <a:lnTo>
                    <a:pt x="419" y="482"/>
                  </a:lnTo>
                  <a:lnTo>
                    <a:pt x="336" y="482"/>
                  </a:lnTo>
                  <a:lnTo>
                    <a:pt x="189" y="649"/>
                  </a:lnTo>
                  <a:lnTo>
                    <a:pt x="106" y="754"/>
                  </a:lnTo>
                  <a:lnTo>
                    <a:pt x="126" y="838"/>
                  </a:lnTo>
                  <a:lnTo>
                    <a:pt x="43" y="984"/>
                  </a:lnTo>
                  <a:lnTo>
                    <a:pt x="1" y="1047"/>
                  </a:lnTo>
                  <a:lnTo>
                    <a:pt x="43" y="1005"/>
                  </a:lnTo>
                  <a:lnTo>
                    <a:pt x="126" y="1047"/>
                  </a:lnTo>
                  <a:lnTo>
                    <a:pt x="147" y="1068"/>
                  </a:lnTo>
                  <a:lnTo>
                    <a:pt x="210" y="1089"/>
                  </a:lnTo>
                  <a:lnTo>
                    <a:pt x="252" y="1151"/>
                  </a:lnTo>
                  <a:lnTo>
                    <a:pt x="399" y="1110"/>
                  </a:lnTo>
                  <a:lnTo>
                    <a:pt x="503" y="1151"/>
                  </a:lnTo>
                  <a:lnTo>
                    <a:pt x="566" y="1256"/>
                  </a:lnTo>
                  <a:lnTo>
                    <a:pt x="608" y="1298"/>
                  </a:lnTo>
                  <a:lnTo>
                    <a:pt x="650" y="1361"/>
                  </a:lnTo>
                  <a:lnTo>
                    <a:pt x="671" y="1298"/>
                  </a:lnTo>
                  <a:lnTo>
                    <a:pt x="712" y="1256"/>
                  </a:lnTo>
                  <a:lnTo>
                    <a:pt x="817" y="1214"/>
                  </a:lnTo>
                  <a:lnTo>
                    <a:pt x="859" y="1256"/>
                  </a:lnTo>
                  <a:lnTo>
                    <a:pt x="943" y="1277"/>
                  </a:lnTo>
                  <a:lnTo>
                    <a:pt x="943" y="1382"/>
                  </a:lnTo>
                  <a:lnTo>
                    <a:pt x="922" y="1486"/>
                  </a:lnTo>
                  <a:lnTo>
                    <a:pt x="922" y="1507"/>
                  </a:lnTo>
                  <a:lnTo>
                    <a:pt x="880" y="1612"/>
                  </a:lnTo>
                  <a:lnTo>
                    <a:pt x="922" y="1675"/>
                  </a:lnTo>
                  <a:lnTo>
                    <a:pt x="963" y="1696"/>
                  </a:lnTo>
                  <a:lnTo>
                    <a:pt x="984" y="1716"/>
                  </a:lnTo>
                  <a:lnTo>
                    <a:pt x="1047" y="1716"/>
                  </a:lnTo>
                  <a:lnTo>
                    <a:pt x="1068" y="1696"/>
                  </a:lnTo>
                  <a:lnTo>
                    <a:pt x="1131" y="1716"/>
                  </a:lnTo>
                  <a:lnTo>
                    <a:pt x="1131" y="1800"/>
                  </a:lnTo>
                  <a:lnTo>
                    <a:pt x="1152" y="1842"/>
                  </a:lnTo>
                  <a:lnTo>
                    <a:pt x="1256" y="1821"/>
                  </a:lnTo>
                  <a:lnTo>
                    <a:pt x="1382" y="1821"/>
                  </a:lnTo>
                  <a:lnTo>
                    <a:pt x="1445" y="1737"/>
                  </a:lnTo>
                  <a:lnTo>
                    <a:pt x="1445" y="1591"/>
                  </a:lnTo>
                  <a:lnTo>
                    <a:pt x="1445" y="1507"/>
                  </a:lnTo>
                  <a:lnTo>
                    <a:pt x="1445" y="1403"/>
                  </a:lnTo>
                  <a:lnTo>
                    <a:pt x="1612" y="1382"/>
                  </a:lnTo>
                  <a:lnTo>
                    <a:pt x="1800" y="1277"/>
                  </a:lnTo>
                  <a:lnTo>
                    <a:pt x="1926" y="1298"/>
                  </a:lnTo>
                  <a:lnTo>
                    <a:pt x="2010" y="1361"/>
                  </a:lnTo>
                  <a:lnTo>
                    <a:pt x="2072" y="1361"/>
                  </a:lnTo>
                  <a:lnTo>
                    <a:pt x="2135" y="1382"/>
                  </a:lnTo>
                  <a:lnTo>
                    <a:pt x="2177" y="1298"/>
                  </a:lnTo>
                  <a:lnTo>
                    <a:pt x="2303" y="1277"/>
                  </a:lnTo>
                  <a:lnTo>
                    <a:pt x="2407" y="1151"/>
                  </a:lnTo>
                  <a:lnTo>
                    <a:pt x="2449" y="1110"/>
                  </a:lnTo>
                  <a:lnTo>
                    <a:pt x="2491" y="1068"/>
                  </a:lnTo>
                  <a:lnTo>
                    <a:pt x="2554" y="900"/>
                  </a:lnTo>
                  <a:lnTo>
                    <a:pt x="2658" y="900"/>
                  </a:lnTo>
                  <a:lnTo>
                    <a:pt x="2700" y="796"/>
                  </a:lnTo>
                  <a:lnTo>
                    <a:pt x="2742" y="796"/>
                  </a:lnTo>
                  <a:lnTo>
                    <a:pt x="2826" y="879"/>
                  </a:lnTo>
                  <a:lnTo>
                    <a:pt x="2847" y="900"/>
                  </a:lnTo>
                  <a:lnTo>
                    <a:pt x="2951" y="900"/>
                  </a:lnTo>
                  <a:lnTo>
                    <a:pt x="3035" y="942"/>
                  </a:lnTo>
                  <a:lnTo>
                    <a:pt x="3056" y="859"/>
                  </a:lnTo>
                  <a:lnTo>
                    <a:pt x="3139" y="859"/>
                  </a:lnTo>
                  <a:lnTo>
                    <a:pt x="3244" y="775"/>
                  </a:lnTo>
                  <a:lnTo>
                    <a:pt x="3328" y="754"/>
                  </a:lnTo>
                  <a:lnTo>
                    <a:pt x="3349" y="670"/>
                  </a:lnTo>
                  <a:lnTo>
                    <a:pt x="3391" y="649"/>
                  </a:lnTo>
                  <a:lnTo>
                    <a:pt x="3453" y="649"/>
                  </a:lnTo>
                  <a:lnTo>
                    <a:pt x="3474" y="670"/>
                  </a:lnTo>
                  <a:lnTo>
                    <a:pt x="3642" y="670"/>
                  </a:lnTo>
                  <a:lnTo>
                    <a:pt x="3663" y="628"/>
                  </a:lnTo>
                  <a:lnTo>
                    <a:pt x="3642" y="566"/>
                  </a:lnTo>
                  <a:lnTo>
                    <a:pt x="3495" y="461"/>
                  </a:lnTo>
                  <a:lnTo>
                    <a:pt x="3370" y="419"/>
                  </a:lnTo>
                  <a:lnTo>
                    <a:pt x="3370" y="419"/>
                  </a:lnTo>
                  <a:lnTo>
                    <a:pt x="3432" y="524"/>
                  </a:lnTo>
                  <a:lnTo>
                    <a:pt x="3286" y="524"/>
                  </a:lnTo>
                  <a:lnTo>
                    <a:pt x="3139" y="482"/>
                  </a:lnTo>
                  <a:lnTo>
                    <a:pt x="3077" y="461"/>
                  </a:lnTo>
                  <a:lnTo>
                    <a:pt x="2972" y="440"/>
                  </a:lnTo>
                  <a:lnTo>
                    <a:pt x="2867" y="440"/>
                  </a:lnTo>
                  <a:lnTo>
                    <a:pt x="2909" y="377"/>
                  </a:lnTo>
                  <a:lnTo>
                    <a:pt x="2972" y="377"/>
                  </a:lnTo>
                  <a:lnTo>
                    <a:pt x="2972" y="315"/>
                  </a:lnTo>
                  <a:lnTo>
                    <a:pt x="3035" y="315"/>
                  </a:lnTo>
                  <a:lnTo>
                    <a:pt x="3119" y="335"/>
                  </a:lnTo>
                  <a:lnTo>
                    <a:pt x="3265" y="377"/>
                  </a:lnTo>
                  <a:lnTo>
                    <a:pt x="3286" y="356"/>
                  </a:lnTo>
                  <a:lnTo>
                    <a:pt x="3181" y="273"/>
                  </a:lnTo>
                  <a:lnTo>
                    <a:pt x="3035" y="210"/>
                  </a:lnTo>
                  <a:lnTo>
                    <a:pt x="2951" y="168"/>
                  </a:lnTo>
                  <a:lnTo>
                    <a:pt x="2847" y="210"/>
                  </a:lnTo>
                  <a:lnTo>
                    <a:pt x="2805" y="168"/>
                  </a:lnTo>
                  <a:lnTo>
                    <a:pt x="2763" y="252"/>
                  </a:lnTo>
                  <a:lnTo>
                    <a:pt x="2700" y="210"/>
                  </a:lnTo>
                  <a:lnTo>
                    <a:pt x="2428" y="168"/>
                  </a:lnTo>
                  <a:lnTo>
                    <a:pt x="2198" y="147"/>
                  </a:lnTo>
                  <a:lnTo>
                    <a:pt x="2072" y="43"/>
                  </a:lnTo>
                  <a:lnTo>
                    <a:pt x="19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1" name="Google Shape;7729;p67">
              <a:extLst>
                <a:ext uri="{FF2B5EF4-FFF2-40B4-BE49-F238E27FC236}">
                  <a16:creationId xmlns:a16="http://schemas.microsoft.com/office/drawing/2014/main" id="{17C9E358-F410-E02D-510D-DF1932C06E7E}"/>
                </a:ext>
              </a:extLst>
            </p:cNvPr>
            <p:cNvSpPr/>
            <p:nvPr/>
          </p:nvSpPr>
          <p:spPr>
            <a:xfrm>
              <a:off x="2404175" y="3031950"/>
              <a:ext cx="36125" cy="20925"/>
            </a:xfrm>
            <a:custGeom>
              <a:avLst/>
              <a:gdLst/>
              <a:ahLst/>
              <a:cxnLst/>
              <a:rect l="l" t="t" r="r" b="b"/>
              <a:pathLst>
                <a:path w="1445" h="837" extrusionOk="0">
                  <a:moveTo>
                    <a:pt x="545" y="0"/>
                  </a:moveTo>
                  <a:lnTo>
                    <a:pt x="503" y="42"/>
                  </a:lnTo>
                  <a:lnTo>
                    <a:pt x="398" y="105"/>
                  </a:lnTo>
                  <a:lnTo>
                    <a:pt x="398" y="167"/>
                  </a:lnTo>
                  <a:lnTo>
                    <a:pt x="294" y="188"/>
                  </a:lnTo>
                  <a:lnTo>
                    <a:pt x="168" y="251"/>
                  </a:lnTo>
                  <a:lnTo>
                    <a:pt x="64" y="356"/>
                  </a:lnTo>
                  <a:lnTo>
                    <a:pt x="64" y="398"/>
                  </a:lnTo>
                  <a:lnTo>
                    <a:pt x="1" y="481"/>
                  </a:lnTo>
                  <a:lnTo>
                    <a:pt x="168" y="481"/>
                  </a:lnTo>
                  <a:lnTo>
                    <a:pt x="273" y="586"/>
                  </a:lnTo>
                  <a:lnTo>
                    <a:pt x="398" y="607"/>
                  </a:lnTo>
                  <a:lnTo>
                    <a:pt x="440" y="607"/>
                  </a:lnTo>
                  <a:lnTo>
                    <a:pt x="649" y="691"/>
                  </a:lnTo>
                  <a:lnTo>
                    <a:pt x="838" y="795"/>
                  </a:lnTo>
                  <a:lnTo>
                    <a:pt x="859" y="732"/>
                  </a:lnTo>
                  <a:lnTo>
                    <a:pt x="796" y="691"/>
                  </a:lnTo>
                  <a:lnTo>
                    <a:pt x="817" y="670"/>
                  </a:lnTo>
                  <a:lnTo>
                    <a:pt x="921" y="670"/>
                  </a:lnTo>
                  <a:lnTo>
                    <a:pt x="1005" y="795"/>
                  </a:lnTo>
                  <a:lnTo>
                    <a:pt x="1068" y="837"/>
                  </a:lnTo>
                  <a:lnTo>
                    <a:pt x="1340" y="837"/>
                  </a:lnTo>
                  <a:lnTo>
                    <a:pt x="1424" y="732"/>
                  </a:lnTo>
                  <a:lnTo>
                    <a:pt x="1382" y="691"/>
                  </a:lnTo>
                  <a:lnTo>
                    <a:pt x="1424" y="670"/>
                  </a:lnTo>
                  <a:lnTo>
                    <a:pt x="1382" y="607"/>
                  </a:lnTo>
                  <a:lnTo>
                    <a:pt x="1424" y="502"/>
                  </a:lnTo>
                  <a:lnTo>
                    <a:pt x="1424" y="481"/>
                  </a:lnTo>
                  <a:lnTo>
                    <a:pt x="1445" y="377"/>
                  </a:lnTo>
                  <a:lnTo>
                    <a:pt x="1445" y="272"/>
                  </a:lnTo>
                  <a:lnTo>
                    <a:pt x="1361" y="251"/>
                  </a:lnTo>
                  <a:lnTo>
                    <a:pt x="1319" y="209"/>
                  </a:lnTo>
                  <a:lnTo>
                    <a:pt x="1214" y="251"/>
                  </a:lnTo>
                  <a:lnTo>
                    <a:pt x="1173" y="293"/>
                  </a:lnTo>
                  <a:lnTo>
                    <a:pt x="1152" y="356"/>
                  </a:lnTo>
                  <a:lnTo>
                    <a:pt x="1110" y="293"/>
                  </a:lnTo>
                  <a:lnTo>
                    <a:pt x="1068" y="251"/>
                  </a:lnTo>
                  <a:lnTo>
                    <a:pt x="1005" y="146"/>
                  </a:lnTo>
                  <a:lnTo>
                    <a:pt x="901" y="105"/>
                  </a:lnTo>
                  <a:lnTo>
                    <a:pt x="754" y="146"/>
                  </a:lnTo>
                  <a:lnTo>
                    <a:pt x="712" y="84"/>
                  </a:lnTo>
                  <a:lnTo>
                    <a:pt x="649" y="63"/>
                  </a:lnTo>
                  <a:lnTo>
                    <a:pt x="628" y="42"/>
                  </a:lnTo>
                  <a:lnTo>
                    <a:pt x="54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2" name="Google Shape;7730;p67">
              <a:extLst>
                <a:ext uri="{FF2B5EF4-FFF2-40B4-BE49-F238E27FC236}">
                  <a16:creationId xmlns:a16="http://schemas.microsoft.com/office/drawing/2014/main" id="{78D797F1-41AF-7885-20BF-1CE38A2B2ACE}"/>
                </a:ext>
              </a:extLst>
            </p:cNvPr>
            <p:cNvSpPr/>
            <p:nvPr/>
          </p:nvSpPr>
          <p:spPr>
            <a:xfrm>
              <a:off x="2420400" y="2972825"/>
              <a:ext cx="16750" cy="36650"/>
            </a:xfrm>
            <a:custGeom>
              <a:avLst/>
              <a:gdLst/>
              <a:ahLst/>
              <a:cxnLst/>
              <a:rect l="l" t="t" r="r" b="b"/>
              <a:pathLst>
                <a:path w="670" h="1466" extrusionOk="0">
                  <a:moveTo>
                    <a:pt x="398" y="1"/>
                  </a:moveTo>
                  <a:lnTo>
                    <a:pt x="377" y="43"/>
                  </a:lnTo>
                  <a:lnTo>
                    <a:pt x="356" y="147"/>
                  </a:lnTo>
                  <a:lnTo>
                    <a:pt x="272" y="231"/>
                  </a:lnTo>
                  <a:lnTo>
                    <a:pt x="272" y="252"/>
                  </a:lnTo>
                  <a:lnTo>
                    <a:pt x="210" y="273"/>
                  </a:lnTo>
                  <a:lnTo>
                    <a:pt x="189" y="315"/>
                  </a:lnTo>
                  <a:lnTo>
                    <a:pt x="168" y="273"/>
                  </a:lnTo>
                  <a:lnTo>
                    <a:pt x="168" y="231"/>
                  </a:lnTo>
                  <a:lnTo>
                    <a:pt x="84" y="231"/>
                  </a:lnTo>
                  <a:lnTo>
                    <a:pt x="42" y="273"/>
                  </a:lnTo>
                  <a:lnTo>
                    <a:pt x="0" y="356"/>
                  </a:lnTo>
                  <a:lnTo>
                    <a:pt x="0" y="1423"/>
                  </a:lnTo>
                  <a:lnTo>
                    <a:pt x="84" y="1423"/>
                  </a:lnTo>
                  <a:lnTo>
                    <a:pt x="105" y="1465"/>
                  </a:lnTo>
                  <a:lnTo>
                    <a:pt x="168" y="1465"/>
                  </a:lnTo>
                  <a:lnTo>
                    <a:pt x="210" y="1361"/>
                  </a:lnTo>
                  <a:lnTo>
                    <a:pt x="314" y="1256"/>
                  </a:lnTo>
                  <a:lnTo>
                    <a:pt x="398" y="1298"/>
                  </a:lnTo>
                  <a:lnTo>
                    <a:pt x="565" y="1068"/>
                  </a:lnTo>
                  <a:lnTo>
                    <a:pt x="607" y="900"/>
                  </a:lnTo>
                  <a:lnTo>
                    <a:pt x="607" y="733"/>
                  </a:lnTo>
                  <a:lnTo>
                    <a:pt x="565" y="670"/>
                  </a:lnTo>
                  <a:lnTo>
                    <a:pt x="586" y="482"/>
                  </a:lnTo>
                  <a:lnTo>
                    <a:pt x="628" y="377"/>
                  </a:lnTo>
                  <a:lnTo>
                    <a:pt x="670" y="105"/>
                  </a:lnTo>
                  <a:lnTo>
                    <a:pt x="670" y="43"/>
                  </a:lnTo>
                  <a:lnTo>
                    <a:pt x="670" y="1"/>
                  </a:lnTo>
                  <a:lnTo>
                    <a:pt x="586" y="1"/>
                  </a:lnTo>
                  <a:lnTo>
                    <a:pt x="524" y="43"/>
                  </a:lnTo>
                  <a:lnTo>
                    <a:pt x="50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3" name="Google Shape;7731;p67">
              <a:extLst>
                <a:ext uri="{FF2B5EF4-FFF2-40B4-BE49-F238E27FC236}">
                  <a16:creationId xmlns:a16="http://schemas.microsoft.com/office/drawing/2014/main" id="{EAA30A20-F56D-7ECC-CA44-63911CF06BA7}"/>
                </a:ext>
              </a:extLst>
            </p:cNvPr>
            <p:cNvSpPr/>
            <p:nvPr/>
          </p:nvSpPr>
          <p:spPr>
            <a:xfrm>
              <a:off x="2374900" y="2981200"/>
              <a:ext cx="59650" cy="62800"/>
            </a:xfrm>
            <a:custGeom>
              <a:avLst/>
              <a:gdLst/>
              <a:ahLst/>
              <a:cxnLst/>
              <a:rect l="l" t="t" r="r" b="b"/>
              <a:pathLst>
                <a:path w="2386" h="2512" extrusionOk="0">
                  <a:moveTo>
                    <a:pt x="837" y="0"/>
                  </a:moveTo>
                  <a:lnTo>
                    <a:pt x="816" y="314"/>
                  </a:lnTo>
                  <a:lnTo>
                    <a:pt x="565" y="335"/>
                  </a:lnTo>
                  <a:lnTo>
                    <a:pt x="649" y="419"/>
                  </a:lnTo>
                  <a:lnTo>
                    <a:pt x="670" y="461"/>
                  </a:lnTo>
                  <a:lnTo>
                    <a:pt x="774" y="565"/>
                  </a:lnTo>
                  <a:lnTo>
                    <a:pt x="858" y="649"/>
                  </a:lnTo>
                  <a:lnTo>
                    <a:pt x="942" y="649"/>
                  </a:lnTo>
                  <a:lnTo>
                    <a:pt x="963" y="712"/>
                  </a:lnTo>
                  <a:lnTo>
                    <a:pt x="983" y="816"/>
                  </a:lnTo>
                  <a:lnTo>
                    <a:pt x="1025" y="837"/>
                  </a:lnTo>
                  <a:lnTo>
                    <a:pt x="1130" y="858"/>
                  </a:lnTo>
                  <a:lnTo>
                    <a:pt x="1193" y="879"/>
                  </a:lnTo>
                  <a:lnTo>
                    <a:pt x="1193" y="963"/>
                  </a:lnTo>
                  <a:lnTo>
                    <a:pt x="1130" y="1026"/>
                  </a:lnTo>
                  <a:lnTo>
                    <a:pt x="398" y="1026"/>
                  </a:lnTo>
                  <a:lnTo>
                    <a:pt x="42" y="1570"/>
                  </a:lnTo>
                  <a:lnTo>
                    <a:pt x="42" y="1674"/>
                  </a:lnTo>
                  <a:lnTo>
                    <a:pt x="84" y="1695"/>
                  </a:lnTo>
                  <a:lnTo>
                    <a:pt x="42" y="1758"/>
                  </a:lnTo>
                  <a:lnTo>
                    <a:pt x="84" y="1800"/>
                  </a:lnTo>
                  <a:lnTo>
                    <a:pt x="105" y="1821"/>
                  </a:lnTo>
                  <a:lnTo>
                    <a:pt x="105" y="1863"/>
                  </a:lnTo>
                  <a:lnTo>
                    <a:pt x="42" y="1904"/>
                  </a:lnTo>
                  <a:lnTo>
                    <a:pt x="21" y="1967"/>
                  </a:lnTo>
                  <a:lnTo>
                    <a:pt x="0" y="1988"/>
                  </a:lnTo>
                  <a:lnTo>
                    <a:pt x="105" y="2093"/>
                  </a:lnTo>
                  <a:lnTo>
                    <a:pt x="147" y="2218"/>
                  </a:lnTo>
                  <a:lnTo>
                    <a:pt x="251" y="2218"/>
                  </a:lnTo>
                  <a:lnTo>
                    <a:pt x="335" y="2323"/>
                  </a:lnTo>
                  <a:lnTo>
                    <a:pt x="628" y="2428"/>
                  </a:lnTo>
                  <a:lnTo>
                    <a:pt x="942" y="2428"/>
                  </a:lnTo>
                  <a:lnTo>
                    <a:pt x="1172" y="2511"/>
                  </a:lnTo>
                  <a:lnTo>
                    <a:pt x="1235" y="2428"/>
                  </a:lnTo>
                  <a:lnTo>
                    <a:pt x="1235" y="2386"/>
                  </a:lnTo>
                  <a:lnTo>
                    <a:pt x="1339" y="2281"/>
                  </a:lnTo>
                  <a:lnTo>
                    <a:pt x="1465" y="2218"/>
                  </a:lnTo>
                  <a:lnTo>
                    <a:pt x="1569" y="2197"/>
                  </a:lnTo>
                  <a:lnTo>
                    <a:pt x="1569" y="2135"/>
                  </a:lnTo>
                  <a:lnTo>
                    <a:pt x="1716" y="2009"/>
                  </a:lnTo>
                  <a:lnTo>
                    <a:pt x="1799" y="1863"/>
                  </a:lnTo>
                  <a:lnTo>
                    <a:pt x="1779" y="1779"/>
                  </a:lnTo>
                  <a:lnTo>
                    <a:pt x="1862" y="1674"/>
                  </a:lnTo>
                  <a:lnTo>
                    <a:pt x="2009" y="1507"/>
                  </a:lnTo>
                  <a:lnTo>
                    <a:pt x="2092" y="1507"/>
                  </a:lnTo>
                  <a:lnTo>
                    <a:pt x="2239" y="1444"/>
                  </a:lnTo>
                  <a:lnTo>
                    <a:pt x="2302" y="1340"/>
                  </a:lnTo>
                  <a:lnTo>
                    <a:pt x="2385" y="1277"/>
                  </a:lnTo>
                  <a:lnTo>
                    <a:pt x="2385" y="1235"/>
                  </a:lnTo>
                  <a:lnTo>
                    <a:pt x="2344" y="1172"/>
                  </a:lnTo>
                  <a:lnTo>
                    <a:pt x="2239" y="1172"/>
                  </a:lnTo>
                  <a:lnTo>
                    <a:pt x="2218" y="1256"/>
                  </a:lnTo>
                  <a:lnTo>
                    <a:pt x="2113" y="1172"/>
                  </a:lnTo>
                  <a:lnTo>
                    <a:pt x="2030" y="1172"/>
                  </a:lnTo>
                  <a:lnTo>
                    <a:pt x="1988" y="1130"/>
                  </a:lnTo>
                  <a:lnTo>
                    <a:pt x="1925" y="1130"/>
                  </a:lnTo>
                  <a:lnTo>
                    <a:pt x="1904" y="1088"/>
                  </a:lnTo>
                  <a:lnTo>
                    <a:pt x="1820" y="1088"/>
                  </a:lnTo>
                  <a:lnTo>
                    <a:pt x="1820" y="21"/>
                  </a:lnTo>
                  <a:lnTo>
                    <a:pt x="83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4" name="Google Shape;7732;p67">
              <a:extLst>
                <a:ext uri="{FF2B5EF4-FFF2-40B4-BE49-F238E27FC236}">
                  <a16:creationId xmlns:a16="http://schemas.microsoft.com/office/drawing/2014/main" id="{A078AFF5-CFE6-0AA0-6A59-FFDFADE8EF97}"/>
                </a:ext>
              </a:extLst>
            </p:cNvPr>
            <p:cNvSpPr/>
            <p:nvPr/>
          </p:nvSpPr>
          <p:spPr>
            <a:xfrm>
              <a:off x="2050050" y="2725400"/>
              <a:ext cx="412225" cy="305525"/>
            </a:xfrm>
            <a:custGeom>
              <a:avLst/>
              <a:gdLst/>
              <a:ahLst/>
              <a:cxnLst/>
              <a:rect l="l" t="t" r="r" b="b"/>
              <a:pathLst>
                <a:path w="16489" h="12221" extrusionOk="0">
                  <a:moveTo>
                    <a:pt x="1381" y="1"/>
                  </a:moveTo>
                  <a:lnTo>
                    <a:pt x="1" y="22"/>
                  </a:lnTo>
                  <a:lnTo>
                    <a:pt x="21" y="168"/>
                  </a:lnTo>
                  <a:lnTo>
                    <a:pt x="105" y="482"/>
                  </a:lnTo>
                  <a:lnTo>
                    <a:pt x="168" y="587"/>
                  </a:lnTo>
                  <a:lnTo>
                    <a:pt x="231" y="691"/>
                  </a:lnTo>
                  <a:lnTo>
                    <a:pt x="168" y="712"/>
                  </a:lnTo>
                  <a:lnTo>
                    <a:pt x="168" y="796"/>
                  </a:lnTo>
                  <a:lnTo>
                    <a:pt x="189" y="901"/>
                  </a:lnTo>
                  <a:lnTo>
                    <a:pt x="356" y="1110"/>
                  </a:lnTo>
                  <a:lnTo>
                    <a:pt x="356" y="1152"/>
                  </a:lnTo>
                  <a:lnTo>
                    <a:pt x="314" y="1173"/>
                  </a:lnTo>
                  <a:lnTo>
                    <a:pt x="335" y="1256"/>
                  </a:lnTo>
                  <a:lnTo>
                    <a:pt x="461" y="1361"/>
                  </a:lnTo>
                  <a:lnTo>
                    <a:pt x="482" y="1486"/>
                  </a:lnTo>
                  <a:lnTo>
                    <a:pt x="440" y="1549"/>
                  </a:lnTo>
                  <a:lnTo>
                    <a:pt x="440" y="1654"/>
                  </a:lnTo>
                  <a:lnTo>
                    <a:pt x="524" y="1696"/>
                  </a:lnTo>
                  <a:lnTo>
                    <a:pt x="545" y="1779"/>
                  </a:lnTo>
                  <a:lnTo>
                    <a:pt x="545" y="1968"/>
                  </a:lnTo>
                  <a:lnTo>
                    <a:pt x="586" y="2114"/>
                  </a:lnTo>
                  <a:lnTo>
                    <a:pt x="691" y="2219"/>
                  </a:lnTo>
                  <a:lnTo>
                    <a:pt x="754" y="2219"/>
                  </a:lnTo>
                  <a:lnTo>
                    <a:pt x="942" y="2386"/>
                  </a:lnTo>
                  <a:lnTo>
                    <a:pt x="1005" y="2512"/>
                  </a:lnTo>
                  <a:lnTo>
                    <a:pt x="1047" y="2595"/>
                  </a:lnTo>
                  <a:lnTo>
                    <a:pt x="1172" y="2721"/>
                  </a:lnTo>
                  <a:lnTo>
                    <a:pt x="1214" y="2909"/>
                  </a:lnTo>
                  <a:lnTo>
                    <a:pt x="1277" y="2930"/>
                  </a:lnTo>
                  <a:lnTo>
                    <a:pt x="1361" y="3056"/>
                  </a:lnTo>
                  <a:lnTo>
                    <a:pt x="1298" y="3139"/>
                  </a:lnTo>
                  <a:lnTo>
                    <a:pt x="1277" y="3202"/>
                  </a:lnTo>
                  <a:lnTo>
                    <a:pt x="1319" y="3265"/>
                  </a:lnTo>
                  <a:lnTo>
                    <a:pt x="1298" y="3349"/>
                  </a:lnTo>
                  <a:lnTo>
                    <a:pt x="1214" y="3328"/>
                  </a:lnTo>
                  <a:lnTo>
                    <a:pt x="1172" y="3411"/>
                  </a:lnTo>
                  <a:lnTo>
                    <a:pt x="1193" y="3432"/>
                  </a:lnTo>
                  <a:lnTo>
                    <a:pt x="1277" y="3432"/>
                  </a:lnTo>
                  <a:lnTo>
                    <a:pt x="1277" y="3516"/>
                  </a:lnTo>
                  <a:lnTo>
                    <a:pt x="1214" y="3558"/>
                  </a:lnTo>
                  <a:lnTo>
                    <a:pt x="1151" y="3516"/>
                  </a:lnTo>
                  <a:lnTo>
                    <a:pt x="1005" y="3516"/>
                  </a:lnTo>
                  <a:lnTo>
                    <a:pt x="900" y="3453"/>
                  </a:lnTo>
                  <a:lnTo>
                    <a:pt x="775" y="3474"/>
                  </a:lnTo>
                  <a:lnTo>
                    <a:pt x="712" y="3516"/>
                  </a:lnTo>
                  <a:lnTo>
                    <a:pt x="858" y="3662"/>
                  </a:lnTo>
                  <a:lnTo>
                    <a:pt x="963" y="3725"/>
                  </a:lnTo>
                  <a:lnTo>
                    <a:pt x="963" y="3830"/>
                  </a:lnTo>
                  <a:lnTo>
                    <a:pt x="1005" y="3934"/>
                  </a:lnTo>
                  <a:lnTo>
                    <a:pt x="1109" y="3955"/>
                  </a:lnTo>
                  <a:lnTo>
                    <a:pt x="1235" y="4039"/>
                  </a:lnTo>
                  <a:lnTo>
                    <a:pt x="1235" y="4081"/>
                  </a:lnTo>
                  <a:lnTo>
                    <a:pt x="1319" y="4081"/>
                  </a:lnTo>
                  <a:lnTo>
                    <a:pt x="1402" y="4102"/>
                  </a:lnTo>
                  <a:lnTo>
                    <a:pt x="1381" y="4144"/>
                  </a:lnTo>
                  <a:lnTo>
                    <a:pt x="1423" y="4206"/>
                  </a:lnTo>
                  <a:lnTo>
                    <a:pt x="1507" y="4186"/>
                  </a:lnTo>
                  <a:lnTo>
                    <a:pt x="1591" y="4186"/>
                  </a:lnTo>
                  <a:lnTo>
                    <a:pt x="1674" y="4081"/>
                  </a:lnTo>
                  <a:lnTo>
                    <a:pt x="1716" y="4081"/>
                  </a:lnTo>
                  <a:lnTo>
                    <a:pt x="1695" y="4186"/>
                  </a:lnTo>
                  <a:lnTo>
                    <a:pt x="1716" y="4374"/>
                  </a:lnTo>
                  <a:lnTo>
                    <a:pt x="1905" y="4562"/>
                  </a:lnTo>
                  <a:lnTo>
                    <a:pt x="2009" y="4583"/>
                  </a:lnTo>
                  <a:lnTo>
                    <a:pt x="2051" y="4583"/>
                  </a:lnTo>
                  <a:lnTo>
                    <a:pt x="2114" y="4667"/>
                  </a:lnTo>
                  <a:lnTo>
                    <a:pt x="2197" y="4897"/>
                  </a:lnTo>
                  <a:lnTo>
                    <a:pt x="2197" y="5127"/>
                  </a:lnTo>
                  <a:lnTo>
                    <a:pt x="2156" y="5315"/>
                  </a:lnTo>
                  <a:lnTo>
                    <a:pt x="2051" y="5462"/>
                  </a:lnTo>
                  <a:lnTo>
                    <a:pt x="2093" y="5546"/>
                  </a:lnTo>
                  <a:lnTo>
                    <a:pt x="2197" y="5650"/>
                  </a:lnTo>
                  <a:lnTo>
                    <a:pt x="2239" y="5629"/>
                  </a:lnTo>
                  <a:lnTo>
                    <a:pt x="2260" y="5713"/>
                  </a:lnTo>
                  <a:lnTo>
                    <a:pt x="2407" y="5734"/>
                  </a:lnTo>
                  <a:lnTo>
                    <a:pt x="2449" y="5859"/>
                  </a:lnTo>
                  <a:lnTo>
                    <a:pt x="2679" y="6131"/>
                  </a:lnTo>
                  <a:lnTo>
                    <a:pt x="2762" y="6152"/>
                  </a:lnTo>
                  <a:lnTo>
                    <a:pt x="2804" y="6236"/>
                  </a:lnTo>
                  <a:lnTo>
                    <a:pt x="2888" y="6341"/>
                  </a:lnTo>
                  <a:lnTo>
                    <a:pt x="3034" y="6362"/>
                  </a:lnTo>
                  <a:lnTo>
                    <a:pt x="3076" y="6445"/>
                  </a:lnTo>
                  <a:lnTo>
                    <a:pt x="3076" y="6571"/>
                  </a:lnTo>
                  <a:lnTo>
                    <a:pt x="3160" y="6655"/>
                  </a:lnTo>
                  <a:lnTo>
                    <a:pt x="3160" y="6717"/>
                  </a:lnTo>
                  <a:lnTo>
                    <a:pt x="3202" y="6822"/>
                  </a:lnTo>
                  <a:lnTo>
                    <a:pt x="3286" y="6864"/>
                  </a:lnTo>
                  <a:lnTo>
                    <a:pt x="3474" y="6780"/>
                  </a:lnTo>
                  <a:lnTo>
                    <a:pt x="3578" y="6613"/>
                  </a:lnTo>
                  <a:lnTo>
                    <a:pt x="3578" y="6487"/>
                  </a:lnTo>
                  <a:lnTo>
                    <a:pt x="3495" y="6445"/>
                  </a:lnTo>
                  <a:lnTo>
                    <a:pt x="3474" y="6341"/>
                  </a:lnTo>
                  <a:lnTo>
                    <a:pt x="3411" y="6278"/>
                  </a:lnTo>
                  <a:lnTo>
                    <a:pt x="3390" y="6173"/>
                  </a:lnTo>
                  <a:lnTo>
                    <a:pt x="3286" y="6131"/>
                  </a:lnTo>
                  <a:lnTo>
                    <a:pt x="3265" y="6048"/>
                  </a:lnTo>
                  <a:lnTo>
                    <a:pt x="3202" y="5964"/>
                  </a:lnTo>
                  <a:lnTo>
                    <a:pt x="3139" y="5943"/>
                  </a:lnTo>
                  <a:lnTo>
                    <a:pt x="3097" y="5964"/>
                  </a:lnTo>
                  <a:lnTo>
                    <a:pt x="3097" y="6048"/>
                  </a:lnTo>
                  <a:lnTo>
                    <a:pt x="3055" y="6069"/>
                  </a:lnTo>
                  <a:lnTo>
                    <a:pt x="3055" y="5985"/>
                  </a:lnTo>
                  <a:lnTo>
                    <a:pt x="2972" y="5943"/>
                  </a:lnTo>
                  <a:lnTo>
                    <a:pt x="2867" y="5818"/>
                  </a:lnTo>
                  <a:lnTo>
                    <a:pt x="2846" y="5734"/>
                  </a:lnTo>
                  <a:lnTo>
                    <a:pt x="2888" y="5629"/>
                  </a:lnTo>
                  <a:lnTo>
                    <a:pt x="2888" y="5504"/>
                  </a:lnTo>
                  <a:lnTo>
                    <a:pt x="2804" y="5399"/>
                  </a:lnTo>
                  <a:lnTo>
                    <a:pt x="2846" y="5294"/>
                  </a:lnTo>
                  <a:lnTo>
                    <a:pt x="2846" y="5232"/>
                  </a:lnTo>
                  <a:lnTo>
                    <a:pt x="2783" y="5148"/>
                  </a:lnTo>
                  <a:lnTo>
                    <a:pt x="2783" y="5085"/>
                  </a:lnTo>
                  <a:lnTo>
                    <a:pt x="2721" y="5002"/>
                  </a:lnTo>
                  <a:lnTo>
                    <a:pt x="2721" y="4897"/>
                  </a:lnTo>
                  <a:lnTo>
                    <a:pt x="2679" y="4834"/>
                  </a:lnTo>
                  <a:lnTo>
                    <a:pt x="2679" y="4688"/>
                  </a:lnTo>
                  <a:lnTo>
                    <a:pt x="2721" y="4604"/>
                  </a:lnTo>
                  <a:lnTo>
                    <a:pt x="2658" y="4395"/>
                  </a:lnTo>
                  <a:lnTo>
                    <a:pt x="2616" y="4290"/>
                  </a:lnTo>
                  <a:lnTo>
                    <a:pt x="2553" y="4206"/>
                  </a:lnTo>
                  <a:lnTo>
                    <a:pt x="2532" y="4186"/>
                  </a:lnTo>
                  <a:lnTo>
                    <a:pt x="2532" y="4248"/>
                  </a:lnTo>
                  <a:lnTo>
                    <a:pt x="2532" y="4290"/>
                  </a:lnTo>
                  <a:lnTo>
                    <a:pt x="2469" y="4353"/>
                  </a:lnTo>
                  <a:lnTo>
                    <a:pt x="2365" y="4186"/>
                  </a:lnTo>
                  <a:lnTo>
                    <a:pt x="2365" y="4102"/>
                  </a:lnTo>
                  <a:lnTo>
                    <a:pt x="2407" y="4039"/>
                  </a:lnTo>
                  <a:lnTo>
                    <a:pt x="2365" y="3976"/>
                  </a:lnTo>
                  <a:lnTo>
                    <a:pt x="2323" y="3955"/>
                  </a:lnTo>
                  <a:lnTo>
                    <a:pt x="2281" y="3746"/>
                  </a:lnTo>
                  <a:lnTo>
                    <a:pt x="2197" y="3579"/>
                  </a:lnTo>
                  <a:lnTo>
                    <a:pt x="2135" y="3558"/>
                  </a:lnTo>
                  <a:lnTo>
                    <a:pt x="2030" y="3453"/>
                  </a:lnTo>
                  <a:lnTo>
                    <a:pt x="2030" y="3328"/>
                  </a:lnTo>
                  <a:lnTo>
                    <a:pt x="2051" y="3202"/>
                  </a:lnTo>
                  <a:lnTo>
                    <a:pt x="1946" y="3056"/>
                  </a:lnTo>
                  <a:lnTo>
                    <a:pt x="1884" y="3035"/>
                  </a:lnTo>
                  <a:lnTo>
                    <a:pt x="1821" y="2993"/>
                  </a:lnTo>
                  <a:lnTo>
                    <a:pt x="1821" y="2846"/>
                  </a:lnTo>
                  <a:lnTo>
                    <a:pt x="1737" y="2784"/>
                  </a:lnTo>
                  <a:lnTo>
                    <a:pt x="1633" y="2742"/>
                  </a:lnTo>
                  <a:lnTo>
                    <a:pt x="1612" y="2637"/>
                  </a:lnTo>
                  <a:lnTo>
                    <a:pt x="1633" y="2574"/>
                  </a:lnTo>
                  <a:lnTo>
                    <a:pt x="1612" y="2407"/>
                  </a:lnTo>
                  <a:lnTo>
                    <a:pt x="1465" y="2302"/>
                  </a:lnTo>
                  <a:lnTo>
                    <a:pt x="1402" y="2219"/>
                  </a:lnTo>
                  <a:lnTo>
                    <a:pt x="1319" y="2198"/>
                  </a:lnTo>
                  <a:lnTo>
                    <a:pt x="1319" y="2093"/>
                  </a:lnTo>
                  <a:lnTo>
                    <a:pt x="1235" y="1947"/>
                  </a:lnTo>
                  <a:lnTo>
                    <a:pt x="1193" y="1863"/>
                  </a:lnTo>
                  <a:lnTo>
                    <a:pt x="1235" y="1779"/>
                  </a:lnTo>
                  <a:lnTo>
                    <a:pt x="1214" y="1361"/>
                  </a:lnTo>
                  <a:lnTo>
                    <a:pt x="1193" y="1131"/>
                  </a:lnTo>
                  <a:lnTo>
                    <a:pt x="1235" y="1005"/>
                  </a:lnTo>
                  <a:lnTo>
                    <a:pt x="1298" y="796"/>
                  </a:lnTo>
                  <a:lnTo>
                    <a:pt x="1277" y="691"/>
                  </a:lnTo>
                  <a:lnTo>
                    <a:pt x="1235" y="545"/>
                  </a:lnTo>
                  <a:lnTo>
                    <a:pt x="1319" y="691"/>
                  </a:lnTo>
                  <a:lnTo>
                    <a:pt x="1486" y="754"/>
                  </a:lnTo>
                  <a:lnTo>
                    <a:pt x="1570" y="921"/>
                  </a:lnTo>
                  <a:lnTo>
                    <a:pt x="1633" y="963"/>
                  </a:lnTo>
                  <a:lnTo>
                    <a:pt x="1737" y="963"/>
                  </a:lnTo>
                  <a:lnTo>
                    <a:pt x="1800" y="921"/>
                  </a:lnTo>
                  <a:lnTo>
                    <a:pt x="1884" y="1026"/>
                  </a:lnTo>
                  <a:lnTo>
                    <a:pt x="1925" y="1068"/>
                  </a:lnTo>
                  <a:lnTo>
                    <a:pt x="2030" y="1068"/>
                  </a:lnTo>
                  <a:lnTo>
                    <a:pt x="2156" y="1152"/>
                  </a:lnTo>
                  <a:lnTo>
                    <a:pt x="2156" y="1214"/>
                  </a:lnTo>
                  <a:lnTo>
                    <a:pt x="2093" y="1319"/>
                  </a:lnTo>
                  <a:lnTo>
                    <a:pt x="2093" y="1382"/>
                  </a:lnTo>
                  <a:lnTo>
                    <a:pt x="2135" y="1549"/>
                  </a:lnTo>
                  <a:lnTo>
                    <a:pt x="2156" y="1737"/>
                  </a:lnTo>
                  <a:lnTo>
                    <a:pt x="2218" y="1842"/>
                  </a:lnTo>
                  <a:lnTo>
                    <a:pt x="2239" y="1968"/>
                  </a:lnTo>
                  <a:lnTo>
                    <a:pt x="2218" y="2051"/>
                  </a:lnTo>
                  <a:lnTo>
                    <a:pt x="2239" y="2156"/>
                  </a:lnTo>
                  <a:lnTo>
                    <a:pt x="2407" y="2323"/>
                  </a:lnTo>
                  <a:lnTo>
                    <a:pt x="2365" y="2386"/>
                  </a:lnTo>
                  <a:lnTo>
                    <a:pt x="2344" y="2470"/>
                  </a:lnTo>
                  <a:lnTo>
                    <a:pt x="2407" y="2533"/>
                  </a:lnTo>
                  <a:lnTo>
                    <a:pt x="2428" y="2533"/>
                  </a:lnTo>
                  <a:lnTo>
                    <a:pt x="2469" y="2595"/>
                  </a:lnTo>
                  <a:lnTo>
                    <a:pt x="2532" y="2784"/>
                  </a:lnTo>
                  <a:lnTo>
                    <a:pt x="2616" y="2805"/>
                  </a:lnTo>
                  <a:lnTo>
                    <a:pt x="2658" y="2909"/>
                  </a:lnTo>
                  <a:lnTo>
                    <a:pt x="2658" y="3035"/>
                  </a:lnTo>
                  <a:lnTo>
                    <a:pt x="2721" y="3097"/>
                  </a:lnTo>
                  <a:lnTo>
                    <a:pt x="2783" y="3118"/>
                  </a:lnTo>
                  <a:lnTo>
                    <a:pt x="2846" y="3244"/>
                  </a:lnTo>
                  <a:lnTo>
                    <a:pt x="2867" y="3349"/>
                  </a:lnTo>
                  <a:lnTo>
                    <a:pt x="2951" y="3411"/>
                  </a:lnTo>
                  <a:lnTo>
                    <a:pt x="2972" y="3453"/>
                  </a:lnTo>
                  <a:lnTo>
                    <a:pt x="3055" y="3453"/>
                  </a:lnTo>
                  <a:lnTo>
                    <a:pt x="3097" y="3516"/>
                  </a:lnTo>
                  <a:lnTo>
                    <a:pt x="3181" y="3453"/>
                  </a:lnTo>
                  <a:lnTo>
                    <a:pt x="3244" y="3516"/>
                  </a:lnTo>
                  <a:lnTo>
                    <a:pt x="3244" y="3642"/>
                  </a:lnTo>
                  <a:lnTo>
                    <a:pt x="3181" y="3725"/>
                  </a:lnTo>
                  <a:lnTo>
                    <a:pt x="3202" y="3872"/>
                  </a:lnTo>
                  <a:lnTo>
                    <a:pt x="3390" y="4060"/>
                  </a:lnTo>
                  <a:lnTo>
                    <a:pt x="3474" y="4039"/>
                  </a:lnTo>
                  <a:lnTo>
                    <a:pt x="3558" y="4060"/>
                  </a:lnTo>
                  <a:lnTo>
                    <a:pt x="3516" y="4165"/>
                  </a:lnTo>
                  <a:lnTo>
                    <a:pt x="3578" y="4269"/>
                  </a:lnTo>
                  <a:lnTo>
                    <a:pt x="3683" y="4290"/>
                  </a:lnTo>
                  <a:lnTo>
                    <a:pt x="3767" y="4290"/>
                  </a:lnTo>
                  <a:lnTo>
                    <a:pt x="3850" y="4395"/>
                  </a:lnTo>
                  <a:lnTo>
                    <a:pt x="3892" y="4499"/>
                  </a:lnTo>
                  <a:lnTo>
                    <a:pt x="3976" y="4520"/>
                  </a:lnTo>
                  <a:lnTo>
                    <a:pt x="3997" y="4499"/>
                  </a:lnTo>
                  <a:lnTo>
                    <a:pt x="4018" y="4520"/>
                  </a:lnTo>
                  <a:lnTo>
                    <a:pt x="4039" y="4604"/>
                  </a:lnTo>
                  <a:lnTo>
                    <a:pt x="3997" y="4667"/>
                  </a:lnTo>
                  <a:lnTo>
                    <a:pt x="3934" y="4604"/>
                  </a:lnTo>
                  <a:lnTo>
                    <a:pt x="3850" y="4625"/>
                  </a:lnTo>
                  <a:lnTo>
                    <a:pt x="3767" y="4730"/>
                  </a:lnTo>
                  <a:lnTo>
                    <a:pt x="3704" y="4897"/>
                  </a:lnTo>
                  <a:lnTo>
                    <a:pt x="3725" y="5002"/>
                  </a:lnTo>
                  <a:lnTo>
                    <a:pt x="3809" y="5085"/>
                  </a:lnTo>
                  <a:lnTo>
                    <a:pt x="3913" y="5085"/>
                  </a:lnTo>
                  <a:lnTo>
                    <a:pt x="3997" y="5148"/>
                  </a:lnTo>
                  <a:lnTo>
                    <a:pt x="4206" y="5315"/>
                  </a:lnTo>
                  <a:lnTo>
                    <a:pt x="4353" y="5357"/>
                  </a:lnTo>
                  <a:lnTo>
                    <a:pt x="4415" y="5357"/>
                  </a:lnTo>
                  <a:lnTo>
                    <a:pt x="4436" y="5420"/>
                  </a:lnTo>
                  <a:lnTo>
                    <a:pt x="4499" y="5525"/>
                  </a:lnTo>
                  <a:lnTo>
                    <a:pt x="4541" y="5608"/>
                  </a:lnTo>
                  <a:lnTo>
                    <a:pt x="4499" y="5713"/>
                  </a:lnTo>
                  <a:lnTo>
                    <a:pt x="4415" y="5734"/>
                  </a:lnTo>
                  <a:lnTo>
                    <a:pt x="4436" y="5776"/>
                  </a:lnTo>
                  <a:lnTo>
                    <a:pt x="4520" y="5838"/>
                  </a:lnTo>
                  <a:lnTo>
                    <a:pt x="4708" y="5880"/>
                  </a:lnTo>
                  <a:lnTo>
                    <a:pt x="4708" y="5964"/>
                  </a:lnTo>
                  <a:lnTo>
                    <a:pt x="4750" y="5985"/>
                  </a:lnTo>
                  <a:lnTo>
                    <a:pt x="4897" y="6131"/>
                  </a:lnTo>
                  <a:lnTo>
                    <a:pt x="5085" y="6362"/>
                  </a:lnTo>
                  <a:lnTo>
                    <a:pt x="5231" y="6592"/>
                  </a:lnTo>
                  <a:lnTo>
                    <a:pt x="5399" y="6801"/>
                  </a:lnTo>
                  <a:lnTo>
                    <a:pt x="5399" y="6906"/>
                  </a:lnTo>
                  <a:lnTo>
                    <a:pt x="5608" y="7178"/>
                  </a:lnTo>
                  <a:lnTo>
                    <a:pt x="5650" y="7282"/>
                  </a:lnTo>
                  <a:lnTo>
                    <a:pt x="5587" y="7408"/>
                  </a:lnTo>
                  <a:lnTo>
                    <a:pt x="5650" y="7491"/>
                  </a:lnTo>
                  <a:lnTo>
                    <a:pt x="5692" y="7638"/>
                  </a:lnTo>
                  <a:lnTo>
                    <a:pt x="5817" y="7952"/>
                  </a:lnTo>
                  <a:lnTo>
                    <a:pt x="5817" y="8077"/>
                  </a:lnTo>
                  <a:lnTo>
                    <a:pt x="5775" y="8182"/>
                  </a:lnTo>
                  <a:lnTo>
                    <a:pt x="5650" y="8287"/>
                  </a:lnTo>
                  <a:lnTo>
                    <a:pt x="5608" y="8370"/>
                  </a:lnTo>
                  <a:lnTo>
                    <a:pt x="5671" y="8370"/>
                  </a:lnTo>
                  <a:lnTo>
                    <a:pt x="5754" y="8454"/>
                  </a:lnTo>
                  <a:lnTo>
                    <a:pt x="5692" y="8496"/>
                  </a:lnTo>
                  <a:lnTo>
                    <a:pt x="5566" y="8496"/>
                  </a:lnTo>
                  <a:lnTo>
                    <a:pt x="5482" y="8538"/>
                  </a:lnTo>
                  <a:lnTo>
                    <a:pt x="5482" y="8579"/>
                  </a:lnTo>
                  <a:lnTo>
                    <a:pt x="5566" y="8789"/>
                  </a:lnTo>
                  <a:lnTo>
                    <a:pt x="5650" y="8872"/>
                  </a:lnTo>
                  <a:lnTo>
                    <a:pt x="5650" y="8956"/>
                  </a:lnTo>
                  <a:lnTo>
                    <a:pt x="5754" y="9103"/>
                  </a:lnTo>
                  <a:lnTo>
                    <a:pt x="5796" y="9228"/>
                  </a:lnTo>
                  <a:lnTo>
                    <a:pt x="5859" y="9291"/>
                  </a:lnTo>
                  <a:lnTo>
                    <a:pt x="5922" y="9291"/>
                  </a:lnTo>
                  <a:lnTo>
                    <a:pt x="5943" y="9333"/>
                  </a:lnTo>
                  <a:lnTo>
                    <a:pt x="6131" y="9395"/>
                  </a:lnTo>
                  <a:lnTo>
                    <a:pt x="6278" y="9375"/>
                  </a:lnTo>
                  <a:lnTo>
                    <a:pt x="6340" y="9375"/>
                  </a:lnTo>
                  <a:lnTo>
                    <a:pt x="6299" y="9437"/>
                  </a:lnTo>
                  <a:lnTo>
                    <a:pt x="6299" y="9500"/>
                  </a:lnTo>
                  <a:lnTo>
                    <a:pt x="6424" y="9542"/>
                  </a:lnTo>
                  <a:lnTo>
                    <a:pt x="6591" y="9688"/>
                  </a:lnTo>
                  <a:lnTo>
                    <a:pt x="6696" y="9835"/>
                  </a:lnTo>
                  <a:lnTo>
                    <a:pt x="6759" y="9960"/>
                  </a:lnTo>
                  <a:lnTo>
                    <a:pt x="6863" y="10023"/>
                  </a:lnTo>
                  <a:lnTo>
                    <a:pt x="6926" y="10002"/>
                  </a:lnTo>
                  <a:lnTo>
                    <a:pt x="7031" y="10044"/>
                  </a:lnTo>
                  <a:lnTo>
                    <a:pt x="7115" y="10044"/>
                  </a:lnTo>
                  <a:lnTo>
                    <a:pt x="7345" y="10149"/>
                  </a:lnTo>
                  <a:lnTo>
                    <a:pt x="7428" y="10149"/>
                  </a:lnTo>
                  <a:lnTo>
                    <a:pt x="7449" y="10107"/>
                  </a:lnTo>
                  <a:lnTo>
                    <a:pt x="7512" y="10107"/>
                  </a:lnTo>
                  <a:lnTo>
                    <a:pt x="7575" y="10170"/>
                  </a:lnTo>
                  <a:lnTo>
                    <a:pt x="7847" y="10442"/>
                  </a:lnTo>
                  <a:lnTo>
                    <a:pt x="7910" y="10442"/>
                  </a:lnTo>
                  <a:lnTo>
                    <a:pt x="8098" y="10630"/>
                  </a:lnTo>
                  <a:lnTo>
                    <a:pt x="8328" y="10735"/>
                  </a:lnTo>
                  <a:lnTo>
                    <a:pt x="8621" y="10756"/>
                  </a:lnTo>
                  <a:lnTo>
                    <a:pt x="8747" y="10839"/>
                  </a:lnTo>
                  <a:lnTo>
                    <a:pt x="8830" y="10965"/>
                  </a:lnTo>
                  <a:lnTo>
                    <a:pt x="8998" y="10965"/>
                  </a:lnTo>
                  <a:lnTo>
                    <a:pt x="9144" y="11048"/>
                  </a:lnTo>
                  <a:lnTo>
                    <a:pt x="9228" y="10986"/>
                  </a:lnTo>
                  <a:lnTo>
                    <a:pt x="9249" y="11007"/>
                  </a:lnTo>
                  <a:lnTo>
                    <a:pt x="9332" y="11153"/>
                  </a:lnTo>
                  <a:lnTo>
                    <a:pt x="9479" y="11216"/>
                  </a:lnTo>
                  <a:lnTo>
                    <a:pt x="9625" y="11216"/>
                  </a:lnTo>
                  <a:lnTo>
                    <a:pt x="9730" y="11279"/>
                  </a:lnTo>
                  <a:lnTo>
                    <a:pt x="9960" y="11362"/>
                  </a:lnTo>
                  <a:lnTo>
                    <a:pt x="10148" y="11362"/>
                  </a:lnTo>
                  <a:lnTo>
                    <a:pt x="10295" y="11467"/>
                  </a:lnTo>
                  <a:lnTo>
                    <a:pt x="10588" y="11572"/>
                  </a:lnTo>
                  <a:lnTo>
                    <a:pt x="10692" y="11530"/>
                  </a:lnTo>
                  <a:lnTo>
                    <a:pt x="11006" y="11404"/>
                  </a:lnTo>
                  <a:lnTo>
                    <a:pt x="11111" y="11404"/>
                  </a:lnTo>
                  <a:lnTo>
                    <a:pt x="11299" y="11300"/>
                  </a:lnTo>
                  <a:lnTo>
                    <a:pt x="11404" y="11279"/>
                  </a:lnTo>
                  <a:lnTo>
                    <a:pt x="11613" y="11279"/>
                  </a:lnTo>
                  <a:lnTo>
                    <a:pt x="11613" y="11258"/>
                  </a:lnTo>
                  <a:lnTo>
                    <a:pt x="11467" y="11216"/>
                  </a:lnTo>
                  <a:lnTo>
                    <a:pt x="11404" y="11216"/>
                  </a:lnTo>
                  <a:lnTo>
                    <a:pt x="11404" y="11174"/>
                  </a:lnTo>
                  <a:lnTo>
                    <a:pt x="11529" y="11090"/>
                  </a:lnTo>
                  <a:lnTo>
                    <a:pt x="11550" y="11111"/>
                  </a:lnTo>
                  <a:lnTo>
                    <a:pt x="11550" y="11195"/>
                  </a:lnTo>
                  <a:lnTo>
                    <a:pt x="11634" y="11153"/>
                  </a:lnTo>
                  <a:lnTo>
                    <a:pt x="11718" y="11153"/>
                  </a:lnTo>
                  <a:lnTo>
                    <a:pt x="11718" y="11195"/>
                  </a:lnTo>
                  <a:lnTo>
                    <a:pt x="11655" y="11195"/>
                  </a:lnTo>
                  <a:lnTo>
                    <a:pt x="11634" y="11216"/>
                  </a:lnTo>
                  <a:lnTo>
                    <a:pt x="11655" y="11258"/>
                  </a:lnTo>
                  <a:lnTo>
                    <a:pt x="11760" y="11258"/>
                  </a:lnTo>
                  <a:lnTo>
                    <a:pt x="11864" y="11279"/>
                  </a:lnTo>
                  <a:lnTo>
                    <a:pt x="12032" y="11404"/>
                  </a:lnTo>
                  <a:lnTo>
                    <a:pt x="12094" y="11467"/>
                  </a:lnTo>
                  <a:lnTo>
                    <a:pt x="12094" y="11425"/>
                  </a:lnTo>
                  <a:lnTo>
                    <a:pt x="11969" y="11300"/>
                  </a:lnTo>
                  <a:lnTo>
                    <a:pt x="11780" y="11216"/>
                  </a:lnTo>
                  <a:lnTo>
                    <a:pt x="11780" y="11174"/>
                  </a:lnTo>
                  <a:lnTo>
                    <a:pt x="11822" y="11174"/>
                  </a:lnTo>
                  <a:lnTo>
                    <a:pt x="11843" y="11195"/>
                  </a:lnTo>
                  <a:lnTo>
                    <a:pt x="11948" y="11216"/>
                  </a:lnTo>
                  <a:lnTo>
                    <a:pt x="12053" y="11300"/>
                  </a:lnTo>
                  <a:lnTo>
                    <a:pt x="12157" y="11425"/>
                  </a:lnTo>
                  <a:lnTo>
                    <a:pt x="12157" y="11488"/>
                  </a:lnTo>
                  <a:lnTo>
                    <a:pt x="12199" y="11530"/>
                  </a:lnTo>
                  <a:lnTo>
                    <a:pt x="12597" y="11885"/>
                  </a:lnTo>
                  <a:lnTo>
                    <a:pt x="12722" y="11906"/>
                  </a:lnTo>
                  <a:lnTo>
                    <a:pt x="12764" y="11990"/>
                  </a:lnTo>
                  <a:lnTo>
                    <a:pt x="12910" y="12116"/>
                  </a:lnTo>
                  <a:lnTo>
                    <a:pt x="12994" y="12220"/>
                  </a:lnTo>
                  <a:lnTo>
                    <a:pt x="13015" y="12199"/>
                  </a:lnTo>
                  <a:lnTo>
                    <a:pt x="13036" y="12136"/>
                  </a:lnTo>
                  <a:lnTo>
                    <a:pt x="13099" y="12095"/>
                  </a:lnTo>
                  <a:lnTo>
                    <a:pt x="13099" y="12053"/>
                  </a:lnTo>
                  <a:lnTo>
                    <a:pt x="13078" y="12032"/>
                  </a:lnTo>
                  <a:lnTo>
                    <a:pt x="13036" y="11990"/>
                  </a:lnTo>
                  <a:lnTo>
                    <a:pt x="13078" y="11927"/>
                  </a:lnTo>
                  <a:lnTo>
                    <a:pt x="13036" y="11906"/>
                  </a:lnTo>
                  <a:lnTo>
                    <a:pt x="13036" y="11802"/>
                  </a:lnTo>
                  <a:lnTo>
                    <a:pt x="13392" y="11258"/>
                  </a:lnTo>
                  <a:lnTo>
                    <a:pt x="14124" y="11258"/>
                  </a:lnTo>
                  <a:lnTo>
                    <a:pt x="14187" y="11195"/>
                  </a:lnTo>
                  <a:lnTo>
                    <a:pt x="14187" y="11111"/>
                  </a:lnTo>
                  <a:lnTo>
                    <a:pt x="14124" y="11090"/>
                  </a:lnTo>
                  <a:lnTo>
                    <a:pt x="14019" y="11069"/>
                  </a:lnTo>
                  <a:lnTo>
                    <a:pt x="13977" y="11048"/>
                  </a:lnTo>
                  <a:lnTo>
                    <a:pt x="13957" y="10944"/>
                  </a:lnTo>
                  <a:lnTo>
                    <a:pt x="13936" y="10881"/>
                  </a:lnTo>
                  <a:lnTo>
                    <a:pt x="13852" y="10881"/>
                  </a:lnTo>
                  <a:lnTo>
                    <a:pt x="13768" y="10797"/>
                  </a:lnTo>
                  <a:lnTo>
                    <a:pt x="13664" y="10693"/>
                  </a:lnTo>
                  <a:lnTo>
                    <a:pt x="13643" y="10651"/>
                  </a:lnTo>
                  <a:lnTo>
                    <a:pt x="13559" y="10567"/>
                  </a:lnTo>
                  <a:lnTo>
                    <a:pt x="13810" y="10546"/>
                  </a:lnTo>
                  <a:lnTo>
                    <a:pt x="13831" y="10232"/>
                  </a:lnTo>
                  <a:lnTo>
                    <a:pt x="14814" y="10253"/>
                  </a:lnTo>
                  <a:lnTo>
                    <a:pt x="14856" y="10170"/>
                  </a:lnTo>
                  <a:lnTo>
                    <a:pt x="14898" y="10128"/>
                  </a:lnTo>
                  <a:lnTo>
                    <a:pt x="14982" y="10128"/>
                  </a:lnTo>
                  <a:lnTo>
                    <a:pt x="14982" y="10170"/>
                  </a:lnTo>
                  <a:lnTo>
                    <a:pt x="15003" y="10212"/>
                  </a:lnTo>
                  <a:lnTo>
                    <a:pt x="15024" y="10170"/>
                  </a:lnTo>
                  <a:lnTo>
                    <a:pt x="15086" y="10149"/>
                  </a:lnTo>
                  <a:lnTo>
                    <a:pt x="15086" y="10128"/>
                  </a:lnTo>
                  <a:lnTo>
                    <a:pt x="15170" y="10044"/>
                  </a:lnTo>
                  <a:lnTo>
                    <a:pt x="15191" y="9940"/>
                  </a:lnTo>
                  <a:lnTo>
                    <a:pt x="15212" y="9898"/>
                  </a:lnTo>
                  <a:lnTo>
                    <a:pt x="15317" y="9898"/>
                  </a:lnTo>
                  <a:lnTo>
                    <a:pt x="15421" y="9793"/>
                  </a:lnTo>
                  <a:lnTo>
                    <a:pt x="15526" y="9647"/>
                  </a:lnTo>
                  <a:lnTo>
                    <a:pt x="15610" y="9626"/>
                  </a:lnTo>
                  <a:lnTo>
                    <a:pt x="15610" y="9626"/>
                  </a:lnTo>
                  <a:lnTo>
                    <a:pt x="15589" y="9730"/>
                  </a:lnTo>
                  <a:lnTo>
                    <a:pt x="15526" y="9793"/>
                  </a:lnTo>
                  <a:lnTo>
                    <a:pt x="15547" y="9835"/>
                  </a:lnTo>
                  <a:lnTo>
                    <a:pt x="15651" y="9919"/>
                  </a:lnTo>
                  <a:lnTo>
                    <a:pt x="15714" y="10023"/>
                  </a:lnTo>
                  <a:lnTo>
                    <a:pt x="15735" y="10002"/>
                  </a:lnTo>
                  <a:lnTo>
                    <a:pt x="15840" y="9814"/>
                  </a:lnTo>
                  <a:lnTo>
                    <a:pt x="15944" y="9437"/>
                  </a:lnTo>
                  <a:lnTo>
                    <a:pt x="16007" y="9333"/>
                  </a:lnTo>
                  <a:lnTo>
                    <a:pt x="15944" y="9375"/>
                  </a:lnTo>
                  <a:lnTo>
                    <a:pt x="15902" y="9416"/>
                  </a:lnTo>
                  <a:lnTo>
                    <a:pt x="15840" y="9395"/>
                  </a:lnTo>
                  <a:lnTo>
                    <a:pt x="15840" y="9333"/>
                  </a:lnTo>
                  <a:lnTo>
                    <a:pt x="15965" y="9207"/>
                  </a:lnTo>
                  <a:lnTo>
                    <a:pt x="16007" y="9123"/>
                  </a:lnTo>
                  <a:lnTo>
                    <a:pt x="15902" y="9123"/>
                  </a:lnTo>
                  <a:lnTo>
                    <a:pt x="15819" y="9061"/>
                  </a:lnTo>
                  <a:lnTo>
                    <a:pt x="15840" y="9019"/>
                  </a:lnTo>
                  <a:lnTo>
                    <a:pt x="15965" y="8956"/>
                  </a:lnTo>
                  <a:lnTo>
                    <a:pt x="15965" y="8789"/>
                  </a:lnTo>
                  <a:lnTo>
                    <a:pt x="16028" y="8705"/>
                  </a:lnTo>
                  <a:lnTo>
                    <a:pt x="16279" y="8475"/>
                  </a:lnTo>
                  <a:lnTo>
                    <a:pt x="16426" y="8266"/>
                  </a:lnTo>
                  <a:lnTo>
                    <a:pt x="16488" y="8119"/>
                  </a:lnTo>
                  <a:lnTo>
                    <a:pt x="16488" y="8015"/>
                  </a:lnTo>
                  <a:lnTo>
                    <a:pt x="16321" y="7763"/>
                  </a:lnTo>
                  <a:lnTo>
                    <a:pt x="16216" y="7805"/>
                  </a:lnTo>
                  <a:lnTo>
                    <a:pt x="16237" y="7847"/>
                  </a:lnTo>
                  <a:lnTo>
                    <a:pt x="16174" y="7868"/>
                  </a:lnTo>
                  <a:lnTo>
                    <a:pt x="15923" y="7826"/>
                  </a:lnTo>
                  <a:lnTo>
                    <a:pt x="15693" y="7826"/>
                  </a:lnTo>
                  <a:lnTo>
                    <a:pt x="15693" y="7868"/>
                  </a:lnTo>
                  <a:lnTo>
                    <a:pt x="15547" y="7952"/>
                  </a:lnTo>
                  <a:lnTo>
                    <a:pt x="15505" y="7910"/>
                  </a:lnTo>
                  <a:lnTo>
                    <a:pt x="15379" y="7931"/>
                  </a:lnTo>
                  <a:lnTo>
                    <a:pt x="15275" y="8035"/>
                  </a:lnTo>
                  <a:lnTo>
                    <a:pt x="14793" y="8035"/>
                  </a:lnTo>
                  <a:lnTo>
                    <a:pt x="14396" y="8119"/>
                  </a:lnTo>
                  <a:lnTo>
                    <a:pt x="14396" y="8182"/>
                  </a:lnTo>
                  <a:lnTo>
                    <a:pt x="14501" y="8224"/>
                  </a:lnTo>
                  <a:lnTo>
                    <a:pt x="14291" y="8454"/>
                  </a:lnTo>
                  <a:lnTo>
                    <a:pt x="14270" y="8810"/>
                  </a:lnTo>
                  <a:lnTo>
                    <a:pt x="14291" y="8851"/>
                  </a:lnTo>
                  <a:lnTo>
                    <a:pt x="14082" y="9082"/>
                  </a:lnTo>
                  <a:lnTo>
                    <a:pt x="14082" y="9270"/>
                  </a:lnTo>
                  <a:lnTo>
                    <a:pt x="13957" y="9395"/>
                  </a:lnTo>
                  <a:lnTo>
                    <a:pt x="13873" y="9416"/>
                  </a:lnTo>
                  <a:lnTo>
                    <a:pt x="13622" y="9542"/>
                  </a:lnTo>
                  <a:lnTo>
                    <a:pt x="13643" y="9584"/>
                  </a:lnTo>
                  <a:lnTo>
                    <a:pt x="13747" y="9500"/>
                  </a:lnTo>
                  <a:lnTo>
                    <a:pt x="13726" y="9605"/>
                  </a:lnTo>
                  <a:lnTo>
                    <a:pt x="13726" y="9793"/>
                  </a:lnTo>
                  <a:lnTo>
                    <a:pt x="13622" y="9919"/>
                  </a:lnTo>
                  <a:lnTo>
                    <a:pt x="13538" y="9919"/>
                  </a:lnTo>
                  <a:lnTo>
                    <a:pt x="13517" y="9960"/>
                  </a:lnTo>
                  <a:lnTo>
                    <a:pt x="13454" y="9919"/>
                  </a:lnTo>
                  <a:lnTo>
                    <a:pt x="13329" y="9835"/>
                  </a:lnTo>
                  <a:lnTo>
                    <a:pt x="13350" y="9793"/>
                  </a:lnTo>
                  <a:lnTo>
                    <a:pt x="13454" y="9730"/>
                  </a:lnTo>
                  <a:lnTo>
                    <a:pt x="13308" y="9688"/>
                  </a:lnTo>
                  <a:lnTo>
                    <a:pt x="13245" y="9730"/>
                  </a:lnTo>
                  <a:lnTo>
                    <a:pt x="13120" y="9709"/>
                  </a:lnTo>
                  <a:lnTo>
                    <a:pt x="12973" y="9709"/>
                  </a:lnTo>
                  <a:lnTo>
                    <a:pt x="12869" y="9793"/>
                  </a:lnTo>
                  <a:lnTo>
                    <a:pt x="12722" y="9814"/>
                  </a:lnTo>
                  <a:lnTo>
                    <a:pt x="12513" y="9814"/>
                  </a:lnTo>
                  <a:lnTo>
                    <a:pt x="12492" y="9856"/>
                  </a:lnTo>
                  <a:lnTo>
                    <a:pt x="12262" y="10002"/>
                  </a:lnTo>
                  <a:lnTo>
                    <a:pt x="12178" y="10002"/>
                  </a:lnTo>
                  <a:lnTo>
                    <a:pt x="12157" y="9940"/>
                  </a:lnTo>
                  <a:lnTo>
                    <a:pt x="11948" y="10002"/>
                  </a:lnTo>
                  <a:lnTo>
                    <a:pt x="11822" y="10044"/>
                  </a:lnTo>
                  <a:lnTo>
                    <a:pt x="11760" y="9919"/>
                  </a:lnTo>
                  <a:lnTo>
                    <a:pt x="11634" y="9730"/>
                  </a:lnTo>
                  <a:lnTo>
                    <a:pt x="11467" y="9647"/>
                  </a:lnTo>
                  <a:lnTo>
                    <a:pt x="11425" y="9605"/>
                  </a:lnTo>
                  <a:lnTo>
                    <a:pt x="11257" y="9605"/>
                  </a:lnTo>
                  <a:lnTo>
                    <a:pt x="11216" y="9626"/>
                  </a:lnTo>
                  <a:lnTo>
                    <a:pt x="11132" y="9521"/>
                  </a:lnTo>
                  <a:lnTo>
                    <a:pt x="10902" y="9270"/>
                  </a:lnTo>
                  <a:lnTo>
                    <a:pt x="10881" y="9165"/>
                  </a:lnTo>
                  <a:lnTo>
                    <a:pt x="10881" y="9082"/>
                  </a:lnTo>
                  <a:lnTo>
                    <a:pt x="10776" y="8914"/>
                  </a:lnTo>
                  <a:lnTo>
                    <a:pt x="10713" y="8789"/>
                  </a:lnTo>
                  <a:lnTo>
                    <a:pt x="10400" y="8454"/>
                  </a:lnTo>
                  <a:lnTo>
                    <a:pt x="10379" y="8328"/>
                  </a:lnTo>
                  <a:lnTo>
                    <a:pt x="10316" y="8245"/>
                  </a:lnTo>
                  <a:lnTo>
                    <a:pt x="10358" y="8161"/>
                  </a:lnTo>
                  <a:lnTo>
                    <a:pt x="10316" y="8077"/>
                  </a:lnTo>
                  <a:lnTo>
                    <a:pt x="10253" y="7847"/>
                  </a:lnTo>
                  <a:lnTo>
                    <a:pt x="10169" y="7763"/>
                  </a:lnTo>
                  <a:lnTo>
                    <a:pt x="10190" y="7638"/>
                  </a:lnTo>
                  <a:lnTo>
                    <a:pt x="10316" y="7805"/>
                  </a:lnTo>
                  <a:lnTo>
                    <a:pt x="10316" y="8015"/>
                  </a:lnTo>
                  <a:lnTo>
                    <a:pt x="10379" y="7973"/>
                  </a:lnTo>
                  <a:lnTo>
                    <a:pt x="10379" y="7805"/>
                  </a:lnTo>
                  <a:lnTo>
                    <a:pt x="10211" y="7554"/>
                  </a:lnTo>
                  <a:lnTo>
                    <a:pt x="10253" y="7429"/>
                  </a:lnTo>
                  <a:lnTo>
                    <a:pt x="10190" y="7219"/>
                  </a:lnTo>
                  <a:lnTo>
                    <a:pt x="10169" y="7115"/>
                  </a:lnTo>
                  <a:lnTo>
                    <a:pt x="10253" y="7010"/>
                  </a:lnTo>
                  <a:lnTo>
                    <a:pt x="10295" y="6717"/>
                  </a:lnTo>
                  <a:lnTo>
                    <a:pt x="10253" y="6571"/>
                  </a:lnTo>
                  <a:lnTo>
                    <a:pt x="10316" y="6278"/>
                  </a:lnTo>
                  <a:lnTo>
                    <a:pt x="10316" y="6173"/>
                  </a:lnTo>
                  <a:lnTo>
                    <a:pt x="10358" y="6090"/>
                  </a:lnTo>
                  <a:lnTo>
                    <a:pt x="10316" y="6048"/>
                  </a:lnTo>
                  <a:lnTo>
                    <a:pt x="10316" y="5922"/>
                  </a:lnTo>
                  <a:lnTo>
                    <a:pt x="10379" y="5859"/>
                  </a:lnTo>
                  <a:lnTo>
                    <a:pt x="10400" y="5713"/>
                  </a:lnTo>
                  <a:lnTo>
                    <a:pt x="10420" y="5650"/>
                  </a:lnTo>
                  <a:lnTo>
                    <a:pt x="10358" y="5608"/>
                  </a:lnTo>
                  <a:lnTo>
                    <a:pt x="10420" y="5504"/>
                  </a:lnTo>
                  <a:lnTo>
                    <a:pt x="10420" y="5336"/>
                  </a:lnTo>
                  <a:lnTo>
                    <a:pt x="10525" y="5336"/>
                  </a:lnTo>
                  <a:lnTo>
                    <a:pt x="10504" y="5441"/>
                  </a:lnTo>
                  <a:lnTo>
                    <a:pt x="10504" y="5525"/>
                  </a:lnTo>
                  <a:lnTo>
                    <a:pt x="10567" y="5504"/>
                  </a:lnTo>
                  <a:lnTo>
                    <a:pt x="10588" y="5399"/>
                  </a:lnTo>
                  <a:lnTo>
                    <a:pt x="10672" y="5294"/>
                  </a:lnTo>
                  <a:lnTo>
                    <a:pt x="10692" y="5148"/>
                  </a:lnTo>
                  <a:lnTo>
                    <a:pt x="10734" y="5106"/>
                  </a:lnTo>
                  <a:lnTo>
                    <a:pt x="10776" y="4939"/>
                  </a:lnTo>
                  <a:lnTo>
                    <a:pt x="10776" y="4897"/>
                  </a:lnTo>
                  <a:lnTo>
                    <a:pt x="10692" y="4939"/>
                  </a:lnTo>
                  <a:lnTo>
                    <a:pt x="10672" y="5127"/>
                  </a:lnTo>
                  <a:lnTo>
                    <a:pt x="10567" y="5190"/>
                  </a:lnTo>
                  <a:lnTo>
                    <a:pt x="10588" y="5106"/>
                  </a:lnTo>
                  <a:lnTo>
                    <a:pt x="10525" y="5085"/>
                  </a:lnTo>
                  <a:lnTo>
                    <a:pt x="10504" y="5002"/>
                  </a:lnTo>
                  <a:lnTo>
                    <a:pt x="10400" y="5002"/>
                  </a:lnTo>
                  <a:lnTo>
                    <a:pt x="10295" y="4918"/>
                  </a:lnTo>
                  <a:lnTo>
                    <a:pt x="10107" y="4876"/>
                  </a:lnTo>
                  <a:lnTo>
                    <a:pt x="10002" y="4771"/>
                  </a:lnTo>
                  <a:lnTo>
                    <a:pt x="9939" y="4730"/>
                  </a:lnTo>
                  <a:lnTo>
                    <a:pt x="9856" y="4730"/>
                  </a:lnTo>
                  <a:lnTo>
                    <a:pt x="9793" y="4709"/>
                  </a:lnTo>
                  <a:lnTo>
                    <a:pt x="9772" y="4709"/>
                  </a:lnTo>
                  <a:lnTo>
                    <a:pt x="9730" y="4667"/>
                  </a:lnTo>
                  <a:lnTo>
                    <a:pt x="9751" y="4499"/>
                  </a:lnTo>
                  <a:lnTo>
                    <a:pt x="9625" y="4165"/>
                  </a:lnTo>
                  <a:lnTo>
                    <a:pt x="9625" y="4144"/>
                  </a:lnTo>
                  <a:lnTo>
                    <a:pt x="9625" y="4081"/>
                  </a:lnTo>
                  <a:lnTo>
                    <a:pt x="9625" y="3976"/>
                  </a:lnTo>
                  <a:lnTo>
                    <a:pt x="9646" y="3872"/>
                  </a:lnTo>
                  <a:lnTo>
                    <a:pt x="9542" y="3788"/>
                  </a:lnTo>
                  <a:lnTo>
                    <a:pt x="9479" y="3683"/>
                  </a:lnTo>
                  <a:lnTo>
                    <a:pt x="9458" y="3579"/>
                  </a:lnTo>
                  <a:lnTo>
                    <a:pt x="9374" y="3537"/>
                  </a:lnTo>
                  <a:lnTo>
                    <a:pt x="9353" y="3453"/>
                  </a:lnTo>
                  <a:lnTo>
                    <a:pt x="9312" y="3432"/>
                  </a:lnTo>
                  <a:lnTo>
                    <a:pt x="9228" y="3223"/>
                  </a:lnTo>
                  <a:lnTo>
                    <a:pt x="9207" y="3139"/>
                  </a:lnTo>
                  <a:lnTo>
                    <a:pt x="9123" y="3118"/>
                  </a:lnTo>
                  <a:lnTo>
                    <a:pt x="9123" y="2951"/>
                  </a:lnTo>
                  <a:lnTo>
                    <a:pt x="9123" y="2888"/>
                  </a:lnTo>
                  <a:lnTo>
                    <a:pt x="9060" y="2825"/>
                  </a:lnTo>
                  <a:lnTo>
                    <a:pt x="9040" y="2721"/>
                  </a:lnTo>
                  <a:lnTo>
                    <a:pt x="8935" y="2574"/>
                  </a:lnTo>
                  <a:lnTo>
                    <a:pt x="8830" y="2491"/>
                  </a:lnTo>
                  <a:lnTo>
                    <a:pt x="8788" y="2386"/>
                  </a:lnTo>
                  <a:lnTo>
                    <a:pt x="8705" y="2365"/>
                  </a:lnTo>
                  <a:lnTo>
                    <a:pt x="8621" y="2365"/>
                  </a:lnTo>
                  <a:lnTo>
                    <a:pt x="8600" y="2323"/>
                  </a:lnTo>
                  <a:lnTo>
                    <a:pt x="8579" y="2302"/>
                  </a:lnTo>
                  <a:lnTo>
                    <a:pt x="8475" y="2323"/>
                  </a:lnTo>
                  <a:lnTo>
                    <a:pt x="8370" y="2302"/>
                  </a:lnTo>
                  <a:lnTo>
                    <a:pt x="8265" y="2302"/>
                  </a:lnTo>
                  <a:lnTo>
                    <a:pt x="8223" y="2386"/>
                  </a:lnTo>
                  <a:lnTo>
                    <a:pt x="8182" y="2386"/>
                  </a:lnTo>
                  <a:lnTo>
                    <a:pt x="8161" y="2365"/>
                  </a:lnTo>
                  <a:lnTo>
                    <a:pt x="8119" y="2365"/>
                  </a:lnTo>
                  <a:lnTo>
                    <a:pt x="8035" y="2386"/>
                  </a:lnTo>
                  <a:lnTo>
                    <a:pt x="7993" y="2428"/>
                  </a:lnTo>
                  <a:lnTo>
                    <a:pt x="7910" y="2595"/>
                  </a:lnTo>
                  <a:lnTo>
                    <a:pt x="7868" y="2679"/>
                  </a:lnTo>
                  <a:lnTo>
                    <a:pt x="7868" y="2700"/>
                  </a:lnTo>
                  <a:lnTo>
                    <a:pt x="7868" y="2742"/>
                  </a:lnTo>
                  <a:lnTo>
                    <a:pt x="7805" y="2742"/>
                  </a:lnTo>
                  <a:lnTo>
                    <a:pt x="7700" y="2825"/>
                  </a:lnTo>
                  <a:lnTo>
                    <a:pt x="7700" y="2846"/>
                  </a:lnTo>
                  <a:lnTo>
                    <a:pt x="7659" y="2888"/>
                  </a:lnTo>
                  <a:lnTo>
                    <a:pt x="7596" y="2888"/>
                  </a:lnTo>
                  <a:lnTo>
                    <a:pt x="7575" y="2825"/>
                  </a:lnTo>
                  <a:lnTo>
                    <a:pt x="7449" y="2784"/>
                  </a:lnTo>
                  <a:lnTo>
                    <a:pt x="7366" y="2742"/>
                  </a:lnTo>
                  <a:lnTo>
                    <a:pt x="7345" y="2700"/>
                  </a:lnTo>
                  <a:lnTo>
                    <a:pt x="7219" y="2637"/>
                  </a:lnTo>
                  <a:lnTo>
                    <a:pt x="7156" y="2637"/>
                  </a:lnTo>
                  <a:lnTo>
                    <a:pt x="7115" y="2595"/>
                  </a:lnTo>
                  <a:lnTo>
                    <a:pt x="7115" y="2574"/>
                  </a:lnTo>
                  <a:lnTo>
                    <a:pt x="7073" y="2512"/>
                  </a:lnTo>
                  <a:lnTo>
                    <a:pt x="7031" y="2491"/>
                  </a:lnTo>
                  <a:lnTo>
                    <a:pt x="6989" y="2491"/>
                  </a:lnTo>
                  <a:lnTo>
                    <a:pt x="6947" y="2470"/>
                  </a:lnTo>
                  <a:lnTo>
                    <a:pt x="6926" y="2470"/>
                  </a:lnTo>
                  <a:lnTo>
                    <a:pt x="6926" y="2428"/>
                  </a:lnTo>
                  <a:lnTo>
                    <a:pt x="6905" y="2323"/>
                  </a:lnTo>
                  <a:lnTo>
                    <a:pt x="6822" y="2261"/>
                  </a:lnTo>
                  <a:lnTo>
                    <a:pt x="6717" y="2114"/>
                  </a:lnTo>
                  <a:lnTo>
                    <a:pt x="6717" y="2093"/>
                  </a:lnTo>
                  <a:lnTo>
                    <a:pt x="6801" y="2072"/>
                  </a:lnTo>
                  <a:lnTo>
                    <a:pt x="6822" y="2051"/>
                  </a:lnTo>
                  <a:lnTo>
                    <a:pt x="6822" y="1968"/>
                  </a:lnTo>
                  <a:lnTo>
                    <a:pt x="6738" y="1884"/>
                  </a:lnTo>
                  <a:lnTo>
                    <a:pt x="6717" y="1863"/>
                  </a:lnTo>
                  <a:lnTo>
                    <a:pt x="6696" y="1842"/>
                  </a:lnTo>
                  <a:lnTo>
                    <a:pt x="6654" y="1800"/>
                  </a:lnTo>
                  <a:lnTo>
                    <a:pt x="6633" y="1675"/>
                  </a:lnTo>
                  <a:lnTo>
                    <a:pt x="6591" y="1591"/>
                  </a:lnTo>
                  <a:lnTo>
                    <a:pt x="6508" y="1549"/>
                  </a:lnTo>
                  <a:lnTo>
                    <a:pt x="6424" y="1528"/>
                  </a:lnTo>
                  <a:lnTo>
                    <a:pt x="6466" y="1465"/>
                  </a:lnTo>
                  <a:lnTo>
                    <a:pt x="6466" y="1424"/>
                  </a:lnTo>
                  <a:lnTo>
                    <a:pt x="6403" y="1340"/>
                  </a:lnTo>
                  <a:lnTo>
                    <a:pt x="6299" y="1319"/>
                  </a:lnTo>
                  <a:lnTo>
                    <a:pt x="6319" y="1256"/>
                  </a:lnTo>
                  <a:lnTo>
                    <a:pt x="6278" y="1173"/>
                  </a:lnTo>
                  <a:lnTo>
                    <a:pt x="6215" y="1173"/>
                  </a:lnTo>
                  <a:lnTo>
                    <a:pt x="6194" y="1131"/>
                  </a:lnTo>
                  <a:lnTo>
                    <a:pt x="6131" y="1068"/>
                  </a:lnTo>
                  <a:lnTo>
                    <a:pt x="6068" y="942"/>
                  </a:lnTo>
                  <a:lnTo>
                    <a:pt x="5943" y="859"/>
                  </a:lnTo>
                  <a:lnTo>
                    <a:pt x="5022" y="838"/>
                  </a:lnTo>
                  <a:lnTo>
                    <a:pt x="4980" y="1047"/>
                  </a:lnTo>
                  <a:lnTo>
                    <a:pt x="3327" y="1005"/>
                  </a:lnTo>
                  <a:lnTo>
                    <a:pt x="1402" y="105"/>
                  </a:lnTo>
                  <a:lnTo>
                    <a:pt x="1402" y="64"/>
                  </a:lnTo>
                  <a:lnTo>
                    <a:pt x="138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5" name="Google Shape;7733;p67">
              <a:extLst>
                <a:ext uri="{FF2B5EF4-FFF2-40B4-BE49-F238E27FC236}">
                  <a16:creationId xmlns:a16="http://schemas.microsoft.com/office/drawing/2014/main" id="{29B3EB47-EFCB-E879-676B-426A5090A430}"/>
                </a:ext>
              </a:extLst>
            </p:cNvPr>
            <p:cNvSpPr/>
            <p:nvPr/>
          </p:nvSpPr>
          <p:spPr>
            <a:xfrm>
              <a:off x="2916800" y="3161675"/>
              <a:ext cx="40825" cy="58600"/>
            </a:xfrm>
            <a:custGeom>
              <a:avLst/>
              <a:gdLst/>
              <a:ahLst/>
              <a:cxnLst/>
              <a:rect l="l" t="t" r="r" b="b"/>
              <a:pathLst>
                <a:path w="1633" h="2344" extrusionOk="0">
                  <a:moveTo>
                    <a:pt x="336" y="0"/>
                  </a:moveTo>
                  <a:lnTo>
                    <a:pt x="231" y="84"/>
                  </a:lnTo>
                  <a:lnTo>
                    <a:pt x="126" y="147"/>
                  </a:lnTo>
                  <a:lnTo>
                    <a:pt x="85" y="209"/>
                  </a:lnTo>
                  <a:lnTo>
                    <a:pt x="1" y="314"/>
                  </a:lnTo>
                  <a:lnTo>
                    <a:pt x="1" y="460"/>
                  </a:lnTo>
                  <a:lnTo>
                    <a:pt x="64" y="607"/>
                  </a:lnTo>
                  <a:lnTo>
                    <a:pt x="22" y="732"/>
                  </a:lnTo>
                  <a:lnTo>
                    <a:pt x="22" y="816"/>
                  </a:lnTo>
                  <a:lnTo>
                    <a:pt x="126" y="879"/>
                  </a:lnTo>
                  <a:lnTo>
                    <a:pt x="189" y="963"/>
                  </a:lnTo>
                  <a:lnTo>
                    <a:pt x="231" y="1067"/>
                  </a:lnTo>
                  <a:lnTo>
                    <a:pt x="273" y="1193"/>
                  </a:lnTo>
                  <a:lnTo>
                    <a:pt x="294" y="1256"/>
                  </a:lnTo>
                  <a:lnTo>
                    <a:pt x="273" y="1360"/>
                  </a:lnTo>
                  <a:lnTo>
                    <a:pt x="189" y="1444"/>
                  </a:lnTo>
                  <a:lnTo>
                    <a:pt x="189" y="1590"/>
                  </a:lnTo>
                  <a:lnTo>
                    <a:pt x="231" y="1653"/>
                  </a:lnTo>
                  <a:lnTo>
                    <a:pt x="189" y="1779"/>
                  </a:lnTo>
                  <a:lnTo>
                    <a:pt x="64" y="1883"/>
                  </a:lnTo>
                  <a:lnTo>
                    <a:pt x="1" y="1883"/>
                  </a:lnTo>
                  <a:lnTo>
                    <a:pt x="22" y="1925"/>
                  </a:lnTo>
                  <a:lnTo>
                    <a:pt x="85" y="2009"/>
                  </a:lnTo>
                  <a:lnTo>
                    <a:pt x="106" y="2030"/>
                  </a:lnTo>
                  <a:lnTo>
                    <a:pt x="106" y="2113"/>
                  </a:lnTo>
                  <a:lnTo>
                    <a:pt x="189" y="2197"/>
                  </a:lnTo>
                  <a:lnTo>
                    <a:pt x="294" y="2218"/>
                  </a:lnTo>
                  <a:lnTo>
                    <a:pt x="336" y="2134"/>
                  </a:lnTo>
                  <a:lnTo>
                    <a:pt x="419" y="2113"/>
                  </a:lnTo>
                  <a:lnTo>
                    <a:pt x="503" y="2113"/>
                  </a:lnTo>
                  <a:lnTo>
                    <a:pt x="503" y="2176"/>
                  </a:lnTo>
                  <a:lnTo>
                    <a:pt x="545" y="2197"/>
                  </a:lnTo>
                  <a:lnTo>
                    <a:pt x="545" y="2323"/>
                  </a:lnTo>
                  <a:lnTo>
                    <a:pt x="608" y="2344"/>
                  </a:lnTo>
                  <a:lnTo>
                    <a:pt x="712" y="2281"/>
                  </a:lnTo>
                  <a:lnTo>
                    <a:pt x="733" y="2197"/>
                  </a:lnTo>
                  <a:lnTo>
                    <a:pt x="817" y="2134"/>
                  </a:lnTo>
                  <a:lnTo>
                    <a:pt x="880" y="2113"/>
                  </a:lnTo>
                  <a:lnTo>
                    <a:pt x="963" y="1988"/>
                  </a:lnTo>
                  <a:lnTo>
                    <a:pt x="1068" y="1820"/>
                  </a:lnTo>
                  <a:lnTo>
                    <a:pt x="1173" y="1590"/>
                  </a:lnTo>
                  <a:lnTo>
                    <a:pt x="1173" y="1486"/>
                  </a:lnTo>
                  <a:lnTo>
                    <a:pt x="1340" y="1297"/>
                  </a:lnTo>
                  <a:lnTo>
                    <a:pt x="1466" y="1130"/>
                  </a:lnTo>
                  <a:lnTo>
                    <a:pt x="1528" y="1046"/>
                  </a:lnTo>
                  <a:lnTo>
                    <a:pt x="1633" y="921"/>
                  </a:lnTo>
                  <a:lnTo>
                    <a:pt x="1591" y="774"/>
                  </a:lnTo>
                  <a:lnTo>
                    <a:pt x="1487" y="649"/>
                  </a:lnTo>
                  <a:lnTo>
                    <a:pt x="1466" y="711"/>
                  </a:lnTo>
                  <a:lnTo>
                    <a:pt x="1382" y="649"/>
                  </a:lnTo>
                  <a:lnTo>
                    <a:pt x="1361" y="544"/>
                  </a:lnTo>
                  <a:lnTo>
                    <a:pt x="1173" y="335"/>
                  </a:lnTo>
                  <a:lnTo>
                    <a:pt x="1131" y="335"/>
                  </a:lnTo>
                  <a:lnTo>
                    <a:pt x="963" y="209"/>
                  </a:lnTo>
                  <a:lnTo>
                    <a:pt x="650" y="105"/>
                  </a:lnTo>
                  <a:lnTo>
                    <a:pt x="524" y="21"/>
                  </a:lnTo>
                  <a:lnTo>
                    <a:pt x="33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6" name="Google Shape;7734;p67">
              <a:extLst>
                <a:ext uri="{FF2B5EF4-FFF2-40B4-BE49-F238E27FC236}">
                  <a16:creationId xmlns:a16="http://schemas.microsoft.com/office/drawing/2014/main" id="{9B48CD88-75E7-6077-439F-407BF609C7B9}"/>
                </a:ext>
              </a:extLst>
            </p:cNvPr>
            <p:cNvSpPr/>
            <p:nvPr/>
          </p:nvSpPr>
          <p:spPr>
            <a:xfrm>
              <a:off x="2866075" y="3155900"/>
              <a:ext cx="58075" cy="63325"/>
            </a:xfrm>
            <a:custGeom>
              <a:avLst/>
              <a:gdLst/>
              <a:ahLst/>
              <a:cxnLst/>
              <a:rect l="l" t="t" r="r" b="b"/>
              <a:pathLst>
                <a:path w="2323" h="2533" extrusionOk="0">
                  <a:moveTo>
                    <a:pt x="1632" y="1"/>
                  </a:moveTo>
                  <a:lnTo>
                    <a:pt x="1528" y="43"/>
                  </a:lnTo>
                  <a:lnTo>
                    <a:pt x="1339" y="22"/>
                  </a:lnTo>
                  <a:lnTo>
                    <a:pt x="1151" y="64"/>
                  </a:lnTo>
                  <a:lnTo>
                    <a:pt x="963" y="22"/>
                  </a:lnTo>
                  <a:lnTo>
                    <a:pt x="691" y="22"/>
                  </a:lnTo>
                  <a:lnTo>
                    <a:pt x="544" y="64"/>
                  </a:lnTo>
                  <a:lnTo>
                    <a:pt x="544" y="210"/>
                  </a:lnTo>
                  <a:lnTo>
                    <a:pt x="482" y="336"/>
                  </a:lnTo>
                  <a:lnTo>
                    <a:pt x="523" y="419"/>
                  </a:lnTo>
                  <a:lnTo>
                    <a:pt x="440" y="524"/>
                  </a:lnTo>
                  <a:lnTo>
                    <a:pt x="335" y="566"/>
                  </a:lnTo>
                  <a:lnTo>
                    <a:pt x="168" y="566"/>
                  </a:lnTo>
                  <a:lnTo>
                    <a:pt x="105" y="691"/>
                  </a:lnTo>
                  <a:lnTo>
                    <a:pt x="105" y="838"/>
                  </a:lnTo>
                  <a:lnTo>
                    <a:pt x="0" y="1068"/>
                  </a:lnTo>
                  <a:lnTo>
                    <a:pt x="21" y="1152"/>
                  </a:lnTo>
                  <a:lnTo>
                    <a:pt x="126" y="1194"/>
                  </a:lnTo>
                  <a:lnTo>
                    <a:pt x="168" y="1277"/>
                  </a:lnTo>
                  <a:lnTo>
                    <a:pt x="210" y="1319"/>
                  </a:lnTo>
                  <a:lnTo>
                    <a:pt x="272" y="1424"/>
                  </a:lnTo>
                  <a:lnTo>
                    <a:pt x="272" y="1507"/>
                  </a:lnTo>
                  <a:lnTo>
                    <a:pt x="335" y="1570"/>
                  </a:lnTo>
                  <a:lnTo>
                    <a:pt x="419" y="1570"/>
                  </a:lnTo>
                  <a:lnTo>
                    <a:pt x="461" y="1591"/>
                  </a:lnTo>
                  <a:lnTo>
                    <a:pt x="482" y="1696"/>
                  </a:lnTo>
                  <a:lnTo>
                    <a:pt x="523" y="1842"/>
                  </a:lnTo>
                  <a:lnTo>
                    <a:pt x="523" y="1989"/>
                  </a:lnTo>
                  <a:lnTo>
                    <a:pt x="586" y="2010"/>
                  </a:lnTo>
                  <a:lnTo>
                    <a:pt x="670" y="2135"/>
                  </a:lnTo>
                  <a:lnTo>
                    <a:pt x="691" y="2219"/>
                  </a:lnTo>
                  <a:lnTo>
                    <a:pt x="795" y="2261"/>
                  </a:lnTo>
                  <a:lnTo>
                    <a:pt x="795" y="2323"/>
                  </a:lnTo>
                  <a:lnTo>
                    <a:pt x="858" y="2407"/>
                  </a:lnTo>
                  <a:lnTo>
                    <a:pt x="942" y="2449"/>
                  </a:lnTo>
                  <a:lnTo>
                    <a:pt x="984" y="2449"/>
                  </a:lnTo>
                  <a:lnTo>
                    <a:pt x="1005" y="2470"/>
                  </a:lnTo>
                  <a:lnTo>
                    <a:pt x="1172" y="2533"/>
                  </a:lnTo>
                  <a:lnTo>
                    <a:pt x="1256" y="2533"/>
                  </a:lnTo>
                  <a:lnTo>
                    <a:pt x="1277" y="2470"/>
                  </a:lnTo>
                  <a:lnTo>
                    <a:pt x="1214" y="2344"/>
                  </a:lnTo>
                  <a:lnTo>
                    <a:pt x="1193" y="2303"/>
                  </a:lnTo>
                  <a:lnTo>
                    <a:pt x="1088" y="2198"/>
                  </a:lnTo>
                  <a:lnTo>
                    <a:pt x="1109" y="2093"/>
                  </a:lnTo>
                  <a:lnTo>
                    <a:pt x="1214" y="2010"/>
                  </a:lnTo>
                  <a:lnTo>
                    <a:pt x="1339" y="2031"/>
                  </a:lnTo>
                  <a:lnTo>
                    <a:pt x="1591" y="2031"/>
                  </a:lnTo>
                  <a:lnTo>
                    <a:pt x="1695" y="1989"/>
                  </a:lnTo>
                  <a:lnTo>
                    <a:pt x="1842" y="1989"/>
                  </a:lnTo>
                  <a:lnTo>
                    <a:pt x="1946" y="2093"/>
                  </a:lnTo>
                  <a:lnTo>
                    <a:pt x="2030" y="2114"/>
                  </a:lnTo>
                  <a:lnTo>
                    <a:pt x="2093" y="2114"/>
                  </a:lnTo>
                  <a:lnTo>
                    <a:pt x="2218" y="2010"/>
                  </a:lnTo>
                  <a:lnTo>
                    <a:pt x="2260" y="1884"/>
                  </a:lnTo>
                  <a:lnTo>
                    <a:pt x="2218" y="1821"/>
                  </a:lnTo>
                  <a:lnTo>
                    <a:pt x="2218" y="1675"/>
                  </a:lnTo>
                  <a:lnTo>
                    <a:pt x="2302" y="1591"/>
                  </a:lnTo>
                  <a:lnTo>
                    <a:pt x="2323" y="1487"/>
                  </a:lnTo>
                  <a:lnTo>
                    <a:pt x="2302" y="1424"/>
                  </a:lnTo>
                  <a:lnTo>
                    <a:pt x="2260" y="1298"/>
                  </a:lnTo>
                  <a:lnTo>
                    <a:pt x="2218" y="1194"/>
                  </a:lnTo>
                  <a:lnTo>
                    <a:pt x="2155" y="1110"/>
                  </a:lnTo>
                  <a:lnTo>
                    <a:pt x="2051" y="1047"/>
                  </a:lnTo>
                  <a:lnTo>
                    <a:pt x="2051" y="963"/>
                  </a:lnTo>
                  <a:lnTo>
                    <a:pt x="2093" y="838"/>
                  </a:lnTo>
                  <a:lnTo>
                    <a:pt x="2030" y="691"/>
                  </a:lnTo>
                  <a:lnTo>
                    <a:pt x="2030" y="545"/>
                  </a:lnTo>
                  <a:lnTo>
                    <a:pt x="2114" y="440"/>
                  </a:lnTo>
                  <a:lnTo>
                    <a:pt x="2155" y="378"/>
                  </a:lnTo>
                  <a:lnTo>
                    <a:pt x="2260" y="231"/>
                  </a:lnTo>
                  <a:lnTo>
                    <a:pt x="2260" y="147"/>
                  </a:lnTo>
                  <a:lnTo>
                    <a:pt x="2135" y="106"/>
                  </a:lnTo>
                  <a:lnTo>
                    <a:pt x="1946" y="64"/>
                  </a:lnTo>
                  <a:lnTo>
                    <a:pt x="171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7" name="Google Shape;7735;p67">
              <a:extLst>
                <a:ext uri="{FF2B5EF4-FFF2-40B4-BE49-F238E27FC236}">
                  <a16:creationId xmlns:a16="http://schemas.microsoft.com/office/drawing/2014/main" id="{C1CAF7AD-9148-EA98-2041-4D657821B94C}"/>
                </a:ext>
              </a:extLst>
            </p:cNvPr>
            <p:cNvSpPr/>
            <p:nvPr/>
          </p:nvSpPr>
          <p:spPr>
            <a:xfrm>
              <a:off x="2816900" y="3119825"/>
              <a:ext cx="72725" cy="109350"/>
            </a:xfrm>
            <a:custGeom>
              <a:avLst/>
              <a:gdLst/>
              <a:ahLst/>
              <a:cxnLst/>
              <a:rect l="l" t="t" r="r" b="b"/>
              <a:pathLst>
                <a:path w="2909" h="4374" extrusionOk="0">
                  <a:moveTo>
                    <a:pt x="879" y="0"/>
                  </a:moveTo>
                  <a:lnTo>
                    <a:pt x="858" y="84"/>
                  </a:lnTo>
                  <a:lnTo>
                    <a:pt x="712" y="251"/>
                  </a:lnTo>
                  <a:lnTo>
                    <a:pt x="565" y="356"/>
                  </a:lnTo>
                  <a:lnTo>
                    <a:pt x="503" y="335"/>
                  </a:lnTo>
                  <a:lnTo>
                    <a:pt x="335" y="544"/>
                  </a:lnTo>
                  <a:lnTo>
                    <a:pt x="356" y="628"/>
                  </a:lnTo>
                  <a:lnTo>
                    <a:pt x="419" y="733"/>
                  </a:lnTo>
                  <a:lnTo>
                    <a:pt x="565" y="753"/>
                  </a:lnTo>
                  <a:lnTo>
                    <a:pt x="649" y="837"/>
                  </a:lnTo>
                  <a:lnTo>
                    <a:pt x="649" y="963"/>
                  </a:lnTo>
                  <a:lnTo>
                    <a:pt x="461" y="1046"/>
                  </a:lnTo>
                  <a:lnTo>
                    <a:pt x="398" y="1025"/>
                  </a:lnTo>
                  <a:lnTo>
                    <a:pt x="293" y="1046"/>
                  </a:lnTo>
                  <a:lnTo>
                    <a:pt x="210" y="1025"/>
                  </a:lnTo>
                  <a:lnTo>
                    <a:pt x="126" y="1088"/>
                  </a:lnTo>
                  <a:lnTo>
                    <a:pt x="105" y="1277"/>
                  </a:lnTo>
                  <a:lnTo>
                    <a:pt x="1" y="1381"/>
                  </a:lnTo>
                  <a:lnTo>
                    <a:pt x="42" y="1507"/>
                  </a:lnTo>
                  <a:lnTo>
                    <a:pt x="189" y="1716"/>
                  </a:lnTo>
                  <a:lnTo>
                    <a:pt x="419" y="1904"/>
                  </a:lnTo>
                  <a:lnTo>
                    <a:pt x="419" y="1925"/>
                  </a:lnTo>
                  <a:lnTo>
                    <a:pt x="461" y="1925"/>
                  </a:lnTo>
                  <a:lnTo>
                    <a:pt x="524" y="1988"/>
                  </a:lnTo>
                  <a:lnTo>
                    <a:pt x="565" y="1925"/>
                  </a:lnTo>
                  <a:lnTo>
                    <a:pt x="712" y="1967"/>
                  </a:lnTo>
                  <a:lnTo>
                    <a:pt x="817" y="2072"/>
                  </a:lnTo>
                  <a:lnTo>
                    <a:pt x="817" y="2218"/>
                  </a:lnTo>
                  <a:lnTo>
                    <a:pt x="733" y="2344"/>
                  </a:lnTo>
                  <a:lnTo>
                    <a:pt x="670" y="2406"/>
                  </a:lnTo>
                  <a:lnTo>
                    <a:pt x="775" y="2448"/>
                  </a:lnTo>
                  <a:lnTo>
                    <a:pt x="879" y="2448"/>
                  </a:lnTo>
                  <a:lnTo>
                    <a:pt x="942" y="2532"/>
                  </a:lnTo>
                  <a:lnTo>
                    <a:pt x="984" y="2616"/>
                  </a:lnTo>
                  <a:lnTo>
                    <a:pt x="1089" y="2616"/>
                  </a:lnTo>
                  <a:lnTo>
                    <a:pt x="1089" y="2657"/>
                  </a:lnTo>
                  <a:lnTo>
                    <a:pt x="984" y="2804"/>
                  </a:lnTo>
                  <a:lnTo>
                    <a:pt x="963" y="2950"/>
                  </a:lnTo>
                  <a:lnTo>
                    <a:pt x="837" y="3160"/>
                  </a:lnTo>
                  <a:lnTo>
                    <a:pt x="858" y="3264"/>
                  </a:lnTo>
                  <a:lnTo>
                    <a:pt x="817" y="3369"/>
                  </a:lnTo>
                  <a:lnTo>
                    <a:pt x="817" y="3474"/>
                  </a:lnTo>
                  <a:lnTo>
                    <a:pt x="837" y="3536"/>
                  </a:lnTo>
                  <a:lnTo>
                    <a:pt x="817" y="3599"/>
                  </a:lnTo>
                  <a:lnTo>
                    <a:pt x="817" y="3704"/>
                  </a:lnTo>
                  <a:lnTo>
                    <a:pt x="921" y="3808"/>
                  </a:lnTo>
                  <a:lnTo>
                    <a:pt x="1047" y="3955"/>
                  </a:lnTo>
                  <a:lnTo>
                    <a:pt x="1047" y="4018"/>
                  </a:lnTo>
                  <a:lnTo>
                    <a:pt x="1130" y="4122"/>
                  </a:lnTo>
                  <a:lnTo>
                    <a:pt x="1361" y="4331"/>
                  </a:lnTo>
                  <a:lnTo>
                    <a:pt x="1444" y="4373"/>
                  </a:lnTo>
                  <a:lnTo>
                    <a:pt x="1507" y="4290"/>
                  </a:lnTo>
                  <a:lnTo>
                    <a:pt x="1591" y="4269"/>
                  </a:lnTo>
                  <a:lnTo>
                    <a:pt x="1612" y="4290"/>
                  </a:lnTo>
                  <a:lnTo>
                    <a:pt x="1758" y="4290"/>
                  </a:lnTo>
                  <a:lnTo>
                    <a:pt x="1821" y="4185"/>
                  </a:lnTo>
                  <a:lnTo>
                    <a:pt x="1863" y="4122"/>
                  </a:lnTo>
                  <a:lnTo>
                    <a:pt x="1967" y="4101"/>
                  </a:lnTo>
                  <a:lnTo>
                    <a:pt x="2198" y="4101"/>
                  </a:lnTo>
                  <a:lnTo>
                    <a:pt x="2260" y="3913"/>
                  </a:lnTo>
                  <a:lnTo>
                    <a:pt x="2386" y="3871"/>
                  </a:lnTo>
                  <a:lnTo>
                    <a:pt x="2553" y="3871"/>
                  </a:lnTo>
                  <a:lnTo>
                    <a:pt x="2616" y="3913"/>
                  </a:lnTo>
                  <a:lnTo>
                    <a:pt x="2721" y="3892"/>
                  </a:lnTo>
                  <a:lnTo>
                    <a:pt x="2909" y="3892"/>
                  </a:lnTo>
                  <a:lnTo>
                    <a:pt x="2825" y="3850"/>
                  </a:lnTo>
                  <a:lnTo>
                    <a:pt x="2762" y="3766"/>
                  </a:lnTo>
                  <a:lnTo>
                    <a:pt x="2762" y="3704"/>
                  </a:lnTo>
                  <a:lnTo>
                    <a:pt x="2658" y="3662"/>
                  </a:lnTo>
                  <a:lnTo>
                    <a:pt x="2637" y="3578"/>
                  </a:lnTo>
                  <a:lnTo>
                    <a:pt x="2553" y="3453"/>
                  </a:lnTo>
                  <a:lnTo>
                    <a:pt x="2490" y="3432"/>
                  </a:lnTo>
                  <a:lnTo>
                    <a:pt x="2490" y="3285"/>
                  </a:lnTo>
                  <a:lnTo>
                    <a:pt x="2449" y="3139"/>
                  </a:lnTo>
                  <a:lnTo>
                    <a:pt x="2428" y="3034"/>
                  </a:lnTo>
                  <a:lnTo>
                    <a:pt x="2386" y="3013"/>
                  </a:lnTo>
                  <a:lnTo>
                    <a:pt x="2302" y="3013"/>
                  </a:lnTo>
                  <a:lnTo>
                    <a:pt x="2239" y="2950"/>
                  </a:lnTo>
                  <a:lnTo>
                    <a:pt x="2239" y="2867"/>
                  </a:lnTo>
                  <a:lnTo>
                    <a:pt x="2177" y="2762"/>
                  </a:lnTo>
                  <a:lnTo>
                    <a:pt x="2135" y="2720"/>
                  </a:lnTo>
                  <a:lnTo>
                    <a:pt x="2093" y="2637"/>
                  </a:lnTo>
                  <a:lnTo>
                    <a:pt x="1988" y="2595"/>
                  </a:lnTo>
                  <a:lnTo>
                    <a:pt x="1967" y="2511"/>
                  </a:lnTo>
                  <a:lnTo>
                    <a:pt x="2072" y="2281"/>
                  </a:lnTo>
                  <a:lnTo>
                    <a:pt x="2072" y="2134"/>
                  </a:lnTo>
                  <a:lnTo>
                    <a:pt x="2135" y="2009"/>
                  </a:lnTo>
                  <a:lnTo>
                    <a:pt x="2302" y="2009"/>
                  </a:lnTo>
                  <a:lnTo>
                    <a:pt x="2407" y="1967"/>
                  </a:lnTo>
                  <a:lnTo>
                    <a:pt x="2490" y="1862"/>
                  </a:lnTo>
                  <a:lnTo>
                    <a:pt x="2449" y="1779"/>
                  </a:lnTo>
                  <a:lnTo>
                    <a:pt x="2511" y="1653"/>
                  </a:lnTo>
                  <a:lnTo>
                    <a:pt x="2449" y="1549"/>
                  </a:lnTo>
                  <a:lnTo>
                    <a:pt x="2449" y="1381"/>
                  </a:lnTo>
                  <a:lnTo>
                    <a:pt x="2428" y="1297"/>
                  </a:lnTo>
                  <a:lnTo>
                    <a:pt x="2218" y="1256"/>
                  </a:lnTo>
                  <a:lnTo>
                    <a:pt x="2009" y="1046"/>
                  </a:lnTo>
                  <a:lnTo>
                    <a:pt x="1905" y="963"/>
                  </a:lnTo>
                  <a:lnTo>
                    <a:pt x="1863" y="984"/>
                  </a:lnTo>
                  <a:lnTo>
                    <a:pt x="1716" y="1046"/>
                  </a:lnTo>
                  <a:lnTo>
                    <a:pt x="1653" y="1130"/>
                  </a:lnTo>
                  <a:lnTo>
                    <a:pt x="1612" y="1235"/>
                  </a:lnTo>
                  <a:lnTo>
                    <a:pt x="1591" y="1088"/>
                  </a:lnTo>
                  <a:lnTo>
                    <a:pt x="1612" y="921"/>
                  </a:lnTo>
                  <a:lnTo>
                    <a:pt x="1674" y="816"/>
                  </a:lnTo>
                  <a:lnTo>
                    <a:pt x="1612" y="628"/>
                  </a:lnTo>
                  <a:lnTo>
                    <a:pt x="1507" y="565"/>
                  </a:lnTo>
                  <a:lnTo>
                    <a:pt x="1298" y="419"/>
                  </a:lnTo>
                  <a:lnTo>
                    <a:pt x="1151" y="251"/>
                  </a:lnTo>
                  <a:lnTo>
                    <a:pt x="1130" y="147"/>
                  </a:lnTo>
                  <a:lnTo>
                    <a:pt x="1026" y="42"/>
                  </a:lnTo>
                  <a:lnTo>
                    <a:pt x="921" y="21"/>
                  </a:lnTo>
                  <a:lnTo>
                    <a:pt x="87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8" name="Google Shape;7736;p67">
              <a:extLst>
                <a:ext uri="{FF2B5EF4-FFF2-40B4-BE49-F238E27FC236}">
                  <a16:creationId xmlns:a16="http://schemas.microsoft.com/office/drawing/2014/main" id="{A59A43AA-ED6F-FCF0-EB33-1EA6450E56A1}"/>
                </a:ext>
              </a:extLst>
            </p:cNvPr>
            <p:cNvSpPr/>
            <p:nvPr/>
          </p:nvSpPr>
          <p:spPr>
            <a:xfrm>
              <a:off x="2646900" y="3064375"/>
              <a:ext cx="192000" cy="172650"/>
            </a:xfrm>
            <a:custGeom>
              <a:avLst/>
              <a:gdLst/>
              <a:ahLst/>
              <a:cxnLst/>
              <a:rect l="l" t="t" r="r" b="b"/>
              <a:pathLst>
                <a:path w="7680" h="6906" extrusionOk="0">
                  <a:moveTo>
                    <a:pt x="1988" y="0"/>
                  </a:moveTo>
                  <a:lnTo>
                    <a:pt x="1821" y="63"/>
                  </a:lnTo>
                  <a:lnTo>
                    <a:pt x="1674" y="251"/>
                  </a:lnTo>
                  <a:lnTo>
                    <a:pt x="1695" y="377"/>
                  </a:lnTo>
                  <a:lnTo>
                    <a:pt x="1758" y="440"/>
                  </a:lnTo>
                  <a:lnTo>
                    <a:pt x="1863" y="356"/>
                  </a:lnTo>
                  <a:lnTo>
                    <a:pt x="1967" y="377"/>
                  </a:lnTo>
                  <a:lnTo>
                    <a:pt x="2072" y="461"/>
                  </a:lnTo>
                  <a:lnTo>
                    <a:pt x="2030" y="544"/>
                  </a:lnTo>
                  <a:lnTo>
                    <a:pt x="1925" y="565"/>
                  </a:lnTo>
                  <a:lnTo>
                    <a:pt x="1821" y="523"/>
                  </a:lnTo>
                  <a:lnTo>
                    <a:pt x="1779" y="482"/>
                  </a:lnTo>
                  <a:lnTo>
                    <a:pt x="1758" y="523"/>
                  </a:lnTo>
                  <a:lnTo>
                    <a:pt x="1758" y="565"/>
                  </a:lnTo>
                  <a:lnTo>
                    <a:pt x="1611" y="649"/>
                  </a:lnTo>
                  <a:lnTo>
                    <a:pt x="1360" y="670"/>
                  </a:lnTo>
                  <a:lnTo>
                    <a:pt x="1088" y="774"/>
                  </a:lnTo>
                  <a:lnTo>
                    <a:pt x="1026" y="879"/>
                  </a:lnTo>
                  <a:lnTo>
                    <a:pt x="1026" y="984"/>
                  </a:lnTo>
                  <a:lnTo>
                    <a:pt x="1088" y="1088"/>
                  </a:lnTo>
                  <a:lnTo>
                    <a:pt x="1088" y="1318"/>
                  </a:lnTo>
                  <a:lnTo>
                    <a:pt x="1130" y="1486"/>
                  </a:lnTo>
                  <a:lnTo>
                    <a:pt x="1151" y="1611"/>
                  </a:lnTo>
                  <a:lnTo>
                    <a:pt x="1067" y="1800"/>
                  </a:lnTo>
                  <a:lnTo>
                    <a:pt x="879" y="1925"/>
                  </a:lnTo>
                  <a:lnTo>
                    <a:pt x="775" y="1904"/>
                  </a:lnTo>
                  <a:lnTo>
                    <a:pt x="775" y="1737"/>
                  </a:lnTo>
                  <a:lnTo>
                    <a:pt x="649" y="1611"/>
                  </a:lnTo>
                  <a:lnTo>
                    <a:pt x="628" y="1486"/>
                  </a:lnTo>
                  <a:lnTo>
                    <a:pt x="733" y="1402"/>
                  </a:lnTo>
                  <a:lnTo>
                    <a:pt x="754" y="1318"/>
                  </a:lnTo>
                  <a:lnTo>
                    <a:pt x="963" y="1109"/>
                  </a:lnTo>
                  <a:lnTo>
                    <a:pt x="963" y="942"/>
                  </a:lnTo>
                  <a:lnTo>
                    <a:pt x="879" y="795"/>
                  </a:lnTo>
                  <a:lnTo>
                    <a:pt x="921" y="754"/>
                  </a:lnTo>
                  <a:lnTo>
                    <a:pt x="879" y="670"/>
                  </a:lnTo>
                  <a:lnTo>
                    <a:pt x="816" y="628"/>
                  </a:lnTo>
                  <a:lnTo>
                    <a:pt x="754" y="523"/>
                  </a:lnTo>
                  <a:lnTo>
                    <a:pt x="775" y="440"/>
                  </a:lnTo>
                  <a:lnTo>
                    <a:pt x="921" y="377"/>
                  </a:lnTo>
                  <a:lnTo>
                    <a:pt x="1067" y="356"/>
                  </a:lnTo>
                  <a:lnTo>
                    <a:pt x="1172" y="210"/>
                  </a:lnTo>
                  <a:lnTo>
                    <a:pt x="1130" y="210"/>
                  </a:lnTo>
                  <a:lnTo>
                    <a:pt x="1088" y="230"/>
                  </a:lnTo>
                  <a:lnTo>
                    <a:pt x="775" y="356"/>
                  </a:lnTo>
                  <a:lnTo>
                    <a:pt x="628" y="628"/>
                  </a:lnTo>
                  <a:lnTo>
                    <a:pt x="565" y="670"/>
                  </a:lnTo>
                  <a:lnTo>
                    <a:pt x="461" y="691"/>
                  </a:lnTo>
                  <a:lnTo>
                    <a:pt x="356" y="837"/>
                  </a:lnTo>
                  <a:lnTo>
                    <a:pt x="293" y="900"/>
                  </a:lnTo>
                  <a:lnTo>
                    <a:pt x="105" y="1172"/>
                  </a:lnTo>
                  <a:lnTo>
                    <a:pt x="84" y="1298"/>
                  </a:lnTo>
                  <a:lnTo>
                    <a:pt x="105" y="1402"/>
                  </a:lnTo>
                  <a:lnTo>
                    <a:pt x="84" y="1590"/>
                  </a:lnTo>
                  <a:lnTo>
                    <a:pt x="0" y="1779"/>
                  </a:lnTo>
                  <a:lnTo>
                    <a:pt x="0" y="1821"/>
                  </a:lnTo>
                  <a:lnTo>
                    <a:pt x="147" y="1821"/>
                  </a:lnTo>
                  <a:lnTo>
                    <a:pt x="398" y="2239"/>
                  </a:lnTo>
                  <a:lnTo>
                    <a:pt x="503" y="2407"/>
                  </a:lnTo>
                  <a:lnTo>
                    <a:pt x="523" y="2511"/>
                  </a:lnTo>
                  <a:lnTo>
                    <a:pt x="461" y="2637"/>
                  </a:lnTo>
                  <a:lnTo>
                    <a:pt x="461" y="2720"/>
                  </a:lnTo>
                  <a:lnTo>
                    <a:pt x="440" y="2762"/>
                  </a:lnTo>
                  <a:lnTo>
                    <a:pt x="440" y="2867"/>
                  </a:lnTo>
                  <a:lnTo>
                    <a:pt x="565" y="2971"/>
                  </a:lnTo>
                  <a:lnTo>
                    <a:pt x="733" y="3034"/>
                  </a:lnTo>
                  <a:lnTo>
                    <a:pt x="837" y="3055"/>
                  </a:lnTo>
                  <a:lnTo>
                    <a:pt x="963" y="3097"/>
                  </a:lnTo>
                  <a:lnTo>
                    <a:pt x="1047" y="3055"/>
                  </a:lnTo>
                  <a:lnTo>
                    <a:pt x="1193" y="3055"/>
                  </a:lnTo>
                  <a:lnTo>
                    <a:pt x="1339" y="3097"/>
                  </a:lnTo>
                  <a:lnTo>
                    <a:pt x="1381" y="3076"/>
                  </a:lnTo>
                  <a:lnTo>
                    <a:pt x="1549" y="3055"/>
                  </a:lnTo>
                  <a:lnTo>
                    <a:pt x="1716" y="3076"/>
                  </a:lnTo>
                  <a:lnTo>
                    <a:pt x="1821" y="3139"/>
                  </a:lnTo>
                  <a:lnTo>
                    <a:pt x="2281" y="3557"/>
                  </a:lnTo>
                  <a:lnTo>
                    <a:pt x="2427" y="3515"/>
                  </a:lnTo>
                  <a:lnTo>
                    <a:pt x="2448" y="3557"/>
                  </a:lnTo>
                  <a:lnTo>
                    <a:pt x="2511" y="3515"/>
                  </a:lnTo>
                  <a:lnTo>
                    <a:pt x="2637" y="3578"/>
                  </a:lnTo>
                  <a:lnTo>
                    <a:pt x="2699" y="3599"/>
                  </a:lnTo>
                  <a:lnTo>
                    <a:pt x="2825" y="3557"/>
                  </a:lnTo>
                  <a:lnTo>
                    <a:pt x="2930" y="3557"/>
                  </a:lnTo>
                  <a:lnTo>
                    <a:pt x="3076" y="3578"/>
                  </a:lnTo>
                  <a:lnTo>
                    <a:pt x="3118" y="3515"/>
                  </a:lnTo>
                  <a:lnTo>
                    <a:pt x="3223" y="3515"/>
                  </a:lnTo>
                  <a:lnTo>
                    <a:pt x="3285" y="3578"/>
                  </a:lnTo>
                  <a:lnTo>
                    <a:pt x="3348" y="3808"/>
                  </a:lnTo>
                  <a:lnTo>
                    <a:pt x="3285" y="3892"/>
                  </a:lnTo>
                  <a:lnTo>
                    <a:pt x="3285" y="3997"/>
                  </a:lnTo>
                  <a:lnTo>
                    <a:pt x="3264" y="4080"/>
                  </a:lnTo>
                  <a:lnTo>
                    <a:pt x="3118" y="4101"/>
                  </a:lnTo>
                  <a:lnTo>
                    <a:pt x="3055" y="4185"/>
                  </a:lnTo>
                  <a:lnTo>
                    <a:pt x="3076" y="4394"/>
                  </a:lnTo>
                  <a:lnTo>
                    <a:pt x="3118" y="4457"/>
                  </a:lnTo>
                  <a:lnTo>
                    <a:pt x="3055" y="4624"/>
                  </a:lnTo>
                  <a:lnTo>
                    <a:pt x="3055" y="4813"/>
                  </a:lnTo>
                  <a:lnTo>
                    <a:pt x="3139" y="4875"/>
                  </a:lnTo>
                  <a:lnTo>
                    <a:pt x="3139" y="4959"/>
                  </a:lnTo>
                  <a:lnTo>
                    <a:pt x="3244" y="5252"/>
                  </a:lnTo>
                  <a:lnTo>
                    <a:pt x="3055" y="5587"/>
                  </a:lnTo>
                  <a:lnTo>
                    <a:pt x="3076" y="5692"/>
                  </a:lnTo>
                  <a:lnTo>
                    <a:pt x="3139" y="5692"/>
                  </a:lnTo>
                  <a:lnTo>
                    <a:pt x="3223" y="5671"/>
                  </a:lnTo>
                  <a:lnTo>
                    <a:pt x="3223" y="5692"/>
                  </a:lnTo>
                  <a:lnTo>
                    <a:pt x="3244" y="5775"/>
                  </a:lnTo>
                  <a:lnTo>
                    <a:pt x="3327" y="5817"/>
                  </a:lnTo>
                  <a:lnTo>
                    <a:pt x="3369" y="5922"/>
                  </a:lnTo>
                  <a:lnTo>
                    <a:pt x="3348" y="5984"/>
                  </a:lnTo>
                  <a:lnTo>
                    <a:pt x="3390" y="6131"/>
                  </a:lnTo>
                  <a:lnTo>
                    <a:pt x="3536" y="6424"/>
                  </a:lnTo>
                  <a:lnTo>
                    <a:pt x="3536" y="6528"/>
                  </a:lnTo>
                  <a:lnTo>
                    <a:pt x="3746" y="6696"/>
                  </a:lnTo>
                  <a:lnTo>
                    <a:pt x="3976" y="6863"/>
                  </a:lnTo>
                  <a:lnTo>
                    <a:pt x="4101" y="6905"/>
                  </a:lnTo>
                  <a:lnTo>
                    <a:pt x="4332" y="6863"/>
                  </a:lnTo>
                  <a:lnTo>
                    <a:pt x="4478" y="6717"/>
                  </a:lnTo>
                  <a:lnTo>
                    <a:pt x="4687" y="6591"/>
                  </a:lnTo>
                  <a:lnTo>
                    <a:pt x="4750" y="6487"/>
                  </a:lnTo>
                  <a:lnTo>
                    <a:pt x="5064" y="6319"/>
                  </a:lnTo>
                  <a:lnTo>
                    <a:pt x="5127" y="6173"/>
                  </a:lnTo>
                  <a:lnTo>
                    <a:pt x="5168" y="6110"/>
                  </a:lnTo>
                  <a:lnTo>
                    <a:pt x="5210" y="6068"/>
                  </a:lnTo>
                  <a:lnTo>
                    <a:pt x="5482" y="6005"/>
                  </a:lnTo>
                  <a:lnTo>
                    <a:pt x="5629" y="5964"/>
                  </a:lnTo>
                  <a:lnTo>
                    <a:pt x="5587" y="5817"/>
                  </a:lnTo>
                  <a:lnTo>
                    <a:pt x="5440" y="5796"/>
                  </a:lnTo>
                  <a:lnTo>
                    <a:pt x="5252" y="5817"/>
                  </a:lnTo>
                  <a:lnTo>
                    <a:pt x="4959" y="5712"/>
                  </a:lnTo>
                  <a:lnTo>
                    <a:pt x="5022" y="5545"/>
                  </a:lnTo>
                  <a:lnTo>
                    <a:pt x="5001" y="5482"/>
                  </a:lnTo>
                  <a:lnTo>
                    <a:pt x="4938" y="5440"/>
                  </a:lnTo>
                  <a:lnTo>
                    <a:pt x="5127" y="5168"/>
                  </a:lnTo>
                  <a:lnTo>
                    <a:pt x="5064" y="5064"/>
                  </a:lnTo>
                  <a:lnTo>
                    <a:pt x="4938" y="4938"/>
                  </a:lnTo>
                  <a:lnTo>
                    <a:pt x="4834" y="4917"/>
                  </a:lnTo>
                  <a:lnTo>
                    <a:pt x="4750" y="4750"/>
                  </a:lnTo>
                  <a:lnTo>
                    <a:pt x="4917" y="4813"/>
                  </a:lnTo>
                  <a:lnTo>
                    <a:pt x="5106" y="4834"/>
                  </a:lnTo>
                  <a:lnTo>
                    <a:pt x="5273" y="4938"/>
                  </a:lnTo>
                  <a:lnTo>
                    <a:pt x="5461" y="4938"/>
                  </a:lnTo>
                  <a:lnTo>
                    <a:pt x="5733" y="4875"/>
                  </a:lnTo>
                  <a:lnTo>
                    <a:pt x="5796" y="4938"/>
                  </a:lnTo>
                  <a:lnTo>
                    <a:pt x="5985" y="4875"/>
                  </a:lnTo>
                  <a:lnTo>
                    <a:pt x="6173" y="4708"/>
                  </a:lnTo>
                  <a:lnTo>
                    <a:pt x="6319" y="4708"/>
                  </a:lnTo>
                  <a:lnTo>
                    <a:pt x="6424" y="4729"/>
                  </a:lnTo>
                  <a:lnTo>
                    <a:pt x="6675" y="4624"/>
                  </a:lnTo>
                  <a:lnTo>
                    <a:pt x="6884" y="4624"/>
                  </a:lnTo>
                  <a:lnTo>
                    <a:pt x="7156" y="4394"/>
                  </a:lnTo>
                  <a:lnTo>
                    <a:pt x="7219" y="4248"/>
                  </a:lnTo>
                  <a:lnTo>
                    <a:pt x="7219" y="4143"/>
                  </a:lnTo>
                  <a:lnTo>
                    <a:pt x="7219" y="4122"/>
                  </a:lnTo>
                  <a:lnTo>
                    <a:pt x="6989" y="3934"/>
                  </a:lnTo>
                  <a:lnTo>
                    <a:pt x="6842" y="3725"/>
                  </a:lnTo>
                  <a:lnTo>
                    <a:pt x="6801" y="3599"/>
                  </a:lnTo>
                  <a:lnTo>
                    <a:pt x="6905" y="3495"/>
                  </a:lnTo>
                  <a:lnTo>
                    <a:pt x="6926" y="3306"/>
                  </a:lnTo>
                  <a:lnTo>
                    <a:pt x="7010" y="3243"/>
                  </a:lnTo>
                  <a:lnTo>
                    <a:pt x="7093" y="3264"/>
                  </a:lnTo>
                  <a:lnTo>
                    <a:pt x="7198" y="3243"/>
                  </a:lnTo>
                  <a:lnTo>
                    <a:pt x="7261" y="3264"/>
                  </a:lnTo>
                  <a:lnTo>
                    <a:pt x="7449" y="3181"/>
                  </a:lnTo>
                  <a:lnTo>
                    <a:pt x="7449" y="3055"/>
                  </a:lnTo>
                  <a:lnTo>
                    <a:pt x="7365" y="2971"/>
                  </a:lnTo>
                  <a:lnTo>
                    <a:pt x="7219" y="2951"/>
                  </a:lnTo>
                  <a:lnTo>
                    <a:pt x="7156" y="2846"/>
                  </a:lnTo>
                  <a:lnTo>
                    <a:pt x="7135" y="2762"/>
                  </a:lnTo>
                  <a:lnTo>
                    <a:pt x="7303" y="2553"/>
                  </a:lnTo>
                  <a:lnTo>
                    <a:pt x="7365" y="2574"/>
                  </a:lnTo>
                  <a:lnTo>
                    <a:pt x="7512" y="2469"/>
                  </a:lnTo>
                  <a:lnTo>
                    <a:pt x="7658" y="2302"/>
                  </a:lnTo>
                  <a:lnTo>
                    <a:pt x="7679" y="2218"/>
                  </a:lnTo>
                  <a:lnTo>
                    <a:pt x="7658" y="2218"/>
                  </a:lnTo>
                  <a:lnTo>
                    <a:pt x="7428" y="2114"/>
                  </a:lnTo>
                  <a:lnTo>
                    <a:pt x="7345" y="2114"/>
                  </a:lnTo>
                  <a:lnTo>
                    <a:pt x="7261" y="2135"/>
                  </a:lnTo>
                  <a:lnTo>
                    <a:pt x="7156" y="2114"/>
                  </a:lnTo>
                  <a:lnTo>
                    <a:pt x="7093" y="2114"/>
                  </a:lnTo>
                  <a:lnTo>
                    <a:pt x="7010" y="2155"/>
                  </a:lnTo>
                  <a:lnTo>
                    <a:pt x="6821" y="2197"/>
                  </a:lnTo>
                  <a:lnTo>
                    <a:pt x="6675" y="2155"/>
                  </a:lnTo>
                  <a:lnTo>
                    <a:pt x="6612" y="2155"/>
                  </a:lnTo>
                  <a:lnTo>
                    <a:pt x="6717" y="2135"/>
                  </a:lnTo>
                  <a:lnTo>
                    <a:pt x="6801" y="2135"/>
                  </a:lnTo>
                  <a:lnTo>
                    <a:pt x="6884" y="2093"/>
                  </a:lnTo>
                  <a:lnTo>
                    <a:pt x="6926" y="2009"/>
                  </a:lnTo>
                  <a:lnTo>
                    <a:pt x="7052" y="1904"/>
                  </a:lnTo>
                  <a:lnTo>
                    <a:pt x="7093" y="1842"/>
                  </a:lnTo>
                  <a:lnTo>
                    <a:pt x="7010" y="1800"/>
                  </a:lnTo>
                  <a:lnTo>
                    <a:pt x="7010" y="1779"/>
                  </a:lnTo>
                  <a:lnTo>
                    <a:pt x="6989" y="1674"/>
                  </a:lnTo>
                  <a:lnTo>
                    <a:pt x="6821" y="1590"/>
                  </a:lnTo>
                  <a:lnTo>
                    <a:pt x="6612" y="1528"/>
                  </a:lnTo>
                  <a:lnTo>
                    <a:pt x="6570" y="1486"/>
                  </a:lnTo>
                  <a:lnTo>
                    <a:pt x="6487" y="1423"/>
                  </a:lnTo>
                  <a:lnTo>
                    <a:pt x="6382" y="1423"/>
                  </a:lnTo>
                  <a:lnTo>
                    <a:pt x="6361" y="1381"/>
                  </a:lnTo>
                  <a:lnTo>
                    <a:pt x="6215" y="1318"/>
                  </a:lnTo>
                  <a:lnTo>
                    <a:pt x="6173" y="1318"/>
                  </a:lnTo>
                  <a:lnTo>
                    <a:pt x="6173" y="1423"/>
                  </a:lnTo>
                  <a:lnTo>
                    <a:pt x="6089" y="1318"/>
                  </a:lnTo>
                  <a:lnTo>
                    <a:pt x="6047" y="1214"/>
                  </a:lnTo>
                  <a:lnTo>
                    <a:pt x="5943" y="1172"/>
                  </a:lnTo>
                  <a:lnTo>
                    <a:pt x="5901" y="1088"/>
                  </a:lnTo>
                  <a:lnTo>
                    <a:pt x="5964" y="1046"/>
                  </a:lnTo>
                  <a:lnTo>
                    <a:pt x="6215" y="1067"/>
                  </a:lnTo>
                  <a:lnTo>
                    <a:pt x="6319" y="984"/>
                  </a:lnTo>
                  <a:lnTo>
                    <a:pt x="6487" y="984"/>
                  </a:lnTo>
                  <a:lnTo>
                    <a:pt x="6487" y="879"/>
                  </a:lnTo>
                  <a:lnTo>
                    <a:pt x="6361" y="900"/>
                  </a:lnTo>
                  <a:lnTo>
                    <a:pt x="6089" y="858"/>
                  </a:lnTo>
                  <a:lnTo>
                    <a:pt x="5901" y="879"/>
                  </a:lnTo>
                  <a:lnTo>
                    <a:pt x="5775" y="879"/>
                  </a:lnTo>
                  <a:lnTo>
                    <a:pt x="5524" y="963"/>
                  </a:lnTo>
                  <a:lnTo>
                    <a:pt x="5440" y="942"/>
                  </a:lnTo>
                  <a:lnTo>
                    <a:pt x="5336" y="942"/>
                  </a:lnTo>
                  <a:lnTo>
                    <a:pt x="5127" y="1088"/>
                  </a:lnTo>
                  <a:lnTo>
                    <a:pt x="5022" y="1109"/>
                  </a:lnTo>
                  <a:lnTo>
                    <a:pt x="4896" y="1172"/>
                  </a:lnTo>
                  <a:lnTo>
                    <a:pt x="4834" y="1256"/>
                  </a:lnTo>
                  <a:lnTo>
                    <a:pt x="4645" y="1277"/>
                  </a:lnTo>
                  <a:lnTo>
                    <a:pt x="4604" y="1298"/>
                  </a:lnTo>
                  <a:lnTo>
                    <a:pt x="4520" y="1277"/>
                  </a:lnTo>
                  <a:lnTo>
                    <a:pt x="4269" y="1088"/>
                  </a:lnTo>
                  <a:lnTo>
                    <a:pt x="4206" y="984"/>
                  </a:lnTo>
                  <a:lnTo>
                    <a:pt x="3871" y="984"/>
                  </a:lnTo>
                  <a:lnTo>
                    <a:pt x="3327" y="1088"/>
                  </a:lnTo>
                  <a:lnTo>
                    <a:pt x="3055" y="1088"/>
                  </a:lnTo>
                  <a:lnTo>
                    <a:pt x="2951" y="1046"/>
                  </a:lnTo>
                  <a:lnTo>
                    <a:pt x="2909" y="963"/>
                  </a:lnTo>
                  <a:lnTo>
                    <a:pt x="2909" y="858"/>
                  </a:lnTo>
                  <a:lnTo>
                    <a:pt x="2972" y="858"/>
                  </a:lnTo>
                  <a:lnTo>
                    <a:pt x="2951" y="733"/>
                  </a:lnTo>
                  <a:lnTo>
                    <a:pt x="2846" y="565"/>
                  </a:lnTo>
                  <a:lnTo>
                    <a:pt x="2741" y="544"/>
                  </a:lnTo>
                  <a:lnTo>
                    <a:pt x="2448" y="565"/>
                  </a:lnTo>
                  <a:lnTo>
                    <a:pt x="2323" y="482"/>
                  </a:lnTo>
                  <a:lnTo>
                    <a:pt x="2239" y="482"/>
                  </a:lnTo>
                  <a:lnTo>
                    <a:pt x="2176" y="523"/>
                  </a:lnTo>
                  <a:lnTo>
                    <a:pt x="2072" y="356"/>
                  </a:lnTo>
                  <a:lnTo>
                    <a:pt x="2072" y="210"/>
                  </a:lnTo>
                  <a:lnTo>
                    <a:pt x="2030" y="21"/>
                  </a:lnTo>
                  <a:lnTo>
                    <a:pt x="198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9" name="Google Shape;7737;p67">
              <a:extLst>
                <a:ext uri="{FF2B5EF4-FFF2-40B4-BE49-F238E27FC236}">
                  <a16:creationId xmlns:a16="http://schemas.microsoft.com/office/drawing/2014/main" id="{2A38DFCD-84D0-5024-78C1-A4376F8B5B4F}"/>
                </a:ext>
              </a:extLst>
            </p:cNvPr>
            <p:cNvSpPr/>
            <p:nvPr/>
          </p:nvSpPr>
          <p:spPr>
            <a:xfrm>
              <a:off x="2561625" y="3060700"/>
              <a:ext cx="173700" cy="247450"/>
            </a:xfrm>
            <a:custGeom>
              <a:avLst/>
              <a:gdLst/>
              <a:ahLst/>
              <a:cxnLst/>
              <a:rect l="l" t="t" r="r" b="b"/>
              <a:pathLst>
                <a:path w="6948" h="9898" extrusionOk="0">
                  <a:moveTo>
                    <a:pt x="4353" y="1"/>
                  </a:moveTo>
                  <a:lnTo>
                    <a:pt x="4332" y="64"/>
                  </a:lnTo>
                  <a:lnTo>
                    <a:pt x="4290" y="105"/>
                  </a:lnTo>
                  <a:lnTo>
                    <a:pt x="4227" y="147"/>
                  </a:lnTo>
                  <a:lnTo>
                    <a:pt x="4165" y="168"/>
                  </a:lnTo>
                  <a:lnTo>
                    <a:pt x="4060" y="168"/>
                  </a:lnTo>
                  <a:lnTo>
                    <a:pt x="3976" y="189"/>
                  </a:lnTo>
                  <a:lnTo>
                    <a:pt x="3955" y="252"/>
                  </a:lnTo>
                  <a:lnTo>
                    <a:pt x="3976" y="294"/>
                  </a:lnTo>
                  <a:lnTo>
                    <a:pt x="3955" y="357"/>
                  </a:lnTo>
                  <a:lnTo>
                    <a:pt x="3809" y="419"/>
                  </a:lnTo>
                  <a:lnTo>
                    <a:pt x="3621" y="566"/>
                  </a:lnTo>
                  <a:lnTo>
                    <a:pt x="3495" y="670"/>
                  </a:lnTo>
                  <a:lnTo>
                    <a:pt x="3328" y="691"/>
                  </a:lnTo>
                  <a:lnTo>
                    <a:pt x="2972" y="691"/>
                  </a:lnTo>
                  <a:lnTo>
                    <a:pt x="2867" y="733"/>
                  </a:lnTo>
                  <a:lnTo>
                    <a:pt x="2867" y="817"/>
                  </a:lnTo>
                  <a:lnTo>
                    <a:pt x="2888" y="901"/>
                  </a:lnTo>
                  <a:lnTo>
                    <a:pt x="2888" y="1005"/>
                  </a:lnTo>
                  <a:lnTo>
                    <a:pt x="2805" y="1089"/>
                  </a:lnTo>
                  <a:lnTo>
                    <a:pt x="2721" y="1047"/>
                  </a:lnTo>
                  <a:lnTo>
                    <a:pt x="2763" y="942"/>
                  </a:lnTo>
                  <a:lnTo>
                    <a:pt x="2763" y="921"/>
                  </a:lnTo>
                  <a:lnTo>
                    <a:pt x="2825" y="901"/>
                  </a:lnTo>
                  <a:lnTo>
                    <a:pt x="2700" y="880"/>
                  </a:lnTo>
                  <a:lnTo>
                    <a:pt x="2574" y="817"/>
                  </a:lnTo>
                  <a:lnTo>
                    <a:pt x="2491" y="817"/>
                  </a:lnTo>
                  <a:lnTo>
                    <a:pt x="2302" y="942"/>
                  </a:lnTo>
                  <a:lnTo>
                    <a:pt x="2261" y="1026"/>
                  </a:lnTo>
                  <a:lnTo>
                    <a:pt x="2135" y="1152"/>
                  </a:lnTo>
                  <a:lnTo>
                    <a:pt x="1968" y="1465"/>
                  </a:lnTo>
                  <a:lnTo>
                    <a:pt x="1947" y="1549"/>
                  </a:lnTo>
                  <a:lnTo>
                    <a:pt x="1947" y="1549"/>
                  </a:lnTo>
                  <a:lnTo>
                    <a:pt x="1989" y="1528"/>
                  </a:lnTo>
                  <a:lnTo>
                    <a:pt x="2051" y="1570"/>
                  </a:lnTo>
                  <a:lnTo>
                    <a:pt x="2051" y="1654"/>
                  </a:lnTo>
                  <a:lnTo>
                    <a:pt x="2030" y="1758"/>
                  </a:lnTo>
                  <a:lnTo>
                    <a:pt x="1947" y="1821"/>
                  </a:lnTo>
                  <a:lnTo>
                    <a:pt x="1842" y="1821"/>
                  </a:lnTo>
                  <a:lnTo>
                    <a:pt x="1737" y="1863"/>
                  </a:lnTo>
                  <a:lnTo>
                    <a:pt x="1612" y="1989"/>
                  </a:lnTo>
                  <a:lnTo>
                    <a:pt x="1528" y="2051"/>
                  </a:lnTo>
                  <a:lnTo>
                    <a:pt x="1424" y="2198"/>
                  </a:lnTo>
                  <a:lnTo>
                    <a:pt x="1340" y="2198"/>
                  </a:lnTo>
                  <a:lnTo>
                    <a:pt x="1256" y="2240"/>
                  </a:lnTo>
                  <a:lnTo>
                    <a:pt x="1298" y="2344"/>
                  </a:lnTo>
                  <a:lnTo>
                    <a:pt x="1403" y="2449"/>
                  </a:lnTo>
                  <a:lnTo>
                    <a:pt x="1403" y="2574"/>
                  </a:lnTo>
                  <a:lnTo>
                    <a:pt x="1340" y="2700"/>
                  </a:lnTo>
                  <a:lnTo>
                    <a:pt x="1256" y="2700"/>
                  </a:lnTo>
                  <a:lnTo>
                    <a:pt x="1152" y="2616"/>
                  </a:lnTo>
                  <a:lnTo>
                    <a:pt x="1193" y="2574"/>
                  </a:lnTo>
                  <a:lnTo>
                    <a:pt x="1214" y="2512"/>
                  </a:lnTo>
                  <a:lnTo>
                    <a:pt x="1131" y="2470"/>
                  </a:lnTo>
                  <a:lnTo>
                    <a:pt x="1089" y="2365"/>
                  </a:lnTo>
                  <a:lnTo>
                    <a:pt x="984" y="2261"/>
                  </a:lnTo>
                  <a:lnTo>
                    <a:pt x="942" y="2365"/>
                  </a:lnTo>
                  <a:lnTo>
                    <a:pt x="942" y="2407"/>
                  </a:lnTo>
                  <a:lnTo>
                    <a:pt x="1005" y="2574"/>
                  </a:lnTo>
                  <a:lnTo>
                    <a:pt x="921" y="2721"/>
                  </a:lnTo>
                  <a:lnTo>
                    <a:pt x="901" y="2867"/>
                  </a:lnTo>
                  <a:lnTo>
                    <a:pt x="817" y="2909"/>
                  </a:lnTo>
                  <a:lnTo>
                    <a:pt x="775" y="2909"/>
                  </a:lnTo>
                  <a:lnTo>
                    <a:pt x="691" y="3098"/>
                  </a:lnTo>
                  <a:lnTo>
                    <a:pt x="712" y="3118"/>
                  </a:lnTo>
                  <a:lnTo>
                    <a:pt x="733" y="3244"/>
                  </a:lnTo>
                  <a:lnTo>
                    <a:pt x="733" y="3390"/>
                  </a:lnTo>
                  <a:lnTo>
                    <a:pt x="880" y="3516"/>
                  </a:lnTo>
                  <a:lnTo>
                    <a:pt x="901" y="3516"/>
                  </a:lnTo>
                  <a:lnTo>
                    <a:pt x="942" y="3495"/>
                  </a:lnTo>
                  <a:lnTo>
                    <a:pt x="1005" y="3537"/>
                  </a:lnTo>
                  <a:lnTo>
                    <a:pt x="1005" y="3662"/>
                  </a:lnTo>
                  <a:lnTo>
                    <a:pt x="921" y="3746"/>
                  </a:lnTo>
                  <a:lnTo>
                    <a:pt x="921" y="3809"/>
                  </a:lnTo>
                  <a:lnTo>
                    <a:pt x="1005" y="3872"/>
                  </a:lnTo>
                  <a:lnTo>
                    <a:pt x="1005" y="4039"/>
                  </a:lnTo>
                  <a:lnTo>
                    <a:pt x="921" y="4081"/>
                  </a:lnTo>
                  <a:lnTo>
                    <a:pt x="880" y="4165"/>
                  </a:lnTo>
                  <a:lnTo>
                    <a:pt x="921" y="4186"/>
                  </a:lnTo>
                  <a:lnTo>
                    <a:pt x="984" y="4290"/>
                  </a:lnTo>
                  <a:lnTo>
                    <a:pt x="942" y="4478"/>
                  </a:lnTo>
                  <a:lnTo>
                    <a:pt x="984" y="4771"/>
                  </a:lnTo>
                  <a:lnTo>
                    <a:pt x="901" y="4855"/>
                  </a:lnTo>
                  <a:lnTo>
                    <a:pt x="880" y="4918"/>
                  </a:lnTo>
                  <a:lnTo>
                    <a:pt x="942" y="5022"/>
                  </a:lnTo>
                  <a:lnTo>
                    <a:pt x="1047" y="4981"/>
                  </a:lnTo>
                  <a:lnTo>
                    <a:pt x="1047" y="4981"/>
                  </a:lnTo>
                  <a:lnTo>
                    <a:pt x="1026" y="5064"/>
                  </a:lnTo>
                  <a:lnTo>
                    <a:pt x="1089" y="5127"/>
                  </a:lnTo>
                  <a:lnTo>
                    <a:pt x="1152" y="5127"/>
                  </a:lnTo>
                  <a:lnTo>
                    <a:pt x="1152" y="5190"/>
                  </a:lnTo>
                  <a:lnTo>
                    <a:pt x="1110" y="5274"/>
                  </a:lnTo>
                  <a:lnTo>
                    <a:pt x="1047" y="5378"/>
                  </a:lnTo>
                  <a:lnTo>
                    <a:pt x="817" y="5608"/>
                  </a:lnTo>
                  <a:lnTo>
                    <a:pt x="775" y="5713"/>
                  </a:lnTo>
                  <a:lnTo>
                    <a:pt x="608" y="5859"/>
                  </a:lnTo>
                  <a:lnTo>
                    <a:pt x="398" y="5922"/>
                  </a:lnTo>
                  <a:lnTo>
                    <a:pt x="210" y="6048"/>
                  </a:lnTo>
                  <a:lnTo>
                    <a:pt x="64" y="6278"/>
                  </a:lnTo>
                  <a:lnTo>
                    <a:pt x="43" y="6466"/>
                  </a:lnTo>
                  <a:lnTo>
                    <a:pt x="1" y="6571"/>
                  </a:lnTo>
                  <a:lnTo>
                    <a:pt x="189" y="6655"/>
                  </a:lnTo>
                  <a:lnTo>
                    <a:pt x="377" y="6780"/>
                  </a:lnTo>
                  <a:lnTo>
                    <a:pt x="629" y="6947"/>
                  </a:lnTo>
                  <a:lnTo>
                    <a:pt x="733" y="6947"/>
                  </a:lnTo>
                  <a:lnTo>
                    <a:pt x="880" y="7094"/>
                  </a:lnTo>
                  <a:lnTo>
                    <a:pt x="838" y="7178"/>
                  </a:lnTo>
                  <a:lnTo>
                    <a:pt x="880" y="7261"/>
                  </a:lnTo>
                  <a:lnTo>
                    <a:pt x="1047" y="7282"/>
                  </a:lnTo>
                  <a:lnTo>
                    <a:pt x="1256" y="7366"/>
                  </a:lnTo>
                  <a:lnTo>
                    <a:pt x="1319" y="7408"/>
                  </a:lnTo>
                  <a:lnTo>
                    <a:pt x="1507" y="7471"/>
                  </a:lnTo>
                  <a:lnTo>
                    <a:pt x="1570" y="7387"/>
                  </a:lnTo>
                  <a:lnTo>
                    <a:pt x="1570" y="7282"/>
                  </a:lnTo>
                  <a:lnTo>
                    <a:pt x="1654" y="7199"/>
                  </a:lnTo>
                  <a:lnTo>
                    <a:pt x="1717" y="7199"/>
                  </a:lnTo>
                  <a:lnTo>
                    <a:pt x="1863" y="7282"/>
                  </a:lnTo>
                  <a:lnTo>
                    <a:pt x="1968" y="7303"/>
                  </a:lnTo>
                  <a:lnTo>
                    <a:pt x="1989" y="7387"/>
                  </a:lnTo>
                  <a:lnTo>
                    <a:pt x="2072" y="7429"/>
                  </a:lnTo>
                  <a:lnTo>
                    <a:pt x="2135" y="7429"/>
                  </a:lnTo>
                  <a:lnTo>
                    <a:pt x="2177" y="7512"/>
                  </a:lnTo>
                  <a:lnTo>
                    <a:pt x="2386" y="7575"/>
                  </a:lnTo>
                  <a:lnTo>
                    <a:pt x="2512" y="7596"/>
                  </a:lnTo>
                  <a:lnTo>
                    <a:pt x="2553" y="7638"/>
                  </a:lnTo>
                  <a:lnTo>
                    <a:pt x="2700" y="7805"/>
                  </a:lnTo>
                  <a:lnTo>
                    <a:pt x="2700" y="7910"/>
                  </a:lnTo>
                  <a:lnTo>
                    <a:pt x="2805" y="8098"/>
                  </a:lnTo>
                  <a:lnTo>
                    <a:pt x="2888" y="8098"/>
                  </a:lnTo>
                  <a:lnTo>
                    <a:pt x="3139" y="8203"/>
                  </a:lnTo>
                  <a:lnTo>
                    <a:pt x="3244" y="8349"/>
                  </a:lnTo>
                  <a:lnTo>
                    <a:pt x="3244" y="8517"/>
                  </a:lnTo>
                  <a:lnTo>
                    <a:pt x="3307" y="8517"/>
                  </a:lnTo>
                  <a:lnTo>
                    <a:pt x="3411" y="8559"/>
                  </a:lnTo>
                  <a:lnTo>
                    <a:pt x="3432" y="8684"/>
                  </a:lnTo>
                  <a:lnTo>
                    <a:pt x="3411" y="8768"/>
                  </a:lnTo>
                  <a:lnTo>
                    <a:pt x="3432" y="8852"/>
                  </a:lnTo>
                  <a:lnTo>
                    <a:pt x="3537" y="8872"/>
                  </a:lnTo>
                  <a:lnTo>
                    <a:pt x="3662" y="8852"/>
                  </a:lnTo>
                  <a:lnTo>
                    <a:pt x="3767" y="8872"/>
                  </a:lnTo>
                  <a:lnTo>
                    <a:pt x="3914" y="8872"/>
                  </a:lnTo>
                  <a:lnTo>
                    <a:pt x="3955" y="8831"/>
                  </a:lnTo>
                  <a:lnTo>
                    <a:pt x="4144" y="8747"/>
                  </a:lnTo>
                  <a:lnTo>
                    <a:pt x="4290" y="8768"/>
                  </a:lnTo>
                  <a:lnTo>
                    <a:pt x="4458" y="8852"/>
                  </a:lnTo>
                  <a:lnTo>
                    <a:pt x="4646" y="8747"/>
                  </a:lnTo>
                  <a:lnTo>
                    <a:pt x="4750" y="8747"/>
                  </a:lnTo>
                  <a:lnTo>
                    <a:pt x="4792" y="8831"/>
                  </a:lnTo>
                  <a:lnTo>
                    <a:pt x="4876" y="8831"/>
                  </a:lnTo>
                  <a:lnTo>
                    <a:pt x="4981" y="8872"/>
                  </a:lnTo>
                  <a:lnTo>
                    <a:pt x="5064" y="8956"/>
                  </a:lnTo>
                  <a:lnTo>
                    <a:pt x="5169" y="8935"/>
                  </a:lnTo>
                  <a:lnTo>
                    <a:pt x="5169" y="8998"/>
                  </a:lnTo>
                  <a:lnTo>
                    <a:pt x="4792" y="9626"/>
                  </a:lnTo>
                  <a:lnTo>
                    <a:pt x="4813" y="9709"/>
                  </a:lnTo>
                  <a:lnTo>
                    <a:pt x="4960" y="9688"/>
                  </a:lnTo>
                  <a:lnTo>
                    <a:pt x="5085" y="9688"/>
                  </a:lnTo>
                  <a:lnTo>
                    <a:pt x="5190" y="9772"/>
                  </a:lnTo>
                  <a:lnTo>
                    <a:pt x="5211" y="9898"/>
                  </a:lnTo>
                  <a:lnTo>
                    <a:pt x="5294" y="9584"/>
                  </a:lnTo>
                  <a:lnTo>
                    <a:pt x="5629" y="8370"/>
                  </a:lnTo>
                  <a:lnTo>
                    <a:pt x="5629" y="8308"/>
                  </a:lnTo>
                  <a:lnTo>
                    <a:pt x="5629" y="8098"/>
                  </a:lnTo>
                  <a:lnTo>
                    <a:pt x="5504" y="7847"/>
                  </a:lnTo>
                  <a:lnTo>
                    <a:pt x="5294" y="7680"/>
                  </a:lnTo>
                  <a:lnTo>
                    <a:pt x="5190" y="7533"/>
                  </a:lnTo>
                  <a:lnTo>
                    <a:pt x="5169" y="7219"/>
                  </a:lnTo>
                  <a:lnTo>
                    <a:pt x="5546" y="7094"/>
                  </a:lnTo>
                  <a:lnTo>
                    <a:pt x="5692" y="7199"/>
                  </a:lnTo>
                  <a:lnTo>
                    <a:pt x="5713" y="7094"/>
                  </a:lnTo>
                  <a:lnTo>
                    <a:pt x="5650" y="7010"/>
                  </a:lnTo>
                  <a:lnTo>
                    <a:pt x="5713" y="6968"/>
                  </a:lnTo>
                  <a:lnTo>
                    <a:pt x="5629" y="6801"/>
                  </a:lnTo>
                  <a:lnTo>
                    <a:pt x="5420" y="6738"/>
                  </a:lnTo>
                  <a:lnTo>
                    <a:pt x="5336" y="6592"/>
                  </a:lnTo>
                  <a:lnTo>
                    <a:pt x="5399" y="6424"/>
                  </a:lnTo>
                  <a:lnTo>
                    <a:pt x="6048" y="6424"/>
                  </a:lnTo>
                  <a:lnTo>
                    <a:pt x="6131" y="6341"/>
                  </a:lnTo>
                  <a:lnTo>
                    <a:pt x="6236" y="6341"/>
                  </a:lnTo>
                  <a:lnTo>
                    <a:pt x="6278" y="6383"/>
                  </a:lnTo>
                  <a:lnTo>
                    <a:pt x="6362" y="6383"/>
                  </a:lnTo>
                  <a:lnTo>
                    <a:pt x="6466" y="6257"/>
                  </a:lnTo>
                  <a:lnTo>
                    <a:pt x="6634" y="6215"/>
                  </a:lnTo>
                  <a:lnTo>
                    <a:pt x="6675" y="6320"/>
                  </a:lnTo>
                  <a:lnTo>
                    <a:pt x="6759" y="6424"/>
                  </a:lnTo>
                  <a:lnTo>
                    <a:pt x="6780" y="6550"/>
                  </a:lnTo>
                  <a:lnTo>
                    <a:pt x="6780" y="6696"/>
                  </a:lnTo>
                  <a:lnTo>
                    <a:pt x="6947" y="6675"/>
                  </a:lnTo>
                  <a:lnTo>
                    <a:pt x="6947" y="6571"/>
                  </a:lnTo>
                  <a:lnTo>
                    <a:pt x="6801" y="6278"/>
                  </a:lnTo>
                  <a:lnTo>
                    <a:pt x="6759" y="6131"/>
                  </a:lnTo>
                  <a:lnTo>
                    <a:pt x="6780" y="6069"/>
                  </a:lnTo>
                  <a:lnTo>
                    <a:pt x="6738" y="5964"/>
                  </a:lnTo>
                  <a:lnTo>
                    <a:pt x="6655" y="5922"/>
                  </a:lnTo>
                  <a:lnTo>
                    <a:pt x="6634" y="5839"/>
                  </a:lnTo>
                  <a:lnTo>
                    <a:pt x="6634" y="5818"/>
                  </a:lnTo>
                  <a:lnTo>
                    <a:pt x="6550" y="5839"/>
                  </a:lnTo>
                  <a:lnTo>
                    <a:pt x="6487" y="5839"/>
                  </a:lnTo>
                  <a:lnTo>
                    <a:pt x="6466" y="5734"/>
                  </a:lnTo>
                  <a:lnTo>
                    <a:pt x="6655" y="5399"/>
                  </a:lnTo>
                  <a:lnTo>
                    <a:pt x="6550" y="5106"/>
                  </a:lnTo>
                  <a:lnTo>
                    <a:pt x="6550" y="5022"/>
                  </a:lnTo>
                  <a:lnTo>
                    <a:pt x="6466" y="4960"/>
                  </a:lnTo>
                  <a:lnTo>
                    <a:pt x="6466" y="4771"/>
                  </a:lnTo>
                  <a:lnTo>
                    <a:pt x="6529" y="4604"/>
                  </a:lnTo>
                  <a:lnTo>
                    <a:pt x="6487" y="4541"/>
                  </a:lnTo>
                  <a:lnTo>
                    <a:pt x="6466" y="4332"/>
                  </a:lnTo>
                  <a:lnTo>
                    <a:pt x="6529" y="4248"/>
                  </a:lnTo>
                  <a:lnTo>
                    <a:pt x="6675" y="4227"/>
                  </a:lnTo>
                  <a:lnTo>
                    <a:pt x="6696" y="4144"/>
                  </a:lnTo>
                  <a:lnTo>
                    <a:pt x="6696" y="4039"/>
                  </a:lnTo>
                  <a:lnTo>
                    <a:pt x="6759" y="3955"/>
                  </a:lnTo>
                  <a:lnTo>
                    <a:pt x="6696" y="3725"/>
                  </a:lnTo>
                  <a:lnTo>
                    <a:pt x="6634" y="3662"/>
                  </a:lnTo>
                  <a:lnTo>
                    <a:pt x="6529" y="3662"/>
                  </a:lnTo>
                  <a:lnTo>
                    <a:pt x="6487" y="3725"/>
                  </a:lnTo>
                  <a:lnTo>
                    <a:pt x="6341" y="3704"/>
                  </a:lnTo>
                  <a:lnTo>
                    <a:pt x="6236" y="3704"/>
                  </a:lnTo>
                  <a:lnTo>
                    <a:pt x="6110" y="3746"/>
                  </a:lnTo>
                  <a:lnTo>
                    <a:pt x="6048" y="3725"/>
                  </a:lnTo>
                  <a:lnTo>
                    <a:pt x="5922" y="3662"/>
                  </a:lnTo>
                  <a:lnTo>
                    <a:pt x="5859" y="3704"/>
                  </a:lnTo>
                  <a:lnTo>
                    <a:pt x="5838" y="3662"/>
                  </a:lnTo>
                  <a:lnTo>
                    <a:pt x="5692" y="3704"/>
                  </a:lnTo>
                  <a:lnTo>
                    <a:pt x="5232" y="3286"/>
                  </a:lnTo>
                  <a:lnTo>
                    <a:pt x="5127" y="3223"/>
                  </a:lnTo>
                  <a:lnTo>
                    <a:pt x="4960" y="3202"/>
                  </a:lnTo>
                  <a:lnTo>
                    <a:pt x="4792" y="3223"/>
                  </a:lnTo>
                  <a:lnTo>
                    <a:pt x="4750" y="3244"/>
                  </a:lnTo>
                  <a:lnTo>
                    <a:pt x="4604" y="3202"/>
                  </a:lnTo>
                  <a:lnTo>
                    <a:pt x="4458" y="3202"/>
                  </a:lnTo>
                  <a:lnTo>
                    <a:pt x="4374" y="3244"/>
                  </a:lnTo>
                  <a:lnTo>
                    <a:pt x="4248" y="3202"/>
                  </a:lnTo>
                  <a:lnTo>
                    <a:pt x="4144" y="3181"/>
                  </a:lnTo>
                  <a:lnTo>
                    <a:pt x="3976" y="3118"/>
                  </a:lnTo>
                  <a:lnTo>
                    <a:pt x="3851" y="3014"/>
                  </a:lnTo>
                  <a:lnTo>
                    <a:pt x="3851" y="2909"/>
                  </a:lnTo>
                  <a:lnTo>
                    <a:pt x="3872" y="2867"/>
                  </a:lnTo>
                  <a:lnTo>
                    <a:pt x="3872" y="2784"/>
                  </a:lnTo>
                  <a:lnTo>
                    <a:pt x="3934" y="2658"/>
                  </a:lnTo>
                  <a:lnTo>
                    <a:pt x="3914" y="2554"/>
                  </a:lnTo>
                  <a:lnTo>
                    <a:pt x="3809" y="2386"/>
                  </a:lnTo>
                  <a:lnTo>
                    <a:pt x="3558" y="1968"/>
                  </a:lnTo>
                  <a:lnTo>
                    <a:pt x="3411" y="1968"/>
                  </a:lnTo>
                  <a:lnTo>
                    <a:pt x="3411" y="1926"/>
                  </a:lnTo>
                  <a:lnTo>
                    <a:pt x="3495" y="1737"/>
                  </a:lnTo>
                  <a:lnTo>
                    <a:pt x="3516" y="1549"/>
                  </a:lnTo>
                  <a:lnTo>
                    <a:pt x="3495" y="1445"/>
                  </a:lnTo>
                  <a:lnTo>
                    <a:pt x="3516" y="1319"/>
                  </a:lnTo>
                  <a:lnTo>
                    <a:pt x="3704" y="1047"/>
                  </a:lnTo>
                  <a:lnTo>
                    <a:pt x="3767" y="984"/>
                  </a:lnTo>
                  <a:lnTo>
                    <a:pt x="3872" y="838"/>
                  </a:lnTo>
                  <a:lnTo>
                    <a:pt x="3976" y="817"/>
                  </a:lnTo>
                  <a:lnTo>
                    <a:pt x="4039" y="775"/>
                  </a:lnTo>
                  <a:lnTo>
                    <a:pt x="4186" y="503"/>
                  </a:lnTo>
                  <a:lnTo>
                    <a:pt x="4499" y="377"/>
                  </a:lnTo>
                  <a:lnTo>
                    <a:pt x="4541" y="357"/>
                  </a:lnTo>
                  <a:lnTo>
                    <a:pt x="4604" y="357"/>
                  </a:lnTo>
                  <a:lnTo>
                    <a:pt x="4667" y="294"/>
                  </a:lnTo>
                  <a:lnTo>
                    <a:pt x="4688" y="210"/>
                  </a:lnTo>
                  <a:lnTo>
                    <a:pt x="4646" y="147"/>
                  </a:lnTo>
                  <a:lnTo>
                    <a:pt x="4437" y="43"/>
                  </a:lnTo>
                  <a:lnTo>
                    <a:pt x="435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10" name="Google Shape;7738;p67">
              <a:extLst>
                <a:ext uri="{FF2B5EF4-FFF2-40B4-BE49-F238E27FC236}">
                  <a16:creationId xmlns:a16="http://schemas.microsoft.com/office/drawing/2014/main" id="{57FE971A-176D-2BEB-1E09-3BBE72995B2E}"/>
                </a:ext>
              </a:extLst>
            </p:cNvPr>
            <p:cNvSpPr/>
            <p:nvPr/>
          </p:nvSpPr>
          <p:spPr>
            <a:xfrm>
              <a:off x="2531825" y="3224950"/>
              <a:ext cx="85800" cy="94200"/>
            </a:xfrm>
            <a:custGeom>
              <a:avLst/>
              <a:gdLst/>
              <a:ahLst/>
              <a:cxnLst/>
              <a:rect l="l" t="t" r="r" b="b"/>
              <a:pathLst>
                <a:path w="3432" h="3768" extrusionOk="0">
                  <a:moveTo>
                    <a:pt x="1193" y="1"/>
                  </a:moveTo>
                  <a:lnTo>
                    <a:pt x="1172" y="168"/>
                  </a:lnTo>
                  <a:lnTo>
                    <a:pt x="1025" y="168"/>
                  </a:lnTo>
                  <a:lnTo>
                    <a:pt x="732" y="336"/>
                  </a:lnTo>
                  <a:lnTo>
                    <a:pt x="607" y="377"/>
                  </a:lnTo>
                  <a:lnTo>
                    <a:pt x="440" y="440"/>
                  </a:lnTo>
                  <a:lnTo>
                    <a:pt x="523" y="587"/>
                  </a:lnTo>
                  <a:lnTo>
                    <a:pt x="523" y="649"/>
                  </a:lnTo>
                  <a:lnTo>
                    <a:pt x="565" y="733"/>
                  </a:lnTo>
                  <a:lnTo>
                    <a:pt x="544" y="901"/>
                  </a:lnTo>
                  <a:lnTo>
                    <a:pt x="335" y="1131"/>
                  </a:lnTo>
                  <a:lnTo>
                    <a:pt x="314" y="1235"/>
                  </a:lnTo>
                  <a:lnTo>
                    <a:pt x="356" y="1277"/>
                  </a:lnTo>
                  <a:lnTo>
                    <a:pt x="251" y="1445"/>
                  </a:lnTo>
                  <a:lnTo>
                    <a:pt x="126" y="1465"/>
                  </a:lnTo>
                  <a:lnTo>
                    <a:pt x="21" y="1591"/>
                  </a:lnTo>
                  <a:lnTo>
                    <a:pt x="84" y="1696"/>
                  </a:lnTo>
                  <a:lnTo>
                    <a:pt x="126" y="1800"/>
                  </a:lnTo>
                  <a:lnTo>
                    <a:pt x="105" y="1905"/>
                  </a:lnTo>
                  <a:lnTo>
                    <a:pt x="126" y="2072"/>
                  </a:lnTo>
                  <a:lnTo>
                    <a:pt x="84" y="2198"/>
                  </a:lnTo>
                  <a:lnTo>
                    <a:pt x="0" y="2261"/>
                  </a:lnTo>
                  <a:lnTo>
                    <a:pt x="84" y="2323"/>
                  </a:lnTo>
                  <a:lnTo>
                    <a:pt x="209" y="2386"/>
                  </a:lnTo>
                  <a:lnTo>
                    <a:pt x="314" y="2491"/>
                  </a:lnTo>
                  <a:lnTo>
                    <a:pt x="419" y="2574"/>
                  </a:lnTo>
                  <a:lnTo>
                    <a:pt x="440" y="2533"/>
                  </a:lnTo>
                  <a:lnTo>
                    <a:pt x="502" y="2386"/>
                  </a:lnTo>
                  <a:lnTo>
                    <a:pt x="544" y="2323"/>
                  </a:lnTo>
                  <a:lnTo>
                    <a:pt x="628" y="2219"/>
                  </a:lnTo>
                  <a:lnTo>
                    <a:pt x="628" y="2323"/>
                  </a:lnTo>
                  <a:lnTo>
                    <a:pt x="649" y="2428"/>
                  </a:lnTo>
                  <a:lnTo>
                    <a:pt x="649" y="2365"/>
                  </a:lnTo>
                  <a:lnTo>
                    <a:pt x="649" y="2282"/>
                  </a:lnTo>
                  <a:lnTo>
                    <a:pt x="712" y="2282"/>
                  </a:lnTo>
                  <a:lnTo>
                    <a:pt x="732" y="2428"/>
                  </a:lnTo>
                  <a:lnTo>
                    <a:pt x="712" y="2595"/>
                  </a:lnTo>
                  <a:lnTo>
                    <a:pt x="712" y="2700"/>
                  </a:lnTo>
                  <a:lnTo>
                    <a:pt x="649" y="2826"/>
                  </a:lnTo>
                  <a:lnTo>
                    <a:pt x="502" y="2951"/>
                  </a:lnTo>
                  <a:lnTo>
                    <a:pt x="544" y="2993"/>
                  </a:lnTo>
                  <a:lnTo>
                    <a:pt x="607" y="3139"/>
                  </a:lnTo>
                  <a:lnTo>
                    <a:pt x="502" y="3202"/>
                  </a:lnTo>
                  <a:lnTo>
                    <a:pt x="398" y="3328"/>
                  </a:lnTo>
                  <a:lnTo>
                    <a:pt x="419" y="3432"/>
                  </a:lnTo>
                  <a:lnTo>
                    <a:pt x="523" y="3432"/>
                  </a:lnTo>
                  <a:lnTo>
                    <a:pt x="649" y="3370"/>
                  </a:lnTo>
                  <a:lnTo>
                    <a:pt x="712" y="3453"/>
                  </a:lnTo>
                  <a:lnTo>
                    <a:pt x="879" y="3516"/>
                  </a:lnTo>
                  <a:lnTo>
                    <a:pt x="984" y="3537"/>
                  </a:lnTo>
                  <a:lnTo>
                    <a:pt x="1151" y="3767"/>
                  </a:lnTo>
                  <a:lnTo>
                    <a:pt x="1235" y="3767"/>
                  </a:lnTo>
                  <a:lnTo>
                    <a:pt x="1339" y="3662"/>
                  </a:lnTo>
                  <a:lnTo>
                    <a:pt x="1779" y="2721"/>
                  </a:lnTo>
                  <a:lnTo>
                    <a:pt x="1883" y="2637"/>
                  </a:lnTo>
                  <a:lnTo>
                    <a:pt x="2448" y="2470"/>
                  </a:lnTo>
                  <a:lnTo>
                    <a:pt x="2720" y="2282"/>
                  </a:lnTo>
                  <a:lnTo>
                    <a:pt x="3118" y="1905"/>
                  </a:lnTo>
                  <a:lnTo>
                    <a:pt x="3264" y="1549"/>
                  </a:lnTo>
                  <a:lnTo>
                    <a:pt x="3369" y="1549"/>
                  </a:lnTo>
                  <a:lnTo>
                    <a:pt x="3390" y="1486"/>
                  </a:lnTo>
                  <a:lnTo>
                    <a:pt x="3432" y="1361"/>
                  </a:lnTo>
                  <a:lnTo>
                    <a:pt x="3390" y="1235"/>
                  </a:lnTo>
                  <a:lnTo>
                    <a:pt x="3285" y="1026"/>
                  </a:lnTo>
                  <a:lnTo>
                    <a:pt x="3285" y="963"/>
                  </a:lnTo>
                  <a:lnTo>
                    <a:pt x="3264" y="859"/>
                  </a:lnTo>
                  <a:lnTo>
                    <a:pt x="3181" y="817"/>
                  </a:lnTo>
                  <a:lnTo>
                    <a:pt x="3160" y="733"/>
                  </a:lnTo>
                  <a:lnTo>
                    <a:pt x="3055" y="712"/>
                  </a:lnTo>
                  <a:lnTo>
                    <a:pt x="2909" y="629"/>
                  </a:lnTo>
                  <a:lnTo>
                    <a:pt x="2846" y="629"/>
                  </a:lnTo>
                  <a:lnTo>
                    <a:pt x="2762" y="712"/>
                  </a:lnTo>
                  <a:lnTo>
                    <a:pt x="2762" y="817"/>
                  </a:lnTo>
                  <a:lnTo>
                    <a:pt x="2699" y="901"/>
                  </a:lnTo>
                  <a:lnTo>
                    <a:pt x="2511" y="838"/>
                  </a:lnTo>
                  <a:lnTo>
                    <a:pt x="2448" y="796"/>
                  </a:lnTo>
                  <a:lnTo>
                    <a:pt x="2239" y="712"/>
                  </a:lnTo>
                  <a:lnTo>
                    <a:pt x="2072" y="691"/>
                  </a:lnTo>
                  <a:lnTo>
                    <a:pt x="2030" y="608"/>
                  </a:lnTo>
                  <a:lnTo>
                    <a:pt x="2072" y="524"/>
                  </a:lnTo>
                  <a:lnTo>
                    <a:pt x="1925" y="377"/>
                  </a:lnTo>
                  <a:lnTo>
                    <a:pt x="1821" y="377"/>
                  </a:lnTo>
                  <a:lnTo>
                    <a:pt x="1569" y="210"/>
                  </a:lnTo>
                  <a:lnTo>
                    <a:pt x="1381" y="85"/>
                  </a:lnTo>
                  <a:lnTo>
                    <a:pt x="119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11" name="Google Shape;7739;p67">
              <a:extLst>
                <a:ext uri="{FF2B5EF4-FFF2-40B4-BE49-F238E27FC236}">
                  <a16:creationId xmlns:a16="http://schemas.microsoft.com/office/drawing/2014/main" id="{6281DCF9-763E-2483-DC58-EFE0537AE1E1}"/>
                </a:ext>
              </a:extLst>
            </p:cNvPr>
            <p:cNvSpPr/>
            <p:nvPr/>
          </p:nvSpPr>
          <p:spPr>
            <a:xfrm>
              <a:off x="2527100" y="3246400"/>
              <a:ext cx="186250" cy="274650"/>
            </a:xfrm>
            <a:custGeom>
              <a:avLst/>
              <a:gdLst/>
              <a:ahLst/>
              <a:cxnLst/>
              <a:rect l="l" t="t" r="r" b="b"/>
              <a:pathLst>
                <a:path w="7450" h="10986" extrusionOk="0">
                  <a:moveTo>
                    <a:pt x="3453" y="1"/>
                  </a:moveTo>
                  <a:lnTo>
                    <a:pt x="3474" y="105"/>
                  </a:lnTo>
                  <a:lnTo>
                    <a:pt x="3474" y="168"/>
                  </a:lnTo>
                  <a:lnTo>
                    <a:pt x="3579" y="377"/>
                  </a:lnTo>
                  <a:lnTo>
                    <a:pt x="3621" y="503"/>
                  </a:lnTo>
                  <a:lnTo>
                    <a:pt x="3579" y="628"/>
                  </a:lnTo>
                  <a:lnTo>
                    <a:pt x="3558" y="691"/>
                  </a:lnTo>
                  <a:lnTo>
                    <a:pt x="3453" y="691"/>
                  </a:lnTo>
                  <a:lnTo>
                    <a:pt x="3307" y="1047"/>
                  </a:lnTo>
                  <a:lnTo>
                    <a:pt x="2909" y="1424"/>
                  </a:lnTo>
                  <a:lnTo>
                    <a:pt x="2637" y="1612"/>
                  </a:lnTo>
                  <a:lnTo>
                    <a:pt x="2072" y="1779"/>
                  </a:lnTo>
                  <a:lnTo>
                    <a:pt x="1968" y="1863"/>
                  </a:lnTo>
                  <a:lnTo>
                    <a:pt x="1528" y="2804"/>
                  </a:lnTo>
                  <a:lnTo>
                    <a:pt x="1424" y="2909"/>
                  </a:lnTo>
                  <a:lnTo>
                    <a:pt x="1340" y="2909"/>
                  </a:lnTo>
                  <a:lnTo>
                    <a:pt x="1173" y="2679"/>
                  </a:lnTo>
                  <a:lnTo>
                    <a:pt x="1068" y="2658"/>
                  </a:lnTo>
                  <a:lnTo>
                    <a:pt x="901" y="2595"/>
                  </a:lnTo>
                  <a:lnTo>
                    <a:pt x="838" y="2512"/>
                  </a:lnTo>
                  <a:lnTo>
                    <a:pt x="712" y="2574"/>
                  </a:lnTo>
                  <a:lnTo>
                    <a:pt x="608" y="2574"/>
                  </a:lnTo>
                  <a:lnTo>
                    <a:pt x="587" y="2470"/>
                  </a:lnTo>
                  <a:lnTo>
                    <a:pt x="691" y="2344"/>
                  </a:lnTo>
                  <a:lnTo>
                    <a:pt x="796" y="2281"/>
                  </a:lnTo>
                  <a:lnTo>
                    <a:pt x="733" y="2135"/>
                  </a:lnTo>
                  <a:lnTo>
                    <a:pt x="691" y="2093"/>
                  </a:lnTo>
                  <a:lnTo>
                    <a:pt x="398" y="2240"/>
                  </a:lnTo>
                  <a:lnTo>
                    <a:pt x="294" y="2344"/>
                  </a:lnTo>
                  <a:lnTo>
                    <a:pt x="105" y="2512"/>
                  </a:lnTo>
                  <a:lnTo>
                    <a:pt x="64" y="2679"/>
                  </a:lnTo>
                  <a:lnTo>
                    <a:pt x="1" y="2784"/>
                  </a:lnTo>
                  <a:lnTo>
                    <a:pt x="22" y="2825"/>
                  </a:lnTo>
                  <a:lnTo>
                    <a:pt x="105" y="2909"/>
                  </a:lnTo>
                  <a:lnTo>
                    <a:pt x="126" y="2993"/>
                  </a:lnTo>
                  <a:lnTo>
                    <a:pt x="64" y="3035"/>
                  </a:lnTo>
                  <a:lnTo>
                    <a:pt x="64" y="3097"/>
                  </a:lnTo>
                  <a:lnTo>
                    <a:pt x="189" y="3202"/>
                  </a:lnTo>
                  <a:lnTo>
                    <a:pt x="273" y="3348"/>
                  </a:lnTo>
                  <a:lnTo>
                    <a:pt x="231" y="3495"/>
                  </a:lnTo>
                  <a:lnTo>
                    <a:pt x="168" y="3495"/>
                  </a:lnTo>
                  <a:lnTo>
                    <a:pt x="85" y="3516"/>
                  </a:lnTo>
                  <a:lnTo>
                    <a:pt x="22" y="3621"/>
                  </a:lnTo>
                  <a:lnTo>
                    <a:pt x="126" y="3704"/>
                  </a:lnTo>
                  <a:lnTo>
                    <a:pt x="231" y="3746"/>
                  </a:lnTo>
                  <a:lnTo>
                    <a:pt x="419" y="3872"/>
                  </a:lnTo>
                  <a:lnTo>
                    <a:pt x="587" y="3913"/>
                  </a:lnTo>
                  <a:lnTo>
                    <a:pt x="817" y="4060"/>
                  </a:lnTo>
                  <a:lnTo>
                    <a:pt x="921" y="4081"/>
                  </a:lnTo>
                  <a:lnTo>
                    <a:pt x="963" y="4185"/>
                  </a:lnTo>
                  <a:lnTo>
                    <a:pt x="1068" y="4374"/>
                  </a:lnTo>
                  <a:lnTo>
                    <a:pt x="1110" y="4541"/>
                  </a:lnTo>
                  <a:lnTo>
                    <a:pt x="1173" y="4667"/>
                  </a:lnTo>
                  <a:lnTo>
                    <a:pt x="1424" y="4771"/>
                  </a:lnTo>
                  <a:lnTo>
                    <a:pt x="1486" y="4960"/>
                  </a:lnTo>
                  <a:lnTo>
                    <a:pt x="1549" y="5106"/>
                  </a:lnTo>
                  <a:lnTo>
                    <a:pt x="1591" y="5211"/>
                  </a:lnTo>
                  <a:lnTo>
                    <a:pt x="1633" y="5399"/>
                  </a:lnTo>
                  <a:lnTo>
                    <a:pt x="1696" y="5525"/>
                  </a:lnTo>
                  <a:lnTo>
                    <a:pt x="1800" y="5587"/>
                  </a:lnTo>
                  <a:lnTo>
                    <a:pt x="1905" y="5797"/>
                  </a:lnTo>
                  <a:lnTo>
                    <a:pt x="1905" y="5922"/>
                  </a:lnTo>
                  <a:lnTo>
                    <a:pt x="1884" y="5964"/>
                  </a:lnTo>
                  <a:lnTo>
                    <a:pt x="1989" y="6152"/>
                  </a:lnTo>
                  <a:lnTo>
                    <a:pt x="2177" y="6382"/>
                  </a:lnTo>
                  <a:lnTo>
                    <a:pt x="2219" y="6487"/>
                  </a:lnTo>
                  <a:lnTo>
                    <a:pt x="2198" y="6592"/>
                  </a:lnTo>
                  <a:lnTo>
                    <a:pt x="2219" y="6675"/>
                  </a:lnTo>
                  <a:lnTo>
                    <a:pt x="2302" y="6696"/>
                  </a:lnTo>
                  <a:lnTo>
                    <a:pt x="2491" y="6885"/>
                  </a:lnTo>
                  <a:lnTo>
                    <a:pt x="2533" y="6989"/>
                  </a:lnTo>
                  <a:lnTo>
                    <a:pt x="2574" y="7157"/>
                  </a:lnTo>
                  <a:lnTo>
                    <a:pt x="2616" y="7219"/>
                  </a:lnTo>
                  <a:lnTo>
                    <a:pt x="2784" y="7282"/>
                  </a:lnTo>
                  <a:lnTo>
                    <a:pt x="2805" y="7408"/>
                  </a:lnTo>
                  <a:lnTo>
                    <a:pt x="2951" y="7680"/>
                  </a:lnTo>
                  <a:lnTo>
                    <a:pt x="3014" y="7805"/>
                  </a:lnTo>
                  <a:lnTo>
                    <a:pt x="3202" y="8056"/>
                  </a:lnTo>
                  <a:lnTo>
                    <a:pt x="3202" y="8203"/>
                  </a:lnTo>
                  <a:lnTo>
                    <a:pt x="3139" y="8203"/>
                  </a:lnTo>
                  <a:lnTo>
                    <a:pt x="3098" y="8161"/>
                  </a:lnTo>
                  <a:lnTo>
                    <a:pt x="3098" y="8224"/>
                  </a:lnTo>
                  <a:lnTo>
                    <a:pt x="3118" y="8328"/>
                  </a:lnTo>
                  <a:lnTo>
                    <a:pt x="3118" y="8412"/>
                  </a:lnTo>
                  <a:lnTo>
                    <a:pt x="3160" y="8412"/>
                  </a:lnTo>
                  <a:lnTo>
                    <a:pt x="3244" y="8454"/>
                  </a:lnTo>
                  <a:lnTo>
                    <a:pt x="3265" y="8538"/>
                  </a:lnTo>
                  <a:lnTo>
                    <a:pt x="3244" y="8579"/>
                  </a:lnTo>
                  <a:lnTo>
                    <a:pt x="3432" y="8726"/>
                  </a:lnTo>
                  <a:lnTo>
                    <a:pt x="3621" y="8789"/>
                  </a:lnTo>
                  <a:lnTo>
                    <a:pt x="3642" y="8872"/>
                  </a:lnTo>
                  <a:lnTo>
                    <a:pt x="3725" y="8977"/>
                  </a:lnTo>
                  <a:lnTo>
                    <a:pt x="3830" y="8998"/>
                  </a:lnTo>
                  <a:lnTo>
                    <a:pt x="3872" y="9061"/>
                  </a:lnTo>
                  <a:lnTo>
                    <a:pt x="3893" y="9165"/>
                  </a:lnTo>
                  <a:lnTo>
                    <a:pt x="3976" y="9207"/>
                  </a:lnTo>
                  <a:lnTo>
                    <a:pt x="4165" y="9186"/>
                  </a:lnTo>
                  <a:lnTo>
                    <a:pt x="4206" y="9144"/>
                  </a:lnTo>
                  <a:lnTo>
                    <a:pt x="4186" y="9207"/>
                  </a:lnTo>
                  <a:lnTo>
                    <a:pt x="4269" y="9354"/>
                  </a:lnTo>
                  <a:lnTo>
                    <a:pt x="4458" y="9416"/>
                  </a:lnTo>
                  <a:lnTo>
                    <a:pt x="4562" y="9500"/>
                  </a:lnTo>
                  <a:lnTo>
                    <a:pt x="4562" y="9605"/>
                  </a:lnTo>
                  <a:lnTo>
                    <a:pt x="4667" y="9667"/>
                  </a:lnTo>
                  <a:lnTo>
                    <a:pt x="4792" y="9709"/>
                  </a:lnTo>
                  <a:lnTo>
                    <a:pt x="4834" y="9688"/>
                  </a:lnTo>
                  <a:lnTo>
                    <a:pt x="4939" y="9709"/>
                  </a:lnTo>
                  <a:lnTo>
                    <a:pt x="5148" y="9835"/>
                  </a:lnTo>
                  <a:lnTo>
                    <a:pt x="5315" y="9919"/>
                  </a:lnTo>
                  <a:lnTo>
                    <a:pt x="5420" y="9919"/>
                  </a:lnTo>
                  <a:lnTo>
                    <a:pt x="5462" y="9939"/>
                  </a:lnTo>
                  <a:lnTo>
                    <a:pt x="5504" y="10023"/>
                  </a:lnTo>
                  <a:lnTo>
                    <a:pt x="5650" y="10128"/>
                  </a:lnTo>
                  <a:lnTo>
                    <a:pt x="5755" y="10191"/>
                  </a:lnTo>
                  <a:lnTo>
                    <a:pt x="5859" y="10316"/>
                  </a:lnTo>
                  <a:lnTo>
                    <a:pt x="5943" y="10337"/>
                  </a:lnTo>
                  <a:lnTo>
                    <a:pt x="5985" y="10421"/>
                  </a:lnTo>
                  <a:lnTo>
                    <a:pt x="5964" y="10463"/>
                  </a:lnTo>
                  <a:lnTo>
                    <a:pt x="5964" y="10546"/>
                  </a:lnTo>
                  <a:lnTo>
                    <a:pt x="6090" y="10567"/>
                  </a:lnTo>
                  <a:lnTo>
                    <a:pt x="6236" y="10630"/>
                  </a:lnTo>
                  <a:lnTo>
                    <a:pt x="6403" y="10776"/>
                  </a:lnTo>
                  <a:lnTo>
                    <a:pt x="6550" y="10944"/>
                  </a:lnTo>
                  <a:lnTo>
                    <a:pt x="6655" y="10965"/>
                  </a:lnTo>
                  <a:lnTo>
                    <a:pt x="6675" y="10986"/>
                  </a:lnTo>
                  <a:lnTo>
                    <a:pt x="6801" y="10923"/>
                  </a:lnTo>
                  <a:lnTo>
                    <a:pt x="6927" y="10839"/>
                  </a:lnTo>
                  <a:lnTo>
                    <a:pt x="7010" y="10839"/>
                  </a:lnTo>
                  <a:lnTo>
                    <a:pt x="7115" y="10776"/>
                  </a:lnTo>
                  <a:lnTo>
                    <a:pt x="7178" y="10672"/>
                  </a:lnTo>
                  <a:lnTo>
                    <a:pt x="7073" y="10567"/>
                  </a:lnTo>
                  <a:lnTo>
                    <a:pt x="7094" y="10463"/>
                  </a:lnTo>
                  <a:lnTo>
                    <a:pt x="7136" y="10400"/>
                  </a:lnTo>
                  <a:lnTo>
                    <a:pt x="7240" y="10421"/>
                  </a:lnTo>
                  <a:lnTo>
                    <a:pt x="7219" y="10337"/>
                  </a:lnTo>
                  <a:lnTo>
                    <a:pt x="7136" y="10316"/>
                  </a:lnTo>
                  <a:lnTo>
                    <a:pt x="7094" y="10253"/>
                  </a:lnTo>
                  <a:lnTo>
                    <a:pt x="7199" y="10086"/>
                  </a:lnTo>
                  <a:lnTo>
                    <a:pt x="7324" y="10002"/>
                  </a:lnTo>
                  <a:lnTo>
                    <a:pt x="7429" y="9835"/>
                  </a:lnTo>
                  <a:lnTo>
                    <a:pt x="7450" y="9709"/>
                  </a:lnTo>
                  <a:lnTo>
                    <a:pt x="7282" y="9312"/>
                  </a:lnTo>
                  <a:lnTo>
                    <a:pt x="7324" y="9207"/>
                  </a:lnTo>
                  <a:lnTo>
                    <a:pt x="7324" y="9082"/>
                  </a:lnTo>
                  <a:lnTo>
                    <a:pt x="7303" y="8998"/>
                  </a:lnTo>
                  <a:lnTo>
                    <a:pt x="7282" y="8872"/>
                  </a:lnTo>
                  <a:lnTo>
                    <a:pt x="7324" y="8789"/>
                  </a:lnTo>
                  <a:lnTo>
                    <a:pt x="7387" y="8621"/>
                  </a:lnTo>
                  <a:lnTo>
                    <a:pt x="7345" y="8245"/>
                  </a:lnTo>
                  <a:lnTo>
                    <a:pt x="7303" y="8098"/>
                  </a:lnTo>
                  <a:lnTo>
                    <a:pt x="7387" y="7910"/>
                  </a:lnTo>
                  <a:lnTo>
                    <a:pt x="7387" y="7491"/>
                  </a:lnTo>
                  <a:lnTo>
                    <a:pt x="7450" y="7324"/>
                  </a:lnTo>
                  <a:lnTo>
                    <a:pt x="7450" y="7261"/>
                  </a:lnTo>
                  <a:lnTo>
                    <a:pt x="6927" y="6487"/>
                  </a:lnTo>
                  <a:lnTo>
                    <a:pt x="6906" y="6487"/>
                  </a:lnTo>
                  <a:lnTo>
                    <a:pt x="6864" y="6466"/>
                  </a:lnTo>
                  <a:lnTo>
                    <a:pt x="6675" y="6466"/>
                  </a:lnTo>
                  <a:lnTo>
                    <a:pt x="6571" y="6529"/>
                  </a:lnTo>
                  <a:lnTo>
                    <a:pt x="6445" y="6529"/>
                  </a:lnTo>
                  <a:lnTo>
                    <a:pt x="6383" y="6466"/>
                  </a:lnTo>
                  <a:lnTo>
                    <a:pt x="6362" y="6341"/>
                  </a:lnTo>
                  <a:lnTo>
                    <a:pt x="6341" y="6006"/>
                  </a:lnTo>
                  <a:lnTo>
                    <a:pt x="6341" y="5797"/>
                  </a:lnTo>
                  <a:lnTo>
                    <a:pt x="6383" y="5734"/>
                  </a:lnTo>
                  <a:lnTo>
                    <a:pt x="6403" y="5608"/>
                  </a:lnTo>
                  <a:lnTo>
                    <a:pt x="6362" y="5545"/>
                  </a:lnTo>
                  <a:lnTo>
                    <a:pt x="6152" y="5650"/>
                  </a:lnTo>
                  <a:lnTo>
                    <a:pt x="5922" y="5901"/>
                  </a:lnTo>
                  <a:lnTo>
                    <a:pt x="5608" y="5859"/>
                  </a:lnTo>
                  <a:lnTo>
                    <a:pt x="5357" y="5859"/>
                  </a:lnTo>
                  <a:lnTo>
                    <a:pt x="5315" y="5713"/>
                  </a:lnTo>
                  <a:lnTo>
                    <a:pt x="5211" y="5525"/>
                  </a:lnTo>
                  <a:lnTo>
                    <a:pt x="5023" y="5483"/>
                  </a:lnTo>
                  <a:lnTo>
                    <a:pt x="4688" y="5525"/>
                  </a:lnTo>
                  <a:lnTo>
                    <a:pt x="4813" y="5336"/>
                  </a:lnTo>
                  <a:lnTo>
                    <a:pt x="4520" y="4876"/>
                  </a:lnTo>
                  <a:lnTo>
                    <a:pt x="4374" y="4709"/>
                  </a:lnTo>
                  <a:lnTo>
                    <a:pt x="4395" y="4646"/>
                  </a:lnTo>
                  <a:lnTo>
                    <a:pt x="4374" y="4541"/>
                  </a:lnTo>
                  <a:lnTo>
                    <a:pt x="4416" y="4437"/>
                  </a:lnTo>
                  <a:lnTo>
                    <a:pt x="4416" y="4290"/>
                  </a:lnTo>
                  <a:lnTo>
                    <a:pt x="4395" y="4227"/>
                  </a:lnTo>
                  <a:lnTo>
                    <a:pt x="4458" y="4165"/>
                  </a:lnTo>
                  <a:lnTo>
                    <a:pt x="4458" y="4039"/>
                  </a:lnTo>
                  <a:lnTo>
                    <a:pt x="4625" y="3934"/>
                  </a:lnTo>
                  <a:lnTo>
                    <a:pt x="4709" y="3955"/>
                  </a:lnTo>
                  <a:lnTo>
                    <a:pt x="4792" y="3851"/>
                  </a:lnTo>
                  <a:lnTo>
                    <a:pt x="4730" y="3746"/>
                  </a:lnTo>
                  <a:lnTo>
                    <a:pt x="4688" y="3558"/>
                  </a:lnTo>
                  <a:lnTo>
                    <a:pt x="4834" y="3411"/>
                  </a:lnTo>
                  <a:lnTo>
                    <a:pt x="4813" y="3307"/>
                  </a:lnTo>
                  <a:lnTo>
                    <a:pt x="4897" y="3223"/>
                  </a:lnTo>
                  <a:lnTo>
                    <a:pt x="4876" y="3076"/>
                  </a:lnTo>
                  <a:lnTo>
                    <a:pt x="4981" y="3014"/>
                  </a:lnTo>
                  <a:lnTo>
                    <a:pt x="5106" y="2930"/>
                  </a:lnTo>
                  <a:lnTo>
                    <a:pt x="5232" y="2825"/>
                  </a:lnTo>
                  <a:lnTo>
                    <a:pt x="5295" y="2804"/>
                  </a:lnTo>
                  <a:lnTo>
                    <a:pt x="5357" y="2721"/>
                  </a:lnTo>
                  <a:lnTo>
                    <a:pt x="5650" y="2679"/>
                  </a:lnTo>
                  <a:lnTo>
                    <a:pt x="6069" y="2553"/>
                  </a:lnTo>
                  <a:lnTo>
                    <a:pt x="6090" y="2449"/>
                  </a:lnTo>
                  <a:lnTo>
                    <a:pt x="6152" y="2470"/>
                  </a:lnTo>
                  <a:lnTo>
                    <a:pt x="6299" y="2470"/>
                  </a:lnTo>
                  <a:lnTo>
                    <a:pt x="6445" y="2553"/>
                  </a:lnTo>
                  <a:lnTo>
                    <a:pt x="6445" y="2574"/>
                  </a:lnTo>
                  <a:lnTo>
                    <a:pt x="6550" y="2595"/>
                  </a:lnTo>
                  <a:lnTo>
                    <a:pt x="6592" y="2512"/>
                  </a:lnTo>
                  <a:lnTo>
                    <a:pt x="6592" y="2470"/>
                  </a:lnTo>
                  <a:lnTo>
                    <a:pt x="6571" y="2344"/>
                  </a:lnTo>
                  <a:lnTo>
                    <a:pt x="6466" y="2260"/>
                  </a:lnTo>
                  <a:lnTo>
                    <a:pt x="6341" y="2260"/>
                  </a:lnTo>
                  <a:lnTo>
                    <a:pt x="6194" y="2281"/>
                  </a:lnTo>
                  <a:lnTo>
                    <a:pt x="6173" y="2198"/>
                  </a:lnTo>
                  <a:lnTo>
                    <a:pt x="6550" y="1570"/>
                  </a:lnTo>
                  <a:lnTo>
                    <a:pt x="6550" y="1507"/>
                  </a:lnTo>
                  <a:lnTo>
                    <a:pt x="6445" y="1528"/>
                  </a:lnTo>
                  <a:lnTo>
                    <a:pt x="6362" y="1444"/>
                  </a:lnTo>
                  <a:lnTo>
                    <a:pt x="6257" y="1403"/>
                  </a:lnTo>
                  <a:lnTo>
                    <a:pt x="6173" y="1403"/>
                  </a:lnTo>
                  <a:lnTo>
                    <a:pt x="6131" y="1319"/>
                  </a:lnTo>
                  <a:lnTo>
                    <a:pt x="6027" y="1319"/>
                  </a:lnTo>
                  <a:lnTo>
                    <a:pt x="5839" y="1424"/>
                  </a:lnTo>
                  <a:lnTo>
                    <a:pt x="5671" y="1340"/>
                  </a:lnTo>
                  <a:lnTo>
                    <a:pt x="5525" y="1319"/>
                  </a:lnTo>
                  <a:lnTo>
                    <a:pt x="5336" y="1403"/>
                  </a:lnTo>
                  <a:lnTo>
                    <a:pt x="5295" y="1444"/>
                  </a:lnTo>
                  <a:lnTo>
                    <a:pt x="5148" y="1444"/>
                  </a:lnTo>
                  <a:lnTo>
                    <a:pt x="5043" y="1424"/>
                  </a:lnTo>
                  <a:lnTo>
                    <a:pt x="4918" y="1444"/>
                  </a:lnTo>
                  <a:lnTo>
                    <a:pt x="4813" y="1424"/>
                  </a:lnTo>
                  <a:lnTo>
                    <a:pt x="4792" y="1340"/>
                  </a:lnTo>
                  <a:lnTo>
                    <a:pt x="4813" y="1256"/>
                  </a:lnTo>
                  <a:lnTo>
                    <a:pt x="4792" y="1131"/>
                  </a:lnTo>
                  <a:lnTo>
                    <a:pt x="4688" y="1089"/>
                  </a:lnTo>
                  <a:lnTo>
                    <a:pt x="4625" y="1089"/>
                  </a:lnTo>
                  <a:lnTo>
                    <a:pt x="4625" y="921"/>
                  </a:lnTo>
                  <a:lnTo>
                    <a:pt x="4520" y="775"/>
                  </a:lnTo>
                  <a:lnTo>
                    <a:pt x="4269" y="670"/>
                  </a:lnTo>
                  <a:lnTo>
                    <a:pt x="4186" y="670"/>
                  </a:lnTo>
                  <a:lnTo>
                    <a:pt x="4081" y="482"/>
                  </a:lnTo>
                  <a:lnTo>
                    <a:pt x="4081" y="377"/>
                  </a:lnTo>
                  <a:lnTo>
                    <a:pt x="3934" y="210"/>
                  </a:lnTo>
                  <a:lnTo>
                    <a:pt x="3893" y="168"/>
                  </a:lnTo>
                  <a:lnTo>
                    <a:pt x="3767" y="147"/>
                  </a:lnTo>
                  <a:lnTo>
                    <a:pt x="3558" y="84"/>
                  </a:lnTo>
                  <a:lnTo>
                    <a:pt x="351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12" name="Google Shape;7740;p67">
              <a:extLst>
                <a:ext uri="{FF2B5EF4-FFF2-40B4-BE49-F238E27FC236}">
                  <a16:creationId xmlns:a16="http://schemas.microsoft.com/office/drawing/2014/main" id="{35E1584C-A271-0BFA-2363-3A6DA5795B1A}"/>
                </a:ext>
              </a:extLst>
            </p:cNvPr>
            <p:cNvSpPr/>
            <p:nvPr/>
          </p:nvSpPr>
          <p:spPr>
            <a:xfrm>
              <a:off x="2700250" y="3389200"/>
              <a:ext cx="179975" cy="200900"/>
            </a:xfrm>
            <a:custGeom>
              <a:avLst/>
              <a:gdLst/>
              <a:ahLst/>
              <a:cxnLst/>
              <a:rect l="l" t="t" r="r" b="b"/>
              <a:pathLst>
                <a:path w="7199" h="8036" extrusionOk="0">
                  <a:moveTo>
                    <a:pt x="1967" y="1"/>
                  </a:moveTo>
                  <a:lnTo>
                    <a:pt x="1779" y="85"/>
                  </a:lnTo>
                  <a:lnTo>
                    <a:pt x="1612" y="126"/>
                  </a:lnTo>
                  <a:lnTo>
                    <a:pt x="1319" y="294"/>
                  </a:lnTo>
                  <a:lnTo>
                    <a:pt x="1235" y="545"/>
                  </a:lnTo>
                  <a:lnTo>
                    <a:pt x="1047" y="608"/>
                  </a:lnTo>
                  <a:lnTo>
                    <a:pt x="921" y="608"/>
                  </a:lnTo>
                  <a:lnTo>
                    <a:pt x="796" y="712"/>
                  </a:lnTo>
                  <a:lnTo>
                    <a:pt x="712" y="712"/>
                  </a:lnTo>
                  <a:lnTo>
                    <a:pt x="524" y="775"/>
                  </a:lnTo>
                  <a:lnTo>
                    <a:pt x="1" y="775"/>
                  </a:lnTo>
                  <a:lnTo>
                    <a:pt x="524" y="1549"/>
                  </a:lnTo>
                  <a:lnTo>
                    <a:pt x="524" y="1612"/>
                  </a:lnTo>
                  <a:lnTo>
                    <a:pt x="461" y="1779"/>
                  </a:lnTo>
                  <a:lnTo>
                    <a:pt x="461" y="2198"/>
                  </a:lnTo>
                  <a:lnTo>
                    <a:pt x="377" y="2386"/>
                  </a:lnTo>
                  <a:lnTo>
                    <a:pt x="419" y="2533"/>
                  </a:lnTo>
                  <a:lnTo>
                    <a:pt x="461" y="2909"/>
                  </a:lnTo>
                  <a:lnTo>
                    <a:pt x="398" y="3077"/>
                  </a:lnTo>
                  <a:lnTo>
                    <a:pt x="356" y="3160"/>
                  </a:lnTo>
                  <a:lnTo>
                    <a:pt x="377" y="3286"/>
                  </a:lnTo>
                  <a:lnTo>
                    <a:pt x="398" y="3370"/>
                  </a:lnTo>
                  <a:lnTo>
                    <a:pt x="398" y="3495"/>
                  </a:lnTo>
                  <a:lnTo>
                    <a:pt x="356" y="3600"/>
                  </a:lnTo>
                  <a:lnTo>
                    <a:pt x="524" y="3997"/>
                  </a:lnTo>
                  <a:lnTo>
                    <a:pt x="503" y="4123"/>
                  </a:lnTo>
                  <a:lnTo>
                    <a:pt x="398" y="4290"/>
                  </a:lnTo>
                  <a:lnTo>
                    <a:pt x="273" y="4374"/>
                  </a:lnTo>
                  <a:lnTo>
                    <a:pt x="168" y="4541"/>
                  </a:lnTo>
                  <a:lnTo>
                    <a:pt x="210" y="4604"/>
                  </a:lnTo>
                  <a:lnTo>
                    <a:pt x="293" y="4625"/>
                  </a:lnTo>
                  <a:lnTo>
                    <a:pt x="314" y="4709"/>
                  </a:lnTo>
                  <a:lnTo>
                    <a:pt x="356" y="4709"/>
                  </a:lnTo>
                  <a:lnTo>
                    <a:pt x="356" y="4834"/>
                  </a:lnTo>
                  <a:lnTo>
                    <a:pt x="482" y="4939"/>
                  </a:lnTo>
                  <a:lnTo>
                    <a:pt x="524" y="5002"/>
                  </a:lnTo>
                  <a:lnTo>
                    <a:pt x="565" y="5127"/>
                  </a:lnTo>
                  <a:lnTo>
                    <a:pt x="524" y="5232"/>
                  </a:lnTo>
                  <a:lnTo>
                    <a:pt x="524" y="5274"/>
                  </a:lnTo>
                  <a:lnTo>
                    <a:pt x="586" y="5483"/>
                  </a:lnTo>
                  <a:lnTo>
                    <a:pt x="670" y="5629"/>
                  </a:lnTo>
                  <a:lnTo>
                    <a:pt x="921" y="5839"/>
                  </a:lnTo>
                  <a:lnTo>
                    <a:pt x="942" y="5901"/>
                  </a:lnTo>
                  <a:lnTo>
                    <a:pt x="879" y="6090"/>
                  </a:lnTo>
                  <a:lnTo>
                    <a:pt x="921" y="6194"/>
                  </a:lnTo>
                  <a:lnTo>
                    <a:pt x="775" y="6508"/>
                  </a:lnTo>
                  <a:lnTo>
                    <a:pt x="879" y="6613"/>
                  </a:lnTo>
                  <a:lnTo>
                    <a:pt x="1130" y="6885"/>
                  </a:lnTo>
                  <a:lnTo>
                    <a:pt x="1570" y="8036"/>
                  </a:lnTo>
                  <a:lnTo>
                    <a:pt x="1737" y="8036"/>
                  </a:lnTo>
                  <a:lnTo>
                    <a:pt x="1758" y="7952"/>
                  </a:lnTo>
                  <a:lnTo>
                    <a:pt x="1863" y="7931"/>
                  </a:lnTo>
                  <a:lnTo>
                    <a:pt x="1863" y="7952"/>
                  </a:lnTo>
                  <a:lnTo>
                    <a:pt x="1946" y="7847"/>
                  </a:lnTo>
                  <a:lnTo>
                    <a:pt x="2051" y="7638"/>
                  </a:lnTo>
                  <a:lnTo>
                    <a:pt x="2260" y="7408"/>
                  </a:lnTo>
                  <a:lnTo>
                    <a:pt x="2407" y="7345"/>
                  </a:lnTo>
                  <a:lnTo>
                    <a:pt x="2553" y="7471"/>
                  </a:lnTo>
                  <a:lnTo>
                    <a:pt x="2721" y="7450"/>
                  </a:lnTo>
                  <a:lnTo>
                    <a:pt x="2804" y="7429"/>
                  </a:lnTo>
                  <a:lnTo>
                    <a:pt x="2930" y="7471"/>
                  </a:lnTo>
                  <a:lnTo>
                    <a:pt x="3139" y="7429"/>
                  </a:lnTo>
                  <a:lnTo>
                    <a:pt x="3244" y="7450"/>
                  </a:lnTo>
                  <a:lnTo>
                    <a:pt x="3286" y="7575"/>
                  </a:lnTo>
                  <a:lnTo>
                    <a:pt x="3348" y="7847"/>
                  </a:lnTo>
                  <a:lnTo>
                    <a:pt x="3411" y="7889"/>
                  </a:lnTo>
                  <a:lnTo>
                    <a:pt x="3453" y="7847"/>
                  </a:lnTo>
                  <a:lnTo>
                    <a:pt x="3453" y="7743"/>
                  </a:lnTo>
                  <a:lnTo>
                    <a:pt x="3516" y="7617"/>
                  </a:lnTo>
                  <a:lnTo>
                    <a:pt x="3516" y="7512"/>
                  </a:lnTo>
                  <a:lnTo>
                    <a:pt x="3620" y="7366"/>
                  </a:lnTo>
                  <a:lnTo>
                    <a:pt x="4227" y="7366"/>
                  </a:lnTo>
                  <a:lnTo>
                    <a:pt x="4353" y="7471"/>
                  </a:lnTo>
                  <a:lnTo>
                    <a:pt x="4374" y="7303"/>
                  </a:lnTo>
                  <a:lnTo>
                    <a:pt x="4541" y="6989"/>
                  </a:lnTo>
                  <a:lnTo>
                    <a:pt x="4562" y="6822"/>
                  </a:lnTo>
                  <a:lnTo>
                    <a:pt x="4541" y="6675"/>
                  </a:lnTo>
                  <a:lnTo>
                    <a:pt x="4478" y="6592"/>
                  </a:lnTo>
                  <a:lnTo>
                    <a:pt x="4667" y="6299"/>
                  </a:lnTo>
                  <a:lnTo>
                    <a:pt x="4750" y="6090"/>
                  </a:lnTo>
                  <a:lnTo>
                    <a:pt x="4750" y="5985"/>
                  </a:lnTo>
                  <a:lnTo>
                    <a:pt x="4876" y="5901"/>
                  </a:lnTo>
                  <a:lnTo>
                    <a:pt x="5650" y="5692"/>
                  </a:lnTo>
                  <a:lnTo>
                    <a:pt x="6319" y="5692"/>
                  </a:lnTo>
                  <a:lnTo>
                    <a:pt x="6696" y="5985"/>
                  </a:lnTo>
                  <a:lnTo>
                    <a:pt x="6780" y="5985"/>
                  </a:lnTo>
                  <a:lnTo>
                    <a:pt x="6864" y="6069"/>
                  </a:lnTo>
                  <a:lnTo>
                    <a:pt x="6926" y="5964"/>
                  </a:lnTo>
                  <a:lnTo>
                    <a:pt x="6905" y="5880"/>
                  </a:lnTo>
                  <a:lnTo>
                    <a:pt x="7198" y="5315"/>
                  </a:lnTo>
                  <a:lnTo>
                    <a:pt x="7177" y="5043"/>
                  </a:lnTo>
                  <a:lnTo>
                    <a:pt x="6884" y="4499"/>
                  </a:lnTo>
                  <a:lnTo>
                    <a:pt x="6571" y="4437"/>
                  </a:lnTo>
                  <a:lnTo>
                    <a:pt x="6591" y="4207"/>
                  </a:lnTo>
                  <a:lnTo>
                    <a:pt x="6550" y="3851"/>
                  </a:lnTo>
                  <a:lnTo>
                    <a:pt x="5524" y="3809"/>
                  </a:lnTo>
                  <a:lnTo>
                    <a:pt x="5545" y="3558"/>
                  </a:lnTo>
                  <a:lnTo>
                    <a:pt x="5315" y="3181"/>
                  </a:lnTo>
                  <a:lnTo>
                    <a:pt x="5399" y="3056"/>
                  </a:lnTo>
                  <a:lnTo>
                    <a:pt x="5336" y="2846"/>
                  </a:lnTo>
                  <a:lnTo>
                    <a:pt x="5378" y="2554"/>
                  </a:lnTo>
                  <a:lnTo>
                    <a:pt x="5315" y="2491"/>
                  </a:lnTo>
                  <a:lnTo>
                    <a:pt x="5106" y="2323"/>
                  </a:lnTo>
                  <a:lnTo>
                    <a:pt x="4771" y="2386"/>
                  </a:lnTo>
                  <a:lnTo>
                    <a:pt x="4604" y="2302"/>
                  </a:lnTo>
                  <a:lnTo>
                    <a:pt x="4499" y="2240"/>
                  </a:lnTo>
                  <a:lnTo>
                    <a:pt x="4457" y="2093"/>
                  </a:lnTo>
                  <a:lnTo>
                    <a:pt x="4290" y="2030"/>
                  </a:lnTo>
                  <a:lnTo>
                    <a:pt x="4060" y="1968"/>
                  </a:lnTo>
                  <a:lnTo>
                    <a:pt x="3955" y="1968"/>
                  </a:lnTo>
                  <a:lnTo>
                    <a:pt x="3746" y="1717"/>
                  </a:lnTo>
                  <a:lnTo>
                    <a:pt x="3620" y="1779"/>
                  </a:lnTo>
                  <a:lnTo>
                    <a:pt x="3411" y="1570"/>
                  </a:lnTo>
                  <a:lnTo>
                    <a:pt x="3181" y="1612"/>
                  </a:lnTo>
                  <a:lnTo>
                    <a:pt x="3118" y="1696"/>
                  </a:lnTo>
                  <a:lnTo>
                    <a:pt x="2993" y="1570"/>
                  </a:lnTo>
                  <a:lnTo>
                    <a:pt x="2804" y="1466"/>
                  </a:lnTo>
                  <a:lnTo>
                    <a:pt x="2679" y="1382"/>
                  </a:lnTo>
                  <a:lnTo>
                    <a:pt x="2616" y="1235"/>
                  </a:lnTo>
                  <a:lnTo>
                    <a:pt x="2490" y="1152"/>
                  </a:lnTo>
                  <a:lnTo>
                    <a:pt x="2407" y="942"/>
                  </a:lnTo>
                  <a:lnTo>
                    <a:pt x="2449" y="838"/>
                  </a:lnTo>
                  <a:lnTo>
                    <a:pt x="2386" y="545"/>
                  </a:lnTo>
                  <a:lnTo>
                    <a:pt x="2470" y="398"/>
                  </a:lnTo>
                  <a:lnTo>
                    <a:pt x="2407" y="189"/>
                  </a:lnTo>
                  <a:lnTo>
                    <a:pt x="2407" y="43"/>
                  </a:lnTo>
                  <a:lnTo>
                    <a:pt x="2365" y="1"/>
                  </a:lnTo>
                  <a:lnTo>
                    <a:pt x="2239" y="85"/>
                  </a:lnTo>
                  <a:lnTo>
                    <a:pt x="209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13" name="Google Shape;7741;p67">
              <a:extLst>
                <a:ext uri="{FF2B5EF4-FFF2-40B4-BE49-F238E27FC236}">
                  <a16:creationId xmlns:a16="http://schemas.microsoft.com/office/drawing/2014/main" id="{BBCF1252-45EC-C44C-55CE-B5B51E205134}"/>
                </a:ext>
              </a:extLst>
            </p:cNvPr>
            <p:cNvSpPr/>
            <p:nvPr/>
          </p:nvSpPr>
          <p:spPr>
            <a:xfrm>
              <a:off x="2809050" y="3531500"/>
              <a:ext cx="123475" cy="130275"/>
            </a:xfrm>
            <a:custGeom>
              <a:avLst/>
              <a:gdLst/>
              <a:ahLst/>
              <a:cxnLst/>
              <a:rect l="l" t="t" r="r" b="b"/>
              <a:pathLst>
                <a:path w="4939" h="5211" extrusionOk="0">
                  <a:moveTo>
                    <a:pt x="1298" y="0"/>
                  </a:moveTo>
                  <a:lnTo>
                    <a:pt x="524" y="209"/>
                  </a:lnTo>
                  <a:lnTo>
                    <a:pt x="398" y="293"/>
                  </a:lnTo>
                  <a:lnTo>
                    <a:pt x="398" y="398"/>
                  </a:lnTo>
                  <a:lnTo>
                    <a:pt x="315" y="607"/>
                  </a:lnTo>
                  <a:lnTo>
                    <a:pt x="126" y="900"/>
                  </a:lnTo>
                  <a:lnTo>
                    <a:pt x="189" y="983"/>
                  </a:lnTo>
                  <a:lnTo>
                    <a:pt x="210" y="1130"/>
                  </a:lnTo>
                  <a:lnTo>
                    <a:pt x="189" y="1297"/>
                  </a:lnTo>
                  <a:lnTo>
                    <a:pt x="22" y="1611"/>
                  </a:lnTo>
                  <a:lnTo>
                    <a:pt x="1" y="1779"/>
                  </a:lnTo>
                  <a:lnTo>
                    <a:pt x="1" y="1820"/>
                  </a:lnTo>
                  <a:lnTo>
                    <a:pt x="126" y="1946"/>
                  </a:lnTo>
                  <a:lnTo>
                    <a:pt x="231" y="1967"/>
                  </a:lnTo>
                  <a:lnTo>
                    <a:pt x="398" y="2239"/>
                  </a:lnTo>
                  <a:lnTo>
                    <a:pt x="754" y="2595"/>
                  </a:lnTo>
                  <a:lnTo>
                    <a:pt x="879" y="2595"/>
                  </a:lnTo>
                  <a:lnTo>
                    <a:pt x="1026" y="2720"/>
                  </a:lnTo>
                  <a:lnTo>
                    <a:pt x="1131" y="2888"/>
                  </a:lnTo>
                  <a:lnTo>
                    <a:pt x="1465" y="2971"/>
                  </a:lnTo>
                  <a:lnTo>
                    <a:pt x="1695" y="3097"/>
                  </a:lnTo>
                  <a:lnTo>
                    <a:pt x="1800" y="3097"/>
                  </a:lnTo>
                  <a:lnTo>
                    <a:pt x="2030" y="3327"/>
                  </a:lnTo>
                  <a:lnTo>
                    <a:pt x="2302" y="3452"/>
                  </a:lnTo>
                  <a:lnTo>
                    <a:pt x="2637" y="3515"/>
                  </a:lnTo>
                  <a:lnTo>
                    <a:pt x="2804" y="3641"/>
                  </a:lnTo>
                  <a:lnTo>
                    <a:pt x="2951" y="3808"/>
                  </a:lnTo>
                  <a:lnTo>
                    <a:pt x="3035" y="3934"/>
                  </a:lnTo>
                  <a:lnTo>
                    <a:pt x="2972" y="4059"/>
                  </a:lnTo>
                  <a:lnTo>
                    <a:pt x="2909" y="4185"/>
                  </a:lnTo>
                  <a:lnTo>
                    <a:pt x="2804" y="4269"/>
                  </a:lnTo>
                  <a:lnTo>
                    <a:pt x="2742" y="4373"/>
                  </a:lnTo>
                  <a:lnTo>
                    <a:pt x="2763" y="4478"/>
                  </a:lnTo>
                  <a:lnTo>
                    <a:pt x="2700" y="4708"/>
                  </a:lnTo>
                  <a:lnTo>
                    <a:pt x="2512" y="4896"/>
                  </a:lnTo>
                  <a:lnTo>
                    <a:pt x="2491" y="5022"/>
                  </a:lnTo>
                  <a:lnTo>
                    <a:pt x="2574" y="5022"/>
                  </a:lnTo>
                  <a:lnTo>
                    <a:pt x="2972" y="4959"/>
                  </a:lnTo>
                  <a:lnTo>
                    <a:pt x="3328" y="5064"/>
                  </a:lnTo>
                  <a:lnTo>
                    <a:pt x="3579" y="5210"/>
                  </a:lnTo>
                  <a:lnTo>
                    <a:pt x="3704" y="5168"/>
                  </a:lnTo>
                  <a:lnTo>
                    <a:pt x="3788" y="5168"/>
                  </a:lnTo>
                  <a:lnTo>
                    <a:pt x="3851" y="5210"/>
                  </a:lnTo>
                  <a:lnTo>
                    <a:pt x="3955" y="5064"/>
                  </a:lnTo>
                  <a:lnTo>
                    <a:pt x="3997" y="5022"/>
                  </a:lnTo>
                  <a:lnTo>
                    <a:pt x="4123" y="5085"/>
                  </a:lnTo>
                  <a:lnTo>
                    <a:pt x="4227" y="4959"/>
                  </a:lnTo>
                  <a:lnTo>
                    <a:pt x="4290" y="4792"/>
                  </a:lnTo>
                  <a:lnTo>
                    <a:pt x="4541" y="4603"/>
                  </a:lnTo>
                  <a:lnTo>
                    <a:pt x="4583" y="4478"/>
                  </a:lnTo>
                  <a:lnTo>
                    <a:pt x="4646" y="4352"/>
                  </a:lnTo>
                  <a:lnTo>
                    <a:pt x="4750" y="4248"/>
                  </a:lnTo>
                  <a:lnTo>
                    <a:pt x="4792" y="4038"/>
                  </a:lnTo>
                  <a:lnTo>
                    <a:pt x="4750" y="3976"/>
                  </a:lnTo>
                  <a:lnTo>
                    <a:pt x="4750" y="3829"/>
                  </a:lnTo>
                  <a:lnTo>
                    <a:pt x="4813" y="3808"/>
                  </a:lnTo>
                  <a:lnTo>
                    <a:pt x="4813" y="3724"/>
                  </a:lnTo>
                  <a:lnTo>
                    <a:pt x="4813" y="3662"/>
                  </a:lnTo>
                  <a:lnTo>
                    <a:pt x="4813" y="3599"/>
                  </a:lnTo>
                  <a:lnTo>
                    <a:pt x="4834" y="3599"/>
                  </a:lnTo>
                  <a:lnTo>
                    <a:pt x="4855" y="3515"/>
                  </a:lnTo>
                  <a:lnTo>
                    <a:pt x="4855" y="2971"/>
                  </a:lnTo>
                  <a:lnTo>
                    <a:pt x="4939" y="2888"/>
                  </a:lnTo>
                  <a:lnTo>
                    <a:pt x="4834" y="2867"/>
                  </a:lnTo>
                  <a:lnTo>
                    <a:pt x="4750" y="2783"/>
                  </a:lnTo>
                  <a:lnTo>
                    <a:pt x="4625" y="2720"/>
                  </a:lnTo>
                  <a:lnTo>
                    <a:pt x="4395" y="2867"/>
                  </a:lnTo>
                  <a:lnTo>
                    <a:pt x="4290" y="2825"/>
                  </a:lnTo>
                  <a:lnTo>
                    <a:pt x="4206" y="2616"/>
                  </a:lnTo>
                  <a:lnTo>
                    <a:pt x="4060" y="1988"/>
                  </a:lnTo>
                  <a:lnTo>
                    <a:pt x="4018" y="1862"/>
                  </a:lnTo>
                  <a:lnTo>
                    <a:pt x="3892" y="1820"/>
                  </a:lnTo>
                  <a:lnTo>
                    <a:pt x="3767" y="1716"/>
                  </a:lnTo>
                  <a:lnTo>
                    <a:pt x="3495" y="1841"/>
                  </a:lnTo>
                  <a:lnTo>
                    <a:pt x="3328" y="1758"/>
                  </a:lnTo>
                  <a:lnTo>
                    <a:pt x="3056" y="1779"/>
                  </a:lnTo>
                  <a:lnTo>
                    <a:pt x="2972" y="1737"/>
                  </a:lnTo>
                  <a:lnTo>
                    <a:pt x="2763" y="1758"/>
                  </a:lnTo>
                  <a:lnTo>
                    <a:pt x="2721" y="1632"/>
                  </a:lnTo>
                  <a:lnTo>
                    <a:pt x="2763" y="1528"/>
                  </a:lnTo>
                  <a:lnTo>
                    <a:pt x="2721" y="1360"/>
                  </a:lnTo>
                  <a:lnTo>
                    <a:pt x="2763" y="1025"/>
                  </a:lnTo>
                  <a:lnTo>
                    <a:pt x="2658" y="837"/>
                  </a:lnTo>
                  <a:lnTo>
                    <a:pt x="2658" y="670"/>
                  </a:lnTo>
                  <a:lnTo>
                    <a:pt x="2512" y="565"/>
                  </a:lnTo>
                  <a:lnTo>
                    <a:pt x="2553" y="419"/>
                  </a:lnTo>
                  <a:lnTo>
                    <a:pt x="2428" y="293"/>
                  </a:lnTo>
                  <a:lnTo>
                    <a:pt x="2344" y="293"/>
                  </a:lnTo>
                  <a:lnTo>
                    <a:pt x="196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14" name="Google Shape;7742;p67">
              <a:extLst>
                <a:ext uri="{FF2B5EF4-FFF2-40B4-BE49-F238E27FC236}">
                  <a16:creationId xmlns:a16="http://schemas.microsoft.com/office/drawing/2014/main" id="{76C4ACA7-5325-DA13-52F9-12CE70BD25AE}"/>
                </a:ext>
              </a:extLst>
            </p:cNvPr>
            <p:cNvSpPr/>
            <p:nvPr/>
          </p:nvSpPr>
          <p:spPr>
            <a:xfrm>
              <a:off x="2884375" y="3700450"/>
              <a:ext cx="73250" cy="83200"/>
            </a:xfrm>
            <a:custGeom>
              <a:avLst/>
              <a:gdLst/>
              <a:ahLst/>
              <a:cxnLst/>
              <a:rect l="l" t="t" r="r" b="b"/>
              <a:pathLst>
                <a:path w="2930" h="3328" extrusionOk="0">
                  <a:moveTo>
                    <a:pt x="754" y="0"/>
                  </a:moveTo>
                  <a:lnTo>
                    <a:pt x="440" y="63"/>
                  </a:lnTo>
                  <a:lnTo>
                    <a:pt x="377" y="42"/>
                  </a:lnTo>
                  <a:lnTo>
                    <a:pt x="315" y="42"/>
                  </a:lnTo>
                  <a:lnTo>
                    <a:pt x="273" y="63"/>
                  </a:lnTo>
                  <a:lnTo>
                    <a:pt x="231" y="210"/>
                  </a:lnTo>
                  <a:lnTo>
                    <a:pt x="126" y="335"/>
                  </a:lnTo>
                  <a:lnTo>
                    <a:pt x="168" y="524"/>
                  </a:lnTo>
                  <a:lnTo>
                    <a:pt x="126" y="586"/>
                  </a:lnTo>
                  <a:lnTo>
                    <a:pt x="147" y="712"/>
                  </a:lnTo>
                  <a:lnTo>
                    <a:pt x="147" y="963"/>
                  </a:lnTo>
                  <a:lnTo>
                    <a:pt x="84" y="1047"/>
                  </a:lnTo>
                  <a:lnTo>
                    <a:pt x="84" y="1151"/>
                  </a:lnTo>
                  <a:lnTo>
                    <a:pt x="43" y="1277"/>
                  </a:lnTo>
                  <a:lnTo>
                    <a:pt x="84" y="1465"/>
                  </a:lnTo>
                  <a:lnTo>
                    <a:pt x="43" y="1507"/>
                  </a:lnTo>
                  <a:lnTo>
                    <a:pt x="63" y="1779"/>
                  </a:lnTo>
                  <a:lnTo>
                    <a:pt x="126" y="1967"/>
                  </a:lnTo>
                  <a:lnTo>
                    <a:pt x="84" y="2030"/>
                  </a:lnTo>
                  <a:lnTo>
                    <a:pt x="22" y="2114"/>
                  </a:lnTo>
                  <a:lnTo>
                    <a:pt x="1" y="2156"/>
                  </a:lnTo>
                  <a:lnTo>
                    <a:pt x="1" y="2428"/>
                  </a:lnTo>
                  <a:lnTo>
                    <a:pt x="63" y="2637"/>
                  </a:lnTo>
                  <a:lnTo>
                    <a:pt x="231" y="2867"/>
                  </a:lnTo>
                  <a:lnTo>
                    <a:pt x="315" y="2867"/>
                  </a:lnTo>
                  <a:lnTo>
                    <a:pt x="461" y="3034"/>
                  </a:lnTo>
                  <a:lnTo>
                    <a:pt x="545" y="3055"/>
                  </a:lnTo>
                  <a:lnTo>
                    <a:pt x="796" y="3034"/>
                  </a:lnTo>
                  <a:lnTo>
                    <a:pt x="963" y="3055"/>
                  </a:lnTo>
                  <a:lnTo>
                    <a:pt x="1089" y="3139"/>
                  </a:lnTo>
                  <a:lnTo>
                    <a:pt x="1172" y="3160"/>
                  </a:lnTo>
                  <a:lnTo>
                    <a:pt x="1277" y="3160"/>
                  </a:lnTo>
                  <a:lnTo>
                    <a:pt x="1298" y="3181"/>
                  </a:lnTo>
                  <a:lnTo>
                    <a:pt x="1277" y="3244"/>
                  </a:lnTo>
                  <a:lnTo>
                    <a:pt x="1277" y="3285"/>
                  </a:lnTo>
                  <a:lnTo>
                    <a:pt x="1382" y="3285"/>
                  </a:lnTo>
                  <a:lnTo>
                    <a:pt x="1507" y="3202"/>
                  </a:lnTo>
                  <a:lnTo>
                    <a:pt x="1654" y="3181"/>
                  </a:lnTo>
                  <a:lnTo>
                    <a:pt x="1800" y="3244"/>
                  </a:lnTo>
                  <a:lnTo>
                    <a:pt x="1842" y="3264"/>
                  </a:lnTo>
                  <a:lnTo>
                    <a:pt x="1926" y="3264"/>
                  </a:lnTo>
                  <a:lnTo>
                    <a:pt x="2009" y="3285"/>
                  </a:lnTo>
                  <a:lnTo>
                    <a:pt x="2093" y="3327"/>
                  </a:lnTo>
                  <a:lnTo>
                    <a:pt x="2135" y="3264"/>
                  </a:lnTo>
                  <a:lnTo>
                    <a:pt x="2156" y="3181"/>
                  </a:lnTo>
                  <a:lnTo>
                    <a:pt x="2177" y="3181"/>
                  </a:lnTo>
                  <a:lnTo>
                    <a:pt x="2239" y="3202"/>
                  </a:lnTo>
                  <a:lnTo>
                    <a:pt x="2449" y="3139"/>
                  </a:lnTo>
                  <a:lnTo>
                    <a:pt x="2574" y="2972"/>
                  </a:lnTo>
                  <a:lnTo>
                    <a:pt x="2637" y="2930"/>
                  </a:lnTo>
                  <a:lnTo>
                    <a:pt x="2616" y="2909"/>
                  </a:lnTo>
                  <a:lnTo>
                    <a:pt x="2658" y="2804"/>
                  </a:lnTo>
                  <a:lnTo>
                    <a:pt x="2784" y="2720"/>
                  </a:lnTo>
                  <a:lnTo>
                    <a:pt x="2784" y="2532"/>
                  </a:lnTo>
                  <a:lnTo>
                    <a:pt x="2867" y="2428"/>
                  </a:lnTo>
                  <a:lnTo>
                    <a:pt x="2930" y="2407"/>
                  </a:lnTo>
                  <a:lnTo>
                    <a:pt x="2888" y="2386"/>
                  </a:lnTo>
                  <a:lnTo>
                    <a:pt x="2825" y="2281"/>
                  </a:lnTo>
                  <a:lnTo>
                    <a:pt x="2784" y="2239"/>
                  </a:lnTo>
                  <a:lnTo>
                    <a:pt x="2784" y="2218"/>
                  </a:lnTo>
                  <a:lnTo>
                    <a:pt x="2742" y="2030"/>
                  </a:lnTo>
                  <a:lnTo>
                    <a:pt x="2846" y="1884"/>
                  </a:lnTo>
                  <a:lnTo>
                    <a:pt x="2867" y="1716"/>
                  </a:lnTo>
                  <a:lnTo>
                    <a:pt x="2742" y="1612"/>
                  </a:lnTo>
                  <a:lnTo>
                    <a:pt x="2574" y="1402"/>
                  </a:lnTo>
                  <a:lnTo>
                    <a:pt x="2449" y="1256"/>
                  </a:lnTo>
                  <a:lnTo>
                    <a:pt x="2239" y="1151"/>
                  </a:lnTo>
                  <a:lnTo>
                    <a:pt x="2114" y="1172"/>
                  </a:lnTo>
                  <a:lnTo>
                    <a:pt x="2114" y="1026"/>
                  </a:lnTo>
                  <a:lnTo>
                    <a:pt x="1988" y="879"/>
                  </a:lnTo>
                  <a:lnTo>
                    <a:pt x="1842" y="858"/>
                  </a:lnTo>
                  <a:lnTo>
                    <a:pt x="1695" y="775"/>
                  </a:lnTo>
                  <a:lnTo>
                    <a:pt x="1570" y="565"/>
                  </a:lnTo>
                  <a:lnTo>
                    <a:pt x="1486" y="565"/>
                  </a:lnTo>
                  <a:lnTo>
                    <a:pt x="1382" y="670"/>
                  </a:lnTo>
                  <a:lnTo>
                    <a:pt x="1319" y="670"/>
                  </a:lnTo>
                  <a:lnTo>
                    <a:pt x="1172" y="461"/>
                  </a:lnTo>
                  <a:lnTo>
                    <a:pt x="1110" y="314"/>
                  </a:lnTo>
                  <a:lnTo>
                    <a:pt x="984" y="251"/>
                  </a:lnTo>
                  <a:lnTo>
                    <a:pt x="859" y="63"/>
                  </a:lnTo>
                  <a:lnTo>
                    <a:pt x="75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15" name="Google Shape;7743;p67">
              <a:extLst>
                <a:ext uri="{FF2B5EF4-FFF2-40B4-BE49-F238E27FC236}">
                  <a16:creationId xmlns:a16="http://schemas.microsoft.com/office/drawing/2014/main" id="{1F3A24BF-E450-4EDF-534B-EA0CFBE7942F}"/>
                </a:ext>
              </a:extLst>
            </p:cNvPr>
            <p:cNvGrpSpPr/>
            <p:nvPr/>
          </p:nvGrpSpPr>
          <p:grpSpPr>
            <a:xfrm>
              <a:off x="2711750" y="3572300"/>
              <a:ext cx="230725" cy="598425"/>
              <a:chOff x="2711750" y="3572300"/>
              <a:chExt cx="230725" cy="598425"/>
            </a:xfrm>
            <a:grpFill/>
          </p:grpSpPr>
          <p:sp>
            <p:nvSpPr>
              <p:cNvPr id="779" name="Google Shape;7744;p67">
                <a:extLst>
                  <a:ext uri="{FF2B5EF4-FFF2-40B4-BE49-F238E27FC236}">
                    <a16:creationId xmlns:a16="http://schemas.microsoft.com/office/drawing/2014/main" id="{DF4C4E97-B396-2937-ED69-FBB8129A4414}"/>
                  </a:ext>
                </a:extLst>
              </p:cNvPr>
              <p:cNvSpPr/>
              <p:nvPr/>
            </p:nvSpPr>
            <p:spPr>
              <a:xfrm>
                <a:off x="2711750" y="3572300"/>
                <a:ext cx="230725" cy="538800"/>
              </a:xfrm>
              <a:custGeom>
                <a:avLst/>
                <a:gdLst/>
                <a:ahLst/>
                <a:cxnLst/>
                <a:rect l="l" t="t" r="r" b="b"/>
                <a:pathLst>
                  <a:path w="9229" h="21552" extrusionOk="0">
                    <a:moveTo>
                      <a:pt x="1947" y="0"/>
                    </a:moveTo>
                    <a:lnTo>
                      <a:pt x="1800" y="42"/>
                    </a:lnTo>
                    <a:lnTo>
                      <a:pt x="1570" y="293"/>
                    </a:lnTo>
                    <a:lnTo>
                      <a:pt x="1466" y="502"/>
                    </a:lnTo>
                    <a:lnTo>
                      <a:pt x="1382" y="607"/>
                    </a:lnTo>
                    <a:lnTo>
                      <a:pt x="1466" y="753"/>
                    </a:lnTo>
                    <a:lnTo>
                      <a:pt x="1298" y="1402"/>
                    </a:lnTo>
                    <a:lnTo>
                      <a:pt x="629" y="1779"/>
                    </a:lnTo>
                    <a:lnTo>
                      <a:pt x="566" y="1925"/>
                    </a:lnTo>
                    <a:lnTo>
                      <a:pt x="691" y="2030"/>
                    </a:lnTo>
                    <a:lnTo>
                      <a:pt x="733" y="2134"/>
                    </a:lnTo>
                    <a:lnTo>
                      <a:pt x="650" y="2281"/>
                    </a:lnTo>
                    <a:lnTo>
                      <a:pt x="670" y="2448"/>
                    </a:lnTo>
                    <a:lnTo>
                      <a:pt x="796" y="2616"/>
                    </a:lnTo>
                    <a:lnTo>
                      <a:pt x="796" y="2762"/>
                    </a:lnTo>
                    <a:lnTo>
                      <a:pt x="691" y="2846"/>
                    </a:lnTo>
                    <a:lnTo>
                      <a:pt x="670" y="2950"/>
                    </a:lnTo>
                    <a:lnTo>
                      <a:pt x="754" y="3013"/>
                    </a:lnTo>
                    <a:lnTo>
                      <a:pt x="796" y="3076"/>
                    </a:lnTo>
                    <a:lnTo>
                      <a:pt x="796" y="3243"/>
                    </a:lnTo>
                    <a:lnTo>
                      <a:pt x="859" y="3285"/>
                    </a:lnTo>
                    <a:lnTo>
                      <a:pt x="775" y="3390"/>
                    </a:lnTo>
                    <a:lnTo>
                      <a:pt x="670" y="3453"/>
                    </a:lnTo>
                    <a:lnTo>
                      <a:pt x="524" y="3599"/>
                    </a:lnTo>
                    <a:lnTo>
                      <a:pt x="357" y="3997"/>
                    </a:lnTo>
                    <a:lnTo>
                      <a:pt x="252" y="4164"/>
                    </a:lnTo>
                    <a:lnTo>
                      <a:pt x="210" y="4582"/>
                    </a:lnTo>
                    <a:lnTo>
                      <a:pt x="126" y="4645"/>
                    </a:lnTo>
                    <a:lnTo>
                      <a:pt x="147" y="5022"/>
                    </a:lnTo>
                    <a:lnTo>
                      <a:pt x="252" y="5210"/>
                    </a:lnTo>
                    <a:lnTo>
                      <a:pt x="252" y="5461"/>
                    </a:lnTo>
                    <a:lnTo>
                      <a:pt x="168" y="5566"/>
                    </a:lnTo>
                    <a:lnTo>
                      <a:pt x="168" y="5859"/>
                    </a:lnTo>
                    <a:lnTo>
                      <a:pt x="22" y="5942"/>
                    </a:lnTo>
                    <a:lnTo>
                      <a:pt x="1" y="6152"/>
                    </a:lnTo>
                    <a:lnTo>
                      <a:pt x="43" y="6424"/>
                    </a:lnTo>
                    <a:lnTo>
                      <a:pt x="147" y="6570"/>
                    </a:lnTo>
                    <a:lnTo>
                      <a:pt x="168" y="6675"/>
                    </a:lnTo>
                    <a:lnTo>
                      <a:pt x="315" y="6884"/>
                    </a:lnTo>
                    <a:lnTo>
                      <a:pt x="378" y="7051"/>
                    </a:lnTo>
                    <a:lnTo>
                      <a:pt x="461" y="7407"/>
                    </a:lnTo>
                    <a:lnTo>
                      <a:pt x="545" y="7470"/>
                    </a:lnTo>
                    <a:lnTo>
                      <a:pt x="587" y="7930"/>
                    </a:lnTo>
                    <a:lnTo>
                      <a:pt x="566" y="8181"/>
                    </a:lnTo>
                    <a:lnTo>
                      <a:pt x="461" y="8202"/>
                    </a:lnTo>
                    <a:lnTo>
                      <a:pt x="357" y="8453"/>
                    </a:lnTo>
                    <a:lnTo>
                      <a:pt x="378" y="8683"/>
                    </a:lnTo>
                    <a:lnTo>
                      <a:pt x="252" y="8872"/>
                    </a:lnTo>
                    <a:lnTo>
                      <a:pt x="336" y="8935"/>
                    </a:lnTo>
                    <a:lnTo>
                      <a:pt x="440" y="9123"/>
                    </a:lnTo>
                    <a:lnTo>
                      <a:pt x="461" y="9332"/>
                    </a:lnTo>
                    <a:lnTo>
                      <a:pt x="336" y="9458"/>
                    </a:lnTo>
                    <a:lnTo>
                      <a:pt x="210" y="9709"/>
                    </a:lnTo>
                    <a:lnTo>
                      <a:pt x="210" y="10085"/>
                    </a:lnTo>
                    <a:lnTo>
                      <a:pt x="210" y="10253"/>
                    </a:lnTo>
                    <a:lnTo>
                      <a:pt x="147" y="10483"/>
                    </a:lnTo>
                    <a:lnTo>
                      <a:pt x="482" y="11173"/>
                    </a:lnTo>
                    <a:lnTo>
                      <a:pt x="419" y="11278"/>
                    </a:lnTo>
                    <a:lnTo>
                      <a:pt x="252" y="11341"/>
                    </a:lnTo>
                    <a:lnTo>
                      <a:pt x="231" y="11655"/>
                    </a:lnTo>
                    <a:lnTo>
                      <a:pt x="22" y="11948"/>
                    </a:lnTo>
                    <a:lnTo>
                      <a:pt x="43" y="12157"/>
                    </a:lnTo>
                    <a:lnTo>
                      <a:pt x="147" y="12345"/>
                    </a:lnTo>
                    <a:lnTo>
                      <a:pt x="126" y="12764"/>
                    </a:lnTo>
                    <a:lnTo>
                      <a:pt x="147" y="13119"/>
                    </a:lnTo>
                    <a:lnTo>
                      <a:pt x="210" y="13391"/>
                    </a:lnTo>
                    <a:lnTo>
                      <a:pt x="315" y="13433"/>
                    </a:lnTo>
                    <a:lnTo>
                      <a:pt x="357" y="13538"/>
                    </a:lnTo>
                    <a:lnTo>
                      <a:pt x="336" y="13705"/>
                    </a:lnTo>
                    <a:lnTo>
                      <a:pt x="210" y="13789"/>
                    </a:lnTo>
                    <a:lnTo>
                      <a:pt x="231" y="14103"/>
                    </a:lnTo>
                    <a:cubicBezTo>
                      <a:pt x="252" y="14165"/>
                      <a:pt x="252" y="14270"/>
                      <a:pt x="273" y="14354"/>
                    </a:cubicBezTo>
                    <a:lnTo>
                      <a:pt x="273" y="14375"/>
                    </a:lnTo>
                    <a:lnTo>
                      <a:pt x="461" y="14437"/>
                    </a:lnTo>
                    <a:lnTo>
                      <a:pt x="461" y="14626"/>
                    </a:lnTo>
                    <a:lnTo>
                      <a:pt x="461" y="14772"/>
                    </a:lnTo>
                    <a:lnTo>
                      <a:pt x="566" y="15002"/>
                    </a:lnTo>
                    <a:lnTo>
                      <a:pt x="608" y="15274"/>
                    </a:lnTo>
                    <a:lnTo>
                      <a:pt x="712" y="15295"/>
                    </a:lnTo>
                    <a:lnTo>
                      <a:pt x="796" y="15253"/>
                    </a:lnTo>
                    <a:lnTo>
                      <a:pt x="880" y="15274"/>
                    </a:lnTo>
                    <a:lnTo>
                      <a:pt x="880" y="15400"/>
                    </a:lnTo>
                    <a:lnTo>
                      <a:pt x="754" y="15567"/>
                    </a:lnTo>
                    <a:lnTo>
                      <a:pt x="482" y="15567"/>
                    </a:lnTo>
                    <a:lnTo>
                      <a:pt x="440" y="15672"/>
                    </a:lnTo>
                    <a:lnTo>
                      <a:pt x="524" y="15735"/>
                    </a:lnTo>
                    <a:lnTo>
                      <a:pt x="545" y="15714"/>
                    </a:lnTo>
                    <a:lnTo>
                      <a:pt x="670" y="15714"/>
                    </a:lnTo>
                    <a:lnTo>
                      <a:pt x="859" y="15839"/>
                    </a:lnTo>
                    <a:lnTo>
                      <a:pt x="984" y="16049"/>
                    </a:lnTo>
                    <a:lnTo>
                      <a:pt x="984" y="16195"/>
                    </a:lnTo>
                    <a:lnTo>
                      <a:pt x="838" y="16321"/>
                    </a:lnTo>
                    <a:lnTo>
                      <a:pt x="838" y="16425"/>
                    </a:lnTo>
                    <a:lnTo>
                      <a:pt x="901" y="16572"/>
                    </a:lnTo>
                    <a:lnTo>
                      <a:pt x="963" y="16885"/>
                    </a:lnTo>
                    <a:lnTo>
                      <a:pt x="1047" y="17137"/>
                    </a:lnTo>
                    <a:lnTo>
                      <a:pt x="942" y="17241"/>
                    </a:lnTo>
                    <a:lnTo>
                      <a:pt x="901" y="17367"/>
                    </a:lnTo>
                    <a:lnTo>
                      <a:pt x="1005" y="17618"/>
                    </a:lnTo>
                    <a:lnTo>
                      <a:pt x="901" y="17764"/>
                    </a:lnTo>
                    <a:lnTo>
                      <a:pt x="859" y="18015"/>
                    </a:lnTo>
                    <a:lnTo>
                      <a:pt x="942" y="18246"/>
                    </a:lnTo>
                    <a:lnTo>
                      <a:pt x="984" y="18559"/>
                    </a:lnTo>
                    <a:lnTo>
                      <a:pt x="942" y="18852"/>
                    </a:lnTo>
                    <a:lnTo>
                      <a:pt x="733" y="19062"/>
                    </a:lnTo>
                    <a:lnTo>
                      <a:pt x="587" y="19250"/>
                    </a:lnTo>
                    <a:lnTo>
                      <a:pt x="524" y="19752"/>
                    </a:lnTo>
                    <a:cubicBezTo>
                      <a:pt x="545" y="19815"/>
                      <a:pt x="545" y="19898"/>
                      <a:pt x="566" y="19982"/>
                    </a:cubicBezTo>
                    <a:lnTo>
                      <a:pt x="796" y="20422"/>
                    </a:lnTo>
                    <a:lnTo>
                      <a:pt x="942" y="20422"/>
                    </a:lnTo>
                    <a:lnTo>
                      <a:pt x="1047" y="20317"/>
                    </a:lnTo>
                    <a:lnTo>
                      <a:pt x="1214" y="20233"/>
                    </a:lnTo>
                    <a:lnTo>
                      <a:pt x="1361" y="20233"/>
                    </a:lnTo>
                    <a:lnTo>
                      <a:pt x="1361" y="20401"/>
                    </a:lnTo>
                    <a:lnTo>
                      <a:pt x="1382" y="20735"/>
                    </a:lnTo>
                    <a:lnTo>
                      <a:pt x="1507" y="20840"/>
                    </a:lnTo>
                    <a:lnTo>
                      <a:pt x="1570" y="21049"/>
                    </a:lnTo>
                    <a:lnTo>
                      <a:pt x="1633" y="21279"/>
                    </a:lnTo>
                    <a:lnTo>
                      <a:pt x="1926" y="21321"/>
                    </a:lnTo>
                    <a:lnTo>
                      <a:pt x="2030" y="21363"/>
                    </a:lnTo>
                    <a:lnTo>
                      <a:pt x="2449" y="21279"/>
                    </a:lnTo>
                    <a:lnTo>
                      <a:pt x="3181" y="21279"/>
                    </a:lnTo>
                    <a:lnTo>
                      <a:pt x="3244" y="21342"/>
                    </a:lnTo>
                    <a:lnTo>
                      <a:pt x="3370" y="21363"/>
                    </a:lnTo>
                    <a:lnTo>
                      <a:pt x="3516" y="21489"/>
                    </a:lnTo>
                    <a:lnTo>
                      <a:pt x="3663" y="21551"/>
                    </a:lnTo>
                    <a:lnTo>
                      <a:pt x="3704" y="21551"/>
                    </a:lnTo>
                    <a:lnTo>
                      <a:pt x="3704" y="21447"/>
                    </a:lnTo>
                    <a:lnTo>
                      <a:pt x="3600" y="21363"/>
                    </a:lnTo>
                    <a:lnTo>
                      <a:pt x="3411" y="21238"/>
                    </a:lnTo>
                    <a:lnTo>
                      <a:pt x="3391" y="21133"/>
                    </a:lnTo>
                    <a:lnTo>
                      <a:pt x="3286" y="21028"/>
                    </a:lnTo>
                    <a:lnTo>
                      <a:pt x="3202" y="21049"/>
                    </a:lnTo>
                    <a:lnTo>
                      <a:pt x="3160" y="21007"/>
                    </a:lnTo>
                    <a:lnTo>
                      <a:pt x="3244" y="20945"/>
                    </a:lnTo>
                    <a:lnTo>
                      <a:pt x="3265" y="20861"/>
                    </a:lnTo>
                    <a:lnTo>
                      <a:pt x="3244" y="20840"/>
                    </a:lnTo>
                    <a:lnTo>
                      <a:pt x="3244" y="20756"/>
                    </a:lnTo>
                    <a:lnTo>
                      <a:pt x="3139" y="20505"/>
                    </a:lnTo>
                    <a:lnTo>
                      <a:pt x="3035" y="20317"/>
                    </a:lnTo>
                    <a:lnTo>
                      <a:pt x="2993" y="20129"/>
                    </a:lnTo>
                    <a:lnTo>
                      <a:pt x="3077" y="19961"/>
                    </a:lnTo>
                    <a:lnTo>
                      <a:pt x="3202" y="19857"/>
                    </a:lnTo>
                    <a:lnTo>
                      <a:pt x="3265" y="19752"/>
                    </a:lnTo>
                    <a:lnTo>
                      <a:pt x="3202" y="19689"/>
                    </a:lnTo>
                    <a:lnTo>
                      <a:pt x="3202" y="19585"/>
                    </a:lnTo>
                    <a:lnTo>
                      <a:pt x="3160" y="19501"/>
                    </a:lnTo>
                    <a:lnTo>
                      <a:pt x="3244" y="19564"/>
                    </a:lnTo>
                    <a:lnTo>
                      <a:pt x="3307" y="19647"/>
                    </a:lnTo>
                    <a:lnTo>
                      <a:pt x="3391" y="19668"/>
                    </a:lnTo>
                    <a:lnTo>
                      <a:pt x="3516" y="19564"/>
                    </a:lnTo>
                    <a:lnTo>
                      <a:pt x="3558" y="19480"/>
                    </a:lnTo>
                    <a:lnTo>
                      <a:pt x="3663" y="19354"/>
                    </a:lnTo>
                    <a:lnTo>
                      <a:pt x="3683" y="19250"/>
                    </a:lnTo>
                    <a:lnTo>
                      <a:pt x="3663" y="19062"/>
                    </a:lnTo>
                    <a:lnTo>
                      <a:pt x="3579" y="19041"/>
                    </a:lnTo>
                    <a:lnTo>
                      <a:pt x="3516" y="19082"/>
                    </a:lnTo>
                    <a:lnTo>
                      <a:pt x="3516" y="19082"/>
                    </a:lnTo>
                    <a:lnTo>
                      <a:pt x="3558" y="19020"/>
                    </a:lnTo>
                    <a:lnTo>
                      <a:pt x="3663" y="18915"/>
                    </a:lnTo>
                    <a:lnTo>
                      <a:pt x="3704" y="18769"/>
                    </a:lnTo>
                    <a:lnTo>
                      <a:pt x="3725" y="18643"/>
                    </a:lnTo>
                    <a:lnTo>
                      <a:pt x="3872" y="18518"/>
                    </a:lnTo>
                    <a:lnTo>
                      <a:pt x="3976" y="18518"/>
                    </a:lnTo>
                    <a:lnTo>
                      <a:pt x="4018" y="18392"/>
                    </a:lnTo>
                    <a:lnTo>
                      <a:pt x="4102" y="18287"/>
                    </a:lnTo>
                    <a:lnTo>
                      <a:pt x="4144" y="18246"/>
                    </a:lnTo>
                    <a:lnTo>
                      <a:pt x="4186" y="18141"/>
                    </a:lnTo>
                    <a:lnTo>
                      <a:pt x="4248" y="18099"/>
                    </a:lnTo>
                    <a:lnTo>
                      <a:pt x="4332" y="17994"/>
                    </a:lnTo>
                    <a:lnTo>
                      <a:pt x="4311" y="17932"/>
                    </a:lnTo>
                    <a:lnTo>
                      <a:pt x="4311" y="17869"/>
                    </a:lnTo>
                    <a:lnTo>
                      <a:pt x="4395" y="17806"/>
                    </a:lnTo>
                    <a:lnTo>
                      <a:pt x="4290" y="17702"/>
                    </a:lnTo>
                    <a:lnTo>
                      <a:pt x="4207" y="17702"/>
                    </a:lnTo>
                    <a:lnTo>
                      <a:pt x="4311" y="17597"/>
                    </a:lnTo>
                    <a:lnTo>
                      <a:pt x="4311" y="17492"/>
                    </a:lnTo>
                    <a:lnTo>
                      <a:pt x="4227" y="17367"/>
                    </a:lnTo>
                    <a:lnTo>
                      <a:pt x="4227" y="17423"/>
                    </a:lnTo>
                    <a:lnTo>
                      <a:pt x="4186" y="17409"/>
                    </a:lnTo>
                    <a:lnTo>
                      <a:pt x="4123" y="17429"/>
                    </a:lnTo>
                    <a:lnTo>
                      <a:pt x="4018" y="17429"/>
                    </a:lnTo>
                    <a:lnTo>
                      <a:pt x="3830" y="17471"/>
                    </a:lnTo>
                    <a:lnTo>
                      <a:pt x="3600" y="17262"/>
                    </a:lnTo>
                    <a:lnTo>
                      <a:pt x="3453" y="17137"/>
                    </a:lnTo>
                    <a:lnTo>
                      <a:pt x="3370" y="17095"/>
                    </a:lnTo>
                    <a:lnTo>
                      <a:pt x="3265" y="16990"/>
                    </a:lnTo>
                    <a:lnTo>
                      <a:pt x="3139" y="16781"/>
                    </a:lnTo>
                    <a:lnTo>
                      <a:pt x="3139" y="16655"/>
                    </a:lnTo>
                    <a:lnTo>
                      <a:pt x="3056" y="16551"/>
                    </a:lnTo>
                    <a:lnTo>
                      <a:pt x="3056" y="16467"/>
                    </a:lnTo>
                    <a:lnTo>
                      <a:pt x="3181" y="16362"/>
                    </a:lnTo>
                    <a:lnTo>
                      <a:pt x="3244" y="16258"/>
                    </a:lnTo>
                    <a:lnTo>
                      <a:pt x="3286" y="16132"/>
                    </a:lnTo>
                    <a:lnTo>
                      <a:pt x="3370" y="16111"/>
                    </a:lnTo>
                    <a:lnTo>
                      <a:pt x="3474" y="16007"/>
                    </a:lnTo>
                    <a:lnTo>
                      <a:pt x="3600" y="15986"/>
                    </a:lnTo>
                    <a:lnTo>
                      <a:pt x="3704" y="15881"/>
                    </a:lnTo>
                    <a:lnTo>
                      <a:pt x="3872" y="15839"/>
                    </a:lnTo>
                    <a:lnTo>
                      <a:pt x="3976" y="15881"/>
                    </a:lnTo>
                    <a:lnTo>
                      <a:pt x="4144" y="15839"/>
                    </a:lnTo>
                    <a:lnTo>
                      <a:pt x="4144" y="15797"/>
                    </a:lnTo>
                    <a:lnTo>
                      <a:pt x="4102" y="15735"/>
                    </a:lnTo>
                    <a:lnTo>
                      <a:pt x="3997" y="15693"/>
                    </a:lnTo>
                    <a:lnTo>
                      <a:pt x="4018" y="15630"/>
                    </a:lnTo>
                    <a:lnTo>
                      <a:pt x="4039" y="15567"/>
                    </a:lnTo>
                    <a:lnTo>
                      <a:pt x="4207" y="15463"/>
                    </a:lnTo>
                    <a:lnTo>
                      <a:pt x="4186" y="15421"/>
                    </a:lnTo>
                    <a:lnTo>
                      <a:pt x="4227" y="15358"/>
                    </a:lnTo>
                    <a:lnTo>
                      <a:pt x="4227" y="15295"/>
                    </a:lnTo>
                    <a:lnTo>
                      <a:pt x="4102" y="15128"/>
                    </a:lnTo>
                    <a:lnTo>
                      <a:pt x="4123" y="15065"/>
                    </a:lnTo>
                    <a:lnTo>
                      <a:pt x="4123" y="14981"/>
                    </a:lnTo>
                    <a:lnTo>
                      <a:pt x="4018" y="14940"/>
                    </a:lnTo>
                    <a:lnTo>
                      <a:pt x="3997" y="14772"/>
                    </a:lnTo>
                    <a:lnTo>
                      <a:pt x="4081" y="14668"/>
                    </a:lnTo>
                    <a:lnTo>
                      <a:pt x="4123" y="14563"/>
                    </a:lnTo>
                    <a:lnTo>
                      <a:pt x="4081" y="14521"/>
                    </a:lnTo>
                    <a:lnTo>
                      <a:pt x="4144" y="14437"/>
                    </a:lnTo>
                    <a:lnTo>
                      <a:pt x="4332" y="14354"/>
                    </a:lnTo>
                    <a:lnTo>
                      <a:pt x="4458" y="14249"/>
                    </a:lnTo>
                    <a:lnTo>
                      <a:pt x="4458" y="14207"/>
                    </a:lnTo>
                    <a:lnTo>
                      <a:pt x="4311" y="14144"/>
                    </a:lnTo>
                    <a:lnTo>
                      <a:pt x="4207" y="14144"/>
                    </a:lnTo>
                    <a:lnTo>
                      <a:pt x="4144" y="14061"/>
                    </a:lnTo>
                    <a:lnTo>
                      <a:pt x="4186" y="14019"/>
                    </a:lnTo>
                    <a:lnTo>
                      <a:pt x="4290" y="13935"/>
                    </a:lnTo>
                    <a:lnTo>
                      <a:pt x="4437" y="13893"/>
                    </a:lnTo>
                    <a:lnTo>
                      <a:pt x="4562" y="13956"/>
                    </a:lnTo>
                    <a:lnTo>
                      <a:pt x="4562" y="14040"/>
                    </a:lnTo>
                    <a:lnTo>
                      <a:pt x="4541" y="14082"/>
                    </a:lnTo>
                    <a:lnTo>
                      <a:pt x="4604" y="14186"/>
                    </a:lnTo>
                    <a:lnTo>
                      <a:pt x="4667" y="14228"/>
                    </a:lnTo>
                    <a:lnTo>
                      <a:pt x="4918" y="14082"/>
                    </a:lnTo>
                    <a:lnTo>
                      <a:pt x="4939" y="13998"/>
                    </a:lnTo>
                    <a:lnTo>
                      <a:pt x="4876" y="13852"/>
                    </a:lnTo>
                    <a:lnTo>
                      <a:pt x="4813" y="13747"/>
                    </a:lnTo>
                    <a:lnTo>
                      <a:pt x="4855" y="13726"/>
                    </a:lnTo>
                    <a:lnTo>
                      <a:pt x="4876" y="13621"/>
                    </a:lnTo>
                    <a:lnTo>
                      <a:pt x="4813" y="13496"/>
                    </a:lnTo>
                    <a:lnTo>
                      <a:pt x="4730" y="13496"/>
                    </a:lnTo>
                    <a:lnTo>
                      <a:pt x="4625" y="13559"/>
                    </a:lnTo>
                    <a:lnTo>
                      <a:pt x="4541" y="13559"/>
                    </a:lnTo>
                    <a:lnTo>
                      <a:pt x="4499" y="13621"/>
                    </a:lnTo>
                    <a:lnTo>
                      <a:pt x="4520" y="13642"/>
                    </a:lnTo>
                    <a:lnTo>
                      <a:pt x="4625" y="13684"/>
                    </a:lnTo>
                    <a:lnTo>
                      <a:pt x="4625" y="13726"/>
                    </a:lnTo>
                    <a:lnTo>
                      <a:pt x="4437" y="13789"/>
                    </a:lnTo>
                    <a:lnTo>
                      <a:pt x="4353" y="13747"/>
                    </a:lnTo>
                    <a:lnTo>
                      <a:pt x="4416" y="13705"/>
                    </a:lnTo>
                    <a:lnTo>
                      <a:pt x="4499" y="13684"/>
                    </a:lnTo>
                    <a:lnTo>
                      <a:pt x="4437" y="13642"/>
                    </a:lnTo>
                    <a:lnTo>
                      <a:pt x="4248" y="13642"/>
                    </a:lnTo>
                    <a:lnTo>
                      <a:pt x="4123" y="13580"/>
                    </a:lnTo>
                    <a:lnTo>
                      <a:pt x="4102" y="13475"/>
                    </a:lnTo>
                    <a:lnTo>
                      <a:pt x="4102" y="13203"/>
                    </a:lnTo>
                    <a:lnTo>
                      <a:pt x="4039" y="12994"/>
                    </a:lnTo>
                    <a:lnTo>
                      <a:pt x="3914" y="12889"/>
                    </a:lnTo>
                    <a:lnTo>
                      <a:pt x="3914" y="12680"/>
                    </a:lnTo>
                    <a:lnTo>
                      <a:pt x="4018" y="12575"/>
                    </a:lnTo>
                    <a:lnTo>
                      <a:pt x="4102" y="12575"/>
                    </a:lnTo>
                    <a:lnTo>
                      <a:pt x="4081" y="12659"/>
                    </a:lnTo>
                    <a:lnTo>
                      <a:pt x="4102" y="12680"/>
                    </a:lnTo>
                    <a:lnTo>
                      <a:pt x="4227" y="12680"/>
                    </a:lnTo>
                    <a:lnTo>
                      <a:pt x="4437" y="12764"/>
                    </a:lnTo>
                    <a:lnTo>
                      <a:pt x="4646" y="12910"/>
                    </a:lnTo>
                    <a:lnTo>
                      <a:pt x="4834" y="12973"/>
                    </a:lnTo>
                    <a:lnTo>
                      <a:pt x="5148" y="12973"/>
                    </a:lnTo>
                    <a:lnTo>
                      <a:pt x="5336" y="12847"/>
                    </a:lnTo>
                    <a:lnTo>
                      <a:pt x="5295" y="12805"/>
                    </a:lnTo>
                    <a:lnTo>
                      <a:pt x="5441" y="12701"/>
                    </a:lnTo>
                    <a:lnTo>
                      <a:pt x="5462" y="12596"/>
                    </a:lnTo>
                    <a:lnTo>
                      <a:pt x="5441" y="12533"/>
                    </a:lnTo>
                    <a:lnTo>
                      <a:pt x="5462" y="12471"/>
                    </a:lnTo>
                    <a:lnTo>
                      <a:pt x="5483" y="12366"/>
                    </a:lnTo>
                    <a:lnTo>
                      <a:pt x="5378" y="12345"/>
                    </a:lnTo>
                    <a:lnTo>
                      <a:pt x="5295" y="12220"/>
                    </a:lnTo>
                    <a:lnTo>
                      <a:pt x="5295" y="12115"/>
                    </a:lnTo>
                    <a:lnTo>
                      <a:pt x="5357" y="12031"/>
                    </a:lnTo>
                    <a:lnTo>
                      <a:pt x="5336" y="11968"/>
                    </a:lnTo>
                    <a:lnTo>
                      <a:pt x="5441" y="11864"/>
                    </a:lnTo>
                    <a:lnTo>
                      <a:pt x="5441" y="11843"/>
                    </a:lnTo>
                    <a:lnTo>
                      <a:pt x="5483" y="11843"/>
                    </a:lnTo>
                    <a:lnTo>
                      <a:pt x="5504" y="11759"/>
                    </a:lnTo>
                    <a:lnTo>
                      <a:pt x="5483" y="11655"/>
                    </a:lnTo>
                    <a:lnTo>
                      <a:pt x="5378" y="11655"/>
                    </a:lnTo>
                    <a:lnTo>
                      <a:pt x="5378" y="11613"/>
                    </a:lnTo>
                    <a:lnTo>
                      <a:pt x="5336" y="11529"/>
                    </a:lnTo>
                    <a:lnTo>
                      <a:pt x="5336" y="11320"/>
                    </a:lnTo>
                    <a:lnTo>
                      <a:pt x="5295" y="11236"/>
                    </a:lnTo>
                    <a:lnTo>
                      <a:pt x="5295" y="11131"/>
                    </a:lnTo>
                    <a:lnTo>
                      <a:pt x="5336" y="11111"/>
                    </a:lnTo>
                    <a:lnTo>
                      <a:pt x="5378" y="11194"/>
                    </a:lnTo>
                    <a:lnTo>
                      <a:pt x="5462" y="11194"/>
                    </a:lnTo>
                    <a:lnTo>
                      <a:pt x="5608" y="11236"/>
                    </a:lnTo>
                    <a:lnTo>
                      <a:pt x="5755" y="11320"/>
                    </a:lnTo>
                    <a:lnTo>
                      <a:pt x="5859" y="11320"/>
                    </a:lnTo>
                    <a:lnTo>
                      <a:pt x="6027" y="11299"/>
                    </a:lnTo>
                    <a:lnTo>
                      <a:pt x="6215" y="11320"/>
                    </a:lnTo>
                    <a:lnTo>
                      <a:pt x="6445" y="11320"/>
                    </a:lnTo>
                    <a:lnTo>
                      <a:pt x="6843" y="11215"/>
                    </a:lnTo>
                    <a:lnTo>
                      <a:pt x="7178" y="11069"/>
                    </a:lnTo>
                    <a:lnTo>
                      <a:pt x="7220" y="10985"/>
                    </a:lnTo>
                    <a:lnTo>
                      <a:pt x="7261" y="11027"/>
                    </a:lnTo>
                    <a:lnTo>
                      <a:pt x="7492" y="10964"/>
                    </a:lnTo>
                    <a:lnTo>
                      <a:pt x="7805" y="10776"/>
                    </a:lnTo>
                    <a:lnTo>
                      <a:pt x="7868" y="10671"/>
                    </a:lnTo>
                    <a:lnTo>
                      <a:pt x="7826" y="10546"/>
                    </a:lnTo>
                    <a:lnTo>
                      <a:pt x="7889" y="10357"/>
                    </a:lnTo>
                    <a:lnTo>
                      <a:pt x="7931" y="10336"/>
                    </a:lnTo>
                    <a:lnTo>
                      <a:pt x="7973" y="10378"/>
                    </a:lnTo>
                    <a:lnTo>
                      <a:pt x="8015" y="10336"/>
                    </a:lnTo>
                    <a:lnTo>
                      <a:pt x="8077" y="10148"/>
                    </a:lnTo>
                    <a:lnTo>
                      <a:pt x="8182" y="9960"/>
                    </a:lnTo>
                    <a:lnTo>
                      <a:pt x="8203" y="9855"/>
                    </a:lnTo>
                    <a:lnTo>
                      <a:pt x="8203" y="9625"/>
                    </a:lnTo>
                    <a:lnTo>
                      <a:pt x="8182" y="9520"/>
                    </a:lnTo>
                    <a:lnTo>
                      <a:pt x="8140" y="9520"/>
                    </a:lnTo>
                    <a:lnTo>
                      <a:pt x="8077" y="9604"/>
                    </a:lnTo>
                    <a:lnTo>
                      <a:pt x="7931" y="9604"/>
                    </a:lnTo>
                    <a:lnTo>
                      <a:pt x="7784" y="9499"/>
                    </a:lnTo>
                    <a:lnTo>
                      <a:pt x="7701" y="9332"/>
                    </a:lnTo>
                    <a:lnTo>
                      <a:pt x="7701" y="9248"/>
                    </a:lnTo>
                    <a:lnTo>
                      <a:pt x="7826" y="8976"/>
                    </a:lnTo>
                    <a:lnTo>
                      <a:pt x="7826" y="8872"/>
                    </a:lnTo>
                    <a:lnTo>
                      <a:pt x="7764" y="8788"/>
                    </a:lnTo>
                    <a:lnTo>
                      <a:pt x="7471" y="8558"/>
                    </a:lnTo>
                    <a:lnTo>
                      <a:pt x="7240" y="8453"/>
                    </a:lnTo>
                    <a:lnTo>
                      <a:pt x="6989" y="8265"/>
                    </a:lnTo>
                    <a:lnTo>
                      <a:pt x="6948" y="8160"/>
                    </a:lnTo>
                    <a:lnTo>
                      <a:pt x="6968" y="8139"/>
                    </a:lnTo>
                    <a:lnTo>
                      <a:pt x="6968" y="8035"/>
                    </a:lnTo>
                    <a:lnTo>
                      <a:pt x="6885" y="7951"/>
                    </a:lnTo>
                    <a:lnTo>
                      <a:pt x="6927" y="7888"/>
                    </a:lnTo>
                    <a:lnTo>
                      <a:pt x="6864" y="7679"/>
                    </a:lnTo>
                    <a:lnTo>
                      <a:pt x="6885" y="7449"/>
                    </a:lnTo>
                    <a:lnTo>
                      <a:pt x="6927" y="7240"/>
                    </a:lnTo>
                    <a:lnTo>
                      <a:pt x="7010" y="7156"/>
                    </a:lnTo>
                    <a:lnTo>
                      <a:pt x="7031" y="7093"/>
                    </a:lnTo>
                    <a:lnTo>
                      <a:pt x="6968" y="6905"/>
                    </a:lnTo>
                    <a:lnTo>
                      <a:pt x="6948" y="6633"/>
                    </a:lnTo>
                    <a:lnTo>
                      <a:pt x="7010" y="6591"/>
                    </a:lnTo>
                    <a:lnTo>
                      <a:pt x="6948" y="6403"/>
                    </a:lnTo>
                    <a:lnTo>
                      <a:pt x="7031" y="6277"/>
                    </a:lnTo>
                    <a:lnTo>
                      <a:pt x="7031" y="6173"/>
                    </a:lnTo>
                    <a:lnTo>
                      <a:pt x="7073" y="6089"/>
                    </a:lnTo>
                    <a:lnTo>
                      <a:pt x="7115" y="5838"/>
                    </a:lnTo>
                    <a:lnTo>
                      <a:pt x="7073" y="5733"/>
                    </a:lnTo>
                    <a:lnTo>
                      <a:pt x="7136" y="5650"/>
                    </a:lnTo>
                    <a:lnTo>
                      <a:pt x="7115" y="5461"/>
                    </a:lnTo>
                    <a:lnTo>
                      <a:pt x="7220" y="5336"/>
                    </a:lnTo>
                    <a:lnTo>
                      <a:pt x="7261" y="5210"/>
                    </a:lnTo>
                    <a:lnTo>
                      <a:pt x="7261" y="5168"/>
                    </a:lnTo>
                    <a:lnTo>
                      <a:pt x="7282" y="5126"/>
                    </a:lnTo>
                    <a:lnTo>
                      <a:pt x="7387" y="5043"/>
                    </a:lnTo>
                    <a:lnTo>
                      <a:pt x="7387" y="5001"/>
                    </a:lnTo>
                    <a:lnTo>
                      <a:pt x="7492" y="4833"/>
                    </a:lnTo>
                    <a:lnTo>
                      <a:pt x="7575" y="4750"/>
                    </a:lnTo>
                    <a:lnTo>
                      <a:pt x="7680" y="4541"/>
                    </a:lnTo>
                    <a:lnTo>
                      <a:pt x="7722" y="4478"/>
                    </a:lnTo>
                    <a:lnTo>
                      <a:pt x="7805" y="4436"/>
                    </a:lnTo>
                    <a:lnTo>
                      <a:pt x="7805" y="4310"/>
                    </a:lnTo>
                    <a:lnTo>
                      <a:pt x="7826" y="4227"/>
                    </a:lnTo>
                    <a:lnTo>
                      <a:pt x="8015" y="3997"/>
                    </a:lnTo>
                    <a:lnTo>
                      <a:pt x="8098" y="3997"/>
                    </a:lnTo>
                    <a:lnTo>
                      <a:pt x="8182" y="3976"/>
                    </a:lnTo>
                    <a:lnTo>
                      <a:pt x="8182" y="3850"/>
                    </a:lnTo>
                    <a:lnTo>
                      <a:pt x="8266" y="3808"/>
                    </a:lnTo>
                    <a:lnTo>
                      <a:pt x="8475" y="3641"/>
                    </a:lnTo>
                    <a:lnTo>
                      <a:pt x="8538" y="3599"/>
                    </a:lnTo>
                    <a:lnTo>
                      <a:pt x="8600" y="3536"/>
                    </a:lnTo>
                    <a:lnTo>
                      <a:pt x="8831" y="3369"/>
                    </a:lnTo>
                    <a:lnTo>
                      <a:pt x="8852" y="3390"/>
                    </a:lnTo>
                    <a:lnTo>
                      <a:pt x="8935" y="3327"/>
                    </a:lnTo>
                    <a:lnTo>
                      <a:pt x="8956" y="3264"/>
                    </a:lnTo>
                    <a:lnTo>
                      <a:pt x="9103" y="3181"/>
                    </a:lnTo>
                    <a:lnTo>
                      <a:pt x="9207" y="3181"/>
                    </a:lnTo>
                    <a:lnTo>
                      <a:pt x="9228" y="3118"/>
                    </a:lnTo>
                    <a:lnTo>
                      <a:pt x="9207" y="2909"/>
                    </a:lnTo>
                    <a:lnTo>
                      <a:pt x="9165" y="2657"/>
                    </a:lnTo>
                    <a:lnTo>
                      <a:pt x="9165" y="2490"/>
                    </a:lnTo>
                    <a:lnTo>
                      <a:pt x="9061" y="2239"/>
                    </a:lnTo>
                    <a:lnTo>
                      <a:pt x="9061" y="2134"/>
                    </a:lnTo>
                    <a:lnTo>
                      <a:pt x="8810" y="2113"/>
                    </a:lnTo>
                    <a:lnTo>
                      <a:pt x="8705" y="2197"/>
                    </a:lnTo>
                    <a:lnTo>
                      <a:pt x="8684" y="2218"/>
                    </a:lnTo>
                    <a:lnTo>
                      <a:pt x="8684" y="2385"/>
                    </a:lnTo>
                    <a:lnTo>
                      <a:pt x="8705" y="2427"/>
                    </a:lnTo>
                    <a:lnTo>
                      <a:pt x="8705" y="2637"/>
                    </a:lnTo>
                    <a:lnTo>
                      <a:pt x="8600" y="2720"/>
                    </a:lnTo>
                    <a:lnTo>
                      <a:pt x="8517" y="2846"/>
                    </a:lnTo>
                    <a:lnTo>
                      <a:pt x="8496" y="2971"/>
                    </a:lnTo>
                    <a:lnTo>
                      <a:pt x="8224" y="3160"/>
                    </a:lnTo>
                    <a:lnTo>
                      <a:pt x="8182" y="3327"/>
                    </a:lnTo>
                    <a:lnTo>
                      <a:pt x="8077" y="3453"/>
                    </a:lnTo>
                    <a:lnTo>
                      <a:pt x="7952" y="3432"/>
                    </a:lnTo>
                    <a:lnTo>
                      <a:pt x="7889" y="3453"/>
                    </a:lnTo>
                    <a:lnTo>
                      <a:pt x="7784" y="3599"/>
                    </a:lnTo>
                    <a:lnTo>
                      <a:pt x="7743" y="3557"/>
                    </a:lnTo>
                    <a:lnTo>
                      <a:pt x="7659" y="3557"/>
                    </a:lnTo>
                    <a:lnTo>
                      <a:pt x="7533" y="3599"/>
                    </a:lnTo>
                    <a:lnTo>
                      <a:pt x="7282" y="3453"/>
                    </a:lnTo>
                    <a:lnTo>
                      <a:pt x="6948" y="3348"/>
                    </a:lnTo>
                    <a:lnTo>
                      <a:pt x="6529" y="3390"/>
                    </a:lnTo>
                    <a:lnTo>
                      <a:pt x="6424" y="3390"/>
                    </a:lnTo>
                    <a:lnTo>
                      <a:pt x="6445" y="3264"/>
                    </a:lnTo>
                    <a:lnTo>
                      <a:pt x="6634" y="3076"/>
                    </a:lnTo>
                    <a:lnTo>
                      <a:pt x="6717" y="2846"/>
                    </a:lnTo>
                    <a:lnTo>
                      <a:pt x="6696" y="2720"/>
                    </a:lnTo>
                    <a:lnTo>
                      <a:pt x="6738" y="2616"/>
                    </a:lnTo>
                    <a:lnTo>
                      <a:pt x="6843" y="2532"/>
                    </a:lnTo>
                    <a:lnTo>
                      <a:pt x="6927" y="2406"/>
                    </a:lnTo>
                    <a:lnTo>
                      <a:pt x="6948" y="2281"/>
                    </a:lnTo>
                    <a:lnTo>
                      <a:pt x="6864" y="2134"/>
                    </a:lnTo>
                    <a:lnTo>
                      <a:pt x="6696" y="2009"/>
                    </a:lnTo>
                    <a:lnTo>
                      <a:pt x="6550" y="1862"/>
                    </a:lnTo>
                    <a:lnTo>
                      <a:pt x="6215" y="1800"/>
                    </a:lnTo>
                    <a:lnTo>
                      <a:pt x="5964" y="1674"/>
                    </a:lnTo>
                    <a:lnTo>
                      <a:pt x="5692" y="1465"/>
                    </a:lnTo>
                    <a:lnTo>
                      <a:pt x="5587" y="1444"/>
                    </a:lnTo>
                    <a:lnTo>
                      <a:pt x="5357" y="1339"/>
                    </a:lnTo>
                    <a:lnTo>
                      <a:pt x="5023" y="1256"/>
                    </a:lnTo>
                    <a:lnTo>
                      <a:pt x="4939" y="1088"/>
                    </a:lnTo>
                    <a:lnTo>
                      <a:pt x="4813" y="963"/>
                    </a:lnTo>
                    <a:lnTo>
                      <a:pt x="4667" y="942"/>
                    </a:lnTo>
                    <a:lnTo>
                      <a:pt x="4311" y="565"/>
                    </a:lnTo>
                    <a:lnTo>
                      <a:pt x="4186" y="314"/>
                    </a:lnTo>
                    <a:lnTo>
                      <a:pt x="4081" y="293"/>
                    </a:lnTo>
                    <a:lnTo>
                      <a:pt x="3935" y="147"/>
                    </a:lnTo>
                    <a:lnTo>
                      <a:pt x="3914" y="126"/>
                    </a:lnTo>
                    <a:lnTo>
                      <a:pt x="3809" y="21"/>
                    </a:lnTo>
                    <a:lnTo>
                      <a:pt x="3181" y="21"/>
                    </a:lnTo>
                    <a:lnTo>
                      <a:pt x="3077" y="147"/>
                    </a:lnTo>
                    <a:lnTo>
                      <a:pt x="3077" y="251"/>
                    </a:lnTo>
                    <a:lnTo>
                      <a:pt x="2993" y="356"/>
                    </a:lnTo>
                    <a:lnTo>
                      <a:pt x="2993" y="460"/>
                    </a:lnTo>
                    <a:lnTo>
                      <a:pt x="2951" y="544"/>
                    </a:lnTo>
                    <a:lnTo>
                      <a:pt x="2888" y="460"/>
                    </a:lnTo>
                    <a:lnTo>
                      <a:pt x="2826" y="230"/>
                    </a:lnTo>
                    <a:lnTo>
                      <a:pt x="2784" y="84"/>
                    </a:lnTo>
                    <a:lnTo>
                      <a:pt x="2679" y="42"/>
                    </a:lnTo>
                    <a:lnTo>
                      <a:pt x="2470" y="105"/>
                    </a:lnTo>
                    <a:lnTo>
                      <a:pt x="2344" y="84"/>
                    </a:lnTo>
                    <a:lnTo>
                      <a:pt x="2240" y="105"/>
                    </a:lnTo>
                    <a:lnTo>
                      <a:pt x="2093" y="126"/>
                    </a:lnTo>
                    <a:lnTo>
                      <a:pt x="194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0" name="Google Shape;7745;p67">
                <a:extLst>
                  <a:ext uri="{FF2B5EF4-FFF2-40B4-BE49-F238E27FC236}">
                    <a16:creationId xmlns:a16="http://schemas.microsoft.com/office/drawing/2014/main" id="{6FCCFDF4-86AC-F2AF-137B-C53294A1BDA3}"/>
                  </a:ext>
                </a:extLst>
              </p:cNvPr>
              <p:cNvSpPr/>
              <p:nvPr/>
            </p:nvSpPr>
            <p:spPr>
              <a:xfrm>
                <a:off x="2804875" y="4134625"/>
                <a:ext cx="51800" cy="36100"/>
              </a:xfrm>
              <a:custGeom>
                <a:avLst/>
                <a:gdLst/>
                <a:ahLst/>
                <a:cxnLst/>
                <a:rect l="l" t="t" r="r" b="b"/>
                <a:pathLst>
                  <a:path w="2072" h="1444" extrusionOk="0">
                    <a:moveTo>
                      <a:pt x="0" y="0"/>
                    </a:moveTo>
                    <a:lnTo>
                      <a:pt x="272" y="1067"/>
                    </a:lnTo>
                    <a:lnTo>
                      <a:pt x="314" y="1067"/>
                    </a:lnTo>
                    <a:lnTo>
                      <a:pt x="502" y="1046"/>
                    </a:lnTo>
                    <a:lnTo>
                      <a:pt x="670" y="1046"/>
                    </a:lnTo>
                    <a:lnTo>
                      <a:pt x="816" y="1004"/>
                    </a:lnTo>
                    <a:lnTo>
                      <a:pt x="816" y="1046"/>
                    </a:lnTo>
                    <a:lnTo>
                      <a:pt x="712" y="1067"/>
                    </a:lnTo>
                    <a:lnTo>
                      <a:pt x="565" y="1130"/>
                    </a:lnTo>
                    <a:lnTo>
                      <a:pt x="293" y="1130"/>
                    </a:lnTo>
                    <a:lnTo>
                      <a:pt x="356" y="1360"/>
                    </a:lnTo>
                    <a:lnTo>
                      <a:pt x="398" y="1360"/>
                    </a:lnTo>
                    <a:lnTo>
                      <a:pt x="607" y="1276"/>
                    </a:lnTo>
                    <a:lnTo>
                      <a:pt x="837" y="1297"/>
                    </a:lnTo>
                    <a:lnTo>
                      <a:pt x="1005" y="1276"/>
                    </a:lnTo>
                    <a:lnTo>
                      <a:pt x="1235" y="1297"/>
                    </a:lnTo>
                    <a:lnTo>
                      <a:pt x="1360" y="1381"/>
                    </a:lnTo>
                    <a:lnTo>
                      <a:pt x="1507" y="1444"/>
                    </a:lnTo>
                    <a:lnTo>
                      <a:pt x="1632" y="1402"/>
                    </a:lnTo>
                    <a:lnTo>
                      <a:pt x="1737" y="1297"/>
                    </a:lnTo>
                    <a:lnTo>
                      <a:pt x="1758" y="1193"/>
                    </a:lnTo>
                    <a:lnTo>
                      <a:pt x="1883" y="1151"/>
                    </a:lnTo>
                    <a:lnTo>
                      <a:pt x="1946" y="1193"/>
                    </a:lnTo>
                    <a:lnTo>
                      <a:pt x="2072" y="1130"/>
                    </a:lnTo>
                    <a:lnTo>
                      <a:pt x="2072" y="1004"/>
                    </a:lnTo>
                    <a:lnTo>
                      <a:pt x="1967" y="983"/>
                    </a:lnTo>
                    <a:lnTo>
                      <a:pt x="1758" y="1046"/>
                    </a:lnTo>
                    <a:lnTo>
                      <a:pt x="1632" y="1004"/>
                    </a:lnTo>
                    <a:lnTo>
                      <a:pt x="1507" y="879"/>
                    </a:lnTo>
                    <a:lnTo>
                      <a:pt x="1318" y="837"/>
                    </a:lnTo>
                    <a:lnTo>
                      <a:pt x="1256" y="774"/>
                    </a:lnTo>
                    <a:lnTo>
                      <a:pt x="816" y="628"/>
                    </a:lnTo>
                    <a:lnTo>
                      <a:pt x="691" y="607"/>
                    </a:lnTo>
                    <a:lnTo>
                      <a:pt x="691" y="460"/>
                    </a:lnTo>
                    <a:lnTo>
                      <a:pt x="565" y="335"/>
                    </a:lnTo>
                    <a:lnTo>
                      <a:pt x="398" y="314"/>
                    </a:lnTo>
                    <a:lnTo>
                      <a:pt x="314" y="126"/>
                    </a:lnTo>
                    <a:lnTo>
                      <a:pt x="272" y="21"/>
                    </a:lnTo>
                    <a:lnTo>
                      <a:pt x="105" y="42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16" name="Google Shape;7746;p67">
              <a:extLst>
                <a:ext uri="{FF2B5EF4-FFF2-40B4-BE49-F238E27FC236}">
                  <a16:creationId xmlns:a16="http://schemas.microsoft.com/office/drawing/2014/main" id="{B977560E-9719-C9CB-96E8-C7F43C2F8EDE}"/>
                </a:ext>
              </a:extLst>
            </p:cNvPr>
            <p:cNvSpPr/>
            <p:nvPr/>
          </p:nvSpPr>
          <p:spPr>
            <a:xfrm>
              <a:off x="5404100" y="2847275"/>
              <a:ext cx="26175" cy="61250"/>
            </a:xfrm>
            <a:custGeom>
              <a:avLst/>
              <a:gdLst/>
              <a:ahLst/>
              <a:cxnLst/>
              <a:rect l="l" t="t" r="r" b="b"/>
              <a:pathLst>
                <a:path w="1047" h="2450" extrusionOk="0">
                  <a:moveTo>
                    <a:pt x="691" y="1"/>
                  </a:moveTo>
                  <a:lnTo>
                    <a:pt x="628" y="43"/>
                  </a:lnTo>
                  <a:lnTo>
                    <a:pt x="628" y="127"/>
                  </a:lnTo>
                  <a:lnTo>
                    <a:pt x="524" y="147"/>
                  </a:lnTo>
                  <a:lnTo>
                    <a:pt x="398" y="315"/>
                  </a:lnTo>
                  <a:lnTo>
                    <a:pt x="294" y="482"/>
                  </a:lnTo>
                  <a:lnTo>
                    <a:pt x="315" y="545"/>
                  </a:lnTo>
                  <a:lnTo>
                    <a:pt x="294" y="629"/>
                  </a:lnTo>
                  <a:lnTo>
                    <a:pt x="231" y="671"/>
                  </a:lnTo>
                  <a:lnTo>
                    <a:pt x="105" y="880"/>
                  </a:lnTo>
                  <a:lnTo>
                    <a:pt x="63" y="1110"/>
                  </a:lnTo>
                  <a:lnTo>
                    <a:pt x="1" y="1152"/>
                  </a:lnTo>
                  <a:lnTo>
                    <a:pt x="63" y="1194"/>
                  </a:lnTo>
                  <a:lnTo>
                    <a:pt x="63" y="1424"/>
                  </a:lnTo>
                  <a:lnTo>
                    <a:pt x="84" y="1675"/>
                  </a:lnTo>
                  <a:lnTo>
                    <a:pt x="126" y="1696"/>
                  </a:lnTo>
                  <a:lnTo>
                    <a:pt x="168" y="1780"/>
                  </a:lnTo>
                  <a:lnTo>
                    <a:pt x="126" y="1780"/>
                  </a:lnTo>
                  <a:lnTo>
                    <a:pt x="105" y="1842"/>
                  </a:lnTo>
                  <a:lnTo>
                    <a:pt x="189" y="1947"/>
                  </a:lnTo>
                  <a:lnTo>
                    <a:pt x="231" y="1947"/>
                  </a:lnTo>
                  <a:lnTo>
                    <a:pt x="273" y="2031"/>
                  </a:lnTo>
                  <a:lnTo>
                    <a:pt x="419" y="2093"/>
                  </a:lnTo>
                  <a:lnTo>
                    <a:pt x="503" y="2219"/>
                  </a:lnTo>
                  <a:lnTo>
                    <a:pt x="503" y="2344"/>
                  </a:lnTo>
                  <a:lnTo>
                    <a:pt x="503" y="2449"/>
                  </a:lnTo>
                  <a:lnTo>
                    <a:pt x="587" y="2407"/>
                  </a:lnTo>
                  <a:lnTo>
                    <a:pt x="691" y="2449"/>
                  </a:lnTo>
                  <a:lnTo>
                    <a:pt x="691" y="2449"/>
                  </a:lnTo>
                  <a:lnTo>
                    <a:pt x="649" y="2324"/>
                  </a:lnTo>
                  <a:lnTo>
                    <a:pt x="691" y="2198"/>
                  </a:lnTo>
                  <a:lnTo>
                    <a:pt x="628" y="2010"/>
                  </a:lnTo>
                  <a:lnTo>
                    <a:pt x="712" y="1884"/>
                  </a:lnTo>
                  <a:lnTo>
                    <a:pt x="859" y="1675"/>
                  </a:lnTo>
                  <a:lnTo>
                    <a:pt x="859" y="1528"/>
                  </a:lnTo>
                  <a:lnTo>
                    <a:pt x="880" y="1487"/>
                  </a:lnTo>
                  <a:lnTo>
                    <a:pt x="838" y="1466"/>
                  </a:lnTo>
                  <a:lnTo>
                    <a:pt x="880" y="1256"/>
                  </a:lnTo>
                  <a:lnTo>
                    <a:pt x="880" y="1089"/>
                  </a:lnTo>
                  <a:lnTo>
                    <a:pt x="859" y="943"/>
                  </a:lnTo>
                  <a:lnTo>
                    <a:pt x="942" y="796"/>
                  </a:lnTo>
                  <a:lnTo>
                    <a:pt x="963" y="524"/>
                  </a:lnTo>
                  <a:lnTo>
                    <a:pt x="1005" y="357"/>
                  </a:lnTo>
                  <a:lnTo>
                    <a:pt x="1047" y="336"/>
                  </a:lnTo>
                  <a:lnTo>
                    <a:pt x="1026" y="252"/>
                  </a:lnTo>
                  <a:lnTo>
                    <a:pt x="921" y="168"/>
                  </a:lnTo>
                  <a:lnTo>
                    <a:pt x="880" y="168"/>
                  </a:lnTo>
                  <a:lnTo>
                    <a:pt x="817" y="43"/>
                  </a:lnTo>
                  <a:lnTo>
                    <a:pt x="69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17" name="Google Shape;7747;p67">
              <a:extLst>
                <a:ext uri="{FF2B5EF4-FFF2-40B4-BE49-F238E27FC236}">
                  <a16:creationId xmlns:a16="http://schemas.microsoft.com/office/drawing/2014/main" id="{9E26562B-5B37-F1F7-2A96-68E041F18612}"/>
                </a:ext>
              </a:extLst>
            </p:cNvPr>
            <p:cNvGrpSpPr/>
            <p:nvPr/>
          </p:nvGrpSpPr>
          <p:grpSpPr>
            <a:xfrm>
              <a:off x="3781475" y="1624825"/>
              <a:ext cx="153300" cy="166375"/>
              <a:chOff x="3781475" y="1624825"/>
              <a:chExt cx="153300" cy="166375"/>
            </a:xfrm>
            <a:grpFill/>
          </p:grpSpPr>
          <p:sp>
            <p:nvSpPr>
              <p:cNvPr id="775" name="Google Shape;7748;p67">
                <a:extLst>
                  <a:ext uri="{FF2B5EF4-FFF2-40B4-BE49-F238E27FC236}">
                    <a16:creationId xmlns:a16="http://schemas.microsoft.com/office/drawing/2014/main" id="{7A87BBAF-3D56-1B26-C7EF-6F57D1CCE81B}"/>
                  </a:ext>
                </a:extLst>
              </p:cNvPr>
              <p:cNvSpPr/>
              <p:nvPr/>
            </p:nvSpPr>
            <p:spPr>
              <a:xfrm>
                <a:off x="3845300" y="1624825"/>
                <a:ext cx="89475" cy="60700"/>
              </a:xfrm>
              <a:custGeom>
                <a:avLst/>
                <a:gdLst/>
                <a:ahLst/>
                <a:cxnLst/>
                <a:rect l="l" t="t" r="r" b="b"/>
                <a:pathLst>
                  <a:path w="3579" h="2428" extrusionOk="0">
                    <a:moveTo>
                      <a:pt x="1695" y="1"/>
                    </a:moveTo>
                    <a:lnTo>
                      <a:pt x="1674" y="84"/>
                    </a:lnTo>
                    <a:lnTo>
                      <a:pt x="1716" y="168"/>
                    </a:lnTo>
                    <a:lnTo>
                      <a:pt x="1758" y="252"/>
                    </a:lnTo>
                    <a:lnTo>
                      <a:pt x="1674" y="210"/>
                    </a:lnTo>
                    <a:lnTo>
                      <a:pt x="1611" y="168"/>
                    </a:lnTo>
                    <a:lnTo>
                      <a:pt x="1570" y="189"/>
                    </a:lnTo>
                    <a:lnTo>
                      <a:pt x="1570" y="293"/>
                    </a:lnTo>
                    <a:lnTo>
                      <a:pt x="1653" y="377"/>
                    </a:lnTo>
                    <a:lnTo>
                      <a:pt x="1653" y="482"/>
                    </a:lnTo>
                    <a:lnTo>
                      <a:pt x="1611" y="586"/>
                    </a:lnTo>
                    <a:lnTo>
                      <a:pt x="1611" y="712"/>
                    </a:lnTo>
                    <a:lnTo>
                      <a:pt x="1674" y="879"/>
                    </a:lnTo>
                    <a:lnTo>
                      <a:pt x="1653" y="984"/>
                    </a:lnTo>
                    <a:lnTo>
                      <a:pt x="1591" y="984"/>
                    </a:lnTo>
                    <a:lnTo>
                      <a:pt x="1570" y="879"/>
                    </a:lnTo>
                    <a:lnTo>
                      <a:pt x="1465" y="796"/>
                    </a:lnTo>
                    <a:lnTo>
                      <a:pt x="1360" y="733"/>
                    </a:lnTo>
                    <a:lnTo>
                      <a:pt x="1339" y="670"/>
                    </a:lnTo>
                    <a:lnTo>
                      <a:pt x="1381" y="586"/>
                    </a:lnTo>
                    <a:lnTo>
                      <a:pt x="1381" y="524"/>
                    </a:lnTo>
                    <a:lnTo>
                      <a:pt x="1298" y="503"/>
                    </a:lnTo>
                    <a:lnTo>
                      <a:pt x="1193" y="565"/>
                    </a:lnTo>
                    <a:lnTo>
                      <a:pt x="1151" y="565"/>
                    </a:lnTo>
                    <a:lnTo>
                      <a:pt x="1130" y="607"/>
                    </a:lnTo>
                    <a:lnTo>
                      <a:pt x="1026" y="670"/>
                    </a:lnTo>
                    <a:lnTo>
                      <a:pt x="942" y="628"/>
                    </a:lnTo>
                    <a:lnTo>
                      <a:pt x="942" y="586"/>
                    </a:lnTo>
                    <a:lnTo>
                      <a:pt x="942" y="524"/>
                    </a:lnTo>
                    <a:lnTo>
                      <a:pt x="879" y="524"/>
                    </a:lnTo>
                    <a:lnTo>
                      <a:pt x="816" y="461"/>
                    </a:lnTo>
                    <a:lnTo>
                      <a:pt x="775" y="356"/>
                    </a:lnTo>
                    <a:lnTo>
                      <a:pt x="712" y="314"/>
                    </a:lnTo>
                    <a:lnTo>
                      <a:pt x="649" y="356"/>
                    </a:lnTo>
                    <a:lnTo>
                      <a:pt x="565" y="273"/>
                    </a:lnTo>
                    <a:lnTo>
                      <a:pt x="607" y="189"/>
                    </a:lnTo>
                    <a:lnTo>
                      <a:pt x="565" y="84"/>
                    </a:lnTo>
                    <a:lnTo>
                      <a:pt x="523" y="63"/>
                    </a:lnTo>
                    <a:lnTo>
                      <a:pt x="461" y="147"/>
                    </a:lnTo>
                    <a:lnTo>
                      <a:pt x="440" y="293"/>
                    </a:lnTo>
                    <a:lnTo>
                      <a:pt x="461" y="419"/>
                    </a:lnTo>
                    <a:lnTo>
                      <a:pt x="544" y="565"/>
                    </a:lnTo>
                    <a:lnTo>
                      <a:pt x="565" y="712"/>
                    </a:lnTo>
                    <a:lnTo>
                      <a:pt x="523" y="733"/>
                    </a:lnTo>
                    <a:lnTo>
                      <a:pt x="440" y="649"/>
                    </a:lnTo>
                    <a:lnTo>
                      <a:pt x="419" y="545"/>
                    </a:lnTo>
                    <a:lnTo>
                      <a:pt x="398" y="524"/>
                    </a:lnTo>
                    <a:lnTo>
                      <a:pt x="398" y="628"/>
                    </a:lnTo>
                    <a:lnTo>
                      <a:pt x="419" y="754"/>
                    </a:lnTo>
                    <a:lnTo>
                      <a:pt x="461" y="837"/>
                    </a:lnTo>
                    <a:lnTo>
                      <a:pt x="461" y="921"/>
                    </a:lnTo>
                    <a:lnTo>
                      <a:pt x="440" y="1005"/>
                    </a:lnTo>
                    <a:lnTo>
                      <a:pt x="419" y="984"/>
                    </a:lnTo>
                    <a:lnTo>
                      <a:pt x="356" y="837"/>
                    </a:lnTo>
                    <a:lnTo>
                      <a:pt x="314" y="796"/>
                    </a:lnTo>
                    <a:lnTo>
                      <a:pt x="105" y="817"/>
                    </a:lnTo>
                    <a:lnTo>
                      <a:pt x="21" y="775"/>
                    </a:lnTo>
                    <a:lnTo>
                      <a:pt x="0" y="775"/>
                    </a:lnTo>
                    <a:lnTo>
                      <a:pt x="63" y="879"/>
                    </a:lnTo>
                    <a:lnTo>
                      <a:pt x="126" y="879"/>
                    </a:lnTo>
                    <a:lnTo>
                      <a:pt x="189" y="921"/>
                    </a:lnTo>
                    <a:lnTo>
                      <a:pt x="168" y="984"/>
                    </a:lnTo>
                    <a:lnTo>
                      <a:pt x="189" y="1026"/>
                    </a:lnTo>
                    <a:lnTo>
                      <a:pt x="293" y="1026"/>
                    </a:lnTo>
                    <a:lnTo>
                      <a:pt x="314" y="1068"/>
                    </a:lnTo>
                    <a:lnTo>
                      <a:pt x="168" y="1172"/>
                    </a:lnTo>
                    <a:lnTo>
                      <a:pt x="168" y="1235"/>
                    </a:lnTo>
                    <a:lnTo>
                      <a:pt x="293" y="1423"/>
                    </a:lnTo>
                    <a:lnTo>
                      <a:pt x="377" y="1444"/>
                    </a:lnTo>
                    <a:lnTo>
                      <a:pt x="461" y="1486"/>
                    </a:lnTo>
                    <a:lnTo>
                      <a:pt x="607" y="1486"/>
                    </a:lnTo>
                    <a:lnTo>
                      <a:pt x="691" y="1465"/>
                    </a:lnTo>
                    <a:lnTo>
                      <a:pt x="754" y="1528"/>
                    </a:lnTo>
                    <a:lnTo>
                      <a:pt x="816" y="1528"/>
                    </a:lnTo>
                    <a:lnTo>
                      <a:pt x="942" y="1444"/>
                    </a:lnTo>
                    <a:lnTo>
                      <a:pt x="1026" y="1423"/>
                    </a:lnTo>
                    <a:lnTo>
                      <a:pt x="1235" y="1381"/>
                    </a:lnTo>
                    <a:lnTo>
                      <a:pt x="1381" y="1381"/>
                    </a:lnTo>
                    <a:lnTo>
                      <a:pt x="1465" y="1340"/>
                    </a:lnTo>
                    <a:lnTo>
                      <a:pt x="1528" y="1340"/>
                    </a:lnTo>
                    <a:lnTo>
                      <a:pt x="1570" y="1361"/>
                    </a:lnTo>
                    <a:lnTo>
                      <a:pt x="1570" y="1423"/>
                    </a:lnTo>
                    <a:lnTo>
                      <a:pt x="1549" y="1465"/>
                    </a:lnTo>
                    <a:lnTo>
                      <a:pt x="1507" y="1549"/>
                    </a:lnTo>
                    <a:lnTo>
                      <a:pt x="1465" y="1570"/>
                    </a:lnTo>
                    <a:lnTo>
                      <a:pt x="1339" y="1549"/>
                    </a:lnTo>
                    <a:lnTo>
                      <a:pt x="1214" y="1549"/>
                    </a:lnTo>
                    <a:lnTo>
                      <a:pt x="1109" y="1528"/>
                    </a:lnTo>
                    <a:lnTo>
                      <a:pt x="1067" y="1570"/>
                    </a:lnTo>
                    <a:lnTo>
                      <a:pt x="1130" y="1591"/>
                    </a:lnTo>
                    <a:lnTo>
                      <a:pt x="1298" y="1653"/>
                    </a:lnTo>
                    <a:lnTo>
                      <a:pt x="1360" y="1695"/>
                    </a:lnTo>
                    <a:lnTo>
                      <a:pt x="1360" y="1758"/>
                    </a:lnTo>
                    <a:lnTo>
                      <a:pt x="1298" y="1758"/>
                    </a:lnTo>
                    <a:lnTo>
                      <a:pt x="1172" y="1695"/>
                    </a:lnTo>
                    <a:lnTo>
                      <a:pt x="1151" y="1758"/>
                    </a:lnTo>
                    <a:lnTo>
                      <a:pt x="1088" y="1758"/>
                    </a:lnTo>
                    <a:lnTo>
                      <a:pt x="984" y="1674"/>
                    </a:lnTo>
                    <a:lnTo>
                      <a:pt x="900" y="1653"/>
                    </a:lnTo>
                    <a:lnTo>
                      <a:pt x="754" y="1695"/>
                    </a:lnTo>
                    <a:lnTo>
                      <a:pt x="754" y="1758"/>
                    </a:lnTo>
                    <a:lnTo>
                      <a:pt x="837" y="1779"/>
                    </a:lnTo>
                    <a:lnTo>
                      <a:pt x="1047" y="1967"/>
                    </a:lnTo>
                    <a:lnTo>
                      <a:pt x="1130" y="1988"/>
                    </a:lnTo>
                    <a:lnTo>
                      <a:pt x="1235" y="1946"/>
                    </a:lnTo>
                    <a:lnTo>
                      <a:pt x="1277" y="1967"/>
                    </a:lnTo>
                    <a:lnTo>
                      <a:pt x="1339" y="2072"/>
                    </a:lnTo>
                    <a:lnTo>
                      <a:pt x="1339" y="2156"/>
                    </a:lnTo>
                    <a:lnTo>
                      <a:pt x="1423" y="2177"/>
                    </a:lnTo>
                    <a:lnTo>
                      <a:pt x="1507" y="2156"/>
                    </a:lnTo>
                    <a:lnTo>
                      <a:pt x="1674" y="2156"/>
                    </a:lnTo>
                    <a:lnTo>
                      <a:pt x="1842" y="2093"/>
                    </a:lnTo>
                    <a:lnTo>
                      <a:pt x="1946" y="2093"/>
                    </a:lnTo>
                    <a:lnTo>
                      <a:pt x="2093" y="2072"/>
                    </a:lnTo>
                    <a:lnTo>
                      <a:pt x="2093" y="2114"/>
                    </a:lnTo>
                    <a:lnTo>
                      <a:pt x="2072" y="2218"/>
                    </a:lnTo>
                    <a:lnTo>
                      <a:pt x="2093" y="2323"/>
                    </a:lnTo>
                    <a:lnTo>
                      <a:pt x="2218" y="2407"/>
                    </a:lnTo>
                    <a:lnTo>
                      <a:pt x="2365" y="2428"/>
                    </a:lnTo>
                    <a:lnTo>
                      <a:pt x="2532" y="2386"/>
                    </a:lnTo>
                    <a:lnTo>
                      <a:pt x="2574" y="2323"/>
                    </a:lnTo>
                    <a:lnTo>
                      <a:pt x="2532" y="2281"/>
                    </a:lnTo>
                    <a:lnTo>
                      <a:pt x="2532" y="2218"/>
                    </a:lnTo>
                    <a:lnTo>
                      <a:pt x="2595" y="2156"/>
                    </a:lnTo>
                    <a:lnTo>
                      <a:pt x="2699" y="2051"/>
                    </a:lnTo>
                    <a:lnTo>
                      <a:pt x="2783" y="2009"/>
                    </a:lnTo>
                    <a:lnTo>
                      <a:pt x="2846" y="2072"/>
                    </a:lnTo>
                    <a:lnTo>
                      <a:pt x="2930" y="2114"/>
                    </a:lnTo>
                    <a:lnTo>
                      <a:pt x="3034" y="2114"/>
                    </a:lnTo>
                    <a:lnTo>
                      <a:pt x="3160" y="2051"/>
                    </a:lnTo>
                    <a:lnTo>
                      <a:pt x="3202" y="1988"/>
                    </a:lnTo>
                    <a:lnTo>
                      <a:pt x="3160" y="1842"/>
                    </a:lnTo>
                    <a:lnTo>
                      <a:pt x="3139" y="1758"/>
                    </a:lnTo>
                    <a:lnTo>
                      <a:pt x="3181" y="1674"/>
                    </a:lnTo>
                    <a:lnTo>
                      <a:pt x="3264" y="1591"/>
                    </a:lnTo>
                    <a:lnTo>
                      <a:pt x="3348" y="1423"/>
                    </a:lnTo>
                    <a:lnTo>
                      <a:pt x="3432" y="1319"/>
                    </a:lnTo>
                    <a:lnTo>
                      <a:pt x="3557" y="1172"/>
                    </a:lnTo>
                    <a:lnTo>
                      <a:pt x="3578" y="1068"/>
                    </a:lnTo>
                    <a:lnTo>
                      <a:pt x="3578" y="1005"/>
                    </a:lnTo>
                    <a:lnTo>
                      <a:pt x="3557" y="900"/>
                    </a:lnTo>
                    <a:lnTo>
                      <a:pt x="3536" y="817"/>
                    </a:lnTo>
                    <a:lnTo>
                      <a:pt x="3557" y="754"/>
                    </a:lnTo>
                    <a:lnTo>
                      <a:pt x="3557" y="712"/>
                    </a:lnTo>
                    <a:lnTo>
                      <a:pt x="3516" y="691"/>
                    </a:lnTo>
                    <a:lnTo>
                      <a:pt x="3348" y="691"/>
                    </a:lnTo>
                    <a:lnTo>
                      <a:pt x="3264" y="607"/>
                    </a:lnTo>
                    <a:lnTo>
                      <a:pt x="3223" y="607"/>
                    </a:lnTo>
                    <a:lnTo>
                      <a:pt x="3034" y="628"/>
                    </a:lnTo>
                    <a:lnTo>
                      <a:pt x="2930" y="607"/>
                    </a:lnTo>
                    <a:lnTo>
                      <a:pt x="2846" y="545"/>
                    </a:lnTo>
                    <a:lnTo>
                      <a:pt x="2741" y="545"/>
                    </a:lnTo>
                    <a:lnTo>
                      <a:pt x="2679" y="503"/>
                    </a:lnTo>
                    <a:lnTo>
                      <a:pt x="2679" y="440"/>
                    </a:lnTo>
                    <a:lnTo>
                      <a:pt x="2637" y="419"/>
                    </a:lnTo>
                    <a:lnTo>
                      <a:pt x="2532" y="482"/>
                    </a:lnTo>
                    <a:lnTo>
                      <a:pt x="2532" y="419"/>
                    </a:lnTo>
                    <a:lnTo>
                      <a:pt x="2532" y="335"/>
                    </a:lnTo>
                    <a:lnTo>
                      <a:pt x="2532" y="293"/>
                    </a:lnTo>
                    <a:lnTo>
                      <a:pt x="2490" y="335"/>
                    </a:lnTo>
                    <a:lnTo>
                      <a:pt x="2469" y="440"/>
                    </a:lnTo>
                    <a:lnTo>
                      <a:pt x="2407" y="482"/>
                    </a:lnTo>
                    <a:lnTo>
                      <a:pt x="2386" y="335"/>
                    </a:lnTo>
                    <a:lnTo>
                      <a:pt x="2344" y="335"/>
                    </a:lnTo>
                    <a:lnTo>
                      <a:pt x="2302" y="398"/>
                    </a:lnTo>
                    <a:lnTo>
                      <a:pt x="2323" y="440"/>
                    </a:lnTo>
                    <a:lnTo>
                      <a:pt x="2302" y="503"/>
                    </a:lnTo>
                    <a:lnTo>
                      <a:pt x="2093" y="503"/>
                    </a:lnTo>
                    <a:lnTo>
                      <a:pt x="2093" y="607"/>
                    </a:lnTo>
                    <a:lnTo>
                      <a:pt x="2072" y="691"/>
                    </a:lnTo>
                    <a:lnTo>
                      <a:pt x="1988" y="670"/>
                    </a:lnTo>
                    <a:lnTo>
                      <a:pt x="1967" y="586"/>
                    </a:lnTo>
                    <a:lnTo>
                      <a:pt x="1925" y="586"/>
                    </a:lnTo>
                    <a:lnTo>
                      <a:pt x="1925" y="670"/>
                    </a:lnTo>
                    <a:lnTo>
                      <a:pt x="1904" y="733"/>
                    </a:lnTo>
                    <a:lnTo>
                      <a:pt x="1883" y="691"/>
                    </a:lnTo>
                    <a:lnTo>
                      <a:pt x="1883" y="607"/>
                    </a:lnTo>
                    <a:lnTo>
                      <a:pt x="1904" y="482"/>
                    </a:lnTo>
                    <a:lnTo>
                      <a:pt x="1904" y="252"/>
                    </a:lnTo>
                    <a:lnTo>
                      <a:pt x="1883" y="168"/>
                    </a:lnTo>
                    <a:lnTo>
                      <a:pt x="1779" y="84"/>
                    </a:lnTo>
                    <a:lnTo>
                      <a:pt x="1716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6" name="Google Shape;7749;p67">
                <a:extLst>
                  <a:ext uri="{FF2B5EF4-FFF2-40B4-BE49-F238E27FC236}">
                    <a16:creationId xmlns:a16="http://schemas.microsoft.com/office/drawing/2014/main" id="{5D58E4FA-84B4-29E2-BAEA-EC808A3AD028}"/>
                  </a:ext>
                </a:extLst>
              </p:cNvPr>
              <p:cNvSpPr/>
              <p:nvPr/>
            </p:nvSpPr>
            <p:spPr>
              <a:xfrm>
                <a:off x="3875625" y="1704850"/>
                <a:ext cx="21475" cy="18350"/>
              </a:xfrm>
              <a:custGeom>
                <a:avLst/>
                <a:gdLst/>
                <a:ahLst/>
                <a:cxnLst/>
                <a:rect l="l" t="t" r="r" b="b"/>
                <a:pathLst>
                  <a:path w="859" h="734" extrusionOk="0">
                    <a:moveTo>
                      <a:pt x="650" y="1"/>
                    </a:moveTo>
                    <a:lnTo>
                      <a:pt x="587" y="43"/>
                    </a:lnTo>
                    <a:lnTo>
                      <a:pt x="419" y="126"/>
                    </a:lnTo>
                    <a:lnTo>
                      <a:pt x="419" y="43"/>
                    </a:lnTo>
                    <a:lnTo>
                      <a:pt x="357" y="43"/>
                    </a:lnTo>
                    <a:lnTo>
                      <a:pt x="273" y="105"/>
                    </a:lnTo>
                    <a:lnTo>
                      <a:pt x="252" y="147"/>
                    </a:lnTo>
                    <a:lnTo>
                      <a:pt x="231" y="210"/>
                    </a:lnTo>
                    <a:lnTo>
                      <a:pt x="126" y="189"/>
                    </a:lnTo>
                    <a:lnTo>
                      <a:pt x="64" y="252"/>
                    </a:lnTo>
                    <a:lnTo>
                      <a:pt x="1" y="315"/>
                    </a:lnTo>
                    <a:lnTo>
                      <a:pt x="64" y="357"/>
                    </a:lnTo>
                    <a:lnTo>
                      <a:pt x="210" y="357"/>
                    </a:lnTo>
                    <a:lnTo>
                      <a:pt x="252" y="461"/>
                    </a:lnTo>
                    <a:lnTo>
                      <a:pt x="273" y="524"/>
                    </a:lnTo>
                    <a:lnTo>
                      <a:pt x="273" y="608"/>
                    </a:lnTo>
                    <a:lnTo>
                      <a:pt x="336" y="629"/>
                    </a:lnTo>
                    <a:lnTo>
                      <a:pt x="273" y="712"/>
                    </a:lnTo>
                    <a:lnTo>
                      <a:pt x="357" y="712"/>
                    </a:lnTo>
                    <a:lnTo>
                      <a:pt x="419" y="733"/>
                    </a:lnTo>
                    <a:lnTo>
                      <a:pt x="440" y="670"/>
                    </a:lnTo>
                    <a:lnTo>
                      <a:pt x="587" y="608"/>
                    </a:lnTo>
                    <a:lnTo>
                      <a:pt x="670" y="608"/>
                    </a:lnTo>
                    <a:lnTo>
                      <a:pt x="754" y="524"/>
                    </a:lnTo>
                    <a:lnTo>
                      <a:pt x="733" y="461"/>
                    </a:lnTo>
                    <a:lnTo>
                      <a:pt x="754" y="315"/>
                    </a:lnTo>
                    <a:lnTo>
                      <a:pt x="796" y="294"/>
                    </a:lnTo>
                    <a:lnTo>
                      <a:pt x="859" y="189"/>
                    </a:lnTo>
                    <a:lnTo>
                      <a:pt x="796" y="105"/>
                    </a:lnTo>
                    <a:lnTo>
                      <a:pt x="733" y="85"/>
                    </a:lnTo>
                    <a:lnTo>
                      <a:pt x="670" y="22"/>
                    </a:lnTo>
                    <a:lnTo>
                      <a:pt x="650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7" name="Google Shape;7750;p67">
                <a:extLst>
                  <a:ext uri="{FF2B5EF4-FFF2-40B4-BE49-F238E27FC236}">
                    <a16:creationId xmlns:a16="http://schemas.microsoft.com/office/drawing/2014/main" id="{4CF643A6-63AD-4F26-840C-06EA0E365B5A}"/>
                  </a:ext>
                </a:extLst>
              </p:cNvPr>
              <p:cNvSpPr/>
              <p:nvPr/>
            </p:nvSpPr>
            <p:spPr>
              <a:xfrm>
                <a:off x="3883475" y="1716375"/>
                <a:ext cx="39275" cy="43425"/>
              </a:xfrm>
              <a:custGeom>
                <a:avLst/>
                <a:gdLst/>
                <a:ahLst/>
                <a:cxnLst/>
                <a:rect l="l" t="t" r="r" b="b"/>
                <a:pathLst>
                  <a:path w="1571" h="1737" extrusionOk="0">
                    <a:moveTo>
                      <a:pt x="796" y="0"/>
                    </a:moveTo>
                    <a:lnTo>
                      <a:pt x="649" y="105"/>
                    </a:lnTo>
                    <a:lnTo>
                      <a:pt x="482" y="251"/>
                    </a:lnTo>
                    <a:lnTo>
                      <a:pt x="377" y="251"/>
                    </a:lnTo>
                    <a:lnTo>
                      <a:pt x="147" y="293"/>
                    </a:lnTo>
                    <a:lnTo>
                      <a:pt x="43" y="398"/>
                    </a:lnTo>
                    <a:lnTo>
                      <a:pt x="1" y="502"/>
                    </a:lnTo>
                    <a:lnTo>
                      <a:pt x="105" y="565"/>
                    </a:lnTo>
                    <a:lnTo>
                      <a:pt x="168" y="670"/>
                    </a:lnTo>
                    <a:lnTo>
                      <a:pt x="273" y="670"/>
                    </a:lnTo>
                    <a:lnTo>
                      <a:pt x="315" y="712"/>
                    </a:lnTo>
                    <a:lnTo>
                      <a:pt x="273" y="795"/>
                    </a:lnTo>
                    <a:lnTo>
                      <a:pt x="273" y="900"/>
                    </a:lnTo>
                    <a:lnTo>
                      <a:pt x="168" y="1046"/>
                    </a:lnTo>
                    <a:lnTo>
                      <a:pt x="147" y="1235"/>
                    </a:lnTo>
                    <a:lnTo>
                      <a:pt x="64" y="1297"/>
                    </a:lnTo>
                    <a:lnTo>
                      <a:pt x="105" y="1402"/>
                    </a:lnTo>
                    <a:lnTo>
                      <a:pt x="43" y="1444"/>
                    </a:lnTo>
                    <a:lnTo>
                      <a:pt x="64" y="1548"/>
                    </a:lnTo>
                    <a:lnTo>
                      <a:pt x="126" y="1548"/>
                    </a:lnTo>
                    <a:lnTo>
                      <a:pt x="210" y="1507"/>
                    </a:lnTo>
                    <a:lnTo>
                      <a:pt x="315" y="1465"/>
                    </a:lnTo>
                    <a:lnTo>
                      <a:pt x="440" y="1402"/>
                    </a:lnTo>
                    <a:lnTo>
                      <a:pt x="524" y="1402"/>
                    </a:lnTo>
                    <a:lnTo>
                      <a:pt x="587" y="1318"/>
                    </a:lnTo>
                    <a:lnTo>
                      <a:pt x="649" y="1193"/>
                    </a:lnTo>
                    <a:lnTo>
                      <a:pt x="691" y="1151"/>
                    </a:lnTo>
                    <a:lnTo>
                      <a:pt x="796" y="1151"/>
                    </a:lnTo>
                    <a:lnTo>
                      <a:pt x="838" y="1130"/>
                    </a:lnTo>
                    <a:lnTo>
                      <a:pt x="838" y="1235"/>
                    </a:lnTo>
                    <a:lnTo>
                      <a:pt x="796" y="1423"/>
                    </a:lnTo>
                    <a:lnTo>
                      <a:pt x="796" y="1548"/>
                    </a:lnTo>
                    <a:lnTo>
                      <a:pt x="754" y="1632"/>
                    </a:lnTo>
                    <a:lnTo>
                      <a:pt x="775" y="1737"/>
                    </a:lnTo>
                    <a:lnTo>
                      <a:pt x="859" y="1737"/>
                    </a:lnTo>
                    <a:lnTo>
                      <a:pt x="942" y="1653"/>
                    </a:lnTo>
                    <a:lnTo>
                      <a:pt x="942" y="1569"/>
                    </a:lnTo>
                    <a:lnTo>
                      <a:pt x="984" y="1465"/>
                    </a:lnTo>
                    <a:lnTo>
                      <a:pt x="1089" y="1423"/>
                    </a:lnTo>
                    <a:lnTo>
                      <a:pt x="1193" y="1402"/>
                    </a:lnTo>
                    <a:lnTo>
                      <a:pt x="1277" y="1151"/>
                    </a:lnTo>
                    <a:lnTo>
                      <a:pt x="1277" y="1046"/>
                    </a:lnTo>
                    <a:lnTo>
                      <a:pt x="1382" y="900"/>
                    </a:lnTo>
                    <a:lnTo>
                      <a:pt x="1507" y="837"/>
                    </a:lnTo>
                    <a:lnTo>
                      <a:pt x="1570" y="795"/>
                    </a:lnTo>
                    <a:lnTo>
                      <a:pt x="1465" y="732"/>
                    </a:lnTo>
                    <a:lnTo>
                      <a:pt x="1403" y="691"/>
                    </a:lnTo>
                    <a:lnTo>
                      <a:pt x="1298" y="628"/>
                    </a:lnTo>
                    <a:lnTo>
                      <a:pt x="1172" y="712"/>
                    </a:lnTo>
                    <a:lnTo>
                      <a:pt x="1089" y="774"/>
                    </a:lnTo>
                    <a:lnTo>
                      <a:pt x="963" y="691"/>
                    </a:lnTo>
                    <a:lnTo>
                      <a:pt x="838" y="565"/>
                    </a:lnTo>
                    <a:lnTo>
                      <a:pt x="796" y="398"/>
                    </a:lnTo>
                    <a:lnTo>
                      <a:pt x="838" y="356"/>
                    </a:lnTo>
                    <a:lnTo>
                      <a:pt x="942" y="314"/>
                    </a:lnTo>
                    <a:lnTo>
                      <a:pt x="942" y="272"/>
                    </a:lnTo>
                    <a:lnTo>
                      <a:pt x="859" y="147"/>
                    </a:lnTo>
                    <a:lnTo>
                      <a:pt x="796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8" name="Google Shape;7751;p67">
                <a:extLst>
                  <a:ext uri="{FF2B5EF4-FFF2-40B4-BE49-F238E27FC236}">
                    <a16:creationId xmlns:a16="http://schemas.microsoft.com/office/drawing/2014/main" id="{7804CA9F-8274-3C18-B207-008D6FB5E811}"/>
                  </a:ext>
                </a:extLst>
              </p:cNvPr>
              <p:cNvSpPr/>
              <p:nvPr/>
            </p:nvSpPr>
            <p:spPr>
              <a:xfrm>
                <a:off x="3781475" y="1649925"/>
                <a:ext cx="102550" cy="141275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5651" extrusionOk="0">
                    <a:moveTo>
                      <a:pt x="1988" y="1"/>
                    </a:moveTo>
                    <a:lnTo>
                      <a:pt x="1926" y="22"/>
                    </a:lnTo>
                    <a:lnTo>
                      <a:pt x="1842" y="126"/>
                    </a:lnTo>
                    <a:lnTo>
                      <a:pt x="1884" y="315"/>
                    </a:lnTo>
                    <a:lnTo>
                      <a:pt x="1821" y="419"/>
                    </a:lnTo>
                    <a:lnTo>
                      <a:pt x="1821" y="524"/>
                    </a:lnTo>
                    <a:lnTo>
                      <a:pt x="1800" y="629"/>
                    </a:lnTo>
                    <a:lnTo>
                      <a:pt x="1842" y="649"/>
                    </a:lnTo>
                    <a:lnTo>
                      <a:pt x="1884" y="733"/>
                    </a:lnTo>
                    <a:lnTo>
                      <a:pt x="1884" y="1068"/>
                    </a:lnTo>
                    <a:lnTo>
                      <a:pt x="1884" y="1235"/>
                    </a:lnTo>
                    <a:lnTo>
                      <a:pt x="1926" y="1361"/>
                    </a:lnTo>
                    <a:lnTo>
                      <a:pt x="2030" y="1507"/>
                    </a:lnTo>
                    <a:lnTo>
                      <a:pt x="2030" y="1654"/>
                    </a:lnTo>
                    <a:lnTo>
                      <a:pt x="2135" y="1779"/>
                    </a:lnTo>
                    <a:lnTo>
                      <a:pt x="2135" y="1863"/>
                    </a:lnTo>
                    <a:lnTo>
                      <a:pt x="2051" y="1863"/>
                    </a:lnTo>
                    <a:lnTo>
                      <a:pt x="2009" y="1800"/>
                    </a:lnTo>
                    <a:lnTo>
                      <a:pt x="1926" y="1612"/>
                    </a:lnTo>
                    <a:lnTo>
                      <a:pt x="1842" y="1507"/>
                    </a:lnTo>
                    <a:lnTo>
                      <a:pt x="1800" y="1507"/>
                    </a:lnTo>
                    <a:lnTo>
                      <a:pt x="1716" y="1570"/>
                    </a:lnTo>
                    <a:lnTo>
                      <a:pt x="1675" y="1549"/>
                    </a:lnTo>
                    <a:lnTo>
                      <a:pt x="1675" y="1486"/>
                    </a:lnTo>
                    <a:lnTo>
                      <a:pt x="1737" y="1403"/>
                    </a:lnTo>
                    <a:lnTo>
                      <a:pt x="1779" y="1361"/>
                    </a:lnTo>
                    <a:lnTo>
                      <a:pt x="1779" y="1256"/>
                    </a:lnTo>
                    <a:lnTo>
                      <a:pt x="1695" y="1026"/>
                    </a:lnTo>
                    <a:lnTo>
                      <a:pt x="1695" y="817"/>
                    </a:lnTo>
                    <a:lnTo>
                      <a:pt x="1675" y="733"/>
                    </a:lnTo>
                    <a:lnTo>
                      <a:pt x="1528" y="649"/>
                    </a:lnTo>
                    <a:lnTo>
                      <a:pt x="1465" y="524"/>
                    </a:lnTo>
                    <a:lnTo>
                      <a:pt x="1382" y="503"/>
                    </a:lnTo>
                    <a:lnTo>
                      <a:pt x="1319" y="545"/>
                    </a:lnTo>
                    <a:lnTo>
                      <a:pt x="1319" y="670"/>
                    </a:lnTo>
                    <a:lnTo>
                      <a:pt x="1193" y="838"/>
                    </a:lnTo>
                    <a:lnTo>
                      <a:pt x="1172" y="963"/>
                    </a:lnTo>
                    <a:lnTo>
                      <a:pt x="1193" y="1089"/>
                    </a:lnTo>
                    <a:lnTo>
                      <a:pt x="1256" y="1235"/>
                    </a:lnTo>
                    <a:lnTo>
                      <a:pt x="1277" y="1403"/>
                    </a:lnTo>
                    <a:lnTo>
                      <a:pt x="1214" y="1382"/>
                    </a:lnTo>
                    <a:lnTo>
                      <a:pt x="1172" y="1298"/>
                    </a:lnTo>
                    <a:lnTo>
                      <a:pt x="1151" y="1173"/>
                    </a:lnTo>
                    <a:lnTo>
                      <a:pt x="1172" y="1089"/>
                    </a:lnTo>
                    <a:lnTo>
                      <a:pt x="1110" y="1068"/>
                    </a:lnTo>
                    <a:lnTo>
                      <a:pt x="1068" y="984"/>
                    </a:lnTo>
                    <a:lnTo>
                      <a:pt x="1047" y="984"/>
                    </a:lnTo>
                    <a:lnTo>
                      <a:pt x="984" y="1047"/>
                    </a:lnTo>
                    <a:lnTo>
                      <a:pt x="942" y="1026"/>
                    </a:lnTo>
                    <a:lnTo>
                      <a:pt x="942" y="942"/>
                    </a:lnTo>
                    <a:lnTo>
                      <a:pt x="1047" y="859"/>
                    </a:lnTo>
                    <a:lnTo>
                      <a:pt x="1047" y="838"/>
                    </a:lnTo>
                    <a:lnTo>
                      <a:pt x="984" y="817"/>
                    </a:lnTo>
                    <a:lnTo>
                      <a:pt x="859" y="859"/>
                    </a:lnTo>
                    <a:lnTo>
                      <a:pt x="775" y="921"/>
                    </a:lnTo>
                    <a:lnTo>
                      <a:pt x="691" y="859"/>
                    </a:lnTo>
                    <a:lnTo>
                      <a:pt x="733" y="817"/>
                    </a:lnTo>
                    <a:lnTo>
                      <a:pt x="775" y="775"/>
                    </a:lnTo>
                    <a:lnTo>
                      <a:pt x="796" y="733"/>
                    </a:lnTo>
                    <a:lnTo>
                      <a:pt x="900" y="629"/>
                    </a:lnTo>
                    <a:lnTo>
                      <a:pt x="984" y="629"/>
                    </a:lnTo>
                    <a:lnTo>
                      <a:pt x="1005" y="649"/>
                    </a:lnTo>
                    <a:lnTo>
                      <a:pt x="1089" y="670"/>
                    </a:lnTo>
                    <a:lnTo>
                      <a:pt x="1151" y="608"/>
                    </a:lnTo>
                    <a:lnTo>
                      <a:pt x="1172" y="524"/>
                    </a:lnTo>
                    <a:lnTo>
                      <a:pt x="1089" y="398"/>
                    </a:lnTo>
                    <a:lnTo>
                      <a:pt x="1047" y="336"/>
                    </a:lnTo>
                    <a:lnTo>
                      <a:pt x="900" y="357"/>
                    </a:lnTo>
                    <a:lnTo>
                      <a:pt x="670" y="545"/>
                    </a:lnTo>
                    <a:lnTo>
                      <a:pt x="587" y="566"/>
                    </a:lnTo>
                    <a:lnTo>
                      <a:pt x="545" y="545"/>
                    </a:lnTo>
                    <a:lnTo>
                      <a:pt x="545" y="461"/>
                    </a:lnTo>
                    <a:lnTo>
                      <a:pt x="461" y="419"/>
                    </a:lnTo>
                    <a:lnTo>
                      <a:pt x="419" y="440"/>
                    </a:lnTo>
                    <a:lnTo>
                      <a:pt x="419" y="566"/>
                    </a:lnTo>
                    <a:lnTo>
                      <a:pt x="545" y="712"/>
                    </a:lnTo>
                    <a:lnTo>
                      <a:pt x="524" y="754"/>
                    </a:lnTo>
                    <a:lnTo>
                      <a:pt x="419" y="754"/>
                    </a:lnTo>
                    <a:lnTo>
                      <a:pt x="377" y="649"/>
                    </a:lnTo>
                    <a:lnTo>
                      <a:pt x="315" y="503"/>
                    </a:lnTo>
                    <a:lnTo>
                      <a:pt x="231" y="503"/>
                    </a:lnTo>
                    <a:lnTo>
                      <a:pt x="126" y="608"/>
                    </a:lnTo>
                    <a:lnTo>
                      <a:pt x="147" y="733"/>
                    </a:lnTo>
                    <a:lnTo>
                      <a:pt x="168" y="775"/>
                    </a:lnTo>
                    <a:lnTo>
                      <a:pt x="168" y="880"/>
                    </a:lnTo>
                    <a:lnTo>
                      <a:pt x="147" y="880"/>
                    </a:lnTo>
                    <a:lnTo>
                      <a:pt x="43" y="963"/>
                    </a:lnTo>
                    <a:lnTo>
                      <a:pt x="1" y="984"/>
                    </a:lnTo>
                    <a:lnTo>
                      <a:pt x="1" y="1089"/>
                    </a:lnTo>
                    <a:lnTo>
                      <a:pt x="22" y="1235"/>
                    </a:lnTo>
                    <a:lnTo>
                      <a:pt x="43" y="1361"/>
                    </a:lnTo>
                    <a:lnTo>
                      <a:pt x="147" y="1549"/>
                    </a:lnTo>
                    <a:lnTo>
                      <a:pt x="147" y="1612"/>
                    </a:lnTo>
                    <a:lnTo>
                      <a:pt x="231" y="1591"/>
                    </a:lnTo>
                    <a:lnTo>
                      <a:pt x="273" y="1507"/>
                    </a:lnTo>
                    <a:lnTo>
                      <a:pt x="273" y="1403"/>
                    </a:lnTo>
                    <a:lnTo>
                      <a:pt x="273" y="1298"/>
                    </a:lnTo>
                    <a:lnTo>
                      <a:pt x="335" y="1277"/>
                    </a:lnTo>
                    <a:lnTo>
                      <a:pt x="419" y="1361"/>
                    </a:lnTo>
                    <a:lnTo>
                      <a:pt x="461" y="1298"/>
                    </a:lnTo>
                    <a:lnTo>
                      <a:pt x="482" y="1340"/>
                    </a:lnTo>
                    <a:lnTo>
                      <a:pt x="440" y="1445"/>
                    </a:lnTo>
                    <a:lnTo>
                      <a:pt x="419" y="1591"/>
                    </a:lnTo>
                    <a:lnTo>
                      <a:pt x="377" y="1612"/>
                    </a:lnTo>
                    <a:lnTo>
                      <a:pt x="377" y="1675"/>
                    </a:lnTo>
                    <a:lnTo>
                      <a:pt x="482" y="1779"/>
                    </a:lnTo>
                    <a:lnTo>
                      <a:pt x="482" y="1800"/>
                    </a:lnTo>
                    <a:lnTo>
                      <a:pt x="545" y="1821"/>
                    </a:lnTo>
                    <a:lnTo>
                      <a:pt x="628" y="1821"/>
                    </a:lnTo>
                    <a:lnTo>
                      <a:pt x="649" y="1863"/>
                    </a:lnTo>
                    <a:lnTo>
                      <a:pt x="649" y="1926"/>
                    </a:lnTo>
                    <a:lnTo>
                      <a:pt x="545" y="2010"/>
                    </a:lnTo>
                    <a:lnTo>
                      <a:pt x="482" y="2010"/>
                    </a:lnTo>
                    <a:lnTo>
                      <a:pt x="482" y="1968"/>
                    </a:lnTo>
                    <a:lnTo>
                      <a:pt x="461" y="1905"/>
                    </a:lnTo>
                    <a:lnTo>
                      <a:pt x="315" y="1800"/>
                    </a:lnTo>
                    <a:lnTo>
                      <a:pt x="273" y="1821"/>
                    </a:lnTo>
                    <a:lnTo>
                      <a:pt x="273" y="1884"/>
                    </a:lnTo>
                    <a:lnTo>
                      <a:pt x="335" y="1989"/>
                    </a:lnTo>
                    <a:lnTo>
                      <a:pt x="419" y="2030"/>
                    </a:lnTo>
                    <a:lnTo>
                      <a:pt x="482" y="2093"/>
                    </a:lnTo>
                    <a:lnTo>
                      <a:pt x="482" y="2114"/>
                    </a:lnTo>
                    <a:lnTo>
                      <a:pt x="440" y="2177"/>
                    </a:lnTo>
                    <a:lnTo>
                      <a:pt x="482" y="2240"/>
                    </a:lnTo>
                    <a:lnTo>
                      <a:pt x="587" y="2302"/>
                    </a:lnTo>
                    <a:lnTo>
                      <a:pt x="670" y="2344"/>
                    </a:lnTo>
                    <a:lnTo>
                      <a:pt x="691" y="2428"/>
                    </a:lnTo>
                    <a:lnTo>
                      <a:pt x="775" y="2449"/>
                    </a:lnTo>
                    <a:lnTo>
                      <a:pt x="900" y="2449"/>
                    </a:lnTo>
                    <a:lnTo>
                      <a:pt x="942" y="2491"/>
                    </a:lnTo>
                    <a:lnTo>
                      <a:pt x="879" y="2533"/>
                    </a:lnTo>
                    <a:lnTo>
                      <a:pt x="754" y="2533"/>
                    </a:lnTo>
                    <a:lnTo>
                      <a:pt x="754" y="2637"/>
                    </a:lnTo>
                    <a:lnTo>
                      <a:pt x="796" y="2742"/>
                    </a:lnTo>
                    <a:lnTo>
                      <a:pt x="859" y="2742"/>
                    </a:lnTo>
                    <a:lnTo>
                      <a:pt x="942" y="2763"/>
                    </a:lnTo>
                    <a:lnTo>
                      <a:pt x="1068" y="2909"/>
                    </a:lnTo>
                    <a:lnTo>
                      <a:pt x="1110" y="2972"/>
                    </a:lnTo>
                    <a:lnTo>
                      <a:pt x="1068" y="3035"/>
                    </a:lnTo>
                    <a:lnTo>
                      <a:pt x="1068" y="3077"/>
                    </a:lnTo>
                    <a:lnTo>
                      <a:pt x="1382" y="3077"/>
                    </a:lnTo>
                    <a:lnTo>
                      <a:pt x="1465" y="3014"/>
                    </a:lnTo>
                    <a:lnTo>
                      <a:pt x="1465" y="2930"/>
                    </a:lnTo>
                    <a:lnTo>
                      <a:pt x="1507" y="2805"/>
                    </a:lnTo>
                    <a:lnTo>
                      <a:pt x="1591" y="2763"/>
                    </a:lnTo>
                    <a:lnTo>
                      <a:pt x="1675" y="2805"/>
                    </a:lnTo>
                    <a:lnTo>
                      <a:pt x="1675" y="2721"/>
                    </a:lnTo>
                    <a:lnTo>
                      <a:pt x="1612" y="2616"/>
                    </a:lnTo>
                    <a:lnTo>
                      <a:pt x="1570" y="2512"/>
                    </a:lnTo>
                    <a:lnTo>
                      <a:pt x="1570" y="2386"/>
                    </a:lnTo>
                    <a:lnTo>
                      <a:pt x="1528" y="2302"/>
                    </a:lnTo>
                    <a:lnTo>
                      <a:pt x="1528" y="2219"/>
                    </a:lnTo>
                    <a:lnTo>
                      <a:pt x="1591" y="2198"/>
                    </a:lnTo>
                    <a:lnTo>
                      <a:pt x="1633" y="2219"/>
                    </a:lnTo>
                    <a:lnTo>
                      <a:pt x="1695" y="2323"/>
                    </a:lnTo>
                    <a:lnTo>
                      <a:pt x="1675" y="2344"/>
                    </a:lnTo>
                    <a:lnTo>
                      <a:pt x="1695" y="2428"/>
                    </a:lnTo>
                    <a:lnTo>
                      <a:pt x="1779" y="2344"/>
                    </a:lnTo>
                    <a:lnTo>
                      <a:pt x="1779" y="2282"/>
                    </a:lnTo>
                    <a:lnTo>
                      <a:pt x="1737" y="2093"/>
                    </a:lnTo>
                    <a:lnTo>
                      <a:pt x="1800" y="2010"/>
                    </a:lnTo>
                    <a:lnTo>
                      <a:pt x="1821" y="2010"/>
                    </a:lnTo>
                    <a:lnTo>
                      <a:pt x="1884" y="2093"/>
                    </a:lnTo>
                    <a:lnTo>
                      <a:pt x="1884" y="2219"/>
                    </a:lnTo>
                    <a:lnTo>
                      <a:pt x="1926" y="2282"/>
                    </a:lnTo>
                    <a:lnTo>
                      <a:pt x="1926" y="2344"/>
                    </a:lnTo>
                    <a:lnTo>
                      <a:pt x="1842" y="2428"/>
                    </a:lnTo>
                    <a:lnTo>
                      <a:pt x="1842" y="2491"/>
                    </a:lnTo>
                    <a:lnTo>
                      <a:pt x="1884" y="2637"/>
                    </a:lnTo>
                    <a:lnTo>
                      <a:pt x="1926" y="2658"/>
                    </a:lnTo>
                    <a:lnTo>
                      <a:pt x="2009" y="2637"/>
                    </a:lnTo>
                    <a:lnTo>
                      <a:pt x="2156" y="2491"/>
                    </a:lnTo>
                    <a:lnTo>
                      <a:pt x="2219" y="2344"/>
                    </a:lnTo>
                    <a:lnTo>
                      <a:pt x="2219" y="2240"/>
                    </a:lnTo>
                    <a:lnTo>
                      <a:pt x="2239" y="2177"/>
                    </a:lnTo>
                    <a:lnTo>
                      <a:pt x="2302" y="2198"/>
                    </a:lnTo>
                    <a:lnTo>
                      <a:pt x="2344" y="2282"/>
                    </a:lnTo>
                    <a:lnTo>
                      <a:pt x="2323" y="2407"/>
                    </a:lnTo>
                    <a:lnTo>
                      <a:pt x="2260" y="2512"/>
                    </a:lnTo>
                    <a:lnTo>
                      <a:pt x="2260" y="2595"/>
                    </a:lnTo>
                    <a:lnTo>
                      <a:pt x="2344" y="2637"/>
                    </a:lnTo>
                    <a:lnTo>
                      <a:pt x="2449" y="2616"/>
                    </a:lnTo>
                    <a:lnTo>
                      <a:pt x="2532" y="2533"/>
                    </a:lnTo>
                    <a:lnTo>
                      <a:pt x="2574" y="2533"/>
                    </a:lnTo>
                    <a:lnTo>
                      <a:pt x="2574" y="2595"/>
                    </a:lnTo>
                    <a:lnTo>
                      <a:pt x="2532" y="2637"/>
                    </a:lnTo>
                    <a:lnTo>
                      <a:pt x="2428" y="2658"/>
                    </a:lnTo>
                    <a:lnTo>
                      <a:pt x="2344" y="2763"/>
                    </a:lnTo>
                    <a:lnTo>
                      <a:pt x="2156" y="2763"/>
                    </a:lnTo>
                    <a:lnTo>
                      <a:pt x="2009" y="2826"/>
                    </a:lnTo>
                    <a:lnTo>
                      <a:pt x="1988" y="2867"/>
                    </a:lnTo>
                    <a:lnTo>
                      <a:pt x="2009" y="2951"/>
                    </a:lnTo>
                    <a:lnTo>
                      <a:pt x="1884" y="3014"/>
                    </a:lnTo>
                    <a:lnTo>
                      <a:pt x="1800" y="3118"/>
                    </a:lnTo>
                    <a:lnTo>
                      <a:pt x="1716" y="3181"/>
                    </a:lnTo>
                    <a:lnTo>
                      <a:pt x="1675" y="3181"/>
                    </a:lnTo>
                    <a:lnTo>
                      <a:pt x="1570" y="3244"/>
                    </a:lnTo>
                    <a:lnTo>
                      <a:pt x="1570" y="3328"/>
                    </a:lnTo>
                    <a:lnTo>
                      <a:pt x="1507" y="3349"/>
                    </a:lnTo>
                    <a:lnTo>
                      <a:pt x="1486" y="3265"/>
                    </a:lnTo>
                    <a:lnTo>
                      <a:pt x="1465" y="3223"/>
                    </a:lnTo>
                    <a:lnTo>
                      <a:pt x="1382" y="3265"/>
                    </a:lnTo>
                    <a:lnTo>
                      <a:pt x="1298" y="3286"/>
                    </a:lnTo>
                    <a:lnTo>
                      <a:pt x="1298" y="3349"/>
                    </a:lnTo>
                    <a:lnTo>
                      <a:pt x="1277" y="3390"/>
                    </a:lnTo>
                    <a:lnTo>
                      <a:pt x="1319" y="3579"/>
                    </a:lnTo>
                    <a:lnTo>
                      <a:pt x="1319" y="3704"/>
                    </a:lnTo>
                    <a:lnTo>
                      <a:pt x="1361" y="3746"/>
                    </a:lnTo>
                    <a:lnTo>
                      <a:pt x="1465" y="3746"/>
                    </a:lnTo>
                    <a:lnTo>
                      <a:pt x="1528" y="3704"/>
                    </a:lnTo>
                    <a:lnTo>
                      <a:pt x="1633" y="3683"/>
                    </a:lnTo>
                    <a:lnTo>
                      <a:pt x="1695" y="3662"/>
                    </a:lnTo>
                    <a:lnTo>
                      <a:pt x="1779" y="3662"/>
                    </a:lnTo>
                    <a:lnTo>
                      <a:pt x="1842" y="3642"/>
                    </a:lnTo>
                    <a:lnTo>
                      <a:pt x="1926" y="3537"/>
                    </a:lnTo>
                    <a:lnTo>
                      <a:pt x="1988" y="3537"/>
                    </a:lnTo>
                    <a:lnTo>
                      <a:pt x="2009" y="3495"/>
                    </a:lnTo>
                    <a:lnTo>
                      <a:pt x="2114" y="3495"/>
                    </a:lnTo>
                    <a:lnTo>
                      <a:pt x="2135" y="3537"/>
                    </a:lnTo>
                    <a:lnTo>
                      <a:pt x="2428" y="3537"/>
                    </a:lnTo>
                    <a:lnTo>
                      <a:pt x="2470" y="3474"/>
                    </a:lnTo>
                    <a:lnTo>
                      <a:pt x="2553" y="3432"/>
                    </a:lnTo>
                    <a:lnTo>
                      <a:pt x="2616" y="3432"/>
                    </a:lnTo>
                    <a:lnTo>
                      <a:pt x="2616" y="3495"/>
                    </a:lnTo>
                    <a:lnTo>
                      <a:pt x="2553" y="3537"/>
                    </a:lnTo>
                    <a:lnTo>
                      <a:pt x="2532" y="3600"/>
                    </a:lnTo>
                    <a:lnTo>
                      <a:pt x="2449" y="3600"/>
                    </a:lnTo>
                    <a:lnTo>
                      <a:pt x="2407" y="3642"/>
                    </a:lnTo>
                    <a:lnTo>
                      <a:pt x="2239" y="3642"/>
                    </a:lnTo>
                    <a:lnTo>
                      <a:pt x="2135" y="3683"/>
                    </a:lnTo>
                    <a:lnTo>
                      <a:pt x="1947" y="3767"/>
                    </a:lnTo>
                    <a:lnTo>
                      <a:pt x="1884" y="3767"/>
                    </a:lnTo>
                    <a:lnTo>
                      <a:pt x="1800" y="3788"/>
                    </a:lnTo>
                    <a:lnTo>
                      <a:pt x="1800" y="3809"/>
                    </a:lnTo>
                    <a:lnTo>
                      <a:pt x="1905" y="3872"/>
                    </a:lnTo>
                    <a:lnTo>
                      <a:pt x="2051" y="3893"/>
                    </a:lnTo>
                    <a:lnTo>
                      <a:pt x="2135" y="3893"/>
                    </a:lnTo>
                    <a:lnTo>
                      <a:pt x="2239" y="3976"/>
                    </a:lnTo>
                    <a:lnTo>
                      <a:pt x="2239" y="4018"/>
                    </a:lnTo>
                    <a:lnTo>
                      <a:pt x="2030" y="4018"/>
                    </a:lnTo>
                    <a:lnTo>
                      <a:pt x="1947" y="4060"/>
                    </a:lnTo>
                    <a:lnTo>
                      <a:pt x="1905" y="4018"/>
                    </a:lnTo>
                    <a:lnTo>
                      <a:pt x="1800" y="3997"/>
                    </a:lnTo>
                    <a:lnTo>
                      <a:pt x="1779" y="4060"/>
                    </a:lnTo>
                    <a:lnTo>
                      <a:pt x="1737" y="4060"/>
                    </a:lnTo>
                    <a:lnTo>
                      <a:pt x="1695" y="3997"/>
                    </a:lnTo>
                    <a:lnTo>
                      <a:pt x="1633" y="3914"/>
                    </a:lnTo>
                    <a:lnTo>
                      <a:pt x="1570" y="3893"/>
                    </a:lnTo>
                    <a:lnTo>
                      <a:pt x="1423" y="3997"/>
                    </a:lnTo>
                    <a:lnTo>
                      <a:pt x="1423" y="4018"/>
                    </a:lnTo>
                    <a:lnTo>
                      <a:pt x="1486" y="4102"/>
                    </a:lnTo>
                    <a:lnTo>
                      <a:pt x="1507" y="4165"/>
                    </a:lnTo>
                    <a:lnTo>
                      <a:pt x="1486" y="4227"/>
                    </a:lnTo>
                    <a:lnTo>
                      <a:pt x="1507" y="4227"/>
                    </a:lnTo>
                    <a:lnTo>
                      <a:pt x="1486" y="4290"/>
                    </a:lnTo>
                    <a:lnTo>
                      <a:pt x="1507" y="4332"/>
                    </a:lnTo>
                    <a:lnTo>
                      <a:pt x="1591" y="4395"/>
                    </a:lnTo>
                    <a:lnTo>
                      <a:pt x="1591" y="4437"/>
                    </a:lnTo>
                    <a:lnTo>
                      <a:pt x="1612" y="4499"/>
                    </a:lnTo>
                    <a:lnTo>
                      <a:pt x="1633" y="4478"/>
                    </a:lnTo>
                    <a:lnTo>
                      <a:pt x="1716" y="4541"/>
                    </a:lnTo>
                    <a:lnTo>
                      <a:pt x="1716" y="4604"/>
                    </a:lnTo>
                    <a:lnTo>
                      <a:pt x="1779" y="4688"/>
                    </a:lnTo>
                    <a:lnTo>
                      <a:pt x="1800" y="4646"/>
                    </a:lnTo>
                    <a:lnTo>
                      <a:pt x="1884" y="4688"/>
                    </a:lnTo>
                    <a:lnTo>
                      <a:pt x="1926" y="4751"/>
                    </a:lnTo>
                    <a:lnTo>
                      <a:pt x="1988" y="4792"/>
                    </a:lnTo>
                    <a:lnTo>
                      <a:pt x="1988" y="4855"/>
                    </a:lnTo>
                    <a:lnTo>
                      <a:pt x="2114" y="4960"/>
                    </a:lnTo>
                    <a:lnTo>
                      <a:pt x="2239" y="4918"/>
                    </a:lnTo>
                    <a:lnTo>
                      <a:pt x="2260" y="4834"/>
                    </a:lnTo>
                    <a:lnTo>
                      <a:pt x="2323" y="4834"/>
                    </a:lnTo>
                    <a:lnTo>
                      <a:pt x="2344" y="4897"/>
                    </a:lnTo>
                    <a:lnTo>
                      <a:pt x="2428" y="4855"/>
                    </a:lnTo>
                    <a:lnTo>
                      <a:pt x="2449" y="4897"/>
                    </a:lnTo>
                    <a:lnTo>
                      <a:pt x="2449" y="4960"/>
                    </a:lnTo>
                    <a:lnTo>
                      <a:pt x="2407" y="5023"/>
                    </a:lnTo>
                    <a:lnTo>
                      <a:pt x="2344" y="5023"/>
                    </a:lnTo>
                    <a:lnTo>
                      <a:pt x="2239" y="5106"/>
                    </a:lnTo>
                    <a:lnTo>
                      <a:pt x="2239" y="5148"/>
                    </a:lnTo>
                    <a:lnTo>
                      <a:pt x="2428" y="5336"/>
                    </a:lnTo>
                    <a:lnTo>
                      <a:pt x="2470" y="5357"/>
                    </a:lnTo>
                    <a:lnTo>
                      <a:pt x="2532" y="5420"/>
                    </a:lnTo>
                    <a:lnTo>
                      <a:pt x="2512" y="5567"/>
                    </a:lnTo>
                    <a:lnTo>
                      <a:pt x="2532" y="5650"/>
                    </a:lnTo>
                    <a:lnTo>
                      <a:pt x="2574" y="5650"/>
                    </a:lnTo>
                    <a:lnTo>
                      <a:pt x="2616" y="5587"/>
                    </a:lnTo>
                    <a:lnTo>
                      <a:pt x="2658" y="5567"/>
                    </a:lnTo>
                    <a:lnTo>
                      <a:pt x="2721" y="5650"/>
                    </a:lnTo>
                    <a:lnTo>
                      <a:pt x="2784" y="5629"/>
                    </a:lnTo>
                    <a:lnTo>
                      <a:pt x="2867" y="5525"/>
                    </a:lnTo>
                    <a:lnTo>
                      <a:pt x="2888" y="5420"/>
                    </a:lnTo>
                    <a:lnTo>
                      <a:pt x="2930" y="5357"/>
                    </a:lnTo>
                    <a:lnTo>
                      <a:pt x="2930" y="5315"/>
                    </a:lnTo>
                    <a:lnTo>
                      <a:pt x="2867" y="5148"/>
                    </a:lnTo>
                    <a:lnTo>
                      <a:pt x="2846" y="5023"/>
                    </a:lnTo>
                    <a:lnTo>
                      <a:pt x="2888" y="4939"/>
                    </a:lnTo>
                    <a:lnTo>
                      <a:pt x="2951" y="4855"/>
                    </a:lnTo>
                    <a:lnTo>
                      <a:pt x="2951" y="4499"/>
                    </a:lnTo>
                    <a:lnTo>
                      <a:pt x="2972" y="4395"/>
                    </a:lnTo>
                    <a:lnTo>
                      <a:pt x="2972" y="4311"/>
                    </a:lnTo>
                    <a:lnTo>
                      <a:pt x="3056" y="4227"/>
                    </a:lnTo>
                    <a:lnTo>
                      <a:pt x="3056" y="4206"/>
                    </a:lnTo>
                    <a:lnTo>
                      <a:pt x="2972" y="4165"/>
                    </a:lnTo>
                    <a:lnTo>
                      <a:pt x="3056" y="4060"/>
                    </a:lnTo>
                    <a:lnTo>
                      <a:pt x="3181" y="4081"/>
                    </a:lnTo>
                    <a:lnTo>
                      <a:pt x="3202" y="4081"/>
                    </a:lnTo>
                    <a:lnTo>
                      <a:pt x="3244" y="3976"/>
                    </a:lnTo>
                    <a:lnTo>
                      <a:pt x="3244" y="3809"/>
                    </a:lnTo>
                    <a:lnTo>
                      <a:pt x="3265" y="3683"/>
                    </a:lnTo>
                    <a:lnTo>
                      <a:pt x="3265" y="3558"/>
                    </a:lnTo>
                    <a:lnTo>
                      <a:pt x="3181" y="3432"/>
                    </a:lnTo>
                    <a:lnTo>
                      <a:pt x="3181" y="3286"/>
                    </a:lnTo>
                    <a:lnTo>
                      <a:pt x="3244" y="3265"/>
                    </a:lnTo>
                    <a:lnTo>
                      <a:pt x="3348" y="3328"/>
                    </a:lnTo>
                    <a:lnTo>
                      <a:pt x="3390" y="3223"/>
                    </a:lnTo>
                    <a:lnTo>
                      <a:pt x="3369" y="3181"/>
                    </a:lnTo>
                    <a:lnTo>
                      <a:pt x="3369" y="3056"/>
                    </a:lnTo>
                    <a:lnTo>
                      <a:pt x="3390" y="2951"/>
                    </a:lnTo>
                    <a:lnTo>
                      <a:pt x="3369" y="2742"/>
                    </a:lnTo>
                    <a:lnTo>
                      <a:pt x="3348" y="2616"/>
                    </a:lnTo>
                    <a:lnTo>
                      <a:pt x="3369" y="2554"/>
                    </a:lnTo>
                    <a:lnTo>
                      <a:pt x="3495" y="2449"/>
                    </a:lnTo>
                    <a:lnTo>
                      <a:pt x="3495" y="2386"/>
                    </a:lnTo>
                    <a:lnTo>
                      <a:pt x="3474" y="2323"/>
                    </a:lnTo>
                    <a:lnTo>
                      <a:pt x="3474" y="2282"/>
                    </a:lnTo>
                    <a:lnTo>
                      <a:pt x="3579" y="2282"/>
                    </a:lnTo>
                    <a:lnTo>
                      <a:pt x="3725" y="2135"/>
                    </a:lnTo>
                    <a:lnTo>
                      <a:pt x="3830" y="2135"/>
                    </a:lnTo>
                    <a:lnTo>
                      <a:pt x="3934" y="2114"/>
                    </a:lnTo>
                    <a:lnTo>
                      <a:pt x="3997" y="2219"/>
                    </a:lnTo>
                    <a:lnTo>
                      <a:pt x="4039" y="2198"/>
                    </a:lnTo>
                    <a:lnTo>
                      <a:pt x="4081" y="2114"/>
                    </a:lnTo>
                    <a:lnTo>
                      <a:pt x="4102" y="2072"/>
                    </a:lnTo>
                    <a:lnTo>
                      <a:pt x="4102" y="1926"/>
                    </a:lnTo>
                    <a:lnTo>
                      <a:pt x="4018" y="1905"/>
                    </a:lnTo>
                    <a:lnTo>
                      <a:pt x="3767" y="1821"/>
                    </a:lnTo>
                    <a:lnTo>
                      <a:pt x="3662" y="1779"/>
                    </a:lnTo>
                    <a:lnTo>
                      <a:pt x="3495" y="1612"/>
                    </a:lnTo>
                    <a:lnTo>
                      <a:pt x="3411" y="1570"/>
                    </a:lnTo>
                    <a:lnTo>
                      <a:pt x="3286" y="1382"/>
                    </a:lnTo>
                    <a:lnTo>
                      <a:pt x="3244" y="1361"/>
                    </a:lnTo>
                    <a:lnTo>
                      <a:pt x="3097" y="1361"/>
                    </a:lnTo>
                    <a:lnTo>
                      <a:pt x="3056" y="1277"/>
                    </a:lnTo>
                    <a:lnTo>
                      <a:pt x="3056" y="1193"/>
                    </a:lnTo>
                    <a:lnTo>
                      <a:pt x="2972" y="942"/>
                    </a:lnTo>
                    <a:lnTo>
                      <a:pt x="2888" y="733"/>
                    </a:lnTo>
                    <a:lnTo>
                      <a:pt x="2742" y="608"/>
                    </a:lnTo>
                    <a:lnTo>
                      <a:pt x="2658" y="670"/>
                    </a:lnTo>
                    <a:lnTo>
                      <a:pt x="2637" y="775"/>
                    </a:lnTo>
                    <a:lnTo>
                      <a:pt x="2658" y="984"/>
                    </a:lnTo>
                    <a:lnTo>
                      <a:pt x="2658" y="1131"/>
                    </a:lnTo>
                    <a:lnTo>
                      <a:pt x="2574" y="1193"/>
                    </a:lnTo>
                    <a:lnTo>
                      <a:pt x="2553" y="1173"/>
                    </a:lnTo>
                    <a:lnTo>
                      <a:pt x="2553" y="1131"/>
                    </a:lnTo>
                    <a:lnTo>
                      <a:pt x="2553" y="963"/>
                    </a:lnTo>
                    <a:lnTo>
                      <a:pt x="2553" y="733"/>
                    </a:lnTo>
                    <a:lnTo>
                      <a:pt x="2616" y="670"/>
                    </a:lnTo>
                    <a:lnTo>
                      <a:pt x="2616" y="545"/>
                    </a:lnTo>
                    <a:lnTo>
                      <a:pt x="2553" y="419"/>
                    </a:lnTo>
                    <a:lnTo>
                      <a:pt x="2449" y="231"/>
                    </a:lnTo>
                    <a:lnTo>
                      <a:pt x="2344" y="189"/>
                    </a:lnTo>
                    <a:lnTo>
                      <a:pt x="2260" y="231"/>
                    </a:lnTo>
                    <a:lnTo>
                      <a:pt x="2219" y="315"/>
                    </a:lnTo>
                    <a:lnTo>
                      <a:pt x="2156" y="294"/>
                    </a:lnTo>
                    <a:lnTo>
                      <a:pt x="2135" y="147"/>
                    </a:lnTo>
                    <a:lnTo>
                      <a:pt x="2030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18" name="Google Shape;7752;p67">
              <a:extLst>
                <a:ext uri="{FF2B5EF4-FFF2-40B4-BE49-F238E27FC236}">
                  <a16:creationId xmlns:a16="http://schemas.microsoft.com/office/drawing/2014/main" id="{2F95FC68-218E-3C67-3196-98C15F79D6B3}"/>
                </a:ext>
              </a:extLst>
            </p:cNvPr>
            <p:cNvSpPr/>
            <p:nvPr/>
          </p:nvSpPr>
          <p:spPr>
            <a:xfrm>
              <a:off x="5511350" y="2436650"/>
              <a:ext cx="175250" cy="307100"/>
            </a:xfrm>
            <a:custGeom>
              <a:avLst/>
              <a:gdLst/>
              <a:ahLst/>
              <a:cxnLst/>
              <a:rect l="l" t="t" r="r" b="b"/>
              <a:pathLst>
                <a:path w="7010" h="12284" extrusionOk="0">
                  <a:moveTo>
                    <a:pt x="4122" y="1"/>
                  </a:moveTo>
                  <a:lnTo>
                    <a:pt x="4122" y="43"/>
                  </a:lnTo>
                  <a:lnTo>
                    <a:pt x="4080" y="126"/>
                  </a:lnTo>
                  <a:lnTo>
                    <a:pt x="4017" y="126"/>
                  </a:lnTo>
                  <a:lnTo>
                    <a:pt x="3996" y="147"/>
                  </a:lnTo>
                  <a:lnTo>
                    <a:pt x="4059" y="231"/>
                  </a:lnTo>
                  <a:lnTo>
                    <a:pt x="4080" y="357"/>
                  </a:lnTo>
                  <a:lnTo>
                    <a:pt x="4289" y="671"/>
                  </a:lnTo>
                  <a:lnTo>
                    <a:pt x="4331" y="796"/>
                  </a:lnTo>
                  <a:lnTo>
                    <a:pt x="4331" y="1005"/>
                  </a:lnTo>
                  <a:lnTo>
                    <a:pt x="4310" y="1089"/>
                  </a:lnTo>
                  <a:lnTo>
                    <a:pt x="4373" y="1277"/>
                  </a:lnTo>
                  <a:lnTo>
                    <a:pt x="4415" y="1382"/>
                  </a:lnTo>
                  <a:lnTo>
                    <a:pt x="4415" y="1424"/>
                  </a:lnTo>
                  <a:lnTo>
                    <a:pt x="4373" y="1424"/>
                  </a:lnTo>
                  <a:lnTo>
                    <a:pt x="4289" y="1528"/>
                  </a:lnTo>
                  <a:lnTo>
                    <a:pt x="4310" y="1633"/>
                  </a:lnTo>
                  <a:lnTo>
                    <a:pt x="4373" y="1738"/>
                  </a:lnTo>
                  <a:lnTo>
                    <a:pt x="4394" y="1800"/>
                  </a:lnTo>
                  <a:lnTo>
                    <a:pt x="4457" y="1821"/>
                  </a:lnTo>
                  <a:lnTo>
                    <a:pt x="4478" y="1905"/>
                  </a:lnTo>
                  <a:lnTo>
                    <a:pt x="4457" y="1926"/>
                  </a:lnTo>
                  <a:lnTo>
                    <a:pt x="4457" y="2010"/>
                  </a:lnTo>
                  <a:lnTo>
                    <a:pt x="4394" y="2051"/>
                  </a:lnTo>
                  <a:lnTo>
                    <a:pt x="4206" y="2031"/>
                  </a:lnTo>
                  <a:lnTo>
                    <a:pt x="4017" y="1926"/>
                  </a:lnTo>
                  <a:lnTo>
                    <a:pt x="3955" y="1947"/>
                  </a:lnTo>
                  <a:lnTo>
                    <a:pt x="3892" y="2031"/>
                  </a:lnTo>
                  <a:lnTo>
                    <a:pt x="3913" y="2093"/>
                  </a:lnTo>
                  <a:lnTo>
                    <a:pt x="3976" y="2093"/>
                  </a:lnTo>
                  <a:lnTo>
                    <a:pt x="4080" y="2156"/>
                  </a:lnTo>
                  <a:lnTo>
                    <a:pt x="4080" y="2219"/>
                  </a:lnTo>
                  <a:lnTo>
                    <a:pt x="4017" y="2261"/>
                  </a:lnTo>
                  <a:lnTo>
                    <a:pt x="3976" y="2365"/>
                  </a:lnTo>
                  <a:lnTo>
                    <a:pt x="3892" y="2407"/>
                  </a:lnTo>
                  <a:lnTo>
                    <a:pt x="3871" y="2449"/>
                  </a:lnTo>
                  <a:lnTo>
                    <a:pt x="3787" y="2470"/>
                  </a:lnTo>
                  <a:lnTo>
                    <a:pt x="3745" y="2575"/>
                  </a:lnTo>
                  <a:lnTo>
                    <a:pt x="3766" y="2679"/>
                  </a:lnTo>
                  <a:lnTo>
                    <a:pt x="3766" y="2847"/>
                  </a:lnTo>
                  <a:lnTo>
                    <a:pt x="3787" y="2930"/>
                  </a:lnTo>
                  <a:lnTo>
                    <a:pt x="3871" y="2930"/>
                  </a:lnTo>
                  <a:lnTo>
                    <a:pt x="3976" y="2993"/>
                  </a:lnTo>
                  <a:lnTo>
                    <a:pt x="4059" y="3077"/>
                  </a:lnTo>
                  <a:lnTo>
                    <a:pt x="4122" y="3286"/>
                  </a:lnTo>
                  <a:lnTo>
                    <a:pt x="4164" y="3495"/>
                  </a:lnTo>
                  <a:lnTo>
                    <a:pt x="4122" y="3516"/>
                  </a:lnTo>
                  <a:lnTo>
                    <a:pt x="4185" y="3621"/>
                  </a:lnTo>
                  <a:lnTo>
                    <a:pt x="4289" y="3684"/>
                  </a:lnTo>
                  <a:lnTo>
                    <a:pt x="4415" y="3516"/>
                  </a:lnTo>
                  <a:lnTo>
                    <a:pt x="4478" y="3412"/>
                  </a:lnTo>
                  <a:lnTo>
                    <a:pt x="4478" y="3349"/>
                  </a:lnTo>
                  <a:lnTo>
                    <a:pt x="4520" y="3286"/>
                  </a:lnTo>
                  <a:lnTo>
                    <a:pt x="4540" y="3286"/>
                  </a:lnTo>
                  <a:cubicBezTo>
                    <a:pt x="4624" y="3370"/>
                    <a:pt x="4708" y="3453"/>
                    <a:pt x="4729" y="3558"/>
                  </a:cubicBezTo>
                  <a:lnTo>
                    <a:pt x="4729" y="3579"/>
                  </a:lnTo>
                  <a:lnTo>
                    <a:pt x="4687" y="3704"/>
                  </a:lnTo>
                  <a:lnTo>
                    <a:pt x="4687" y="3809"/>
                  </a:lnTo>
                  <a:lnTo>
                    <a:pt x="4729" y="3872"/>
                  </a:lnTo>
                  <a:lnTo>
                    <a:pt x="4792" y="3830"/>
                  </a:lnTo>
                  <a:lnTo>
                    <a:pt x="4917" y="3725"/>
                  </a:lnTo>
                  <a:lnTo>
                    <a:pt x="4980" y="3872"/>
                  </a:lnTo>
                  <a:lnTo>
                    <a:pt x="4917" y="3976"/>
                  </a:lnTo>
                  <a:lnTo>
                    <a:pt x="4833" y="4018"/>
                  </a:lnTo>
                  <a:lnTo>
                    <a:pt x="4771" y="3976"/>
                  </a:lnTo>
                  <a:lnTo>
                    <a:pt x="4792" y="4102"/>
                  </a:lnTo>
                  <a:lnTo>
                    <a:pt x="4729" y="4144"/>
                  </a:lnTo>
                  <a:lnTo>
                    <a:pt x="4666" y="4123"/>
                  </a:lnTo>
                  <a:lnTo>
                    <a:pt x="4624" y="4018"/>
                  </a:lnTo>
                  <a:lnTo>
                    <a:pt x="4603" y="3914"/>
                  </a:lnTo>
                  <a:lnTo>
                    <a:pt x="4582" y="3872"/>
                  </a:lnTo>
                  <a:lnTo>
                    <a:pt x="4499" y="3893"/>
                  </a:lnTo>
                  <a:lnTo>
                    <a:pt x="4457" y="3872"/>
                  </a:lnTo>
                  <a:lnTo>
                    <a:pt x="4415" y="3976"/>
                  </a:lnTo>
                  <a:lnTo>
                    <a:pt x="4478" y="4123"/>
                  </a:lnTo>
                  <a:lnTo>
                    <a:pt x="4478" y="4228"/>
                  </a:lnTo>
                  <a:lnTo>
                    <a:pt x="4394" y="4248"/>
                  </a:lnTo>
                  <a:lnTo>
                    <a:pt x="4310" y="4353"/>
                  </a:lnTo>
                  <a:lnTo>
                    <a:pt x="4310" y="4416"/>
                  </a:lnTo>
                  <a:lnTo>
                    <a:pt x="4457" y="4562"/>
                  </a:lnTo>
                  <a:lnTo>
                    <a:pt x="4499" y="4646"/>
                  </a:lnTo>
                  <a:lnTo>
                    <a:pt x="4457" y="4813"/>
                  </a:lnTo>
                  <a:lnTo>
                    <a:pt x="4373" y="4855"/>
                  </a:lnTo>
                  <a:lnTo>
                    <a:pt x="4289" y="4834"/>
                  </a:lnTo>
                  <a:lnTo>
                    <a:pt x="4268" y="4876"/>
                  </a:lnTo>
                  <a:lnTo>
                    <a:pt x="4352" y="4981"/>
                  </a:lnTo>
                  <a:lnTo>
                    <a:pt x="4415" y="4960"/>
                  </a:lnTo>
                  <a:lnTo>
                    <a:pt x="4499" y="4876"/>
                  </a:lnTo>
                  <a:lnTo>
                    <a:pt x="4603" y="5148"/>
                  </a:lnTo>
                  <a:lnTo>
                    <a:pt x="4666" y="5441"/>
                  </a:lnTo>
                  <a:lnTo>
                    <a:pt x="4624" y="5588"/>
                  </a:lnTo>
                  <a:lnTo>
                    <a:pt x="4624" y="5860"/>
                  </a:lnTo>
                  <a:lnTo>
                    <a:pt x="4520" y="6236"/>
                  </a:lnTo>
                  <a:lnTo>
                    <a:pt x="4561" y="6404"/>
                  </a:lnTo>
                  <a:lnTo>
                    <a:pt x="4499" y="6592"/>
                  </a:lnTo>
                  <a:lnTo>
                    <a:pt x="4373" y="6655"/>
                  </a:lnTo>
                  <a:lnTo>
                    <a:pt x="4310" y="6843"/>
                  </a:lnTo>
                  <a:lnTo>
                    <a:pt x="4310" y="7031"/>
                  </a:lnTo>
                  <a:lnTo>
                    <a:pt x="4248" y="7136"/>
                  </a:lnTo>
                  <a:lnTo>
                    <a:pt x="4206" y="7241"/>
                  </a:lnTo>
                  <a:lnTo>
                    <a:pt x="4080" y="7366"/>
                  </a:lnTo>
                  <a:lnTo>
                    <a:pt x="3829" y="7533"/>
                  </a:lnTo>
                  <a:lnTo>
                    <a:pt x="3724" y="7554"/>
                  </a:lnTo>
                  <a:lnTo>
                    <a:pt x="3662" y="7659"/>
                  </a:lnTo>
                  <a:lnTo>
                    <a:pt x="3536" y="7575"/>
                  </a:lnTo>
                  <a:lnTo>
                    <a:pt x="3411" y="7429"/>
                  </a:lnTo>
                  <a:lnTo>
                    <a:pt x="3411" y="7345"/>
                  </a:lnTo>
                  <a:lnTo>
                    <a:pt x="3452" y="7324"/>
                  </a:lnTo>
                  <a:lnTo>
                    <a:pt x="3515" y="7220"/>
                  </a:lnTo>
                  <a:lnTo>
                    <a:pt x="3515" y="7157"/>
                  </a:lnTo>
                  <a:lnTo>
                    <a:pt x="3578" y="7073"/>
                  </a:lnTo>
                  <a:lnTo>
                    <a:pt x="3578" y="7052"/>
                  </a:lnTo>
                  <a:lnTo>
                    <a:pt x="3452" y="7073"/>
                  </a:lnTo>
                  <a:lnTo>
                    <a:pt x="3348" y="7178"/>
                  </a:lnTo>
                  <a:lnTo>
                    <a:pt x="3222" y="7241"/>
                  </a:lnTo>
                  <a:lnTo>
                    <a:pt x="3201" y="7345"/>
                  </a:lnTo>
                  <a:lnTo>
                    <a:pt x="3264" y="7471"/>
                  </a:lnTo>
                  <a:lnTo>
                    <a:pt x="3306" y="7722"/>
                  </a:lnTo>
                  <a:lnTo>
                    <a:pt x="3264" y="7868"/>
                  </a:lnTo>
                  <a:lnTo>
                    <a:pt x="3139" y="7994"/>
                  </a:lnTo>
                  <a:lnTo>
                    <a:pt x="3139" y="8077"/>
                  </a:lnTo>
                  <a:lnTo>
                    <a:pt x="3076" y="8119"/>
                  </a:lnTo>
                  <a:lnTo>
                    <a:pt x="3055" y="8329"/>
                  </a:lnTo>
                  <a:lnTo>
                    <a:pt x="3118" y="8391"/>
                  </a:lnTo>
                  <a:lnTo>
                    <a:pt x="3118" y="8475"/>
                  </a:lnTo>
                  <a:lnTo>
                    <a:pt x="3076" y="8496"/>
                  </a:lnTo>
                  <a:lnTo>
                    <a:pt x="3118" y="8517"/>
                  </a:lnTo>
                  <a:lnTo>
                    <a:pt x="3076" y="8601"/>
                  </a:lnTo>
                  <a:lnTo>
                    <a:pt x="3034" y="8601"/>
                  </a:lnTo>
                  <a:lnTo>
                    <a:pt x="3055" y="8642"/>
                  </a:lnTo>
                  <a:lnTo>
                    <a:pt x="2992" y="8684"/>
                  </a:lnTo>
                  <a:lnTo>
                    <a:pt x="2929" y="8621"/>
                  </a:lnTo>
                  <a:lnTo>
                    <a:pt x="2846" y="8684"/>
                  </a:lnTo>
                  <a:lnTo>
                    <a:pt x="2804" y="8642"/>
                  </a:lnTo>
                  <a:lnTo>
                    <a:pt x="2762" y="8517"/>
                  </a:lnTo>
                  <a:lnTo>
                    <a:pt x="2741" y="8496"/>
                  </a:lnTo>
                  <a:lnTo>
                    <a:pt x="2657" y="8538"/>
                  </a:lnTo>
                  <a:lnTo>
                    <a:pt x="2595" y="8538"/>
                  </a:lnTo>
                  <a:lnTo>
                    <a:pt x="2553" y="8517"/>
                  </a:lnTo>
                  <a:lnTo>
                    <a:pt x="2302" y="8601"/>
                  </a:lnTo>
                  <a:lnTo>
                    <a:pt x="2176" y="8642"/>
                  </a:lnTo>
                  <a:lnTo>
                    <a:pt x="2030" y="8705"/>
                  </a:lnTo>
                  <a:lnTo>
                    <a:pt x="1883" y="8705"/>
                  </a:lnTo>
                  <a:lnTo>
                    <a:pt x="1758" y="8747"/>
                  </a:lnTo>
                  <a:lnTo>
                    <a:pt x="1695" y="8726"/>
                  </a:lnTo>
                  <a:lnTo>
                    <a:pt x="1569" y="8747"/>
                  </a:lnTo>
                  <a:lnTo>
                    <a:pt x="1360" y="8914"/>
                  </a:lnTo>
                  <a:lnTo>
                    <a:pt x="1297" y="9040"/>
                  </a:lnTo>
                  <a:lnTo>
                    <a:pt x="1235" y="9082"/>
                  </a:lnTo>
                  <a:lnTo>
                    <a:pt x="1193" y="9165"/>
                  </a:lnTo>
                  <a:lnTo>
                    <a:pt x="1046" y="9354"/>
                  </a:lnTo>
                  <a:lnTo>
                    <a:pt x="942" y="9375"/>
                  </a:lnTo>
                  <a:lnTo>
                    <a:pt x="858" y="9479"/>
                  </a:lnTo>
                  <a:lnTo>
                    <a:pt x="837" y="9563"/>
                  </a:lnTo>
                  <a:lnTo>
                    <a:pt x="753" y="9647"/>
                  </a:lnTo>
                  <a:lnTo>
                    <a:pt x="607" y="9668"/>
                  </a:lnTo>
                  <a:lnTo>
                    <a:pt x="544" y="9751"/>
                  </a:lnTo>
                  <a:lnTo>
                    <a:pt x="565" y="9940"/>
                  </a:lnTo>
                  <a:lnTo>
                    <a:pt x="628" y="9961"/>
                  </a:lnTo>
                  <a:lnTo>
                    <a:pt x="649" y="10002"/>
                  </a:lnTo>
                  <a:lnTo>
                    <a:pt x="628" y="10065"/>
                  </a:lnTo>
                  <a:lnTo>
                    <a:pt x="607" y="10044"/>
                  </a:lnTo>
                  <a:lnTo>
                    <a:pt x="481" y="10149"/>
                  </a:lnTo>
                  <a:lnTo>
                    <a:pt x="439" y="10212"/>
                  </a:lnTo>
                  <a:lnTo>
                    <a:pt x="377" y="10274"/>
                  </a:lnTo>
                  <a:lnTo>
                    <a:pt x="272" y="10379"/>
                  </a:lnTo>
                  <a:lnTo>
                    <a:pt x="209" y="10463"/>
                  </a:lnTo>
                  <a:lnTo>
                    <a:pt x="105" y="10463"/>
                  </a:lnTo>
                  <a:lnTo>
                    <a:pt x="0" y="10505"/>
                  </a:lnTo>
                  <a:lnTo>
                    <a:pt x="105" y="10505"/>
                  </a:lnTo>
                  <a:lnTo>
                    <a:pt x="167" y="10609"/>
                  </a:lnTo>
                  <a:lnTo>
                    <a:pt x="209" y="10735"/>
                  </a:lnTo>
                  <a:lnTo>
                    <a:pt x="167" y="10777"/>
                  </a:lnTo>
                  <a:lnTo>
                    <a:pt x="126" y="10693"/>
                  </a:lnTo>
                  <a:lnTo>
                    <a:pt x="84" y="10609"/>
                  </a:lnTo>
                  <a:lnTo>
                    <a:pt x="63" y="10714"/>
                  </a:lnTo>
                  <a:lnTo>
                    <a:pt x="84" y="10818"/>
                  </a:lnTo>
                  <a:lnTo>
                    <a:pt x="167" y="10839"/>
                  </a:lnTo>
                  <a:lnTo>
                    <a:pt x="167" y="10923"/>
                  </a:lnTo>
                  <a:lnTo>
                    <a:pt x="126" y="11007"/>
                  </a:lnTo>
                  <a:lnTo>
                    <a:pt x="126" y="11007"/>
                  </a:lnTo>
                  <a:lnTo>
                    <a:pt x="188" y="10965"/>
                  </a:lnTo>
                  <a:lnTo>
                    <a:pt x="230" y="10902"/>
                  </a:lnTo>
                  <a:lnTo>
                    <a:pt x="314" y="10860"/>
                  </a:lnTo>
                  <a:lnTo>
                    <a:pt x="377" y="10902"/>
                  </a:lnTo>
                  <a:lnTo>
                    <a:pt x="314" y="10944"/>
                  </a:lnTo>
                  <a:lnTo>
                    <a:pt x="377" y="10965"/>
                  </a:lnTo>
                  <a:lnTo>
                    <a:pt x="439" y="10944"/>
                  </a:lnTo>
                  <a:lnTo>
                    <a:pt x="439" y="10839"/>
                  </a:lnTo>
                  <a:lnTo>
                    <a:pt x="398" y="10798"/>
                  </a:lnTo>
                  <a:lnTo>
                    <a:pt x="293" y="10818"/>
                  </a:lnTo>
                  <a:lnTo>
                    <a:pt x="293" y="10777"/>
                  </a:lnTo>
                  <a:lnTo>
                    <a:pt x="314" y="10714"/>
                  </a:lnTo>
                  <a:lnTo>
                    <a:pt x="293" y="10630"/>
                  </a:lnTo>
                  <a:lnTo>
                    <a:pt x="335" y="10588"/>
                  </a:lnTo>
                  <a:lnTo>
                    <a:pt x="439" y="10609"/>
                  </a:lnTo>
                  <a:lnTo>
                    <a:pt x="544" y="10798"/>
                  </a:lnTo>
                  <a:lnTo>
                    <a:pt x="586" y="10923"/>
                  </a:lnTo>
                  <a:lnTo>
                    <a:pt x="628" y="10986"/>
                  </a:lnTo>
                  <a:lnTo>
                    <a:pt x="628" y="11153"/>
                  </a:lnTo>
                  <a:lnTo>
                    <a:pt x="544" y="11342"/>
                  </a:lnTo>
                  <a:lnTo>
                    <a:pt x="439" y="11342"/>
                  </a:lnTo>
                  <a:lnTo>
                    <a:pt x="481" y="11383"/>
                  </a:lnTo>
                  <a:lnTo>
                    <a:pt x="544" y="11551"/>
                  </a:lnTo>
                  <a:lnTo>
                    <a:pt x="586" y="11760"/>
                  </a:lnTo>
                  <a:lnTo>
                    <a:pt x="691" y="11865"/>
                  </a:lnTo>
                  <a:lnTo>
                    <a:pt x="691" y="11969"/>
                  </a:lnTo>
                  <a:lnTo>
                    <a:pt x="628" y="12011"/>
                  </a:lnTo>
                  <a:lnTo>
                    <a:pt x="711" y="12095"/>
                  </a:lnTo>
                  <a:lnTo>
                    <a:pt x="795" y="12095"/>
                  </a:lnTo>
                  <a:lnTo>
                    <a:pt x="858" y="12158"/>
                  </a:lnTo>
                  <a:lnTo>
                    <a:pt x="900" y="12095"/>
                  </a:lnTo>
                  <a:lnTo>
                    <a:pt x="900" y="12053"/>
                  </a:lnTo>
                  <a:lnTo>
                    <a:pt x="816" y="11906"/>
                  </a:lnTo>
                  <a:lnTo>
                    <a:pt x="816" y="11739"/>
                  </a:lnTo>
                  <a:lnTo>
                    <a:pt x="858" y="11676"/>
                  </a:lnTo>
                  <a:lnTo>
                    <a:pt x="921" y="11739"/>
                  </a:lnTo>
                  <a:lnTo>
                    <a:pt x="900" y="11781"/>
                  </a:lnTo>
                  <a:lnTo>
                    <a:pt x="900" y="11844"/>
                  </a:lnTo>
                  <a:lnTo>
                    <a:pt x="963" y="11948"/>
                  </a:lnTo>
                  <a:lnTo>
                    <a:pt x="1004" y="12095"/>
                  </a:lnTo>
                  <a:lnTo>
                    <a:pt x="963" y="12199"/>
                  </a:lnTo>
                  <a:lnTo>
                    <a:pt x="1004" y="12283"/>
                  </a:lnTo>
                  <a:lnTo>
                    <a:pt x="1109" y="12220"/>
                  </a:lnTo>
                  <a:lnTo>
                    <a:pt x="1214" y="12074"/>
                  </a:lnTo>
                  <a:lnTo>
                    <a:pt x="1109" y="11969"/>
                  </a:lnTo>
                  <a:lnTo>
                    <a:pt x="1109" y="11906"/>
                  </a:lnTo>
                  <a:lnTo>
                    <a:pt x="1151" y="11886"/>
                  </a:lnTo>
                  <a:lnTo>
                    <a:pt x="1235" y="11906"/>
                  </a:lnTo>
                  <a:lnTo>
                    <a:pt x="1276" y="11948"/>
                  </a:lnTo>
                  <a:lnTo>
                    <a:pt x="1318" y="11844"/>
                  </a:lnTo>
                  <a:lnTo>
                    <a:pt x="1318" y="11655"/>
                  </a:lnTo>
                  <a:lnTo>
                    <a:pt x="1276" y="11572"/>
                  </a:lnTo>
                  <a:lnTo>
                    <a:pt x="1276" y="11237"/>
                  </a:lnTo>
                  <a:lnTo>
                    <a:pt x="1276" y="11049"/>
                  </a:lnTo>
                  <a:lnTo>
                    <a:pt x="1339" y="10944"/>
                  </a:lnTo>
                  <a:lnTo>
                    <a:pt x="1444" y="10839"/>
                  </a:lnTo>
                  <a:lnTo>
                    <a:pt x="1423" y="10777"/>
                  </a:lnTo>
                  <a:lnTo>
                    <a:pt x="1360" y="10735"/>
                  </a:lnTo>
                  <a:lnTo>
                    <a:pt x="1360" y="10630"/>
                  </a:lnTo>
                  <a:lnTo>
                    <a:pt x="1318" y="10630"/>
                  </a:lnTo>
                  <a:lnTo>
                    <a:pt x="1339" y="10567"/>
                  </a:lnTo>
                  <a:lnTo>
                    <a:pt x="1151" y="10567"/>
                  </a:lnTo>
                  <a:lnTo>
                    <a:pt x="1130" y="10505"/>
                  </a:lnTo>
                  <a:lnTo>
                    <a:pt x="1235" y="10463"/>
                  </a:lnTo>
                  <a:lnTo>
                    <a:pt x="1255" y="10379"/>
                  </a:lnTo>
                  <a:lnTo>
                    <a:pt x="1235" y="10212"/>
                  </a:lnTo>
                  <a:lnTo>
                    <a:pt x="1151" y="10170"/>
                  </a:lnTo>
                  <a:lnTo>
                    <a:pt x="1067" y="10191"/>
                  </a:lnTo>
                  <a:lnTo>
                    <a:pt x="1067" y="10212"/>
                  </a:lnTo>
                  <a:lnTo>
                    <a:pt x="1004" y="10274"/>
                  </a:lnTo>
                  <a:lnTo>
                    <a:pt x="921" y="10274"/>
                  </a:lnTo>
                  <a:lnTo>
                    <a:pt x="795" y="10149"/>
                  </a:lnTo>
                  <a:lnTo>
                    <a:pt x="816" y="10065"/>
                  </a:lnTo>
                  <a:lnTo>
                    <a:pt x="1004" y="9982"/>
                  </a:lnTo>
                  <a:lnTo>
                    <a:pt x="1151" y="9961"/>
                  </a:lnTo>
                  <a:lnTo>
                    <a:pt x="1339" y="10002"/>
                  </a:lnTo>
                  <a:lnTo>
                    <a:pt x="1423" y="10065"/>
                  </a:lnTo>
                  <a:lnTo>
                    <a:pt x="1444" y="10002"/>
                  </a:lnTo>
                  <a:lnTo>
                    <a:pt x="1444" y="9940"/>
                  </a:lnTo>
                  <a:lnTo>
                    <a:pt x="1444" y="9835"/>
                  </a:lnTo>
                  <a:lnTo>
                    <a:pt x="1423" y="9751"/>
                  </a:lnTo>
                  <a:lnTo>
                    <a:pt x="1444" y="9689"/>
                  </a:lnTo>
                  <a:lnTo>
                    <a:pt x="1527" y="9689"/>
                  </a:lnTo>
                  <a:lnTo>
                    <a:pt x="1569" y="9772"/>
                  </a:lnTo>
                  <a:lnTo>
                    <a:pt x="1653" y="9772"/>
                  </a:lnTo>
                  <a:lnTo>
                    <a:pt x="1758" y="9730"/>
                  </a:lnTo>
                  <a:lnTo>
                    <a:pt x="1946" y="9689"/>
                  </a:lnTo>
                  <a:lnTo>
                    <a:pt x="2113" y="9647"/>
                  </a:lnTo>
                  <a:lnTo>
                    <a:pt x="2218" y="9647"/>
                  </a:lnTo>
                  <a:lnTo>
                    <a:pt x="2281" y="9668"/>
                  </a:lnTo>
                  <a:lnTo>
                    <a:pt x="2323" y="9647"/>
                  </a:lnTo>
                  <a:cubicBezTo>
                    <a:pt x="2323" y="9668"/>
                    <a:pt x="2364" y="9730"/>
                    <a:pt x="2364" y="9751"/>
                  </a:cubicBezTo>
                  <a:lnTo>
                    <a:pt x="2218" y="9856"/>
                  </a:lnTo>
                  <a:lnTo>
                    <a:pt x="2218" y="9940"/>
                  </a:lnTo>
                  <a:lnTo>
                    <a:pt x="2155" y="9877"/>
                  </a:lnTo>
                  <a:lnTo>
                    <a:pt x="2051" y="9898"/>
                  </a:lnTo>
                  <a:lnTo>
                    <a:pt x="1967" y="9961"/>
                  </a:lnTo>
                  <a:lnTo>
                    <a:pt x="1904" y="9940"/>
                  </a:lnTo>
                  <a:lnTo>
                    <a:pt x="1841" y="9772"/>
                  </a:lnTo>
                  <a:lnTo>
                    <a:pt x="1779" y="9772"/>
                  </a:lnTo>
                  <a:lnTo>
                    <a:pt x="1632" y="9961"/>
                  </a:lnTo>
                  <a:lnTo>
                    <a:pt x="1632" y="10065"/>
                  </a:lnTo>
                  <a:lnTo>
                    <a:pt x="1527" y="10128"/>
                  </a:lnTo>
                  <a:lnTo>
                    <a:pt x="1486" y="10233"/>
                  </a:lnTo>
                  <a:lnTo>
                    <a:pt x="1653" y="10295"/>
                  </a:lnTo>
                  <a:lnTo>
                    <a:pt x="1674" y="10400"/>
                  </a:lnTo>
                  <a:lnTo>
                    <a:pt x="1653" y="10421"/>
                  </a:lnTo>
                  <a:lnTo>
                    <a:pt x="1653" y="10484"/>
                  </a:lnTo>
                  <a:lnTo>
                    <a:pt x="1737" y="10609"/>
                  </a:lnTo>
                  <a:lnTo>
                    <a:pt x="1862" y="10630"/>
                  </a:lnTo>
                  <a:lnTo>
                    <a:pt x="1862" y="10714"/>
                  </a:lnTo>
                  <a:lnTo>
                    <a:pt x="1904" y="10735"/>
                  </a:lnTo>
                  <a:lnTo>
                    <a:pt x="1946" y="10693"/>
                  </a:lnTo>
                  <a:lnTo>
                    <a:pt x="2009" y="10714"/>
                  </a:lnTo>
                  <a:lnTo>
                    <a:pt x="2072" y="10693"/>
                  </a:lnTo>
                  <a:lnTo>
                    <a:pt x="2072" y="10609"/>
                  </a:lnTo>
                  <a:lnTo>
                    <a:pt x="1967" y="10505"/>
                  </a:lnTo>
                  <a:lnTo>
                    <a:pt x="2009" y="10400"/>
                  </a:lnTo>
                  <a:lnTo>
                    <a:pt x="2072" y="10254"/>
                  </a:lnTo>
                  <a:lnTo>
                    <a:pt x="2197" y="10170"/>
                  </a:lnTo>
                  <a:lnTo>
                    <a:pt x="2218" y="10107"/>
                  </a:lnTo>
                  <a:lnTo>
                    <a:pt x="2364" y="10149"/>
                  </a:lnTo>
                  <a:lnTo>
                    <a:pt x="2511" y="10254"/>
                  </a:lnTo>
                  <a:lnTo>
                    <a:pt x="2574" y="10316"/>
                  </a:lnTo>
                  <a:lnTo>
                    <a:pt x="2636" y="10295"/>
                  </a:lnTo>
                  <a:lnTo>
                    <a:pt x="2699" y="10086"/>
                  </a:lnTo>
                  <a:lnTo>
                    <a:pt x="2825" y="9961"/>
                  </a:lnTo>
                  <a:lnTo>
                    <a:pt x="2825" y="9877"/>
                  </a:lnTo>
                  <a:lnTo>
                    <a:pt x="2783" y="9814"/>
                  </a:lnTo>
                  <a:lnTo>
                    <a:pt x="2741" y="9751"/>
                  </a:lnTo>
                  <a:lnTo>
                    <a:pt x="2616" y="9647"/>
                  </a:lnTo>
                  <a:lnTo>
                    <a:pt x="2532" y="9647"/>
                  </a:lnTo>
                  <a:lnTo>
                    <a:pt x="2469" y="9584"/>
                  </a:lnTo>
                  <a:lnTo>
                    <a:pt x="2302" y="9584"/>
                  </a:lnTo>
                  <a:cubicBezTo>
                    <a:pt x="2302" y="9563"/>
                    <a:pt x="2302" y="9521"/>
                    <a:pt x="2281" y="9479"/>
                  </a:cubicBezTo>
                  <a:lnTo>
                    <a:pt x="2281" y="9458"/>
                  </a:lnTo>
                  <a:lnTo>
                    <a:pt x="2406" y="9375"/>
                  </a:lnTo>
                  <a:lnTo>
                    <a:pt x="2427" y="9333"/>
                  </a:lnTo>
                  <a:lnTo>
                    <a:pt x="2574" y="9228"/>
                  </a:lnTo>
                  <a:lnTo>
                    <a:pt x="2699" y="9165"/>
                  </a:lnTo>
                  <a:lnTo>
                    <a:pt x="2888" y="9207"/>
                  </a:lnTo>
                  <a:lnTo>
                    <a:pt x="2992" y="9165"/>
                  </a:lnTo>
                  <a:lnTo>
                    <a:pt x="3034" y="9228"/>
                  </a:lnTo>
                  <a:lnTo>
                    <a:pt x="3034" y="9333"/>
                  </a:lnTo>
                  <a:lnTo>
                    <a:pt x="2950" y="9458"/>
                  </a:lnTo>
                  <a:lnTo>
                    <a:pt x="2929" y="9563"/>
                  </a:lnTo>
                  <a:lnTo>
                    <a:pt x="2992" y="9584"/>
                  </a:lnTo>
                  <a:lnTo>
                    <a:pt x="2992" y="9689"/>
                  </a:lnTo>
                  <a:lnTo>
                    <a:pt x="2992" y="9793"/>
                  </a:lnTo>
                  <a:lnTo>
                    <a:pt x="2950" y="9856"/>
                  </a:lnTo>
                  <a:lnTo>
                    <a:pt x="2992" y="9961"/>
                  </a:lnTo>
                  <a:lnTo>
                    <a:pt x="3097" y="10002"/>
                  </a:lnTo>
                  <a:lnTo>
                    <a:pt x="3243" y="10170"/>
                  </a:lnTo>
                  <a:lnTo>
                    <a:pt x="3348" y="10191"/>
                  </a:lnTo>
                  <a:lnTo>
                    <a:pt x="3432" y="10170"/>
                  </a:lnTo>
                  <a:lnTo>
                    <a:pt x="3536" y="10002"/>
                  </a:lnTo>
                  <a:lnTo>
                    <a:pt x="3536" y="9898"/>
                  </a:lnTo>
                  <a:lnTo>
                    <a:pt x="3578" y="9856"/>
                  </a:lnTo>
                  <a:lnTo>
                    <a:pt x="3620" y="9793"/>
                  </a:lnTo>
                  <a:lnTo>
                    <a:pt x="3578" y="9710"/>
                  </a:lnTo>
                  <a:lnTo>
                    <a:pt x="3662" y="9584"/>
                  </a:lnTo>
                  <a:lnTo>
                    <a:pt x="3766" y="9563"/>
                  </a:lnTo>
                  <a:lnTo>
                    <a:pt x="3850" y="9563"/>
                  </a:lnTo>
                  <a:lnTo>
                    <a:pt x="3871" y="9500"/>
                  </a:lnTo>
                  <a:lnTo>
                    <a:pt x="3850" y="9458"/>
                  </a:lnTo>
                  <a:lnTo>
                    <a:pt x="3829" y="9333"/>
                  </a:lnTo>
                  <a:lnTo>
                    <a:pt x="3620" y="9249"/>
                  </a:lnTo>
                  <a:lnTo>
                    <a:pt x="3578" y="9186"/>
                  </a:lnTo>
                  <a:lnTo>
                    <a:pt x="3641" y="9040"/>
                  </a:lnTo>
                  <a:lnTo>
                    <a:pt x="3724" y="8977"/>
                  </a:lnTo>
                  <a:lnTo>
                    <a:pt x="3766" y="8956"/>
                  </a:lnTo>
                  <a:lnTo>
                    <a:pt x="3745" y="9019"/>
                  </a:lnTo>
                  <a:lnTo>
                    <a:pt x="3745" y="9145"/>
                  </a:lnTo>
                  <a:lnTo>
                    <a:pt x="3787" y="9165"/>
                  </a:lnTo>
                  <a:lnTo>
                    <a:pt x="3850" y="9145"/>
                  </a:lnTo>
                  <a:lnTo>
                    <a:pt x="3871" y="9124"/>
                  </a:lnTo>
                  <a:lnTo>
                    <a:pt x="3955" y="9145"/>
                  </a:lnTo>
                  <a:lnTo>
                    <a:pt x="3996" y="9186"/>
                  </a:lnTo>
                  <a:lnTo>
                    <a:pt x="4059" y="9165"/>
                  </a:lnTo>
                  <a:lnTo>
                    <a:pt x="4101" y="9165"/>
                  </a:lnTo>
                  <a:lnTo>
                    <a:pt x="4080" y="9228"/>
                  </a:lnTo>
                  <a:lnTo>
                    <a:pt x="3976" y="9249"/>
                  </a:lnTo>
                  <a:lnTo>
                    <a:pt x="3976" y="9270"/>
                  </a:lnTo>
                  <a:lnTo>
                    <a:pt x="3996" y="9291"/>
                  </a:lnTo>
                  <a:lnTo>
                    <a:pt x="4080" y="9270"/>
                  </a:lnTo>
                  <a:lnTo>
                    <a:pt x="4206" y="9186"/>
                  </a:lnTo>
                  <a:lnTo>
                    <a:pt x="4499" y="9228"/>
                  </a:lnTo>
                  <a:lnTo>
                    <a:pt x="4666" y="9186"/>
                  </a:lnTo>
                  <a:lnTo>
                    <a:pt x="4603" y="9165"/>
                  </a:lnTo>
                  <a:lnTo>
                    <a:pt x="4582" y="9061"/>
                  </a:lnTo>
                  <a:lnTo>
                    <a:pt x="4603" y="8935"/>
                  </a:lnTo>
                  <a:lnTo>
                    <a:pt x="4729" y="8873"/>
                  </a:lnTo>
                  <a:lnTo>
                    <a:pt x="4833" y="8914"/>
                  </a:lnTo>
                  <a:lnTo>
                    <a:pt x="4875" y="9019"/>
                  </a:lnTo>
                  <a:lnTo>
                    <a:pt x="4833" y="9124"/>
                  </a:lnTo>
                  <a:lnTo>
                    <a:pt x="4896" y="9186"/>
                  </a:lnTo>
                  <a:lnTo>
                    <a:pt x="4980" y="9186"/>
                  </a:lnTo>
                  <a:lnTo>
                    <a:pt x="5043" y="9061"/>
                  </a:lnTo>
                  <a:lnTo>
                    <a:pt x="4980" y="8852"/>
                  </a:lnTo>
                  <a:lnTo>
                    <a:pt x="5001" y="8726"/>
                  </a:lnTo>
                  <a:lnTo>
                    <a:pt x="5126" y="8621"/>
                  </a:lnTo>
                  <a:lnTo>
                    <a:pt x="5210" y="8621"/>
                  </a:lnTo>
                  <a:lnTo>
                    <a:pt x="5231" y="8559"/>
                  </a:lnTo>
                  <a:lnTo>
                    <a:pt x="5189" y="8496"/>
                  </a:lnTo>
                  <a:lnTo>
                    <a:pt x="5210" y="8349"/>
                  </a:lnTo>
                  <a:lnTo>
                    <a:pt x="5294" y="8308"/>
                  </a:lnTo>
                  <a:lnTo>
                    <a:pt x="5398" y="8329"/>
                  </a:lnTo>
                  <a:lnTo>
                    <a:pt x="5419" y="8391"/>
                  </a:lnTo>
                  <a:lnTo>
                    <a:pt x="5357" y="8454"/>
                  </a:lnTo>
                  <a:lnTo>
                    <a:pt x="5336" y="8621"/>
                  </a:lnTo>
                  <a:lnTo>
                    <a:pt x="5357" y="8956"/>
                  </a:lnTo>
                  <a:lnTo>
                    <a:pt x="5419" y="8998"/>
                  </a:lnTo>
                  <a:lnTo>
                    <a:pt x="5503" y="8935"/>
                  </a:lnTo>
                  <a:lnTo>
                    <a:pt x="5545" y="8831"/>
                  </a:lnTo>
                  <a:lnTo>
                    <a:pt x="5649" y="8831"/>
                  </a:lnTo>
                  <a:lnTo>
                    <a:pt x="5754" y="8726"/>
                  </a:lnTo>
                  <a:lnTo>
                    <a:pt x="5817" y="8580"/>
                  </a:lnTo>
                  <a:lnTo>
                    <a:pt x="5775" y="8475"/>
                  </a:lnTo>
                  <a:lnTo>
                    <a:pt x="5921" y="8370"/>
                  </a:lnTo>
                  <a:lnTo>
                    <a:pt x="5880" y="8287"/>
                  </a:lnTo>
                  <a:lnTo>
                    <a:pt x="5838" y="8224"/>
                  </a:lnTo>
                  <a:lnTo>
                    <a:pt x="5712" y="8057"/>
                  </a:lnTo>
                  <a:lnTo>
                    <a:pt x="5649" y="7910"/>
                  </a:lnTo>
                  <a:lnTo>
                    <a:pt x="5629" y="7638"/>
                  </a:lnTo>
                  <a:lnTo>
                    <a:pt x="5670" y="7324"/>
                  </a:lnTo>
                  <a:lnTo>
                    <a:pt x="5670" y="7115"/>
                  </a:lnTo>
                  <a:lnTo>
                    <a:pt x="5566" y="6717"/>
                  </a:lnTo>
                  <a:lnTo>
                    <a:pt x="5440" y="6529"/>
                  </a:lnTo>
                  <a:lnTo>
                    <a:pt x="5440" y="6383"/>
                  </a:lnTo>
                  <a:lnTo>
                    <a:pt x="5461" y="6194"/>
                  </a:lnTo>
                  <a:lnTo>
                    <a:pt x="5649" y="6111"/>
                  </a:lnTo>
                  <a:lnTo>
                    <a:pt x="5733" y="6111"/>
                  </a:lnTo>
                  <a:lnTo>
                    <a:pt x="5775" y="6194"/>
                  </a:lnTo>
                  <a:lnTo>
                    <a:pt x="5817" y="6132"/>
                  </a:lnTo>
                  <a:lnTo>
                    <a:pt x="5775" y="6006"/>
                  </a:lnTo>
                  <a:lnTo>
                    <a:pt x="5754" y="5922"/>
                  </a:lnTo>
                  <a:lnTo>
                    <a:pt x="5733" y="5880"/>
                  </a:lnTo>
                  <a:lnTo>
                    <a:pt x="5712" y="5776"/>
                  </a:lnTo>
                  <a:lnTo>
                    <a:pt x="5712" y="5713"/>
                  </a:lnTo>
                  <a:lnTo>
                    <a:pt x="5712" y="5650"/>
                  </a:lnTo>
                  <a:lnTo>
                    <a:pt x="5754" y="5567"/>
                  </a:lnTo>
                  <a:lnTo>
                    <a:pt x="5754" y="5546"/>
                  </a:lnTo>
                  <a:lnTo>
                    <a:pt x="5754" y="5462"/>
                  </a:lnTo>
                  <a:lnTo>
                    <a:pt x="5733" y="5399"/>
                  </a:lnTo>
                  <a:lnTo>
                    <a:pt x="5733" y="5274"/>
                  </a:lnTo>
                  <a:lnTo>
                    <a:pt x="5754" y="5190"/>
                  </a:lnTo>
                  <a:lnTo>
                    <a:pt x="5712" y="5127"/>
                  </a:lnTo>
                  <a:lnTo>
                    <a:pt x="5670" y="4876"/>
                  </a:lnTo>
                  <a:lnTo>
                    <a:pt x="5566" y="4709"/>
                  </a:lnTo>
                  <a:lnTo>
                    <a:pt x="5545" y="4709"/>
                  </a:lnTo>
                  <a:lnTo>
                    <a:pt x="5503" y="4667"/>
                  </a:lnTo>
                  <a:lnTo>
                    <a:pt x="5503" y="4437"/>
                  </a:lnTo>
                  <a:lnTo>
                    <a:pt x="5398" y="4332"/>
                  </a:lnTo>
                  <a:lnTo>
                    <a:pt x="5147" y="4081"/>
                  </a:lnTo>
                  <a:lnTo>
                    <a:pt x="5105" y="3976"/>
                  </a:lnTo>
                  <a:lnTo>
                    <a:pt x="5043" y="3788"/>
                  </a:lnTo>
                  <a:lnTo>
                    <a:pt x="5043" y="3600"/>
                  </a:lnTo>
                  <a:lnTo>
                    <a:pt x="5043" y="3558"/>
                  </a:lnTo>
                  <a:lnTo>
                    <a:pt x="4980" y="3600"/>
                  </a:lnTo>
                  <a:lnTo>
                    <a:pt x="4917" y="3600"/>
                  </a:lnTo>
                  <a:lnTo>
                    <a:pt x="4896" y="3579"/>
                  </a:lnTo>
                  <a:lnTo>
                    <a:pt x="4896" y="3558"/>
                  </a:lnTo>
                  <a:cubicBezTo>
                    <a:pt x="4854" y="3474"/>
                    <a:pt x="4812" y="3412"/>
                    <a:pt x="4750" y="3349"/>
                  </a:cubicBezTo>
                  <a:lnTo>
                    <a:pt x="4792" y="3265"/>
                  </a:lnTo>
                  <a:lnTo>
                    <a:pt x="4854" y="3160"/>
                  </a:lnTo>
                  <a:lnTo>
                    <a:pt x="4812" y="3077"/>
                  </a:lnTo>
                  <a:lnTo>
                    <a:pt x="4687" y="3077"/>
                  </a:lnTo>
                  <a:lnTo>
                    <a:pt x="4540" y="3056"/>
                  </a:lnTo>
                  <a:lnTo>
                    <a:pt x="4394" y="2888"/>
                  </a:lnTo>
                  <a:lnTo>
                    <a:pt x="4268" y="2930"/>
                  </a:lnTo>
                  <a:lnTo>
                    <a:pt x="4122" y="2847"/>
                  </a:lnTo>
                  <a:lnTo>
                    <a:pt x="4101" y="2763"/>
                  </a:lnTo>
                  <a:lnTo>
                    <a:pt x="4101" y="2658"/>
                  </a:lnTo>
                  <a:lnTo>
                    <a:pt x="4185" y="2575"/>
                  </a:lnTo>
                  <a:lnTo>
                    <a:pt x="4268" y="2575"/>
                  </a:lnTo>
                  <a:lnTo>
                    <a:pt x="4415" y="2679"/>
                  </a:lnTo>
                  <a:lnTo>
                    <a:pt x="4478" y="2721"/>
                  </a:lnTo>
                  <a:lnTo>
                    <a:pt x="4603" y="2533"/>
                  </a:lnTo>
                  <a:lnTo>
                    <a:pt x="4729" y="2428"/>
                  </a:lnTo>
                  <a:lnTo>
                    <a:pt x="4833" y="2428"/>
                  </a:lnTo>
                  <a:lnTo>
                    <a:pt x="4896" y="2470"/>
                  </a:lnTo>
                  <a:lnTo>
                    <a:pt x="4959" y="2512"/>
                  </a:lnTo>
                  <a:lnTo>
                    <a:pt x="5064" y="2470"/>
                  </a:lnTo>
                  <a:lnTo>
                    <a:pt x="5168" y="2575"/>
                  </a:lnTo>
                  <a:lnTo>
                    <a:pt x="5336" y="2721"/>
                  </a:lnTo>
                  <a:lnTo>
                    <a:pt x="5524" y="2784"/>
                  </a:lnTo>
                  <a:lnTo>
                    <a:pt x="5691" y="2847"/>
                  </a:lnTo>
                  <a:lnTo>
                    <a:pt x="5754" y="2930"/>
                  </a:lnTo>
                  <a:lnTo>
                    <a:pt x="5859" y="2972"/>
                  </a:lnTo>
                  <a:lnTo>
                    <a:pt x="5859" y="2888"/>
                  </a:lnTo>
                  <a:lnTo>
                    <a:pt x="5880" y="2784"/>
                  </a:lnTo>
                  <a:lnTo>
                    <a:pt x="5859" y="2658"/>
                  </a:lnTo>
                  <a:lnTo>
                    <a:pt x="5880" y="2470"/>
                  </a:lnTo>
                  <a:lnTo>
                    <a:pt x="5942" y="2240"/>
                  </a:lnTo>
                  <a:lnTo>
                    <a:pt x="6089" y="2031"/>
                  </a:lnTo>
                  <a:lnTo>
                    <a:pt x="6193" y="2010"/>
                  </a:lnTo>
                  <a:lnTo>
                    <a:pt x="6298" y="2031"/>
                  </a:lnTo>
                  <a:lnTo>
                    <a:pt x="6465" y="2031"/>
                  </a:lnTo>
                  <a:lnTo>
                    <a:pt x="6465" y="1989"/>
                  </a:lnTo>
                  <a:lnTo>
                    <a:pt x="6528" y="1926"/>
                  </a:lnTo>
                  <a:lnTo>
                    <a:pt x="6591" y="1947"/>
                  </a:lnTo>
                  <a:lnTo>
                    <a:pt x="6675" y="1947"/>
                  </a:lnTo>
                  <a:lnTo>
                    <a:pt x="6717" y="1905"/>
                  </a:lnTo>
                  <a:lnTo>
                    <a:pt x="6737" y="1821"/>
                  </a:lnTo>
                  <a:lnTo>
                    <a:pt x="6842" y="1779"/>
                  </a:lnTo>
                  <a:lnTo>
                    <a:pt x="6926" y="1717"/>
                  </a:lnTo>
                  <a:lnTo>
                    <a:pt x="6926" y="1612"/>
                  </a:lnTo>
                  <a:lnTo>
                    <a:pt x="6989" y="1591"/>
                  </a:lnTo>
                  <a:lnTo>
                    <a:pt x="7009" y="1507"/>
                  </a:lnTo>
                  <a:lnTo>
                    <a:pt x="6926" y="1507"/>
                  </a:lnTo>
                  <a:lnTo>
                    <a:pt x="6863" y="1591"/>
                  </a:lnTo>
                  <a:lnTo>
                    <a:pt x="6800" y="1675"/>
                  </a:lnTo>
                  <a:lnTo>
                    <a:pt x="6717" y="1675"/>
                  </a:lnTo>
                  <a:lnTo>
                    <a:pt x="6717" y="1612"/>
                  </a:lnTo>
                  <a:lnTo>
                    <a:pt x="6717" y="1528"/>
                  </a:lnTo>
                  <a:lnTo>
                    <a:pt x="6612" y="1403"/>
                  </a:lnTo>
                  <a:lnTo>
                    <a:pt x="6486" y="1319"/>
                  </a:lnTo>
                  <a:lnTo>
                    <a:pt x="6445" y="1277"/>
                  </a:lnTo>
                  <a:lnTo>
                    <a:pt x="6445" y="1110"/>
                  </a:lnTo>
                  <a:lnTo>
                    <a:pt x="6486" y="943"/>
                  </a:lnTo>
                  <a:lnTo>
                    <a:pt x="6486" y="838"/>
                  </a:lnTo>
                  <a:lnTo>
                    <a:pt x="6465" y="775"/>
                  </a:lnTo>
                  <a:lnTo>
                    <a:pt x="6445" y="796"/>
                  </a:lnTo>
                  <a:lnTo>
                    <a:pt x="6403" y="901"/>
                  </a:lnTo>
                  <a:lnTo>
                    <a:pt x="6298" y="1047"/>
                  </a:lnTo>
                  <a:lnTo>
                    <a:pt x="6131" y="1173"/>
                  </a:lnTo>
                  <a:lnTo>
                    <a:pt x="5963" y="1194"/>
                  </a:lnTo>
                  <a:lnTo>
                    <a:pt x="5901" y="1173"/>
                  </a:lnTo>
                  <a:lnTo>
                    <a:pt x="5838" y="1194"/>
                  </a:lnTo>
                  <a:lnTo>
                    <a:pt x="5733" y="1089"/>
                  </a:lnTo>
                  <a:lnTo>
                    <a:pt x="5608" y="1068"/>
                  </a:lnTo>
                  <a:lnTo>
                    <a:pt x="5419" y="984"/>
                  </a:lnTo>
                  <a:lnTo>
                    <a:pt x="5315" y="880"/>
                  </a:lnTo>
                  <a:lnTo>
                    <a:pt x="5210" y="859"/>
                  </a:lnTo>
                  <a:lnTo>
                    <a:pt x="5147" y="775"/>
                  </a:lnTo>
                  <a:lnTo>
                    <a:pt x="5001" y="671"/>
                  </a:lnTo>
                  <a:lnTo>
                    <a:pt x="4729" y="419"/>
                  </a:lnTo>
                  <a:lnTo>
                    <a:pt x="4645" y="252"/>
                  </a:lnTo>
                  <a:lnTo>
                    <a:pt x="4499" y="231"/>
                  </a:lnTo>
                  <a:lnTo>
                    <a:pt x="4310" y="64"/>
                  </a:lnTo>
                  <a:lnTo>
                    <a:pt x="426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19" name="Google Shape;7753;p67">
              <a:extLst>
                <a:ext uri="{FF2B5EF4-FFF2-40B4-BE49-F238E27FC236}">
                  <a16:creationId xmlns:a16="http://schemas.microsoft.com/office/drawing/2014/main" id="{854BC1A8-BD09-DACC-368A-259141815EF0}"/>
                </a:ext>
              </a:extLst>
            </p:cNvPr>
            <p:cNvSpPr/>
            <p:nvPr/>
          </p:nvSpPr>
          <p:spPr>
            <a:xfrm>
              <a:off x="5440200" y="2597250"/>
              <a:ext cx="60175" cy="83725"/>
            </a:xfrm>
            <a:custGeom>
              <a:avLst/>
              <a:gdLst/>
              <a:ahLst/>
              <a:cxnLst/>
              <a:rect l="l" t="t" r="r" b="b"/>
              <a:pathLst>
                <a:path w="2407" h="3349" extrusionOk="0">
                  <a:moveTo>
                    <a:pt x="1256" y="1"/>
                  </a:moveTo>
                  <a:lnTo>
                    <a:pt x="1005" y="126"/>
                  </a:lnTo>
                  <a:lnTo>
                    <a:pt x="628" y="189"/>
                  </a:lnTo>
                  <a:lnTo>
                    <a:pt x="419" y="377"/>
                  </a:lnTo>
                  <a:lnTo>
                    <a:pt x="210" y="419"/>
                  </a:lnTo>
                  <a:lnTo>
                    <a:pt x="21" y="586"/>
                  </a:lnTo>
                  <a:lnTo>
                    <a:pt x="0" y="712"/>
                  </a:lnTo>
                  <a:lnTo>
                    <a:pt x="0" y="733"/>
                  </a:lnTo>
                  <a:lnTo>
                    <a:pt x="105" y="649"/>
                  </a:lnTo>
                  <a:lnTo>
                    <a:pt x="293" y="691"/>
                  </a:lnTo>
                  <a:lnTo>
                    <a:pt x="210" y="712"/>
                  </a:lnTo>
                  <a:lnTo>
                    <a:pt x="419" y="921"/>
                  </a:lnTo>
                  <a:lnTo>
                    <a:pt x="565" y="1130"/>
                  </a:lnTo>
                  <a:lnTo>
                    <a:pt x="649" y="1130"/>
                  </a:lnTo>
                  <a:lnTo>
                    <a:pt x="607" y="1214"/>
                  </a:lnTo>
                  <a:lnTo>
                    <a:pt x="712" y="1319"/>
                  </a:lnTo>
                  <a:lnTo>
                    <a:pt x="733" y="1423"/>
                  </a:lnTo>
                  <a:lnTo>
                    <a:pt x="544" y="1361"/>
                  </a:lnTo>
                  <a:lnTo>
                    <a:pt x="524" y="1277"/>
                  </a:lnTo>
                  <a:lnTo>
                    <a:pt x="461" y="1381"/>
                  </a:lnTo>
                  <a:lnTo>
                    <a:pt x="398" y="1361"/>
                  </a:lnTo>
                  <a:lnTo>
                    <a:pt x="252" y="1549"/>
                  </a:lnTo>
                  <a:lnTo>
                    <a:pt x="524" y="1653"/>
                  </a:lnTo>
                  <a:lnTo>
                    <a:pt x="607" y="1633"/>
                  </a:lnTo>
                  <a:lnTo>
                    <a:pt x="649" y="1758"/>
                  </a:lnTo>
                  <a:lnTo>
                    <a:pt x="649" y="1988"/>
                  </a:lnTo>
                  <a:lnTo>
                    <a:pt x="712" y="2051"/>
                  </a:lnTo>
                  <a:lnTo>
                    <a:pt x="754" y="2009"/>
                  </a:lnTo>
                  <a:lnTo>
                    <a:pt x="858" y="2197"/>
                  </a:lnTo>
                  <a:lnTo>
                    <a:pt x="670" y="2323"/>
                  </a:lnTo>
                  <a:lnTo>
                    <a:pt x="670" y="2386"/>
                  </a:lnTo>
                  <a:lnTo>
                    <a:pt x="754" y="2469"/>
                  </a:lnTo>
                  <a:lnTo>
                    <a:pt x="754" y="2574"/>
                  </a:lnTo>
                  <a:lnTo>
                    <a:pt x="670" y="2595"/>
                  </a:lnTo>
                  <a:lnTo>
                    <a:pt x="670" y="2700"/>
                  </a:lnTo>
                  <a:lnTo>
                    <a:pt x="733" y="2804"/>
                  </a:lnTo>
                  <a:lnTo>
                    <a:pt x="670" y="2804"/>
                  </a:lnTo>
                  <a:lnTo>
                    <a:pt x="816" y="3097"/>
                  </a:lnTo>
                  <a:lnTo>
                    <a:pt x="879" y="3097"/>
                  </a:lnTo>
                  <a:lnTo>
                    <a:pt x="921" y="3223"/>
                  </a:lnTo>
                  <a:lnTo>
                    <a:pt x="963" y="3244"/>
                  </a:lnTo>
                  <a:lnTo>
                    <a:pt x="963" y="3348"/>
                  </a:lnTo>
                  <a:lnTo>
                    <a:pt x="1047" y="3306"/>
                  </a:lnTo>
                  <a:lnTo>
                    <a:pt x="1047" y="3139"/>
                  </a:lnTo>
                  <a:lnTo>
                    <a:pt x="1088" y="3223"/>
                  </a:lnTo>
                  <a:lnTo>
                    <a:pt x="1172" y="3118"/>
                  </a:lnTo>
                  <a:lnTo>
                    <a:pt x="1444" y="2888"/>
                  </a:lnTo>
                  <a:lnTo>
                    <a:pt x="1549" y="2846"/>
                  </a:lnTo>
                  <a:lnTo>
                    <a:pt x="1570" y="2909"/>
                  </a:lnTo>
                  <a:lnTo>
                    <a:pt x="1653" y="2825"/>
                  </a:lnTo>
                  <a:lnTo>
                    <a:pt x="1695" y="2825"/>
                  </a:lnTo>
                  <a:lnTo>
                    <a:pt x="1758" y="2930"/>
                  </a:lnTo>
                  <a:lnTo>
                    <a:pt x="1863" y="2909"/>
                  </a:lnTo>
                  <a:lnTo>
                    <a:pt x="1905" y="2951"/>
                  </a:lnTo>
                  <a:lnTo>
                    <a:pt x="1967" y="2909"/>
                  </a:lnTo>
                  <a:lnTo>
                    <a:pt x="1925" y="2825"/>
                  </a:lnTo>
                  <a:lnTo>
                    <a:pt x="2072" y="2741"/>
                  </a:lnTo>
                  <a:lnTo>
                    <a:pt x="2197" y="2741"/>
                  </a:lnTo>
                  <a:lnTo>
                    <a:pt x="2344" y="2532"/>
                  </a:lnTo>
                  <a:lnTo>
                    <a:pt x="2323" y="2490"/>
                  </a:lnTo>
                  <a:lnTo>
                    <a:pt x="2407" y="2428"/>
                  </a:lnTo>
                  <a:lnTo>
                    <a:pt x="2344" y="1988"/>
                  </a:lnTo>
                  <a:lnTo>
                    <a:pt x="2323" y="1988"/>
                  </a:lnTo>
                  <a:lnTo>
                    <a:pt x="2281" y="2009"/>
                  </a:lnTo>
                  <a:lnTo>
                    <a:pt x="2281" y="1884"/>
                  </a:lnTo>
                  <a:lnTo>
                    <a:pt x="2197" y="1486"/>
                  </a:lnTo>
                  <a:lnTo>
                    <a:pt x="2114" y="1381"/>
                  </a:lnTo>
                  <a:lnTo>
                    <a:pt x="2114" y="1130"/>
                  </a:lnTo>
                  <a:lnTo>
                    <a:pt x="1779" y="712"/>
                  </a:lnTo>
                  <a:lnTo>
                    <a:pt x="1465" y="398"/>
                  </a:lnTo>
                  <a:lnTo>
                    <a:pt x="125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0" name="Google Shape;7754;p67">
              <a:extLst>
                <a:ext uri="{FF2B5EF4-FFF2-40B4-BE49-F238E27FC236}">
                  <a16:creationId xmlns:a16="http://schemas.microsoft.com/office/drawing/2014/main" id="{06F59C6C-75C3-54CB-3371-6F3AA1323FB5}"/>
                </a:ext>
              </a:extLst>
            </p:cNvPr>
            <p:cNvSpPr/>
            <p:nvPr/>
          </p:nvSpPr>
          <p:spPr>
            <a:xfrm>
              <a:off x="5410900" y="2501000"/>
              <a:ext cx="68550" cy="117725"/>
            </a:xfrm>
            <a:custGeom>
              <a:avLst/>
              <a:gdLst/>
              <a:ahLst/>
              <a:cxnLst/>
              <a:rect l="l" t="t" r="r" b="b"/>
              <a:pathLst>
                <a:path w="2742" h="4709" extrusionOk="0">
                  <a:moveTo>
                    <a:pt x="2260" y="1"/>
                  </a:moveTo>
                  <a:lnTo>
                    <a:pt x="2177" y="42"/>
                  </a:lnTo>
                  <a:lnTo>
                    <a:pt x="2177" y="168"/>
                  </a:lnTo>
                  <a:lnTo>
                    <a:pt x="2177" y="273"/>
                  </a:lnTo>
                  <a:lnTo>
                    <a:pt x="2240" y="377"/>
                  </a:lnTo>
                  <a:lnTo>
                    <a:pt x="2177" y="482"/>
                  </a:lnTo>
                  <a:lnTo>
                    <a:pt x="2093" y="482"/>
                  </a:lnTo>
                  <a:lnTo>
                    <a:pt x="1988" y="607"/>
                  </a:lnTo>
                  <a:lnTo>
                    <a:pt x="1988" y="733"/>
                  </a:lnTo>
                  <a:lnTo>
                    <a:pt x="1737" y="921"/>
                  </a:lnTo>
                  <a:lnTo>
                    <a:pt x="1612" y="921"/>
                  </a:lnTo>
                  <a:lnTo>
                    <a:pt x="1528" y="1005"/>
                  </a:lnTo>
                  <a:lnTo>
                    <a:pt x="1633" y="1089"/>
                  </a:lnTo>
                  <a:lnTo>
                    <a:pt x="1779" y="1214"/>
                  </a:lnTo>
                  <a:lnTo>
                    <a:pt x="1779" y="1298"/>
                  </a:lnTo>
                  <a:lnTo>
                    <a:pt x="1716" y="1444"/>
                  </a:lnTo>
                  <a:lnTo>
                    <a:pt x="1570" y="1423"/>
                  </a:lnTo>
                  <a:lnTo>
                    <a:pt x="1319" y="1444"/>
                  </a:lnTo>
                  <a:lnTo>
                    <a:pt x="1193" y="1402"/>
                  </a:lnTo>
                  <a:lnTo>
                    <a:pt x="1089" y="1444"/>
                  </a:lnTo>
                  <a:lnTo>
                    <a:pt x="1005" y="1361"/>
                  </a:lnTo>
                  <a:lnTo>
                    <a:pt x="942" y="1319"/>
                  </a:lnTo>
                  <a:lnTo>
                    <a:pt x="838" y="1151"/>
                  </a:lnTo>
                  <a:lnTo>
                    <a:pt x="691" y="1298"/>
                  </a:lnTo>
                  <a:lnTo>
                    <a:pt x="691" y="1465"/>
                  </a:lnTo>
                  <a:lnTo>
                    <a:pt x="691" y="1528"/>
                  </a:lnTo>
                  <a:lnTo>
                    <a:pt x="649" y="1633"/>
                  </a:lnTo>
                  <a:lnTo>
                    <a:pt x="566" y="1926"/>
                  </a:lnTo>
                  <a:lnTo>
                    <a:pt x="461" y="1967"/>
                  </a:lnTo>
                  <a:lnTo>
                    <a:pt x="356" y="2156"/>
                  </a:lnTo>
                  <a:lnTo>
                    <a:pt x="210" y="2260"/>
                  </a:lnTo>
                  <a:lnTo>
                    <a:pt x="210" y="2365"/>
                  </a:lnTo>
                  <a:lnTo>
                    <a:pt x="147" y="2511"/>
                  </a:lnTo>
                  <a:lnTo>
                    <a:pt x="1" y="2616"/>
                  </a:lnTo>
                  <a:lnTo>
                    <a:pt x="1" y="2972"/>
                  </a:lnTo>
                  <a:lnTo>
                    <a:pt x="22" y="3014"/>
                  </a:lnTo>
                  <a:lnTo>
                    <a:pt x="43" y="2993"/>
                  </a:lnTo>
                  <a:lnTo>
                    <a:pt x="84" y="3202"/>
                  </a:lnTo>
                  <a:lnTo>
                    <a:pt x="168" y="3139"/>
                  </a:lnTo>
                  <a:lnTo>
                    <a:pt x="168" y="3034"/>
                  </a:lnTo>
                  <a:lnTo>
                    <a:pt x="315" y="3118"/>
                  </a:lnTo>
                  <a:lnTo>
                    <a:pt x="356" y="3202"/>
                  </a:lnTo>
                  <a:lnTo>
                    <a:pt x="545" y="3181"/>
                  </a:lnTo>
                  <a:lnTo>
                    <a:pt x="587" y="3097"/>
                  </a:lnTo>
                  <a:lnTo>
                    <a:pt x="670" y="3097"/>
                  </a:lnTo>
                  <a:lnTo>
                    <a:pt x="649" y="3181"/>
                  </a:lnTo>
                  <a:lnTo>
                    <a:pt x="566" y="3223"/>
                  </a:lnTo>
                  <a:lnTo>
                    <a:pt x="649" y="3348"/>
                  </a:lnTo>
                  <a:lnTo>
                    <a:pt x="524" y="3558"/>
                  </a:lnTo>
                  <a:lnTo>
                    <a:pt x="524" y="3851"/>
                  </a:lnTo>
                  <a:lnTo>
                    <a:pt x="545" y="3913"/>
                  </a:lnTo>
                  <a:lnTo>
                    <a:pt x="775" y="3913"/>
                  </a:lnTo>
                  <a:lnTo>
                    <a:pt x="880" y="3851"/>
                  </a:lnTo>
                  <a:lnTo>
                    <a:pt x="754" y="3955"/>
                  </a:lnTo>
                  <a:lnTo>
                    <a:pt x="608" y="3955"/>
                  </a:lnTo>
                  <a:lnTo>
                    <a:pt x="545" y="4143"/>
                  </a:lnTo>
                  <a:lnTo>
                    <a:pt x="524" y="4374"/>
                  </a:lnTo>
                  <a:lnTo>
                    <a:pt x="482" y="4478"/>
                  </a:lnTo>
                  <a:lnTo>
                    <a:pt x="545" y="4478"/>
                  </a:lnTo>
                  <a:lnTo>
                    <a:pt x="649" y="4436"/>
                  </a:lnTo>
                  <a:lnTo>
                    <a:pt x="775" y="4478"/>
                  </a:lnTo>
                  <a:lnTo>
                    <a:pt x="670" y="4646"/>
                  </a:lnTo>
                  <a:lnTo>
                    <a:pt x="691" y="4708"/>
                  </a:lnTo>
                  <a:lnTo>
                    <a:pt x="838" y="4604"/>
                  </a:lnTo>
                  <a:lnTo>
                    <a:pt x="900" y="4667"/>
                  </a:lnTo>
                  <a:lnTo>
                    <a:pt x="1005" y="4541"/>
                  </a:lnTo>
                  <a:lnTo>
                    <a:pt x="963" y="4478"/>
                  </a:lnTo>
                  <a:lnTo>
                    <a:pt x="1047" y="4436"/>
                  </a:lnTo>
                  <a:lnTo>
                    <a:pt x="1172" y="4562"/>
                  </a:lnTo>
                  <a:lnTo>
                    <a:pt x="1193" y="4436"/>
                  </a:lnTo>
                  <a:lnTo>
                    <a:pt x="1382" y="4269"/>
                  </a:lnTo>
                  <a:lnTo>
                    <a:pt x="1591" y="4227"/>
                  </a:lnTo>
                  <a:lnTo>
                    <a:pt x="1800" y="4039"/>
                  </a:lnTo>
                  <a:lnTo>
                    <a:pt x="2177" y="3976"/>
                  </a:lnTo>
                  <a:lnTo>
                    <a:pt x="2428" y="3851"/>
                  </a:lnTo>
                  <a:lnTo>
                    <a:pt x="2344" y="3725"/>
                  </a:lnTo>
                  <a:lnTo>
                    <a:pt x="1926" y="3495"/>
                  </a:lnTo>
                  <a:lnTo>
                    <a:pt x="1884" y="3390"/>
                  </a:lnTo>
                  <a:lnTo>
                    <a:pt x="1654" y="3348"/>
                  </a:lnTo>
                  <a:lnTo>
                    <a:pt x="1612" y="3202"/>
                  </a:lnTo>
                  <a:lnTo>
                    <a:pt x="1654" y="3118"/>
                  </a:lnTo>
                  <a:lnTo>
                    <a:pt x="1633" y="2993"/>
                  </a:lnTo>
                  <a:lnTo>
                    <a:pt x="1633" y="2867"/>
                  </a:lnTo>
                  <a:lnTo>
                    <a:pt x="1800" y="2762"/>
                  </a:lnTo>
                  <a:lnTo>
                    <a:pt x="1821" y="2616"/>
                  </a:lnTo>
                  <a:lnTo>
                    <a:pt x="1947" y="2574"/>
                  </a:lnTo>
                  <a:lnTo>
                    <a:pt x="2051" y="2574"/>
                  </a:lnTo>
                  <a:lnTo>
                    <a:pt x="2093" y="2490"/>
                  </a:lnTo>
                  <a:lnTo>
                    <a:pt x="2156" y="2449"/>
                  </a:lnTo>
                  <a:lnTo>
                    <a:pt x="2135" y="2344"/>
                  </a:lnTo>
                  <a:lnTo>
                    <a:pt x="2428" y="2051"/>
                  </a:lnTo>
                  <a:lnTo>
                    <a:pt x="2407" y="1988"/>
                  </a:lnTo>
                  <a:lnTo>
                    <a:pt x="2553" y="1863"/>
                  </a:lnTo>
                  <a:lnTo>
                    <a:pt x="2574" y="1737"/>
                  </a:lnTo>
                  <a:lnTo>
                    <a:pt x="2512" y="1654"/>
                  </a:lnTo>
                  <a:lnTo>
                    <a:pt x="2512" y="1361"/>
                  </a:lnTo>
                  <a:lnTo>
                    <a:pt x="2365" y="1256"/>
                  </a:lnTo>
                  <a:lnTo>
                    <a:pt x="2365" y="1110"/>
                  </a:lnTo>
                  <a:lnTo>
                    <a:pt x="2449" y="817"/>
                  </a:lnTo>
                  <a:lnTo>
                    <a:pt x="2449" y="691"/>
                  </a:lnTo>
                  <a:lnTo>
                    <a:pt x="2532" y="691"/>
                  </a:lnTo>
                  <a:lnTo>
                    <a:pt x="2721" y="482"/>
                  </a:lnTo>
                  <a:lnTo>
                    <a:pt x="2742" y="482"/>
                  </a:lnTo>
                  <a:lnTo>
                    <a:pt x="2637" y="356"/>
                  </a:lnTo>
                  <a:lnTo>
                    <a:pt x="2616" y="293"/>
                  </a:lnTo>
                  <a:lnTo>
                    <a:pt x="2428" y="273"/>
                  </a:lnTo>
                  <a:lnTo>
                    <a:pt x="2365" y="189"/>
                  </a:lnTo>
                  <a:lnTo>
                    <a:pt x="2365" y="84"/>
                  </a:lnTo>
                  <a:lnTo>
                    <a:pt x="226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1" name="Google Shape;7755;p67">
              <a:extLst>
                <a:ext uri="{FF2B5EF4-FFF2-40B4-BE49-F238E27FC236}">
                  <a16:creationId xmlns:a16="http://schemas.microsoft.com/office/drawing/2014/main" id="{00DAD7E1-EE36-9F8C-EA53-83B0E9BD8454}"/>
                </a:ext>
              </a:extLst>
            </p:cNvPr>
            <p:cNvSpPr/>
            <p:nvPr/>
          </p:nvSpPr>
          <p:spPr>
            <a:xfrm>
              <a:off x="4855375" y="2348250"/>
              <a:ext cx="444650" cy="209800"/>
            </a:xfrm>
            <a:custGeom>
              <a:avLst/>
              <a:gdLst/>
              <a:ahLst/>
              <a:cxnLst/>
              <a:rect l="l" t="t" r="r" b="b"/>
              <a:pathLst>
                <a:path w="17786" h="8392" extrusionOk="0">
                  <a:moveTo>
                    <a:pt x="5232" y="1"/>
                  </a:moveTo>
                  <a:lnTo>
                    <a:pt x="5169" y="85"/>
                  </a:lnTo>
                  <a:lnTo>
                    <a:pt x="5169" y="147"/>
                  </a:lnTo>
                  <a:lnTo>
                    <a:pt x="5190" y="252"/>
                  </a:lnTo>
                  <a:lnTo>
                    <a:pt x="5169" y="336"/>
                  </a:lnTo>
                  <a:lnTo>
                    <a:pt x="5085" y="336"/>
                  </a:lnTo>
                  <a:lnTo>
                    <a:pt x="5002" y="357"/>
                  </a:lnTo>
                  <a:lnTo>
                    <a:pt x="4918" y="461"/>
                  </a:lnTo>
                  <a:lnTo>
                    <a:pt x="4918" y="545"/>
                  </a:lnTo>
                  <a:lnTo>
                    <a:pt x="4813" y="670"/>
                  </a:lnTo>
                  <a:lnTo>
                    <a:pt x="4813" y="963"/>
                  </a:lnTo>
                  <a:lnTo>
                    <a:pt x="4855" y="1089"/>
                  </a:lnTo>
                  <a:lnTo>
                    <a:pt x="5023" y="1152"/>
                  </a:lnTo>
                  <a:lnTo>
                    <a:pt x="5085" y="1214"/>
                  </a:lnTo>
                  <a:lnTo>
                    <a:pt x="5190" y="1256"/>
                  </a:lnTo>
                  <a:lnTo>
                    <a:pt x="5211" y="1340"/>
                  </a:lnTo>
                  <a:lnTo>
                    <a:pt x="5190" y="1507"/>
                  </a:lnTo>
                  <a:lnTo>
                    <a:pt x="5190" y="1696"/>
                  </a:lnTo>
                  <a:lnTo>
                    <a:pt x="5295" y="1779"/>
                  </a:lnTo>
                  <a:lnTo>
                    <a:pt x="5378" y="1863"/>
                  </a:lnTo>
                  <a:lnTo>
                    <a:pt x="5232" y="2010"/>
                  </a:lnTo>
                  <a:lnTo>
                    <a:pt x="5043" y="2030"/>
                  </a:lnTo>
                  <a:lnTo>
                    <a:pt x="4960" y="2010"/>
                  </a:lnTo>
                  <a:lnTo>
                    <a:pt x="4918" y="2072"/>
                  </a:lnTo>
                  <a:lnTo>
                    <a:pt x="4813" y="2072"/>
                  </a:lnTo>
                  <a:lnTo>
                    <a:pt x="4709" y="2010"/>
                  </a:lnTo>
                  <a:lnTo>
                    <a:pt x="4479" y="2010"/>
                  </a:lnTo>
                  <a:lnTo>
                    <a:pt x="4374" y="2030"/>
                  </a:lnTo>
                  <a:lnTo>
                    <a:pt x="4290" y="1989"/>
                  </a:lnTo>
                  <a:lnTo>
                    <a:pt x="4186" y="1968"/>
                  </a:lnTo>
                  <a:lnTo>
                    <a:pt x="4081" y="1968"/>
                  </a:lnTo>
                  <a:lnTo>
                    <a:pt x="3955" y="2072"/>
                  </a:lnTo>
                  <a:lnTo>
                    <a:pt x="3851" y="2093"/>
                  </a:lnTo>
                  <a:lnTo>
                    <a:pt x="3767" y="2135"/>
                  </a:lnTo>
                  <a:lnTo>
                    <a:pt x="3558" y="2030"/>
                  </a:lnTo>
                  <a:lnTo>
                    <a:pt x="3453" y="1968"/>
                  </a:lnTo>
                  <a:lnTo>
                    <a:pt x="3181" y="1800"/>
                  </a:lnTo>
                  <a:lnTo>
                    <a:pt x="3139" y="1717"/>
                  </a:lnTo>
                  <a:lnTo>
                    <a:pt x="3118" y="1612"/>
                  </a:lnTo>
                  <a:lnTo>
                    <a:pt x="3077" y="1549"/>
                  </a:lnTo>
                  <a:lnTo>
                    <a:pt x="2888" y="1549"/>
                  </a:lnTo>
                  <a:lnTo>
                    <a:pt x="2805" y="1591"/>
                  </a:lnTo>
                  <a:lnTo>
                    <a:pt x="2700" y="1591"/>
                  </a:lnTo>
                  <a:lnTo>
                    <a:pt x="2658" y="1612"/>
                  </a:lnTo>
                  <a:lnTo>
                    <a:pt x="2512" y="1612"/>
                  </a:lnTo>
                  <a:lnTo>
                    <a:pt x="2470" y="1549"/>
                  </a:lnTo>
                  <a:lnTo>
                    <a:pt x="2428" y="1486"/>
                  </a:lnTo>
                  <a:lnTo>
                    <a:pt x="2365" y="1382"/>
                  </a:lnTo>
                  <a:lnTo>
                    <a:pt x="2344" y="1382"/>
                  </a:lnTo>
                  <a:lnTo>
                    <a:pt x="2261" y="1445"/>
                  </a:lnTo>
                  <a:lnTo>
                    <a:pt x="2030" y="1445"/>
                  </a:lnTo>
                  <a:lnTo>
                    <a:pt x="1905" y="1466"/>
                  </a:lnTo>
                  <a:lnTo>
                    <a:pt x="1717" y="1486"/>
                  </a:lnTo>
                  <a:lnTo>
                    <a:pt x="1633" y="1549"/>
                  </a:lnTo>
                  <a:lnTo>
                    <a:pt x="1549" y="1675"/>
                  </a:lnTo>
                  <a:lnTo>
                    <a:pt x="1466" y="1717"/>
                  </a:lnTo>
                  <a:lnTo>
                    <a:pt x="1298" y="1675"/>
                  </a:lnTo>
                  <a:lnTo>
                    <a:pt x="1256" y="1717"/>
                  </a:lnTo>
                  <a:lnTo>
                    <a:pt x="1256" y="1800"/>
                  </a:lnTo>
                  <a:lnTo>
                    <a:pt x="1319" y="1863"/>
                  </a:lnTo>
                  <a:lnTo>
                    <a:pt x="1256" y="1884"/>
                  </a:lnTo>
                  <a:lnTo>
                    <a:pt x="1193" y="2010"/>
                  </a:lnTo>
                  <a:lnTo>
                    <a:pt x="1110" y="2030"/>
                  </a:lnTo>
                  <a:lnTo>
                    <a:pt x="1005" y="2114"/>
                  </a:lnTo>
                  <a:lnTo>
                    <a:pt x="1005" y="2198"/>
                  </a:lnTo>
                  <a:lnTo>
                    <a:pt x="838" y="2282"/>
                  </a:lnTo>
                  <a:lnTo>
                    <a:pt x="817" y="2386"/>
                  </a:lnTo>
                  <a:lnTo>
                    <a:pt x="796" y="2512"/>
                  </a:lnTo>
                  <a:lnTo>
                    <a:pt x="608" y="2554"/>
                  </a:lnTo>
                  <a:lnTo>
                    <a:pt x="503" y="2658"/>
                  </a:lnTo>
                  <a:lnTo>
                    <a:pt x="482" y="2742"/>
                  </a:lnTo>
                  <a:lnTo>
                    <a:pt x="210" y="2721"/>
                  </a:lnTo>
                  <a:lnTo>
                    <a:pt x="105" y="2763"/>
                  </a:lnTo>
                  <a:lnTo>
                    <a:pt x="1" y="2972"/>
                  </a:lnTo>
                  <a:lnTo>
                    <a:pt x="1" y="3014"/>
                  </a:lnTo>
                  <a:lnTo>
                    <a:pt x="43" y="3056"/>
                  </a:lnTo>
                  <a:lnTo>
                    <a:pt x="43" y="3181"/>
                  </a:lnTo>
                  <a:lnTo>
                    <a:pt x="64" y="3223"/>
                  </a:lnTo>
                  <a:lnTo>
                    <a:pt x="105" y="3286"/>
                  </a:lnTo>
                  <a:lnTo>
                    <a:pt x="147" y="3286"/>
                  </a:lnTo>
                  <a:lnTo>
                    <a:pt x="147" y="3244"/>
                  </a:lnTo>
                  <a:lnTo>
                    <a:pt x="168" y="3244"/>
                  </a:lnTo>
                  <a:lnTo>
                    <a:pt x="189" y="3286"/>
                  </a:lnTo>
                  <a:lnTo>
                    <a:pt x="189" y="3370"/>
                  </a:lnTo>
                  <a:lnTo>
                    <a:pt x="210" y="3453"/>
                  </a:lnTo>
                  <a:lnTo>
                    <a:pt x="294" y="3495"/>
                  </a:lnTo>
                  <a:lnTo>
                    <a:pt x="336" y="3537"/>
                  </a:lnTo>
                  <a:lnTo>
                    <a:pt x="461" y="3642"/>
                  </a:lnTo>
                  <a:lnTo>
                    <a:pt x="566" y="3704"/>
                  </a:lnTo>
                  <a:lnTo>
                    <a:pt x="629" y="3788"/>
                  </a:lnTo>
                  <a:lnTo>
                    <a:pt x="629" y="3851"/>
                  </a:lnTo>
                  <a:lnTo>
                    <a:pt x="670" y="3914"/>
                  </a:lnTo>
                  <a:lnTo>
                    <a:pt x="796" y="3997"/>
                  </a:lnTo>
                  <a:lnTo>
                    <a:pt x="838" y="3997"/>
                  </a:lnTo>
                  <a:lnTo>
                    <a:pt x="859" y="3914"/>
                  </a:lnTo>
                  <a:lnTo>
                    <a:pt x="901" y="3872"/>
                  </a:lnTo>
                  <a:lnTo>
                    <a:pt x="1026" y="3809"/>
                  </a:lnTo>
                  <a:lnTo>
                    <a:pt x="1131" y="3809"/>
                  </a:lnTo>
                  <a:lnTo>
                    <a:pt x="1152" y="3872"/>
                  </a:lnTo>
                  <a:lnTo>
                    <a:pt x="1235" y="3976"/>
                  </a:lnTo>
                  <a:lnTo>
                    <a:pt x="1319" y="3997"/>
                  </a:lnTo>
                  <a:lnTo>
                    <a:pt x="1361" y="3976"/>
                  </a:lnTo>
                  <a:lnTo>
                    <a:pt x="1424" y="3914"/>
                  </a:lnTo>
                  <a:lnTo>
                    <a:pt x="1528" y="3914"/>
                  </a:lnTo>
                  <a:lnTo>
                    <a:pt x="1612" y="3955"/>
                  </a:lnTo>
                  <a:lnTo>
                    <a:pt x="1654" y="4018"/>
                  </a:lnTo>
                  <a:lnTo>
                    <a:pt x="1738" y="4060"/>
                  </a:lnTo>
                  <a:lnTo>
                    <a:pt x="1842" y="4123"/>
                  </a:lnTo>
                  <a:lnTo>
                    <a:pt x="1884" y="4207"/>
                  </a:lnTo>
                  <a:lnTo>
                    <a:pt x="1905" y="4311"/>
                  </a:lnTo>
                  <a:lnTo>
                    <a:pt x="1947" y="4416"/>
                  </a:lnTo>
                  <a:lnTo>
                    <a:pt x="1989" y="4499"/>
                  </a:lnTo>
                  <a:lnTo>
                    <a:pt x="2051" y="4604"/>
                  </a:lnTo>
                  <a:lnTo>
                    <a:pt x="2135" y="4646"/>
                  </a:lnTo>
                  <a:lnTo>
                    <a:pt x="2198" y="4709"/>
                  </a:lnTo>
                  <a:lnTo>
                    <a:pt x="2282" y="4834"/>
                  </a:lnTo>
                  <a:lnTo>
                    <a:pt x="2344" y="4897"/>
                  </a:lnTo>
                  <a:lnTo>
                    <a:pt x="2344" y="5023"/>
                  </a:lnTo>
                  <a:lnTo>
                    <a:pt x="2302" y="5106"/>
                  </a:lnTo>
                  <a:lnTo>
                    <a:pt x="2344" y="5232"/>
                  </a:lnTo>
                  <a:lnTo>
                    <a:pt x="2407" y="5315"/>
                  </a:lnTo>
                  <a:lnTo>
                    <a:pt x="2365" y="5420"/>
                  </a:lnTo>
                  <a:lnTo>
                    <a:pt x="2282" y="5483"/>
                  </a:lnTo>
                  <a:lnTo>
                    <a:pt x="2261" y="5546"/>
                  </a:lnTo>
                  <a:lnTo>
                    <a:pt x="2261" y="5629"/>
                  </a:lnTo>
                  <a:lnTo>
                    <a:pt x="2282" y="5734"/>
                  </a:lnTo>
                  <a:lnTo>
                    <a:pt x="2407" y="5901"/>
                  </a:lnTo>
                  <a:lnTo>
                    <a:pt x="2512" y="5985"/>
                  </a:lnTo>
                  <a:lnTo>
                    <a:pt x="3098" y="6111"/>
                  </a:lnTo>
                  <a:lnTo>
                    <a:pt x="3349" y="6090"/>
                  </a:lnTo>
                  <a:lnTo>
                    <a:pt x="3516" y="6090"/>
                  </a:lnTo>
                  <a:lnTo>
                    <a:pt x="3558" y="6048"/>
                  </a:lnTo>
                  <a:lnTo>
                    <a:pt x="3600" y="6048"/>
                  </a:lnTo>
                  <a:lnTo>
                    <a:pt x="3976" y="6111"/>
                  </a:lnTo>
                  <a:lnTo>
                    <a:pt x="4165" y="6257"/>
                  </a:lnTo>
                  <a:lnTo>
                    <a:pt x="4227" y="6299"/>
                  </a:lnTo>
                  <a:lnTo>
                    <a:pt x="4332" y="6320"/>
                  </a:lnTo>
                  <a:lnTo>
                    <a:pt x="4437" y="6320"/>
                  </a:lnTo>
                  <a:lnTo>
                    <a:pt x="4646" y="6487"/>
                  </a:lnTo>
                  <a:lnTo>
                    <a:pt x="4792" y="6571"/>
                  </a:lnTo>
                  <a:lnTo>
                    <a:pt x="5023" y="6571"/>
                  </a:lnTo>
                  <a:lnTo>
                    <a:pt x="5043" y="6675"/>
                  </a:lnTo>
                  <a:lnTo>
                    <a:pt x="5085" y="6738"/>
                  </a:lnTo>
                  <a:lnTo>
                    <a:pt x="5127" y="6738"/>
                  </a:lnTo>
                  <a:lnTo>
                    <a:pt x="5211" y="6780"/>
                  </a:lnTo>
                  <a:lnTo>
                    <a:pt x="5315" y="6885"/>
                  </a:lnTo>
                  <a:lnTo>
                    <a:pt x="5315" y="6948"/>
                  </a:lnTo>
                  <a:lnTo>
                    <a:pt x="5378" y="7115"/>
                  </a:lnTo>
                  <a:lnTo>
                    <a:pt x="5483" y="7240"/>
                  </a:lnTo>
                  <a:lnTo>
                    <a:pt x="5608" y="7408"/>
                  </a:lnTo>
                  <a:lnTo>
                    <a:pt x="5650" y="7533"/>
                  </a:lnTo>
                  <a:lnTo>
                    <a:pt x="5797" y="7784"/>
                  </a:lnTo>
                  <a:lnTo>
                    <a:pt x="5901" y="7826"/>
                  </a:lnTo>
                  <a:lnTo>
                    <a:pt x="6006" y="7784"/>
                  </a:lnTo>
                  <a:lnTo>
                    <a:pt x="6236" y="7764"/>
                  </a:lnTo>
                  <a:lnTo>
                    <a:pt x="6487" y="7784"/>
                  </a:lnTo>
                  <a:lnTo>
                    <a:pt x="6843" y="7764"/>
                  </a:lnTo>
                  <a:lnTo>
                    <a:pt x="7324" y="7826"/>
                  </a:lnTo>
                  <a:lnTo>
                    <a:pt x="7596" y="7784"/>
                  </a:lnTo>
                  <a:lnTo>
                    <a:pt x="7784" y="7722"/>
                  </a:lnTo>
                  <a:lnTo>
                    <a:pt x="7826" y="7659"/>
                  </a:lnTo>
                  <a:lnTo>
                    <a:pt x="7889" y="7617"/>
                  </a:lnTo>
                  <a:lnTo>
                    <a:pt x="7952" y="7638"/>
                  </a:lnTo>
                  <a:lnTo>
                    <a:pt x="8328" y="7638"/>
                  </a:lnTo>
                  <a:lnTo>
                    <a:pt x="8747" y="7659"/>
                  </a:lnTo>
                  <a:lnTo>
                    <a:pt x="8872" y="7680"/>
                  </a:lnTo>
                  <a:lnTo>
                    <a:pt x="9082" y="7868"/>
                  </a:lnTo>
                  <a:lnTo>
                    <a:pt x="9458" y="8036"/>
                  </a:lnTo>
                  <a:lnTo>
                    <a:pt x="9814" y="8161"/>
                  </a:lnTo>
                  <a:lnTo>
                    <a:pt x="9981" y="8182"/>
                  </a:lnTo>
                  <a:lnTo>
                    <a:pt x="10191" y="8287"/>
                  </a:lnTo>
                  <a:lnTo>
                    <a:pt x="10358" y="8266"/>
                  </a:lnTo>
                  <a:lnTo>
                    <a:pt x="10630" y="8182"/>
                  </a:lnTo>
                  <a:lnTo>
                    <a:pt x="10651" y="8287"/>
                  </a:lnTo>
                  <a:lnTo>
                    <a:pt x="10651" y="8349"/>
                  </a:lnTo>
                  <a:lnTo>
                    <a:pt x="10797" y="8391"/>
                  </a:lnTo>
                  <a:lnTo>
                    <a:pt x="10944" y="8391"/>
                  </a:lnTo>
                  <a:lnTo>
                    <a:pt x="11049" y="8287"/>
                  </a:lnTo>
                  <a:lnTo>
                    <a:pt x="11300" y="8098"/>
                  </a:lnTo>
                  <a:lnTo>
                    <a:pt x="11467" y="7931"/>
                  </a:lnTo>
                  <a:lnTo>
                    <a:pt x="11781" y="7826"/>
                  </a:lnTo>
                  <a:lnTo>
                    <a:pt x="12199" y="7659"/>
                  </a:lnTo>
                  <a:lnTo>
                    <a:pt x="12367" y="7617"/>
                  </a:lnTo>
                  <a:lnTo>
                    <a:pt x="12555" y="7554"/>
                  </a:lnTo>
                  <a:lnTo>
                    <a:pt x="12806" y="7533"/>
                  </a:lnTo>
                  <a:lnTo>
                    <a:pt x="12953" y="7533"/>
                  </a:lnTo>
                  <a:lnTo>
                    <a:pt x="13120" y="7408"/>
                  </a:lnTo>
                  <a:lnTo>
                    <a:pt x="13266" y="7303"/>
                  </a:lnTo>
                  <a:lnTo>
                    <a:pt x="13392" y="7303"/>
                  </a:lnTo>
                  <a:lnTo>
                    <a:pt x="13580" y="7240"/>
                  </a:lnTo>
                  <a:lnTo>
                    <a:pt x="13685" y="7240"/>
                  </a:lnTo>
                  <a:lnTo>
                    <a:pt x="13769" y="7031"/>
                  </a:lnTo>
                  <a:lnTo>
                    <a:pt x="13894" y="6801"/>
                  </a:lnTo>
                  <a:lnTo>
                    <a:pt x="14166" y="6508"/>
                  </a:lnTo>
                  <a:lnTo>
                    <a:pt x="14229" y="6403"/>
                  </a:lnTo>
                  <a:lnTo>
                    <a:pt x="14292" y="6299"/>
                  </a:lnTo>
                  <a:lnTo>
                    <a:pt x="14292" y="6215"/>
                  </a:lnTo>
                  <a:lnTo>
                    <a:pt x="14062" y="6090"/>
                  </a:lnTo>
                  <a:lnTo>
                    <a:pt x="13790" y="5901"/>
                  </a:lnTo>
                  <a:lnTo>
                    <a:pt x="13810" y="5839"/>
                  </a:lnTo>
                  <a:lnTo>
                    <a:pt x="13790" y="5692"/>
                  </a:lnTo>
                  <a:lnTo>
                    <a:pt x="13790" y="5462"/>
                  </a:lnTo>
                  <a:lnTo>
                    <a:pt x="13894" y="5336"/>
                  </a:lnTo>
                  <a:lnTo>
                    <a:pt x="14020" y="5232"/>
                  </a:lnTo>
                  <a:lnTo>
                    <a:pt x="14229" y="5169"/>
                  </a:lnTo>
                  <a:lnTo>
                    <a:pt x="14396" y="5211"/>
                  </a:lnTo>
                  <a:lnTo>
                    <a:pt x="14522" y="5274"/>
                  </a:lnTo>
                  <a:lnTo>
                    <a:pt x="14710" y="5357"/>
                  </a:lnTo>
                  <a:lnTo>
                    <a:pt x="14836" y="5378"/>
                  </a:lnTo>
                  <a:lnTo>
                    <a:pt x="14961" y="5441"/>
                  </a:lnTo>
                  <a:lnTo>
                    <a:pt x="15024" y="5441"/>
                  </a:lnTo>
                  <a:lnTo>
                    <a:pt x="15045" y="5336"/>
                  </a:lnTo>
                  <a:lnTo>
                    <a:pt x="15129" y="5253"/>
                  </a:lnTo>
                  <a:lnTo>
                    <a:pt x="15254" y="5148"/>
                  </a:lnTo>
                  <a:lnTo>
                    <a:pt x="15359" y="5064"/>
                  </a:lnTo>
                  <a:lnTo>
                    <a:pt x="15463" y="4855"/>
                  </a:lnTo>
                  <a:lnTo>
                    <a:pt x="15547" y="4813"/>
                  </a:lnTo>
                  <a:lnTo>
                    <a:pt x="15673" y="4834"/>
                  </a:lnTo>
                  <a:lnTo>
                    <a:pt x="15840" y="4834"/>
                  </a:lnTo>
                  <a:lnTo>
                    <a:pt x="16070" y="4646"/>
                  </a:lnTo>
                  <a:lnTo>
                    <a:pt x="16196" y="4625"/>
                  </a:lnTo>
                  <a:lnTo>
                    <a:pt x="16259" y="4541"/>
                  </a:lnTo>
                  <a:lnTo>
                    <a:pt x="16259" y="4437"/>
                  </a:lnTo>
                  <a:lnTo>
                    <a:pt x="16279" y="4269"/>
                  </a:lnTo>
                  <a:lnTo>
                    <a:pt x="16384" y="4102"/>
                  </a:lnTo>
                  <a:lnTo>
                    <a:pt x="16426" y="4018"/>
                  </a:lnTo>
                  <a:lnTo>
                    <a:pt x="16489" y="4060"/>
                  </a:lnTo>
                  <a:lnTo>
                    <a:pt x="16551" y="4018"/>
                  </a:lnTo>
                  <a:lnTo>
                    <a:pt x="16614" y="3976"/>
                  </a:lnTo>
                  <a:lnTo>
                    <a:pt x="16614" y="3872"/>
                  </a:lnTo>
                  <a:lnTo>
                    <a:pt x="16677" y="3851"/>
                  </a:lnTo>
                  <a:lnTo>
                    <a:pt x="16782" y="3914"/>
                  </a:lnTo>
                  <a:lnTo>
                    <a:pt x="16844" y="3872"/>
                  </a:lnTo>
                  <a:lnTo>
                    <a:pt x="17012" y="3746"/>
                  </a:lnTo>
                  <a:lnTo>
                    <a:pt x="17116" y="3600"/>
                  </a:lnTo>
                  <a:lnTo>
                    <a:pt x="17221" y="3579"/>
                  </a:lnTo>
                  <a:lnTo>
                    <a:pt x="17367" y="3662"/>
                  </a:lnTo>
                  <a:lnTo>
                    <a:pt x="17451" y="3600"/>
                  </a:lnTo>
                  <a:lnTo>
                    <a:pt x="17556" y="3579"/>
                  </a:lnTo>
                  <a:lnTo>
                    <a:pt x="17598" y="3642"/>
                  </a:lnTo>
                  <a:lnTo>
                    <a:pt x="17723" y="3662"/>
                  </a:lnTo>
                  <a:lnTo>
                    <a:pt x="17744" y="3579"/>
                  </a:lnTo>
                  <a:lnTo>
                    <a:pt x="17744" y="3495"/>
                  </a:lnTo>
                  <a:lnTo>
                    <a:pt x="17786" y="3453"/>
                  </a:lnTo>
                  <a:lnTo>
                    <a:pt x="17786" y="3349"/>
                  </a:lnTo>
                  <a:lnTo>
                    <a:pt x="17765" y="3265"/>
                  </a:lnTo>
                  <a:lnTo>
                    <a:pt x="17744" y="3160"/>
                  </a:lnTo>
                  <a:lnTo>
                    <a:pt x="17535" y="3014"/>
                  </a:lnTo>
                  <a:lnTo>
                    <a:pt x="17367" y="2805"/>
                  </a:lnTo>
                  <a:lnTo>
                    <a:pt x="17158" y="2616"/>
                  </a:lnTo>
                  <a:lnTo>
                    <a:pt x="17012" y="2428"/>
                  </a:lnTo>
                  <a:lnTo>
                    <a:pt x="16740" y="2344"/>
                  </a:lnTo>
                  <a:lnTo>
                    <a:pt x="16698" y="2407"/>
                  </a:lnTo>
                  <a:lnTo>
                    <a:pt x="16531" y="2449"/>
                  </a:lnTo>
                  <a:lnTo>
                    <a:pt x="16531" y="2554"/>
                  </a:lnTo>
                  <a:lnTo>
                    <a:pt x="16531" y="2700"/>
                  </a:lnTo>
                  <a:lnTo>
                    <a:pt x="16405" y="2909"/>
                  </a:lnTo>
                  <a:lnTo>
                    <a:pt x="16300" y="2805"/>
                  </a:lnTo>
                  <a:lnTo>
                    <a:pt x="16028" y="2742"/>
                  </a:lnTo>
                  <a:lnTo>
                    <a:pt x="15798" y="2742"/>
                  </a:lnTo>
                  <a:lnTo>
                    <a:pt x="15631" y="2909"/>
                  </a:lnTo>
                  <a:lnTo>
                    <a:pt x="15359" y="2763"/>
                  </a:lnTo>
                  <a:lnTo>
                    <a:pt x="15254" y="2595"/>
                  </a:lnTo>
                  <a:lnTo>
                    <a:pt x="15338" y="2323"/>
                  </a:lnTo>
                  <a:lnTo>
                    <a:pt x="15317" y="2219"/>
                  </a:lnTo>
                  <a:lnTo>
                    <a:pt x="15359" y="2030"/>
                  </a:lnTo>
                  <a:lnTo>
                    <a:pt x="15338" y="1863"/>
                  </a:lnTo>
                  <a:lnTo>
                    <a:pt x="15463" y="963"/>
                  </a:lnTo>
                  <a:lnTo>
                    <a:pt x="15463" y="942"/>
                  </a:lnTo>
                  <a:lnTo>
                    <a:pt x="15422" y="880"/>
                  </a:lnTo>
                  <a:lnTo>
                    <a:pt x="15212" y="838"/>
                  </a:lnTo>
                  <a:lnTo>
                    <a:pt x="14982" y="859"/>
                  </a:lnTo>
                  <a:lnTo>
                    <a:pt x="14982" y="922"/>
                  </a:lnTo>
                  <a:lnTo>
                    <a:pt x="14857" y="984"/>
                  </a:lnTo>
                  <a:lnTo>
                    <a:pt x="14752" y="984"/>
                  </a:lnTo>
                  <a:lnTo>
                    <a:pt x="14710" y="942"/>
                  </a:lnTo>
                  <a:lnTo>
                    <a:pt x="14606" y="1026"/>
                  </a:lnTo>
                  <a:lnTo>
                    <a:pt x="14501" y="963"/>
                  </a:lnTo>
                  <a:lnTo>
                    <a:pt x="14438" y="880"/>
                  </a:lnTo>
                  <a:lnTo>
                    <a:pt x="14313" y="775"/>
                  </a:lnTo>
                  <a:lnTo>
                    <a:pt x="14208" y="775"/>
                  </a:lnTo>
                  <a:lnTo>
                    <a:pt x="14020" y="838"/>
                  </a:lnTo>
                  <a:lnTo>
                    <a:pt x="13999" y="775"/>
                  </a:lnTo>
                  <a:lnTo>
                    <a:pt x="13894" y="775"/>
                  </a:lnTo>
                  <a:lnTo>
                    <a:pt x="13790" y="859"/>
                  </a:lnTo>
                  <a:lnTo>
                    <a:pt x="13769" y="984"/>
                  </a:lnTo>
                  <a:lnTo>
                    <a:pt x="13685" y="1068"/>
                  </a:lnTo>
                  <a:lnTo>
                    <a:pt x="13559" y="1131"/>
                  </a:lnTo>
                  <a:lnTo>
                    <a:pt x="13476" y="1256"/>
                  </a:lnTo>
                  <a:lnTo>
                    <a:pt x="13476" y="1298"/>
                  </a:lnTo>
                  <a:lnTo>
                    <a:pt x="13455" y="1403"/>
                  </a:lnTo>
                  <a:lnTo>
                    <a:pt x="13350" y="1507"/>
                  </a:lnTo>
                  <a:lnTo>
                    <a:pt x="12973" y="1507"/>
                  </a:lnTo>
                  <a:lnTo>
                    <a:pt x="12869" y="1612"/>
                  </a:lnTo>
                  <a:lnTo>
                    <a:pt x="12743" y="1612"/>
                  </a:lnTo>
                  <a:lnTo>
                    <a:pt x="12534" y="1758"/>
                  </a:lnTo>
                  <a:lnTo>
                    <a:pt x="12429" y="1905"/>
                  </a:lnTo>
                  <a:lnTo>
                    <a:pt x="12367" y="1905"/>
                  </a:lnTo>
                  <a:lnTo>
                    <a:pt x="12283" y="1863"/>
                  </a:lnTo>
                  <a:lnTo>
                    <a:pt x="12137" y="1863"/>
                  </a:lnTo>
                  <a:lnTo>
                    <a:pt x="12095" y="1884"/>
                  </a:lnTo>
                  <a:lnTo>
                    <a:pt x="11927" y="1905"/>
                  </a:lnTo>
                  <a:lnTo>
                    <a:pt x="11593" y="1905"/>
                  </a:lnTo>
                  <a:lnTo>
                    <a:pt x="11362" y="1863"/>
                  </a:lnTo>
                  <a:lnTo>
                    <a:pt x="11090" y="1884"/>
                  </a:lnTo>
                  <a:lnTo>
                    <a:pt x="11028" y="1884"/>
                  </a:lnTo>
                  <a:lnTo>
                    <a:pt x="10923" y="1758"/>
                  </a:lnTo>
                  <a:lnTo>
                    <a:pt x="10839" y="1758"/>
                  </a:lnTo>
                  <a:lnTo>
                    <a:pt x="10756" y="1696"/>
                  </a:lnTo>
                  <a:lnTo>
                    <a:pt x="10651" y="1612"/>
                  </a:lnTo>
                  <a:lnTo>
                    <a:pt x="10609" y="1445"/>
                  </a:lnTo>
                  <a:lnTo>
                    <a:pt x="10525" y="1382"/>
                  </a:lnTo>
                  <a:lnTo>
                    <a:pt x="10421" y="1403"/>
                  </a:lnTo>
                  <a:lnTo>
                    <a:pt x="10232" y="1403"/>
                  </a:lnTo>
                  <a:lnTo>
                    <a:pt x="10044" y="1340"/>
                  </a:lnTo>
                  <a:lnTo>
                    <a:pt x="9919" y="1173"/>
                  </a:lnTo>
                  <a:lnTo>
                    <a:pt x="9521" y="1173"/>
                  </a:lnTo>
                  <a:lnTo>
                    <a:pt x="9396" y="1089"/>
                  </a:lnTo>
                  <a:lnTo>
                    <a:pt x="9270" y="1131"/>
                  </a:lnTo>
                  <a:lnTo>
                    <a:pt x="9103" y="1152"/>
                  </a:lnTo>
                  <a:lnTo>
                    <a:pt x="8977" y="1194"/>
                  </a:lnTo>
                  <a:lnTo>
                    <a:pt x="8768" y="1214"/>
                  </a:lnTo>
                  <a:lnTo>
                    <a:pt x="8580" y="1277"/>
                  </a:lnTo>
                  <a:lnTo>
                    <a:pt x="8517" y="1382"/>
                  </a:lnTo>
                  <a:lnTo>
                    <a:pt x="8433" y="1403"/>
                  </a:lnTo>
                  <a:lnTo>
                    <a:pt x="8349" y="1382"/>
                  </a:lnTo>
                  <a:lnTo>
                    <a:pt x="8266" y="1382"/>
                  </a:lnTo>
                  <a:lnTo>
                    <a:pt x="8182" y="1445"/>
                  </a:lnTo>
                  <a:lnTo>
                    <a:pt x="8015" y="1445"/>
                  </a:lnTo>
                  <a:lnTo>
                    <a:pt x="7952" y="1466"/>
                  </a:lnTo>
                  <a:lnTo>
                    <a:pt x="7889" y="1466"/>
                  </a:lnTo>
                  <a:lnTo>
                    <a:pt x="7722" y="1361"/>
                  </a:lnTo>
                  <a:lnTo>
                    <a:pt x="7533" y="1340"/>
                  </a:lnTo>
                  <a:lnTo>
                    <a:pt x="7512" y="1256"/>
                  </a:lnTo>
                  <a:lnTo>
                    <a:pt x="7387" y="1152"/>
                  </a:lnTo>
                  <a:lnTo>
                    <a:pt x="7324" y="1152"/>
                  </a:lnTo>
                  <a:lnTo>
                    <a:pt x="7261" y="1089"/>
                  </a:lnTo>
                  <a:lnTo>
                    <a:pt x="7261" y="984"/>
                  </a:lnTo>
                  <a:lnTo>
                    <a:pt x="7199" y="859"/>
                  </a:lnTo>
                  <a:lnTo>
                    <a:pt x="7136" y="817"/>
                  </a:lnTo>
                  <a:lnTo>
                    <a:pt x="7136" y="691"/>
                  </a:lnTo>
                  <a:lnTo>
                    <a:pt x="7094" y="629"/>
                  </a:lnTo>
                  <a:lnTo>
                    <a:pt x="7094" y="566"/>
                  </a:lnTo>
                  <a:lnTo>
                    <a:pt x="7052" y="461"/>
                  </a:lnTo>
                  <a:lnTo>
                    <a:pt x="6947" y="440"/>
                  </a:lnTo>
                  <a:lnTo>
                    <a:pt x="6696" y="440"/>
                  </a:lnTo>
                  <a:lnTo>
                    <a:pt x="6592" y="419"/>
                  </a:lnTo>
                  <a:lnTo>
                    <a:pt x="6529" y="398"/>
                  </a:lnTo>
                  <a:lnTo>
                    <a:pt x="6383" y="357"/>
                  </a:lnTo>
                  <a:lnTo>
                    <a:pt x="6341" y="315"/>
                  </a:lnTo>
                  <a:lnTo>
                    <a:pt x="6257" y="252"/>
                  </a:lnTo>
                  <a:lnTo>
                    <a:pt x="5901" y="252"/>
                  </a:lnTo>
                  <a:lnTo>
                    <a:pt x="5755" y="210"/>
                  </a:lnTo>
                  <a:lnTo>
                    <a:pt x="5734" y="168"/>
                  </a:lnTo>
                  <a:lnTo>
                    <a:pt x="5567" y="105"/>
                  </a:lnTo>
                  <a:lnTo>
                    <a:pt x="5441" y="43"/>
                  </a:lnTo>
                  <a:lnTo>
                    <a:pt x="537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2" name="Google Shape;7756;p67">
              <a:extLst>
                <a:ext uri="{FF2B5EF4-FFF2-40B4-BE49-F238E27FC236}">
                  <a16:creationId xmlns:a16="http://schemas.microsoft.com/office/drawing/2014/main" id="{35863EAC-E158-4D96-0C16-90FCCB60C5AD}"/>
                </a:ext>
              </a:extLst>
            </p:cNvPr>
            <p:cNvSpPr/>
            <p:nvPr/>
          </p:nvSpPr>
          <p:spPr>
            <a:xfrm>
              <a:off x="5730000" y="3287725"/>
              <a:ext cx="141250" cy="120875"/>
            </a:xfrm>
            <a:custGeom>
              <a:avLst/>
              <a:gdLst/>
              <a:ahLst/>
              <a:cxnLst/>
              <a:rect l="l" t="t" r="r" b="b"/>
              <a:pathLst>
                <a:path w="5650" h="4835" extrusionOk="0">
                  <a:moveTo>
                    <a:pt x="126" y="1"/>
                  </a:moveTo>
                  <a:lnTo>
                    <a:pt x="42" y="2156"/>
                  </a:lnTo>
                  <a:lnTo>
                    <a:pt x="21" y="2323"/>
                  </a:lnTo>
                  <a:lnTo>
                    <a:pt x="21" y="2407"/>
                  </a:lnTo>
                  <a:lnTo>
                    <a:pt x="21" y="2470"/>
                  </a:lnTo>
                  <a:lnTo>
                    <a:pt x="0" y="3872"/>
                  </a:lnTo>
                  <a:lnTo>
                    <a:pt x="168" y="3872"/>
                  </a:lnTo>
                  <a:lnTo>
                    <a:pt x="251" y="3892"/>
                  </a:lnTo>
                  <a:lnTo>
                    <a:pt x="356" y="3872"/>
                  </a:lnTo>
                  <a:lnTo>
                    <a:pt x="732" y="3872"/>
                  </a:lnTo>
                  <a:lnTo>
                    <a:pt x="753" y="3934"/>
                  </a:lnTo>
                  <a:lnTo>
                    <a:pt x="837" y="3997"/>
                  </a:lnTo>
                  <a:lnTo>
                    <a:pt x="942" y="4039"/>
                  </a:lnTo>
                  <a:lnTo>
                    <a:pt x="1046" y="3955"/>
                  </a:lnTo>
                  <a:lnTo>
                    <a:pt x="1256" y="3892"/>
                  </a:lnTo>
                  <a:lnTo>
                    <a:pt x="1276" y="3851"/>
                  </a:lnTo>
                  <a:lnTo>
                    <a:pt x="1318" y="3892"/>
                  </a:lnTo>
                  <a:lnTo>
                    <a:pt x="1381" y="3830"/>
                  </a:lnTo>
                  <a:lnTo>
                    <a:pt x="1360" y="3662"/>
                  </a:lnTo>
                  <a:lnTo>
                    <a:pt x="1214" y="3558"/>
                  </a:lnTo>
                  <a:lnTo>
                    <a:pt x="1046" y="3474"/>
                  </a:lnTo>
                  <a:lnTo>
                    <a:pt x="900" y="3453"/>
                  </a:lnTo>
                  <a:lnTo>
                    <a:pt x="858" y="3411"/>
                  </a:lnTo>
                  <a:lnTo>
                    <a:pt x="753" y="3369"/>
                  </a:lnTo>
                  <a:lnTo>
                    <a:pt x="732" y="3369"/>
                  </a:lnTo>
                  <a:lnTo>
                    <a:pt x="670" y="3328"/>
                  </a:lnTo>
                  <a:lnTo>
                    <a:pt x="649" y="3202"/>
                  </a:lnTo>
                  <a:lnTo>
                    <a:pt x="544" y="3056"/>
                  </a:lnTo>
                  <a:lnTo>
                    <a:pt x="440" y="3014"/>
                  </a:lnTo>
                  <a:lnTo>
                    <a:pt x="419" y="2930"/>
                  </a:lnTo>
                  <a:lnTo>
                    <a:pt x="335" y="2846"/>
                  </a:lnTo>
                  <a:lnTo>
                    <a:pt x="419" y="2909"/>
                  </a:lnTo>
                  <a:lnTo>
                    <a:pt x="440" y="3014"/>
                  </a:lnTo>
                  <a:lnTo>
                    <a:pt x="523" y="3014"/>
                  </a:lnTo>
                  <a:lnTo>
                    <a:pt x="649" y="3097"/>
                  </a:lnTo>
                  <a:lnTo>
                    <a:pt x="670" y="3202"/>
                  </a:lnTo>
                  <a:lnTo>
                    <a:pt x="670" y="3328"/>
                  </a:lnTo>
                  <a:lnTo>
                    <a:pt x="732" y="3328"/>
                  </a:lnTo>
                  <a:lnTo>
                    <a:pt x="879" y="3348"/>
                  </a:lnTo>
                  <a:lnTo>
                    <a:pt x="963" y="3432"/>
                  </a:lnTo>
                  <a:lnTo>
                    <a:pt x="1151" y="3432"/>
                  </a:lnTo>
                  <a:lnTo>
                    <a:pt x="1297" y="3369"/>
                  </a:lnTo>
                  <a:lnTo>
                    <a:pt x="1423" y="3411"/>
                  </a:lnTo>
                  <a:lnTo>
                    <a:pt x="1507" y="3348"/>
                  </a:lnTo>
                  <a:lnTo>
                    <a:pt x="1486" y="3328"/>
                  </a:lnTo>
                  <a:lnTo>
                    <a:pt x="1402" y="3244"/>
                  </a:lnTo>
                  <a:lnTo>
                    <a:pt x="1360" y="3160"/>
                  </a:lnTo>
                  <a:lnTo>
                    <a:pt x="1276" y="3202"/>
                  </a:lnTo>
                  <a:lnTo>
                    <a:pt x="1256" y="3118"/>
                  </a:lnTo>
                  <a:lnTo>
                    <a:pt x="1297" y="3160"/>
                  </a:lnTo>
                  <a:lnTo>
                    <a:pt x="1423" y="3139"/>
                  </a:lnTo>
                  <a:lnTo>
                    <a:pt x="1507" y="3244"/>
                  </a:lnTo>
                  <a:lnTo>
                    <a:pt x="1611" y="3244"/>
                  </a:lnTo>
                  <a:lnTo>
                    <a:pt x="1569" y="3202"/>
                  </a:lnTo>
                  <a:lnTo>
                    <a:pt x="1569" y="3118"/>
                  </a:lnTo>
                  <a:lnTo>
                    <a:pt x="1611" y="3056"/>
                  </a:lnTo>
                  <a:lnTo>
                    <a:pt x="1611" y="3014"/>
                  </a:lnTo>
                  <a:lnTo>
                    <a:pt x="1611" y="2930"/>
                  </a:lnTo>
                  <a:lnTo>
                    <a:pt x="1528" y="2825"/>
                  </a:lnTo>
                  <a:lnTo>
                    <a:pt x="1528" y="2804"/>
                  </a:lnTo>
                  <a:lnTo>
                    <a:pt x="1632" y="2846"/>
                  </a:lnTo>
                  <a:lnTo>
                    <a:pt x="1674" y="2909"/>
                  </a:lnTo>
                  <a:lnTo>
                    <a:pt x="1779" y="3014"/>
                  </a:lnTo>
                  <a:lnTo>
                    <a:pt x="1883" y="3035"/>
                  </a:lnTo>
                  <a:lnTo>
                    <a:pt x="1883" y="2993"/>
                  </a:lnTo>
                  <a:lnTo>
                    <a:pt x="1841" y="2909"/>
                  </a:lnTo>
                  <a:lnTo>
                    <a:pt x="1883" y="2930"/>
                  </a:lnTo>
                  <a:lnTo>
                    <a:pt x="1904" y="3035"/>
                  </a:lnTo>
                  <a:lnTo>
                    <a:pt x="1946" y="3035"/>
                  </a:lnTo>
                  <a:lnTo>
                    <a:pt x="1946" y="2951"/>
                  </a:lnTo>
                  <a:lnTo>
                    <a:pt x="1925" y="2888"/>
                  </a:lnTo>
                  <a:lnTo>
                    <a:pt x="1946" y="2784"/>
                  </a:lnTo>
                  <a:lnTo>
                    <a:pt x="2009" y="2825"/>
                  </a:lnTo>
                  <a:lnTo>
                    <a:pt x="2155" y="2888"/>
                  </a:lnTo>
                  <a:lnTo>
                    <a:pt x="2197" y="2951"/>
                  </a:lnTo>
                  <a:lnTo>
                    <a:pt x="2260" y="2993"/>
                  </a:lnTo>
                  <a:lnTo>
                    <a:pt x="2323" y="2951"/>
                  </a:lnTo>
                  <a:lnTo>
                    <a:pt x="2365" y="2993"/>
                  </a:lnTo>
                  <a:lnTo>
                    <a:pt x="2427" y="2930"/>
                  </a:lnTo>
                  <a:lnTo>
                    <a:pt x="2427" y="3014"/>
                  </a:lnTo>
                  <a:lnTo>
                    <a:pt x="2427" y="3097"/>
                  </a:lnTo>
                  <a:lnTo>
                    <a:pt x="2469" y="3097"/>
                  </a:lnTo>
                  <a:lnTo>
                    <a:pt x="2553" y="3160"/>
                  </a:lnTo>
                  <a:lnTo>
                    <a:pt x="2867" y="3244"/>
                  </a:lnTo>
                  <a:lnTo>
                    <a:pt x="2950" y="3307"/>
                  </a:lnTo>
                  <a:lnTo>
                    <a:pt x="3055" y="3411"/>
                  </a:lnTo>
                  <a:lnTo>
                    <a:pt x="3076" y="3558"/>
                  </a:lnTo>
                  <a:lnTo>
                    <a:pt x="3243" y="3746"/>
                  </a:lnTo>
                  <a:lnTo>
                    <a:pt x="3264" y="3830"/>
                  </a:lnTo>
                  <a:lnTo>
                    <a:pt x="3369" y="3872"/>
                  </a:lnTo>
                  <a:lnTo>
                    <a:pt x="3453" y="3955"/>
                  </a:lnTo>
                  <a:lnTo>
                    <a:pt x="3473" y="4039"/>
                  </a:lnTo>
                  <a:lnTo>
                    <a:pt x="3725" y="4290"/>
                  </a:lnTo>
                  <a:lnTo>
                    <a:pt x="3725" y="4374"/>
                  </a:lnTo>
                  <a:lnTo>
                    <a:pt x="3829" y="4457"/>
                  </a:lnTo>
                  <a:lnTo>
                    <a:pt x="3997" y="4499"/>
                  </a:lnTo>
                  <a:lnTo>
                    <a:pt x="4080" y="4478"/>
                  </a:lnTo>
                  <a:lnTo>
                    <a:pt x="4122" y="4478"/>
                  </a:lnTo>
                  <a:lnTo>
                    <a:pt x="4206" y="4520"/>
                  </a:lnTo>
                  <a:lnTo>
                    <a:pt x="4394" y="4499"/>
                  </a:lnTo>
                  <a:lnTo>
                    <a:pt x="4520" y="4562"/>
                  </a:lnTo>
                  <a:lnTo>
                    <a:pt x="4624" y="4520"/>
                  </a:lnTo>
                  <a:lnTo>
                    <a:pt x="4771" y="4562"/>
                  </a:lnTo>
                  <a:lnTo>
                    <a:pt x="4875" y="4604"/>
                  </a:lnTo>
                  <a:lnTo>
                    <a:pt x="5022" y="4583"/>
                  </a:lnTo>
                  <a:lnTo>
                    <a:pt x="5064" y="4667"/>
                  </a:lnTo>
                  <a:lnTo>
                    <a:pt x="5168" y="4667"/>
                  </a:lnTo>
                  <a:lnTo>
                    <a:pt x="5189" y="4688"/>
                  </a:lnTo>
                  <a:lnTo>
                    <a:pt x="5126" y="4729"/>
                  </a:lnTo>
                  <a:lnTo>
                    <a:pt x="5252" y="4771"/>
                  </a:lnTo>
                  <a:lnTo>
                    <a:pt x="5378" y="4834"/>
                  </a:lnTo>
                  <a:lnTo>
                    <a:pt x="5503" y="4813"/>
                  </a:lnTo>
                  <a:lnTo>
                    <a:pt x="5545" y="4729"/>
                  </a:lnTo>
                  <a:lnTo>
                    <a:pt x="5398" y="4667"/>
                  </a:lnTo>
                  <a:lnTo>
                    <a:pt x="5357" y="4667"/>
                  </a:lnTo>
                  <a:lnTo>
                    <a:pt x="5357" y="4604"/>
                  </a:lnTo>
                  <a:lnTo>
                    <a:pt x="5461" y="4583"/>
                  </a:lnTo>
                  <a:lnTo>
                    <a:pt x="5545" y="4604"/>
                  </a:lnTo>
                  <a:lnTo>
                    <a:pt x="5650" y="4562"/>
                  </a:lnTo>
                  <a:lnTo>
                    <a:pt x="5440" y="4499"/>
                  </a:lnTo>
                  <a:lnTo>
                    <a:pt x="5168" y="4478"/>
                  </a:lnTo>
                  <a:lnTo>
                    <a:pt x="5043" y="4395"/>
                  </a:lnTo>
                  <a:lnTo>
                    <a:pt x="4980" y="4311"/>
                  </a:lnTo>
                  <a:lnTo>
                    <a:pt x="5126" y="4269"/>
                  </a:lnTo>
                  <a:lnTo>
                    <a:pt x="5189" y="4269"/>
                  </a:lnTo>
                  <a:lnTo>
                    <a:pt x="5252" y="4248"/>
                  </a:lnTo>
                  <a:lnTo>
                    <a:pt x="5168" y="4185"/>
                  </a:lnTo>
                  <a:lnTo>
                    <a:pt x="4959" y="4185"/>
                  </a:lnTo>
                  <a:lnTo>
                    <a:pt x="4771" y="4164"/>
                  </a:lnTo>
                  <a:lnTo>
                    <a:pt x="4708" y="4081"/>
                  </a:lnTo>
                  <a:lnTo>
                    <a:pt x="4708" y="3997"/>
                  </a:lnTo>
                  <a:lnTo>
                    <a:pt x="4771" y="3934"/>
                  </a:lnTo>
                  <a:lnTo>
                    <a:pt x="4813" y="3851"/>
                  </a:lnTo>
                  <a:lnTo>
                    <a:pt x="4750" y="3788"/>
                  </a:lnTo>
                  <a:lnTo>
                    <a:pt x="4666" y="3788"/>
                  </a:lnTo>
                  <a:lnTo>
                    <a:pt x="4624" y="3830"/>
                  </a:lnTo>
                  <a:lnTo>
                    <a:pt x="4541" y="3788"/>
                  </a:lnTo>
                  <a:lnTo>
                    <a:pt x="4457" y="3830"/>
                  </a:lnTo>
                  <a:lnTo>
                    <a:pt x="4352" y="3683"/>
                  </a:lnTo>
                  <a:lnTo>
                    <a:pt x="4352" y="3537"/>
                  </a:lnTo>
                  <a:lnTo>
                    <a:pt x="4248" y="3516"/>
                  </a:lnTo>
                  <a:lnTo>
                    <a:pt x="4143" y="3244"/>
                  </a:lnTo>
                  <a:lnTo>
                    <a:pt x="4101" y="3223"/>
                  </a:lnTo>
                  <a:lnTo>
                    <a:pt x="4080" y="3139"/>
                  </a:lnTo>
                  <a:lnTo>
                    <a:pt x="3934" y="3139"/>
                  </a:lnTo>
                  <a:lnTo>
                    <a:pt x="3871" y="3097"/>
                  </a:lnTo>
                  <a:lnTo>
                    <a:pt x="3808" y="2951"/>
                  </a:lnTo>
                  <a:lnTo>
                    <a:pt x="3683" y="2825"/>
                  </a:lnTo>
                  <a:lnTo>
                    <a:pt x="3662" y="2700"/>
                  </a:lnTo>
                  <a:lnTo>
                    <a:pt x="3578" y="2616"/>
                  </a:lnTo>
                  <a:lnTo>
                    <a:pt x="3494" y="2512"/>
                  </a:lnTo>
                  <a:lnTo>
                    <a:pt x="3515" y="2470"/>
                  </a:lnTo>
                  <a:lnTo>
                    <a:pt x="3766" y="2491"/>
                  </a:lnTo>
                  <a:lnTo>
                    <a:pt x="3976" y="2386"/>
                  </a:lnTo>
                  <a:lnTo>
                    <a:pt x="4017" y="2281"/>
                  </a:lnTo>
                  <a:lnTo>
                    <a:pt x="3997" y="2156"/>
                  </a:lnTo>
                  <a:lnTo>
                    <a:pt x="3829" y="1988"/>
                  </a:lnTo>
                  <a:lnTo>
                    <a:pt x="3704" y="1968"/>
                  </a:lnTo>
                  <a:lnTo>
                    <a:pt x="3662" y="1988"/>
                  </a:lnTo>
                  <a:lnTo>
                    <a:pt x="3557" y="1947"/>
                  </a:lnTo>
                  <a:lnTo>
                    <a:pt x="3348" y="1842"/>
                  </a:lnTo>
                  <a:lnTo>
                    <a:pt x="3243" y="1737"/>
                  </a:lnTo>
                  <a:lnTo>
                    <a:pt x="3097" y="1758"/>
                  </a:lnTo>
                  <a:lnTo>
                    <a:pt x="2846" y="1654"/>
                  </a:lnTo>
                  <a:lnTo>
                    <a:pt x="2825" y="1570"/>
                  </a:lnTo>
                  <a:lnTo>
                    <a:pt x="2867" y="1444"/>
                  </a:lnTo>
                  <a:lnTo>
                    <a:pt x="2888" y="1340"/>
                  </a:lnTo>
                  <a:lnTo>
                    <a:pt x="2825" y="1235"/>
                  </a:lnTo>
                  <a:lnTo>
                    <a:pt x="2616" y="1026"/>
                  </a:lnTo>
                  <a:lnTo>
                    <a:pt x="2553" y="1026"/>
                  </a:lnTo>
                  <a:lnTo>
                    <a:pt x="2511" y="1047"/>
                  </a:lnTo>
                  <a:lnTo>
                    <a:pt x="2448" y="963"/>
                  </a:lnTo>
                  <a:lnTo>
                    <a:pt x="2344" y="900"/>
                  </a:lnTo>
                  <a:lnTo>
                    <a:pt x="2323" y="817"/>
                  </a:lnTo>
                  <a:lnTo>
                    <a:pt x="2197" y="796"/>
                  </a:lnTo>
                  <a:lnTo>
                    <a:pt x="2134" y="712"/>
                  </a:lnTo>
                  <a:lnTo>
                    <a:pt x="2092" y="712"/>
                  </a:lnTo>
                  <a:lnTo>
                    <a:pt x="1988" y="649"/>
                  </a:lnTo>
                  <a:lnTo>
                    <a:pt x="1841" y="649"/>
                  </a:lnTo>
                  <a:lnTo>
                    <a:pt x="1716" y="545"/>
                  </a:lnTo>
                  <a:lnTo>
                    <a:pt x="1590" y="524"/>
                  </a:lnTo>
                  <a:lnTo>
                    <a:pt x="1381" y="398"/>
                  </a:lnTo>
                  <a:lnTo>
                    <a:pt x="1067" y="377"/>
                  </a:lnTo>
                  <a:lnTo>
                    <a:pt x="963" y="315"/>
                  </a:lnTo>
                  <a:lnTo>
                    <a:pt x="879" y="231"/>
                  </a:lnTo>
                  <a:lnTo>
                    <a:pt x="837" y="231"/>
                  </a:lnTo>
                  <a:lnTo>
                    <a:pt x="795" y="273"/>
                  </a:lnTo>
                  <a:lnTo>
                    <a:pt x="565" y="189"/>
                  </a:lnTo>
                  <a:lnTo>
                    <a:pt x="523" y="126"/>
                  </a:lnTo>
                  <a:lnTo>
                    <a:pt x="419" y="84"/>
                  </a:lnTo>
                  <a:lnTo>
                    <a:pt x="23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3" name="Google Shape;7757;p67">
              <a:extLst>
                <a:ext uri="{FF2B5EF4-FFF2-40B4-BE49-F238E27FC236}">
                  <a16:creationId xmlns:a16="http://schemas.microsoft.com/office/drawing/2014/main" id="{07D17048-89FF-7427-CF5A-2E679F4C3729}"/>
                </a:ext>
              </a:extLst>
            </p:cNvPr>
            <p:cNvSpPr/>
            <p:nvPr/>
          </p:nvSpPr>
          <p:spPr>
            <a:xfrm>
              <a:off x="5413525" y="2961325"/>
              <a:ext cx="115100" cy="200900"/>
            </a:xfrm>
            <a:custGeom>
              <a:avLst/>
              <a:gdLst/>
              <a:ahLst/>
              <a:cxnLst/>
              <a:rect l="l" t="t" r="r" b="b"/>
              <a:pathLst>
                <a:path w="4604" h="8036" extrusionOk="0">
                  <a:moveTo>
                    <a:pt x="586" y="0"/>
                  </a:moveTo>
                  <a:lnTo>
                    <a:pt x="440" y="63"/>
                  </a:lnTo>
                  <a:lnTo>
                    <a:pt x="419" y="189"/>
                  </a:lnTo>
                  <a:lnTo>
                    <a:pt x="314" y="419"/>
                  </a:lnTo>
                  <a:lnTo>
                    <a:pt x="335" y="565"/>
                  </a:lnTo>
                  <a:lnTo>
                    <a:pt x="335" y="795"/>
                  </a:lnTo>
                  <a:lnTo>
                    <a:pt x="251" y="1088"/>
                  </a:lnTo>
                  <a:lnTo>
                    <a:pt x="210" y="1214"/>
                  </a:lnTo>
                  <a:lnTo>
                    <a:pt x="272" y="1402"/>
                  </a:lnTo>
                  <a:lnTo>
                    <a:pt x="272" y="1465"/>
                  </a:lnTo>
                  <a:lnTo>
                    <a:pt x="210" y="1528"/>
                  </a:lnTo>
                  <a:lnTo>
                    <a:pt x="105" y="1507"/>
                  </a:lnTo>
                  <a:lnTo>
                    <a:pt x="21" y="1402"/>
                  </a:lnTo>
                  <a:lnTo>
                    <a:pt x="0" y="1528"/>
                  </a:lnTo>
                  <a:lnTo>
                    <a:pt x="21" y="1653"/>
                  </a:lnTo>
                  <a:lnTo>
                    <a:pt x="105" y="1653"/>
                  </a:lnTo>
                  <a:lnTo>
                    <a:pt x="126" y="1716"/>
                  </a:lnTo>
                  <a:lnTo>
                    <a:pt x="63" y="1779"/>
                  </a:lnTo>
                  <a:lnTo>
                    <a:pt x="126" y="1946"/>
                  </a:lnTo>
                  <a:lnTo>
                    <a:pt x="210" y="2093"/>
                  </a:lnTo>
                  <a:lnTo>
                    <a:pt x="210" y="2302"/>
                  </a:lnTo>
                  <a:lnTo>
                    <a:pt x="251" y="2344"/>
                  </a:lnTo>
                  <a:lnTo>
                    <a:pt x="314" y="2302"/>
                  </a:lnTo>
                  <a:lnTo>
                    <a:pt x="356" y="2344"/>
                  </a:lnTo>
                  <a:lnTo>
                    <a:pt x="356" y="2448"/>
                  </a:lnTo>
                  <a:lnTo>
                    <a:pt x="461" y="2595"/>
                  </a:lnTo>
                  <a:lnTo>
                    <a:pt x="544" y="2595"/>
                  </a:lnTo>
                  <a:lnTo>
                    <a:pt x="628" y="2511"/>
                  </a:lnTo>
                  <a:lnTo>
                    <a:pt x="565" y="2448"/>
                  </a:lnTo>
                  <a:lnTo>
                    <a:pt x="565" y="2365"/>
                  </a:lnTo>
                  <a:lnTo>
                    <a:pt x="691" y="2365"/>
                  </a:lnTo>
                  <a:lnTo>
                    <a:pt x="795" y="2448"/>
                  </a:lnTo>
                  <a:lnTo>
                    <a:pt x="670" y="2595"/>
                  </a:lnTo>
                  <a:lnTo>
                    <a:pt x="628" y="2679"/>
                  </a:lnTo>
                  <a:lnTo>
                    <a:pt x="628" y="2762"/>
                  </a:lnTo>
                  <a:lnTo>
                    <a:pt x="628" y="2888"/>
                  </a:lnTo>
                  <a:lnTo>
                    <a:pt x="691" y="3013"/>
                  </a:lnTo>
                  <a:lnTo>
                    <a:pt x="733" y="2909"/>
                  </a:lnTo>
                  <a:lnTo>
                    <a:pt x="795" y="2888"/>
                  </a:lnTo>
                  <a:lnTo>
                    <a:pt x="858" y="2992"/>
                  </a:lnTo>
                  <a:lnTo>
                    <a:pt x="795" y="3097"/>
                  </a:lnTo>
                  <a:lnTo>
                    <a:pt x="795" y="3097"/>
                  </a:lnTo>
                  <a:lnTo>
                    <a:pt x="879" y="3076"/>
                  </a:lnTo>
                  <a:lnTo>
                    <a:pt x="963" y="3013"/>
                  </a:lnTo>
                  <a:cubicBezTo>
                    <a:pt x="963" y="3097"/>
                    <a:pt x="963" y="3181"/>
                    <a:pt x="984" y="3244"/>
                  </a:cubicBezTo>
                  <a:lnTo>
                    <a:pt x="900" y="3181"/>
                  </a:lnTo>
                  <a:lnTo>
                    <a:pt x="775" y="3202"/>
                  </a:lnTo>
                  <a:lnTo>
                    <a:pt x="649" y="3139"/>
                  </a:lnTo>
                  <a:lnTo>
                    <a:pt x="544" y="3202"/>
                  </a:lnTo>
                  <a:lnTo>
                    <a:pt x="565" y="3244"/>
                  </a:lnTo>
                  <a:lnTo>
                    <a:pt x="649" y="3244"/>
                  </a:lnTo>
                  <a:lnTo>
                    <a:pt x="670" y="3390"/>
                  </a:lnTo>
                  <a:lnTo>
                    <a:pt x="754" y="3411"/>
                  </a:lnTo>
                  <a:lnTo>
                    <a:pt x="816" y="3516"/>
                  </a:lnTo>
                  <a:lnTo>
                    <a:pt x="816" y="3704"/>
                  </a:lnTo>
                  <a:lnTo>
                    <a:pt x="900" y="3746"/>
                  </a:lnTo>
                  <a:lnTo>
                    <a:pt x="900" y="3850"/>
                  </a:lnTo>
                  <a:lnTo>
                    <a:pt x="1005" y="3976"/>
                  </a:lnTo>
                  <a:lnTo>
                    <a:pt x="1109" y="4018"/>
                  </a:lnTo>
                  <a:lnTo>
                    <a:pt x="1214" y="3934"/>
                  </a:lnTo>
                  <a:lnTo>
                    <a:pt x="1214" y="3850"/>
                  </a:lnTo>
                  <a:lnTo>
                    <a:pt x="1277" y="3829"/>
                  </a:lnTo>
                  <a:lnTo>
                    <a:pt x="1277" y="3725"/>
                  </a:lnTo>
                  <a:lnTo>
                    <a:pt x="1214" y="3641"/>
                  </a:lnTo>
                  <a:lnTo>
                    <a:pt x="1277" y="3557"/>
                  </a:lnTo>
                  <a:lnTo>
                    <a:pt x="1277" y="3453"/>
                  </a:lnTo>
                  <a:lnTo>
                    <a:pt x="1172" y="3411"/>
                  </a:lnTo>
                  <a:lnTo>
                    <a:pt x="1109" y="3348"/>
                  </a:lnTo>
                  <a:cubicBezTo>
                    <a:pt x="1130" y="3306"/>
                    <a:pt x="1130" y="3223"/>
                    <a:pt x="1130" y="3181"/>
                  </a:cubicBezTo>
                  <a:lnTo>
                    <a:pt x="1235" y="3097"/>
                  </a:lnTo>
                  <a:lnTo>
                    <a:pt x="1214" y="3013"/>
                  </a:lnTo>
                  <a:lnTo>
                    <a:pt x="1277" y="2930"/>
                  </a:lnTo>
                  <a:lnTo>
                    <a:pt x="1402" y="2930"/>
                  </a:lnTo>
                  <a:lnTo>
                    <a:pt x="1632" y="3034"/>
                  </a:lnTo>
                  <a:lnTo>
                    <a:pt x="1695" y="3118"/>
                  </a:lnTo>
                  <a:lnTo>
                    <a:pt x="1821" y="3202"/>
                  </a:lnTo>
                  <a:lnTo>
                    <a:pt x="1904" y="3327"/>
                  </a:lnTo>
                  <a:lnTo>
                    <a:pt x="1863" y="3306"/>
                  </a:lnTo>
                  <a:cubicBezTo>
                    <a:pt x="1800" y="3264"/>
                    <a:pt x="1716" y="3264"/>
                    <a:pt x="1632" y="3264"/>
                  </a:cubicBezTo>
                  <a:lnTo>
                    <a:pt x="1653" y="3244"/>
                  </a:lnTo>
                  <a:lnTo>
                    <a:pt x="1611" y="3139"/>
                  </a:lnTo>
                  <a:lnTo>
                    <a:pt x="1507" y="3097"/>
                  </a:lnTo>
                  <a:lnTo>
                    <a:pt x="1444" y="3181"/>
                  </a:lnTo>
                  <a:lnTo>
                    <a:pt x="1486" y="3244"/>
                  </a:lnTo>
                  <a:lnTo>
                    <a:pt x="1528" y="3285"/>
                  </a:lnTo>
                  <a:cubicBezTo>
                    <a:pt x="1507" y="3285"/>
                    <a:pt x="1486" y="3306"/>
                    <a:pt x="1444" y="3306"/>
                  </a:cubicBezTo>
                  <a:lnTo>
                    <a:pt x="1444" y="3327"/>
                  </a:lnTo>
                  <a:lnTo>
                    <a:pt x="1591" y="3327"/>
                  </a:lnTo>
                  <a:lnTo>
                    <a:pt x="1611" y="3348"/>
                  </a:lnTo>
                  <a:lnTo>
                    <a:pt x="1611" y="3327"/>
                  </a:lnTo>
                  <a:cubicBezTo>
                    <a:pt x="1695" y="3327"/>
                    <a:pt x="1758" y="3348"/>
                    <a:pt x="1842" y="3390"/>
                  </a:cubicBezTo>
                  <a:cubicBezTo>
                    <a:pt x="1850" y="3393"/>
                    <a:pt x="1858" y="3394"/>
                    <a:pt x="1866" y="3394"/>
                  </a:cubicBezTo>
                  <a:cubicBezTo>
                    <a:pt x="1915" y="3394"/>
                    <a:pt x="1946" y="3342"/>
                    <a:pt x="1946" y="3306"/>
                  </a:cubicBezTo>
                  <a:lnTo>
                    <a:pt x="1967" y="3327"/>
                  </a:lnTo>
                  <a:lnTo>
                    <a:pt x="2030" y="3327"/>
                  </a:lnTo>
                  <a:lnTo>
                    <a:pt x="2009" y="3139"/>
                  </a:lnTo>
                  <a:lnTo>
                    <a:pt x="1863" y="2930"/>
                  </a:lnTo>
                  <a:lnTo>
                    <a:pt x="1904" y="2888"/>
                  </a:lnTo>
                  <a:lnTo>
                    <a:pt x="1946" y="2888"/>
                  </a:lnTo>
                  <a:lnTo>
                    <a:pt x="2030" y="2971"/>
                  </a:lnTo>
                  <a:lnTo>
                    <a:pt x="2114" y="2992"/>
                  </a:lnTo>
                  <a:lnTo>
                    <a:pt x="2176" y="3118"/>
                  </a:lnTo>
                  <a:lnTo>
                    <a:pt x="2344" y="3181"/>
                  </a:lnTo>
                  <a:lnTo>
                    <a:pt x="2386" y="3285"/>
                  </a:lnTo>
                  <a:lnTo>
                    <a:pt x="2386" y="3411"/>
                  </a:lnTo>
                  <a:lnTo>
                    <a:pt x="2469" y="3432"/>
                  </a:lnTo>
                  <a:lnTo>
                    <a:pt x="2595" y="3599"/>
                  </a:lnTo>
                  <a:lnTo>
                    <a:pt x="2699" y="3557"/>
                  </a:lnTo>
                  <a:lnTo>
                    <a:pt x="2699" y="3516"/>
                  </a:lnTo>
                  <a:lnTo>
                    <a:pt x="2804" y="3536"/>
                  </a:lnTo>
                  <a:lnTo>
                    <a:pt x="2804" y="3599"/>
                  </a:lnTo>
                  <a:lnTo>
                    <a:pt x="2741" y="3641"/>
                  </a:lnTo>
                  <a:cubicBezTo>
                    <a:pt x="2741" y="3641"/>
                    <a:pt x="2699" y="3641"/>
                    <a:pt x="2699" y="3662"/>
                  </a:cubicBezTo>
                  <a:cubicBezTo>
                    <a:pt x="2783" y="3913"/>
                    <a:pt x="2992" y="4060"/>
                    <a:pt x="3223" y="4122"/>
                  </a:cubicBezTo>
                  <a:lnTo>
                    <a:pt x="3285" y="4122"/>
                  </a:lnTo>
                  <a:lnTo>
                    <a:pt x="3411" y="4269"/>
                  </a:lnTo>
                  <a:lnTo>
                    <a:pt x="3432" y="4290"/>
                  </a:lnTo>
                  <a:lnTo>
                    <a:pt x="3432" y="4332"/>
                  </a:lnTo>
                  <a:cubicBezTo>
                    <a:pt x="3432" y="4352"/>
                    <a:pt x="3411" y="4394"/>
                    <a:pt x="3411" y="4436"/>
                  </a:cubicBezTo>
                  <a:lnTo>
                    <a:pt x="3411" y="4436"/>
                  </a:lnTo>
                  <a:cubicBezTo>
                    <a:pt x="3411" y="4436"/>
                    <a:pt x="3411" y="4394"/>
                    <a:pt x="3453" y="4394"/>
                  </a:cubicBezTo>
                  <a:lnTo>
                    <a:pt x="3495" y="4436"/>
                  </a:lnTo>
                  <a:lnTo>
                    <a:pt x="3599" y="4478"/>
                  </a:lnTo>
                  <a:lnTo>
                    <a:pt x="3620" y="4562"/>
                  </a:lnTo>
                  <a:lnTo>
                    <a:pt x="3808" y="4562"/>
                  </a:lnTo>
                  <a:lnTo>
                    <a:pt x="3829" y="4583"/>
                  </a:lnTo>
                  <a:lnTo>
                    <a:pt x="3871" y="4562"/>
                  </a:lnTo>
                  <a:lnTo>
                    <a:pt x="3913" y="4583"/>
                  </a:lnTo>
                  <a:lnTo>
                    <a:pt x="3871" y="4499"/>
                  </a:lnTo>
                  <a:lnTo>
                    <a:pt x="3829" y="4394"/>
                  </a:lnTo>
                  <a:lnTo>
                    <a:pt x="3788" y="4352"/>
                  </a:lnTo>
                  <a:lnTo>
                    <a:pt x="3788" y="4185"/>
                  </a:lnTo>
                  <a:lnTo>
                    <a:pt x="3767" y="3976"/>
                  </a:lnTo>
                  <a:lnTo>
                    <a:pt x="3767" y="3934"/>
                  </a:lnTo>
                  <a:lnTo>
                    <a:pt x="3704" y="3913"/>
                  </a:lnTo>
                  <a:lnTo>
                    <a:pt x="3599" y="3767"/>
                  </a:lnTo>
                  <a:lnTo>
                    <a:pt x="3557" y="3662"/>
                  </a:lnTo>
                  <a:lnTo>
                    <a:pt x="3474" y="3662"/>
                  </a:lnTo>
                  <a:lnTo>
                    <a:pt x="3453" y="3704"/>
                  </a:lnTo>
                  <a:lnTo>
                    <a:pt x="3390" y="3662"/>
                  </a:lnTo>
                  <a:lnTo>
                    <a:pt x="3348" y="3662"/>
                  </a:lnTo>
                  <a:lnTo>
                    <a:pt x="3285" y="3725"/>
                  </a:lnTo>
                  <a:lnTo>
                    <a:pt x="3097" y="3725"/>
                  </a:lnTo>
                  <a:lnTo>
                    <a:pt x="3055" y="3704"/>
                  </a:lnTo>
                  <a:lnTo>
                    <a:pt x="3055" y="3767"/>
                  </a:lnTo>
                  <a:lnTo>
                    <a:pt x="3055" y="3808"/>
                  </a:lnTo>
                  <a:cubicBezTo>
                    <a:pt x="2992" y="3767"/>
                    <a:pt x="2972" y="3746"/>
                    <a:pt x="2930" y="3725"/>
                  </a:cubicBezTo>
                  <a:lnTo>
                    <a:pt x="2951" y="3620"/>
                  </a:lnTo>
                  <a:lnTo>
                    <a:pt x="2951" y="3536"/>
                  </a:lnTo>
                  <a:lnTo>
                    <a:pt x="2992" y="3495"/>
                  </a:lnTo>
                  <a:lnTo>
                    <a:pt x="2951" y="3432"/>
                  </a:lnTo>
                  <a:lnTo>
                    <a:pt x="2846" y="3432"/>
                  </a:lnTo>
                  <a:lnTo>
                    <a:pt x="2762" y="3390"/>
                  </a:lnTo>
                  <a:lnTo>
                    <a:pt x="2658" y="3390"/>
                  </a:lnTo>
                  <a:lnTo>
                    <a:pt x="2658" y="3306"/>
                  </a:lnTo>
                  <a:lnTo>
                    <a:pt x="2574" y="3097"/>
                  </a:lnTo>
                  <a:lnTo>
                    <a:pt x="2553" y="2992"/>
                  </a:lnTo>
                  <a:lnTo>
                    <a:pt x="2616" y="2971"/>
                  </a:lnTo>
                  <a:lnTo>
                    <a:pt x="2658" y="2992"/>
                  </a:lnTo>
                  <a:lnTo>
                    <a:pt x="2741" y="2992"/>
                  </a:lnTo>
                  <a:lnTo>
                    <a:pt x="2720" y="2971"/>
                  </a:lnTo>
                  <a:lnTo>
                    <a:pt x="2616" y="2888"/>
                  </a:lnTo>
                  <a:lnTo>
                    <a:pt x="2469" y="2888"/>
                  </a:lnTo>
                  <a:lnTo>
                    <a:pt x="2427" y="2783"/>
                  </a:lnTo>
                  <a:lnTo>
                    <a:pt x="2365" y="2825"/>
                  </a:lnTo>
                  <a:lnTo>
                    <a:pt x="2365" y="2930"/>
                  </a:lnTo>
                  <a:lnTo>
                    <a:pt x="2302" y="2992"/>
                  </a:lnTo>
                  <a:lnTo>
                    <a:pt x="2239" y="2930"/>
                  </a:lnTo>
                  <a:lnTo>
                    <a:pt x="2260" y="2804"/>
                  </a:lnTo>
                  <a:lnTo>
                    <a:pt x="2197" y="2679"/>
                  </a:lnTo>
                  <a:lnTo>
                    <a:pt x="2009" y="2574"/>
                  </a:lnTo>
                  <a:lnTo>
                    <a:pt x="1904" y="2574"/>
                  </a:lnTo>
                  <a:lnTo>
                    <a:pt x="1737" y="2699"/>
                  </a:lnTo>
                  <a:lnTo>
                    <a:pt x="1716" y="2783"/>
                  </a:lnTo>
                  <a:lnTo>
                    <a:pt x="1632" y="2804"/>
                  </a:lnTo>
                  <a:lnTo>
                    <a:pt x="1507" y="2762"/>
                  </a:lnTo>
                  <a:lnTo>
                    <a:pt x="1465" y="2658"/>
                  </a:lnTo>
                  <a:lnTo>
                    <a:pt x="1381" y="2574"/>
                  </a:lnTo>
                  <a:lnTo>
                    <a:pt x="1381" y="2448"/>
                  </a:lnTo>
                  <a:lnTo>
                    <a:pt x="1423" y="2365"/>
                  </a:lnTo>
                  <a:lnTo>
                    <a:pt x="1360" y="2281"/>
                  </a:lnTo>
                  <a:lnTo>
                    <a:pt x="1088" y="2239"/>
                  </a:lnTo>
                  <a:lnTo>
                    <a:pt x="1026" y="2176"/>
                  </a:lnTo>
                  <a:lnTo>
                    <a:pt x="1067" y="2051"/>
                  </a:lnTo>
                  <a:lnTo>
                    <a:pt x="1109" y="1967"/>
                  </a:lnTo>
                  <a:lnTo>
                    <a:pt x="1109" y="1842"/>
                  </a:lnTo>
                  <a:lnTo>
                    <a:pt x="1172" y="1737"/>
                  </a:lnTo>
                  <a:lnTo>
                    <a:pt x="1360" y="1549"/>
                  </a:lnTo>
                  <a:lnTo>
                    <a:pt x="1423" y="1507"/>
                  </a:lnTo>
                  <a:lnTo>
                    <a:pt x="1402" y="1570"/>
                  </a:lnTo>
                  <a:lnTo>
                    <a:pt x="1402" y="1632"/>
                  </a:lnTo>
                  <a:lnTo>
                    <a:pt x="1507" y="1465"/>
                  </a:lnTo>
                  <a:lnTo>
                    <a:pt x="1486" y="1339"/>
                  </a:lnTo>
                  <a:lnTo>
                    <a:pt x="1549" y="1193"/>
                  </a:lnTo>
                  <a:lnTo>
                    <a:pt x="1611" y="921"/>
                  </a:lnTo>
                  <a:lnTo>
                    <a:pt x="1549" y="837"/>
                  </a:lnTo>
                  <a:lnTo>
                    <a:pt x="1528" y="691"/>
                  </a:lnTo>
                  <a:lnTo>
                    <a:pt x="1465" y="649"/>
                  </a:lnTo>
                  <a:lnTo>
                    <a:pt x="1360" y="482"/>
                  </a:lnTo>
                  <a:lnTo>
                    <a:pt x="1381" y="251"/>
                  </a:lnTo>
                  <a:lnTo>
                    <a:pt x="1381" y="189"/>
                  </a:lnTo>
                  <a:lnTo>
                    <a:pt x="1381" y="105"/>
                  </a:lnTo>
                  <a:lnTo>
                    <a:pt x="1298" y="0"/>
                  </a:lnTo>
                  <a:lnTo>
                    <a:pt x="1256" y="42"/>
                  </a:lnTo>
                  <a:lnTo>
                    <a:pt x="1256" y="84"/>
                  </a:lnTo>
                  <a:lnTo>
                    <a:pt x="1172" y="168"/>
                  </a:lnTo>
                  <a:lnTo>
                    <a:pt x="1005" y="168"/>
                  </a:lnTo>
                  <a:lnTo>
                    <a:pt x="984" y="210"/>
                  </a:lnTo>
                  <a:lnTo>
                    <a:pt x="900" y="168"/>
                  </a:lnTo>
                  <a:lnTo>
                    <a:pt x="795" y="63"/>
                  </a:lnTo>
                  <a:lnTo>
                    <a:pt x="586" y="0"/>
                  </a:lnTo>
                  <a:close/>
                  <a:moveTo>
                    <a:pt x="1842" y="4060"/>
                  </a:moveTo>
                  <a:lnTo>
                    <a:pt x="1716" y="4080"/>
                  </a:lnTo>
                  <a:lnTo>
                    <a:pt x="1695" y="4164"/>
                  </a:lnTo>
                  <a:lnTo>
                    <a:pt x="1821" y="4227"/>
                  </a:lnTo>
                  <a:lnTo>
                    <a:pt x="1883" y="4248"/>
                  </a:lnTo>
                  <a:lnTo>
                    <a:pt x="1883" y="4352"/>
                  </a:lnTo>
                  <a:lnTo>
                    <a:pt x="1842" y="4457"/>
                  </a:lnTo>
                  <a:lnTo>
                    <a:pt x="1842" y="4666"/>
                  </a:lnTo>
                  <a:lnTo>
                    <a:pt x="1800" y="4792"/>
                  </a:lnTo>
                  <a:lnTo>
                    <a:pt x="1842" y="4980"/>
                  </a:lnTo>
                  <a:lnTo>
                    <a:pt x="1904" y="4959"/>
                  </a:lnTo>
                  <a:lnTo>
                    <a:pt x="1925" y="4896"/>
                  </a:lnTo>
                  <a:lnTo>
                    <a:pt x="2051" y="4813"/>
                  </a:lnTo>
                  <a:cubicBezTo>
                    <a:pt x="2093" y="4813"/>
                    <a:pt x="2114" y="4855"/>
                    <a:pt x="2135" y="4855"/>
                  </a:cubicBezTo>
                  <a:lnTo>
                    <a:pt x="2114" y="4959"/>
                  </a:lnTo>
                  <a:lnTo>
                    <a:pt x="2197" y="5001"/>
                  </a:lnTo>
                  <a:lnTo>
                    <a:pt x="2260" y="4917"/>
                  </a:lnTo>
                  <a:cubicBezTo>
                    <a:pt x="2323" y="4959"/>
                    <a:pt x="2344" y="5001"/>
                    <a:pt x="2407" y="5022"/>
                  </a:cubicBezTo>
                  <a:lnTo>
                    <a:pt x="2407" y="5106"/>
                  </a:lnTo>
                  <a:lnTo>
                    <a:pt x="2344" y="5231"/>
                  </a:lnTo>
                  <a:lnTo>
                    <a:pt x="2155" y="5294"/>
                  </a:lnTo>
                  <a:lnTo>
                    <a:pt x="2114" y="5378"/>
                  </a:lnTo>
                  <a:lnTo>
                    <a:pt x="2135" y="5545"/>
                  </a:lnTo>
                  <a:lnTo>
                    <a:pt x="2218" y="5545"/>
                  </a:lnTo>
                  <a:lnTo>
                    <a:pt x="2344" y="5629"/>
                  </a:lnTo>
                  <a:lnTo>
                    <a:pt x="2448" y="5629"/>
                  </a:lnTo>
                  <a:lnTo>
                    <a:pt x="2448" y="5754"/>
                  </a:lnTo>
                  <a:lnTo>
                    <a:pt x="2532" y="5817"/>
                  </a:lnTo>
                  <a:lnTo>
                    <a:pt x="2637" y="5754"/>
                  </a:lnTo>
                  <a:lnTo>
                    <a:pt x="2637" y="5650"/>
                  </a:lnTo>
                  <a:lnTo>
                    <a:pt x="2574" y="5587"/>
                  </a:lnTo>
                  <a:cubicBezTo>
                    <a:pt x="2616" y="5545"/>
                    <a:pt x="2637" y="5545"/>
                    <a:pt x="2658" y="5524"/>
                  </a:cubicBezTo>
                  <a:lnTo>
                    <a:pt x="2658" y="5503"/>
                  </a:lnTo>
                  <a:lnTo>
                    <a:pt x="2679" y="5587"/>
                  </a:lnTo>
                  <a:lnTo>
                    <a:pt x="2762" y="5482"/>
                  </a:lnTo>
                  <a:lnTo>
                    <a:pt x="2804" y="5231"/>
                  </a:lnTo>
                  <a:lnTo>
                    <a:pt x="2972" y="5064"/>
                  </a:lnTo>
                  <a:lnTo>
                    <a:pt x="2992" y="4959"/>
                  </a:lnTo>
                  <a:lnTo>
                    <a:pt x="2972" y="4855"/>
                  </a:lnTo>
                  <a:lnTo>
                    <a:pt x="3034" y="4771"/>
                  </a:lnTo>
                  <a:lnTo>
                    <a:pt x="3034" y="4750"/>
                  </a:lnTo>
                  <a:cubicBezTo>
                    <a:pt x="3087" y="4760"/>
                    <a:pt x="3128" y="4766"/>
                    <a:pt x="3170" y="4766"/>
                  </a:cubicBezTo>
                  <a:cubicBezTo>
                    <a:pt x="3212" y="4766"/>
                    <a:pt x="3254" y="4760"/>
                    <a:pt x="3306" y="4750"/>
                  </a:cubicBezTo>
                  <a:cubicBezTo>
                    <a:pt x="3348" y="4750"/>
                    <a:pt x="3369" y="4708"/>
                    <a:pt x="3369" y="4687"/>
                  </a:cubicBezTo>
                  <a:lnTo>
                    <a:pt x="3411" y="4750"/>
                  </a:lnTo>
                  <a:lnTo>
                    <a:pt x="3411" y="4896"/>
                  </a:lnTo>
                  <a:lnTo>
                    <a:pt x="3411" y="4917"/>
                  </a:lnTo>
                  <a:cubicBezTo>
                    <a:pt x="3390" y="4959"/>
                    <a:pt x="3390" y="4980"/>
                    <a:pt x="3411" y="4980"/>
                  </a:cubicBezTo>
                  <a:cubicBezTo>
                    <a:pt x="3453" y="5001"/>
                    <a:pt x="3453" y="5022"/>
                    <a:pt x="3474" y="5085"/>
                  </a:cubicBezTo>
                  <a:lnTo>
                    <a:pt x="3474" y="5189"/>
                  </a:lnTo>
                  <a:lnTo>
                    <a:pt x="3557" y="5231"/>
                  </a:lnTo>
                  <a:cubicBezTo>
                    <a:pt x="3599" y="5336"/>
                    <a:pt x="3683" y="5482"/>
                    <a:pt x="3704" y="5608"/>
                  </a:cubicBezTo>
                  <a:cubicBezTo>
                    <a:pt x="3716" y="5632"/>
                    <a:pt x="3750" y="5643"/>
                    <a:pt x="3780" y="5643"/>
                  </a:cubicBezTo>
                  <a:cubicBezTo>
                    <a:pt x="3801" y="5643"/>
                    <a:pt x="3821" y="5637"/>
                    <a:pt x="3829" y="5629"/>
                  </a:cubicBezTo>
                  <a:lnTo>
                    <a:pt x="3871" y="5754"/>
                  </a:lnTo>
                  <a:lnTo>
                    <a:pt x="3871" y="5838"/>
                  </a:lnTo>
                  <a:lnTo>
                    <a:pt x="3788" y="5733"/>
                  </a:lnTo>
                  <a:lnTo>
                    <a:pt x="3725" y="5733"/>
                  </a:lnTo>
                  <a:lnTo>
                    <a:pt x="3725" y="5901"/>
                  </a:lnTo>
                  <a:lnTo>
                    <a:pt x="3704" y="5943"/>
                  </a:lnTo>
                  <a:lnTo>
                    <a:pt x="3620" y="5901"/>
                  </a:lnTo>
                  <a:lnTo>
                    <a:pt x="3495" y="5838"/>
                  </a:lnTo>
                  <a:lnTo>
                    <a:pt x="3453" y="6068"/>
                  </a:lnTo>
                  <a:lnTo>
                    <a:pt x="3495" y="6110"/>
                  </a:lnTo>
                  <a:lnTo>
                    <a:pt x="3495" y="6173"/>
                  </a:lnTo>
                  <a:lnTo>
                    <a:pt x="3411" y="6215"/>
                  </a:lnTo>
                  <a:lnTo>
                    <a:pt x="3369" y="6068"/>
                  </a:lnTo>
                  <a:lnTo>
                    <a:pt x="3244" y="6131"/>
                  </a:lnTo>
                  <a:lnTo>
                    <a:pt x="3181" y="6340"/>
                  </a:lnTo>
                  <a:lnTo>
                    <a:pt x="3055" y="6424"/>
                  </a:lnTo>
                  <a:lnTo>
                    <a:pt x="2951" y="6445"/>
                  </a:lnTo>
                  <a:lnTo>
                    <a:pt x="2846" y="6549"/>
                  </a:lnTo>
                  <a:lnTo>
                    <a:pt x="2972" y="6361"/>
                  </a:lnTo>
                  <a:lnTo>
                    <a:pt x="2972" y="6173"/>
                  </a:lnTo>
                  <a:lnTo>
                    <a:pt x="2825" y="6047"/>
                  </a:lnTo>
                  <a:lnTo>
                    <a:pt x="2741" y="6047"/>
                  </a:lnTo>
                  <a:lnTo>
                    <a:pt x="2658" y="6152"/>
                  </a:lnTo>
                  <a:lnTo>
                    <a:pt x="2532" y="6215"/>
                  </a:lnTo>
                  <a:lnTo>
                    <a:pt x="2469" y="6319"/>
                  </a:lnTo>
                  <a:lnTo>
                    <a:pt x="2532" y="6424"/>
                  </a:lnTo>
                  <a:lnTo>
                    <a:pt x="2365" y="6445"/>
                  </a:lnTo>
                  <a:lnTo>
                    <a:pt x="2260" y="6424"/>
                  </a:lnTo>
                  <a:lnTo>
                    <a:pt x="2197" y="6487"/>
                  </a:lnTo>
                  <a:lnTo>
                    <a:pt x="2093" y="6529"/>
                  </a:lnTo>
                  <a:lnTo>
                    <a:pt x="1988" y="6654"/>
                  </a:lnTo>
                  <a:lnTo>
                    <a:pt x="2009" y="6738"/>
                  </a:lnTo>
                  <a:lnTo>
                    <a:pt x="1988" y="6884"/>
                  </a:lnTo>
                  <a:lnTo>
                    <a:pt x="1904" y="7052"/>
                  </a:lnTo>
                  <a:lnTo>
                    <a:pt x="2030" y="7177"/>
                  </a:lnTo>
                  <a:lnTo>
                    <a:pt x="2093" y="7093"/>
                  </a:lnTo>
                  <a:lnTo>
                    <a:pt x="2155" y="6863"/>
                  </a:lnTo>
                  <a:lnTo>
                    <a:pt x="2239" y="6801"/>
                  </a:lnTo>
                  <a:lnTo>
                    <a:pt x="2302" y="6675"/>
                  </a:lnTo>
                  <a:lnTo>
                    <a:pt x="2344" y="6654"/>
                  </a:lnTo>
                  <a:lnTo>
                    <a:pt x="2427" y="6738"/>
                  </a:lnTo>
                  <a:lnTo>
                    <a:pt x="2407" y="6863"/>
                  </a:lnTo>
                  <a:lnTo>
                    <a:pt x="2427" y="6884"/>
                  </a:lnTo>
                  <a:lnTo>
                    <a:pt x="2469" y="6863"/>
                  </a:lnTo>
                  <a:lnTo>
                    <a:pt x="2532" y="6884"/>
                  </a:lnTo>
                  <a:lnTo>
                    <a:pt x="2532" y="6780"/>
                  </a:lnTo>
                  <a:lnTo>
                    <a:pt x="2574" y="6759"/>
                  </a:lnTo>
                  <a:lnTo>
                    <a:pt x="2637" y="6780"/>
                  </a:lnTo>
                  <a:lnTo>
                    <a:pt x="2616" y="6863"/>
                  </a:lnTo>
                  <a:lnTo>
                    <a:pt x="2658" y="6863"/>
                  </a:lnTo>
                  <a:lnTo>
                    <a:pt x="2762" y="6947"/>
                  </a:lnTo>
                  <a:lnTo>
                    <a:pt x="2825" y="6947"/>
                  </a:lnTo>
                  <a:lnTo>
                    <a:pt x="2762" y="6863"/>
                  </a:lnTo>
                  <a:lnTo>
                    <a:pt x="2783" y="6801"/>
                  </a:lnTo>
                  <a:lnTo>
                    <a:pt x="2762" y="6759"/>
                  </a:lnTo>
                  <a:lnTo>
                    <a:pt x="2825" y="6696"/>
                  </a:lnTo>
                  <a:lnTo>
                    <a:pt x="2867" y="6696"/>
                  </a:lnTo>
                  <a:lnTo>
                    <a:pt x="2972" y="6801"/>
                  </a:lnTo>
                  <a:lnTo>
                    <a:pt x="3076" y="6842"/>
                  </a:lnTo>
                  <a:lnTo>
                    <a:pt x="3181" y="6905"/>
                  </a:lnTo>
                  <a:lnTo>
                    <a:pt x="3202" y="7010"/>
                  </a:lnTo>
                  <a:lnTo>
                    <a:pt x="3306" y="7093"/>
                  </a:lnTo>
                  <a:lnTo>
                    <a:pt x="3202" y="7073"/>
                  </a:lnTo>
                  <a:lnTo>
                    <a:pt x="3160" y="7093"/>
                  </a:lnTo>
                  <a:lnTo>
                    <a:pt x="3160" y="7156"/>
                  </a:lnTo>
                  <a:lnTo>
                    <a:pt x="3097" y="7219"/>
                  </a:lnTo>
                  <a:lnTo>
                    <a:pt x="3160" y="7282"/>
                  </a:lnTo>
                  <a:lnTo>
                    <a:pt x="3160" y="7365"/>
                  </a:lnTo>
                  <a:lnTo>
                    <a:pt x="3139" y="7428"/>
                  </a:lnTo>
                  <a:lnTo>
                    <a:pt x="3202" y="7533"/>
                  </a:lnTo>
                  <a:lnTo>
                    <a:pt x="3244" y="7637"/>
                  </a:lnTo>
                  <a:lnTo>
                    <a:pt x="3348" y="7784"/>
                  </a:lnTo>
                  <a:lnTo>
                    <a:pt x="3474" y="7784"/>
                  </a:lnTo>
                  <a:lnTo>
                    <a:pt x="3578" y="7847"/>
                  </a:lnTo>
                  <a:lnTo>
                    <a:pt x="3704" y="7909"/>
                  </a:lnTo>
                  <a:lnTo>
                    <a:pt x="3808" y="7847"/>
                  </a:lnTo>
                  <a:lnTo>
                    <a:pt x="3829" y="7805"/>
                  </a:lnTo>
                  <a:lnTo>
                    <a:pt x="3892" y="7742"/>
                  </a:lnTo>
                  <a:lnTo>
                    <a:pt x="3913" y="7805"/>
                  </a:lnTo>
                  <a:lnTo>
                    <a:pt x="3871" y="7889"/>
                  </a:lnTo>
                  <a:lnTo>
                    <a:pt x="3892" y="7993"/>
                  </a:lnTo>
                  <a:lnTo>
                    <a:pt x="3913" y="8035"/>
                  </a:lnTo>
                  <a:lnTo>
                    <a:pt x="3997" y="7993"/>
                  </a:lnTo>
                  <a:lnTo>
                    <a:pt x="4143" y="7784"/>
                  </a:lnTo>
                  <a:lnTo>
                    <a:pt x="4143" y="7637"/>
                  </a:lnTo>
                  <a:lnTo>
                    <a:pt x="4101" y="7575"/>
                  </a:lnTo>
                  <a:lnTo>
                    <a:pt x="4039" y="7407"/>
                  </a:lnTo>
                  <a:lnTo>
                    <a:pt x="3934" y="7324"/>
                  </a:lnTo>
                  <a:lnTo>
                    <a:pt x="3976" y="7219"/>
                  </a:lnTo>
                  <a:lnTo>
                    <a:pt x="4101" y="6989"/>
                  </a:lnTo>
                  <a:lnTo>
                    <a:pt x="4185" y="6947"/>
                  </a:lnTo>
                  <a:lnTo>
                    <a:pt x="4248" y="7052"/>
                  </a:lnTo>
                  <a:lnTo>
                    <a:pt x="4290" y="7156"/>
                  </a:lnTo>
                  <a:lnTo>
                    <a:pt x="4332" y="7219"/>
                  </a:lnTo>
                  <a:lnTo>
                    <a:pt x="4332" y="7324"/>
                  </a:lnTo>
                  <a:lnTo>
                    <a:pt x="4394" y="7512"/>
                  </a:lnTo>
                  <a:lnTo>
                    <a:pt x="4415" y="7596"/>
                  </a:lnTo>
                  <a:lnTo>
                    <a:pt x="4415" y="7512"/>
                  </a:lnTo>
                  <a:lnTo>
                    <a:pt x="4415" y="7386"/>
                  </a:lnTo>
                  <a:lnTo>
                    <a:pt x="4352" y="7219"/>
                  </a:lnTo>
                  <a:lnTo>
                    <a:pt x="4394" y="7156"/>
                  </a:lnTo>
                  <a:lnTo>
                    <a:pt x="4436" y="7156"/>
                  </a:lnTo>
                  <a:lnTo>
                    <a:pt x="4499" y="7219"/>
                  </a:lnTo>
                  <a:lnTo>
                    <a:pt x="4499" y="7156"/>
                  </a:lnTo>
                  <a:lnTo>
                    <a:pt x="4541" y="7156"/>
                  </a:lnTo>
                  <a:lnTo>
                    <a:pt x="4604" y="6989"/>
                  </a:lnTo>
                  <a:lnTo>
                    <a:pt x="4562" y="6801"/>
                  </a:lnTo>
                  <a:lnTo>
                    <a:pt x="4499" y="6696"/>
                  </a:lnTo>
                  <a:lnTo>
                    <a:pt x="4436" y="6591"/>
                  </a:lnTo>
                  <a:lnTo>
                    <a:pt x="4436" y="6466"/>
                  </a:lnTo>
                  <a:lnTo>
                    <a:pt x="4415" y="6340"/>
                  </a:lnTo>
                  <a:lnTo>
                    <a:pt x="4352" y="6424"/>
                  </a:lnTo>
                  <a:lnTo>
                    <a:pt x="4352" y="6277"/>
                  </a:lnTo>
                  <a:lnTo>
                    <a:pt x="4352" y="6215"/>
                  </a:lnTo>
                  <a:lnTo>
                    <a:pt x="4311" y="6215"/>
                  </a:lnTo>
                  <a:lnTo>
                    <a:pt x="4227" y="6131"/>
                  </a:lnTo>
                  <a:lnTo>
                    <a:pt x="4248" y="6068"/>
                  </a:lnTo>
                  <a:lnTo>
                    <a:pt x="4332" y="6068"/>
                  </a:lnTo>
                  <a:lnTo>
                    <a:pt x="4332" y="5922"/>
                  </a:lnTo>
                  <a:lnTo>
                    <a:pt x="4248" y="5796"/>
                  </a:lnTo>
                  <a:lnTo>
                    <a:pt x="4248" y="5712"/>
                  </a:lnTo>
                  <a:lnTo>
                    <a:pt x="4185" y="5796"/>
                  </a:lnTo>
                  <a:lnTo>
                    <a:pt x="4080" y="5692"/>
                  </a:lnTo>
                  <a:lnTo>
                    <a:pt x="3913" y="5545"/>
                  </a:lnTo>
                  <a:lnTo>
                    <a:pt x="3892" y="5440"/>
                  </a:lnTo>
                  <a:lnTo>
                    <a:pt x="3871" y="5440"/>
                  </a:lnTo>
                  <a:lnTo>
                    <a:pt x="3767" y="5420"/>
                  </a:lnTo>
                  <a:lnTo>
                    <a:pt x="3767" y="5503"/>
                  </a:lnTo>
                  <a:cubicBezTo>
                    <a:pt x="3725" y="5482"/>
                    <a:pt x="3725" y="5420"/>
                    <a:pt x="3704" y="5399"/>
                  </a:cubicBezTo>
                  <a:lnTo>
                    <a:pt x="3704" y="5315"/>
                  </a:lnTo>
                  <a:lnTo>
                    <a:pt x="3662" y="5210"/>
                  </a:lnTo>
                  <a:lnTo>
                    <a:pt x="3662" y="5273"/>
                  </a:lnTo>
                  <a:cubicBezTo>
                    <a:pt x="3620" y="5231"/>
                    <a:pt x="3620" y="5210"/>
                    <a:pt x="3599" y="5189"/>
                  </a:cubicBezTo>
                  <a:lnTo>
                    <a:pt x="3683" y="5168"/>
                  </a:lnTo>
                  <a:lnTo>
                    <a:pt x="3683" y="5085"/>
                  </a:lnTo>
                  <a:lnTo>
                    <a:pt x="3578" y="4896"/>
                  </a:lnTo>
                  <a:lnTo>
                    <a:pt x="3495" y="4855"/>
                  </a:lnTo>
                  <a:lnTo>
                    <a:pt x="3474" y="4666"/>
                  </a:lnTo>
                  <a:lnTo>
                    <a:pt x="3411" y="4562"/>
                  </a:lnTo>
                  <a:cubicBezTo>
                    <a:pt x="3411" y="4541"/>
                    <a:pt x="3411" y="4541"/>
                    <a:pt x="3453" y="4499"/>
                  </a:cubicBezTo>
                  <a:cubicBezTo>
                    <a:pt x="3474" y="4478"/>
                    <a:pt x="3453" y="4457"/>
                    <a:pt x="3411" y="4436"/>
                  </a:cubicBezTo>
                  <a:lnTo>
                    <a:pt x="3390" y="4457"/>
                  </a:lnTo>
                  <a:lnTo>
                    <a:pt x="3411" y="4457"/>
                  </a:lnTo>
                  <a:lnTo>
                    <a:pt x="3411" y="4478"/>
                  </a:lnTo>
                  <a:cubicBezTo>
                    <a:pt x="3411" y="4478"/>
                    <a:pt x="3390" y="4478"/>
                    <a:pt x="3390" y="4499"/>
                  </a:cubicBezTo>
                  <a:lnTo>
                    <a:pt x="3390" y="4541"/>
                  </a:lnTo>
                  <a:lnTo>
                    <a:pt x="3306" y="4562"/>
                  </a:lnTo>
                  <a:lnTo>
                    <a:pt x="3202" y="4499"/>
                  </a:lnTo>
                  <a:lnTo>
                    <a:pt x="3139" y="4499"/>
                  </a:lnTo>
                  <a:lnTo>
                    <a:pt x="3181" y="4604"/>
                  </a:lnTo>
                  <a:lnTo>
                    <a:pt x="3181" y="4666"/>
                  </a:lnTo>
                  <a:cubicBezTo>
                    <a:pt x="3097" y="4687"/>
                    <a:pt x="3055" y="4708"/>
                    <a:pt x="2972" y="4750"/>
                  </a:cubicBezTo>
                  <a:lnTo>
                    <a:pt x="2972" y="4583"/>
                  </a:lnTo>
                  <a:lnTo>
                    <a:pt x="2930" y="4604"/>
                  </a:lnTo>
                  <a:lnTo>
                    <a:pt x="2888" y="4750"/>
                  </a:lnTo>
                  <a:lnTo>
                    <a:pt x="2888" y="4792"/>
                  </a:lnTo>
                  <a:lnTo>
                    <a:pt x="2783" y="4980"/>
                  </a:lnTo>
                  <a:lnTo>
                    <a:pt x="2783" y="5106"/>
                  </a:lnTo>
                  <a:lnTo>
                    <a:pt x="2741" y="5273"/>
                  </a:lnTo>
                  <a:lnTo>
                    <a:pt x="2658" y="5378"/>
                  </a:lnTo>
                  <a:lnTo>
                    <a:pt x="2658" y="5482"/>
                  </a:lnTo>
                  <a:cubicBezTo>
                    <a:pt x="2646" y="5459"/>
                    <a:pt x="2622" y="5443"/>
                    <a:pt x="2599" y="5443"/>
                  </a:cubicBezTo>
                  <a:cubicBezTo>
                    <a:pt x="2580" y="5443"/>
                    <a:pt x="2562" y="5454"/>
                    <a:pt x="2553" y="5482"/>
                  </a:cubicBezTo>
                  <a:lnTo>
                    <a:pt x="2553" y="5315"/>
                  </a:lnTo>
                  <a:lnTo>
                    <a:pt x="2637" y="4980"/>
                  </a:lnTo>
                  <a:lnTo>
                    <a:pt x="2741" y="4876"/>
                  </a:lnTo>
                  <a:lnTo>
                    <a:pt x="2741" y="4771"/>
                  </a:lnTo>
                  <a:lnTo>
                    <a:pt x="2658" y="4687"/>
                  </a:lnTo>
                  <a:lnTo>
                    <a:pt x="2616" y="4708"/>
                  </a:lnTo>
                  <a:lnTo>
                    <a:pt x="2532" y="4687"/>
                  </a:lnTo>
                  <a:lnTo>
                    <a:pt x="2448" y="4750"/>
                  </a:lnTo>
                  <a:lnTo>
                    <a:pt x="2448" y="4855"/>
                  </a:lnTo>
                  <a:cubicBezTo>
                    <a:pt x="2427" y="4792"/>
                    <a:pt x="2365" y="4708"/>
                    <a:pt x="2323" y="4666"/>
                  </a:cubicBezTo>
                  <a:lnTo>
                    <a:pt x="2427" y="4583"/>
                  </a:lnTo>
                  <a:lnTo>
                    <a:pt x="2469" y="4457"/>
                  </a:lnTo>
                  <a:lnTo>
                    <a:pt x="2532" y="4394"/>
                  </a:lnTo>
                  <a:lnTo>
                    <a:pt x="2553" y="4290"/>
                  </a:lnTo>
                  <a:lnTo>
                    <a:pt x="2511" y="4227"/>
                  </a:lnTo>
                  <a:lnTo>
                    <a:pt x="2427" y="4269"/>
                  </a:lnTo>
                  <a:lnTo>
                    <a:pt x="2344" y="4373"/>
                  </a:lnTo>
                  <a:lnTo>
                    <a:pt x="2260" y="4269"/>
                  </a:lnTo>
                  <a:lnTo>
                    <a:pt x="2197" y="4248"/>
                  </a:lnTo>
                  <a:lnTo>
                    <a:pt x="2009" y="4248"/>
                  </a:lnTo>
                  <a:lnTo>
                    <a:pt x="2030" y="4185"/>
                  </a:lnTo>
                  <a:lnTo>
                    <a:pt x="1946" y="4164"/>
                  </a:lnTo>
                  <a:lnTo>
                    <a:pt x="1842" y="406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4" name="Google Shape;7758;p67">
              <a:extLst>
                <a:ext uri="{FF2B5EF4-FFF2-40B4-BE49-F238E27FC236}">
                  <a16:creationId xmlns:a16="http://schemas.microsoft.com/office/drawing/2014/main" id="{B5CD89CF-98F5-4C22-4B0F-E63B8702533E}"/>
                </a:ext>
              </a:extLst>
            </p:cNvPr>
            <p:cNvSpPr/>
            <p:nvPr/>
          </p:nvSpPr>
          <p:spPr>
            <a:xfrm>
              <a:off x="5472625" y="3375600"/>
              <a:ext cx="56000" cy="29325"/>
            </a:xfrm>
            <a:custGeom>
              <a:avLst/>
              <a:gdLst/>
              <a:ahLst/>
              <a:cxnLst/>
              <a:rect l="l" t="t" r="r" b="b"/>
              <a:pathLst>
                <a:path w="2240" h="1173" extrusionOk="0">
                  <a:moveTo>
                    <a:pt x="2177" y="1"/>
                  </a:moveTo>
                  <a:lnTo>
                    <a:pt x="1968" y="43"/>
                  </a:lnTo>
                  <a:lnTo>
                    <a:pt x="1821" y="43"/>
                  </a:lnTo>
                  <a:lnTo>
                    <a:pt x="1675" y="64"/>
                  </a:lnTo>
                  <a:lnTo>
                    <a:pt x="1570" y="64"/>
                  </a:lnTo>
                  <a:lnTo>
                    <a:pt x="1424" y="105"/>
                  </a:lnTo>
                  <a:lnTo>
                    <a:pt x="1193" y="105"/>
                  </a:lnTo>
                  <a:lnTo>
                    <a:pt x="1005" y="252"/>
                  </a:lnTo>
                  <a:lnTo>
                    <a:pt x="880" y="315"/>
                  </a:lnTo>
                  <a:lnTo>
                    <a:pt x="817" y="336"/>
                  </a:lnTo>
                  <a:lnTo>
                    <a:pt x="712" y="357"/>
                  </a:lnTo>
                  <a:lnTo>
                    <a:pt x="628" y="377"/>
                  </a:lnTo>
                  <a:lnTo>
                    <a:pt x="482" y="419"/>
                  </a:lnTo>
                  <a:lnTo>
                    <a:pt x="398" y="482"/>
                  </a:lnTo>
                  <a:lnTo>
                    <a:pt x="377" y="524"/>
                  </a:lnTo>
                  <a:lnTo>
                    <a:pt x="252" y="587"/>
                  </a:lnTo>
                  <a:lnTo>
                    <a:pt x="210" y="733"/>
                  </a:lnTo>
                  <a:lnTo>
                    <a:pt x="105" y="880"/>
                  </a:lnTo>
                  <a:lnTo>
                    <a:pt x="84" y="942"/>
                  </a:lnTo>
                  <a:lnTo>
                    <a:pt x="147" y="984"/>
                  </a:lnTo>
                  <a:lnTo>
                    <a:pt x="147" y="1047"/>
                  </a:lnTo>
                  <a:lnTo>
                    <a:pt x="84" y="1047"/>
                  </a:lnTo>
                  <a:lnTo>
                    <a:pt x="43" y="1005"/>
                  </a:lnTo>
                  <a:lnTo>
                    <a:pt x="1" y="1110"/>
                  </a:lnTo>
                  <a:lnTo>
                    <a:pt x="63" y="1173"/>
                  </a:lnTo>
                  <a:lnTo>
                    <a:pt x="252" y="1152"/>
                  </a:lnTo>
                  <a:lnTo>
                    <a:pt x="419" y="1047"/>
                  </a:lnTo>
                  <a:lnTo>
                    <a:pt x="503" y="1005"/>
                  </a:lnTo>
                  <a:lnTo>
                    <a:pt x="608" y="1005"/>
                  </a:lnTo>
                  <a:lnTo>
                    <a:pt x="712" y="942"/>
                  </a:lnTo>
                  <a:lnTo>
                    <a:pt x="796" y="838"/>
                  </a:lnTo>
                  <a:lnTo>
                    <a:pt x="1005" y="670"/>
                  </a:lnTo>
                  <a:lnTo>
                    <a:pt x="1047" y="587"/>
                  </a:lnTo>
                  <a:lnTo>
                    <a:pt x="1110" y="566"/>
                  </a:lnTo>
                  <a:lnTo>
                    <a:pt x="1131" y="566"/>
                  </a:lnTo>
                  <a:lnTo>
                    <a:pt x="1235" y="461"/>
                  </a:lnTo>
                  <a:lnTo>
                    <a:pt x="1340" y="440"/>
                  </a:lnTo>
                  <a:lnTo>
                    <a:pt x="1444" y="440"/>
                  </a:lnTo>
                  <a:lnTo>
                    <a:pt x="1675" y="419"/>
                  </a:lnTo>
                  <a:lnTo>
                    <a:pt x="1842" y="315"/>
                  </a:lnTo>
                  <a:lnTo>
                    <a:pt x="2030" y="252"/>
                  </a:lnTo>
                  <a:lnTo>
                    <a:pt x="2051" y="168"/>
                  </a:lnTo>
                  <a:lnTo>
                    <a:pt x="2135" y="168"/>
                  </a:lnTo>
                  <a:lnTo>
                    <a:pt x="2240" y="105"/>
                  </a:lnTo>
                  <a:lnTo>
                    <a:pt x="2240" y="43"/>
                  </a:lnTo>
                  <a:lnTo>
                    <a:pt x="217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25" name="Google Shape;7759;p67">
              <a:extLst>
                <a:ext uri="{FF2B5EF4-FFF2-40B4-BE49-F238E27FC236}">
                  <a16:creationId xmlns:a16="http://schemas.microsoft.com/office/drawing/2014/main" id="{27186E31-5CCF-A956-1655-2A1EE5B8A4D5}"/>
                </a:ext>
              </a:extLst>
            </p:cNvPr>
            <p:cNvGrpSpPr/>
            <p:nvPr/>
          </p:nvGrpSpPr>
          <p:grpSpPr>
            <a:xfrm>
              <a:off x="5068275" y="3161675"/>
              <a:ext cx="664875" cy="222850"/>
              <a:chOff x="5068275" y="3161675"/>
              <a:chExt cx="664875" cy="222850"/>
            </a:xfrm>
            <a:grpFill/>
          </p:grpSpPr>
          <p:sp>
            <p:nvSpPr>
              <p:cNvPr id="771" name="Google Shape;7760;p67">
                <a:extLst>
                  <a:ext uri="{FF2B5EF4-FFF2-40B4-BE49-F238E27FC236}">
                    <a16:creationId xmlns:a16="http://schemas.microsoft.com/office/drawing/2014/main" id="{18A90281-41B6-2B1C-D68C-0F14D6E28FEB}"/>
                  </a:ext>
                </a:extLst>
              </p:cNvPr>
              <p:cNvSpPr/>
              <p:nvPr/>
            </p:nvSpPr>
            <p:spPr>
              <a:xfrm>
                <a:off x="5408300" y="3224425"/>
                <a:ext cx="96775" cy="107800"/>
              </a:xfrm>
              <a:custGeom>
                <a:avLst/>
                <a:gdLst/>
                <a:ahLst/>
                <a:cxnLst/>
                <a:rect l="l" t="t" r="r" b="b"/>
                <a:pathLst>
                  <a:path w="3871" h="4312" extrusionOk="0">
                    <a:moveTo>
                      <a:pt x="3620" y="1"/>
                    </a:moveTo>
                    <a:lnTo>
                      <a:pt x="3515" y="43"/>
                    </a:lnTo>
                    <a:lnTo>
                      <a:pt x="3494" y="147"/>
                    </a:lnTo>
                    <a:lnTo>
                      <a:pt x="3390" y="231"/>
                    </a:lnTo>
                    <a:lnTo>
                      <a:pt x="3390" y="294"/>
                    </a:lnTo>
                    <a:lnTo>
                      <a:pt x="3285" y="357"/>
                    </a:lnTo>
                    <a:lnTo>
                      <a:pt x="3181" y="398"/>
                    </a:lnTo>
                    <a:lnTo>
                      <a:pt x="3139" y="461"/>
                    </a:lnTo>
                    <a:lnTo>
                      <a:pt x="2992" y="503"/>
                    </a:lnTo>
                    <a:lnTo>
                      <a:pt x="2720" y="440"/>
                    </a:lnTo>
                    <a:lnTo>
                      <a:pt x="2469" y="419"/>
                    </a:lnTo>
                    <a:lnTo>
                      <a:pt x="2448" y="503"/>
                    </a:lnTo>
                    <a:lnTo>
                      <a:pt x="2406" y="503"/>
                    </a:lnTo>
                    <a:lnTo>
                      <a:pt x="2260" y="398"/>
                    </a:lnTo>
                    <a:lnTo>
                      <a:pt x="2092" y="398"/>
                    </a:lnTo>
                    <a:lnTo>
                      <a:pt x="1988" y="357"/>
                    </a:lnTo>
                    <a:lnTo>
                      <a:pt x="1820" y="336"/>
                    </a:lnTo>
                    <a:lnTo>
                      <a:pt x="1737" y="398"/>
                    </a:lnTo>
                    <a:lnTo>
                      <a:pt x="1674" y="336"/>
                    </a:lnTo>
                    <a:lnTo>
                      <a:pt x="1569" y="231"/>
                    </a:lnTo>
                    <a:lnTo>
                      <a:pt x="1381" y="210"/>
                    </a:lnTo>
                    <a:lnTo>
                      <a:pt x="1276" y="210"/>
                    </a:lnTo>
                    <a:lnTo>
                      <a:pt x="1276" y="336"/>
                    </a:lnTo>
                    <a:lnTo>
                      <a:pt x="1193" y="398"/>
                    </a:lnTo>
                    <a:lnTo>
                      <a:pt x="1151" y="503"/>
                    </a:lnTo>
                    <a:lnTo>
                      <a:pt x="1067" y="566"/>
                    </a:lnTo>
                    <a:lnTo>
                      <a:pt x="900" y="524"/>
                    </a:lnTo>
                    <a:lnTo>
                      <a:pt x="774" y="545"/>
                    </a:lnTo>
                    <a:lnTo>
                      <a:pt x="712" y="608"/>
                    </a:lnTo>
                    <a:lnTo>
                      <a:pt x="753" y="650"/>
                    </a:lnTo>
                    <a:lnTo>
                      <a:pt x="586" y="775"/>
                    </a:lnTo>
                    <a:lnTo>
                      <a:pt x="586" y="942"/>
                    </a:lnTo>
                    <a:lnTo>
                      <a:pt x="628" y="1047"/>
                    </a:lnTo>
                    <a:lnTo>
                      <a:pt x="628" y="1235"/>
                    </a:lnTo>
                    <a:lnTo>
                      <a:pt x="586" y="1298"/>
                    </a:lnTo>
                    <a:lnTo>
                      <a:pt x="649" y="1445"/>
                    </a:lnTo>
                    <a:lnTo>
                      <a:pt x="670" y="1549"/>
                    </a:lnTo>
                    <a:lnTo>
                      <a:pt x="628" y="1486"/>
                    </a:lnTo>
                    <a:lnTo>
                      <a:pt x="565" y="1403"/>
                    </a:lnTo>
                    <a:lnTo>
                      <a:pt x="523" y="1445"/>
                    </a:lnTo>
                    <a:lnTo>
                      <a:pt x="440" y="1507"/>
                    </a:lnTo>
                    <a:lnTo>
                      <a:pt x="335" y="1570"/>
                    </a:lnTo>
                    <a:lnTo>
                      <a:pt x="314" y="1675"/>
                    </a:lnTo>
                    <a:lnTo>
                      <a:pt x="335" y="1800"/>
                    </a:lnTo>
                    <a:lnTo>
                      <a:pt x="314" y="1905"/>
                    </a:lnTo>
                    <a:lnTo>
                      <a:pt x="335" y="2135"/>
                    </a:lnTo>
                    <a:lnTo>
                      <a:pt x="314" y="2198"/>
                    </a:lnTo>
                    <a:lnTo>
                      <a:pt x="272" y="2303"/>
                    </a:lnTo>
                    <a:lnTo>
                      <a:pt x="188" y="2323"/>
                    </a:lnTo>
                    <a:lnTo>
                      <a:pt x="188" y="2449"/>
                    </a:lnTo>
                    <a:lnTo>
                      <a:pt x="63" y="2554"/>
                    </a:lnTo>
                    <a:lnTo>
                      <a:pt x="42" y="2721"/>
                    </a:lnTo>
                    <a:lnTo>
                      <a:pt x="42" y="2763"/>
                    </a:lnTo>
                    <a:lnTo>
                      <a:pt x="0" y="2826"/>
                    </a:lnTo>
                    <a:lnTo>
                      <a:pt x="63" y="3035"/>
                    </a:lnTo>
                    <a:lnTo>
                      <a:pt x="126" y="3139"/>
                    </a:lnTo>
                    <a:lnTo>
                      <a:pt x="168" y="3119"/>
                    </a:lnTo>
                    <a:lnTo>
                      <a:pt x="251" y="3119"/>
                    </a:lnTo>
                    <a:lnTo>
                      <a:pt x="335" y="3056"/>
                    </a:lnTo>
                    <a:lnTo>
                      <a:pt x="377" y="3077"/>
                    </a:lnTo>
                    <a:lnTo>
                      <a:pt x="419" y="3223"/>
                    </a:lnTo>
                    <a:lnTo>
                      <a:pt x="523" y="3495"/>
                    </a:lnTo>
                    <a:lnTo>
                      <a:pt x="481" y="3558"/>
                    </a:lnTo>
                    <a:lnTo>
                      <a:pt x="440" y="3704"/>
                    </a:lnTo>
                    <a:lnTo>
                      <a:pt x="356" y="3851"/>
                    </a:lnTo>
                    <a:lnTo>
                      <a:pt x="356" y="4081"/>
                    </a:lnTo>
                    <a:lnTo>
                      <a:pt x="356" y="4269"/>
                    </a:lnTo>
                    <a:lnTo>
                      <a:pt x="440" y="4269"/>
                    </a:lnTo>
                    <a:lnTo>
                      <a:pt x="523" y="4311"/>
                    </a:lnTo>
                    <a:lnTo>
                      <a:pt x="628" y="4311"/>
                    </a:lnTo>
                    <a:lnTo>
                      <a:pt x="670" y="4269"/>
                    </a:lnTo>
                    <a:lnTo>
                      <a:pt x="774" y="4290"/>
                    </a:lnTo>
                    <a:lnTo>
                      <a:pt x="879" y="4269"/>
                    </a:lnTo>
                    <a:lnTo>
                      <a:pt x="963" y="4311"/>
                    </a:lnTo>
                    <a:lnTo>
                      <a:pt x="984" y="4227"/>
                    </a:lnTo>
                    <a:lnTo>
                      <a:pt x="963" y="4102"/>
                    </a:lnTo>
                    <a:lnTo>
                      <a:pt x="879" y="4060"/>
                    </a:lnTo>
                    <a:lnTo>
                      <a:pt x="858" y="3914"/>
                    </a:lnTo>
                    <a:lnTo>
                      <a:pt x="942" y="3809"/>
                    </a:lnTo>
                    <a:lnTo>
                      <a:pt x="963" y="3600"/>
                    </a:lnTo>
                    <a:lnTo>
                      <a:pt x="942" y="3432"/>
                    </a:lnTo>
                    <a:lnTo>
                      <a:pt x="879" y="3391"/>
                    </a:lnTo>
                    <a:lnTo>
                      <a:pt x="1004" y="3223"/>
                    </a:lnTo>
                    <a:lnTo>
                      <a:pt x="1046" y="3056"/>
                    </a:lnTo>
                    <a:lnTo>
                      <a:pt x="1004" y="2909"/>
                    </a:lnTo>
                    <a:lnTo>
                      <a:pt x="942" y="2826"/>
                    </a:lnTo>
                    <a:lnTo>
                      <a:pt x="942" y="2763"/>
                    </a:lnTo>
                    <a:lnTo>
                      <a:pt x="1067" y="2700"/>
                    </a:lnTo>
                    <a:lnTo>
                      <a:pt x="1088" y="2616"/>
                    </a:lnTo>
                    <a:lnTo>
                      <a:pt x="1214" y="2595"/>
                    </a:lnTo>
                    <a:lnTo>
                      <a:pt x="1318" y="2637"/>
                    </a:lnTo>
                    <a:lnTo>
                      <a:pt x="1318" y="2700"/>
                    </a:lnTo>
                    <a:lnTo>
                      <a:pt x="1381" y="2763"/>
                    </a:lnTo>
                    <a:lnTo>
                      <a:pt x="1381" y="2909"/>
                    </a:lnTo>
                    <a:lnTo>
                      <a:pt x="1276" y="3014"/>
                    </a:lnTo>
                    <a:lnTo>
                      <a:pt x="1276" y="3119"/>
                    </a:lnTo>
                    <a:lnTo>
                      <a:pt x="1318" y="3223"/>
                    </a:lnTo>
                    <a:lnTo>
                      <a:pt x="1402" y="3244"/>
                    </a:lnTo>
                    <a:lnTo>
                      <a:pt x="1486" y="3328"/>
                    </a:lnTo>
                    <a:lnTo>
                      <a:pt x="1611" y="3391"/>
                    </a:lnTo>
                    <a:lnTo>
                      <a:pt x="1632" y="3495"/>
                    </a:lnTo>
                    <a:lnTo>
                      <a:pt x="1590" y="3495"/>
                    </a:lnTo>
                    <a:lnTo>
                      <a:pt x="1569" y="3704"/>
                    </a:lnTo>
                    <a:lnTo>
                      <a:pt x="1590" y="3851"/>
                    </a:lnTo>
                    <a:lnTo>
                      <a:pt x="1674" y="3872"/>
                    </a:lnTo>
                    <a:lnTo>
                      <a:pt x="1737" y="3851"/>
                    </a:lnTo>
                    <a:lnTo>
                      <a:pt x="1883" y="3893"/>
                    </a:lnTo>
                    <a:lnTo>
                      <a:pt x="1946" y="3872"/>
                    </a:lnTo>
                    <a:lnTo>
                      <a:pt x="1946" y="3851"/>
                    </a:lnTo>
                    <a:lnTo>
                      <a:pt x="1925" y="3746"/>
                    </a:lnTo>
                    <a:lnTo>
                      <a:pt x="2030" y="3663"/>
                    </a:lnTo>
                    <a:lnTo>
                      <a:pt x="2113" y="3642"/>
                    </a:lnTo>
                    <a:lnTo>
                      <a:pt x="2260" y="3558"/>
                    </a:lnTo>
                    <a:lnTo>
                      <a:pt x="2427" y="3579"/>
                    </a:lnTo>
                    <a:lnTo>
                      <a:pt x="2511" y="3495"/>
                    </a:lnTo>
                    <a:lnTo>
                      <a:pt x="2532" y="3537"/>
                    </a:lnTo>
                    <a:lnTo>
                      <a:pt x="2616" y="3537"/>
                    </a:lnTo>
                    <a:lnTo>
                      <a:pt x="2657" y="3453"/>
                    </a:lnTo>
                    <a:lnTo>
                      <a:pt x="2657" y="3391"/>
                    </a:lnTo>
                    <a:lnTo>
                      <a:pt x="2511" y="3370"/>
                    </a:lnTo>
                    <a:lnTo>
                      <a:pt x="2448" y="3391"/>
                    </a:lnTo>
                    <a:lnTo>
                      <a:pt x="2281" y="3391"/>
                    </a:lnTo>
                    <a:lnTo>
                      <a:pt x="2281" y="3328"/>
                    </a:lnTo>
                    <a:lnTo>
                      <a:pt x="2239" y="3328"/>
                    </a:lnTo>
                    <a:lnTo>
                      <a:pt x="2239" y="3244"/>
                    </a:lnTo>
                    <a:lnTo>
                      <a:pt x="2197" y="3244"/>
                    </a:lnTo>
                    <a:lnTo>
                      <a:pt x="2134" y="3265"/>
                    </a:lnTo>
                    <a:lnTo>
                      <a:pt x="2134" y="3223"/>
                    </a:lnTo>
                    <a:lnTo>
                      <a:pt x="2030" y="3181"/>
                    </a:lnTo>
                    <a:lnTo>
                      <a:pt x="2009" y="3119"/>
                    </a:lnTo>
                    <a:lnTo>
                      <a:pt x="2051" y="3035"/>
                    </a:lnTo>
                    <a:lnTo>
                      <a:pt x="2092" y="2972"/>
                    </a:lnTo>
                    <a:lnTo>
                      <a:pt x="2134" y="3014"/>
                    </a:lnTo>
                    <a:lnTo>
                      <a:pt x="2134" y="3014"/>
                    </a:lnTo>
                    <a:lnTo>
                      <a:pt x="2113" y="2930"/>
                    </a:lnTo>
                    <a:lnTo>
                      <a:pt x="2155" y="2930"/>
                    </a:lnTo>
                    <a:lnTo>
                      <a:pt x="2197" y="2867"/>
                    </a:lnTo>
                    <a:lnTo>
                      <a:pt x="2134" y="2826"/>
                    </a:lnTo>
                    <a:lnTo>
                      <a:pt x="2051" y="2805"/>
                    </a:lnTo>
                    <a:lnTo>
                      <a:pt x="2092" y="2742"/>
                    </a:lnTo>
                    <a:lnTo>
                      <a:pt x="2051" y="2658"/>
                    </a:lnTo>
                    <a:lnTo>
                      <a:pt x="1988" y="2616"/>
                    </a:lnTo>
                    <a:lnTo>
                      <a:pt x="1904" y="2616"/>
                    </a:lnTo>
                    <a:lnTo>
                      <a:pt x="1883" y="2491"/>
                    </a:lnTo>
                    <a:lnTo>
                      <a:pt x="1716" y="2323"/>
                    </a:lnTo>
                    <a:lnTo>
                      <a:pt x="1611" y="2240"/>
                    </a:lnTo>
                    <a:lnTo>
                      <a:pt x="1569" y="2135"/>
                    </a:lnTo>
                    <a:lnTo>
                      <a:pt x="1569" y="2093"/>
                    </a:lnTo>
                    <a:lnTo>
                      <a:pt x="1611" y="2093"/>
                    </a:lnTo>
                    <a:lnTo>
                      <a:pt x="1632" y="2177"/>
                    </a:lnTo>
                    <a:lnTo>
                      <a:pt x="1737" y="2177"/>
                    </a:lnTo>
                    <a:lnTo>
                      <a:pt x="1841" y="2093"/>
                    </a:lnTo>
                    <a:lnTo>
                      <a:pt x="1883" y="2010"/>
                    </a:lnTo>
                    <a:lnTo>
                      <a:pt x="2092" y="1926"/>
                    </a:lnTo>
                    <a:lnTo>
                      <a:pt x="2260" y="1800"/>
                    </a:lnTo>
                    <a:lnTo>
                      <a:pt x="2344" y="1675"/>
                    </a:lnTo>
                    <a:lnTo>
                      <a:pt x="2448" y="1612"/>
                    </a:lnTo>
                    <a:lnTo>
                      <a:pt x="2448" y="1549"/>
                    </a:lnTo>
                    <a:lnTo>
                      <a:pt x="2574" y="1507"/>
                    </a:lnTo>
                    <a:lnTo>
                      <a:pt x="2678" y="1570"/>
                    </a:lnTo>
                    <a:lnTo>
                      <a:pt x="2762" y="1591"/>
                    </a:lnTo>
                    <a:lnTo>
                      <a:pt x="2867" y="1445"/>
                    </a:lnTo>
                    <a:lnTo>
                      <a:pt x="2867" y="1361"/>
                    </a:lnTo>
                    <a:lnTo>
                      <a:pt x="2741" y="1298"/>
                    </a:lnTo>
                    <a:lnTo>
                      <a:pt x="2469" y="1340"/>
                    </a:lnTo>
                    <a:lnTo>
                      <a:pt x="2364" y="1403"/>
                    </a:lnTo>
                    <a:lnTo>
                      <a:pt x="2197" y="1403"/>
                    </a:lnTo>
                    <a:lnTo>
                      <a:pt x="2113" y="1445"/>
                    </a:lnTo>
                    <a:lnTo>
                      <a:pt x="2009" y="1549"/>
                    </a:lnTo>
                    <a:lnTo>
                      <a:pt x="1820" y="1549"/>
                    </a:lnTo>
                    <a:lnTo>
                      <a:pt x="1716" y="1486"/>
                    </a:lnTo>
                    <a:lnTo>
                      <a:pt x="1611" y="1466"/>
                    </a:lnTo>
                    <a:lnTo>
                      <a:pt x="1507" y="1591"/>
                    </a:lnTo>
                    <a:lnTo>
                      <a:pt x="1423" y="1800"/>
                    </a:lnTo>
                    <a:lnTo>
                      <a:pt x="1297" y="1863"/>
                    </a:lnTo>
                    <a:lnTo>
                      <a:pt x="1193" y="1821"/>
                    </a:lnTo>
                    <a:lnTo>
                      <a:pt x="1172" y="1779"/>
                    </a:lnTo>
                    <a:lnTo>
                      <a:pt x="1004" y="1612"/>
                    </a:lnTo>
                    <a:lnTo>
                      <a:pt x="858" y="1486"/>
                    </a:lnTo>
                    <a:lnTo>
                      <a:pt x="774" y="1277"/>
                    </a:lnTo>
                    <a:lnTo>
                      <a:pt x="795" y="1047"/>
                    </a:lnTo>
                    <a:lnTo>
                      <a:pt x="879" y="838"/>
                    </a:lnTo>
                    <a:lnTo>
                      <a:pt x="984" y="733"/>
                    </a:lnTo>
                    <a:lnTo>
                      <a:pt x="1109" y="670"/>
                    </a:lnTo>
                    <a:lnTo>
                      <a:pt x="1276" y="754"/>
                    </a:lnTo>
                    <a:lnTo>
                      <a:pt x="1465" y="775"/>
                    </a:lnTo>
                    <a:lnTo>
                      <a:pt x="1674" y="670"/>
                    </a:lnTo>
                    <a:lnTo>
                      <a:pt x="1820" y="670"/>
                    </a:lnTo>
                    <a:lnTo>
                      <a:pt x="1883" y="754"/>
                    </a:lnTo>
                    <a:lnTo>
                      <a:pt x="1988" y="754"/>
                    </a:lnTo>
                    <a:lnTo>
                      <a:pt x="2051" y="712"/>
                    </a:lnTo>
                    <a:lnTo>
                      <a:pt x="2281" y="733"/>
                    </a:lnTo>
                    <a:lnTo>
                      <a:pt x="2427" y="733"/>
                    </a:lnTo>
                    <a:lnTo>
                      <a:pt x="2448" y="712"/>
                    </a:lnTo>
                    <a:lnTo>
                      <a:pt x="2574" y="712"/>
                    </a:lnTo>
                    <a:lnTo>
                      <a:pt x="2678" y="754"/>
                    </a:lnTo>
                    <a:lnTo>
                      <a:pt x="2720" y="817"/>
                    </a:lnTo>
                    <a:lnTo>
                      <a:pt x="2825" y="859"/>
                    </a:lnTo>
                    <a:lnTo>
                      <a:pt x="3264" y="754"/>
                    </a:lnTo>
                    <a:lnTo>
                      <a:pt x="3453" y="629"/>
                    </a:lnTo>
                    <a:lnTo>
                      <a:pt x="3494" y="524"/>
                    </a:lnTo>
                    <a:lnTo>
                      <a:pt x="3578" y="524"/>
                    </a:lnTo>
                    <a:lnTo>
                      <a:pt x="3620" y="440"/>
                    </a:lnTo>
                    <a:lnTo>
                      <a:pt x="3704" y="398"/>
                    </a:lnTo>
                    <a:lnTo>
                      <a:pt x="3766" y="294"/>
                    </a:lnTo>
                    <a:lnTo>
                      <a:pt x="3808" y="210"/>
                    </a:lnTo>
                    <a:lnTo>
                      <a:pt x="3871" y="147"/>
                    </a:lnTo>
                    <a:lnTo>
                      <a:pt x="3808" y="106"/>
                    </a:lnTo>
                    <a:lnTo>
                      <a:pt x="3787" y="43"/>
                    </a:lnTo>
                    <a:lnTo>
                      <a:pt x="3620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2" name="Google Shape;7761;p67">
                <a:extLst>
                  <a:ext uri="{FF2B5EF4-FFF2-40B4-BE49-F238E27FC236}">
                    <a16:creationId xmlns:a16="http://schemas.microsoft.com/office/drawing/2014/main" id="{5212D12F-4E12-7EF8-B598-A7EEA7011109}"/>
                  </a:ext>
                </a:extLst>
              </p:cNvPr>
              <p:cNvSpPr/>
              <p:nvPr/>
            </p:nvSpPr>
            <p:spPr>
              <a:xfrm>
                <a:off x="5587700" y="3253200"/>
                <a:ext cx="145450" cy="131325"/>
              </a:xfrm>
              <a:custGeom>
                <a:avLst/>
                <a:gdLst/>
                <a:ahLst/>
                <a:cxnLst/>
                <a:rect l="l" t="t" r="r" b="b"/>
                <a:pathLst>
                  <a:path w="5818" h="5253" extrusionOk="0">
                    <a:moveTo>
                      <a:pt x="922" y="1"/>
                    </a:moveTo>
                    <a:lnTo>
                      <a:pt x="775" y="22"/>
                    </a:lnTo>
                    <a:lnTo>
                      <a:pt x="712" y="84"/>
                    </a:lnTo>
                    <a:lnTo>
                      <a:pt x="566" y="189"/>
                    </a:lnTo>
                    <a:lnTo>
                      <a:pt x="482" y="210"/>
                    </a:lnTo>
                    <a:lnTo>
                      <a:pt x="398" y="294"/>
                    </a:lnTo>
                    <a:lnTo>
                      <a:pt x="252" y="294"/>
                    </a:lnTo>
                    <a:lnTo>
                      <a:pt x="147" y="356"/>
                    </a:lnTo>
                    <a:lnTo>
                      <a:pt x="189" y="440"/>
                    </a:lnTo>
                    <a:lnTo>
                      <a:pt x="168" y="524"/>
                    </a:lnTo>
                    <a:lnTo>
                      <a:pt x="43" y="608"/>
                    </a:lnTo>
                    <a:lnTo>
                      <a:pt x="1" y="670"/>
                    </a:lnTo>
                    <a:lnTo>
                      <a:pt x="147" y="712"/>
                    </a:lnTo>
                    <a:lnTo>
                      <a:pt x="252" y="649"/>
                    </a:lnTo>
                    <a:lnTo>
                      <a:pt x="273" y="608"/>
                    </a:lnTo>
                    <a:lnTo>
                      <a:pt x="315" y="670"/>
                    </a:lnTo>
                    <a:lnTo>
                      <a:pt x="503" y="754"/>
                    </a:lnTo>
                    <a:lnTo>
                      <a:pt x="566" y="859"/>
                    </a:lnTo>
                    <a:lnTo>
                      <a:pt x="524" y="921"/>
                    </a:lnTo>
                    <a:lnTo>
                      <a:pt x="566" y="1047"/>
                    </a:lnTo>
                    <a:lnTo>
                      <a:pt x="691" y="1131"/>
                    </a:lnTo>
                    <a:lnTo>
                      <a:pt x="796" y="1152"/>
                    </a:lnTo>
                    <a:lnTo>
                      <a:pt x="901" y="1131"/>
                    </a:lnTo>
                    <a:lnTo>
                      <a:pt x="984" y="1172"/>
                    </a:lnTo>
                    <a:lnTo>
                      <a:pt x="1026" y="1131"/>
                    </a:lnTo>
                    <a:lnTo>
                      <a:pt x="1110" y="1152"/>
                    </a:lnTo>
                    <a:lnTo>
                      <a:pt x="1298" y="1131"/>
                    </a:lnTo>
                    <a:lnTo>
                      <a:pt x="1340" y="1152"/>
                    </a:lnTo>
                    <a:lnTo>
                      <a:pt x="1424" y="1131"/>
                    </a:lnTo>
                    <a:lnTo>
                      <a:pt x="1361" y="1068"/>
                    </a:lnTo>
                    <a:lnTo>
                      <a:pt x="1654" y="1089"/>
                    </a:lnTo>
                    <a:lnTo>
                      <a:pt x="1717" y="1172"/>
                    </a:lnTo>
                    <a:lnTo>
                      <a:pt x="1675" y="1298"/>
                    </a:lnTo>
                    <a:lnTo>
                      <a:pt x="1633" y="1277"/>
                    </a:lnTo>
                    <a:lnTo>
                      <a:pt x="1549" y="1361"/>
                    </a:lnTo>
                    <a:lnTo>
                      <a:pt x="1507" y="1465"/>
                    </a:lnTo>
                    <a:lnTo>
                      <a:pt x="1445" y="1361"/>
                    </a:lnTo>
                    <a:lnTo>
                      <a:pt x="1256" y="1277"/>
                    </a:lnTo>
                    <a:lnTo>
                      <a:pt x="1194" y="1298"/>
                    </a:lnTo>
                    <a:lnTo>
                      <a:pt x="1131" y="1465"/>
                    </a:lnTo>
                    <a:lnTo>
                      <a:pt x="1026" y="1507"/>
                    </a:lnTo>
                    <a:lnTo>
                      <a:pt x="922" y="1465"/>
                    </a:lnTo>
                    <a:lnTo>
                      <a:pt x="817" y="1465"/>
                    </a:lnTo>
                    <a:lnTo>
                      <a:pt x="775" y="1403"/>
                    </a:lnTo>
                    <a:lnTo>
                      <a:pt x="629" y="1444"/>
                    </a:lnTo>
                    <a:lnTo>
                      <a:pt x="566" y="1507"/>
                    </a:lnTo>
                    <a:lnTo>
                      <a:pt x="608" y="1570"/>
                    </a:lnTo>
                    <a:lnTo>
                      <a:pt x="733" y="1591"/>
                    </a:lnTo>
                    <a:lnTo>
                      <a:pt x="838" y="1654"/>
                    </a:lnTo>
                    <a:lnTo>
                      <a:pt x="901" y="1779"/>
                    </a:lnTo>
                    <a:lnTo>
                      <a:pt x="942" y="1821"/>
                    </a:lnTo>
                    <a:lnTo>
                      <a:pt x="1005" y="1800"/>
                    </a:lnTo>
                    <a:lnTo>
                      <a:pt x="1026" y="1884"/>
                    </a:lnTo>
                    <a:lnTo>
                      <a:pt x="1026" y="1968"/>
                    </a:lnTo>
                    <a:lnTo>
                      <a:pt x="984" y="1988"/>
                    </a:lnTo>
                    <a:lnTo>
                      <a:pt x="942" y="2072"/>
                    </a:lnTo>
                    <a:lnTo>
                      <a:pt x="1047" y="2240"/>
                    </a:lnTo>
                    <a:lnTo>
                      <a:pt x="1152" y="2281"/>
                    </a:lnTo>
                    <a:lnTo>
                      <a:pt x="1256" y="2240"/>
                    </a:lnTo>
                    <a:lnTo>
                      <a:pt x="1403" y="2114"/>
                    </a:lnTo>
                    <a:lnTo>
                      <a:pt x="1361" y="2009"/>
                    </a:lnTo>
                    <a:lnTo>
                      <a:pt x="1466" y="1863"/>
                    </a:lnTo>
                    <a:lnTo>
                      <a:pt x="1507" y="1821"/>
                    </a:lnTo>
                    <a:lnTo>
                      <a:pt x="1528" y="1758"/>
                    </a:lnTo>
                    <a:lnTo>
                      <a:pt x="1570" y="1612"/>
                    </a:lnTo>
                    <a:lnTo>
                      <a:pt x="1633" y="1507"/>
                    </a:lnTo>
                    <a:lnTo>
                      <a:pt x="1633" y="1654"/>
                    </a:lnTo>
                    <a:lnTo>
                      <a:pt x="1549" y="1716"/>
                    </a:lnTo>
                    <a:lnTo>
                      <a:pt x="1612" y="1863"/>
                    </a:lnTo>
                    <a:lnTo>
                      <a:pt x="1654" y="1988"/>
                    </a:lnTo>
                    <a:lnTo>
                      <a:pt x="1717" y="2072"/>
                    </a:lnTo>
                    <a:lnTo>
                      <a:pt x="1738" y="2009"/>
                    </a:lnTo>
                    <a:lnTo>
                      <a:pt x="1779" y="2009"/>
                    </a:lnTo>
                    <a:lnTo>
                      <a:pt x="1842" y="2030"/>
                    </a:lnTo>
                    <a:lnTo>
                      <a:pt x="1842" y="2135"/>
                    </a:lnTo>
                    <a:lnTo>
                      <a:pt x="1884" y="2093"/>
                    </a:lnTo>
                    <a:lnTo>
                      <a:pt x="1947" y="2093"/>
                    </a:lnTo>
                    <a:lnTo>
                      <a:pt x="1968" y="2135"/>
                    </a:lnTo>
                    <a:lnTo>
                      <a:pt x="2051" y="2177"/>
                    </a:lnTo>
                    <a:lnTo>
                      <a:pt x="2156" y="2135"/>
                    </a:lnTo>
                    <a:lnTo>
                      <a:pt x="2240" y="2135"/>
                    </a:lnTo>
                    <a:lnTo>
                      <a:pt x="2240" y="2177"/>
                    </a:lnTo>
                    <a:lnTo>
                      <a:pt x="2093" y="2177"/>
                    </a:lnTo>
                    <a:lnTo>
                      <a:pt x="2093" y="2281"/>
                    </a:lnTo>
                    <a:lnTo>
                      <a:pt x="2240" y="2302"/>
                    </a:lnTo>
                    <a:lnTo>
                      <a:pt x="2240" y="2323"/>
                    </a:lnTo>
                    <a:lnTo>
                      <a:pt x="2261" y="2386"/>
                    </a:lnTo>
                    <a:lnTo>
                      <a:pt x="2407" y="2449"/>
                    </a:lnTo>
                    <a:lnTo>
                      <a:pt x="2575" y="2449"/>
                    </a:lnTo>
                    <a:lnTo>
                      <a:pt x="2930" y="2553"/>
                    </a:lnTo>
                    <a:lnTo>
                      <a:pt x="3286" y="2658"/>
                    </a:lnTo>
                    <a:lnTo>
                      <a:pt x="3391" y="2658"/>
                    </a:lnTo>
                    <a:lnTo>
                      <a:pt x="3537" y="2721"/>
                    </a:lnTo>
                    <a:lnTo>
                      <a:pt x="3558" y="2825"/>
                    </a:lnTo>
                    <a:lnTo>
                      <a:pt x="3725" y="2867"/>
                    </a:lnTo>
                    <a:lnTo>
                      <a:pt x="3830" y="2867"/>
                    </a:lnTo>
                    <a:lnTo>
                      <a:pt x="3914" y="2825"/>
                    </a:lnTo>
                    <a:lnTo>
                      <a:pt x="3914" y="2825"/>
                    </a:lnTo>
                    <a:lnTo>
                      <a:pt x="3830" y="2951"/>
                    </a:lnTo>
                    <a:lnTo>
                      <a:pt x="3851" y="2972"/>
                    </a:lnTo>
                    <a:lnTo>
                      <a:pt x="3935" y="2951"/>
                    </a:lnTo>
                    <a:lnTo>
                      <a:pt x="3955" y="3014"/>
                    </a:lnTo>
                    <a:lnTo>
                      <a:pt x="4081" y="2972"/>
                    </a:lnTo>
                    <a:lnTo>
                      <a:pt x="4018" y="3035"/>
                    </a:lnTo>
                    <a:lnTo>
                      <a:pt x="4060" y="3076"/>
                    </a:lnTo>
                    <a:lnTo>
                      <a:pt x="4039" y="3139"/>
                    </a:lnTo>
                    <a:lnTo>
                      <a:pt x="4081" y="3181"/>
                    </a:lnTo>
                    <a:lnTo>
                      <a:pt x="4186" y="3160"/>
                    </a:lnTo>
                    <a:lnTo>
                      <a:pt x="4081" y="3265"/>
                    </a:lnTo>
                    <a:lnTo>
                      <a:pt x="4081" y="3328"/>
                    </a:lnTo>
                    <a:lnTo>
                      <a:pt x="4227" y="3453"/>
                    </a:lnTo>
                    <a:lnTo>
                      <a:pt x="4186" y="3558"/>
                    </a:lnTo>
                    <a:lnTo>
                      <a:pt x="4227" y="3641"/>
                    </a:lnTo>
                    <a:lnTo>
                      <a:pt x="4332" y="3704"/>
                    </a:lnTo>
                    <a:lnTo>
                      <a:pt x="4479" y="3809"/>
                    </a:lnTo>
                    <a:lnTo>
                      <a:pt x="4499" y="3872"/>
                    </a:lnTo>
                    <a:lnTo>
                      <a:pt x="4374" y="3872"/>
                    </a:lnTo>
                    <a:lnTo>
                      <a:pt x="4353" y="3955"/>
                    </a:lnTo>
                    <a:lnTo>
                      <a:pt x="4437" y="4018"/>
                    </a:lnTo>
                    <a:lnTo>
                      <a:pt x="4541" y="4081"/>
                    </a:lnTo>
                    <a:lnTo>
                      <a:pt x="4667" y="4060"/>
                    </a:lnTo>
                    <a:lnTo>
                      <a:pt x="4751" y="4081"/>
                    </a:lnTo>
                    <a:lnTo>
                      <a:pt x="4688" y="4081"/>
                    </a:lnTo>
                    <a:lnTo>
                      <a:pt x="4562" y="4123"/>
                    </a:lnTo>
                    <a:lnTo>
                      <a:pt x="4499" y="4102"/>
                    </a:lnTo>
                    <a:lnTo>
                      <a:pt x="4458" y="4123"/>
                    </a:lnTo>
                    <a:lnTo>
                      <a:pt x="4499" y="4206"/>
                    </a:lnTo>
                    <a:lnTo>
                      <a:pt x="4583" y="4227"/>
                    </a:lnTo>
                    <a:lnTo>
                      <a:pt x="4562" y="4395"/>
                    </a:lnTo>
                    <a:lnTo>
                      <a:pt x="4541" y="4416"/>
                    </a:lnTo>
                    <a:lnTo>
                      <a:pt x="4541" y="4499"/>
                    </a:lnTo>
                    <a:lnTo>
                      <a:pt x="4499" y="4583"/>
                    </a:lnTo>
                    <a:lnTo>
                      <a:pt x="4458" y="4604"/>
                    </a:lnTo>
                    <a:lnTo>
                      <a:pt x="4541" y="4709"/>
                    </a:lnTo>
                    <a:lnTo>
                      <a:pt x="4667" y="4625"/>
                    </a:lnTo>
                    <a:lnTo>
                      <a:pt x="4709" y="4688"/>
                    </a:lnTo>
                    <a:lnTo>
                      <a:pt x="4792" y="4688"/>
                    </a:lnTo>
                    <a:lnTo>
                      <a:pt x="4897" y="4625"/>
                    </a:lnTo>
                    <a:lnTo>
                      <a:pt x="5064" y="4625"/>
                    </a:lnTo>
                    <a:lnTo>
                      <a:pt x="5127" y="4583"/>
                    </a:lnTo>
                    <a:lnTo>
                      <a:pt x="5169" y="4478"/>
                    </a:lnTo>
                    <a:lnTo>
                      <a:pt x="5169" y="4583"/>
                    </a:lnTo>
                    <a:lnTo>
                      <a:pt x="5106" y="4688"/>
                    </a:lnTo>
                    <a:lnTo>
                      <a:pt x="5127" y="4750"/>
                    </a:lnTo>
                    <a:lnTo>
                      <a:pt x="5190" y="4792"/>
                    </a:lnTo>
                    <a:lnTo>
                      <a:pt x="5316" y="4897"/>
                    </a:lnTo>
                    <a:lnTo>
                      <a:pt x="5295" y="4939"/>
                    </a:lnTo>
                    <a:lnTo>
                      <a:pt x="5336" y="5022"/>
                    </a:lnTo>
                    <a:lnTo>
                      <a:pt x="5504" y="5211"/>
                    </a:lnTo>
                    <a:lnTo>
                      <a:pt x="5629" y="5232"/>
                    </a:lnTo>
                    <a:lnTo>
                      <a:pt x="5692" y="5253"/>
                    </a:lnTo>
                    <a:lnTo>
                      <a:pt x="5713" y="3851"/>
                    </a:lnTo>
                    <a:lnTo>
                      <a:pt x="5713" y="3788"/>
                    </a:lnTo>
                    <a:lnTo>
                      <a:pt x="5713" y="3704"/>
                    </a:lnTo>
                    <a:lnTo>
                      <a:pt x="5734" y="3537"/>
                    </a:lnTo>
                    <a:lnTo>
                      <a:pt x="5818" y="1382"/>
                    </a:lnTo>
                    <a:lnTo>
                      <a:pt x="5713" y="1403"/>
                    </a:lnTo>
                    <a:lnTo>
                      <a:pt x="5629" y="1382"/>
                    </a:lnTo>
                    <a:lnTo>
                      <a:pt x="5629" y="1298"/>
                    </a:lnTo>
                    <a:lnTo>
                      <a:pt x="5650" y="1256"/>
                    </a:lnTo>
                    <a:lnTo>
                      <a:pt x="5546" y="1193"/>
                    </a:lnTo>
                    <a:lnTo>
                      <a:pt x="5441" y="1193"/>
                    </a:lnTo>
                    <a:lnTo>
                      <a:pt x="5316" y="1172"/>
                    </a:lnTo>
                    <a:lnTo>
                      <a:pt x="5232" y="1152"/>
                    </a:lnTo>
                    <a:lnTo>
                      <a:pt x="5169" y="1172"/>
                    </a:lnTo>
                    <a:lnTo>
                      <a:pt x="4813" y="1026"/>
                    </a:lnTo>
                    <a:lnTo>
                      <a:pt x="4667" y="984"/>
                    </a:lnTo>
                    <a:lnTo>
                      <a:pt x="4562" y="963"/>
                    </a:lnTo>
                    <a:lnTo>
                      <a:pt x="4458" y="880"/>
                    </a:lnTo>
                    <a:lnTo>
                      <a:pt x="4248" y="838"/>
                    </a:lnTo>
                    <a:lnTo>
                      <a:pt x="4060" y="754"/>
                    </a:lnTo>
                    <a:lnTo>
                      <a:pt x="3976" y="670"/>
                    </a:lnTo>
                    <a:lnTo>
                      <a:pt x="3830" y="649"/>
                    </a:lnTo>
                    <a:lnTo>
                      <a:pt x="3537" y="838"/>
                    </a:lnTo>
                    <a:lnTo>
                      <a:pt x="3537" y="880"/>
                    </a:lnTo>
                    <a:lnTo>
                      <a:pt x="3600" y="984"/>
                    </a:lnTo>
                    <a:lnTo>
                      <a:pt x="3558" y="1068"/>
                    </a:lnTo>
                    <a:lnTo>
                      <a:pt x="3391" y="1089"/>
                    </a:lnTo>
                    <a:lnTo>
                      <a:pt x="3286" y="1131"/>
                    </a:lnTo>
                    <a:lnTo>
                      <a:pt x="3223" y="1131"/>
                    </a:lnTo>
                    <a:lnTo>
                      <a:pt x="3181" y="1089"/>
                    </a:lnTo>
                    <a:lnTo>
                      <a:pt x="3119" y="1172"/>
                    </a:lnTo>
                    <a:lnTo>
                      <a:pt x="3119" y="1277"/>
                    </a:lnTo>
                    <a:lnTo>
                      <a:pt x="2993" y="1340"/>
                    </a:lnTo>
                    <a:lnTo>
                      <a:pt x="2888" y="1361"/>
                    </a:lnTo>
                    <a:lnTo>
                      <a:pt x="2805" y="1465"/>
                    </a:lnTo>
                    <a:lnTo>
                      <a:pt x="2805" y="1612"/>
                    </a:lnTo>
                    <a:lnTo>
                      <a:pt x="2763" y="1654"/>
                    </a:lnTo>
                    <a:lnTo>
                      <a:pt x="2700" y="1696"/>
                    </a:lnTo>
                    <a:lnTo>
                      <a:pt x="2658" y="1800"/>
                    </a:lnTo>
                    <a:lnTo>
                      <a:pt x="2554" y="1821"/>
                    </a:lnTo>
                    <a:lnTo>
                      <a:pt x="2449" y="1821"/>
                    </a:lnTo>
                    <a:lnTo>
                      <a:pt x="2386" y="1779"/>
                    </a:lnTo>
                    <a:lnTo>
                      <a:pt x="2261" y="1675"/>
                    </a:lnTo>
                    <a:lnTo>
                      <a:pt x="2240" y="1570"/>
                    </a:lnTo>
                    <a:lnTo>
                      <a:pt x="2177" y="1591"/>
                    </a:lnTo>
                    <a:lnTo>
                      <a:pt x="2156" y="1465"/>
                    </a:lnTo>
                    <a:lnTo>
                      <a:pt x="2156" y="1361"/>
                    </a:lnTo>
                    <a:lnTo>
                      <a:pt x="2072" y="1298"/>
                    </a:lnTo>
                    <a:lnTo>
                      <a:pt x="2031" y="1382"/>
                    </a:lnTo>
                    <a:lnTo>
                      <a:pt x="2051" y="1507"/>
                    </a:lnTo>
                    <a:lnTo>
                      <a:pt x="1989" y="1507"/>
                    </a:lnTo>
                    <a:lnTo>
                      <a:pt x="1926" y="1444"/>
                    </a:lnTo>
                    <a:lnTo>
                      <a:pt x="1863" y="1298"/>
                    </a:lnTo>
                    <a:lnTo>
                      <a:pt x="1842" y="1047"/>
                    </a:lnTo>
                    <a:lnTo>
                      <a:pt x="1821" y="880"/>
                    </a:lnTo>
                    <a:lnTo>
                      <a:pt x="1863" y="775"/>
                    </a:lnTo>
                    <a:lnTo>
                      <a:pt x="1947" y="670"/>
                    </a:lnTo>
                    <a:lnTo>
                      <a:pt x="1884" y="566"/>
                    </a:lnTo>
                    <a:lnTo>
                      <a:pt x="1821" y="503"/>
                    </a:lnTo>
                    <a:lnTo>
                      <a:pt x="1821" y="335"/>
                    </a:lnTo>
                    <a:lnTo>
                      <a:pt x="1842" y="294"/>
                    </a:lnTo>
                    <a:lnTo>
                      <a:pt x="1779" y="231"/>
                    </a:lnTo>
                    <a:lnTo>
                      <a:pt x="1612" y="210"/>
                    </a:lnTo>
                    <a:lnTo>
                      <a:pt x="1424" y="231"/>
                    </a:lnTo>
                    <a:lnTo>
                      <a:pt x="1235" y="105"/>
                    </a:lnTo>
                    <a:lnTo>
                      <a:pt x="922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3" name="Google Shape;7762;p67">
                <a:extLst>
                  <a:ext uri="{FF2B5EF4-FFF2-40B4-BE49-F238E27FC236}">
                    <a16:creationId xmlns:a16="http://schemas.microsoft.com/office/drawing/2014/main" id="{45CCC2C5-E75B-6740-77A5-0A3F97207209}"/>
                  </a:ext>
                </a:extLst>
              </p:cNvPr>
              <p:cNvSpPr/>
              <p:nvPr/>
            </p:nvSpPr>
            <p:spPr>
              <a:xfrm>
                <a:off x="5268100" y="3181025"/>
                <a:ext cx="143350" cy="129750"/>
              </a:xfrm>
              <a:custGeom>
                <a:avLst/>
                <a:gdLst/>
                <a:ahLst/>
                <a:cxnLst/>
                <a:rect l="l" t="t" r="r" b="b"/>
                <a:pathLst>
                  <a:path w="5734" h="5190" extrusionOk="0">
                    <a:moveTo>
                      <a:pt x="4060" y="0"/>
                    </a:moveTo>
                    <a:lnTo>
                      <a:pt x="3955" y="147"/>
                    </a:lnTo>
                    <a:lnTo>
                      <a:pt x="3955" y="209"/>
                    </a:lnTo>
                    <a:lnTo>
                      <a:pt x="3892" y="314"/>
                    </a:lnTo>
                    <a:lnTo>
                      <a:pt x="3892" y="398"/>
                    </a:lnTo>
                    <a:lnTo>
                      <a:pt x="3767" y="837"/>
                    </a:lnTo>
                    <a:lnTo>
                      <a:pt x="3579" y="1109"/>
                    </a:lnTo>
                    <a:lnTo>
                      <a:pt x="3516" y="1360"/>
                    </a:lnTo>
                    <a:lnTo>
                      <a:pt x="3265" y="1716"/>
                    </a:lnTo>
                    <a:lnTo>
                      <a:pt x="3307" y="1779"/>
                    </a:lnTo>
                    <a:lnTo>
                      <a:pt x="3014" y="1842"/>
                    </a:lnTo>
                    <a:lnTo>
                      <a:pt x="2783" y="1967"/>
                    </a:lnTo>
                    <a:lnTo>
                      <a:pt x="2637" y="1967"/>
                    </a:lnTo>
                    <a:lnTo>
                      <a:pt x="2595" y="1883"/>
                    </a:lnTo>
                    <a:lnTo>
                      <a:pt x="2470" y="1842"/>
                    </a:lnTo>
                    <a:lnTo>
                      <a:pt x="2177" y="1842"/>
                    </a:lnTo>
                    <a:lnTo>
                      <a:pt x="2093" y="1925"/>
                    </a:lnTo>
                    <a:lnTo>
                      <a:pt x="1758" y="2051"/>
                    </a:lnTo>
                    <a:lnTo>
                      <a:pt x="1444" y="2030"/>
                    </a:lnTo>
                    <a:lnTo>
                      <a:pt x="1361" y="2072"/>
                    </a:lnTo>
                    <a:lnTo>
                      <a:pt x="1235" y="2051"/>
                    </a:lnTo>
                    <a:lnTo>
                      <a:pt x="1214" y="2134"/>
                    </a:lnTo>
                    <a:lnTo>
                      <a:pt x="1047" y="2176"/>
                    </a:lnTo>
                    <a:lnTo>
                      <a:pt x="942" y="2155"/>
                    </a:lnTo>
                    <a:lnTo>
                      <a:pt x="921" y="2051"/>
                    </a:lnTo>
                    <a:lnTo>
                      <a:pt x="796" y="1946"/>
                    </a:lnTo>
                    <a:lnTo>
                      <a:pt x="754" y="1883"/>
                    </a:lnTo>
                    <a:lnTo>
                      <a:pt x="566" y="1758"/>
                    </a:lnTo>
                    <a:lnTo>
                      <a:pt x="440" y="1549"/>
                    </a:lnTo>
                    <a:lnTo>
                      <a:pt x="377" y="1570"/>
                    </a:lnTo>
                    <a:lnTo>
                      <a:pt x="314" y="1653"/>
                    </a:lnTo>
                    <a:lnTo>
                      <a:pt x="168" y="1842"/>
                    </a:lnTo>
                    <a:lnTo>
                      <a:pt x="84" y="1988"/>
                    </a:lnTo>
                    <a:lnTo>
                      <a:pt x="84" y="2072"/>
                    </a:lnTo>
                    <a:lnTo>
                      <a:pt x="105" y="2155"/>
                    </a:lnTo>
                    <a:lnTo>
                      <a:pt x="84" y="2239"/>
                    </a:lnTo>
                    <a:lnTo>
                      <a:pt x="1" y="2281"/>
                    </a:lnTo>
                    <a:lnTo>
                      <a:pt x="22" y="2490"/>
                    </a:lnTo>
                    <a:lnTo>
                      <a:pt x="210" y="2699"/>
                    </a:lnTo>
                    <a:lnTo>
                      <a:pt x="231" y="2804"/>
                    </a:lnTo>
                    <a:lnTo>
                      <a:pt x="189" y="2762"/>
                    </a:lnTo>
                    <a:lnTo>
                      <a:pt x="168" y="2804"/>
                    </a:lnTo>
                    <a:lnTo>
                      <a:pt x="210" y="2930"/>
                    </a:lnTo>
                    <a:lnTo>
                      <a:pt x="335" y="2971"/>
                    </a:lnTo>
                    <a:lnTo>
                      <a:pt x="419" y="2971"/>
                    </a:lnTo>
                    <a:lnTo>
                      <a:pt x="607" y="2909"/>
                    </a:lnTo>
                    <a:lnTo>
                      <a:pt x="733" y="2825"/>
                    </a:lnTo>
                    <a:lnTo>
                      <a:pt x="838" y="2867"/>
                    </a:lnTo>
                    <a:lnTo>
                      <a:pt x="733" y="2867"/>
                    </a:lnTo>
                    <a:lnTo>
                      <a:pt x="607" y="2971"/>
                    </a:lnTo>
                    <a:lnTo>
                      <a:pt x="398" y="3013"/>
                    </a:lnTo>
                    <a:lnTo>
                      <a:pt x="314" y="3097"/>
                    </a:lnTo>
                    <a:lnTo>
                      <a:pt x="210" y="3097"/>
                    </a:lnTo>
                    <a:lnTo>
                      <a:pt x="210" y="3139"/>
                    </a:lnTo>
                    <a:lnTo>
                      <a:pt x="335" y="3181"/>
                    </a:lnTo>
                    <a:lnTo>
                      <a:pt x="503" y="3243"/>
                    </a:lnTo>
                    <a:lnTo>
                      <a:pt x="649" y="3411"/>
                    </a:lnTo>
                    <a:lnTo>
                      <a:pt x="712" y="3515"/>
                    </a:lnTo>
                    <a:lnTo>
                      <a:pt x="733" y="3620"/>
                    </a:lnTo>
                    <a:lnTo>
                      <a:pt x="649" y="3746"/>
                    </a:lnTo>
                    <a:lnTo>
                      <a:pt x="566" y="3829"/>
                    </a:lnTo>
                    <a:lnTo>
                      <a:pt x="607" y="3871"/>
                    </a:lnTo>
                    <a:lnTo>
                      <a:pt x="712" y="3955"/>
                    </a:lnTo>
                    <a:lnTo>
                      <a:pt x="733" y="4227"/>
                    </a:lnTo>
                    <a:lnTo>
                      <a:pt x="733" y="4352"/>
                    </a:lnTo>
                    <a:lnTo>
                      <a:pt x="817" y="4499"/>
                    </a:lnTo>
                    <a:lnTo>
                      <a:pt x="858" y="4499"/>
                    </a:lnTo>
                    <a:lnTo>
                      <a:pt x="963" y="4436"/>
                    </a:lnTo>
                    <a:lnTo>
                      <a:pt x="1005" y="4499"/>
                    </a:lnTo>
                    <a:lnTo>
                      <a:pt x="1130" y="4499"/>
                    </a:lnTo>
                    <a:lnTo>
                      <a:pt x="1214" y="4541"/>
                    </a:lnTo>
                    <a:lnTo>
                      <a:pt x="1361" y="4541"/>
                    </a:lnTo>
                    <a:lnTo>
                      <a:pt x="1444" y="4457"/>
                    </a:lnTo>
                    <a:lnTo>
                      <a:pt x="1528" y="4499"/>
                    </a:lnTo>
                    <a:lnTo>
                      <a:pt x="1591" y="4457"/>
                    </a:lnTo>
                    <a:lnTo>
                      <a:pt x="1654" y="4352"/>
                    </a:lnTo>
                    <a:lnTo>
                      <a:pt x="1654" y="4290"/>
                    </a:lnTo>
                    <a:lnTo>
                      <a:pt x="1674" y="4373"/>
                    </a:lnTo>
                    <a:lnTo>
                      <a:pt x="1654" y="4478"/>
                    </a:lnTo>
                    <a:lnTo>
                      <a:pt x="1695" y="4603"/>
                    </a:lnTo>
                    <a:lnTo>
                      <a:pt x="1737" y="4792"/>
                    </a:lnTo>
                    <a:lnTo>
                      <a:pt x="1695" y="4896"/>
                    </a:lnTo>
                    <a:lnTo>
                      <a:pt x="1779" y="4896"/>
                    </a:lnTo>
                    <a:lnTo>
                      <a:pt x="1905" y="4750"/>
                    </a:lnTo>
                    <a:lnTo>
                      <a:pt x="1988" y="4708"/>
                    </a:lnTo>
                    <a:lnTo>
                      <a:pt x="2051" y="4771"/>
                    </a:lnTo>
                    <a:lnTo>
                      <a:pt x="2114" y="4750"/>
                    </a:lnTo>
                    <a:lnTo>
                      <a:pt x="2135" y="4687"/>
                    </a:lnTo>
                    <a:lnTo>
                      <a:pt x="2302" y="4687"/>
                    </a:lnTo>
                    <a:lnTo>
                      <a:pt x="2386" y="4583"/>
                    </a:lnTo>
                    <a:lnTo>
                      <a:pt x="2428" y="4583"/>
                    </a:lnTo>
                    <a:lnTo>
                      <a:pt x="2532" y="4645"/>
                    </a:lnTo>
                    <a:lnTo>
                      <a:pt x="2616" y="4583"/>
                    </a:lnTo>
                    <a:lnTo>
                      <a:pt x="2658" y="4645"/>
                    </a:lnTo>
                    <a:lnTo>
                      <a:pt x="2658" y="4750"/>
                    </a:lnTo>
                    <a:lnTo>
                      <a:pt x="2721" y="4792"/>
                    </a:lnTo>
                    <a:lnTo>
                      <a:pt x="2825" y="4813"/>
                    </a:lnTo>
                    <a:lnTo>
                      <a:pt x="2804" y="4750"/>
                    </a:lnTo>
                    <a:lnTo>
                      <a:pt x="2825" y="4666"/>
                    </a:lnTo>
                    <a:lnTo>
                      <a:pt x="2888" y="4750"/>
                    </a:lnTo>
                    <a:lnTo>
                      <a:pt x="2993" y="4771"/>
                    </a:lnTo>
                    <a:lnTo>
                      <a:pt x="3035" y="4750"/>
                    </a:lnTo>
                    <a:lnTo>
                      <a:pt x="3097" y="4813"/>
                    </a:lnTo>
                    <a:lnTo>
                      <a:pt x="3139" y="4792"/>
                    </a:lnTo>
                    <a:lnTo>
                      <a:pt x="3160" y="4855"/>
                    </a:lnTo>
                    <a:lnTo>
                      <a:pt x="3223" y="4917"/>
                    </a:lnTo>
                    <a:lnTo>
                      <a:pt x="3181" y="5022"/>
                    </a:lnTo>
                    <a:lnTo>
                      <a:pt x="3244" y="5189"/>
                    </a:lnTo>
                    <a:lnTo>
                      <a:pt x="3348" y="5168"/>
                    </a:lnTo>
                    <a:lnTo>
                      <a:pt x="3579" y="5064"/>
                    </a:lnTo>
                    <a:lnTo>
                      <a:pt x="3746" y="5022"/>
                    </a:lnTo>
                    <a:lnTo>
                      <a:pt x="3955" y="4896"/>
                    </a:lnTo>
                    <a:lnTo>
                      <a:pt x="4060" y="4666"/>
                    </a:lnTo>
                    <a:lnTo>
                      <a:pt x="4060" y="4583"/>
                    </a:lnTo>
                    <a:lnTo>
                      <a:pt x="4102" y="4457"/>
                    </a:lnTo>
                    <a:lnTo>
                      <a:pt x="4143" y="4478"/>
                    </a:lnTo>
                    <a:lnTo>
                      <a:pt x="4185" y="4478"/>
                    </a:lnTo>
                    <a:lnTo>
                      <a:pt x="4269" y="4290"/>
                    </a:lnTo>
                    <a:lnTo>
                      <a:pt x="4227" y="4269"/>
                    </a:lnTo>
                    <a:lnTo>
                      <a:pt x="4185" y="4227"/>
                    </a:lnTo>
                    <a:lnTo>
                      <a:pt x="4185" y="4164"/>
                    </a:lnTo>
                    <a:lnTo>
                      <a:pt x="4206" y="4185"/>
                    </a:lnTo>
                    <a:lnTo>
                      <a:pt x="4290" y="4227"/>
                    </a:lnTo>
                    <a:lnTo>
                      <a:pt x="4353" y="4143"/>
                    </a:lnTo>
                    <a:lnTo>
                      <a:pt x="4311" y="4059"/>
                    </a:lnTo>
                    <a:lnTo>
                      <a:pt x="4269" y="4059"/>
                    </a:lnTo>
                    <a:lnTo>
                      <a:pt x="4206" y="4039"/>
                    </a:lnTo>
                    <a:lnTo>
                      <a:pt x="4290" y="3976"/>
                    </a:lnTo>
                    <a:lnTo>
                      <a:pt x="4290" y="3871"/>
                    </a:lnTo>
                    <a:lnTo>
                      <a:pt x="4143" y="3871"/>
                    </a:lnTo>
                    <a:lnTo>
                      <a:pt x="4185" y="3808"/>
                    </a:lnTo>
                    <a:lnTo>
                      <a:pt x="4164" y="3746"/>
                    </a:lnTo>
                    <a:lnTo>
                      <a:pt x="4164" y="3746"/>
                    </a:lnTo>
                    <a:lnTo>
                      <a:pt x="4227" y="3767"/>
                    </a:lnTo>
                    <a:lnTo>
                      <a:pt x="4353" y="3725"/>
                    </a:lnTo>
                    <a:lnTo>
                      <a:pt x="4374" y="3620"/>
                    </a:lnTo>
                    <a:lnTo>
                      <a:pt x="4457" y="3515"/>
                    </a:lnTo>
                    <a:lnTo>
                      <a:pt x="4478" y="3390"/>
                    </a:lnTo>
                    <a:lnTo>
                      <a:pt x="4457" y="3306"/>
                    </a:lnTo>
                    <a:lnTo>
                      <a:pt x="4499" y="3348"/>
                    </a:lnTo>
                    <a:lnTo>
                      <a:pt x="4562" y="3453"/>
                    </a:lnTo>
                    <a:lnTo>
                      <a:pt x="4625" y="3348"/>
                    </a:lnTo>
                    <a:lnTo>
                      <a:pt x="4708" y="3243"/>
                    </a:lnTo>
                    <a:lnTo>
                      <a:pt x="4667" y="3097"/>
                    </a:lnTo>
                    <a:lnTo>
                      <a:pt x="4813" y="2971"/>
                    </a:lnTo>
                    <a:lnTo>
                      <a:pt x="4834" y="2783"/>
                    </a:lnTo>
                    <a:lnTo>
                      <a:pt x="4897" y="2699"/>
                    </a:lnTo>
                    <a:lnTo>
                      <a:pt x="4918" y="2469"/>
                    </a:lnTo>
                    <a:lnTo>
                      <a:pt x="4980" y="2406"/>
                    </a:lnTo>
                    <a:lnTo>
                      <a:pt x="4980" y="2344"/>
                    </a:lnTo>
                    <a:lnTo>
                      <a:pt x="5106" y="2197"/>
                    </a:lnTo>
                    <a:lnTo>
                      <a:pt x="5148" y="2281"/>
                    </a:lnTo>
                    <a:lnTo>
                      <a:pt x="5190" y="2239"/>
                    </a:lnTo>
                    <a:lnTo>
                      <a:pt x="5148" y="2072"/>
                    </a:lnTo>
                    <a:lnTo>
                      <a:pt x="5148" y="2072"/>
                    </a:lnTo>
                    <a:lnTo>
                      <a:pt x="5336" y="2260"/>
                    </a:lnTo>
                    <a:lnTo>
                      <a:pt x="5462" y="2260"/>
                    </a:lnTo>
                    <a:lnTo>
                      <a:pt x="5545" y="2197"/>
                    </a:lnTo>
                    <a:lnTo>
                      <a:pt x="5629" y="2239"/>
                    </a:lnTo>
                    <a:lnTo>
                      <a:pt x="5713" y="2197"/>
                    </a:lnTo>
                    <a:lnTo>
                      <a:pt x="5734" y="2093"/>
                    </a:lnTo>
                    <a:lnTo>
                      <a:pt x="5629" y="2072"/>
                    </a:lnTo>
                    <a:lnTo>
                      <a:pt x="5608" y="2030"/>
                    </a:lnTo>
                    <a:lnTo>
                      <a:pt x="5503" y="1883"/>
                    </a:lnTo>
                    <a:lnTo>
                      <a:pt x="5420" y="1883"/>
                    </a:lnTo>
                    <a:lnTo>
                      <a:pt x="5190" y="1674"/>
                    </a:lnTo>
                    <a:lnTo>
                      <a:pt x="5106" y="1632"/>
                    </a:lnTo>
                    <a:lnTo>
                      <a:pt x="5085" y="1528"/>
                    </a:lnTo>
                    <a:lnTo>
                      <a:pt x="5022" y="1465"/>
                    </a:lnTo>
                    <a:lnTo>
                      <a:pt x="5043" y="1423"/>
                    </a:lnTo>
                    <a:lnTo>
                      <a:pt x="5190" y="1360"/>
                    </a:lnTo>
                    <a:lnTo>
                      <a:pt x="5231" y="1256"/>
                    </a:lnTo>
                    <a:lnTo>
                      <a:pt x="5148" y="1193"/>
                    </a:lnTo>
                    <a:lnTo>
                      <a:pt x="4980" y="1005"/>
                    </a:lnTo>
                    <a:lnTo>
                      <a:pt x="4918" y="879"/>
                    </a:lnTo>
                    <a:lnTo>
                      <a:pt x="4834" y="795"/>
                    </a:lnTo>
                    <a:lnTo>
                      <a:pt x="4876" y="712"/>
                    </a:lnTo>
                    <a:lnTo>
                      <a:pt x="4918" y="691"/>
                    </a:lnTo>
                    <a:lnTo>
                      <a:pt x="4918" y="628"/>
                    </a:lnTo>
                    <a:lnTo>
                      <a:pt x="4876" y="607"/>
                    </a:lnTo>
                    <a:lnTo>
                      <a:pt x="4750" y="482"/>
                    </a:lnTo>
                    <a:lnTo>
                      <a:pt x="4813" y="461"/>
                    </a:lnTo>
                    <a:lnTo>
                      <a:pt x="4939" y="482"/>
                    </a:lnTo>
                    <a:lnTo>
                      <a:pt x="5085" y="461"/>
                    </a:lnTo>
                    <a:lnTo>
                      <a:pt x="4980" y="314"/>
                    </a:lnTo>
                    <a:lnTo>
                      <a:pt x="4834" y="272"/>
                    </a:lnTo>
                    <a:lnTo>
                      <a:pt x="4897" y="209"/>
                    </a:lnTo>
                    <a:lnTo>
                      <a:pt x="4876" y="168"/>
                    </a:lnTo>
                    <a:lnTo>
                      <a:pt x="4939" y="147"/>
                    </a:lnTo>
                    <a:lnTo>
                      <a:pt x="4939" y="105"/>
                    </a:lnTo>
                    <a:lnTo>
                      <a:pt x="4813" y="84"/>
                    </a:lnTo>
                    <a:lnTo>
                      <a:pt x="4667" y="84"/>
                    </a:lnTo>
                    <a:lnTo>
                      <a:pt x="4604" y="42"/>
                    </a:lnTo>
                    <a:lnTo>
                      <a:pt x="4164" y="42"/>
                    </a:lnTo>
                    <a:lnTo>
                      <a:pt x="406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4" name="Google Shape;7763;p67">
                <a:extLst>
                  <a:ext uri="{FF2B5EF4-FFF2-40B4-BE49-F238E27FC236}">
                    <a16:creationId xmlns:a16="http://schemas.microsoft.com/office/drawing/2014/main" id="{2C1F9299-DA60-58C9-848B-865FD651138D}"/>
                  </a:ext>
                </a:extLst>
              </p:cNvPr>
              <p:cNvSpPr/>
              <p:nvPr/>
            </p:nvSpPr>
            <p:spPr>
              <a:xfrm>
                <a:off x="5068275" y="3161675"/>
                <a:ext cx="431050" cy="221800"/>
              </a:xfrm>
              <a:custGeom>
                <a:avLst/>
                <a:gdLst/>
                <a:ahLst/>
                <a:cxnLst/>
                <a:rect l="l" t="t" r="r" b="b"/>
                <a:pathLst>
                  <a:path w="17242" h="8872" extrusionOk="0">
                    <a:moveTo>
                      <a:pt x="16991" y="8202"/>
                    </a:moveTo>
                    <a:lnTo>
                      <a:pt x="16886" y="8265"/>
                    </a:lnTo>
                    <a:lnTo>
                      <a:pt x="16928" y="8286"/>
                    </a:lnTo>
                    <a:lnTo>
                      <a:pt x="16907" y="8307"/>
                    </a:lnTo>
                    <a:cubicBezTo>
                      <a:pt x="16886" y="8307"/>
                      <a:pt x="16823" y="8349"/>
                      <a:pt x="16802" y="8349"/>
                    </a:cubicBezTo>
                    <a:lnTo>
                      <a:pt x="16802" y="8307"/>
                    </a:lnTo>
                    <a:lnTo>
                      <a:pt x="16782" y="8349"/>
                    </a:lnTo>
                    <a:cubicBezTo>
                      <a:pt x="16677" y="8370"/>
                      <a:pt x="16572" y="8370"/>
                      <a:pt x="16489" y="8390"/>
                    </a:cubicBezTo>
                    <a:lnTo>
                      <a:pt x="16593" y="8286"/>
                    </a:lnTo>
                    <a:lnTo>
                      <a:pt x="16551" y="8265"/>
                    </a:lnTo>
                    <a:lnTo>
                      <a:pt x="16468" y="8307"/>
                    </a:lnTo>
                    <a:lnTo>
                      <a:pt x="16384" y="8307"/>
                    </a:lnTo>
                    <a:lnTo>
                      <a:pt x="16342" y="8349"/>
                    </a:lnTo>
                    <a:lnTo>
                      <a:pt x="16363" y="8390"/>
                    </a:lnTo>
                    <a:lnTo>
                      <a:pt x="16300" y="8453"/>
                    </a:lnTo>
                    <a:lnTo>
                      <a:pt x="16196" y="8453"/>
                    </a:lnTo>
                    <a:lnTo>
                      <a:pt x="16258" y="8495"/>
                    </a:lnTo>
                    <a:lnTo>
                      <a:pt x="16384" y="8474"/>
                    </a:lnTo>
                    <a:lnTo>
                      <a:pt x="16447" y="8411"/>
                    </a:lnTo>
                    <a:cubicBezTo>
                      <a:pt x="16489" y="8411"/>
                      <a:pt x="16551" y="8411"/>
                      <a:pt x="16614" y="8390"/>
                    </a:cubicBezTo>
                    <a:lnTo>
                      <a:pt x="16614" y="8390"/>
                    </a:lnTo>
                    <a:lnTo>
                      <a:pt x="16593" y="8411"/>
                    </a:lnTo>
                    <a:lnTo>
                      <a:pt x="16677" y="8411"/>
                    </a:lnTo>
                    <a:lnTo>
                      <a:pt x="16719" y="8474"/>
                    </a:lnTo>
                    <a:lnTo>
                      <a:pt x="16802" y="8370"/>
                    </a:lnTo>
                    <a:cubicBezTo>
                      <a:pt x="16823" y="8370"/>
                      <a:pt x="16886" y="8349"/>
                      <a:pt x="16907" y="8349"/>
                    </a:cubicBezTo>
                    <a:lnTo>
                      <a:pt x="16907" y="8370"/>
                    </a:lnTo>
                    <a:lnTo>
                      <a:pt x="17012" y="8390"/>
                    </a:lnTo>
                    <a:lnTo>
                      <a:pt x="17200" y="8307"/>
                    </a:lnTo>
                    <a:lnTo>
                      <a:pt x="17242" y="8244"/>
                    </a:lnTo>
                    <a:lnTo>
                      <a:pt x="17200" y="8202"/>
                    </a:lnTo>
                    <a:lnTo>
                      <a:pt x="17033" y="8244"/>
                    </a:lnTo>
                    <a:lnTo>
                      <a:pt x="16991" y="8202"/>
                    </a:lnTo>
                    <a:close/>
                    <a:moveTo>
                      <a:pt x="16070" y="8411"/>
                    </a:moveTo>
                    <a:lnTo>
                      <a:pt x="16007" y="8443"/>
                    </a:lnTo>
                    <a:lnTo>
                      <a:pt x="16007" y="8443"/>
                    </a:lnTo>
                    <a:cubicBezTo>
                      <a:pt x="16026" y="8475"/>
                      <a:pt x="16037" y="8501"/>
                      <a:pt x="16036" y="8525"/>
                    </a:cubicBezTo>
                    <a:lnTo>
                      <a:pt x="16036" y="8525"/>
                    </a:lnTo>
                    <a:lnTo>
                      <a:pt x="16049" y="8474"/>
                    </a:lnTo>
                    <a:lnTo>
                      <a:pt x="16133" y="8453"/>
                    </a:lnTo>
                    <a:lnTo>
                      <a:pt x="16196" y="8453"/>
                    </a:lnTo>
                    <a:lnTo>
                      <a:pt x="16237" y="8411"/>
                    </a:lnTo>
                    <a:close/>
                    <a:moveTo>
                      <a:pt x="16036" y="8525"/>
                    </a:moveTo>
                    <a:lnTo>
                      <a:pt x="16028" y="8558"/>
                    </a:lnTo>
                    <a:cubicBezTo>
                      <a:pt x="16034" y="8547"/>
                      <a:pt x="16036" y="8536"/>
                      <a:pt x="16036" y="8525"/>
                    </a:cubicBezTo>
                    <a:close/>
                    <a:moveTo>
                      <a:pt x="105" y="0"/>
                    </a:moveTo>
                    <a:lnTo>
                      <a:pt x="22" y="42"/>
                    </a:lnTo>
                    <a:lnTo>
                      <a:pt x="1" y="105"/>
                    </a:lnTo>
                    <a:lnTo>
                      <a:pt x="22" y="251"/>
                    </a:lnTo>
                    <a:lnTo>
                      <a:pt x="168" y="565"/>
                    </a:lnTo>
                    <a:lnTo>
                      <a:pt x="252" y="628"/>
                    </a:lnTo>
                    <a:lnTo>
                      <a:pt x="524" y="879"/>
                    </a:lnTo>
                    <a:lnTo>
                      <a:pt x="587" y="879"/>
                    </a:lnTo>
                    <a:lnTo>
                      <a:pt x="754" y="1067"/>
                    </a:lnTo>
                    <a:lnTo>
                      <a:pt x="838" y="1088"/>
                    </a:lnTo>
                    <a:lnTo>
                      <a:pt x="900" y="1067"/>
                    </a:lnTo>
                    <a:lnTo>
                      <a:pt x="1089" y="1214"/>
                    </a:lnTo>
                    <a:lnTo>
                      <a:pt x="1298" y="1528"/>
                    </a:lnTo>
                    <a:lnTo>
                      <a:pt x="1507" y="1716"/>
                    </a:lnTo>
                    <a:lnTo>
                      <a:pt x="1570" y="1716"/>
                    </a:lnTo>
                    <a:lnTo>
                      <a:pt x="1570" y="1883"/>
                    </a:lnTo>
                    <a:lnTo>
                      <a:pt x="1612" y="1925"/>
                    </a:lnTo>
                    <a:lnTo>
                      <a:pt x="1633" y="2092"/>
                    </a:lnTo>
                    <a:lnTo>
                      <a:pt x="1716" y="2155"/>
                    </a:lnTo>
                    <a:lnTo>
                      <a:pt x="1842" y="2155"/>
                    </a:lnTo>
                    <a:lnTo>
                      <a:pt x="2009" y="2344"/>
                    </a:lnTo>
                    <a:lnTo>
                      <a:pt x="2093" y="2406"/>
                    </a:lnTo>
                    <a:lnTo>
                      <a:pt x="2156" y="2406"/>
                    </a:lnTo>
                    <a:lnTo>
                      <a:pt x="2198" y="2448"/>
                    </a:lnTo>
                    <a:lnTo>
                      <a:pt x="2135" y="2532"/>
                    </a:lnTo>
                    <a:lnTo>
                      <a:pt x="2219" y="2616"/>
                    </a:lnTo>
                    <a:lnTo>
                      <a:pt x="2261" y="2762"/>
                    </a:lnTo>
                    <a:lnTo>
                      <a:pt x="2261" y="2783"/>
                    </a:lnTo>
                    <a:lnTo>
                      <a:pt x="2365" y="3097"/>
                    </a:lnTo>
                    <a:lnTo>
                      <a:pt x="2428" y="3264"/>
                    </a:lnTo>
                    <a:lnTo>
                      <a:pt x="2574" y="3306"/>
                    </a:lnTo>
                    <a:lnTo>
                      <a:pt x="2763" y="3411"/>
                    </a:lnTo>
                    <a:lnTo>
                      <a:pt x="2763" y="3515"/>
                    </a:lnTo>
                    <a:lnTo>
                      <a:pt x="2888" y="3787"/>
                    </a:lnTo>
                    <a:lnTo>
                      <a:pt x="3035" y="3892"/>
                    </a:lnTo>
                    <a:lnTo>
                      <a:pt x="3056" y="4185"/>
                    </a:lnTo>
                    <a:lnTo>
                      <a:pt x="3265" y="4561"/>
                    </a:lnTo>
                    <a:lnTo>
                      <a:pt x="3265" y="4729"/>
                    </a:lnTo>
                    <a:lnTo>
                      <a:pt x="3307" y="4875"/>
                    </a:lnTo>
                    <a:lnTo>
                      <a:pt x="3516" y="5043"/>
                    </a:lnTo>
                    <a:lnTo>
                      <a:pt x="3725" y="5294"/>
                    </a:lnTo>
                    <a:lnTo>
                      <a:pt x="3788" y="5440"/>
                    </a:lnTo>
                    <a:lnTo>
                      <a:pt x="3934" y="5461"/>
                    </a:lnTo>
                    <a:lnTo>
                      <a:pt x="3997" y="5545"/>
                    </a:lnTo>
                    <a:lnTo>
                      <a:pt x="4123" y="5608"/>
                    </a:lnTo>
                    <a:lnTo>
                      <a:pt x="4144" y="5775"/>
                    </a:lnTo>
                    <a:lnTo>
                      <a:pt x="4290" y="5859"/>
                    </a:lnTo>
                    <a:lnTo>
                      <a:pt x="4437" y="6005"/>
                    </a:lnTo>
                    <a:lnTo>
                      <a:pt x="4709" y="6173"/>
                    </a:lnTo>
                    <a:lnTo>
                      <a:pt x="4750" y="6298"/>
                    </a:lnTo>
                    <a:lnTo>
                      <a:pt x="4918" y="6361"/>
                    </a:lnTo>
                    <a:lnTo>
                      <a:pt x="5253" y="6633"/>
                    </a:lnTo>
                    <a:lnTo>
                      <a:pt x="5274" y="6779"/>
                    </a:lnTo>
                    <a:lnTo>
                      <a:pt x="5357" y="6800"/>
                    </a:lnTo>
                    <a:lnTo>
                      <a:pt x="5441" y="6926"/>
                    </a:lnTo>
                    <a:lnTo>
                      <a:pt x="5483" y="6884"/>
                    </a:lnTo>
                    <a:lnTo>
                      <a:pt x="5483" y="6779"/>
                    </a:lnTo>
                    <a:lnTo>
                      <a:pt x="5462" y="6717"/>
                    </a:lnTo>
                    <a:lnTo>
                      <a:pt x="5462" y="6675"/>
                    </a:lnTo>
                    <a:lnTo>
                      <a:pt x="5566" y="6696"/>
                    </a:lnTo>
                    <a:lnTo>
                      <a:pt x="5797" y="6905"/>
                    </a:lnTo>
                    <a:lnTo>
                      <a:pt x="5859" y="6884"/>
                    </a:lnTo>
                    <a:lnTo>
                      <a:pt x="5859" y="6717"/>
                    </a:lnTo>
                    <a:lnTo>
                      <a:pt x="5901" y="6633"/>
                    </a:lnTo>
                    <a:lnTo>
                      <a:pt x="5985" y="6675"/>
                    </a:lnTo>
                    <a:cubicBezTo>
                      <a:pt x="5985" y="6696"/>
                      <a:pt x="6006" y="6696"/>
                      <a:pt x="6006" y="6717"/>
                    </a:cubicBezTo>
                    <a:lnTo>
                      <a:pt x="6090" y="6842"/>
                    </a:lnTo>
                    <a:lnTo>
                      <a:pt x="6110" y="6842"/>
                    </a:lnTo>
                    <a:cubicBezTo>
                      <a:pt x="6173" y="6905"/>
                      <a:pt x="6215" y="6989"/>
                      <a:pt x="6278" y="7030"/>
                    </a:cubicBezTo>
                    <a:lnTo>
                      <a:pt x="6236" y="7051"/>
                    </a:lnTo>
                    <a:lnTo>
                      <a:pt x="6236" y="7198"/>
                    </a:lnTo>
                    <a:lnTo>
                      <a:pt x="6194" y="7323"/>
                    </a:lnTo>
                    <a:lnTo>
                      <a:pt x="6069" y="7344"/>
                    </a:lnTo>
                    <a:lnTo>
                      <a:pt x="6069" y="7449"/>
                    </a:lnTo>
                    <a:lnTo>
                      <a:pt x="5985" y="7470"/>
                    </a:lnTo>
                    <a:lnTo>
                      <a:pt x="5922" y="7428"/>
                    </a:lnTo>
                    <a:lnTo>
                      <a:pt x="5880" y="7428"/>
                    </a:lnTo>
                    <a:lnTo>
                      <a:pt x="5880" y="7512"/>
                    </a:lnTo>
                    <a:lnTo>
                      <a:pt x="5964" y="7554"/>
                    </a:lnTo>
                    <a:lnTo>
                      <a:pt x="6194" y="7554"/>
                    </a:lnTo>
                    <a:lnTo>
                      <a:pt x="6320" y="7512"/>
                    </a:lnTo>
                    <a:lnTo>
                      <a:pt x="6382" y="7616"/>
                    </a:lnTo>
                    <a:lnTo>
                      <a:pt x="6445" y="7658"/>
                    </a:lnTo>
                    <a:lnTo>
                      <a:pt x="6529" y="7637"/>
                    </a:lnTo>
                    <a:lnTo>
                      <a:pt x="6613" y="7637"/>
                    </a:lnTo>
                    <a:lnTo>
                      <a:pt x="6550" y="7679"/>
                    </a:lnTo>
                    <a:lnTo>
                      <a:pt x="6466" y="7826"/>
                    </a:lnTo>
                    <a:lnTo>
                      <a:pt x="6529" y="7867"/>
                    </a:lnTo>
                    <a:lnTo>
                      <a:pt x="6696" y="7888"/>
                    </a:lnTo>
                    <a:lnTo>
                      <a:pt x="6822" y="7951"/>
                    </a:lnTo>
                    <a:lnTo>
                      <a:pt x="6926" y="7888"/>
                    </a:lnTo>
                    <a:lnTo>
                      <a:pt x="6989" y="7951"/>
                    </a:lnTo>
                    <a:lnTo>
                      <a:pt x="7178" y="7951"/>
                    </a:lnTo>
                    <a:lnTo>
                      <a:pt x="7366" y="8077"/>
                    </a:lnTo>
                    <a:lnTo>
                      <a:pt x="7638" y="8160"/>
                    </a:lnTo>
                    <a:lnTo>
                      <a:pt x="7743" y="8035"/>
                    </a:lnTo>
                    <a:lnTo>
                      <a:pt x="7805" y="8035"/>
                    </a:lnTo>
                    <a:lnTo>
                      <a:pt x="7889" y="8139"/>
                    </a:lnTo>
                    <a:lnTo>
                      <a:pt x="7994" y="8160"/>
                    </a:lnTo>
                    <a:lnTo>
                      <a:pt x="8077" y="8077"/>
                    </a:lnTo>
                    <a:lnTo>
                      <a:pt x="8140" y="8077"/>
                    </a:lnTo>
                    <a:lnTo>
                      <a:pt x="8287" y="8181"/>
                    </a:lnTo>
                    <a:lnTo>
                      <a:pt x="8454" y="8181"/>
                    </a:lnTo>
                    <a:lnTo>
                      <a:pt x="8747" y="8370"/>
                    </a:lnTo>
                    <a:lnTo>
                      <a:pt x="9061" y="8474"/>
                    </a:lnTo>
                    <a:lnTo>
                      <a:pt x="9186" y="8390"/>
                    </a:lnTo>
                    <a:lnTo>
                      <a:pt x="9395" y="8390"/>
                    </a:lnTo>
                    <a:lnTo>
                      <a:pt x="9521" y="8495"/>
                    </a:lnTo>
                    <a:lnTo>
                      <a:pt x="9647" y="8390"/>
                    </a:lnTo>
                    <a:lnTo>
                      <a:pt x="9793" y="8411"/>
                    </a:lnTo>
                    <a:lnTo>
                      <a:pt x="9960" y="8495"/>
                    </a:lnTo>
                    <a:lnTo>
                      <a:pt x="10149" y="8495"/>
                    </a:lnTo>
                    <a:lnTo>
                      <a:pt x="10295" y="8411"/>
                    </a:lnTo>
                    <a:lnTo>
                      <a:pt x="10379" y="8411"/>
                    </a:lnTo>
                    <a:lnTo>
                      <a:pt x="10483" y="8516"/>
                    </a:lnTo>
                    <a:lnTo>
                      <a:pt x="10609" y="8558"/>
                    </a:lnTo>
                    <a:lnTo>
                      <a:pt x="10776" y="8683"/>
                    </a:lnTo>
                    <a:lnTo>
                      <a:pt x="10902" y="8662"/>
                    </a:lnTo>
                    <a:lnTo>
                      <a:pt x="10986" y="8725"/>
                    </a:lnTo>
                    <a:lnTo>
                      <a:pt x="11048" y="8704"/>
                    </a:lnTo>
                    <a:lnTo>
                      <a:pt x="11028" y="8516"/>
                    </a:lnTo>
                    <a:lnTo>
                      <a:pt x="10965" y="8474"/>
                    </a:lnTo>
                    <a:lnTo>
                      <a:pt x="11007" y="8453"/>
                    </a:lnTo>
                    <a:cubicBezTo>
                      <a:pt x="11132" y="8453"/>
                      <a:pt x="11237" y="8474"/>
                      <a:pt x="11341" y="8495"/>
                    </a:cubicBezTo>
                    <a:lnTo>
                      <a:pt x="11467" y="8579"/>
                    </a:lnTo>
                    <a:lnTo>
                      <a:pt x="11488" y="8662"/>
                    </a:lnTo>
                    <a:lnTo>
                      <a:pt x="11551" y="8579"/>
                    </a:lnTo>
                    <a:lnTo>
                      <a:pt x="11634" y="8516"/>
                    </a:lnTo>
                    <a:cubicBezTo>
                      <a:pt x="11697" y="8579"/>
                      <a:pt x="11781" y="8600"/>
                      <a:pt x="11864" y="8621"/>
                    </a:cubicBezTo>
                    <a:lnTo>
                      <a:pt x="11844" y="8662"/>
                    </a:lnTo>
                    <a:lnTo>
                      <a:pt x="11864" y="8704"/>
                    </a:lnTo>
                    <a:lnTo>
                      <a:pt x="12053" y="8767"/>
                    </a:lnTo>
                    <a:lnTo>
                      <a:pt x="12157" y="8704"/>
                    </a:lnTo>
                    <a:lnTo>
                      <a:pt x="12220" y="8725"/>
                    </a:lnTo>
                    <a:lnTo>
                      <a:pt x="12220" y="8704"/>
                    </a:lnTo>
                    <a:cubicBezTo>
                      <a:pt x="12262" y="8725"/>
                      <a:pt x="12304" y="8725"/>
                      <a:pt x="12325" y="8767"/>
                    </a:cubicBezTo>
                    <a:lnTo>
                      <a:pt x="12388" y="8809"/>
                    </a:lnTo>
                    <a:lnTo>
                      <a:pt x="12492" y="8872"/>
                    </a:lnTo>
                    <a:lnTo>
                      <a:pt x="12597" y="8830"/>
                    </a:lnTo>
                    <a:lnTo>
                      <a:pt x="12680" y="8830"/>
                    </a:lnTo>
                    <a:lnTo>
                      <a:pt x="12722" y="8872"/>
                    </a:lnTo>
                    <a:lnTo>
                      <a:pt x="12848" y="8809"/>
                    </a:lnTo>
                    <a:lnTo>
                      <a:pt x="12911" y="8725"/>
                    </a:lnTo>
                    <a:lnTo>
                      <a:pt x="13015" y="8767"/>
                    </a:lnTo>
                    <a:lnTo>
                      <a:pt x="13141" y="8704"/>
                    </a:lnTo>
                    <a:lnTo>
                      <a:pt x="13245" y="8725"/>
                    </a:lnTo>
                    <a:lnTo>
                      <a:pt x="13371" y="8621"/>
                    </a:lnTo>
                    <a:lnTo>
                      <a:pt x="13413" y="8704"/>
                    </a:lnTo>
                    <a:lnTo>
                      <a:pt x="13517" y="8683"/>
                    </a:lnTo>
                    <a:lnTo>
                      <a:pt x="13664" y="8704"/>
                    </a:lnTo>
                    <a:lnTo>
                      <a:pt x="13580" y="8662"/>
                    </a:lnTo>
                    <a:lnTo>
                      <a:pt x="13894" y="8662"/>
                    </a:lnTo>
                    <a:lnTo>
                      <a:pt x="13936" y="8683"/>
                    </a:lnTo>
                    <a:lnTo>
                      <a:pt x="13936" y="8662"/>
                    </a:lnTo>
                    <a:lnTo>
                      <a:pt x="14166" y="8662"/>
                    </a:lnTo>
                    <a:lnTo>
                      <a:pt x="14250" y="8683"/>
                    </a:lnTo>
                    <a:lnTo>
                      <a:pt x="14313" y="8683"/>
                    </a:lnTo>
                    <a:lnTo>
                      <a:pt x="14396" y="8704"/>
                    </a:lnTo>
                    <a:lnTo>
                      <a:pt x="14480" y="8683"/>
                    </a:lnTo>
                    <a:lnTo>
                      <a:pt x="14564" y="8683"/>
                    </a:lnTo>
                    <a:lnTo>
                      <a:pt x="14626" y="8725"/>
                    </a:lnTo>
                    <a:lnTo>
                      <a:pt x="14731" y="8683"/>
                    </a:lnTo>
                    <a:lnTo>
                      <a:pt x="14794" y="8704"/>
                    </a:lnTo>
                    <a:lnTo>
                      <a:pt x="14877" y="8704"/>
                    </a:lnTo>
                    <a:lnTo>
                      <a:pt x="14898" y="8683"/>
                    </a:lnTo>
                    <a:lnTo>
                      <a:pt x="15024" y="8621"/>
                    </a:lnTo>
                    <a:lnTo>
                      <a:pt x="15212" y="8662"/>
                    </a:lnTo>
                    <a:lnTo>
                      <a:pt x="15359" y="8579"/>
                    </a:lnTo>
                    <a:lnTo>
                      <a:pt x="15547" y="8579"/>
                    </a:lnTo>
                    <a:lnTo>
                      <a:pt x="15631" y="8600"/>
                    </a:lnTo>
                    <a:lnTo>
                      <a:pt x="15652" y="8579"/>
                    </a:lnTo>
                    <a:cubicBezTo>
                      <a:pt x="15683" y="8589"/>
                      <a:pt x="15714" y="8594"/>
                      <a:pt x="15748" y="8594"/>
                    </a:cubicBezTo>
                    <a:cubicBezTo>
                      <a:pt x="15782" y="8594"/>
                      <a:pt x="15819" y="8589"/>
                      <a:pt x="15861" y="8579"/>
                    </a:cubicBezTo>
                    <a:cubicBezTo>
                      <a:pt x="15882" y="8579"/>
                      <a:pt x="15924" y="8558"/>
                      <a:pt x="15945" y="8516"/>
                    </a:cubicBezTo>
                    <a:lnTo>
                      <a:pt x="15986" y="8453"/>
                    </a:lnTo>
                    <a:lnTo>
                      <a:pt x="16007" y="8443"/>
                    </a:lnTo>
                    <a:lnTo>
                      <a:pt x="16007" y="8443"/>
                    </a:lnTo>
                    <a:cubicBezTo>
                      <a:pt x="16001" y="8433"/>
                      <a:pt x="15994" y="8423"/>
                      <a:pt x="15986" y="8411"/>
                    </a:cubicBezTo>
                    <a:lnTo>
                      <a:pt x="16049" y="8390"/>
                    </a:lnTo>
                    <a:lnTo>
                      <a:pt x="16091" y="8286"/>
                    </a:lnTo>
                    <a:lnTo>
                      <a:pt x="16091" y="8181"/>
                    </a:lnTo>
                    <a:lnTo>
                      <a:pt x="15965" y="8139"/>
                    </a:lnTo>
                    <a:lnTo>
                      <a:pt x="15861" y="8202"/>
                    </a:lnTo>
                    <a:lnTo>
                      <a:pt x="15924" y="8244"/>
                    </a:lnTo>
                    <a:lnTo>
                      <a:pt x="15840" y="8349"/>
                    </a:lnTo>
                    <a:lnTo>
                      <a:pt x="15735" y="8370"/>
                    </a:lnTo>
                    <a:lnTo>
                      <a:pt x="15714" y="8390"/>
                    </a:lnTo>
                    <a:lnTo>
                      <a:pt x="15673" y="8390"/>
                    </a:lnTo>
                    <a:cubicBezTo>
                      <a:pt x="15652" y="8390"/>
                      <a:pt x="15631" y="8411"/>
                      <a:pt x="15610" y="8453"/>
                    </a:cubicBezTo>
                    <a:lnTo>
                      <a:pt x="15526" y="8453"/>
                    </a:lnTo>
                    <a:lnTo>
                      <a:pt x="15442" y="8390"/>
                    </a:lnTo>
                    <a:lnTo>
                      <a:pt x="15296" y="8390"/>
                    </a:lnTo>
                    <a:lnTo>
                      <a:pt x="15149" y="8453"/>
                    </a:lnTo>
                    <a:lnTo>
                      <a:pt x="15003" y="8349"/>
                    </a:lnTo>
                    <a:lnTo>
                      <a:pt x="14836" y="8307"/>
                    </a:lnTo>
                    <a:lnTo>
                      <a:pt x="14773" y="8349"/>
                    </a:lnTo>
                    <a:lnTo>
                      <a:pt x="14626" y="8265"/>
                    </a:lnTo>
                    <a:lnTo>
                      <a:pt x="14354" y="8307"/>
                    </a:lnTo>
                    <a:lnTo>
                      <a:pt x="14166" y="8411"/>
                    </a:lnTo>
                    <a:lnTo>
                      <a:pt x="14166" y="8453"/>
                    </a:lnTo>
                    <a:lnTo>
                      <a:pt x="13999" y="8453"/>
                    </a:lnTo>
                    <a:lnTo>
                      <a:pt x="13894" y="8411"/>
                    </a:lnTo>
                    <a:lnTo>
                      <a:pt x="13894" y="8474"/>
                    </a:lnTo>
                    <a:cubicBezTo>
                      <a:pt x="13852" y="8474"/>
                      <a:pt x="13769" y="8474"/>
                      <a:pt x="13727" y="8495"/>
                    </a:cubicBezTo>
                    <a:lnTo>
                      <a:pt x="13685" y="8453"/>
                    </a:lnTo>
                    <a:lnTo>
                      <a:pt x="13685" y="8370"/>
                    </a:lnTo>
                    <a:lnTo>
                      <a:pt x="13559" y="8349"/>
                    </a:lnTo>
                    <a:lnTo>
                      <a:pt x="13580" y="8453"/>
                    </a:lnTo>
                    <a:lnTo>
                      <a:pt x="13538" y="8474"/>
                    </a:lnTo>
                    <a:lnTo>
                      <a:pt x="13538" y="8370"/>
                    </a:lnTo>
                    <a:lnTo>
                      <a:pt x="13434" y="8286"/>
                    </a:lnTo>
                    <a:lnTo>
                      <a:pt x="13329" y="8349"/>
                    </a:lnTo>
                    <a:lnTo>
                      <a:pt x="13224" y="8265"/>
                    </a:lnTo>
                    <a:lnTo>
                      <a:pt x="13120" y="8202"/>
                    </a:lnTo>
                    <a:lnTo>
                      <a:pt x="12994" y="8286"/>
                    </a:lnTo>
                    <a:lnTo>
                      <a:pt x="12994" y="8349"/>
                    </a:lnTo>
                    <a:lnTo>
                      <a:pt x="13224" y="8411"/>
                    </a:lnTo>
                    <a:lnTo>
                      <a:pt x="13308" y="8495"/>
                    </a:lnTo>
                    <a:lnTo>
                      <a:pt x="13162" y="8495"/>
                    </a:lnTo>
                    <a:lnTo>
                      <a:pt x="13162" y="8516"/>
                    </a:lnTo>
                    <a:lnTo>
                      <a:pt x="13099" y="8579"/>
                    </a:lnTo>
                    <a:lnTo>
                      <a:pt x="13057" y="8579"/>
                    </a:lnTo>
                    <a:cubicBezTo>
                      <a:pt x="13094" y="8560"/>
                      <a:pt x="13098" y="8492"/>
                      <a:pt x="13055" y="8492"/>
                    </a:cubicBezTo>
                    <a:cubicBezTo>
                      <a:pt x="13049" y="8492"/>
                      <a:pt x="13043" y="8493"/>
                      <a:pt x="13036" y="8495"/>
                    </a:cubicBezTo>
                    <a:lnTo>
                      <a:pt x="12952" y="8495"/>
                    </a:lnTo>
                    <a:lnTo>
                      <a:pt x="12932" y="8390"/>
                    </a:lnTo>
                    <a:lnTo>
                      <a:pt x="12848" y="8370"/>
                    </a:lnTo>
                    <a:lnTo>
                      <a:pt x="12743" y="8390"/>
                    </a:lnTo>
                    <a:lnTo>
                      <a:pt x="12639" y="8370"/>
                    </a:lnTo>
                    <a:lnTo>
                      <a:pt x="12492" y="8411"/>
                    </a:lnTo>
                    <a:lnTo>
                      <a:pt x="12408" y="8516"/>
                    </a:lnTo>
                    <a:lnTo>
                      <a:pt x="12388" y="8600"/>
                    </a:lnTo>
                    <a:lnTo>
                      <a:pt x="12283" y="8600"/>
                    </a:lnTo>
                    <a:lnTo>
                      <a:pt x="12283" y="8579"/>
                    </a:lnTo>
                    <a:lnTo>
                      <a:pt x="12283" y="8558"/>
                    </a:lnTo>
                    <a:lnTo>
                      <a:pt x="12304" y="8558"/>
                    </a:lnTo>
                    <a:cubicBezTo>
                      <a:pt x="12325" y="8558"/>
                      <a:pt x="12304" y="8516"/>
                      <a:pt x="12304" y="8516"/>
                    </a:cubicBezTo>
                    <a:lnTo>
                      <a:pt x="12325" y="8495"/>
                    </a:lnTo>
                    <a:lnTo>
                      <a:pt x="12367" y="8370"/>
                    </a:lnTo>
                    <a:lnTo>
                      <a:pt x="12178" y="8307"/>
                    </a:lnTo>
                    <a:lnTo>
                      <a:pt x="12053" y="8390"/>
                    </a:lnTo>
                    <a:lnTo>
                      <a:pt x="12011" y="8516"/>
                    </a:lnTo>
                    <a:cubicBezTo>
                      <a:pt x="11885" y="8495"/>
                      <a:pt x="11781" y="8474"/>
                      <a:pt x="11676" y="8453"/>
                    </a:cubicBezTo>
                    <a:lnTo>
                      <a:pt x="11781" y="8411"/>
                    </a:lnTo>
                    <a:lnTo>
                      <a:pt x="11802" y="8349"/>
                    </a:lnTo>
                    <a:lnTo>
                      <a:pt x="11676" y="8181"/>
                    </a:lnTo>
                    <a:lnTo>
                      <a:pt x="11530" y="8160"/>
                    </a:lnTo>
                    <a:lnTo>
                      <a:pt x="11362" y="8202"/>
                    </a:lnTo>
                    <a:lnTo>
                      <a:pt x="11237" y="8181"/>
                    </a:lnTo>
                    <a:lnTo>
                      <a:pt x="11111" y="8202"/>
                    </a:lnTo>
                    <a:lnTo>
                      <a:pt x="11111" y="8244"/>
                    </a:lnTo>
                    <a:cubicBezTo>
                      <a:pt x="11069" y="8244"/>
                      <a:pt x="11069" y="8244"/>
                      <a:pt x="11048" y="8202"/>
                    </a:cubicBezTo>
                    <a:lnTo>
                      <a:pt x="11069" y="8056"/>
                    </a:lnTo>
                    <a:lnTo>
                      <a:pt x="11028" y="7972"/>
                    </a:lnTo>
                    <a:lnTo>
                      <a:pt x="10923" y="7951"/>
                    </a:lnTo>
                    <a:lnTo>
                      <a:pt x="10902" y="7930"/>
                    </a:lnTo>
                    <a:lnTo>
                      <a:pt x="10797" y="7930"/>
                    </a:lnTo>
                    <a:lnTo>
                      <a:pt x="10714" y="7972"/>
                    </a:lnTo>
                    <a:lnTo>
                      <a:pt x="10609" y="7972"/>
                    </a:lnTo>
                    <a:lnTo>
                      <a:pt x="10525" y="7930"/>
                    </a:lnTo>
                    <a:lnTo>
                      <a:pt x="10400" y="7972"/>
                    </a:lnTo>
                    <a:lnTo>
                      <a:pt x="10274" y="7930"/>
                    </a:lnTo>
                    <a:lnTo>
                      <a:pt x="10191" y="7846"/>
                    </a:lnTo>
                    <a:lnTo>
                      <a:pt x="10191" y="7763"/>
                    </a:lnTo>
                    <a:lnTo>
                      <a:pt x="10086" y="7595"/>
                    </a:lnTo>
                    <a:lnTo>
                      <a:pt x="10086" y="7449"/>
                    </a:lnTo>
                    <a:lnTo>
                      <a:pt x="9939" y="7449"/>
                    </a:lnTo>
                    <a:lnTo>
                      <a:pt x="9856" y="7470"/>
                    </a:lnTo>
                    <a:lnTo>
                      <a:pt x="9772" y="7386"/>
                    </a:lnTo>
                    <a:lnTo>
                      <a:pt x="9667" y="7386"/>
                    </a:lnTo>
                    <a:lnTo>
                      <a:pt x="9542" y="7282"/>
                    </a:lnTo>
                    <a:lnTo>
                      <a:pt x="9458" y="7240"/>
                    </a:lnTo>
                    <a:lnTo>
                      <a:pt x="9354" y="7261"/>
                    </a:lnTo>
                    <a:lnTo>
                      <a:pt x="9270" y="7261"/>
                    </a:lnTo>
                    <a:lnTo>
                      <a:pt x="9144" y="7114"/>
                    </a:lnTo>
                    <a:lnTo>
                      <a:pt x="9040" y="7114"/>
                    </a:lnTo>
                    <a:lnTo>
                      <a:pt x="9019" y="7344"/>
                    </a:lnTo>
                    <a:lnTo>
                      <a:pt x="8935" y="7449"/>
                    </a:lnTo>
                    <a:lnTo>
                      <a:pt x="8684" y="7491"/>
                    </a:lnTo>
                    <a:lnTo>
                      <a:pt x="8370" y="7449"/>
                    </a:lnTo>
                    <a:lnTo>
                      <a:pt x="8015" y="7449"/>
                    </a:lnTo>
                    <a:lnTo>
                      <a:pt x="7805" y="7365"/>
                    </a:lnTo>
                    <a:lnTo>
                      <a:pt x="7763" y="7323"/>
                    </a:lnTo>
                    <a:lnTo>
                      <a:pt x="7784" y="7219"/>
                    </a:lnTo>
                    <a:lnTo>
                      <a:pt x="7701" y="7072"/>
                    </a:lnTo>
                    <a:lnTo>
                      <a:pt x="7450" y="7051"/>
                    </a:lnTo>
                    <a:lnTo>
                      <a:pt x="7240" y="7010"/>
                    </a:lnTo>
                    <a:lnTo>
                      <a:pt x="7136" y="6926"/>
                    </a:lnTo>
                    <a:lnTo>
                      <a:pt x="6947" y="6926"/>
                    </a:lnTo>
                    <a:lnTo>
                      <a:pt x="6906" y="6968"/>
                    </a:lnTo>
                    <a:lnTo>
                      <a:pt x="6843" y="7030"/>
                    </a:lnTo>
                    <a:lnTo>
                      <a:pt x="6759" y="6947"/>
                    </a:lnTo>
                    <a:lnTo>
                      <a:pt x="6592" y="6926"/>
                    </a:lnTo>
                    <a:lnTo>
                      <a:pt x="6487" y="6926"/>
                    </a:lnTo>
                    <a:cubicBezTo>
                      <a:pt x="6403" y="6842"/>
                      <a:pt x="6320" y="6758"/>
                      <a:pt x="6278" y="6654"/>
                    </a:cubicBezTo>
                    <a:lnTo>
                      <a:pt x="6278" y="6486"/>
                    </a:lnTo>
                    <a:lnTo>
                      <a:pt x="6320" y="6173"/>
                    </a:lnTo>
                    <a:lnTo>
                      <a:pt x="6278" y="5963"/>
                    </a:lnTo>
                    <a:lnTo>
                      <a:pt x="6382" y="5712"/>
                    </a:lnTo>
                    <a:lnTo>
                      <a:pt x="6320" y="5649"/>
                    </a:lnTo>
                    <a:lnTo>
                      <a:pt x="6320" y="5461"/>
                    </a:lnTo>
                    <a:lnTo>
                      <a:pt x="6424" y="5398"/>
                    </a:lnTo>
                    <a:lnTo>
                      <a:pt x="6487" y="5336"/>
                    </a:lnTo>
                    <a:lnTo>
                      <a:pt x="6445" y="5231"/>
                    </a:lnTo>
                    <a:lnTo>
                      <a:pt x="6382" y="5168"/>
                    </a:lnTo>
                    <a:lnTo>
                      <a:pt x="6278" y="5085"/>
                    </a:lnTo>
                    <a:lnTo>
                      <a:pt x="6215" y="4959"/>
                    </a:lnTo>
                    <a:lnTo>
                      <a:pt x="6131" y="4938"/>
                    </a:lnTo>
                    <a:lnTo>
                      <a:pt x="6110" y="4854"/>
                    </a:lnTo>
                    <a:lnTo>
                      <a:pt x="6006" y="4813"/>
                    </a:lnTo>
                    <a:lnTo>
                      <a:pt x="5818" y="4833"/>
                    </a:lnTo>
                    <a:lnTo>
                      <a:pt x="5713" y="4813"/>
                    </a:lnTo>
                    <a:lnTo>
                      <a:pt x="5692" y="4624"/>
                    </a:lnTo>
                    <a:lnTo>
                      <a:pt x="5608" y="4520"/>
                    </a:lnTo>
                    <a:lnTo>
                      <a:pt x="5546" y="4561"/>
                    </a:lnTo>
                    <a:lnTo>
                      <a:pt x="5587" y="4457"/>
                    </a:lnTo>
                    <a:lnTo>
                      <a:pt x="5483" y="4415"/>
                    </a:lnTo>
                    <a:lnTo>
                      <a:pt x="5462" y="4122"/>
                    </a:lnTo>
                    <a:lnTo>
                      <a:pt x="5336" y="4185"/>
                    </a:lnTo>
                    <a:lnTo>
                      <a:pt x="5274" y="4122"/>
                    </a:lnTo>
                    <a:lnTo>
                      <a:pt x="5043" y="4122"/>
                    </a:lnTo>
                    <a:lnTo>
                      <a:pt x="4855" y="3996"/>
                    </a:lnTo>
                    <a:lnTo>
                      <a:pt x="4855" y="3892"/>
                    </a:lnTo>
                    <a:lnTo>
                      <a:pt x="4960" y="3850"/>
                    </a:lnTo>
                    <a:lnTo>
                      <a:pt x="5085" y="3766"/>
                    </a:lnTo>
                    <a:lnTo>
                      <a:pt x="5002" y="3704"/>
                    </a:lnTo>
                    <a:lnTo>
                      <a:pt x="4876" y="3745"/>
                    </a:lnTo>
                    <a:lnTo>
                      <a:pt x="4813" y="3704"/>
                    </a:lnTo>
                    <a:lnTo>
                      <a:pt x="4667" y="3766"/>
                    </a:lnTo>
                    <a:lnTo>
                      <a:pt x="4750" y="3683"/>
                    </a:lnTo>
                    <a:lnTo>
                      <a:pt x="4876" y="3578"/>
                    </a:lnTo>
                    <a:lnTo>
                      <a:pt x="5064" y="3557"/>
                    </a:lnTo>
                    <a:lnTo>
                      <a:pt x="5043" y="3432"/>
                    </a:lnTo>
                    <a:lnTo>
                      <a:pt x="4855" y="3222"/>
                    </a:lnTo>
                    <a:lnTo>
                      <a:pt x="4750" y="3222"/>
                    </a:lnTo>
                    <a:lnTo>
                      <a:pt x="4625" y="3285"/>
                    </a:lnTo>
                    <a:lnTo>
                      <a:pt x="4478" y="3369"/>
                    </a:lnTo>
                    <a:lnTo>
                      <a:pt x="4332" y="3369"/>
                    </a:lnTo>
                    <a:lnTo>
                      <a:pt x="4416" y="3348"/>
                    </a:lnTo>
                    <a:lnTo>
                      <a:pt x="4457" y="3285"/>
                    </a:lnTo>
                    <a:lnTo>
                      <a:pt x="4520" y="3264"/>
                    </a:lnTo>
                    <a:lnTo>
                      <a:pt x="4562" y="3180"/>
                    </a:lnTo>
                    <a:lnTo>
                      <a:pt x="4541" y="3097"/>
                    </a:lnTo>
                    <a:lnTo>
                      <a:pt x="4416" y="3055"/>
                    </a:lnTo>
                    <a:lnTo>
                      <a:pt x="4206" y="3055"/>
                    </a:lnTo>
                    <a:lnTo>
                      <a:pt x="4081" y="2929"/>
                    </a:lnTo>
                    <a:lnTo>
                      <a:pt x="4081" y="2846"/>
                    </a:lnTo>
                    <a:lnTo>
                      <a:pt x="4039" y="2678"/>
                    </a:lnTo>
                    <a:lnTo>
                      <a:pt x="3809" y="2448"/>
                    </a:lnTo>
                    <a:lnTo>
                      <a:pt x="3725" y="2427"/>
                    </a:lnTo>
                    <a:lnTo>
                      <a:pt x="3662" y="2448"/>
                    </a:lnTo>
                    <a:lnTo>
                      <a:pt x="3558" y="2364"/>
                    </a:lnTo>
                    <a:lnTo>
                      <a:pt x="3516" y="2155"/>
                    </a:lnTo>
                    <a:lnTo>
                      <a:pt x="3369" y="2009"/>
                    </a:lnTo>
                    <a:lnTo>
                      <a:pt x="3160" y="1883"/>
                    </a:lnTo>
                    <a:lnTo>
                      <a:pt x="3035" y="1883"/>
                    </a:lnTo>
                    <a:lnTo>
                      <a:pt x="2993" y="1925"/>
                    </a:lnTo>
                    <a:lnTo>
                      <a:pt x="2930" y="1883"/>
                    </a:lnTo>
                    <a:lnTo>
                      <a:pt x="2888" y="1716"/>
                    </a:lnTo>
                    <a:lnTo>
                      <a:pt x="2825" y="1800"/>
                    </a:lnTo>
                    <a:lnTo>
                      <a:pt x="2763" y="1716"/>
                    </a:lnTo>
                    <a:lnTo>
                      <a:pt x="2763" y="1528"/>
                    </a:lnTo>
                    <a:lnTo>
                      <a:pt x="2658" y="1402"/>
                    </a:lnTo>
                    <a:lnTo>
                      <a:pt x="2533" y="1381"/>
                    </a:lnTo>
                    <a:lnTo>
                      <a:pt x="2470" y="1297"/>
                    </a:lnTo>
                    <a:lnTo>
                      <a:pt x="2135" y="1088"/>
                    </a:lnTo>
                    <a:lnTo>
                      <a:pt x="2030" y="1088"/>
                    </a:lnTo>
                    <a:lnTo>
                      <a:pt x="1905" y="942"/>
                    </a:lnTo>
                    <a:lnTo>
                      <a:pt x="1779" y="900"/>
                    </a:lnTo>
                    <a:lnTo>
                      <a:pt x="1737" y="837"/>
                    </a:lnTo>
                    <a:lnTo>
                      <a:pt x="1716" y="649"/>
                    </a:lnTo>
                    <a:lnTo>
                      <a:pt x="1612" y="586"/>
                    </a:lnTo>
                    <a:lnTo>
                      <a:pt x="1528" y="460"/>
                    </a:lnTo>
                    <a:lnTo>
                      <a:pt x="1486" y="439"/>
                    </a:lnTo>
                    <a:lnTo>
                      <a:pt x="1403" y="272"/>
                    </a:lnTo>
                    <a:lnTo>
                      <a:pt x="1277" y="230"/>
                    </a:lnTo>
                    <a:lnTo>
                      <a:pt x="1152" y="230"/>
                    </a:lnTo>
                    <a:lnTo>
                      <a:pt x="1068" y="251"/>
                    </a:lnTo>
                    <a:lnTo>
                      <a:pt x="1005" y="209"/>
                    </a:lnTo>
                    <a:lnTo>
                      <a:pt x="859" y="209"/>
                    </a:lnTo>
                    <a:lnTo>
                      <a:pt x="670" y="251"/>
                    </a:lnTo>
                    <a:lnTo>
                      <a:pt x="587" y="209"/>
                    </a:lnTo>
                    <a:lnTo>
                      <a:pt x="336" y="21"/>
                    </a:lnTo>
                    <a:lnTo>
                      <a:pt x="105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26" name="Google Shape;7764;p67">
              <a:extLst>
                <a:ext uri="{FF2B5EF4-FFF2-40B4-BE49-F238E27FC236}">
                  <a16:creationId xmlns:a16="http://schemas.microsoft.com/office/drawing/2014/main" id="{20E006EB-21EB-DCEF-72A0-240A143CB645}"/>
                </a:ext>
              </a:extLst>
            </p:cNvPr>
            <p:cNvSpPr/>
            <p:nvPr/>
          </p:nvSpPr>
          <p:spPr>
            <a:xfrm>
              <a:off x="5139425" y="3145975"/>
              <a:ext cx="62800" cy="82150"/>
            </a:xfrm>
            <a:custGeom>
              <a:avLst/>
              <a:gdLst/>
              <a:ahLst/>
              <a:cxnLst/>
              <a:rect l="l" t="t" r="r" b="b"/>
              <a:pathLst>
                <a:path w="2512" h="3286" extrusionOk="0">
                  <a:moveTo>
                    <a:pt x="126" y="0"/>
                  </a:moveTo>
                  <a:lnTo>
                    <a:pt x="42" y="84"/>
                  </a:lnTo>
                  <a:lnTo>
                    <a:pt x="0" y="210"/>
                  </a:lnTo>
                  <a:lnTo>
                    <a:pt x="126" y="419"/>
                  </a:lnTo>
                  <a:lnTo>
                    <a:pt x="189" y="879"/>
                  </a:lnTo>
                  <a:lnTo>
                    <a:pt x="251" y="1047"/>
                  </a:lnTo>
                  <a:lnTo>
                    <a:pt x="314" y="1172"/>
                  </a:lnTo>
                  <a:lnTo>
                    <a:pt x="314" y="1360"/>
                  </a:lnTo>
                  <a:lnTo>
                    <a:pt x="251" y="1402"/>
                  </a:lnTo>
                  <a:lnTo>
                    <a:pt x="293" y="1507"/>
                  </a:lnTo>
                  <a:lnTo>
                    <a:pt x="356" y="1611"/>
                  </a:lnTo>
                  <a:lnTo>
                    <a:pt x="335" y="1674"/>
                  </a:lnTo>
                  <a:lnTo>
                    <a:pt x="419" y="1758"/>
                  </a:lnTo>
                  <a:lnTo>
                    <a:pt x="565" y="1863"/>
                  </a:lnTo>
                  <a:lnTo>
                    <a:pt x="649" y="2009"/>
                  </a:lnTo>
                  <a:lnTo>
                    <a:pt x="754" y="2072"/>
                  </a:lnTo>
                  <a:lnTo>
                    <a:pt x="837" y="2176"/>
                  </a:lnTo>
                  <a:lnTo>
                    <a:pt x="754" y="2281"/>
                  </a:lnTo>
                  <a:lnTo>
                    <a:pt x="733" y="2344"/>
                  </a:lnTo>
                  <a:lnTo>
                    <a:pt x="816" y="2407"/>
                  </a:lnTo>
                  <a:lnTo>
                    <a:pt x="1005" y="2490"/>
                  </a:lnTo>
                  <a:lnTo>
                    <a:pt x="1193" y="2616"/>
                  </a:lnTo>
                  <a:lnTo>
                    <a:pt x="1172" y="2720"/>
                  </a:lnTo>
                  <a:lnTo>
                    <a:pt x="1339" y="2867"/>
                  </a:lnTo>
                  <a:lnTo>
                    <a:pt x="1486" y="2867"/>
                  </a:lnTo>
                  <a:lnTo>
                    <a:pt x="1528" y="2909"/>
                  </a:lnTo>
                  <a:lnTo>
                    <a:pt x="1611" y="3013"/>
                  </a:lnTo>
                  <a:lnTo>
                    <a:pt x="1800" y="3118"/>
                  </a:lnTo>
                  <a:lnTo>
                    <a:pt x="1988" y="3139"/>
                  </a:lnTo>
                  <a:lnTo>
                    <a:pt x="2051" y="3223"/>
                  </a:lnTo>
                  <a:lnTo>
                    <a:pt x="2197" y="3264"/>
                  </a:lnTo>
                  <a:lnTo>
                    <a:pt x="2218" y="3244"/>
                  </a:lnTo>
                  <a:lnTo>
                    <a:pt x="2281" y="3285"/>
                  </a:lnTo>
                  <a:lnTo>
                    <a:pt x="2386" y="3223"/>
                  </a:lnTo>
                  <a:lnTo>
                    <a:pt x="2386" y="3181"/>
                  </a:lnTo>
                  <a:lnTo>
                    <a:pt x="2344" y="3181"/>
                  </a:lnTo>
                  <a:lnTo>
                    <a:pt x="2386" y="3118"/>
                  </a:lnTo>
                  <a:lnTo>
                    <a:pt x="2323" y="3076"/>
                  </a:lnTo>
                  <a:lnTo>
                    <a:pt x="2407" y="3118"/>
                  </a:lnTo>
                  <a:lnTo>
                    <a:pt x="2407" y="3181"/>
                  </a:lnTo>
                  <a:lnTo>
                    <a:pt x="2407" y="3223"/>
                  </a:lnTo>
                  <a:lnTo>
                    <a:pt x="2511" y="3244"/>
                  </a:lnTo>
                  <a:lnTo>
                    <a:pt x="2511" y="3118"/>
                  </a:lnTo>
                  <a:lnTo>
                    <a:pt x="2386" y="2846"/>
                  </a:lnTo>
                  <a:lnTo>
                    <a:pt x="2344" y="2846"/>
                  </a:lnTo>
                  <a:lnTo>
                    <a:pt x="2344" y="2804"/>
                  </a:lnTo>
                  <a:lnTo>
                    <a:pt x="2323" y="2762"/>
                  </a:lnTo>
                  <a:lnTo>
                    <a:pt x="2281" y="2741"/>
                  </a:lnTo>
                  <a:lnTo>
                    <a:pt x="2239" y="2553"/>
                  </a:lnTo>
                  <a:lnTo>
                    <a:pt x="2281" y="2511"/>
                  </a:lnTo>
                  <a:lnTo>
                    <a:pt x="2239" y="2448"/>
                  </a:lnTo>
                  <a:lnTo>
                    <a:pt x="2176" y="2448"/>
                  </a:lnTo>
                  <a:lnTo>
                    <a:pt x="2009" y="2344"/>
                  </a:lnTo>
                  <a:lnTo>
                    <a:pt x="1967" y="2197"/>
                  </a:lnTo>
                  <a:lnTo>
                    <a:pt x="1967" y="1904"/>
                  </a:lnTo>
                  <a:lnTo>
                    <a:pt x="1904" y="1821"/>
                  </a:lnTo>
                  <a:lnTo>
                    <a:pt x="1904" y="1716"/>
                  </a:lnTo>
                  <a:lnTo>
                    <a:pt x="1925" y="1674"/>
                  </a:lnTo>
                  <a:lnTo>
                    <a:pt x="1904" y="1381"/>
                  </a:lnTo>
                  <a:lnTo>
                    <a:pt x="1967" y="1339"/>
                  </a:lnTo>
                  <a:lnTo>
                    <a:pt x="1904" y="1088"/>
                  </a:lnTo>
                  <a:lnTo>
                    <a:pt x="1779" y="879"/>
                  </a:lnTo>
                  <a:lnTo>
                    <a:pt x="1360" y="461"/>
                  </a:lnTo>
                  <a:lnTo>
                    <a:pt x="1277" y="314"/>
                  </a:lnTo>
                  <a:lnTo>
                    <a:pt x="1235" y="335"/>
                  </a:lnTo>
                  <a:lnTo>
                    <a:pt x="1172" y="398"/>
                  </a:lnTo>
                  <a:lnTo>
                    <a:pt x="1088" y="398"/>
                  </a:lnTo>
                  <a:lnTo>
                    <a:pt x="1067" y="419"/>
                  </a:lnTo>
                  <a:lnTo>
                    <a:pt x="1067" y="523"/>
                  </a:lnTo>
                  <a:lnTo>
                    <a:pt x="984" y="565"/>
                  </a:lnTo>
                  <a:lnTo>
                    <a:pt x="921" y="523"/>
                  </a:lnTo>
                  <a:lnTo>
                    <a:pt x="816" y="523"/>
                  </a:lnTo>
                  <a:lnTo>
                    <a:pt x="670" y="628"/>
                  </a:lnTo>
                  <a:lnTo>
                    <a:pt x="523" y="607"/>
                  </a:lnTo>
                  <a:lnTo>
                    <a:pt x="523" y="523"/>
                  </a:lnTo>
                  <a:lnTo>
                    <a:pt x="607" y="440"/>
                  </a:lnTo>
                  <a:lnTo>
                    <a:pt x="607" y="251"/>
                  </a:lnTo>
                  <a:lnTo>
                    <a:pt x="544" y="189"/>
                  </a:lnTo>
                  <a:lnTo>
                    <a:pt x="419" y="189"/>
                  </a:lnTo>
                  <a:lnTo>
                    <a:pt x="398" y="126"/>
                  </a:lnTo>
                  <a:lnTo>
                    <a:pt x="231" y="84"/>
                  </a:lnTo>
                  <a:lnTo>
                    <a:pt x="12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7" name="Google Shape;7765;p67">
              <a:extLst>
                <a:ext uri="{FF2B5EF4-FFF2-40B4-BE49-F238E27FC236}">
                  <a16:creationId xmlns:a16="http://schemas.microsoft.com/office/drawing/2014/main" id="{C167C100-DBA6-A087-B4DB-1BE2F3F2592E}"/>
                </a:ext>
              </a:extLst>
            </p:cNvPr>
            <p:cNvSpPr/>
            <p:nvPr/>
          </p:nvSpPr>
          <p:spPr>
            <a:xfrm>
              <a:off x="5279075" y="3142825"/>
              <a:ext cx="137075" cy="92625"/>
            </a:xfrm>
            <a:custGeom>
              <a:avLst/>
              <a:gdLst/>
              <a:ahLst/>
              <a:cxnLst/>
              <a:rect l="l" t="t" r="r" b="b"/>
              <a:pathLst>
                <a:path w="5483" h="3705" extrusionOk="0">
                  <a:moveTo>
                    <a:pt x="4186" y="1"/>
                  </a:moveTo>
                  <a:lnTo>
                    <a:pt x="4144" y="22"/>
                  </a:lnTo>
                  <a:lnTo>
                    <a:pt x="4165" y="126"/>
                  </a:lnTo>
                  <a:lnTo>
                    <a:pt x="4039" y="252"/>
                  </a:lnTo>
                  <a:lnTo>
                    <a:pt x="3976" y="231"/>
                  </a:lnTo>
                  <a:lnTo>
                    <a:pt x="4039" y="126"/>
                  </a:lnTo>
                  <a:lnTo>
                    <a:pt x="4018" y="43"/>
                  </a:lnTo>
                  <a:lnTo>
                    <a:pt x="3935" y="43"/>
                  </a:lnTo>
                  <a:lnTo>
                    <a:pt x="3851" y="273"/>
                  </a:lnTo>
                  <a:lnTo>
                    <a:pt x="3767" y="315"/>
                  </a:lnTo>
                  <a:lnTo>
                    <a:pt x="3642" y="587"/>
                  </a:lnTo>
                  <a:lnTo>
                    <a:pt x="3642" y="754"/>
                  </a:lnTo>
                  <a:lnTo>
                    <a:pt x="3432" y="963"/>
                  </a:lnTo>
                  <a:lnTo>
                    <a:pt x="3328" y="963"/>
                  </a:lnTo>
                  <a:lnTo>
                    <a:pt x="3140" y="1005"/>
                  </a:lnTo>
                  <a:lnTo>
                    <a:pt x="3098" y="1089"/>
                  </a:lnTo>
                  <a:lnTo>
                    <a:pt x="3181" y="1089"/>
                  </a:lnTo>
                  <a:lnTo>
                    <a:pt x="3119" y="1152"/>
                  </a:lnTo>
                  <a:lnTo>
                    <a:pt x="3181" y="1173"/>
                  </a:lnTo>
                  <a:lnTo>
                    <a:pt x="3307" y="1152"/>
                  </a:lnTo>
                  <a:lnTo>
                    <a:pt x="3244" y="1214"/>
                  </a:lnTo>
                  <a:lnTo>
                    <a:pt x="3181" y="1277"/>
                  </a:lnTo>
                  <a:lnTo>
                    <a:pt x="3140" y="1298"/>
                  </a:lnTo>
                  <a:lnTo>
                    <a:pt x="3140" y="1319"/>
                  </a:lnTo>
                  <a:lnTo>
                    <a:pt x="3223" y="1528"/>
                  </a:lnTo>
                  <a:lnTo>
                    <a:pt x="3181" y="1633"/>
                  </a:lnTo>
                  <a:lnTo>
                    <a:pt x="3098" y="1591"/>
                  </a:lnTo>
                  <a:lnTo>
                    <a:pt x="3098" y="1465"/>
                  </a:lnTo>
                  <a:lnTo>
                    <a:pt x="3077" y="1361"/>
                  </a:lnTo>
                  <a:lnTo>
                    <a:pt x="3035" y="1361"/>
                  </a:lnTo>
                  <a:lnTo>
                    <a:pt x="3035" y="1319"/>
                  </a:lnTo>
                  <a:lnTo>
                    <a:pt x="2993" y="1319"/>
                  </a:lnTo>
                  <a:lnTo>
                    <a:pt x="2930" y="1424"/>
                  </a:lnTo>
                  <a:lnTo>
                    <a:pt x="2972" y="1675"/>
                  </a:lnTo>
                  <a:lnTo>
                    <a:pt x="2909" y="1717"/>
                  </a:lnTo>
                  <a:lnTo>
                    <a:pt x="2805" y="1612"/>
                  </a:lnTo>
                  <a:lnTo>
                    <a:pt x="2700" y="1465"/>
                  </a:lnTo>
                  <a:lnTo>
                    <a:pt x="2658" y="1465"/>
                  </a:lnTo>
                  <a:lnTo>
                    <a:pt x="2554" y="1403"/>
                  </a:lnTo>
                  <a:lnTo>
                    <a:pt x="2470" y="1507"/>
                  </a:lnTo>
                  <a:lnTo>
                    <a:pt x="2470" y="1633"/>
                  </a:lnTo>
                  <a:lnTo>
                    <a:pt x="2344" y="1779"/>
                  </a:lnTo>
                  <a:lnTo>
                    <a:pt x="2261" y="1884"/>
                  </a:lnTo>
                  <a:lnTo>
                    <a:pt x="2093" y="2030"/>
                  </a:lnTo>
                  <a:lnTo>
                    <a:pt x="2072" y="2135"/>
                  </a:lnTo>
                  <a:lnTo>
                    <a:pt x="1926" y="2323"/>
                  </a:lnTo>
                  <a:lnTo>
                    <a:pt x="1779" y="2449"/>
                  </a:lnTo>
                  <a:lnTo>
                    <a:pt x="1319" y="2554"/>
                  </a:lnTo>
                  <a:lnTo>
                    <a:pt x="1256" y="2574"/>
                  </a:lnTo>
                  <a:lnTo>
                    <a:pt x="1298" y="2742"/>
                  </a:lnTo>
                  <a:lnTo>
                    <a:pt x="1340" y="2784"/>
                  </a:lnTo>
                  <a:lnTo>
                    <a:pt x="1256" y="2763"/>
                  </a:lnTo>
                  <a:lnTo>
                    <a:pt x="1173" y="2826"/>
                  </a:lnTo>
                  <a:lnTo>
                    <a:pt x="1047" y="2846"/>
                  </a:lnTo>
                  <a:lnTo>
                    <a:pt x="984" y="2888"/>
                  </a:lnTo>
                  <a:lnTo>
                    <a:pt x="943" y="3035"/>
                  </a:lnTo>
                  <a:lnTo>
                    <a:pt x="943" y="3181"/>
                  </a:lnTo>
                  <a:lnTo>
                    <a:pt x="838" y="3349"/>
                  </a:lnTo>
                  <a:lnTo>
                    <a:pt x="838" y="3370"/>
                  </a:lnTo>
                  <a:lnTo>
                    <a:pt x="629" y="3349"/>
                  </a:lnTo>
                  <a:lnTo>
                    <a:pt x="399" y="3265"/>
                  </a:lnTo>
                  <a:lnTo>
                    <a:pt x="210" y="3265"/>
                  </a:lnTo>
                  <a:lnTo>
                    <a:pt x="168" y="3181"/>
                  </a:lnTo>
                  <a:lnTo>
                    <a:pt x="64" y="3056"/>
                  </a:lnTo>
                  <a:lnTo>
                    <a:pt x="1" y="3077"/>
                  </a:lnTo>
                  <a:lnTo>
                    <a:pt x="127" y="3286"/>
                  </a:lnTo>
                  <a:lnTo>
                    <a:pt x="315" y="3411"/>
                  </a:lnTo>
                  <a:lnTo>
                    <a:pt x="357" y="3474"/>
                  </a:lnTo>
                  <a:lnTo>
                    <a:pt x="482" y="3579"/>
                  </a:lnTo>
                  <a:lnTo>
                    <a:pt x="503" y="3683"/>
                  </a:lnTo>
                  <a:lnTo>
                    <a:pt x="608" y="3704"/>
                  </a:lnTo>
                  <a:lnTo>
                    <a:pt x="775" y="3662"/>
                  </a:lnTo>
                  <a:lnTo>
                    <a:pt x="796" y="3579"/>
                  </a:lnTo>
                  <a:lnTo>
                    <a:pt x="922" y="3600"/>
                  </a:lnTo>
                  <a:lnTo>
                    <a:pt x="1005" y="3558"/>
                  </a:lnTo>
                  <a:lnTo>
                    <a:pt x="1319" y="3579"/>
                  </a:lnTo>
                  <a:lnTo>
                    <a:pt x="1654" y="3453"/>
                  </a:lnTo>
                  <a:lnTo>
                    <a:pt x="1738" y="3370"/>
                  </a:lnTo>
                  <a:lnTo>
                    <a:pt x="2031" y="3370"/>
                  </a:lnTo>
                  <a:lnTo>
                    <a:pt x="2156" y="3411"/>
                  </a:lnTo>
                  <a:lnTo>
                    <a:pt x="2198" y="3495"/>
                  </a:lnTo>
                  <a:lnTo>
                    <a:pt x="2344" y="3495"/>
                  </a:lnTo>
                  <a:lnTo>
                    <a:pt x="2575" y="3370"/>
                  </a:lnTo>
                  <a:lnTo>
                    <a:pt x="2868" y="3307"/>
                  </a:lnTo>
                  <a:lnTo>
                    <a:pt x="2826" y="3244"/>
                  </a:lnTo>
                  <a:lnTo>
                    <a:pt x="3077" y="2888"/>
                  </a:lnTo>
                  <a:lnTo>
                    <a:pt x="3140" y="2637"/>
                  </a:lnTo>
                  <a:lnTo>
                    <a:pt x="3328" y="2365"/>
                  </a:lnTo>
                  <a:lnTo>
                    <a:pt x="3453" y="1926"/>
                  </a:lnTo>
                  <a:lnTo>
                    <a:pt x="3453" y="1842"/>
                  </a:lnTo>
                  <a:lnTo>
                    <a:pt x="3516" y="1737"/>
                  </a:lnTo>
                  <a:lnTo>
                    <a:pt x="3516" y="1675"/>
                  </a:lnTo>
                  <a:lnTo>
                    <a:pt x="3621" y="1528"/>
                  </a:lnTo>
                  <a:lnTo>
                    <a:pt x="3725" y="1570"/>
                  </a:lnTo>
                  <a:lnTo>
                    <a:pt x="4165" y="1570"/>
                  </a:lnTo>
                  <a:lnTo>
                    <a:pt x="4228" y="1612"/>
                  </a:lnTo>
                  <a:lnTo>
                    <a:pt x="4374" y="1612"/>
                  </a:lnTo>
                  <a:lnTo>
                    <a:pt x="4500" y="1633"/>
                  </a:lnTo>
                  <a:lnTo>
                    <a:pt x="4500" y="1591"/>
                  </a:lnTo>
                  <a:lnTo>
                    <a:pt x="4667" y="1675"/>
                  </a:lnTo>
                  <a:lnTo>
                    <a:pt x="4751" y="1696"/>
                  </a:lnTo>
                  <a:lnTo>
                    <a:pt x="4876" y="1633"/>
                  </a:lnTo>
                  <a:lnTo>
                    <a:pt x="5023" y="1612"/>
                  </a:lnTo>
                  <a:lnTo>
                    <a:pt x="5023" y="1528"/>
                  </a:lnTo>
                  <a:lnTo>
                    <a:pt x="4876" y="1403"/>
                  </a:lnTo>
                  <a:lnTo>
                    <a:pt x="4876" y="1277"/>
                  </a:lnTo>
                  <a:lnTo>
                    <a:pt x="4918" y="1214"/>
                  </a:lnTo>
                  <a:lnTo>
                    <a:pt x="5169" y="1256"/>
                  </a:lnTo>
                  <a:lnTo>
                    <a:pt x="5357" y="1193"/>
                  </a:lnTo>
                  <a:lnTo>
                    <a:pt x="5483" y="1089"/>
                  </a:lnTo>
                  <a:lnTo>
                    <a:pt x="5441" y="1005"/>
                  </a:lnTo>
                  <a:lnTo>
                    <a:pt x="5357" y="1005"/>
                  </a:lnTo>
                  <a:lnTo>
                    <a:pt x="5232" y="984"/>
                  </a:lnTo>
                  <a:lnTo>
                    <a:pt x="5127" y="880"/>
                  </a:lnTo>
                  <a:lnTo>
                    <a:pt x="5023" y="901"/>
                  </a:lnTo>
                  <a:lnTo>
                    <a:pt x="4897" y="775"/>
                  </a:lnTo>
                  <a:lnTo>
                    <a:pt x="4813" y="775"/>
                  </a:lnTo>
                  <a:lnTo>
                    <a:pt x="4709" y="859"/>
                  </a:lnTo>
                  <a:lnTo>
                    <a:pt x="4667" y="796"/>
                  </a:lnTo>
                  <a:lnTo>
                    <a:pt x="4792" y="691"/>
                  </a:lnTo>
                  <a:lnTo>
                    <a:pt x="4709" y="629"/>
                  </a:lnTo>
                  <a:lnTo>
                    <a:pt x="4688" y="649"/>
                  </a:lnTo>
                  <a:lnTo>
                    <a:pt x="4604" y="754"/>
                  </a:lnTo>
                  <a:lnTo>
                    <a:pt x="4562" y="670"/>
                  </a:lnTo>
                  <a:lnTo>
                    <a:pt x="4500" y="670"/>
                  </a:lnTo>
                  <a:lnTo>
                    <a:pt x="4500" y="482"/>
                  </a:lnTo>
                  <a:lnTo>
                    <a:pt x="4604" y="461"/>
                  </a:lnTo>
                  <a:lnTo>
                    <a:pt x="4604" y="377"/>
                  </a:lnTo>
                  <a:lnTo>
                    <a:pt x="4458" y="273"/>
                  </a:lnTo>
                  <a:lnTo>
                    <a:pt x="4437" y="336"/>
                  </a:lnTo>
                  <a:lnTo>
                    <a:pt x="4290" y="231"/>
                  </a:lnTo>
                  <a:lnTo>
                    <a:pt x="4290" y="64"/>
                  </a:lnTo>
                  <a:lnTo>
                    <a:pt x="418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8" name="Google Shape;7766;p67">
              <a:extLst>
                <a:ext uri="{FF2B5EF4-FFF2-40B4-BE49-F238E27FC236}">
                  <a16:creationId xmlns:a16="http://schemas.microsoft.com/office/drawing/2014/main" id="{4AE58F90-1DCD-4071-8B71-0A3529AC009E}"/>
                </a:ext>
              </a:extLst>
            </p:cNvPr>
            <p:cNvSpPr/>
            <p:nvPr/>
          </p:nvSpPr>
          <p:spPr>
            <a:xfrm>
              <a:off x="5150925" y="2887575"/>
              <a:ext cx="119300" cy="230700"/>
            </a:xfrm>
            <a:custGeom>
              <a:avLst/>
              <a:gdLst/>
              <a:ahLst/>
              <a:cxnLst/>
              <a:rect l="l" t="t" r="r" b="b"/>
              <a:pathLst>
                <a:path w="4772" h="9228" extrusionOk="0">
                  <a:moveTo>
                    <a:pt x="1821" y="0"/>
                  </a:moveTo>
                  <a:lnTo>
                    <a:pt x="1737" y="84"/>
                  </a:lnTo>
                  <a:lnTo>
                    <a:pt x="1591" y="84"/>
                  </a:lnTo>
                  <a:lnTo>
                    <a:pt x="1465" y="126"/>
                  </a:lnTo>
                  <a:lnTo>
                    <a:pt x="1507" y="314"/>
                  </a:lnTo>
                  <a:lnTo>
                    <a:pt x="1298" y="398"/>
                  </a:lnTo>
                  <a:lnTo>
                    <a:pt x="1193" y="314"/>
                  </a:lnTo>
                  <a:lnTo>
                    <a:pt x="1026" y="377"/>
                  </a:lnTo>
                  <a:lnTo>
                    <a:pt x="1026" y="440"/>
                  </a:lnTo>
                  <a:lnTo>
                    <a:pt x="900" y="502"/>
                  </a:lnTo>
                  <a:lnTo>
                    <a:pt x="879" y="419"/>
                  </a:lnTo>
                  <a:lnTo>
                    <a:pt x="796" y="419"/>
                  </a:lnTo>
                  <a:lnTo>
                    <a:pt x="733" y="502"/>
                  </a:lnTo>
                  <a:lnTo>
                    <a:pt x="607" y="398"/>
                  </a:lnTo>
                  <a:lnTo>
                    <a:pt x="524" y="440"/>
                  </a:lnTo>
                  <a:lnTo>
                    <a:pt x="503" y="544"/>
                  </a:lnTo>
                  <a:lnTo>
                    <a:pt x="419" y="544"/>
                  </a:lnTo>
                  <a:lnTo>
                    <a:pt x="377" y="523"/>
                  </a:lnTo>
                  <a:lnTo>
                    <a:pt x="398" y="440"/>
                  </a:lnTo>
                  <a:lnTo>
                    <a:pt x="315" y="419"/>
                  </a:lnTo>
                  <a:lnTo>
                    <a:pt x="189" y="481"/>
                  </a:lnTo>
                  <a:lnTo>
                    <a:pt x="147" y="523"/>
                  </a:lnTo>
                  <a:lnTo>
                    <a:pt x="105" y="586"/>
                  </a:lnTo>
                  <a:lnTo>
                    <a:pt x="63" y="607"/>
                  </a:lnTo>
                  <a:lnTo>
                    <a:pt x="1" y="628"/>
                  </a:lnTo>
                  <a:lnTo>
                    <a:pt x="63" y="712"/>
                  </a:lnTo>
                  <a:lnTo>
                    <a:pt x="252" y="795"/>
                  </a:lnTo>
                  <a:lnTo>
                    <a:pt x="356" y="942"/>
                  </a:lnTo>
                  <a:lnTo>
                    <a:pt x="461" y="1025"/>
                  </a:lnTo>
                  <a:lnTo>
                    <a:pt x="482" y="1151"/>
                  </a:lnTo>
                  <a:lnTo>
                    <a:pt x="419" y="1235"/>
                  </a:lnTo>
                  <a:lnTo>
                    <a:pt x="628" y="1423"/>
                  </a:lnTo>
                  <a:lnTo>
                    <a:pt x="733" y="1632"/>
                  </a:lnTo>
                  <a:lnTo>
                    <a:pt x="984" y="1632"/>
                  </a:lnTo>
                  <a:lnTo>
                    <a:pt x="1131" y="1674"/>
                  </a:lnTo>
                  <a:lnTo>
                    <a:pt x="1256" y="1590"/>
                  </a:lnTo>
                  <a:lnTo>
                    <a:pt x="1423" y="1590"/>
                  </a:lnTo>
                  <a:lnTo>
                    <a:pt x="1507" y="1695"/>
                  </a:lnTo>
                  <a:lnTo>
                    <a:pt x="1654" y="1737"/>
                  </a:lnTo>
                  <a:lnTo>
                    <a:pt x="1675" y="1841"/>
                  </a:lnTo>
                  <a:lnTo>
                    <a:pt x="1654" y="1946"/>
                  </a:lnTo>
                  <a:lnTo>
                    <a:pt x="1842" y="1988"/>
                  </a:lnTo>
                  <a:lnTo>
                    <a:pt x="1842" y="2072"/>
                  </a:lnTo>
                  <a:lnTo>
                    <a:pt x="1758" y="2092"/>
                  </a:lnTo>
                  <a:lnTo>
                    <a:pt x="1675" y="2302"/>
                  </a:lnTo>
                  <a:lnTo>
                    <a:pt x="1633" y="2385"/>
                  </a:lnTo>
                  <a:lnTo>
                    <a:pt x="1507" y="2385"/>
                  </a:lnTo>
                  <a:lnTo>
                    <a:pt x="1340" y="2469"/>
                  </a:lnTo>
                  <a:lnTo>
                    <a:pt x="1256" y="2469"/>
                  </a:lnTo>
                  <a:lnTo>
                    <a:pt x="1256" y="2532"/>
                  </a:lnTo>
                  <a:lnTo>
                    <a:pt x="1403" y="2699"/>
                  </a:lnTo>
                  <a:lnTo>
                    <a:pt x="1319" y="2783"/>
                  </a:lnTo>
                  <a:lnTo>
                    <a:pt x="1340" y="2846"/>
                  </a:lnTo>
                  <a:lnTo>
                    <a:pt x="1423" y="2846"/>
                  </a:lnTo>
                  <a:lnTo>
                    <a:pt x="1507" y="3013"/>
                  </a:lnTo>
                  <a:lnTo>
                    <a:pt x="1675" y="3013"/>
                  </a:lnTo>
                  <a:lnTo>
                    <a:pt x="1863" y="3118"/>
                  </a:lnTo>
                  <a:lnTo>
                    <a:pt x="1968" y="3118"/>
                  </a:lnTo>
                  <a:lnTo>
                    <a:pt x="2114" y="3327"/>
                  </a:lnTo>
                  <a:lnTo>
                    <a:pt x="2281" y="3411"/>
                  </a:lnTo>
                  <a:lnTo>
                    <a:pt x="2407" y="3557"/>
                  </a:lnTo>
                  <a:lnTo>
                    <a:pt x="2386" y="3641"/>
                  </a:lnTo>
                  <a:lnTo>
                    <a:pt x="2574" y="3850"/>
                  </a:lnTo>
                  <a:lnTo>
                    <a:pt x="2616" y="3976"/>
                  </a:lnTo>
                  <a:lnTo>
                    <a:pt x="2700" y="4038"/>
                  </a:lnTo>
                  <a:lnTo>
                    <a:pt x="2825" y="4038"/>
                  </a:lnTo>
                  <a:lnTo>
                    <a:pt x="2909" y="4143"/>
                  </a:lnTo>
                  <a:lnTo>
                    <a:pt x="2909" y="4206"/>
                  </a:lnTo>
                  <a:lnTo>
                    <a:pt x="2993" y="4289"/>
                  </a:lnTo>
                  <a:lnTo>
                    <a:pt x="3035" y="4289"/>
                  </a:lnTo>
                  <a:lnTo>
                    <a:pt x="3118" y="4310"/>
                  </a:lnTo>
                  <a:lnTo>
                    <a:pt x="3097" y="4415"/>
                  </a:lnTo>
                  <a:lnTo>
                    <a:pt x="3139" y="4478"/>
                  </a:lnTo>
                  <a:lnTo>
                    <a:pt x="3286" y="4478"/>
                  </a:lnTo>
                  <a:lnTo>
                    <a:pt x="3348" y="4582"/>
                  </a:lnTo>
                  <a:lnTo>
                    <a:pt x="3411" y="4603"/>
                  </a:lnTo>
                  <a:lnTo>
                    <a:pt x="3516" y="4561"/>
                  </a:lnTo>
                  <a:lnTo>
                    <a:pt x="3558" y="4624"/>
                  </a:lnTo>
                  <a:lnTo>
                    <a:pt x="3495" y="4708"/>
                  </a:lnTo>
                  <a:lnTo>
                    <a:pt x="3453" y="4875"/>
                  </a:lnTo>
                  <a:lnTo>
                    <a:pt x="3516" y="4938"/>
                  </a:lnTo>
                  <a:lnTo>
                    <a:pt x="3600" y="4938"/>
                  </a:lnTo>
                  <a:lnTo>
                    <a:pt x="3600" y="5105"/>
                  </a:lnTo>
                  <a:lnTo>
                    <a:pt x="3432" y="5231"/>
                  </a:lnTo>
                  <a:lnTo>
                    <a:pt x="3453" y="5357"/>
                  </a:lnTo>
                  <a:lnTo>
                    <a:pt x="3495" y="5440"/>
                  </a:lnTo>
                  <a:lnTo>
                    <a:pt x="3516" y="5629"/>
                  </a:lnTo>
                  <a:lnTo>
                    <a:pt x="3411" y="5670"/>
                  </a:lnTo>
                  <a:lnTo>
                    <a:pt x="3390" y="5670"/>
                  </a:lnTo>
                  <a:lnTo>
                    <a:pt x="3453" y="5859"/>
                  </a:lnTo>
                  <a:lnTo>
                    <a:pt x="3558" y="5921"/>
                  </a:lnTo>
                  <a:lnTo>
                    <a:pt x="3662" y="6152"/>
                  </a:lnTo>
                  <a:lnTo>
                    <a:pt x="3641" y="6340"/>
                  </a:lnTo>
                  <a:lnTo>
                    <a:pt x="3662" y="6445"/>
                  </a:lnTo>
                  <a:lnTo>
                    <a:pt x="3641" y="6591"/>
                  </a:lnTo>
                  <a:lnTo>
                    <a:pt x="3662" y="6717"/>
                  </a:lnTo>
                  <a:lnTo>
                    <a:pt x="3558" y="6905"/>
                  </a:lnTo>
                  <a:lnTo>
                    <a:pt x="3495" y="6926"/>
                  </a:lnTo>
                  <a:lnTo>
                    <a:pt x="3453" y="7010"/>
                  </a:lnTo>
                  <a:lnTo>
                    <a:pt x="3307" y="7072"/>
                  </a:lnTo>
                  <a:lnTo>
                    <a:pt x="3139" y="7177"/>
                  </a:lnTo>
                  <a:lnTo>
                    <a:pt x="3076" y="7282"/>
                  </a:lnTo>
                  <a:lnTo>
                    <a:pt x="2867" y="7282"/>
                  </a:lnTo>
                  <a:lnTo>
                    <a:pt x="2763" y="7344"/>
                  </a:lnTo>
                  <a:lnTo>
                    <a:pt x="2784" y="7554"/>
                  </a:lnTo>
                  <a:lnTo>
                    <a:pt x="2909" y="7595"/>
                  </a:lnTo>
                  <a:lnTo>
                    <a:pt x="3014" y="7700"/>
                  </a:lnTo>
                  <a:lnTo>
                    <a:pt x="2993" y="7763"/>
                  </a:lnTo>
                  <a:lnTo>
                    <a:pt x="3035" y="7909"/>
                  </a:lnTo>
                  <a:lnTo>
                    <a:pt x="2867" y="7909"/>
                  </a:lnTo>
                  <a:lnTo>
                    <a:pt x="2825" y="7826"/>
                  </a:lnTo>
                  <a:lnTo>
                    <a:pt x="2721" y="7763"/>
                  </a:lnTo>
                  <a:lnTo>
                    <a:pt x="2449" y="7826"/>
                  </a:lnTo>
                  <a:lnTo>
                    <a:pt x="2386" y="7805"/>
                  </a:lnTo>
                  <a:lnTo>
                    <a:pt x="2260" y="7805"/>
                  </a:lnTo>
                  <a:lnTo>
                    <a:pt x="2198" y="7951"/>
                  </a:lnTo>
                  <a:lnTo>
                    <a:pt x="2072" y="7972"/>
                  </a:lnTo>
                  <a:lnTo>
                    <a:pt x="1968" y="8118"/>
                  </a:lnTo>
                  <a:lnTo>
                    <a:pt x="1988" y="8139"/>
                  </a:lnTo>
                  <a:lnTo>
                    <a:pt x="1988" y="8244"/>
                  </a:lnTo>
                  <a:lnTo>
                    <a:pt x="1988" y="8265"/>
                  </a:lnTo>
                  <a:lnTo>
                    <a:pt x="2093" y="8286"/>
                  </a:lnTo>
                  <a:lnTo>
                    <a:pt x="2156" y="8265"/>
                  </a:lnTo>
                  <a:lnTo>
                    <a:pt x="2198" y="8286"/>
                  </a:lnTo>
                  <a:lnTo>
                    <a:pt x="2281" y="8265"/>
                  </a:lnTo>
                  <a:lnTo>
                    <a:pt x="2407" y="8286"/>
                  </a:lnTo>
                  <a:lnTo>
                    <a:pt x="2491" y="8265"/>
                  </a:lnTo>
                  <a:lnTo>
                    <a:pt x="2449" y="8328"/>
                  </a:lnTo>
                  <a:lnTo>
                    <a:pt x="2281" y="8453"/>
                  </a:lnTo>
                  <a:lnTo>
                    <a:pt x="2198" y="8579"/>
                  </a:lnTo>
                  <a:lnTo>
                    <a:pt x="2198" y="8767"/>
                  </a:lnTo>
                  <a:lnTo>
                    <a:pt x="2177" y="8851"/>
                  </a:lnTo>
                  <a:lnTo>
                    <a:pt x="2240" y="8851"/>
                  </a:lnTo>
                  <a:lnTo>
                    <a:pt x="2198" y="8872"/>
                  </a:lnTo>
                  <a:lnTo>
                    <a:pt x="2198" y="9018"/>
                  </a:lnTo>
                  <a:lnTo>
                    <a:pt x="2281" y="9081"/>
                  </a:lnTo>
                  <a:lnTo>
                    <a:pt x="2344" y="9060"/>
                  </a:lnTo>
                  <a:lnTo>
                    <a:pt x="2344" y="9060"/>
                  </a:lnTo>
                  <a:lnTo>
                    <a:pt x="2281" y="9123"/>
                  </a:lnTo>
                  <a:lnTo>
                    <a:pt x="2177" y="9165"/>
                  </a:lnTo>
                  <a:lnTo>
                    <a:pt x="2072" y="9227"/>
                  </a:lnTo>
                  <a:lnTo>
                    <a:pt x="2240" y="9227"/>
                  </a:lnTo>
                  <a:lnTo>
                    <a:pt x="2470" y="9123"/>
                  </a:lnTo>
                  <a:lnTo>
                    <a:pt x="2470" y="9102"/>
                  </a:lnTo>
                  <a:lnTo>
                    <a:pt x="2491" y="9102"/>
                  </a:lnTo>
                  <a:lnTo>
                    <a:pt x="2574" y="9018"/>
                  </a:lnTo>
                  <a:lnTo>
                    <a:pt x="2595" y="8914"/>
                  </a:lnTo>
                  <a:lnTo>
                    <a:pt x="2616" y="8851"/>
                  </a:lnTo>
                  <a:lnTo>
                    <a:pt x="2700" y="8872"/>
                  </a:lnTo>
                  <a:lnTo>
                    <a:pt x="2721" y="8851"/>
                  </a:lnTo>
                  <a:lnTo>
                    <a:pt x="2867" y="8746"/>
                  </a:lnTo>
                  <a:lnTo>
                    <a:pt x="2909" y="8746"/>
                  </a:lnTo>
                  <a:lnTo>
                    <a:pt x="2930" y="8683"/>
                  </a:lnTo>
                  <a:lnTo>
                    <a:pt x="2993" y="8662"/>
                  </a:lnTo>
                  <a:lnTo>
                    <a:pt x="2972" y="8600"/>
                  </a:lnTo>
                  <a:lnTo>
                    <a:pt x="2972" y="8579"/>
                  </a:lnTo>
                  <a:lnTo>
                    <a:pt x="2930" y="8495"/>
                  </a:lnTo>
                  <a:lnTo>
                    <a:pt x="2993" y="8495"/>
                  </a:lnTo>
                  <a:lnTo>
                    <a:pt x="3035" y="8558"/>
                  </a:lnTo>
                  <a:lnTo>
                    <a:pt x="3097" y="8579"/>
                  </a:lnTo>
                  <a:lnTo>
                    <a:pt x="3139" y="8537"/>
                  </a:lnTo>
                  <a:lnTo>
                    <a:pt x="3139" y="8453"/>
                  </a:lnTo>
                  <a:lnTo>
                    <a:pt x="3035" y="8349"/>
                  </a:lnTo>
                  <a:lnTo>
                    <a:pt x="3160" y="8453"/>
                  </a:lnTo>
                  <a:lnTo>
                    <a:pt x="3244" y="8390"/>
                  </a:lnTo>
                  <a:lnTo>
                    <a:pt x="3223" y="8286"/>
                  </a:lnTo>
                  <a:lnTo>
                    <a:pt x="3244" y="8244"/>
                  </a:lnTo>
                  <a:lnTo>
                    <a:pt x="3097" y="8181"/>
                  </a:lnTo>
                  <a:lnTo>
                    <a:pt x="3160" y="8181"/>
                  </a:lnTo>
                  <a:lnTo>
                    <a:pt x="3223" y="8160"/>
                  </a:lnTo>
                  <a:lnTo>
                    <a:pt x="3223" y="8139"/>
                  </a:lnTo>
                  <a:lnTo>
                    <a:pt x="3139" y="8077"/>
                  </a:lnTo>
                  <a:lnTo>
                    <a:pt x="3244" y="8118"/>
                  </a:lnTo>
                  <a:lnTo>
                    <a:pt x="3286" y="8077"/>
                  </a:lnTo>
                  <a:lnTo>
                    <a:pt x="3307" y="8014"/>
                  </a:lnTo>
                  <a:lnTo>
                    <a:pt x="3307" y="8077"/>
                  </a:lnTo>
                  <a:lnTo>
                    <a:pt x="3286" y="8160"/>
                  </a:lnTo>
                  <a:lnTo>
                    <a:pt x="3307" y="8160"/>
                  </a:lnTo>
                  <a:lnTo>
                    <a:pt x="3411" y="8139"/>
                  </a:lnTo>
                  <a:lnTo>
                    <a:pt x="3495" y="8181"/>
                  </a:lnTo>
                  <a:lnTo>
                    <a:pt x="3620" y="8160"/>
                  </a:lnTo>
                  <a:lnTo>
                    <a:pt x="3872" y="8014"/>
                  </a:lnTo>
                  <a:lnTo>
                    <a:pt x="3955" y="7951"/>
                  </a:lnTo>
                  <a:lnTo>
                    <a:pt x="4060" y="7951"/>
                  </a:lnTo>
                  <a:lnTo>
                    <a:pt x="4060" y="7846"/>
                  </a:lnTo>
                  <a:lnTo>
                    <a:pt x="4164" y="7763"/>
                  </a:lnTo>
                  <a:lnTo>
                    <a:pt x="4269" y="7721"/>
                  </a:lnTo>
                  <a:lnTo>
                    <a:pt x="4395" y="7595"/>
                  </a:lnTo>
                  <a:lnTo>
                    <a:pt x="4457" y="7554"/>
                  </a:lnTo>
                  <a:lnTo>
                    <a:pt x="4478" y="7428"/>
                  </a:lnTo>
                  <a:lnTo>
                    <a:pt x="4541" y="7407"/>
                  </a:lnTo>
                  <a:lnTo>
                    <a:pt x="4604" y="7323"/>
                  </a:lnTo>
                  <a:lnTo>
                    <a:pt x="4583" y="7282"/>
                  </a:lnTo>
                  <a:lnTo>
                    <a:pt x="4604" y="7177"/>
                  </a:lnTo>
                  <a:lnTo>
                    <a:pt x="4541" y="7072"/>
                  </a:lnTo>
                  <a:lnTo>
                    <a:pt x="4646" y="6989"/>
                  </a:lnTo>
                  <a:lnTo>
                    <a:pt x="4646" y="6905"/>
                  </a:lnTo>
                  <a:lnTo>
                    <a:pt x="4688" y="6884"/>
                  </a:lnTo>
                  <a:lnTo>
                    <a:pt x="4688" y="6821"/>
                  </a:lnTo>
                  <a:lnTo>
                    <a:pt x="4646" y="6758"/>
                  </a:lnTo>
                  <a:lnTo>
                    <a:pt x="4646" y="6675"/>
                  </a:lnTo>
                  <a:lnTo>
                    <a:pt x="4688" y="6654"/>
                  </a:lnTo>
                  <a:lnTo>
                    <a:pt x="4709" y="6696"/>
                  </a:lnTo>
                  <a:lnTo>
                    <a:pt x="4709" y="6717"/>
                  </a:lnTo>
                  <a:lnTo>
                    <a:pt x="4729" y="6717"/>
                  </a:lnTo>
                  <a:lnTo>
                    <a:pt x="4771" y="6654"/>
                  </a:lnTo>
                  <a:lnTo>
                    <a:pt x="4688" y="6507"/>
                  </a:lnTo>
                  <a:lnTo>
                    <a:pt x="4667" y="6445"/>
                  </a:lnTo>
                  <a:lnTo>
                    <a:pt x="4604" y="6403"/>
                  </a:lnTo>
                  <a:lnTo>
                    <a:pt x="4604" y="6361"/>
                  </a:lnTo>
                  <a:lnTo>
                    <a:pt x="4583" y="6194"/>
                  </a:lnTo>
                  <a:lnTo>
                    <a:pt x="4604" y="6173"/>
                  </a:lnTo>
                  <a:lnTo>
                    <a:pt x="4562" y="6068"/>
                  </a:lnTo>
                  <a:lnTo>
                    <a:pt x="4583" y="6026"/>
                  </a:lnTo>
                  <a:lnTo>
                    <a:pt x="4583" y="5921"/>
                  </a:lnTo>
                  <a:lnTo>
                    <a:pt x="4541" y="5859"/>
                  </a:lnTo>
                  <a:lnTo>
                    <a:pt x="4499" y="5670"/>
                  </a:lnTo>
                  <a:lnTo>
                    <a:pt x="4457" y="5649"/>
                  </a:lnTo>
                  <a:lnTo>
                    <a:pt x="4437" y="5440"/>
                  </a:lnTo>
                  <a:lnTo>
                    <a:pt x="4332" y="5315"/>
                  </a:lnTo>
                  <a:lnTo>
                    <a:pt x="4353" y="5252"/>
                  </a:lnTo>
                  <a:lnTo>
                    <a:pt x="4332" y="5210"/>
                  </a:lnTo>
                  <a:lnTo>
                    <a:pt x="4332" y="5147"/>
                  </a:lnTo>
                  <a:lnTo>
                    <a:pt x="4185" y="5022"/>
                  </a:lnTo>
                  <a:lnTo>
                    <a:pt x="4185" y="4938"/>
                  </a:lnTo>
                  <a:lnTo>
                    <a:pt x="4164" y="4938"/>
                  </a:lnTo>
                  <a:lnTo>
                    <a:pt x="4144" y="4833"/>
                  </a:lnTo>
                  <a:lnTo>
                    <a:pt x="4060" y="4708"/>
                  </a:lnTo>
                  <a:lnTo>
                    <a:pt x="3809" y="4499"/>
                  </a:lnTo>
                  <a:lnTo>
                    <a:pt x="3746" y="4394"/>
                  </a:lnTo>
                  <a:lnTo>
                    <a:pt x="3453" y="4185"/>
                  </a:lnTo>
                  <a:lnTo>
                    <a:pt x="3139" y="4038"/>
                  </a:lnTo>
                  <a:lnTo>
                    <a:pt x="3139" y="3976"/>
                  </a:lnTo>
                  <a:lnTo>
                    <a:pt x="3014" y="3934"/>
                  </a:lnTo>
                  <a:lnTo>
                    <a:pt x="2784" y="3745"/>
                  </a:lnTo>
                  <a:lnTo>
                    <a:pt x="2763" y="3662"/>
                  </a:lnTo>
                  <a:lnTo>
                    <a:pt x="2721" y="3536"/>
                  </a:lnTo>
                  <a:lnTo>
                    <a:pt x="2721" y="3473"/>
                  </a:lnTo>
                  <a:lnTo>
                    <a:pt x="2721" y="3432"/>
                  </a:lnTo>
                  <a:lnTo>
                    <a:pt x="2679" y="3306"/>
                  </a:lnTo>
                  <a:lnTo>
                    <a:pt x="2595" y="3306"/>
                  </a:lnTo>
                  <a:lnTo>
                    <a:pt x="2470" y="3139"/>
                  </a:lnTo>
                  <a:lnTo>
                    <a:pt x="2281" y="3055"/>
                  </a:lnTo>
                  <a:lnTo>
                    <a:pt x="2177" y="3034"/>
                  </a:lnTo>
                  <a:lnTo>
                    <a:pt x="2281" y="2992"/>
                  </a:lnTo>
                  <a:lnTo>
                    <a:pt x="2281" y="2929"/>
                  </a:lnTo>
                  <a:lnTo>
                    <a:pt x="2177" y="2825"/>
                  </a:lnTo>
                  <a:lnTo>
                    <a:pt x="2240" y="2720"/>
                  </a:lnTo>
                  <a:lnTo>
                    <a:pt x="2281" y="2532"/>
                  </a:lnTo>
                  <a:lnTo>
                    <a:pt x="2260" y="2490"/>
                  </a:lnTo>
                  <a:lnTo>
                    <a:pt x="2198" y="2490"/>
                  </a:lnTo>
                  <a:lnTo>
                    <a:pt x="2198" y="2385"/>
                  </a:lnTo>
                  <a:lnTo>
                    <a:pt x="2260" y="2323"/>
                  </a:lnTo>
                  <a:lnTo>
                    <a:pt x="2281" y="2218"/>
                  </a:lnTo>
                  <a:lnTo>
                    <a:pt x="2344" y="2197"/>
                  </a:lnTo>
                  <a:lnTo>
                    <a:pt x="2365" y="2155"/>
                  </a:lnTo>
                  <a:lnTo>
                    <a:pt x="2386" y="2176"/>
                  </a:lnTo>
                  <a:lnTo>
                    <a:pt x="2449" y="2176"/>
                  </a:lnTo>
                  <a:lnTo>
                    <a:pt x="2553" y="2051"/>
                  </a:lnTo>
                  <a:lnTo>
                    <a:pt x="2574" y="2051"/>
                  </a:lnTo>
                  <a:lnTo>
                    <a:pt x="2616" y="1988"/>
                  </a:lnTo>
                  <a:lnTo>
                    <a:pt x="2574" y="1904"/>
                  </a:lnTo>
                  <a:lnTo>
                    <a:pt x="2595" y="1883"/>
                  </a:lnTo>
                  <a:lnTo>
                    <a:pt x="2595" y="1800"/>
                  </a:lnTo>
                  <a:lnTo>
                    <a:pt x="2595" y="1737"/>
                  </a:lnTo>
                  <a:lnTo>
                    <a:pt x="2574" y="1674"/>
                  </a:lnTo>
                  <a:lnTo>
                    <a:pt x="2616" y="1632"/>
                  </a:lnTo>
                  <a:lnTo>
                    <a:pt x="2616" y="1548"/>
                  </a:lnTo>
                  <a:lnTo>
                    <a:pt x="2679" y="1548"/>
                  </a:lnTo>
                  <a:lnTo>
                    <a:pt x="2700" y="1590"/>
                  </a:lnTo>
                  <a:lnTo>
                    <a:pt x="2721" y="1590"/>
                  </a:lnTo>
                  <a:lnTo>
                    <a:pt x="2804" y="1548"/>
                  </a:lnTo>
                  <a:lnTo>
                    <a:pt x="2888" y="1528"/>
                  </a:lnTo>
                  <a:lnTo>
                    <a:pt x="2930" y="1548"/>
                  </a:lnTo>
                  <a:lnTo>
                    <a:pt x="2972" y="1528"/>
                  </a:lnTo>
                  <a:lnTo>
                    <a:pt x="3014" y="1465"/>
                  </a:lnTo>
                  <a:lnTo>
                    <a:pt x="2993" y="1381"/>
                  </a:lnTo>
                  <a:lnTo>
                    <a:pt x="3014" y="1339"/>
                  </a:lnTo>
                  <a:lnTo>
                    <a:pt x="3118" y="1318"/>
                  </a:lnTo>
                  <a:lnTo>
                    <a:pt x="3223" y="1339"/>
                  </a:lnTo>
                  <a:lnTo>
                    <a:pt x="3328" y="1256"/>
                  </a:lnTo>
                  <a:lnTo>
                    <a:pt x="3390" y="1256"/>
                  </a:lnTo>
                  <a:lnTo>
                    <a:pt x="3432" y="1235"/>
                  </a:lnTo>
                  <a:lnTo>
                    <a:pt x="3495" y="1172"/>
                  </a:lnTo>
                  <a:lnTo>
                    <a:pt x="3453" y="1130"/>
                  </a:lnTo>
                  <a:lnTo>
                    <a:pt x="3348" y="1067"/>
                  </a:lnTo>
                  <a:lnTo>
                    <a:pt x="3286" y="1109"/>
                  </a:lnTo>
                  <a:lnTo>
                    <a:pt x="3223" y="1046"/>
                  </a:lnTo>
                  <a:lnTo>
                    <a:pt x="3118" y="1109"/>
                  </a:lnTo>
                  <a:lnTo>
                    <a:pt x="3014" y="1025"/>
                  </a:lnTo>
                  <a:lnTo>
                    <a:pt x="2888" y="1004"/>
                  </a:lnTo>
                  <a:lnTo>
                    <a:pt x="2867" y="900"/>
                  </a:lnTo>
                  <a:lnTo>
                    <a:pt x="2616" y="816"/>
                  </a:lnTo>
                  <a:lnTo>
                    <a:pt x="2595" y="712"/>
                  </a:lnTo>
                  <a:lnTo>
                    <a:pt x="2512" y="691"/>
                  </a:lnTo>
                  <a:lnTo>
                    <a:pt x="2574" y="481"/>
                  </a:lnTo>
                  <a:lnTo>
                    <a:pt x="2679" y="440"/>
                  </a:lnTo>
                  <a:lnTo>
                    <a:pt x="2679" y="335"/>
                  </a:lnTo>
                  <a:lnTo>
                    <a:pt x="2595" y="272"/>
                  </a:lnTo>
                  <a:lnTo>
                    <a:pt x="2449" y="314"/>
                  </a:lnTo>
                  <a:lnTo>
                    <a:pt x="2386" y="272"/>
                  </a:lnTo>
                  <a:lnTo>
                    <a:pt x="2114" y="272"/>
                  </a:lnTo>
                  <a:lnTo>
                    <a:pt x="2072" y="188"/>
                  </a:lnTo>
                  <a:lnTo>
                    <a:pt x="1947" y="168"/>
                  </a:lnTo>
                  <a:lnTo>
                    <a:pt x="1947" y="84"/>
                  </a:lnTo>
                  <a:lnTo>
                    <a:pt x="182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9" name="Google Shape;7767;p67">
              <a:extLst>
                <a:ext uri="{FF2B5EF4-FFF2-40B4-BE49-F238E27FC236}">
                  <a16:creationId xmlns:a16="http://schemas.microsoft.com/office/drawing/2014/main" id="{6F66E265-3AF2-BF92-A96D-4CF13D7BE42E}"/>
                </a:ext>
              </a:extLst>
            </p:cNvPr>
            <p:cNvSpPr/>
            <p:nvPr/>
          </p:nvSpPr>
          <p:spPr>
            <a:xfrm>
              <a:off x="5166625" y="3025150"/>
              <a:ext cx="75875" cy="65400"/>
            </a:xfrm>
            <a:custGeom>
              <a:avLst/>
              <a:gdLst/>
              <a:ahLst/>
              <a:cxnLst/>
              <a:rect l="l" t="t" r="r" b="b"/>
              <a:pathLst>
                <a:path w="3035" h="2616" extrusionOk="0">
                  <a:moveTo>
                    <a:pt x="2407" y="0"/>
                  </a:moveTo>
                  <a:lnTo>
                    <a:pt x="2239" y="42"/>
                  </a:lnTo>
                  <a:lnTo>
                    <a:pt x="2135" y="126"/>
                  </a:lnTo>
                  <a:lnTo>
                    <a:pt x="2260" y="251"/>
                  </a:lnTo>
                  <a:lnTo>
                    <a:pt x="2239" y="356"/>
                  </a:lnTo>
                  <a:lnTo>
                    <a:pt x="2260" y="460"/>
                  </a:lnTo>
                  <a:lnTo>
                    <a:pt x="2260" y="544"/>
                  </a:lnTo>
                  <a:lnTo>
                    <a:pt x="2072" y="481"/>
                  </a:lnTo>
                  <a:lnTo>
                    <a:pt x="1967" y="314"/>
                  </a:lnTo>
                  <a:lnTo>
                    <a:pt x="1821" y="314"/>
                  </a:lnTo>
                  <a:lnTo>
                    <a:pt x="1758" y="230"/>
                  </a:lnTo>
                  <a:lnTo>
                    <a:pt x="1632" y="126"/>
                  </a:lnTo>
                  <a:lnTo>
                    <a:pt x="1549" y="167"/>
                  </a:lnTo>
                  <a:lnTo>
                    <a:pt x="1444" y="105"/>
                  </a:lnTo>
                  <a:lnTo>
                    <a:pt x="1298" y="126"/>
                  </a:lnTo>
                  <a:lnTo>
                    <a:pt x="1151" y="63"/>
                  </a:lnTo>
                  <a:lnTo>
                    <a:pt x="1026" y="63"/>
                  </a:lnTo>
                  <a:lnTo>
                    <a:pt x="879" y="146"/>
                  </a:lnTo>
                  <a:lnTo>
                    <a:pt x="816" y="105"/>
                  </a:lnTo>
                  <a:lnTo>
                    <a:pt x="670" y="105"/>
                  </a:lnTo>
                  <a:lnTo>
                    <a:pt x="398" y="167"/>
                  </a:lnTo>
                  <a:lnTo>
                    <a:pt x="272" y="167"/>
                  </a:lnTo>
                  <a:lnTo>
                    <a:pt x="168" y="335"/>
                  </a:lnTo>
                  <a:lnTo>
                    <a:pt x="105" y="523"/>
                  </a:lnTo>
                  <a:lnTo>
                    <a:pt x="42" y="649"/>
                  </a:lnTo>
                  <a:lnTo>
                    <a:pt x="0" y="858"/>
                  </a:lnTo>
                  <a:lnTo>
                    <a:pt x="63" y="1088"/>
                  </a:lnTo>
                  <a:lnTo>
                    <a:pt x="168" y="1151"/>
                  </a:lnTo>
                  <a:lnTo>
                    <a:pt x="210" y="1255"/>
                  </a:lnTo>
                  <a:lnTo>
                    <a:pt x="189" y="1486"/>
                  </a:lnTo>
                  <a:lnTo>
                    <a:pt x="189" y="1569"/>
                  </a:lnTo>
                  <a:lnTo>
                    <a:pt x="272" y="1632"/>
                  </a:lnTo>
                  <a:lnTo>
                    <a:pt x="272" y="1779"/>
                  </a:lnTo>
                  <a:lnTo>
                    <a:pt x="356" y="1820"/>
                  </a:lnTo>
                  <a:lnTo>
                    <a:pt x="356" y="1925"/>
                  </a:lnTo>
                  <a:lnTo>
                    <a:pt x="419" y="2051"/>
                  </a:lnTo>
                  <a:lnTo>
                    <a:pt x="482" y="2030"/>
                  </a:lnTo>
                  <a:lnTo>
                    <a:pt x="523" y="2113"/>
                  </a:lnTo>
                  <a:lnTo>
                    <a:pt x="503" y="2218"/>
                  </a:lnTo>
                  <a:lnTo>
                    <a:pt x="565" y="2260"/>
                  </a:lnTo>
                  <a:lnTo>
                    <a:pt x="565" y="2364"/>
                  </a:lnTo>
                  <a:lnTo>
                    <a:pt x="733" y="2364"/>
                  </a:lnTo>
                  <a:lnTo>
                    <a:pt x="733" y="2260"/>
                  </a:lnTo>
                  <a:lnTo>
                    <a:pt x="795" y="2218"/>
                  </a:lnTo>
                  <a:lnTo>
                    <a:pt x="837" y="2155"/>
                  </a:lnTo>
                  <a:lnTo>
                    <a:pt x="837" y="2239"/>
                  </a:lnTo>
                  <a:lnTo>
                    <a:pt x="900" y="2323"/>
                  </a:lnTo>
                  <a:lnTo>
                    <a:pt x="879" y="2406"/>
                  </a:lnTo>
                  <a:lnTo>
                    <a:pt x="816" y="2469"/>
                  </a:lnTo>
                  <a:lnTo>
                    <a:pt x="837" y="2553"/>
                  </a:lnTo>
                  <a:lnTo>
                    <a:pt x="879" y="2574"/>
                  </a:lnTo>
                  <a:lnTo>
                    <a:pt x="921" y="2574"/>
                  </a:lnTo>
                  <a:lnTo>
                    <a:pt x="1026" y="2511"/>
                  </a:lnTo>
                  <a:lnTo>
                    <a:pt x="1026" y="2469"/>
                  </a:lnTo>
                  <a:lnTo>
                    <a:pt x="1088" y="2532"/>
                  </a:lnTo>
                  <a:lnTo>
                    <a:pt x="1214" y="2553"/>
                  </a:lnTo>
                  <a:lnTo>
                    <a:pt x="1235" y="2532"/>
                  </a:lnTo>
                  <a:lnTo>
                    <a:pt x="1340" y="2615"/>
                  </a:lnTo>
                  <a:lnTo>
                    <a:pt x="1444" y="2469"/>
                  </a:lnTo>
                  <a:lnTo>
                    <a:pt x="1570" y="2448"/>
                  </a:lnTo>
                  <a:lnTo>
                    <a:pt x="1632" y="2302"/>
                  </a:lnTo>
                  <a:lnTo>
                    <a:pt x="1758" y="2302"/>
                  </a:lnTo>
                  <a:lnTo>
                    <a:pt x="1821" y="2323"/>
                  </a:lnTo>
                  <a:lnTo>
                    <a:pt x="2093" y="2260"/>
                  </a:lnTo>
                  <a:lnTo>
                    <a:pt x="2197" y="2323"/>
                  </a:lnTo>
                  <a:lnTo>
                    <a:pt x="2239" y="2406"/>
                  </a:lnTo>
                  <a:lnTo>
                    <a:pt x="2407" y="2406"/>
                  </a:lnTo>
                  <a:lnTo>
                    <a:pt x="2365" y="2260"/>
                  </a:lnTo>
                  <a:lnTo>
                    <a:pt x="2386" y="2197"/>
                  </a:lnTo>
                  <a:lnTo>
                    <a:pt x="2281" y="2092"/>
                  </a:lnTo>
                  <a:lnTo>
                    <a:pt x="2156" y="2051"/>
                  </a:lnTo>
                  <a:lnTo>
                    <a:pt x="2135" y="1841"/>
                  </a:lnTo>
                  <a:lnTo>
                    <a:pt x="2239" y="1779"/>
                  </a:lnTo>
                  <a:lnTo>
                    <a:pt x="2448" y="1779"/>
                  </a:lnTo>
                  <a:lnTo>
                    <a:pt x="2511" y="1674"/>
                  </a:lnTo>
                  <a:lnTo>
                    <a:pt x="2679" y="1569"/>
                  </a:lnTo>
                  <a:lnTo>
                    <a:pt x="2825" y="1507"/>
                  </a:lnTo>
                  <a:lnTo>
                    <a:pt x="2867" y="1423"/>
                  </a:lnTo>
                  <a:lnTo>
                    <a:pt x="2930" y="1402"/>
                  </a:lnTo>
                  <a:lnTo>
                    <a:pt x="3034" y="1214"/>
                  </a:lnTo>
                  <a:lnTo>
                    <a:pt x="3013" y="1088"/>
                  </a:lnTo>
                  <a:lnTo>
                    <a:pt x="3034" y="942"/>
                  </a:lnTo>
                  <a:lnTo>
                    <a:pt x="3013" y="837"/>
                  </a:lnTo>
                  <a:lnTo>
                    <a:pt x="3034" y="649"/>
                  </a:lnTo>
                  <a:lnTo>
                    <a:pt x="2930" y="418"/>
                  </a:lnTo>
                  <a:lnTo>
                    <a:pt x="2825" y="356"/>
                  </a:lnTo>
                  <a:lnTo>
                    <a:pt x="2762" y="167"/>
                  </a:lnTo>
                  <a:lnTo>
                    <a:pt x="2679" y="167"/>
                  </a:lnTo>
                  <a:lnTo>
                    <a:pt x="2574" y="126"/>
                  </a:lnTo>
                  <a:lnTo>
                    <a:pt x="2469" y="105"/>
                  </a:lnTo>
                  <a:lnTo>
                    <a:pt x="240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0" name="Google Shape;7768;p67">
              <a:extLst>
                <a:ext uri="{FF2B5EF4-FFF2-40B4-BE49-F238E27FC236}">
                  <a16:creationId xmlns:a16="http://schemas.microsoft.com/office/drawing/2014/main" id="{5A95E7DC-4C9C-527E-2C92-2068B92CDDD2}"/>
                </a:ext>
              </a:extLst>
            </p:cNvPr>
            <p:cNvSpPr/>
            <p:nvPr/>
          </p:nvSpPr>
          <p:spPr>
            <a:xfrm>
              <a:off x="5123725" y="2903250"/>
              <a:ext cx="117200" cy="135525"/>
            </a:xfrm>
            <a:custGeom>
              <a:avLst/>
              <a:gdLst/>
              <a:ahLst/>
              <a:cxnLst/>
              <a:rect l="l" t="t" r="r" b="b"/>
              <a:pathLst>
                <a:path w="4688" h="5421" extrusionOk="0">
                  <a:moveTo>
                    <a:pt x="879" y="1"/>
                  </a:moveTo>
                  <a:lnTo>
                    <a:pt x="879" y="85"/>
                  </a:lnTo>
                  <a:lnTo>
                    <a:pt x="817" y="126"/>
                  </a:lnTo>
                  <a:lnTo>
                    <a:pt x="817" y="336"/>
                  </a:lnTo>
                  <a:lnTo>
                    <a:pt x="859" y="440"/>
                  </a:lnTo>
                  <a:lnTo>
                    <a:pt x="859" y="587"/>
                  </a:lnTo>
                  <a:lnTo>
                    <a:pt x="879" y="733"/>
                  </a:lnTo>
                  <a:lnTo>
                    <a:pt x="775" y="712"/>
                  </a:lnTo>
                  <a:lnTo>
                    <a:pt x="649" y="754"/>
                  </a:lnTo>
                  <a:lnTo>
                    <a:pt x="587" y="649"/>
                  </a:lnTo>
                  <a:lnTo>
                    <a:pt x="524" y="608"/>
                  </a:lnTo>
                  <a:lnTo>
                    <a:pt x="419" y="712"/>
                  </a:lnTo>
                  <a:lnTo>
                    <a:pt x="252" y="733"/>
                  </a:lnTo>
                  <a:lnTo>
                    <a:pt x="231" y="838"/>
                  </a:lnTo>
                  <a:lnTo>
                    <a:pt x="189" y="942"/>
                  </a:lnTo>
                  <a:lnTo>
                    <a:pt x="231" y="1026"/>
                  </a:lnTo>
                  <a:lnTo>
                    <a:pt x="105" y="1110"/>
                  </a:lnTo>
                  <a:lnTo>
                    <a:pt x="43" y="1110"/>
                  </a:lnTo>
                  <a:lnTo>
                    <a:pt x="1" y="1256"/>
                  </a:lnTo>
                  <a:lnTo>
                    <a:pt x="43" y="1382"/>
                  </a:lnTo>
                  <a:lnTo>
                    <a:pt x="210" y="1361"/>
                  </a:lnTo>
                  <a:lnTo>
                    <a:pt x="315" y="1486"/>
                  </a:lnTo>
                  <a:lnTo>
                    <a:pt x="335" y="1675"/>
                  </a:lnTo>
                  <a:lnTo>
                    <a:pt x="252" y="1758"/>
                  </a:lnTo>
                  <a:lnTo>
                    <a:pt x="335" y="1884"/>
                  </a:lnTo>
                  <a:lnTo>
                    <a:pt x="440" y="1947"/>
                  </a:lnTo>
                  <a:lnTo>
                    <a:pt x="524" y="1863"/>
                  </a:lnTo>
                  <a:lnTo>
                    <a:pt x="733" y="1863"/>
                  </a:lnTo>
                  <a:lnTo>
                    <a:pt x="754" y="1968"/>
                  </a:lnTo>
                  <a:lnTo>
                    <a:pt x="670" y="2093"/>
                  </a:lnTo>
                  <a:lnTo>
                    <a:pt x="754" y="2198"/>
                  </a:lnTo>
                  <a:lnTo>
                    <a:pt x="733" y="2281"/>
                  </a:lnTo>
                  <a:lnTo>
                    <a:pt x="670" y="2386"/>
                  </a:lnTo>
                  <a:lnTo>
                    <a:pt x="733" y="2512"/>
                  </a:lnTo>
                  <a:lnTo>
                    <a:pt x="733" y="2721"/>
                  </a:lnTo>
                  <a:lnTo>
                    <a:pt x="733" y="3014"/>
                  </a:lnTo>
                  <a:lnTo>
                    <a:pt x="879" y="2930"/>
                  </a:lnTo>
                  <a:lnTo>
                    <a:pt x="1047" y="2909"/>
                  </a:lnTo>
                  <a:lnTo>
                    <a:pt x="1047" y="2784"/>
                  </a:lnTo>
                  <a:lnTo>
                    <a:pt x="1235" y="2700"/>
                  </a:lnTo>
                  <a:lnTo>
                    <a:pt x="1444" y="2805"/>
                  </a:lnTo>
                  <a:lnTo>
                    <a:pt x="1549" y="2805"/>
                  </a:lnTo>
                  <a:lnTo>
                    <a:pt x="1633" y="2930"/>
                  </a:lnTo>
                  <a:lnTo>
                    <a:pt x="1884" y="2909"/>
                  </a:lnTo>
                  <a:lnTo>
                    <a:pt x="2009" y="2637"/>
                  </a:lnTo>
                  <a:lnTo>
                    <a:pt x="2198" y="2595"/>
                  </a:lnTo>
                  <a:lnTo>
                    <a:pt x="2449" y="2679"/>
                  </a:lnTo>
                  <a:lnTo>
                    <a:pt x="2532" y="2826"/>
                  </a:lnTo>
                  <a:lnTo>
                    <a:pt x="2804" y="3014"/>
                  </a:lnTo>
                  <a:lnTo>
                    <a:pt x="2930" y="3118"/>
                  </a:lnTo>
                  <a:lnTo>
                    <a:pt x="2972" y="3244"/>
                  </a:lnTo>
                  <a:lnTo>
                    <a:pt x="2972" y="3328"/>
                  </a:lnTo>
                  <a:lnTo>
                    <a:pt x="2930" y="3411"/>
                  </a:lnTo>
                  <a:lnTo>
                    <a:pt x="2972" y="3537"/>
                  </a:lnTo>
                  <a:lnTo>
                    <a:pt x="2972" y="3725"/>
                  </a:lnTo>
                  <a:lnTo>
                    <a:pt x="2951" y="3788"/>
                  </a:lnTo>
                  <a:lnTo>
                    <a:pt x="3056" y="3872"/>
                  </a:lnTo>
                  <a:lnTo>
                    <a:pt x="3160" y="3997"/>
                  </a:lnTo>
                  <a:lnTo>
                    <a:pt x="3286" y="3997"/>
                  </a:lnTo>
                  <a:lnTo>
                    <a:pt x="3369" y="4060"/>
                  </a:lnTo>
                  <a:lnTo>
                    <a:pt x="3348" y="4102"/>
                  </a:lnTo>
                  <a:lnTo>
                    <a:pt x="3495" y="4206"/>
                  </a:lnTo>
                  <a:lnTo>
                    <a:pt x="3495" y="4290"/>
                  </a:lnTo>
                  <a:lnTo>
                    <a:pt x="3474" y="4416"/>
                  </a:lnTo>
                  <a:lnTo>
                    <a:pt x="3474" y="4499"/>
                  </a:lnTo>
                  <a:lnTo>
                    <a:pt x="3453" y="4604"/>
                  </a:lnTo>
                  <a:lnTo>
                    <a:pt x="3474" y="4688"/>
                  </a:lnTo>
                  <a:lnTo>
                    <a:pt x="3474" y="4897"/>
                  </a:lnTo>
                  <a:lnTo>
                    <a:pt x="3390" y="4981"/>
                  </a:lnTo>
                  <a:lnTo>
                    <a:pt x="3348" y="5002"/>
                  </a:lnTo>
                  <a:lnTo>
                    <a:pt x="3474" y="5106"/>
                  </a:lnTo>
                  <a:lnTo>
                    <a:pt x="3537" y="5190"/>
                  </a:lnTo>
                  <a:lnTo>
                    <a:pt x="3683" y="5190"/>
                  </a:lnTo>
                  <a:lnTo>
                    <a:pt x="3788" y="5357"/>
                  </a:lnTo>
                  <a:lnTo>
                    <a:pt x="3976" y="5420"/>
                  </a:lnTo>
                  <a:lnTo>
                    <a:pt x="3976" y="5336"/>
                  </a:lnTo>
                  <a:lnTo>
                    <a:pt x="3955" y="5232"/>
                  </a:lnTo>
                  <a:lnTo>
                    <a:pt x="3976" y="5127"/>
                  </a:lnTo>
                  <a:lnTo>
                    <a:pt x="3851" y="5002"/>
                  </a:lnTo>
                  <a:lnTo>
                    <a:pt x="3955" y="4918"/>
                  </a:lnTo>
                  <a:lnTo>
                    <a:pt x="4123" y="4876"/>
                  </a:lnTo>
                  <a:lnTo>
                    <a:pt x="4185" y="4981"/>
                  </a:lnTo>
                  <a:lnTo>
                    <a:pt x="4290" y="5002"/>
                  </a:lnTo>
                  <a:lnTo>
                    <a:pt x="4395" y="5043"/>
                  </a:lnTo>
                  <a:lnTo>
                    <a:pt x="4499" y="5043"/>
                  </a:lnTo>
                  <a:lnTo>
                    <a:pt x="4604" y="5002"/>
                  </a:lnTo>
                  <a:lnTo>
                    <a:pt x="4583" y="4813"/>
                  </a:lnTo>
                  <a:lnTo>
                    <a:pt x="4541" y="4730"/>
                  </a:lnTo>
                  <a:lnTo>
                    <a:pt x="4520" y="4604"/>
                  </a:lnTo>
                  <a:lnTo>
                    <a:pt x="4688" y="4478"/>
                  </a:lnTo>
                  <a:lnTo>
                    <a:pt x="4688" y="4311"/>
                  </a:lnTo>
                  <a:lnTo>
                    <a:pt x="4604" y="4311"/>
                  </a:lnTo>
                  <a:lnTo>
                    <a:pt x="4541" y="4248"/>
                  </a:lnTo>
                  <a:lnTo>
                    <a:pt x="4583" y="4081"/>
                  </a:lnTo>
                  <a:lnTo>
                    <a:pt x="4646" y="3997"/>
                  </a:lnTo>
                  <a:lnTo>
                    <a:pt x="4604" y="3934"/>
                  </a:lnTo>
                  <a:lnTo>
                    <a:pt x="4499" y="3976"/>
                  </a:lnTo>
                  <a:lnTo>
                    <a:pt x="4436" y="3955"/>
                  </a:lnTo>
                  <a:lnTo>
                    <a:pt x="4374" y="3851"/>
                  </a:lnTo>
                  <a:lnTo>
                    <a:pt x="4227" y="3851"/>
                  </a:lnTo>
                  <a:lnTo>
                    <a:pt x="4185" y="3788"/>
                  </a:lnTo>
                  <a:lnTo>
                    <a:pt x="4206" y="3683"/>
                  </a:lnTo>
                  <a:lnTo>
                    <a:pt x="4123" y="3662"/>
                  </a:lnTo>
                  <a:lnTo>
                    <a:pt x="4081" y="3662"/>
                  </a:lnTo>
                  <a:lnTo>
                    <a:pt x="3997" y="3579"/>
                  </a:lnTo>
                  <a:lnTo>
                    <a:pt x="3997" y="3516"/>
                  </a:lnTo>
                  <a:lnTo>
                    <a:pt x="3913" y="3411"/>
                  </a:lnTo>
                  <a:lnTo>
                    <a:pt x="3788" y="3411"/>
                  </a:lnTo>
                  <a:lnTo>
                    <a:pt x="3704" y="3349"/>
                  </a:lnTo>
                  <a:lnTo>
                    <a:pt x="3662" y="3223"/>
                  </a:lnTo>
                  <a:lnTo>
                    <a:pt x="3474" y="3014"/>
                  </a:lnTo>
                  <a:lnTo>
                    <a:pt x="3495" y="2930"/>
                  </a:lnTo>
                  <a:lnTo>
                    <a:pt x="3369" y="2784"/>
                  </a:lnTo>
                  <a:lnTo>
                    <a:pt x="3202" y="2700"/>
                  </a:lnTo>
                  <a:lnTo>
                    <a:pt x="3056" y="2491"/>
                  </a:lnTo>
                  <a:lnTo>
                    <a:pt x="2951" y="2491"/>
                  </a:lnTo>
                  <a:lnTo>
                    <a:pt x="2763" y="2386"/>
                  </a:lnTo>
                  <a:lnTo>
                    <a:pt x="2595" y="2386"/>
                  </a:lnTo>
                  <a:lnTo>
                    <a:pt x="2511" y="2219"/>
                  </a:lnTo>
                  <a:lnTo>
                    <a:pt x="2428" y="2219"/>
                  </a:lnTo>
                  <a:lnTo>
                    <a:pt x="2407" y="2156"/>
                  </a:lnTo>
                  <a:lnTo>
                    <a:pt x="2491" y="2072"/>
                  </a:lnTo>
                  <a:lnTo>
                    <a:pt x="2344" y="1905"/>
                  </a:lnTo>
                  <a:lnTo>
                    <a:pt x="2344" y="1842"/>
                  </a:lnTo>
                  <a:lnTo>
                    <a:pt x="2428" y="1842"/>
                  </a:lnTo>
                  <a:lnTo>
                    <a:pt x="2595" y="1758"/>
                  </a:lnTo>
                  <a:lnTo>
                    <a:pt x="2721" y="1758"/>
                  </a:lnTo>
                  <a:lnTo>
                    <a:pt x="2763" y="1675"/>
                  </a:lnTo>
                  <a:lnTo>
                    <a:pt x="2846" y="1465"/>
                  </a:lnTo>
                  <a:lnTo>
                    <a:pt x="2930" y="1445"/>
                  </a:lnTo>
                  <a:lnTo>
                    <a:pt x="2930" y="1361"/>
                  </a:lnTo>
                  <a:lnTo>
                    <a:pt x="2742" y="1319"/>
                  </a:lnTo>
                  <a:lnTo>
                    <a:pt x="2763" y="1214"/>
                  </a:lnTo>
                  <a:lnTo>
                    <a:pt x="2742" y="1110"/>
                  </a:lnTo>
                  <a:lnTo>
                    <a:pt x="2595" y="1068"/>
                  </a:lnTo>
                  <a:lnTo>
                    <a:pt x="2511" y="963"/>
                  </a:lnTo>
                  <a:lnTo>
                    <a:pt x="2344" y="963"/>
                  </a:lnTo>
                  <a:lnTo>
                    <a:pt x="2219" y="1047"/>
                  </a:lnTo>
                  <a:lnTo>
                    <a:pt x="2072" y="1005"/>
                  </a:lnTo>
                  <a:lnTo>
                    <a:pt x="1821" y="1005"/>
                  </a:lnTo>
                  <a:lnTo>
                    <a:pt x="1716" y="796"/>
                  </a:lnTo>
                  <a:lnTo>
                    <a:pt x="1507" y="608"/>
                  </a:lnTo>
                  <a:lnTo>
                    <a:pt x="1570" y="524"/>
                  </a:lnTo>
                  <a:lnTo>
                    <a:pt x="1549" y="398"/>
                  </a:lnTo>
                  <a:lnTo>
                    <a:pt x="1444" y="315"/>
                  </a:lnTo>
                  <a:lnTo>
                    <a:pt x="1340" y="168"/>
                  </a:lnTo>
                  <a:lnTo>
                    <a:pt x="1151" y="85"/>
                  </a:lnTo>
                  <a:lnTo>
                    <a:pt x="108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1" name="Google Shape;7769;p67">
              <a:extLst>
                <a:ext uri="{FF2B5EF4-FFF2-40B4-BE49-F238E27FC236}">
                  <a16:creationId xmlns:a16="http://schemas.microsoft.com/office/drawing/2014/main" id="{83CAFA6D-A5FC-37F4-6F2D-5E98098798CB}"/>
                </a:ext>
              </a:extLst>
            </p:cNvPr>
            <p:cNvSpPr/>
            <p:nvPr/>
          </p:nvSpPr>
          <p:spPr>
            <a:xfrm>
              <a:off x="5089200" y="2934650"/>
              <a:ext cx="121900" cy="227050"/>
            </a:xfrm>
            <a:custGeom>
              <a:avLst/>
              <a:gdLst/>
              <a:ahLst/>
              <a:cxnLst/>
              <a:rect l="l" t="t" r="r" b="b"/>
              <a:pathLst>
                <a:path w="4876" h="9082" extrusionOk="0">
                  <a:moveTo>
                    <a:pt x="1361" y="0"/>
                  </a:moveTo>
                  <a:lnTo>
                    <a:pt x="1193" y="21"/>
                  </a:lnTo>
                  <a:lnTo>
                    <a:pt x="1068" y="63"/>
                  </a:lnTo>
                  <a:lnTo>
                    <a:pt x="1068" y="126"/>
                  </a:lnTo>
                  <a:lnTo>
                    <a:pt x="1110" y="209"/>
                  </a:lnTo>
                  <a:lnTo>
                    <a:pt x="1089" y="293"/>
                  </a:lnTo>
                  <a:lnTo>
                    <a:pt x="921" y="272"/>
                  </a:lnTo>
                  <a:lnTo>
                    <a:pt x="859" y="314"/>
                  </a:lnTo>
                  <a:lnTo>
                    <a:pt x="859" y="481"/>
                  </a:lnTo>
                  <a:lnTo>
                    <a:pt x="838" y="523"/>
                  </a:lnTo>
                  <a:lnTo>
                    <a:pt x="691" y="523"/>
                  </a:lnTo>
                  <a:lnTo>
                    <a:pt x="566" y="628"/>
                  </a:lnTo>
                  <a:lnTo>
                    <a:pt x="335" y="544"/>
                  </a:lnTo>
                  <a:lnTo>
                    <a:pt x="252" y="691"/>
                  </a:lnTo>
                  <a:lnTo>
                    <a:pt x="273" y="858"/>
                  </a:lnTo>
                  <a:lnTo>
                    <a:pt x="210" y="942"/>
                  </a:lnTo>
                  <a:lnTo>
                    <a:pt x="210" y="1130"/>
                  </a:lnTo>
                  <a:lnTo>
                    <a:pt x="231" y="1214"/>
                  </a:lnTo>
                  <a:lnTo>
                    <a:pt x="126" y="1277"/>
                  </a:lnTo>
                  <a:lnTo>
                    <a:pt x="1" y="1360"/>
                  </a:lnTo>
                  <a:lnTo>
                    <a:pt x="1" y="1444"/>
                  </a:lnTo>
                  <a:lnTo>
                    <a:pt x="63" y="1465"/>
                  </a:lnTo>
                  <a:lnTo>
                    <a:pt x="168" y="1653"/>
                  </a:lnTo>
                  <a:lnTo>
                    <a:pt x="252" y="1737"/>
                  </a:lnTo>
                  <a:lnTo>
                    <a:pt x="315" y="1800"/>
                  </a:lnTo>
                  <a:lnTo>
                    <a:pt x="440" y="1904"/>
                  </a:lnTo>
                  <a:lnTo>
                    <a:pt x="587" y="2197"/>
                  </a:lnTo>
                  <a:lnTo>
                    <a:pt x="670" y="2260"/>
                  </a:lnTo>
                  <a:lnTo>
                    <a:pt x="754" y="2386"/>
                  </a:lnTo>
                  <a:lnTo>
                    <a:pt x="754" y="2511"/>
                  </a:lnTo>
                  <a:lnTo>
                    <a:pt x="879" y="2574"/>
                  </a:lnTo>
                  <a:lnTo>
                    <a:pt x="879" y="2699"/>
                  </a:lnTo>
                  <a:lnTo>
                    <a:pt x="775" y="2741"/>
                  </a:lnTo>
                  <a:lnTo>
                    <a:pt x="754" y="2825"/>
                  </a:lnTo>
                  <a:lnTo>
                    <a:pt x="796" y="3118"/>
                  </a:lnTo>
                  <a:lnTo>
                    <a:pt x="775" y="3222"/>
                  </a:lnTo>
                  <a:lnTo>
                    <a:pt x="670" y="3264"/>
                  </a:lnTo>
                  <a:lnTo>
                    <a:pt x="754" y="3474"/>
                  </a:lnTo>
                  <a:lnTo>
                    <a:pt x="754" y="3578"/>
                  </a:lnTo>
                  <a:lnTo>
                    <a:pt x="900" y="3766"/>
                  </a:lnTo>
                  <a:lnTo>
                    <a:pt x="1089" y="3892"/>
                  </a:lnTo>
                  <a:lnTo>
                    <a:pt x="1256" y="4059"/>
                  </a:lnTo>
                  <a:lnTo>
                    <a:pt x="1298" y="4311"/>
                  </a:lnTo>
                  <a:lnTo>
                    <a:pt x="1277" y="4394"/>
                  </a:lnTo>
                  <a:lnTo>
                    <a:pt x="1298" y="4520"/>
                  </a:lnTo>
                  <a:lnTo>
                    <a:pt x="1277" y="4624"/>
                  </a:lnTo>
                  <a:lnTo>
                    <a:pt x="1361" y="4708"/>
                  </a:lnTo>
                  <a:lnTo>
                    <a:pt x="1382" y="4896"/>
                  </a:lnTo>
                  <a:lnTo>
                    <a:pt x="1424" y="5001"/>
                  </a:lnTo>
                  <a:lnTo>
                    <a:pt x="1403" y="5147"/>
                  </a:lnTo>
                  <a:lnTo>
                    <a:pt x="1486" y="5294"/>
                  </a:lnTo>
                  <a:lnTo>
                    <a:pt x="1486" y="5461"/>
                  </a:lnTo>
                  <a:lnTo>
                    <a:pt x="1403" y="5524"/>
                  </a:lnTo>
                  <a:lnTo>
                    <a:pt x="1277" y="5880"/>
                  </a:lnTo>
                  <a:lnTo>
                    <a:pt x="1152" y="5963"/>
                  </a:lnTo>
                  <a:lnTo>
                    <a:pt x="1152" y="6131"/>
                  </a:lnTo>
                  <a:lnTo>
                    <a:pt x="1089" y="6194"/>
                  </a:lnTo>
                  <a:lnTo>
                    <a:pt x="1068" y="6298"/>
                  </a:lnTo>
                  <a:lnTo>
                    <a:pt x="1047" y="6487"/>
                  </a:lnTo>
                  <a:lnTo>
                    <a:pt x="1089" y="6487"/>
                  </a:lnTo>
                  <a:lnTo>
                    <a:pt x="1005" y="6591"/>
                  </a:lnTo>
                  <a:lnTo>
                    <a:pt x="1047" y="6654"/>
                  </a:lnTo>
                  <a:lnTo>
                    <a:pt x="963" y="6779"/>
                  </a:lnTo>
                  <a:lnTo>
                    <a:pt x="1047" y="6779"/>
                  </a:lnTo>
                  <a:lnTo>
                    <a:pt x="984" y="6863"/>
                  </a:lnTo>
                  <a:lnTo>
                    <a:pt x="921" y="6863"/>
                  </a:lnTo>
                  <a:lnTo>
                    <a:pt x="921" y="7072"/>
                  </a:lnTo>
                  <a:lnTo>
                    <a:pt x="859" y="7114"/>
                  </a:lnTo>
                  <a:lnTo>
                    <a:pt x="879" y="7282"/>
                  </a:lnTo>
                  <a:lnTo>
                    <a:pt x="859" y="7324"/>
                  </a:lnTo>
                  <a:lnTo>
                    <a:pt x="879" y="7533"/>
                  </a:lnTo>
                  <a:lnTo>
                    <a:pt x="921" y="7616"/>
                  </a:lnTo>
                  <a:lnTo>
                    <a:pt x="1005" y="7616"/>
                  </a:lnTo>
                  <a:lnTo>
                    <a:pt x="984" y="7512"/>
                  </a:lnTo>
                  <a:lnTo>
                    <a:pt x="1110" y="7449"/>
                  </a:lnTo>
                  <a:lnTo>
                    <a:pt x="1089" y="7512"/>
                  </a:lnTo>
                  <a:lnTo>
                    <a:pt x="1172" y="7554"/>
                  </a:lnTo>
                  <a:lnTo>
                    <a:pt x="1172" y="7637"/>
                  </a:lnTo>
                  <a:lnTo>
                    <a:pt x="1277" y="7658"/>
                  </a:lnTo>
                  <a:lnTo>
                    <a:pt x="1319" y="7868"/>
                  </a:lnTo>
                  <a:lnTo>
                    <a:pt x="1424" y="7868"/>
                  </a:lnTo>
                  <a:lnTo>
                    <a:pt x="1570" y="8035"/>
                  </a:lnTo>
                  <a:lnTo>
                    <a:pt x="1570" y="8119"/>
                  </a:lnTo>
                  <a:lnTo>
                    <a:pt x="1675" y="8140"/>
                  </a:lnTo>
                  <a:lnTo>
                    <a:pt x="1696" y="8244"/>
                  </a:lnTo>
                  <a:lnTo>
                    <a:pt x="1779" y="8244"/>
                  </a:lnTo>
                  <a:lnTo>
                    <a:pt x="1779" y="8286"/>
                  </a:lnTo>
                  <a:lnTo>
                    <a:pt x="1716" y="8370"/>
                  </a:lnTo>
                  <a:lnTo>
                    <a:pt x="1716" y="8391"/>
                  </a:lnTo>
                  <a:lnTo>
                    <a:pt x="1968" y="8579"/>
                  </a:lnTo>
                  <a:lnTo>
                    <a:pt x="2009" y="8663"/>
                  </a:lnTo>
                  <a:lnTo>
                    <a:pt x="2051" y="8537"/>
                  </a:lnTo>
                  <a:lnTo>
                    <a:pt x="2135" y="8453"/>
                  </a:lnTo>
                  <a:lnTo>
                    <a:pt x="2240" y="8537"/>
                  </a:lnTo>
                  <a:lnTo>
                    <a:pt x="2407" y="8579"/>
                  </a:lnTo>
                  <a:lnTo>
                    <a:pt x="2428" y="8642"/>
                  </a:lnTo>
                  <a:lnTo>
                    <a:pt x="2553" y="8642"/>
                  </a:lnTo>
                  <a:lnTo>
                    <a:pt x="2616" y="8704"/>
                  </a:lnTo>
                  <a:lnTo>
                    <a:pt x="2616" y="8893"/>
                  </a:lnTo>
                  <a:lnTo>
                    <a:pt x="2532" y="8976"/>
                  </a:lnTo>
                  <a:lnTo>
                    <a:pt x="2532" y="9060"/>
                  </a:lnTo>
                  <a:lnTo>
                    <a:pt x="2679" y="9081"/>
                  </a:lnTo>
                  <a:lnTo>
                    <a:pt x="2825" y="8976"/>
                  </a:lnTo>
                  <a:lnTo>
                    <a:pt x="2930" y="8976"/>
                  </a:lnTo>
                  <a:lnTo>
                    <a:pt x="2993" y="9018"/>
                  </a:lnTo>
                  <a:lnTo>
                    <a:pt x="3076" y="8976"/>
                  </a:lnTo>
                  <a:lnTo>
                    <a:pt x="3076" y="8872"/>
                  </a:lnTo>
                  <a:lnTo>
                    <a:pt x="3097" y="8851"/>
                  </a:lnTo>
                  <a:lnTo>
                    <a:pt x="3076" y="8788"/>
                  </a:lnTo>
                  <a:lnTo>
                    <a:pt x="2972" y="8704"/>
                  </a:lnTo>
                  <a:lnTo>
                    <a:pt x="2930" y="8642"/>
                  </a:lnTo>
                  <a:lnTo>
                    <a:pt x="2846" y="8474"/>
                  </a:lnTo>
                  <a:lnTo>
                    <a:pt x="2742" y="8432"/>
                  </a:lnTo>
                  <a:lnTo>
                    <a:pt x="2637" y="8432"/>
                  </a:lnTo>
                  <a:lnTo>
                    <a:pt x="2574" y="8453"/>
                  </a:lnTo>
                  <a:lnTo>
                    <a:pt x="2491" y="8391"/>
                  </a:lnTo>
                  <a:lnTo>
                    <a:pt x="2344" y="8244"/>
                  </a:lnTo>
                  <a:lnTo>
                    <a:pt x="2260" y="8160"/>
                  </a:lnTo>
                  <a:lnTo>
                    <a:pt x="2260" y="8056"/>
                  </a:lnTo>
                  <a:lnTo>
                    <a:pt x="2219" y="8035"/>
                  </a:lnTo>
                  <a:lnTo>
                    <a:pt x="2198" y="8140"/>
                  </a:lnTo>
                  <a:lnTo>
                    <a:pt x="2030" y="8056"/>
                  </a:lnTo>
                  <a:lnTo>
                    <a:pt x="2051" y="7972"/>
                  </a:lnTo>
                  <a:lnTo>
                    <a:pt x="2135" y="7930"/>
                  </a:lnTo>
                  <a:lnTo>
                    <a:pt x="2156" y="7951"/>
                  </a:lnTo>
                  <a:lnTo>
                    <a:pt x="2198" y="7930"/>
                  </a:lnTo>
                  <a:lnTo>
                    <a:pt x="2219" y="7868"/>
                  </a:lnTo>
                  <a:lnTo>
                    <a:pt x="2156" y="7637"/>
                  </a:lnTo>
                  <a:lnTo>
                    <a:pt x="2114" y="7616"/>
                  </a:lnTo>
                  <a:lnTo>
                    <a:pt x="2114" y="7533"/>
                  </a:lnTo>
                  <a:lnTo>
                    <a:pt x="2030" y="7428"/>
                  </a:lnTo>
                  <a:lnTo>
                    <a:pt x="2009" y="7344"/>
                  </a:lnTo>
                  <a:lnTo>
                    <a:pt x="2009" y="7386"/>
                  </a:lnTo>
                  <a:lnTo>
                    <a:pt x="2009" y="7449"/>
                  </a:lnTo>
                  <a:lnTo>
                    <a:pt x="1947" y="7449"/>
                  </a:lnTo>
                  <a:lnTo>
                    <a:pt x="1884" y="7324"/>
                  </a:lnTo>
                  <a:lnTo>
                    <a:pt x="1821" y="7303"/>
                  </a:lnTo>
                  <a:lnTo>
                    <a:pt x="1842" y="7177"/>
                  </a:lnTo>
                  <a:lnTo>
                    <a:pt x="1800" y="7114"/>
                  </a:lnTo>
                  <a:lnTo>
                    <a:pt x="1779" y="6989"/>
                  </a:lnTo>
                  <a:lnTo>
                    <a:pt x="1716" y="6926"/>
                  </a:lnTo>
                  <a:lnTo>
                    <a:pt x="1633" y="6926"/>
                  </a:lnTo>
                  <a:lnTo>
                    <a:pt x="1612" y="6905"/>
                  </a:lnTo>
                  <a:lnTo>
                    <a:pt x="1570" y="6968"/>
                  </a:lnTo>
                  <a:lnTo>
                    <a:pt x="1528" y="7010"/>
                  </a:lnTo>
                  <a:lnTo>
                    <a:pt x="1486" y="7031"/>
                  </a:lnTo>
                  <a:lnTo>
                    <a:pt x="1424" y="6989"/>
                  </a:lnTo>
                  <a:lnTo>
                    <a:pt x="1486" y="6884"/>
                  </a:lnTo>
                  <a:lnTo>
                    <a:pt x="1382" y="6717"/>
                  </a:lnTo>
                  <a:lnTo>
                    <a:pt x="1382" y="6654"/>
                  </a:lnTo>
                  <a:lnTo>
                    <a:pt x="1361" y="6507"/>
                  </a:lnTo>
                  <a:lnTo>
                    <a:pt x="1361" y="6466"/>
                  </a:lnTo>
                  <a:lnTo>
                    <a:pt x="1403" y="6382"/>
                  </a:lnTo>
                  <a:lnTo>
                    <a:pt x="1382" y="6361"/>
                  </a:lnTo>
                  <a:lnTo>
                    <a:pt x="1319" y="6361"/>
                  </a:lnTo>
                  <a:lnTo>
                    <a:pt x="1382" y="6256"/>
                  </a:lnTo>
                  <a:lnTo>
                    <a:pt x="1382" y="6131"/>
                  </a:lnTo>
                  <a:lnTo>
                    <a:pt x="1507" y="5943"/>
                  </a:lnTo>
                  <a:lnTo>
                    <a:pt x="1528" y="5503"/>
                  </a:lnTo>
                  <a:lnTo>
                    <a:pt x="1612" y="5399"/>
                  </a:lnTo>
                  <a:lnTo>
                    <a:pt x="1633" y="5252"/>
                  </a:lnTo>
                  <a:lnTo>
                    <a:pt x="1716" y="5147"/>
                  </a:lnTo>
                  <a:lnTo>
                    <a:pt x="1737" y="5001"/>
                  </a:lnTo>
                  <a:lnTo>
                    <a:pt x="1696" y="4980"/>
                  </a:lnTo>
                  <a:lnTo>
                    <a:pt x="1716" y="4896"/>
                  </a:lnTo>
                  <a:lnTo>
                    <a:pt x="1716" y="4771"/>
                  </a:lnTo>
                  <a:lnTo>
                    <a:pt x="1779" y="4666"/>
                  </a:lnTo>
                  <a:lnTo>
                    <a:pt x="1779" y="4562"/>
                  </a:lnTo>
                  <a:lnTo>
                    <a:pt x="1675" y="4520"/>
                  </a:lnTo>
                  <a:lnTo>
                    <a:pt x="1696" y="4457"/>
                  </a:lnTo>
                  <a:lnTo>
                    <a:pt x="1696" y="4415"/>
                  </a:lnTo>
                  <a:lnTo>
                    <a:pt x="1800" y="4415"/>
                  </a:lnTo>
                  <a:lnTo>
                    <a:pt x="1821" y="4394"/>
                  </a:lnTo>
                  <a:lnTo>
                    <a:pt x="1884" y="4415"/>
                  </a:lnTo>
                  <a:lnTo>
                    <a:pt x="1926" y="4415"/>
                  </a:lnTo>
                  <a:lnTo>
                    <a:pt x="2030" y="4373"/>
                  </a:lnTo>
                  <a:lnTo>
                    <a:pt x="2051" y="4394"/>
                  </a:lnTo>
                  <a:lnTo>
                    <a:pt x="2135" y="4394"/>
                  </a:lnTo>
                  <a:lnTo>
                    <a:pt x="2219" y="4415"/>
                  </a:lnTo>
                  <a:lnTo>
                    <a:pt x="2260" y="4499"/>
                  </a:lnTo>
                  <a:lnTo>
                    <a:pt x="2219" y="4520"/>
                  </a:lnTo>
                  <a:lnTo>
                    <a:pt x="2219" y="4687"/>
                  </a:lnTo>
                  <a:lnTo>
                    <a:pt x="2260" y="4792"/>
                  </a:lnTo>
                  <a:lnTo>
                    <a:pt x="2240" y="4813"/>
                  </a:lnTo>
                  <a:lnTo>
                    <a:pt x="2198" y="4917"/>
                  </a:lnTo>
                  <a:lnTo>
                    <a:pt x="2302" y="4896"/>
                  </a:lnTo>
                  <a:lnTo>
                    <a:pt x="2365" y="4917"/>
                  </a:lnTo>
                  <a:lnTo>
                    <a:pt x="2470" y="4896"/>
                  </a:lnTo>
                  <a:lnTo>
                    <a:pt x="2616" y="4917"/>
                  </a:lnTo>
                  <a:lnTo>
                    <a:pt x="2658" y="4980"/>
                  </a:lnTo>
                  <a:lnTo>
                    <a:pt x="2658" y="4938"/>
                  </a:lnTo>
                  <a:lnTo>
                    <a:pt x="2658" y="4917"/>
                  </a:lnTo>
                  <a:lnTo>
                    <a:pt x="2721" y="4875"/>
                  </a:lnTo>
                  <a:lnTo>
                    <a:pt x="2784" y="4896"/>
                  </a:lnTo>
                  <a:lnTo>
                    <a:pt x="2951" y="5043"/>
                  </a:lnTo>
                  <a:lnTo>
                    <a:pt x="3014" y="5085"/>
                  </a:lnTo>
                  <a:lnTo>
                    <a:pt x="3014" y="5127"/>
                  </a:lnTo>
                  <a:lnTo>
                    <a:pt x="3076" y="5127"/>
                  </a:lnTo>
                  <a:lnTo>
                    <a:pt x="3181" y="5231"/>
                  </a:lnTo>
                  <a:lnTo>
                    <a:pt x="3202" y="5252"/>
                  </a:lnTo>
                  <a:lnTo>
                    <a:pt x="3244" y="5252"/>
                  </a:lnTo>
                  <a:lnTo>
                    <a:pt x="3244" y="5189"/>
                  </a:lnTo>
                  <a:lnTo>
                    <a:pt x="3286" y="5189"/>
                  </a:lnTo>
                  <a:lnTo>
                    <a:pt x="3286" y="5106"/>
                  </a:lnTo>
                  <a:lnTo>
                    <a:pt x="3307" y="4875"/>
                  </a:lnTo>
                  <a:lnTo>
                    <a:pt x="3265" y="4771"/>
                  </a:lnTo>
                  <a:lnTo>
                    <a:pt x="3160" y="4708"/>
                  </a:lnTo>
                  <a:lnTo>
                    <a:pt x="3097" y="4478"/>
                  </a:lnTo>
                  <a:lnTo>
                    <a:pt x="3139" y="4269"/>
                  </a:lnTo>
                  <a:lnTo>
                    <a:pt x="3202" y="4143"/>
                  </a:lnTo>
                  <a:lnTo>
                    <a:pt x="3265" y="3955"/>
                  </a:lnTo>
                  <a:lnTo>
                    <a:pt x="3369" y="3787"/>
                  </a:lnTo>
                  <a:lnTo>
                    <a:pt x="3495" y="3787"/>
                  </a:lnTo>
                  <a:lnTo>
                    <a:pt x="3767" y="3725"/>
                  </a:lnTo>
                  <a:lnTo>
                    <a:pt x="3913" y="3725"/>
                  </a:lnTo>
                  <a:lnTo>
                    <a:pt x="3976" y="3766"/>
                  </a:lnTo>
                  <a:lnTo>
                    <a:pt x="4123" y="3683"/>
                  </a:lnTo>
                  <a:lnTo>
                    <a:pt x="4248" y="3683"/>
                  </a:lnTo>
                  <a:lnTo>
                    <a:pt x="4395" y="3746"/>
                  </a:lnTo>
                  <a:lnTo>
                    <a:pt x="4541" y="3725"/>
                  </a:lnTo>
                  <a:lnTo>
                    <a:pt x="4646" y="3787"/>
                  </a:lnTo>
                  <a:lnTo>
                    <a:pt x="4771" y="3725"/>
                  </a:lnTo>
                  <a:lnTo>
                    <a:pt x="4855" y="3641"/>
                  </a:lnTo>
                  <a:lnTo>
                    <a:pt x="4855" y="3432"/>
                  </a:lnTo>
                  <a:lnTo>
                    <a:pt x="4834" y="3348"/>
                  </a:lnTo>
                  <a:lnTo>
                    <a:pt x="4855" y="3243"/>
                  </a:lnTo>
                  <a:lnTo>
                    <a:pt x="4855" y="3160"/>
                  </a:lnTo>
                  <a:lnTo>
                    <a:pt x="4876" y="3034"/>
                  </a:lnTo>
                  <a:lnTo>
                    <a:pt x="4876" y="2950"/>
                  </a:lnTo>
                  <a:lnTo>
                    <a:pt x="4729" y="2846"/>
                  </a:lnTo>
                  <a:lnTo>
                    <a:pt x="4750" y="2804"/>
                  </a:lnTo>
                  <a:lnTo>
                    <a:pt x="4667" y="2741"/>
                  </a:lnTo>
                  <a:lnTo>
                    <a:pt x="4541" y="2741"/>
                  </a:lnTo>
                  <a:lnTo>
                    <a:pt x="4437" y="2616"/>
                  </a:lnTo>
                  <a:lnTo>
                    <a:pt x="4332" y="2532"/>
                  </a:lnTo>
                  <a:lnTo>
                    <a:pt x="4353" y="2469"/>
                  </a:lnTo>
                  <a:lnTo>
                    <a:pt x="4353" y="2281"/>
                  </a:lnTo>
                  <a:lnTo>
                    <a:pt x="4311" y="2155"/>
                  </a:lnTo>
                  <a:lnTo>
                    <a:pt x="4353" y="2072"/>
                  </a:lnTo>
                  <a:lnTo>
                    <a:pt x="4353" y="1988"/>
                  </a:lnTo>
                  <a:lnTo>
                    <a:pt x="4311" y="1862"/>
                  </a:lnTo>
                  <a:lnTo>
                    <a:pt x="4185" y="1758"/>
                  </a:lnTo>
                  <a:lnTo>
                    <a:pt x="3913" y="1570"/>
                  </a:lnTo>
                  <a:lnTo>
                    <a:pt x="3830" y="1423"/>
                  </a:lnTo>
                  <a:lnTo>
                    <a:pt x="3579" y="1339"/>
                  </a:lnTo>
                  <a:lnTo>
                    <a:pt x="3390" y="1381"/>
                  </a:lnTo>
                  <a:lnTo>
                    <a:pt x="3265" y="1653"/>
                  </a:lnTo>
                  <a:lnTo>
                    <a:pt x="3014" y="1674"/>
                  </a:lnTo>
                  <a:lnTo>
                    <a:pt x="2930" y="1549"/>
                  </a:lnTo>
                  <a:lnTo>
                    <a:pt x="2825" y="1549"/>
                  </a:lnTo>
                  <a:lnTo>
                    <a:pt x="2616" y="1444"/>
                  </a:lnTo>
                  <a:lnTo>
                    <a:pt x="2428" y="1528"/>
                  </a:lnTo>
                  <a:lnTo>
                    <a:pt x="2428" y="1653"/>
                  </a:lnTo>
                  <a:lnTo>
                    <a:pt x="2260" y="1674"/>
                  </a:lnTo>
                  <a:lnTo>
                    <a:pt x="2114" y="1758"/>
                  </a:lnTo>
                  <a:lnTo>
                    <a:pt x="2114" y="1465"/>
                  </a:lnTo>
                  <a:lnTo>
                    <a:pt x="2114" y="1256"/>
                  </a:lnTo>
                  <a:lnTo>
                    <a:pt x="2051" y="1130"/>
                  </a:lnTo>
                  <a:lnTo>
                    <a:pt x="2114" y="1025"/>
                  </a:lnTo>
                  <a:lnTo>
                    <a:pt x="2135" y="942"/>
                  </a:lnTo>
                  <a:lnTo>
                    <a:pt x="2051" y="837"/>
                  </a:lnTo>
                  <a:lnTo>
                    <a:pt x="2135" y="712"/>
                  </a:lnTo>
                  <a:lnTo>
                    <a:pt x="2114" y="607"/>
                  </a:lnTo>
                  <a:lnTo>
                    <a:pt x="1905" y="607"/>
                  </a:lnTo>
                  <a:lnTo>
                    <a:pt x="1821" y="691"/>
                  </a:lnTo>
                  <a:lnTo>
                    <a:pt x="1716" y="628"/>
                  </a:lnTo>
                  <a:lnTo>
                    <a:pt x="1633" y="502"/>
                  </a:lnTo>
                  <a:lnTo>
                    <a:pt x="1716" y="419"/>
                  </a:lnTo>
                  <a:lnTo>
                    <a:pt x="1696" y="230"/>
                  </a:lnTo>
                  <a:lnTo>
                    <a:pt x="1591" y="105"/>
                  </a:lnTo>
                  <a:lnTo>
                    <a:pt x="1424" y="126"/>
                  </a:lnTo>
                  <a:lnTo>
                    <a:pt x="138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2" name="Google Shape;7770;p67">
              <a:extLst>
                <a:ext uri="{FF2B5EF4-FFF2-40B4-BE49-F238E27FC236}">
                  <a16:creationId xmlns:a16="http://schemas.microsoft.com/office/drawing/2014/main" id="{0212D7BD-E23D-E7B8-DE58-965C50BC573F}"/>
                </a:ext>
              </a:extLst>
            </p:cNvPr>
            <p:cNvSpPr/>
            <p:nvPr/>
          </p:nvSpPr>
          <p:spPr>
            <a:xfrm>
              <a:off x="5009700" y="2810675"/>
              <a:ext cx="128175" cy="288250"/>
            </a:xfrm>
            <a:custGeom>
              <a:avLst/>
              <a:gdLst/>
              <a:ahLst/>
              <a:cxnLst/>
              <a:rect l="l" t="t" r="r" b="b"/>
              <a:pathLst>
                <a:path w="5127" h="11530" extrusionOk="0">
                  <a:moveTo>
                    <a:pt x="2407" y="0"/>
                  </a:moveTo>
                  <a:lnTo>
                    <a:pt x="2302" y="42"/>
                  </a:lnTo>
                  <a:lnTo>
                    <a:pt x="2344" y="63"/>
                  </a:lnTo>
                  <a:lnTo>
                    <a:pt x="2365" y="147"/>
                  </a:lnTo>
                  <a:lnTo>
                    <a:pt x="2260" y="251"/>
                  </a:lnTo>
                  <a:lnTo>
                    <a:pt x="2260" y="419"/>
                  </a:lnTo>
                  <a:lnTo>
                    <a:pt x="2281" y="523"/>
                  </a:lnTo>
                  <a:lnTo>
                    <a:pt x="2155" y="461"/>
                  </a:lnTo>
                  <a:lnTo>
                    <a:pt x="2072" y="377"/>
                  </a:lnTo>
                  <a:lnTo>
                    <a:pt x="1925" y="482"/>
                  </a:lnTo>
                  <a:lnTo>
                    <a:pt x="1716" y="544"/>
                  </a:lnTo>
                  <a:lnTo>
                    <a:pt x="1653" y="691"/>
                  </a:lnTo>
                  <a:lnTo>
                    <a:pt x="1528" y="858"/>
                  </a:lnTo>
                  <a:lnTo>
                    <a:pt x="1402" y="900"/>
                  </a:lnTo>
                  <a:lnTo>
                    <a:pt x="1214" y="1193"/>
                  </a:lnTo>
                  <a:lnTo>
                    <a:pt x="1193" y="1360"/>
                  </a:lnTo>
                  <a:lnTo>
                    <a:pt x="1235" y="1402"/>
                  </a:lnTo>
                  <a:lnTo>
                    <a:pt x="1151" y="1632"/>
                  </a:lnTo>
                  <a:lnTo>
                    <a:pt x="1005" y="1904"/>
                  </a:lnTo>
                  <a:lnTo>
                    <a:pt x="1005" y="2009"/>
                  </a:lnTo>
                  <a:lnTo>
                    <a:pt x="1130" y="2051"/>
                  </a:lnTo>
                  <a:lnTo>
                    <a:pt x="1005" y="2365"/>
                  </a:lnTo>
                  <a:lnTo>
                    <a:pt x="942" y="2616"/>
                  </a:lnTo>
                  <a:lnTo>
                    <a:pt x="879" y="2825"/>
                  </a:lnTo>
                  <a:lnTo>
                    <a:pt x="712" y="2825"/>
                  </a:lnTo>
                  <a:lnTo>
                    <a:pt x="607" y="2783"/>
                  </a:lnTo>
                  <a:lnTo>
                    <a:pt x="502" y="2783"/>
                  </a:lnTo>
                  <a:lnTo>
                    <a:pt x="565" y="3076"/>
                  </a:lnTo>
                  <a:lnTo>
                    <a:pt x="565" y="3202"/>
                  </a:lnTo>
                  <a:lnTo>
                    <a:pt x="565" y="3411"/>
                  </a:lnTo>
                  <a:lnTo>
                    <a:pt x="419" y="3411"/>
                  </a:lnTo>
                  <a:lnTo>
                    <a:pt x="440" y="3578"/>
                  </a:lnTo>
                  <a:lnTo>
                    <a:pt x="419" y="3704"/>
                  </a:lnTo>
                  <a:lnTo>
                    <a:pt x="440" y="3808"/>
                  </a:lnTo>
                  <a:lnTo>
                    <a:pt x="398" y="4018"/>
                  </a:lnTo>
                  <a:lnTo>
                    <a:pt x="314" y="4039"/>
                  </a:lnTo>
                  <a:lnTo>
                    <a:pt x="272" y="4018"/>
                  </a:lnTo>
                  <a:lnTo>
                    <a:pt x="251" y="4122"/>
                  </a:lnTo>
                  <a:lnTo>
                    <a:pt x="251" y="4206"/>
                  </a:lnTo>
                  <a:lnTo>
                    <a:pt x="251" y="4332"/>
                  </a:lnTo>
                  <a:lnTo>
                    <a:pt x="189" y="4457"/>
                  </a:lnTo>
                  <a:lnTo>
                    <a:pt x="147" y="4436"/>
                  </a:lnTo>
                  <a:lnTo>
                    <a:pt x="42" y="4562"/>
                  </a:lnTo>
                  <a:lnTo>
                    <a:pt x="0" y="4666"/>
                  </a:lnTo>
                  <a:lnTo>
                    <a:pt x="0" y="4729"/>
                  </a:lnTo>
                  <a:lnTo>
                    <a:pt x="84" y="4834"/>
                  </a:lnTo>
                  <a:lnTo>
                    <a:pt x="105" y="4980"/>
                  </a:lnTo>
                  <a:lnTo>
                    <a:pt x="377" y="5231"/>
                  </a:lnTo>
                  <a:lnTo>
                    <a:pt x="377" y="5231"/>
                  </a:lnTo>
                  <a:lnTo>
                    <a:pt x="314" y="5127"/>
                  </a:lnTo>
                  <a:lnTo>
                    <a:pt x="314" y="5064"/>
                  </a:lnTo>
                  <a:lnTo>
                    <a:pt x="398" y="5148"/>
                  </a:lnTo>
                  <a:lnTo>
                    <a:pt x="523" y="5148"/>
                  </a:lnTo>
                  <a:lnTo>
                    <a:pt x="419" y="5231"/>
                  </a:lnTo>
                  <a:lnTo>
                    <a:pt x="440" y="5273"/>
                  </a:lnTo>
                  <a:lnTo>
                    <a:pt x="565" y="5273"/>
                  </a:lnTo>
                  <a:lnTo>
                    <a:pt x="565" y="5189"/>
                  </a:lnTo>
                  <a:lnTo>
                    <a:pt x="586" y="5273"/>
                  </a:lnTo>
                  <a:lnTo>
                    <a:pt x="691" y="5273"/>
                  </a:lnTo>
                  <a:lnTo>
                    <a:pt x="733" y="5357"/>
                  </a:lnTo>
                  <a:lnTo>
                    <a:pt x="921" y="5399"/>
                  </a:lnTo>
                  <a:lnTo>
                    <a:pt x="1026" y="5566"/>
                  </a:lnTo>
                  <a:lnTo>
                    <a:pt x="1026" y="5671"/>
                  </a:lnTo>
                  <a:lnTo>
                    <a:pt x="942" y="5692"/>
                  </a:lnTo>
                  <a:lnTo>
                    <a:pt x="900" y="5608"/>
                  </a:lnTo>
                  <a:lnTo>
                    <a:pt x="816" y="5671"/>
                  </a:lnTo>
                  <a:lnTo>
                    <a:pt x="900" y="5754"/>
                  </a:lnTo>
                  <a:lnTo>
                    <a:pt x="921" y="5775"/>
                  </a:lnTo>
                  <a:lnTo>
                    <a:pt x="900" y="5796"/>
                  </a:lnTo>
                  <a:lnTo>
                    <a:pt x="795" y="5775"/>
                  </a:lnTo>
                  <a:lnTo>
                    <a:pt x="774" y="5671"/>
                  </a:lnTo>
                  <a:lnTo>
                    <a:pt x="670" y="5671"/>
                  </a:lnTo>
                  <a:lnTo>
                    <a:pt x="670" y="5712"/>
                  </a:lnTo>
                  <a:lnTo>
                    <a:pt x="795" y="5817"/>
                  </a:lnTo>
                  <a:lnTo>
                    <a:pt x="795" y="5880"/>
                  </a:lnTo>
                  <a:lnTo>
                    <a:pt x="900" y="6005"/>
                  </a:lnTo>
                  <a:lnTo>
                    <a:pt x="1109" y="6068"/>
                  </a:lnTo>
                  <a:lnTo>
                    <a:pt x="1088" y="5880"/>
                  </a:lnTo>
                  <a:lnTo>
                    <a:pt x="1026" y="5775"/>
                  </a:lnTo>
                  <a:lnTo>
                    <a:pt x="1151" y="5859"/>
                  </a:lnTo>
                  <a:lnTo>
                    <a:pt x="1151" y="5964"/>
                  </a:lnTo>
                  <a:lnTo>
                    <a:pt x="1214" y="6068"/>
                  </a:lnTo>
                  <a:lnTo>
                    <a:pt x="1298" y="6131"/>
                  </a:lnTo>
                  <a:lnTo>
                    <a:pt x="1319" y="6298"/>
                  </a:lnTo>
                  <a:lnTo>
                    <a:pt x="1402" y="6382"/>
                  </a:lnTo>
                  <a:lnTo>
                    <a:pt x="1360" y="6403"/>
                  </a:lnTo>
                  <a:lnTo>
                    <a:pt x="1402" y="6445"/>
                  </a:lnTo>
                  <a:lnTo>
                    <a:pt x="1465" y="6487"/>
                  </a:lnTo>
                  <a:lnTo>
                    <a:pt x="1465" y="6717"/>
                  </a:lnTo>
                  <a:lnTo>
                    <a:pt x="1570" y="6947"/>
                  </a:lnTo>
                  <a:lnTo>
                    <a:pt x="1632" y="7010"/>
                  </a:lnTo>
                  <a:lnTo>
                    <a:pt x="1486" y="7114"/>
                  </a:lnTo>
                  <a:lnTo>
                    <a:pt x="1402" y="7658"/>
                  </a:lnTo>
                  <a:lnTo>
                    <a:pt x="1444" y="7784"/>
                  </a:lnTo>
                  <a:lnTo>
                    <a:pt x="1423" y="7847"/>
                  </a:lnTo>
                  <a:lnTo>
                    <a:pt x="1444" y="7889"/>
                  </a:lnTo>
                  <a:lnTo>
                    <a:pt x="1528" y="7742"/>
                  </a:lnTo>
                  <a:lnTo>
                    <a:pt x="1653" y="7637"/>
                  </a:lnTo>
                  <a:lnTo>
                    <a:pt x="1716" y="7470"/>
                  </a:lnTo>
                  <a:lnTo>
                    <a:pt x="1716" y="7658"/>
                  </a:lnTo>
                  <a:lnTo>
                    <a:pt x="1549" y="7805"/>
                  </a:lnTo>
                  <a:lnTo>
                    <a:pt x="1549" y="7972"/>
                  </a:lnTo>
                  <a:lnTo>
                    <a:pt x="1632" y="7951"/>
                  </a:lnTo>
                  <a:lnTo>
                    <a:pt x="1632" y="7868"/>
                  </a:lnTo>
                  <a:lnTo>
                    <a:pt x="1779" y="7784"/>
                  </a:lnTo>
                  <a:lnTo>
                    <a:pt x="1863" y="7868"/>
                  </a:lnTo>
                  <a:lnTo>
                    <a:pt x="1925" y="7868"/>
                  </a:lnTo>
                  <a:lnTo>
                    <a:pt x="1925" y="7805"/>
                  </a:lnTo>
                  <a:lnTo>
                    <a:pt x="1946" y="7847"/>
                  </a:lnTo>
                  <a:lnTo>
                    <a:pt x="1988" y="7847"/>
                  </a:lnTo>
                  <a:lnTo>
                    <a:pt x="2009" y="7805"/>
                  </a:lnTo>
                  <a:lnTo>
                    <a:pt x="2135" y="7805"/>
                  </a:lnTo>
                  <a:lnTo>
                    <a:pt x="2365" y="7658"/>
                  </a:lnTo>
                  <a:lnTo>
                    <a:pt x="2386" y="7575"/>
                  </a:lnTo>
                  <a:lnTo>
                    <a:pt x="2448" y="7596"/>
                  </a:lnTo>
                  <a:lnTo>
                    <a:pt x="2511" y="7596"/>
                  </a:lnTo>
                  <a:lnTo>
                    <a:pt x="2658" y="7533"/>
                  </a:lnTo>
                  <a:lnTo>
                    <a:pt x="2574" y="7491"/>
                  </a:lnTo>
                  <a:lnTo>
                    <a:pt x="2574" y="7470"/>
                  </a:lnTo>
                  <a:lnTo>
                    <a:pt x="2511" y="7365"/>
                  </a:lnTo>
                  <a:lnTo>
                    <a:pt x="2574" y="7365"/>
                  </a:lnTo>
                  <a:lnTo>
                    <a:pt x="2616" y="7449"/>
                  </a:lnTo>
                  <a:lnTo>
                    <a:pt x="2720" y="7470"/>
                  </a:lnTo>
                  <a:lnTo>
                    <a:pt x="2888" y="7345"/>
                  </a:lnTo>
                  <a:lnTo>
                    <a:pt x="2867" y="7282"/>
                  </a:lnTo>
                  <a:lnTo>
                    <a:pt x="2909" y="7240"/>
                  </a:lnTo>
                  <a:lnTo>
                    <a:pt x="2909" y="7114"/>
                  </a:lnTo>
                  <a:lnTo>
                    <a:pt x="2867" y="7052"/>
                  </a:lnTo>
                  <a:lnTo>
                    <a:pt x="2867" y="7010"/>
                  </a:lnTo>
                  <a:lnTo>
                    <a:pt x="2888" y="6947"/>
                  </a:lnTo>
                  <a:lnTo>
                    <a:pt x="2804" y="6863"/>
                  </a:lnTo>
                  <a:lnTo>
                    <a:pt x="2909" y="6947"/>
                  </a:lnTo>
                  <a:lnTo>
                    <a:pt x="2909" y="7010"/>
                  </a:lnTo>
                  <a:lnTo>
                    <a:pt x="2992" y="7010"/>
                  </a:lnTo>
                  <a:lnTo>
                    <a:pt x="2992" y="7073"/>
                  </a:lnTo>
                  <a:lnTo>
                    <a:pt x="3118" y="7282"/>
                  </a:lnTo>
                  <a:lnTo>
                    <a:pt x="3181" y="7365"/>
                  </a:lnTo>
                  <a:lnTo>
                    <a:pt x="3202" y="7491"/>
                  </a:lnTo>
                  <a:lnTo>
                    <a:pt x="3306" y="7491"/>
                  </a:lnTo>
                  <a:lnTo>
                    <a:pt x="3390" y="7470"/>
                  </a:lnTo>
                  <a:lnTo>
                    <a:pt x="3411" y="7386"/>
                  </a:lnTo>
                  <a:lnTo>
                    <a:pt x="3411" y="7470"/>
                  </a:lnTo>
                  <a:lnTo>
                    <a:pt x="3390" y="7533"/>
                  </a:lnTo>
                  <a:lnTo>
                    <a:pt x="3432" y="7658"/>
                  </a:lnTo>
                  <a:lnTo>
                    <a:pt x="3432" y="7700"/>
                  </a:lnTo>
                  <a:lnTo>
                    <a:pt x="3411" y="7742"/>
                  </a:lnTo>
                  <a:lnTo>
                    <a:pt x="3432" y="7847"/>
                  </a:lnTo>
                  <a:lnTo>
                    <a:pt x="3495" y="7889"/>
                  </a:lnTo>
                  <a:lnTo>
                    <a:pt x="3536" y="8307"/>
                  </a:lnTo>
                  <a:lnTo>
                    <a:pt x="3578" y="8328"/>
                  </a:lnTo>
                  <a:lnTo>
                    <a:pt x="3578" y="8516"/>
                  </a:lnTo>
                  <a:lnTo>
                    <a:pt x="3725" y="8600"/>
                  </a:lnTo>
                  <a:lnTo>
                    <a:pt x="3704" y="8642"/>
                  </a:lnTo>
                  <a:lnTo>
                    <a:pt x="3704" y="8788"/>
                  </a:lnTo>
                  <a:lnTo>
                    <a:pt x="3767" y="8851"/>
                  </a:lnTo>
                  <a:lnTo>
                    <a:pt x="3767" y="9123"/>
                  </a:lnTo>
                  <a:lnTo>
                    <a:pt x="3829" y="9228"/>
                  </a:lnTo>
                  <a:lnTo>
                    <a:pt x="3829" y="9332"/>
                  </a:lnTo>
                  <a:lnTo>
                    <a:pt x="3850" y="9311"/>
                  </a:lnTo>
                  <a:lnTo>
                    <a:pt x="3871" y="9123"/>
                  </a:lnTo>
                  <a:lnTo>
                    <a:pt x="3955" y="9249"/>
                  </a:lnTo>
                  <a:lnTo>
                    <a:pt x="3976" y="9374"/>
                  </a:lnTo>
                  <a:lnTo>
                    <a:pt x="4059" y="9458"/>
                  </a:lnTo>
                  <a:lnTo>
                    <a:pt x="4080" y="9793"/>
                  </a:lnTo>
                  <a:lnTo>
                    <a:pt x="4164" y="9855"/>
                  </a:lnTo>
                  <a:lnTo>
                    <a:pt x="4185" y="9960"/>
                  </a:lnTo>
                  <a:lnTo>
                    <a:pt x="4143" y="10002"/>
                  </a:lnTo>
                  <a:lnTo>
                    <a:pt x="4164" y="10169"/>
                  </a:lnTo>
                  <a:lnTo>
                    <a:pt x="4227" y="10253"/>
                  </a:lnTo>
                  <a:lnTo>
                    <a:pt x="4290" y="10316"/>
                  </a:lnTo>
                  <a:lnTo>
                    <a:pt x="4227" y="10399"/>
                  </a:lnTo>
                  <a:lnTo>
                    <a:pt x="4269" y="10567"/>
                  </a:lnTo>
                  <a:lnTo>
                    <a:pt x="4248" y="10609"/>
                  </a:lnTo>
                  <a:lnTo>
                    <a:pt x="4227" y="10630"/>
                  </a:lnTo>
                  <a:lnTo>
                    <a:pt x="4185" y="10797"/>
                  </a:lnTo>
                  <a:lnTo>
                    <a:pt x="4227" y="10818"/>
                  </a:lnTo>
                  <a:lnTo>
                    <a:pt x="4227" y="10922"/>
                  </a:lnTo>
                  <a:lnTo>
                    <a:pt x="4143" y="11027"/>
                  </a:lnTo>
                  <a:lnTo>
                    <a:pt x="4101" y="11048"/>
                  </a:lnTo>
                  <a:lnTo>
                    <a:pt x="4059" y="11048"/>
                  </a:lnTo>
                  <a:lnTo>
                    <a:pt x="4059" y="11111"/>
                  </a:lnTo>
                  <a:lnTo>
                    <a:pt x="4101" y="11194"/>
                  </a:lnTo>
                  <a:lnTo>
                    <a:pt x="4101" y="11341"/>
                  </a:lnTo>
                  <a:lnTo>
                    <a:pt x="4164" y="11529"/>
                  </a:lnTo>
                  <a:lnTo>
                    <a:pt x="4185" y="11341"/>
                  </a:lnTo>
                  <a:lnTo>
                    <a:pt x="4248" y="11236"/>
                  </a:lnTo>
                  <a:lnTo>
                    <a:pt x="4248" y="11257"/>
                  </a:lnTo>
                  <a:lnTo>
                    <a:pt x="4269" y="11153"/>
                  </a:lnTo>
                  <a:lnTo>
                    <a:pt x="4332" y="11090"/>
                  </a:lnTo>
                  <a:lnTo>
                    <a:pt x="4332" y="10922"/>
                  </a:lnTo>
                  <a:lnTo>
                    <a:pt x="4457" y="10839"/>
                  </a:lnTo>
                  <a:lnTo>
                    <a:pt x="4583" y="10483"/>
                  </a:lnTo>
                  <a:lnTo>
                    <a:pt x="4666" y="10420"/>
                  </a:lnTo>
                  <a:lnTo>
                    <a:pt x="4666" y="10253"/>
                  </a:lnTo>
                  <a:lnTo>
                    <a:pt x="4583" y="10106"/>
                  </a:lnTo>
                  <a:lnTo>
                    <a:pt x="4604" y="9960"/>
                  </a:lnTo>
                  <a:lnTo>
                    <a:pt x="4562" y="9855"/>
                  </a:lnTo>
                  <a:lnTo>
                    <a:pt x="4541" y="9667"/>
                  </a:lnTo>
                  <a:lnTo>
                    <a:pt x="4457" y="9583"/>
                  </a:lnTo>
                  <a:lnTo>
                    <a:pt x="4478" y="9479"/>
                  </a:lnTo>
                  <a:lnTo>
                    <a:pt x="4457" y="9353"/>
                  </a:lnTo>
                  <a:lnTo>
                    <a:pt x="4478" y="9270"/>
                  </a:lnTo>
                  <a:lnTo>
                    <a:pt x="4436" y="9018"/>
                  </a:lnTo>
                  <a:lnTo>
                    <a:pt x="4269" y="8851"/>
                  </a:lnTo>
                  <a:lnTo>
                    <a:pt x="4080" y="8725"/>
                  </a:lnTo>
                  <a:lnTo>
                    <a:pt x="3934" y="8537"/>
                  </a:lnTo>
                  <a:lnTo>
                    <a:pt x="3934" y="8433"/>
                  </a:lnTo>
                  <a:lnTo>
                    <a:pt x="3850" y="8223"/>
                  </a:lnTo>
                  <a:lnTo>
                    <a:pt x="3955" y="8181"/>
                  </a:lnTo>
                  <a:lnTo>
                    <a:pt x="3976" y="8077"/>
                  </a:lnTo>
                  <a:lnTo>
                    <a:pt x="3934" y="7784"/>
                  </a:lnTo>
                  <a:lnTo>
                    <a:pt x="3955" y="7700"/>
                  </a:lnTo>
                  <a:lnTo>
                    <a:pt x="4059" y="7658"/>
                  </a:lnTo>
                  <a:lnTo>
                    <a:pt x="4059" y="7533"/>
                  </a:lnTo>
                  <a:lnTo>
                    <a:pt x="3934" y="7470"/>
                  </a:lnTo>
                  <a:lnTo>
                    <a:pt x="3934" y="7345"/>
                  </a:lnTo>
                  <a:lnTo>
                    <a:pt x="3850" y="7219"/>
                  </a:lnTo>
                  <a:lnTo>
                    <a:pt x="3767" y="7156"/>
                  </a:lnTo>
                  <a:lnTo>
                    <a:pt x="3620" y="6863"/>
                  </a:lnTo>
                  <a:lnTo>
                    <a:pt x="3495" y="6759"/>
                  </a:lnTo>
                  <a:lnTo>
                    <a:pt x="3432" y="6696"/>
                  </a:lnTo>
                  <a:lnTo>
                    <a:pt x="3348" y="6612"/>
                  </a:lnTo>
                  <a:lnTo>
                    <a:pt x="3243" y="6424"/>
                  </a:lnTo>
                  <a:lnTo>
                    <a:pt x="3181" y="6403"/>
                  </a:lnTo>
                  <a:lnTo>
                    <a:pt x="3181" y="6319"/>
                  </a:lnTo>
                  <a:lnTo>
                    <a:pt x="3306" y="6236"/>
                  </a:lnTo>
                  <a:lnTo>
                    <a:pt x="3411" y="6173"/>
                  </a:lnTo>
                  <a:lnTo>
                    <a:pt x="3390" y="6089"/>
                  </a:lnTo>
                  <a:lnTo>
                    <a:pt x="3390" y="5901"/>
                  </a:lnTo>
                  <a:lnTo>
                    <a:pt x="3453" y="5817"/>
                  </a:lnTo>
                  <a:lnTo>
                    <a:pt x="3432" y="5650"/>
                  </a:lnTo>
                  <a:lnTo>
                    <a:pt x="3515" y="5503"/>
                  </a:lnTo>
                  <a:lnTo>
                    <a:pt x="3746" y="5587"/>
                  </a:lnTo>
                  <a:lnTo>
                    <a:pt x="3871" y="5482"/>
                  </a:lnTo>
                  <a:lnTo>
                    <a:pt x="4018" y="5482"/>
                  </a:lnTo>
                  <a:lnTo>
                    <a:pt x="4039" y="5440"/>
                  </a:lnTo>
                  <a:lnTo>
                    <a:pt x="4039" y="5273"/>
                  </a:lnTo>
                  <a:lnTo>
                    <a:pt x="4101" y="5231"/>
                  </a:lnTo>
                  <a:lnTo>
                    <a:pt x="4269" y="5252"/>
                  </a:lnTo>
                  <a:lnTo>
                    <a:pt x="4290" y="5168"/>
                  </a:lnTo>
                  <a:lnTo>
                    <a:pt x="4248" y="5085"/>
                  </a:lnTo>
                  <a:lnTo>
                    <a:pt x="4248" y="5022"/>
                  </a:lnTo>
                  <a:lnTo>
                    <a:pt x="4373" y="4980"/>
                  </a:lnTo>
                  <a:lnTo>
                    <a:pt x="4541" y="4959"/>
                  </a:lnTo>
                  <a:lnTo>
                    <a:pt x="4562" y="4959"/>
                  </a:lnTo>
                  <a:lnTo>
                    <a:pt x="4604" y="4813"/>
                  </a:lnTo>
                  <a:lnTo>
                    <a:pt x="4666" y="4813"/>
                  </a:lnTo>
                  <a:lnTo>
                    <a:pt x="4792" y="4729"/>
                  </a:lnTo>
                  <a:lnTo>
                    <a:pt x="4750" y="4645"/>
                  </a:lnTo>
                  <a:lnTo>
                    <a:pt x="4792" y="4541"/>
                  </a:lnTo>
                  <a:lnTo>
                    <a:pt x="4813" y="4436"/>
                  </a:lnTo>
                  <a:lnTo>
                    <a:pt x="4980" y="4415"/>
                  </a:lnTo>
                  <a:lnTo>
                    <a:pt x="5085" y="4311"/>
                  </a:lnTo>
                  <a:lnTo>
                    <a:pt x="5127" y="4290"/>
                  </a:lnTo>
                  <a:lnTo>
                    <a:pt x="5127" y="4143"/>
                  </a:lnTo>
                  <a:lnTo>
                    <a:pt x="5022" y="4122"/>
                  </a:lnTo>
                  <a:lnTo>
                    <a:pt x="4771" y="4227"/>
                  </a:lnTo>
                  <a:lnTo>
                    <a:pt x="4624" y="4227"/>
                  </a:lnTo>
                  <a:lnTo>
                    <a:pt x="4562" y="4311"/>
                  </a:lnTo>
                  <a:lnTo>
                    <a:pt x="4436" y="4248"/>
                  </a:lnTo>
                  <a:lnTo>
                    <a:pt x="4394" y="4122"/>
                  </a:lnTo>
                  <a:lnTo>
                    <a:pt x="4436" y="3997"/>
                  </a:lnTo>
                  <a:lnTo>
                    <a:pt x="4352" y="3892"/>
                  </a:lnTo>
                  <a:lnTo>
                    <a:pt x="4269" y="3976"/>
                  </a:lnTo>
                  <a:lnTo>
                    <a:pt x="4227" y="3913"/>
                  </a:lnTo>
                  <a:lnTo>
                    <a:pt x="4039" y="3913"/>
                  </a:lnTo>
                  <a:lnTo>
                    <a:pt x="3955" y="3934"/>
                  </a:lnTo>
                  <a:lnTo>
                    <a:pt x="3934" y="3871"/>
                  </a:lnTo>
                  <a:lnTo>
                    <a:pt x="4039" y="3767"/>
                  </a:lnTo>
                  <a:lnTo>
                    <a:pt x="4185" y="3578"/>
                  </a:lnTo>
                  <a:lnTo>
                    <a:pt x="4164" y="3495"/>
                  </a:lnTo>
                  <a:lnTo>
                    <a:pt x="4227" y="3390"/>
                  </a:lnTo>
                  <a:lnTo>
                    <a:pt x="4227" y="3306"/>
                  </a:lnTo>
                  <a:lnTo>
                    <a:pt x="4101" y="3244"/>
                  </a:lnTo>
                  <a:lnTo>
                    <a:pt x="3955" y="3244"/>
                  </a:lnTo>
                  <a:lnTo>
                    <a:pt x="3934" y="3285"/>
                  </a:lnTo>
                  <a:lnTo>
                    <a:pt x="3871" y="3202"/>
                  </a:lnTo>
                  <a:lnTo>
                    <a:pt x="3913" y="3160"/>
                  </a:lnTo>
                  <a:lnTo>
                    <a:pt x="3767" y="3139"/>
                  </a:lnTo>
                  <a:lnTo>
                    <a:pt x="3704" y="3055"/>
                  </a:lnTo>
                  <a:lnTo>
                    <a:pt x="3725" y="2951"/>
                  </a:lnTo>
                  <a:lnTo>
                    <a:pt x="3704" y="2846"/>
                  </a:lnTo>
                  <a:lnTo>
                    <a:pt x="3557" y="2867"/>
                  </a:lnTo>
                  <a:lnTo>
                    <a:pt x="3495" y="2825"/>
                  </a:lnTo>
                  <a:lnTo>
                    <a:pt x="3515" y="2741"/>
                  </a:lnTo>
                  <a:lnTo>
                    <a:pt x="3495" y="2658"/>
                  </a:lnTo>
                  <a:lnTo>
                    <a:pt x="3223" y="2720"/>
                  </a:lnTo>
                  <a:lnTo>
                    <a:pt x="3097" y="2825"/>
                  </a:lnTo>
                  <a:lnTo>
                    <a:pt x="3034" y="2679"/>
                  </a:lnTo>
                  <a:lnTo>
                    <a:pt x="3055" y="2532"/>
                  </a:lnTo>
                  <a:lnTo>
                    <a:pt x="2992" y="2469"/>
                  </a:lnTo>
                  <a:lnTo>
                    <a:pt x="2930" y="2407"/>
                  </a:lnTo>
                  <a:lnTo>
                    <a:pt x="2825" y="2344"/>
                  </a:lnTo>
                  <a:lnTo>
                    <a:pt x="2825" y="2239"/>
                  </a:lnTo>
                  <a:lnTo>
                    <a:pt x="2888" y="2155"/>
                  </a:lnTo>
                  <a:lnTo>
                    <a:pt x="2825" y="2093"/>
                  </a:lnTo>
                  <a:lnTo>
                    <a:pt x="2888" y="2009"/>
                  </a:lnTo>
                  <a:lnTo>
                    <a:pt x="2971" y="1904"/>
                  </a:lnTo>
                  <a:lnTo>
                    <a:pt x="3034" y="1925"/>
                  </a:lnTo>
                  <a:lnTo>
                    <a:pt x="3097" y="1883"/>
                  </a:lnTo>
                  <a:lnTo>
                    <a:pt x="3034" y="1779"/>
                  </a:lnTo>
                  <a:lnTo>
                    <a:pt x="3055" y="1695"/>
                  </a:lnTo>
                  <a:lnTo>
                    <a:pt x="3118" y="1674"/>
                  </a:lnTo>
                  <a:lnTo>
                    <a:pt x="3139" y="1570"/>
                  </a:lnTo>
                  <a:lnTo>
                    <a:pt x="3243" y="1507"/>
                  </a:lnTo>
                  <a:lnTo>
                    <a:pt x="3285" y="1423"/>
                  </a:lnTo>
                  <a:lnTo>
                    <a:pt x="3285" y="1319"/>
                  </a:lnTo>
                  <a:lnTo>
                    <a:pt x="3306" y="1067"/>
                  </a:lnTo>
                  <a:lnTo>
                    <a:pt x="3285" y="900"/>
                  </a:lnTo>
                  <a:lnTo>
                    <a:pt x="3202" y="691"/>
                  </a:lnTo>
                  <a:lnTo>
                    <a:pt x="3202" y="544"/>
                  </a:lnTo>
                  <a:lnTo>
                    <a:pt x="3097" y="419"/>
                  </a:lnTo>
                  <a:lnTo>
                    <a:pt x="2992" y="419"/>
                  </a:lnTo>
                  <a:lnTo>
                    <a:pt x="2971" y="251"/>
                  </a:lnTo>
                  <a:lnTo>
                    <a:pt x="2825" y="147"/>
                  </a:lnTo>
                  <a:lnTo>
                    <a:pt x="2783" y="0"/>
                  </a:lnTo>
                  <a:lnTo>
                    <a:pt x="2616" y="0"/>
                  </a:lnTo>
                  <a:lnTo>
                    <a:pt x="2532" y="42"/>
                  </a:lnTo>
                  <a:lnTo>
                    <a:pt x="240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3" name="Google Shape;7771;p67">
              <a:extLst>
                <a:ext uri="{FF2B5EF4-FFF2-40B4-BE49-F238E27FC236}">
                  <a16:creationId xmlns:a16="http://schemas.microsoft.com/office/drawing/2014/main" id="{FB871637-F1C7-4BF0-5B8A-900DDDE5B14A}"/>
                </a:ext>
              </a:extLst>
            </p:cNvPr>
            <p:cNvSpPr/>
            <p:nvPr/>
          </p:nvSpPr>
          <p:spPr>
            <a:xfrm>
              <a:off x="4941700" y="2836825"/>
              <a:ext cx="74300" cy="95750"/>
            </a:xfrm>
            <a:custGeom>
              <a:avLst/>
              <a:gdLst/>
              <a:ahLst/>
              <a:cxnLst/>
              <a:rect l="l" t="t" r="r" b="b"/>
              <a:pathLst>
                <a:path w="2972" h="3830" extrusionOk="0">
                  <a:moveTo>
                    <a:pt x="209" y="1"/>
                  </a:moveTo>
                  <a:lnTo>
                    <a:pt x="189" y="63"/>
                  </a:lnTo>
                  <a:lnTo>
                    <a:pt x="147" y="63"/>
                  </a:lnTo>
                  <a:lnTo>
                    <a:pt x="147" y="147"/>
                  </a:lnTo>
                  <a:lnTo>
                    <a:pt x="189" y="210"/>
                  </a:lnTo>
                  <a:lnTo>
                    <a:pt x="147" y="356"/>
                  </a:lnTo>
                  <a:lnTo>
                    <a:pt x="21" y="482"/>
                  </a:lnTo>
                  <a:lnTo>
                    <a:pt x="0" y="628"/>
                  </a:lnTo>
                  <a:lnTo>
                    <a:pt x="293" y="733"/>
                  </a:lnTo>
                  <a:lnTo>
                    <a:pt x="398" y="670"/>
                  </a:lnTo>
                  <a:lnTo>
                    <a:pt x="523" y="691"/>
                  </a:lnTo>
                  <a:lnTo>
                    <a:pt x="502" y="754"/>
                  </a:lnTo>
                  <a:lnTo>
                    <a:pt x="544" y="900"/>
                  </a:lnTo>
                  <a:lnTo>
                    <a:pt x="481" y="963"/>
                  </a:lnTo>
                  <a:lnTo>
                    <a:pt x="398" y="942"/>
                  </a:lnTo>
                  <a:lnTo>
                    <a:pt x="314" y="984"/>
                  </a:lnTo>
                  <a:lnTo>
                    <a:pt x="272" y="1151"/>
                  </a:lnTo>
                  <a:lnTo>
                    <a:pt x="168" y="1172"/>
                  </a:lnTo>
                  <a:lnTo>
                    <a:pt x="168" y="1402"/>
                  </a:lnTo>
                  <a:lnTo>
                    <a:pt x="293" y="1570"/>
                  </a:lnTo>
                  <a:lnTo>
                    <a:pt x="419" y="1612"/>
                  </a:lnTo>
                  <a:lnTo>
                    <a:pt x="586" y="1800"/>
                  </a:lnTo>
                  <a:lnTo>
                    <a:pt x="586" y="1988"/>
                  </a:lnTo>
                  <a:lnTo>
                    <a:pt x="628" y="2114"/>
                  </a:lnTo>
                  <a:lnTo>
                    <a:pt x="607" y="2218"/>
                  </a:lnTo>
                  <a:lnTo>
                    <a:pt x="628" y="2407"/>
                  </a:lnTo>
                  <a:lnTo>
                    <a:pt x="816" y="2637"/>
                  </a:lnTo>
                  <a:lnTo>
                    <a:pt x="816" y="2783"/>
                  </a:lnTo>
                  <a:lnTo>
                    <a:pt x="837" y="2888"/>
                  </a:lnTo>
                  <a:lnTo>
                    <a:pt x="879" y="3076"/>
                  </a:lnTo>
                  <a:lnTo>
                    <a:pt x="921" y="3055"/>
                  </a:lnTo>
                  <a:lnTo>
                    <a:pt x="984" y="3160"/>
                  </a:lnTo>
                  <a:lnTo>
                    <a:pt x="1005" y="3202"/>
                  </a:lnTo>
                  <a:lnTo>
                    <a:pt x="1046" y="3202"/>
                  </a:lnTo>
                  <a:lnTo>
                    <a:pt x="1067" y="3139"/>
                  </a:lnTo>
                  <a:lnTo>
                    <a:pt x="1130" y="3097"/>
                  </a:lnTo>
                  <a:lnTo>
                    <a:pt x="1214" y="3160"/>
                  </a:lnTo>
                  <a:lnTo>
                    <a:pt x="1214" y="3181"/>
                  </a:lnTo>
                  <a:lnTo>
                    <a:pt x="1256" y="3160"/>
                  </a:lnTo>
                  <a:lnTo>
                    <a:pt x="1298" y="3055"/>
                  </a:lnTo>
                  <a:lnTo>
                    <a:pt x="1214" y="2930"/>
                  </a:lnTo>
                  <a:lnTo>
                    <a:pt x="1256" y="2888"/>
                  </a:lnTo>
                  <a:lnTo>
                    <a:pt x="1256" y="2783"/>
                  </a:lnTo>
                  <a:lnTo>
                    <a:pt x="1318" y="2721"/>
                  </a:lnTo>
                  <a:lnTo>
                    <a:pt x="1318" y="2742"/>
                  </a:lnTo>
                  <a:lnTo>
                    <a:pt x="1256" y="2951"/>
                  </a:lnTo>
                  <a:lnTo>
                    <a:pt x="1339" y="3055"/>
                  </a:lnTo>
                  <a:lnTo>
                    <a:pt x="1423" y="2930"/>
                  </a:lnTo>
                  <a:lnTo>
                    <a:pt x="1507" y="2888"/>
                  </a:lnTo>
                  <a:lnTo>
                    <a:pt x="1507" y="2888"/>
                  </a:lnTo>
                  <a:lnTo>
                    <a:pt x="1465" y="2951"/>
                  </a:lnTo>
                  <a:lnTo>
                    <a:pt x="1423" y="2972"/>
                  </a:lnTo>
                  <a:lnTo>
                    <a:pt x="1360" y="3076"/>
                  </a:lnTo>
                  <a:lnTo>
                    <a:pt x="1465" y="3139"/>
                  </a:lnTo>
                  <a:lnTo>
                    <a:pt x="1549" y="2951"/>
                  </a:lnTo>
                  <a:lnTo>
                    <a:pt x="1653" y="2930"/>
                  </a:lnTo>
                  <a:lnTo>
                    <a:pt x="1674" y="2762"/>
                  </a:lnTo>
                  <a:lnTo>
                    <a:pt x="1590" y="2637"/>
                  </a:lnTo>
                  <a:lnTo>
                    <a:pt x="1528" y="2616"/>
                  </a:lnTo>
                  <a:lnTo>
                    <a:pt x="1632" y="2553"/>
                  </a:lnTo>
                  <a:lnTo>
                    <a:pt x="1653" y="2511"/>
                  </a:lnTo>
                  <a:lnTo>
                    <a:pt x="1570" y="2365"/>
                  </a:lnTo>
                  <a:lnTo>
                    <a:pt x="1549" y="2156"/>
                  </a:lnTo>
                  <a:lnTo>
                    <a:pt x="1590" y="2344"/>
                  </a:lnTo>
                  <a:lnTo>
                    <a:pt x="1716" y="2449"/>
                  </a:lnTo>
                  <a:lnTo>
                    <a:pt x="1779" y="2428"/>
                  </a:lnTo>
                  <a:lnTo>
                    <a:pt x="1779" y="2470"/>
                  </a:lnTo>
                  <a:lnTo>
                    <a:pt x="1988" y="2574"/>
                  </a:lnTo>
                  <a:lnTo>
                    <a:pt x="2093" y="2511"/>
                  </a:lnTo>
                  <a:lnTo>
                    <a:pt x="2155" y="2532"/>
                  </a:lnTo>
                  <a:lnTo>
                    <a:pt x="2155" y="2470"/>
                  </a:lnTo>
                  <a:lnTo>
                    <a:pt x="2197" y="2470"/>
                  </a:lnTo>
                  <a:lnTo>
                    <a:pt x="2365" y="2888"/>
                  </a:lnTo>
                  <a:lnTo>
                    <a:pt x="2448" y="2951"/>
                  </a:lnTo>
                  <a:lnTo>
                    <a:pt x="2448" y="3034"/>
                  </a:lnTo>
                  <a:lnTo>
                    <a:pt x="2406" y="3160"/>
                  </a:lnTo>
                  <a:lnTo>
                    <a:pt x="2469" y="3181"/>
                  </a:lnTo>
                  <a:lnTo>
                    <a:pt x="2406" y="3348"/>
                  </a:lnTo>
                  <a:lnTo>
                    <a:pt x="2448" y="3369"/>
                  </a:lnTo>
                  <a:lnTo>
                    <a:pt x="2511" y="3306"/>
                  </a:lnTo>
                  <a:lnTo>
                    <a:pt x="2553" y="3265"/>
                  </a:lnTo>
                  <a:lnTo>
                    <a:pt x="2553" y="3265"/>
                  </a:lnTo>
                  <a:lnTo>
                    <a:pt x="2511" y="3369"/>
                  </a:lnTo>
                  <a:lnTo>
                    <a:pt x="2490" y="3411"/>
                  </a:lnTo>
                  <a:lnTo>
                    <a:pt x="2553" y="3495"/>
                  </a:lnTo>
                  <a:lnTo>
                    <a:pt x="2637" y="3620"/>
                  </a:lnTo>
                  <a:lnTo>
                    <a:pt x="2720" y="3830"/>
                  </a:lnTo>
                  <a:lnTo>
                    <a:pt x="2762" y="3830"/>
                  </a:lnTo>
                  <a:lnTo>
                    <a:pt x="2720" y="3683"/>
                  </a:lnTo>
                  <a:lnTo>
                    <a:pt x="2720" y="3620"/>
                  </a:lnTo>
                  <a:lnTo>
                    <a:pt x="2762" y="3516"/>
                  </a:lnTo>
                  <a:lnTo>
                    <a:pt x="2867" y="3390"/>
                  </a:lnTo>
                  <a:lnTo>
                    <a:pt x="2909" y="3411"/>
                  </a:lnTo>
                  <a:lnTo>
                    <a:pt x="2971" y="3286"/>
                  </a:lnTo>
                  <a:lnTo>
                    <a:pt x="2971" y="3160"/>
                  </a:lnTo>
                  <a:lnTo>
                    <a:pt x="2930" y="3139"/>
                  </a:lnTo>
                  <a:lnTo>
                    <a:pt x="2909" y="3076"/>
                  </a:lnTo>
                  <a:lnTo>
                    <a:pt x="2909" y="3034"/>
                  </a:lnTo>
                  <a:lnTo>
                    <a:pt x="2888" y="2972"/>
                  </a:lnTo>
                  <a:lnTo>
                    <a:pt x="2867" y="2888"/>
                  </a:lnTo>
                  <a:lnTo>
                    <a:pt x="2804" y="2742"/>
                  </a:lnTo>
                  <a:lnTo>
                    <a:pt x="2783" y="2511"/>
                  </a:lnTo>
                  <a:lnTo>
                    <a:pt x="2720" y="2428"/>
                  </a:lnTo>
                  <a:lnTo>
                    <a:pt x="2720" y="2302"/>
                  </a:lnTo>
                  <a:lnTo>
                    <a:pt x="2699" y="2135"/>
                  </a:lnTo>
                  <a:lnTo>
                    <a:pt x="2637" y="2051"/>
                  </a:lnTo>
                  <a:lnTo>
                    <a:pt x="2595" y="2009"/>
                  </a:lnTo>
                  <a:lnTo>
                    <a:pt x="2511" y="2009"/>
                  </a:lnTo>
                  <a:lnTo>
                    <a:pt x="2448" y="1946"/>
                  </a:lnTo>
                  <a:lnTo>
                    <a:pt x="2386" y="2009"/>
                  </a:lnTo>
                  <a:lnTo>
                    <a:pt x="2406" y="2051"/>
                  </a:lnTo>
                  <a:lnTo>
                    <a:pt x="2386" y="2114"/>
                  </a:lnTo>
                  <a:lnTo>
                    <a:pt x="2386" y="2156"/>
                  </a:lnTo>
                  <a:lnTo>
                    <a:pt x="2344" y="2239"/>
                  </a:lnTo>
                  <a:lnTo>
                    <a:pt x="2365" y="2302"/>
                  </a:lnTo>
                  <a:lnTo>
                    <a:pt x="2365" y="2365"/>
                  </a:lnTo>
                  <a:lnTo>
                    <a:pt x="2281" y="2365"/>
                  </a:lnTo>
                  <a:lnTo>
                    <a:pt x="2197" y="2260"/>
                  </a:lnTo>
                  <a:lnTo>
                    <a:pt x="2093" y="2156"/>
                  </a:lnTo>
                  <a:lnTo>
                    <a:pt x="2093" y="2114"/>
                  </a:lnTo>
                  <a:lnTo>
                    <a:pt x="2030" y="2051"/>
                  </a:lnTo>
                  <a:lnTo>
                    <a:pt x="1967" y="1905"/>
                  </a:lnTo>
                  <a:lnTo>
                    <a:pt x="1967" y="1821"/>
                  </a:lnTo>
                  <a:lnTo>
                    <a:pt x="2030" y="1800"/>
                  </a:lnTo>
                  <a:lnTo>
                    <a:pt x="2051" y="1716"/>
                  </a:lnTo>
                  <a:lnTo>
                    <a:pt x="2155" y="1633"/>
                  </a:lnTo>
                  <a:lnTo>
                    <a:pt x="2176" y="1695"/>
                  </a:lnTo>
                  <a:lnTo>
                    <a:pt x="2260" y="1695"/>
                  </a:lnTo>
                  <a:lnTo>
                    <a:pt x="2302" y="1633"/>
                  </a:lnTo>
                  <a:lnTo>
                    <a:pt x="2302" y="1570"/>
                  </a:lnTo>
                  <a:lnTo>
                    <a:pt x="2365" y="1528"/>
                  </a:lnTo>
                  <a:lnTo>
                    <a:pt x="2448" y="1319"/>
                  </a:lnTo>
                  <a:lnTo>
                    <a:pt x="2469" y="1193"/>
                  </a:lnTo>
                  <a:lnTo>
                    <a:pt x="2511" y="1068"/>
                  </a:lnTo>
                  <a:lnTo>
                    <a:pt x="2469" y="1047"/>
                  </a:lnTo>
                  <a:lnTo>
                    <a:pt x="2365" y="942"/>
                  </a:lnTo>
                  <a:lnTo>
                    <a:pt x="2302" y="963"/>
                  </a:lnTo>
                  <a:lnTo>
                    <a:pt x="2260" y="942"/>
                  </a:lnTo>
                  <a:lnTo>
                    <a:pt x="2176" y="942"/>
                  </a:lnTo>
                  <a:lnTo>
                    <a:pt x="1967" y="963"/>
                  </a:lnTo>
                  <a:lnTo>
                    <a:pt x="1779" y="942"/>
                  </a:lnTo>
                  <a:lnTo>
                    <a:pt x="1423" y="942"/>
                  </a:lnTo>
                  <a:lnTo>
                    <a:pt x="1298" y="879"/>
                  </a:lnTo>
                  <a:lnTo>
                    <a:pt x="1193" y="900"/>
                  </a:lnTo>
                  <a:lnTo>
                    <a:pt x="1067" y="858"/>
                  </a:lnTo>
                  <a:lnTo>
                    <a:pt x="1067" y="775"/>
                  </a:lnTo>
                  <a:lnTo>
                    <a:pt x="1026" y="649"/>
                  </a:lnTo>
                  <a:lnTo>
                    <a:pt x="1026" y="565"/>
                  </a:lnTo>
                  <a:lnTo>
                    <a:pt x="1005" y="440"/>
                  </a:lnTo>
                  <a:lnTo>
                    <a:pt x="921" y="314"/>
                  </a:lnTo>
                  <a:lnTo>
                    <a:pt x="879" y="314"/>
                  </a:lnTo>
                  <a:lnTo>
                    <a:pt x="837" y="356"/>
                  </a:lnTo>
                  <a:lnTo>
                    <a:pt x="733" y="314"/>
                  </a:lnTo>
                  <a:lnTo>
                    <a:pt x="691" y="252"/>
                  </a:lnTo>
                  <a:lnTo>
                    <a:pt x="607" y="168"/>
                  </a:lnTo>
                  <a:lnTo>
                    <a:pt x="544" y="168"/>
                  </a:lnTo>
                  <a:lnTo>
                    <a:pt x="523" y="252"/>
                  </a:lnTo>
                  <a:lnTo>
                    <a:pt x="607" y="314"/>
                  </a:lnTo>
                  <a:lnTo>
                    <a:pt x="544" y="335"/>
                  </a:lnTo>
                  <a:lnTo>
                    <a:pt x="419" y="314"/>
                  </a:lnTo>
                  <a:lnTo>
                    <a:pt x="356" y="210"/>
                  </a:lnTo>
                  <a:lnTo>
                    <a:pt x="356" y="147"/>
                  </a:lnTo>
                  <a:lnTo>
                    <a:pt x="272" y="42"/>
                  </a:lnTo>
                  <a:lnTo>
                    <a:pt x="20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4" name="Google Shape;7772;p67">
              <a:extLst>
                <a:ext uri="{FF2B5EF4-FFF2-40B4-BE49-F238E27FC236}">
                  <a16:creationId xmlns:a16="http://schemas.microsoft.com/office/drawing/2014/main" id="{6B2BF74A-CBF6-CDB4-A4AD-92402B09A027}"/>
                </a:ext>
              </a:extLst>
            </p:cNvPr>
            <p:cNvSpPr/>
            <p:nvPr/>
          </p:nvSpPr>
          <p:spPr>
            <a:xfrm>
              <a:off x="3787225" y="2293850"/>
              <a:ext cx="55475" cy="68025"/>
            </a:xfrm>
            <a:custGeom>
              <a:avLst/>
              <a:gdLst/>
              <a:ahLst/>
              <a:cxnLst/>
              <a:rect l="l" t="t" r="r" b="b"/>
              <a:pathLst>
                <a:path w="2219" h="2721" extrusionOk="0">
                  <a:moveTo>
                    <a:pt x="1298" y="1"/>
                  </a:moveTo>
                  <a:lnTo>
                    <a:pt x="1152" y="168"/>
                  </a:lnTo>
                  <a:lnTo>
                    <a:pt x="984" y="231"/>
                  </a:lnTo>
                  <a:lnTo>
                    <a:pt x="880" y="231"/>
                  </a:lnTo>
                  <a:lnTo>
                    <a:pt x="817" y="336"/>
                  </a:lnTo>
                  <a:lnTo>
                    <a:pt x="754" y="482"/>
                  </a:lnTo>
                  <a:lnTo>
                    <a:pt x="649" y="545"/>
                  </a:lnTo>
                  <a:lnTo>
                    <a:pt x="524" y="545"/>
                  </a:lnTo>
                  <a:lnTo>
                    <a:pt x="357" y="649"/>
                  </a:lnTo>
                  <a:lnTo>
                    <a:pt x="315" y="629"/>
                  </a:lnTo>
                  <a:lnTo>
                    <a:pt x="231" y="629"/>
                  </a:lnTo>
                  <a:lnTo>
                    <a:pt x="210" y="754"/>
                  </a:lnTo>
                  <a:lnTo>
                    <a:pt x="126" y="838"/>
                  </a:lnTo>
                  <a:lnTo>
                    <a:pt x="189" y="901"/>
                  </a:lnTo>
                  <a:lnTo>
                    <a:pt x="231" y="859"/>
                  </a:lnTo>
                  <a:lnTo>
                    <a:pt x="357" y="1005"/>
                  </a:lnTo>
                  <a:lnTo>
                    <a:pt x="336" y="838"/>
                  </a:lnTo>
                  <a:lnTo>
                    <a:pt x="357" y="754"/>
                  </a:lnTo>
                  <a:lnTo>
                    <a:pt x="545" y="629"/>
                  </a:lnTo>
                  <a:lnTo>
                    <a:pt x="566" y="649"/>
                  </a:lnTo>
                  <a:lnTo>
                    <a:pt x="670" y="629"/>
                  </a:lnTo>
                  <a:lnTo>
                    <a:pt x="817" y="649"/>
                  </a:lnTo>
                  <a:lnTo>
                    <a:pt x="859" y="629"/>
                  </a:lnTo>
                  <a:lnTo>
                    <a:pt x="859" y="629"/>
                  </a:lnTo>
                  <a:cubicBezTo>
                    <a:pt x="859" y="649"/>
                    <a:pt x="838" y="649"/>
                    <a:pt x="838" y="691"/>
                  </a:cubicBezTo>
                  <a:lnTo>
                    <a:pt x="754" y="712"/>
                  </a:lnTo>
                  <a:lnTo>
                    <a:pt x="670" y="712"/>
                  </a:lnTo>
                  <a:lnTo>
                    <a:pt x="629" y="733"/>
                  </a:lnTo>
                  <a:lnTo>
                    <a:pt x="733" y="859"/>
                  </a:lnTo>
                  <a:lnTo>
                    <a:pt x="691" y="921"/>
                  </a:lnTo>
                  <a:lnTo>
                    <a:pt x="775" y="1026"/>
                  </a:lnTo>
                  <a:lnTo>
                    <a:pt x="775" y="1047"/>
                  </a:lnTo>
                  <a:lnTo>
                    <a:pt x="691" y="1026"/>
                  </a:lnTo>
                  <a:lnTo>
                    <a:pt x="587" y="1047"/>
                  </a:lnTo>
                  <a:lnTo>
                    <a:pt x="566" y="1005"/>
                  </a:lnTo>
                  <a:lnTo>
                    <a:pt x="629" y="942"/>
                  </a:lnTo>
                  <a:lnTo>
                    <a:pt x="566" y="838"/>
                  </a:lnTo>
                  <a:lnTo>
                    <a:pt x="545" y="838"/>
                  </a:lnTo>
                  <a:lnTo>
                    <a:pt x="461" y="963"/>
                  </a:lnTo>
                  <a:lnTo>
                    <a:pt x="524" y="1047"/>
                  </a:lnTo>
                  <a:lnTo>
                    <a:pt x="419" y="1131"/>
                  </a:lnTo>
                  <a:lnTo>
                    <a:pt x="336" y="1047"/>
                  </a:lnTo>
                  <a:lnTo>
                    <a:pt x="231" y="1047"/>
                  </a:lnTo>
                  <a:lnTo>
                    <a:pt x="147" y="1026"/>
                  </a:lnTo>
                  <a:lnTo>
                    <a:pt x="64" y="1110"/>
                  </a:lnTo>
                  <a:lnTo>
                    <a:pt x="210" y="1173"/>
                  </a:lnTo>
                  <a:lnTo>
                    <a:pt x="210" y="1277"/>
                  </a:lnTo>
                  <a:lnTo>
                    <a:pt x="126" y="1235"/>
                  </a:lnTo>
                  <a:lnTo>
                    <a:pt x="64" y="1256"/>
                  </a:lnTo>
                  <a:lnTo>
                    <a:pt x="105" y="1424"/>
                  </a:lnTo>
                  <a:lnTo>
                    <a:pt x="168" y="1465"/>
                  </a:lnTo>
                  <a:lnTo>
                    <a:pt x="168" y="1591"/>
                  </a:lnTo>
                  <a:lnTo>
                    <a:pt x="231" y="1675"/>
                  </a:lnTo>
                  <a:lnTo>
                    <a:pt x="64" y="1758"/>
                  </a:lnTo>
                  <a:lnTo>
                    <a:pt x="1" y="1905"/>
                  </a:lnTo>
                  <a:lnTo>
                    <a:pt x="64" y="1968"/>
                  </a:lnTo>
                  <a:lnTo>
                    <a:pt x="168" y="1905"/>
                  </a:lnTo>
                  <a:lnTo>
                    <a:pt x="315" y="2051"/>
                  </a:lnTo>
                  <a:lnTo>
                    <a:pt x="336" y="2219"/>
                  </a:lnTo>
                  <a:lnTo>
                    <a:pt x="273" y="2261"/>
                  </a:lnTo>
                  <a:lnTo>
                    <a:pt x="315" y="2323"/>
                  </a:lnTo>
                  <a:lnTo>
                    <a:pt x="461" y="2323"/>
                  </a:lnTo>
                  <a:lnTo>
                    <a:pt x="608" y="2533"/>
                  </a:lnTo>
                  <a:lnTo>
                    <a:pt x="649" y="2574"/>
                  </a:lnTo>
                  <a:lnTo>
                    <a:pt x="754" y="2533"/>
                  </a:lnTo>
                  <a:lnTo>
                    <a:pt x="775" y="2470"/>
                  </a:lnTo>
                  <a:lnTo>
                    <a:pt x="691" y="2386"/>
                  </a:lnTo>
                  <a:lnTo>
                    <a:pt x="649" y="2386"/>
                  </a:lnTo>
                  <a:lnTo>
                    <a:pt x="649" y="2302"/>
                  </a:lnTo>
                  <a:lnTo>
                    <a:pt x="733" y="2261"/>
                  </a:lnTo>
                  <a:lnTo>
                    <a:pt x="733" y="2177"/>
                  </a:lnTo>
                  <a:lnTo>
                    <a:pt x="670" y="2135"/>
                  </a:lnTo>
                  <a:lnTo>
                    <a:pt x="670" y="2072"/>
                  </a:lnTo>
                  <a:lnTo>
                    <a:pt x="754" y="2009"/>
                  </a:lnTo>
                  <a:cubicBezTo>
                    <a:pt x="775" y="2051"/>
                    <a:pt x="817" y="2093"/>
                    <a:pt x="838" y="2135"/>
                  </a:cubicBezTo>
                  <a:lnTo>
                    <a:pt x="838" y="2177"/>
                  </a:lnTo>
                  <a:lnTo>
                    <a:pt x="880" y="2302"/>
                  </a:lnTo>
                  <a:lnTo>
                    <a:pt x="984" y="2407"/>
                  </a:lnTo>
                  <a:lnTo>
                    <a:pt x="1089" y="2407"/>
                  </a:lnTo>
                  <a:lnTo>
                    <a:pt x="1152" y="2449"/>
                  </a:lnTo>
                  <a:lnTo>
                    <a:pt x="1256" y="2428"/>
                  </a:lnTo>
                  <a:cubicBezTo>
                    <a:pt x="1277" y="2428"/>
                    <a:pt x="1298" y="2428"/>
                    <a:pt x="1298" y="2407"/>
                  </a:cubicBezTo>
                  <a:cubicBezTo>
                    <a:pt x="1319" y="2407"/>
                    <a:pt x="1319" y="2428"/>
                    <a:pt x="1361" y="2428"/>
                  </a:cubicBezTo>
                  <a:lnTo>
                    <a:pt x="1361" y="2449"/>
                  </a:lnTo>
                  <a:lnTo>
                    <a:pt x="1298" y="2533"/>
                  </a:lnTo>
                  <a:lnTo>
                    <a:pt x="1319" y="2595"/>
                  </a:lnTo>
                  <a:lnTo>
                    <a:pt x="1382" y="2512"/>
                  </a:lnTo>
                  <a:lnTo>
                    <a:pt x="1403" y="2449"/>
                  </a:lnTo>
                  <a:cubicBezTo>
                    <a:pt x="1445" y="2491"/>
                    <a:pt x="1486" y="2512"/>
                    <a:pt x="1507" y="2553"/>
                  </a:cubicBezTo>
                  <a:lnTo>
                    <a:pt x="1507" y="2595"/>
                  </a:lnTo>
                  <a:lnTo>
                    <a:pt x="1465" y="2616"/>
                  </a:lnTo>
                  <a:lnTo>
                    <a:pt x="1507" y="2658"/>
                  </a:lnTo>
                  <a:lnTo>
                    <a:pt x="1675" y="2721"/>
                  </a:lnTo>
                  <a:lnTo>
                    <a:pt x="1821" y="2700"/>
                  </a:lnTo>
                  <a:lnTo>
                    <a:pt x="1884" y="2616"/>
                  </a:lnTo>
                  <a:lnTo>
                    <a:pt x="1905" y="2700"/>
                  </a:lnTo>
                  <a:lnTo>
                    <a:pt x="1926" y="2721"/>
                  </a:lnTo>
                  <a:lnTo>
                    <a:pt x="1926" y="2616"/>
                  </a:lnTo>
                  <a:lnTo>
                    <a:pt x="1968" y="2574"/>
                  </a:lnTo>
                  <a:cubicBezTo>
                    <a:pt x="2009" y="2533"/>
                    <a:pt x="2030" y="2512"/>
                    <a:pt x="2030" y="2470"/>
                  </a:cubicBezTo>
                  <a:lnTo>
                    <a:pt x="2093" y="2386"/>
                  </a:lnTo>
                  <a:lnTo>
                    <a:pt x="2177" y="2344"/>
                  </a:lnTo>
                  <a:lnTo>
                    <a:pt x="2135" y="2302"/>
                  </a:lnTo>
                  <a:lnTo>
                    <a:pt x="2072" y="2323"/>
                  </a:lnTo>
                  <a:lnTo>
                    <a:pt x="2009" y="2407"/>
                  </a:lnTo>
                  <a:lnTo>
                    <a:pt x="2009" y="2386"/>
                  </a:lnTo>
                  <a:cubicBezTo>
                    <a:pt x="1989" y="2344"/>
                    <a:pt x="1989" y="2344"/>
                    <a:pt x="1989" y="2323"/>
                  </a:cubicBezTo>
                  <a:lnTo>
                    <a:pt x="2009" y="2302"/>
                  </a:lnTo>
                  <a:lnTo>
                    <a:pt x="2009" y="2219"/>
                  </a:lnTo>
                  <a:lnTo>
                    <a:pt x="2135" y="2177"/>
                  </a:lnTo>
                  <a:lnTo>
                    <a:pt x="2198" y="2114"/>
                  </a:lnTo>
                  <a:lnTo>
                    <a:pt x="2177" y="2051"/>
                  </a:lnTo>
                  <a:lnTo>
                    <a:pt x="2072" y="1968"/>
                  </a:lnTo>
                  <a:lnTo>
                    <a:pt x="2072" y="1905"/>
                  </a:lnTo>
                  <a:lnTo>
                    <a:pt x="2198" y="1863"/>
                  </a:lnTo>
                  <a:lnTo>
                    <a:pt x="2219" y="1737"/>
                  </a:lnTo>
                  <a:lnTo>
                    <a:pt x="2219" y="1591"/>
                  </a:lnTo>
                  <a:lnTo>
                    <a:pt x="2198" y="1486"/>
                  </a:lnTo>
                  <a:lnTo>
                    <a:pt x="2072" y="1486"/>
                  </a:lnTo>
                  <a:lnTo>
                    <a:pt x="1905" y="1528"/>
                  </a:lnTo>
                  <a:lnTo>
                    <a:pt x="1863" y="1633"/>
                  </a:lnTo>
                  <a:lnTo>
                    <a:pt x="1905" y="1675"/>
                  </a:lnTo>
                  <a:lnTo>
                    <a:pt x="1989" y="1737"/>
                  </a:lnTo>
                  <a:lnTo>
                    <a:pt x="1989" y="1779"/>
                  </a:lnTo>
                  <a:lnTo>
                    <a:pt x="1926" y="1758"/>
                  </a:lnTo>
                  <a:lnTo>
                    <a:pt x="1905" y="1779"/>
                  </a:lnTo>
                  <a:lnTo>
                    <a:pt x="1800" y="1696"/>
                  </a:lnTo>
                  <a:lnTo>
                    <a:pt x="1800" y="1654"/>
                  </a:lnTo>
                  <a:lnTo>
                    <a:pt x="1758" y="1570"/>
                  </a:lnTo>
                  <a:lnTo>
                    <a:pt x="1696" y="1591"/>
                  </a:lnTo>
                  <a:lnTo>
                    <a:pt x="1654" y="1675"/>
                  </a:lnTo>
                  <a:lnTo>
                    <a:pt x="1570" y="1696"/>
                  </a:lnTo>
                  <a:lnTo>
                    <a:pt x="1591" y="1779"/>
                  </a:lnTo>
                  <a:lnTo>
                    <a:pt x="1654" y="1863"/>
                  </a:lnTo>
                  <a:lnTo>
                    <a:pt x="1654" y="1989"/>
                  </a:lnTo>
                  <a:lnTo>
                    <a:pt x="1717" y="2072"/>
                  </a:lnTo>
                  <a:lnTo>
                    <a:pt x="1800" y="2072"/>
                  </a:lnTo>
                  <a:lnTo>
                    <a:pt x="1926" y="2093"/>
                  </a:lnTo>
                  <a:lnTo>
                    <a:pt x="1968" y="2156"/>
                  </a:lnTo>
                  <a:lnTo>
                    <a:pt x="1905" y="2198"/>
                  </a:lnTo>
                  <a:lnTo>
                    <a:pt x="1968" y="2261"/>
                  </a:lnTo>
                  <a:cubicBezTo>
                    <a:pt x="1926" y="2281"/>
                    <a:pt x="1926" y="2323"/>
                    <a:pt x="1926" y="2365"/>
                  </a:cubicBezTo>
                  <a:lnTo>
                    <a:pt x="1905" y="2386"/>
                  </a:lnTo>
                  <a:lnTo>
                    <a:pt x="1863" y="2386"/>
                  </a:lnTo>
                  <a:lnTo>
                    <a:pt x="1779" y="2407"/>
                  </a:lnTo>
                  <a:lnTo>
                    <a:pt x="1675" y="2261"/>
                  </a:lnTo>
                  <a:lnTo>
                    <a:pt x="1612" y="2281"/>
                  </a:lnTo>
                  <a:cubicBezTo>
                    <a:pt x="1591" y="2261"/>
                    <a:pt x="1570" y="2261"/>
                    <a:pt x="1549" y="2219"/>
                  </a:cubicBezTo>
                  <a:lnTo>
                    <a:pt x="1549" y="2198"/>
                  </a:lnTo>
                  <a:lnTo>
                    <a:pt x="1465" y="2114"/>
                  </a:lnTo>
                  <a:lnTo>
                    <a:pt x="1465" y="2177"/>
                  </a:lnTo>
                  <a:cubicBezTo>
                    <a:pt x="1465" y="2177"/>
                    <a:pt x="1445" y="2177"/>
                    <a:pt x="1445" y="2156"/>
                  </a:cubicBezTo>
                  <a:cubicBezTo>
                    <a:pt x="1403" y="2156"/>
                    <a:pt x="1403" y="2156"/>
                    <a:pt x="1382" y="2177"/>
                  </a:cubicBezTo>
                  <a:lnTo>
                    <a:pt x="1403" y="2093"/>
                  </a:lnTo>
                  <a:lnTo>
                    <a:pt x="1382" y="2009"/>
                  </a:lnTo>
                  <a:lnTo>
                    <a:pt x="1298" y="1863"/>
                  </a:lnTo>
                  <a:lnTo>
                    <a:pt x="1235" y="1863"/>
                  </a:lnTo>
                  <a:lnTo>
                    <a:pt x="1089" y="1779"/>
                  </a:lnTo>
                  <a:lnTo>
                    <a:pt x="1026" y="1612"/>
                  </a:lnTo>
                  <a:lnTo>
                    <a:pt x="1047" y="1654"/>
                  </a:lnTo>
                  <a:lnTo>
                    <a:pt x="1173" y="1591"/>
                  </a:lnTo>
                  <a:lnTo>
                    <a:pt x="1173" y="1445"/>
                  </a:lnTo>
                  <a:lnTo>
                    <a:pt x="1131" y="1340"/>
                  </a:lnTo>
                  <a:lnTo>
                    <a:pt x="1193" y="1256"/>
                  </a:lnTo>
                  <a:lnTo>
                    <a:pt x="1298" y="1235"/>
                  </a:lnTo>
                  <a:lnTo>
                    <a:pt x="1382" y="1298"/>
                  </a:lnTo>
                  <a:lnTo>
                    <a:pt x="1445" y="1277"/>
                  </a:lnTo>
                  <a:lnTo>
                    <a:pt x="1486" y="1298"/>
                  </a:lnTo>
                  <a:lnTo>
                    <a:pt x="1507" y="1256"/>
                  </a:lnTo>
                  <a:lnTo>
                    <a:pt x="1549" y="1152"/>
                  </a:lnTo>
                  <a:lnTo>
                    <a:pt x="1445" y="1047"/>
                  </a:lnTo>
                  <a:lnTo>
                    <a:pt x="1382" y="1110"/>
                  </a:lnTo>
                  <a:lnTo>
                    <a:pt x="1256" y="1110"/>
                  </a:lnTo>
                  <a:lnTo>
                    <a:pt x="1193" y="1026"/>
                  </a:lnTo>
                  <a:lnTo>
                    <a:pt x="1152" y="921"/>
                  </a:lnTo>
                  <a:lnTo>
                    <a:pt x="1089" y="921"/>
                  </a:lnTo>
                  <a:lnTo>
                    <a:pt x="1152" y="859"/>
                  </a:lnTo>
                  <a:lnTo>
                    <a:pt x="1152" y="754"/>
                  </a:lnTo>
                  <a:lnTo>
                    <a:pt x="1131" y="754"/>
                  </a:lnTo>
                  <a:cubicBezTo>
                    <a:pt x="1131" y="733"/>
                    <a:pt x="1152" y="712"/>
                    <a:pt x="1152" y="691"/>
                  </a:cubicBezTo>
                  <a:lnTo>
                    <a:pt x="1173" y="691"/>
                  </a:lnTo>
                  <a:lnTo>
                    <a:pt x="1277" y="503"/>
                  </a:lnTo>
                  <a:lnTo>
                    <a:pt x="1256" y="377"/>
                  </a:lnTo>
                  <a:lnTo>
                    <a:pt x="1277" y="315"/>
                  </a:lnTo>
                  <a:lnTo>
                    <a:pt x="1256" y="210"/>
                  </a:lnTo>
                  <a:lnTo>
                    <a:pt x="1340" y="64"/>
                  </a:lnTo>
                  <a:lnTo>
                    <a:pt x="129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5" name="Google Shape;7773;p67">
              <a:extLst>
                <a:ext uri="{FF2B5EF4-FFF2-40B4-BE49-F238E27FC236}">
                  <a16:creationId xmlns:a16="http://schemas.microsoft.com/office/drawing/2014/main" id="{C05304E2-4221-FDC3-6207-40C8E9EDD04B}"/>
                </a:ext>
              </a:extLst>
            </p:cNvPr>
            <p:cNvSpPr/>
            <p:nvPr/>
          </p:nvSpPr>
          <p:spPr>
            <a:xfrm>
              <a:off x="3743300" y="1958025"/>
              <a:ext cx="290325" cy="337425"/>
            </a:xfrm>
            <a:custGeom>
              <a:avLst/>
              <a:gdLst/>
              <a:ahLst/>
              <a:cxnLst/>
              <a:rect l="l" t="t" r="r" b="b"/>
              <a:pathLst>
                <a:path w="11613" h="13497" extrusionOk="0">
                  <a:moveTo>
                    <a:pt x="9792" y="1"/>
                  </a:moveTo>
                  <a:lnTo>
                    <a:pt x="9709" y="64"/>
                  </a:lnTo>
                  <a:lnTo>
                    <a:pt x="9709" y="126"/>
                  </a:lnTo>
                  <a:lnTo>
                    <a:pt x="9792" y="231"/>
                  </a:lnTo>
                  <a:lnTo>
                    <a:pt x="9730" y="273"/>
                  </a:lnTo>
                  <a:lnTo>
                    <a:pt x="9688" y="273"/>
                  </a:lnTo>
                  <a:lnTo>
                    <a:pt x="9604" y="168"/>
                  </a:lnTo>
                  <a:lnTo>
                    <a:pt x="9541" y="231"/>
                  </a:lnTo>
                  <a:lnTo>
                    <a:pt x="9520" y="336"/>
                  </a:lnTo>
                  <a:lnTo>
                    <a:pt x="9541" y="357"/>
                  </a:lnTo>
                  <a:lnTo>
                    <a:pt x="9625" y="357"/>
                  </a:lnTo>
                  <a:lnTo>
                    <a:pt x="9688" y="419"/>
                  </a:lnTo>
                  <a:lnTo>
                    <a:pt x="9646" y="440"/>
                  </a:lnTo>
                  <a:lnTo>
                    <a:pt x="9604" y="482"/>
                  </a:lnTo>
                  <a:lnTo>
                    <a:pt x="9604" y="566"/>
                  </a:lnTo>
                  <a:lnTo>
                    <a:pt x="9520" y="587"/>
                  </a:lnTo>
                  <a:lnTo>
                    <a:pt x="9520" y="670"/>
                  </a:lnTo>
                  <a:lnTo>
                    <a:pt x="9541" y="691"/>
                  </a:lnTo>
                  <a:lnTo>
                    <a:pt x="9479" y="754"/>
                  </a:lnTo>
                  <a:lnTo>
                    <a:pt x="9520" y="859"/>
                  </a:lnTo>
                  <a:lnTo>
                    <a:pt x="9479" y="901"/>
                  </a:lnTo>
                  <a:lnTo>
                    <a:pt x="9416" y="859"/>
                  </a:lnTo>
                  <a:lnTo>
                    <a:pt x="9332" y="901"/>
                  </a:lnTo>
                  <a:lnTo>
                    <a:pt x="9332" y="942"/>
                  </a:lnTo>
                  <a:lnTo>
                    <a:pt x="9269" y="984"/>
                  </a:lnTo>
                  <a:lnTo>
                    <a:pt x="9228" y="880"/>
                  </a:lnTo>
                  <a:lnTo>
                    <a:pt x="9332" y="670"/>
                  </a:lnTo>
                  <a:lnTo>
                    <a:pt x="9269" y="649"/>
                  </a:lnTo>
                  <a:lnTo>
                    <a:pt x="9269" y="587"/>
                  </a:lnTo>
                  <a:lnTo>
                    <a:pt x="9311" y="545"/>
                  </a:lnTo>
                  <a:lnTo>
                    <a:pt x="9311" y="357"/>
                  </a:lnTo>
                  <a:lnTo>
                    <a:pt x="9290" y="315"/>
                  </a:lnTo>
                  <a:lnTo>
                    <a:pt x="9228" y="315"/>
                  </a:lnTo>
                  <a:lnTo>
                    <a:pt x="9102" y="545"/>
                  </a:lnTo>
                  <a:lnTo>
                    <a:pt x="9081" y="670"/>
                  </a:lnTo>
                  <a:lnTo>
                    <a:pt x="8956" y="880"/>
                  </a:lnTo>
                  <a:lnTo>
                    <a:pt x="8893" y="1005"/>
                  </a:lnTo>
                  <a:lnTo>
                    <a:pt x="8956" y="1068"/>
                  </a:lnTo>
                  <a:lnTo>
                    <a:pt x="8914" y="1193"/>
                  </a:lnTo>
                  <a:lnTo>
                    <a:pt x="8767" y="1361"/>
                  </a:lnTo>
                  <a:lnTo>
                    <a:pt x="8704" y="1382"/>
                  </a:lnTo>
                  <a:lnTo>
                    <a:pt x="8704" y="1298"/>
                  </a:lnTo>
                  <a:lnTo>
                    <a:pt x="8663" y="1214"/>
                  </a:lnTo>
                  <a:lnTo>
                    <a:pt x="8767" y="1068"/>
                  </a:lnTo>
                  <a:lnTo>
                    <a:pt x="8746" y="963"/>
                  </a:lnTo>
                  <a:lnTo>
                    <a:pt x="8788" y="880"/>
                  </a:lnTo>
                  <a:lnTo>
                    <a:pt x="8746" y="775"/>
                  </a:lnTo>
                  <a:lnTo>
                    <a:pt x="8893" y="587"/>
                  </a:lnTo>
                  <a:lnTo>
                    <a:pt x="8914" y="482"/>
                  </a:lnTo>
                  <a:lnTo>
                    <a:pt x="8956" y="461"/>
                  </a:lnTo>
                  <a:lnTo>
                    <a:pt x="8956" y="419"/>
                  </a:lnTo>
                  <a:lnTo>
                    <a:pt x="8851" y="419"/>
                  </a:lnTo>
                  <a:lnTo>
                    <a:pt x="8767" y="315"/>
                  </a:lnTo>
                  <a:lnTo>
                    <a:pt x="8704" y="336"/>
                  </a:lnTo>
                  <a:lnTo>
                    <a:pt x="8746" y="440"/>
                  </a:lnTo>
                  <a:lnTo>
                    <a:pt x="8663" y="482"/>
                  </a:lnTo>
                  <a:lnTo>
                    <a:pt x="8663" y="419"/>
                  </a:lnTo>
                  <a:lnTo>
                    <a:pt x="8579" y="336"/>
                  </a:lnTo>
                  <a:lnTo>
                    <a:pt x="8495" y="315"/>
                  </a:lnTo>
                  <a:lnTo>
                    <a:pt x="8432" y="336"/>
                  </a:lnTo>
                  <a:lnTo>
                    <a:pt x="8453" y="482"/>
                  </a:lnTo>
                  <a:lnTo>
                    <a:pt x="8391" y="545"/>
                  </a:lnTo>
                  <a:lnTo>
                    <a:pt x="8349" y="482"/>
                  </a:lnTo>
                  <a:lnTo>
                    <a:pt x="8286" y="461"/>
                  </a:lnTo>
                  <a:lnTo>
                    <a:pt x="8244" y="482"/>
                  </a:lnTo>
                  <a:lnTo>
                    <a:pt x="8265" y="545"/>
                  </a:lnTo>
                  <a:lnTo>
                    <a:pt x="8391" y="608"/>
                  </a:lnTo>
                  <a:lnTo>
                    <a:pt x="8432" y="733"/>
                  </a:lnTo>
                  <a:lnTo>
                    <a:pt x="8391" y="775"/>
                  </a:lnTo>
                  <a:lnTo>
                    <a:pt x="8349" y="691"/>
                  </a:lnTo>
                  <a:lnTo>
                    <a:pt x="8265" y="775"/>
                  </a:lnTo>
                  <a:lnTo>
                    <a:pt x="8265" y="838"/>
                  </a:lnTo>
                  <a:lnTo>
                    <a:pt x="8286" y="880"/>
                  </a:lnTo>
                  <a:lnTo>
                    <a:pt x="8265" y="901"/>
                  </a:lnTo>
                  <a:lnTo>
                    <a:pt x="8160" y="859"/>
                  </a:lnTo>
                  <a:lnTo>
                    <a:pt x="8119" y="859"/>
                  </a:lnTo>
                  <a:lnTo>
                    <a:pt x="8035" y="963"/>
                  </a:lnTo>
                  <a:lnTo>
                    <a:pt x="7951" y="1005"/>
                  </a:lnTo>
                  <a:lnTo>
                    <a:pt x="7951" y="1047"/>
                  </a:lnTo>
                  <a:lnTo>
                    <a:pt x="8014" y="1068"/>
                  </a:lnTo>
                  <a:lnTo>
                    <a:pt x="7909" y="1131"/>
                  </a:lnTo>
                  <a:lnTo>
                    <a:pt x="7868" y="1214"/>
                  </a:lnTo>
                  <a:lnTo>
                    <a:pt x="7972" y="1319"/>
                  </a:lnTo>
                  <a:lnTo>
                    <a:pt x="7909" y="1382"/>
                  </a:lnTo>
                  <a:lnTo>
                    <a:pt x="7972" y="1424"/>
                  </a:lnTo>
                  <a:lnTo>
                    <a:pt x="8035" y="1466"/>
                  </a:lnTo>
                  <a:lnTo>
                    <a:pt x="7972" y="1507"/>
                  </a:lnTo>
                  <a:lnTo>
                    <a:pt x="7847" y="1507"/>
                  </a:lnTo>
                  <a:lnTo>
                    <a:pt x="7805" y="1361"/>
                  </a:lnTo>
                  <a:lnTo>
                    <a:pt x="7742" y="1319"/>
                  </a:lnTo>
                  <a:lnTo>
                    <a:pt x="7805" y="1277"/>
                  </a:lnTo>
                  <a:lnTo>
                    <a:pt x="7721" y="1214"/>
                  </a:lnTo>
                  <a:lnTo>
                    <a:pt x="7491" y="1214"/>
                  </a:lnTo>
                  <a:lnTo>
                    <a:pt x="7303" y="1089"/>
                  </a:lnTo>
                  <a:lnTo>
                    <a:pt x="7240" y="1089"/>
                  </a:lnTo>
                  <a:lnTo>
                    <a:pt x="7198" y="1131"/>
                  </a:lnTo>
                  <a:lnTo>
                    <a:pt x="7177" y="1068"/>
                  </a:lnTo>
                  <a:lnTo>
                    <a:pt x="7072" y="1173"/>
                  </a:lnTo>
                  <a:lnTo>
                    <a:pt x="6968" y="1173"/>
                  </a:lnTo>
                  <a:lnTo>
                    <a:pt x="6968" y="1214"/>
                  </a:lnTo>
                  <a:lnTo>
                    <a:pt x="7093" y="1382"/>
                  </a:lnTo>
                  <a:lnTo>
                    <a:pt x="7177" y="1382"/>
                  </a:lnTo>
                  <a:lnTo>
                    <a:pt x="7219" y="1424"/>
                  </a:lnTo>
                  <a:lnTo>
                    <a:pt x="7344" y="1424"/>
                  </a:lnTo>
                  <a:lnTo>
                    <a:pt x="7303" y="1528"/>
                  </a:lnTo>
                  <a:lnTo>
                    <a:pt x="7303" y="1633"/>
                  </a:lnTo>
                  <a:lnTo>
                    <a:pt x="7407" y="1779"/>
                  </a:lnTo>
                  <a:lnTo>
                    <a:pt x="7386" y="1842"/>
                  </a:lnTo>
                  <a:lnTo>
                    <a:pt x="7303" y="1800"/>
                  </a:lnTo>
                  <a:lnTo>
                    <a:pt x="7219" y="1654"/>
                  </a:lnTo>
                  <a:lnTo>
                    <a:pt x="7114" y="1612"/>
                  </a:lnTo>
                  <a:lnTo>
                    <a:pt x="7072" y="1528"/>
                  </a:lnTo>
                  <a:lnTo>
                    <a:pt x="7031" y="1633"/>
                  </a:lnTo>
                  <a:lnTo>
                    <a:pt x="6968" y="1717"/>
                  </a:lnTo>
                  <a:lnTo>
                    <a:pt x="6926" y="1591"/>
                  </a:lnTo>
                  <a:lnTo>
                    <a:pt x="6863" y="1633"/>
                  </a:lnTo>
                  <a:lnTo>
                    <a:pt x="6863" y="1717"/>
                  </a:lnTo>
                  <a:lnTo>
                    <a:pt x="6759" y="1800"/>
                  </a:lnTo>
                  <a:lnTo>
                    <a:pt x="6759" y="1884"/>
                  </a:lnTo>
                  <a:lnTo>
                    <a:pt x="6884" y="1947"/>
                  </a:lnTo>
                  <a:lnTo>
                    <a:pt x="6926" y="2051"/>
                  </a:lnTo>
                  <a:lnTo>
                    <a:pt x="6821" y="2030"/>
                  </a:lnTo>
                  <a:lnTo>
                    <a:pt x="6779" y="1989"/>
                  </a:lnTo>
                  <a:lnTo>
                    <a:pt x="6696" y="2114"/>
                  </a:lnTo>
                  <a:lnTo>
                    <a:pt x="6675" y="2177"/>
                  </a:lnTo>
                  <a:lnTo>
                    <a:pt x="6549" y="2302"/>
                  </a:lnTo>
                  <a:lnTo>
                    <a:pt x="6549" y="2219"/>
                  </a:lnTo>
                  <a:lnTo>
                    <a:pt x="6654" y="2156"/>
                  </a:lnTo>
                  <a:lnTo>
                    <a:pt x="6591" y="2093"/>
                  </a:lnTo>
                  <a:lnTo>
                    <a:pt x="6696" y="1926"/>
                  </a:lnTo>
                  <a:lnTo>
                    <a:pt x="6612" y="1612"/>
                  </a:lnTo>
                  <a:lnTo>
                    <a:pt x="6549" y="1654"/>
                  </a:lnTo>
                  <a:lnTo>
                    <a:pt x="6403" y="1842"/>
                  </a:lnTo>
                  <a:lnTo>
                    <a:pt x="6403" y="2010"/>
                  </a:lnTo>
                  <a:lnTo>
                    <a:pt x="6445" y="2051"/>
                  </a:lnTo>
                  <a:lnTo>
                    <a:pt x="6340" y="2156"/>
                  </a:lnTo>
                  <a:lnTo>
                    <a:pt x="6340" y="2051"/>
                  </a:lnTo>
                  <a:lnTo>
                    <a:pt x="6382" y="1947"/>
                  </a:lnTo>
                  <a:lnTo>
                    <a:pt x="6340" y="1800"/>
                  </a:lnTo>
                  <a:lnTo>
                    <a:pt x="6277" y="1779"/>
                  </a:lnTo>
                  <a:lnTo>
                    <a:pt x="6173" y="1842"/>
                  </a:lnTo>
                  <a:lnTo>
                    <a:pt x="6089" y="1989"/>
                  </a:lnTo>
                  <a:lnTo>
                    <a:pt x="6152" y="2114"/>
                  </a:lnTo>
                  <a:lnTo>
                    <a:pt x="6152" y="2177"/>
                  </a:lnTo>
                  <a:lnTo>
                    <a:pt x="6298" y="2323"/>
                  </a:lnTo>
                  <a:lnTo>
                    <a:pt x="6340" y="2407"/>
                  </a:lnTo>
                  <a:lnTo>
                    <a:pt x="6277" y="2512"/>
                  </a:lnTo>
                  <a:lnTo>
                    <a:pt x="6235" y="2344"/>
                  </a:lnTo>
                  <a:lnTo>
                    <a:pt x="6131" y="2302"/>
                  </a:lnTo>
                  <a:lnTo>
                    <a:pt x="6047" y="2114"/>
                  </a:lnTo>
                  <a:lnTo>
                    <a:pt x="5984" y="2093"/>
                  </a:lnTo>
                  <a:lnTo>
                    <a:pt x="5859" y="2135"/>
                  </a:lnTo>
                  <a:lnTo>
                    <a:pt x="5838" y="2219"/>
                  </a:lnTo>
                  <a:lnTo>
                    <a:pt x="5984" y="2323"/>
                  </a:lnTo>
                  <a:lnTo>
                    <a:pt x="6047" y="2323"/>
                  </a:lnTo>
                  <a:lnTo>
                    <a:pt x="6089" y="2365"/>
                  </a:lnTo>
                  <a:lnTo>
                    <a:pt x="5984" y="2344"/>
                  </a:lnTo>
                  <a:lnTo>
                    <a:pt x="5880" y="2407"/>
                  </a:lnTo>
                  <a:lnTo>
                    <a:pt x="5963" y="2512"/>
                  </a:lnTo>
                  <a:lnTo>
                    <a:pt x="5838" y="2428"/>
                  </a:lnTo>
                  <a:lnTo>
                    <a:pt x="5838" y="2302"/>
                  </a:lnTo>
                  <a:lnTo>
                    <a:pt x="5775" y="2261"/>
                  </a:lnTo>
                  <a:lnTo>
                    <a:pt x="5754" y="2156"/>
                  </a:lnTo>
                  <a:lnTo>
                    <a:pt x="5712" y="2219"/>
                  </a:lnTo>
                  <a:lnTo>
                    <a:pt x="5671" y="2365"/>
                  </a:lnTo>
                  <a:lnTo>
                    <a:pt x="5733" y="2428"/>
                  </a:lnTo>
                  <a:lnTo>
                    <a:pt x="5712" y="2554"/>
                  </a:lnTo>
                  <a:lnTo>
                    <a:pt x="5629" y="2512"/>
                  </a:lnTo>
                  <a:lnTo>
                    <a:pt x="5545" y="2533"/>
                  </a:lnTo>
                  <a:lnTo>
                    <a:pt x="5419" y="2658"/>
                  </a:lnTo>
                  <a:lnTo>
                    <a:pt x="5440" y="2679"/>
                  </a:lnTo>
                  <a:lnTo>
                    <a:pt x="5524" y="2658"/>
                  </a:lnTo>
                  <a:lnTo>
                    <a:pt x="5608" y="2763"/>
                  </a:lnTo>
                  <a:lnTo>
                    <a:pt x="5503" y="2763"/>
                  </a:lnTo>
                  <a:lnTo>
                    <a:pt x="5440" y="2826"/>
                  </a:lnTo>
                  <a:lnTo>
                    <a:pt x="5503" y="2846"/>
                  </a:lnTo>
                  <a:lnTo>
                    <a:pt x="5461" y="2888"/>
                  </a:lnTo>
                  <a:lnTo>
                    <a:pt x="5357" y="2930"/>
                  </a:lnTo>
                  <a:lnTo>
                    <a:pt x="5357" y="2972"/>
                  </a:lnTo>
                  <a:lnTo>
                    <a:pt x="5399" y="2993"/>
                  </a:lnTo>
                  <a:lnTo>
                    <a:pt x="5336" y="2993"/>
                  </a:lnTo>
                  <a:lnTo>
                    <a:pt x="5294" y="2951"/>
                  </a:lnTo>
                  <a:lnTo>
                    <a:pt x="5210" y="2972"/>
                  </a:lnTo>
                  <a:lnTo>
                    <a:pt x="5127" y="3077"/>
                  </a:lnTo>
                  <a:lnTo>
                    <a:pt x="5147" y="3139"/>
                  </a:lnTo>
                  <a:lnTo>
                    <a:pt x="5127" y="3160"/>
                  </a:lnTo>
                  <a:lnTo>
                    <a:pt x="5022" y="3160"/>
                  </a:lnTo>
                  <a:lnTo>
                    <a:pt x="4938" y="3265"/>
                  </a:lnTo>
                  <a:lnTo>
                    <a:pt x="5043" y="3307"/>
                  </a:lnTo>
                  <a:lnTo>
                    <a:pt x="5315" y="3223"/>
                  </a:lnTo>
                  <a:lnTo>
                    <a:pt x="5357" y="3265"/>
                  </a:lnTo>
                  <a:lnTo>
                    <a:pt x="5461" y="3202"/>
                  </a:lnTo>
                  <a:lnTo>
                    <a:pt x="5524" y="3202"/>
                  </a:lnTo>
                  <a:lnTo>
                    <a:pt x="5524" y="3286"/>
                  </a:lnTo>
                  <a:lnTo>
                    <a:pt x="5461" y="3370"/>
                  </a:lnTo>
                  <a:lnTo>
                    <a:pt x="5440" y="3516"/>
                  </a:lnTo>
                  <a:lnTo>
                    <a:pt x="5419" y="3558"/>
                  </a:lnTo>
                  <a:lnTo>
                    <a:pt x="5357" y="3495"/>
                  </a:lnTo>
                  <a:lnTo>
                    <a:pt x="5336" y="3411"/>
                  </a:lnTo>
                  <a:lnTo>
                    <a:pt x="5252" y="3453"/>
                  </a:lnTo>
                  <a:lnTo>
                    <a:pt x="5210" y="3390"/>
                  </a:lnTo>
                  <a:lnTo>
                    <a:pt x="5106" y="3390"/>
                  </a:lnTo>
                  <a:lnTo>
                    <a:pt x="5127" y="3453"/>
                  </a:lnTo>
                  <a:lnTo>
                    <a:pt x="5106" y="3495"/>
                  </a:lnTo>
                  <a:lnTo>
                    <a:pt x="5022" y="3453"/>
                  </a:lnTo>
                  <a:lnTo>
                    <a:pt x="4938" y="3474"/>
                  </a:lnTo>
                  <a:lnTo>
                    <a:pt x="5043" y="3516"/>
                  </a:lnTo>
                  <a:lnTo>
                    <a:pt x="5085" y="3600"/>
                  </a:lnTo>
                  <a:lnTo>
                    <a:pt x="5022" y="3621"/>
                  </a:lnTo>
                  <a:lnTo>
                    <a:pt x="5001" y="3683"/>
                  </a:lnTo>
                  <a:lnTo>
                    <a:pt x="5001" y="3746"/>
                  </a:lnTo>
                  <a:lnTo>
                    <a:pt x="4980" y="3809"/>
                  </a:lnTo>
                  <a:lnTo>
                    <a:pt x="4938" y="3725"/>
                  </a:lnTo>
                  <a:lnTo>
                    <a:pt x="4938" y="3621"/>
                  </a:lnTo>
                  <a:lnTo>
                    <a:pt x="4875" y="3558"/>
                  </a:lnTo>
                  <a:lnTo>
                    <a:pt x="4792" y="3621"/>
                  </a:lnTo>
                  <a:lnTo>
                    <a:pt x="4708" y="3662"/>
                  </a:lnTo>
                  <a:lnTo>
                    <a:pt x="4666" y="3579"/>
                  </a:lnTo>
                  <a:lnTo>
                    <a:pt x="4687" y="3516"/>
                  </a:lnTo>
                  <a:lnTo>
                    <a:pt x="4624" y="3516"/>
                  </a:lnTo>
                  <a:lnTo>
                    <a:pt x="4520" y="3621"/>
                  </a:lnTo>
                  <a:lnTo>
                    <a:pt x="4603" y="3704"/>
                  </a:lnTo>
                  <a:lnTo>
                    <a:pt x="4729" y="3704"/>
                  </a:lnTo>
                  <a:lnTo>
                    <a:pt x="4834" y="3746"/>
                  </a:lnTo>
                  <a:lnTo>
                    <a:pt x="4792" y="3830"/>
                  </a:lnTo>
                  <a:lnTo>
                    <a:pt x="4583" y="3893"/>
                  </a:lnTo>
                  <a:lnTo>
                    <a:pt x="4520" y="3830"/>
                  </a:lnTo>
                  <a:lnTo>
                    <a:pt x="4457" y="3830"/>
                  </a:lnTo>
                  <a:lnTo>
                    <a:pt x="4394" y="3934"/>
                  </a:lnTo>
                  <a:lnTo>
                    <a:pt x="4478" y="4018"/>
                  </a:lnTo>
                  <a:lnTo>
                    <a:pt x="4394" y="4102"/>
                  </a:lnTo>
                  <a:lnTo>
                    <a:pt x="4478" y="4102"/>
                  </a:lnTo>
                  <a:lnTo>
                    <a:pt x="4583" y="3976"/>
                  </a:lnTo>
                  <a:lnTo>
                    <a:pt x="4687" y="3976"/>
                  </a:lnTo>
                  <a:lnTo>
                    <a:pt x="4729" y="4039"/>
                  </a:lnTo>
                  <a:lnTo>
                    <a:pt x="4583" y="4081"/>
                  </a:lnTo>
                  <a:lnTo>
                    <a:pt x="4562" y="4186"/>
                  </a:lnTo>
                  <a:lnTo>
                    <a:pt x="4603" y="4248"/>
                  </a:lnTo>
                  <a:lnTo>
                    <a:pt x="4729" y="4332"/>
                  </a:lnTo>
                  <a:lnTo>
                    <a:pt x="4729" y="4416"/>
                  </a:lnTo>
                  <a:lnTo>
                    <a:pt x="4666" y="4353"/>
                  </a:lnTo>
                  <a:lnTo>
                    <a:pt x="4583" y="4353"/>
                  </a:lnTo>
                  <a:lnTo>
                    <a:pt x="4499" y="4248"/>
                  </a:lnTo>
                  <a:lnTo>
                    <a:pt x="4457" y="4248"/>
                  </a:lnTo>
                  <a:lnTo>
                    <a:pt x="4373" y="4332"/>
                  </a:lnTo>
                  <a:lnTo>
                    <a:pt x="4457" y="4395"/>
                  </a:lnTo>
                  <a:lnTo>
                    <a:pt x="4352" y="4416"/>
                  </a:lnTo>
                  <a:lnTo>
                    <a:pt x="4248" y="4499"/>
                  </a:lnTo>
                  <a:lnTo>
                    <a:pt x="4248" y="4541"/>
                  </a:lnTo>
                  <a:lnTo>
                    <a:pt x="4352" y="4604"/>
                  </a:lnTo>
                  <a:lnTo>
                    <a:pt x="4457" y="4541"/>
                  </a:lnTo>
                  <a:lnTo>
                    <a:pt x="4499" y="4604"/>
                  </a:lnTo>
                  <a:lnTo>
                    <a:pt x="4603" y="4562"/>
                  </a:lnTo>
                  <a:lnTo>
                    <a:pt x="4624" y="4646"/>
                  </a:lnTo>
                  <a:lnTo>
                    <a:pt x="4708" y="4709"/>
                  </a:lnTo>
                  <a:lnTo>
                    <a:pt x="4708" y="4751"/>
                  </a:lnTo>
                  <a:lnTo>
                    <a:pt x="4562" y="4667"/>
                  </a:lnTo>
                  <a:lnTo>
                    <a:pt x="4415" y="4667"/>
                  </a:lnTo>
                  <a:lnTo>
                    <a:pt x="4373" y="4709"/>
                  </a:lnTo>
                  <a:lnTo>
                    <a:pt x="4206" y="4730"/>
                  </a:lnTo>
                  <a:lnTo>
                    <a:pt x="4206" y="4792"/>
                  </a:lnTo>
                  <a:lnTo>
                    <a:pt x="4143" y="4855"/>
                  </a:lnTo>
                  <a:lnTo>
                    <a:pt x="4080" y="4834"/>
                  </a:lnTo>
                  <a:lnTo>
                    <a:pt x="3955" y="4918"/>
                  </a:lnTo>
                  <a:lnTo>
                    <a:pt x="3871" y="4918"/>
                  </a:lnTo>
                  <a:lnTo>
                    <a:pt x="3850" y="4960"/>
                  </a:lnTo>
                  <a:lnTo>
                    <a:pt x="3955" y="4981"/>
                  </a:lnTo>
                  <a:lnTo>
                    <a:pt x="3997" y="5064"/>
                  </a:lnTo>
                  <a:lnTo>
                    <a:pt x="3934" y="5127"/>
                  </a:lnTo>
                  <a:lnTo>
                    <a:pt x="3871" y="5085"/>
                  </a:lnTo>
                  <a:lnTo>
                    <a:pt x="3850" y="5127"/>
                  </a:lnTo>
                  <a:lnTo>
                    <a:pt x="3934" y="5169"/>
                  </a:lnTo>
                  <a:lnTo>
                    <a:pt x="3892" y="5232"/>
                  </a:lnTo>
                  <a:lnTo>
                    <a:pt x="3787" y="5190"/>
                  </a:lnTo>
                  <a:lnTo>
                    <a:pt x="3766" y="5169"/>
                  </a:lnTo>
                  <a:lnTo>
                    <a:pt x="3746" y="5190"/>
                  </a:lnTo>
                  <a:lnTo>
                    <a:pt x="3829" y="5274"/>
                  </a:lnTo>
                  <a:lnTo>
                    <a:pt x="3766" y="5295"/>
                  </a:lnTo>
                  <a:lnTo>
                    <a:pt x="3787" y="5378"/>
                  </a:lnTo>
                  <a:lnTo>
                    <a:pt x="3850" y="5378"/>
                  </a:lnTo>
                  <a:lnTo>
                    <a:pt x="3787" y="5399"/>
                  </a:lnTo>
                  <a:lnTo>
                    <a:pt x="3725" y="5441"/>
                  </a:lnTo>
                  <a:lnTo>
                    <a:pt x="3662" y="5378"/>
                  </a:lnTo>
                  <a:lnTo>
                    <a:pt x="3662" y="5462"/>
                  </a:lnTo>
                  <a:lnTo>
                    <a:pt x="3641" y="5504"/>
                  </a:lnTo>
                  <a:lnTo>
                    <a:pt x="3683" y="5546"/>
                  </a:lnTo>
                  <a:lnTo>
                    <a:pt x="3850" y="5587"/>
                  </a:lnTo>
                  <a:lnTo>
                    <a:pt x="3871" y="5671"/>
                  </a:lnTo>
                  <a:lnTo>
                    <a:pt x="3934" y="5671"/>
                  </a:lnTo>
                  <a:lnTo>
                    <a:pt x="4039" y="5650"/>
                  </a:lnTo>
                  <a:lnTo>
                    <a:pt x="3955" y="5692"/>
                  </a:lnTo>
                  <a:lnTo>
                    <a:pt x="3955" y="5755"/>
                  </a:lnTo>
                  <a:lnTo>
                    <a:pt x="3850" y="5755"/>
                  </a:lnTo>
                  <a:lnTo>
                    <a:pt x="3829" y="5713"/>
                  </a:lnTo>
                  <a:lnTo>
                    <a:pt x="3662" y="5713"/>
                  </a:lnTo>
                  <a:lnTo>
                    <a:pt x="3557" y="5818"/>
                  </a:lnTo>
                  <a:lnTo>
                    <a:pt x="3578" y="5839"/>
                  </a:lnTo>
                  <a:lnTo>
                    <a:pt x="3683" y="5839"/>
                  </a:lnTo>
                  <a:lnTo>
                    <a:pt x="3725" y="5922"/>
                  </a:lnTo>
                  <a:lnTo>
                    <a:pt x="3766" y="5985"/>
                  </a:lnTo>
                  <a:lnTo>
                    <a:pt x="3766" y="6069"/>
                  </a:lnTo>
                  <a:lnTo>
                    <a:pt x="3683" y="6006"/>
                  </a:lnTo>
                  <a:lnTo>
                    <a:pt x="3641" y="6006"/>
                  </a:lnTo>
                  <a:lnTo>
                    <a:pt x="3578" y="6069"/>
                  </a:lnTo>
                  <a:lnTo>
                    <a:pt x="3578" y="6131"/>
                  </a:lnTo>
                  <a:lnTo>
                    <a:pt x="3557" y="6173"/>
                  </a:lnTo>
                  <a:lnTo>
                    <a:pt x="3620" y="6215"/>
                  </a:lnTo>
                  <a:lnTo>
                    <a:pt x="3641" y="6299"/>
                  </a:lnTo>
                  <a:lnTo>
                    <a:pt x="3578" y="6299"/>
                  </a:lnTo>
                  <a:lnTo>
                    <a:pt x="3515" y="6236"/>
                  </a:lnTo>
                  <a:lnTo>
                    <a:pt x="3474" y="6278"/>
                  </a:lnTo>
                  <a:lnTo>
                    <a:pt x="3474" y="6341"/>
                  </a:lnTo>
                  <a:lnTo>
                    <a:pt x="3578" y="6362"/>
                  </a:lnTo>
                  <a:lnTo>
                    <a:pt x="3578" y="6424"/>
                  </a:lnTo>
                  <a:lnTo>
                    <a:pt x="3578" y="6508"/>
                  </a:lnTo>
                  <a:lnTo>
                    <a:pt x="3453" y="6403"/>
                  </a:lnTo>
                  <a:lnTo>
                    <a:pt x="3411" y="6445"/>
                  </a:lnTo>
                  <a:lnTo>
                    <a:pt x="3411" y="6529"/>
                  </a:lnTo>
                  <a:lnTo>
                    <a:pt x="3432" y="6529"/>
                  </a:lnTo>
                  <a:lnTo>
                    <a:pt x="3432" y="6634"/>
                  </a:lnTo>
                  <a:lnTo>
                    <a:pt x="3474" y="6738"/>
                  </a:lnTo>
                  <a:lnTo>
                    <a:pt x="3536" y="6738"/>
                  </a:lnTo>
                  <a:lnTo>
                    <a:pt x="3578" y="6634"/>
                  </a:lnTo>
                  <a:lnTo>
                    <a:pt x="3641" y="6634"/>
                  </a:lnTo>
                  <a:lnTo>
                    <a:pt x="3578" y="6759"/>
                  </a:lnTo>
                  <a:lnTo>
                    <a:pt x="3536" y="6801"/>
                  </a:lnTo>
                  <a:lnTo>
                    <a:pt x="3432" y="6885"/>
                  </a:lnTo>
                  <a:lnTo>
                    <a:pt x="3348" y="6885"/>
                  </a:lnTo>
                  <a:lnTo>
                    <a:pt x="3264" y="6927"/>
                  </a:lnTo>
                  <a:lnTo>
                    <a:pt x="3264" y="6968"/>
                  </a:lnTo>
                  <a:lnTo>
                    <a:pt x="3202" y="7031"/>
                  </a:lnTo>
                  <a:lnTo>
                    <a:pt x="3118" y="7073"/>
                  </a:lnTo>
                  <a:lnTo>
                    <a:pt x="3202" y="7136"/>
                  </a:lnTo>
                  <a:lnTo>
                    <a:pt x="3160" y="7157"/>
                  </a:lnTo>
                  <a:lnTo>
                    <a:pt x="3013" y="7178"/>
                  </a:lnTo>
                  <a:lnTo>
                    <a:pt x="2950" y="7261"/>
                  </a:lnTo>
                  <a:lnTo>
                    <a:pt x="2950" y="7324"/>
                  </a:lnTo>
                  <a:lnTo>
                    <a:pt x="3055" y="7345"/>
                  </a:lnTo>
                  <a:lnTo>
                    <a:pt x="2992" y="7387"/>
                  </a:lnTo>
                  <a:lnTo>
                    <a:pt x="2930" y="7492"/>
                  </a:lnTo>
                  <a:lnTo>
                    <a:pt x="2846" y="7492"/>
                  </a:lnTo>
                  <a:lnTo>
                    <a:pt x="2825" y="7408"/>
                  </a:lnTo>
                  <a:lnTo>
                    <a:pt x="2783" y="7366"/>
                  </a:lnTo>
                  <a:lnTo>
                    <a:pt x="2741" y="7408"/>
                  </a:lnTo>
                  <a:lnTo>
                    <a:pt x="2678" y="7408"/>
                  </a:lnTo>
                  <a:lnTo>
                    <a:pt x="2699" y="7492"/>
                  </a:lnTo>
                  <a:lnTo>
                    <a:pt x="2637" y="7554"/>
                  </a:lnTo>
                  <a:lnTo>
                    <a:pt x="2637" y="7596"/>
                  </a:lnTo>
                  <a:lnTo>
                    <a:pt x="2678" y="7659"/>
                  </a:lnTo>
                  <a:lnTo>
                    <a:pt x="2532" y="7659"/>
                  </a:lnTo>
                  <a:lnTo>
                    <a:pt x="2490" y="7680"/>
                  </a:lnTo>
                  <a:lnTo>
                    <a:pt x="2490" y="7805"/>
                  </a:lnTo>
                  <a:lnTo>
                    <a:pt x="2386" y="7868"/>
                  </a:lnTo>
                  <a:lnTo>
                    <a:pt x="2406" y="7910"/>
                  </a:lnTo>
                  <a:lnTo>
                    <a:pt x="2386" y="8015"/>
                  </a:lnTo>
                  <a:lnTo>
                    <a:pt x="2302" y="8098"/>
                  </a:lnTo>
                  <a:lnTo>
                    <a:pt x="2197" y="8182"/>
                  </a:lnTo>
                  <a:lnTo>
                    <a:pt x="2218" y="8224"/>
                  </a:lnTo>
                  <a:lnTo>
                    <a:pt x="2365" y="8161"/>
                  </a:lnTo>
                  <a:lnTo>
                    <a:pt x="2406" y="8161"/>
                  </a:lnTo>
                  <a:lnTo>
                    <a:pt x="2406" y="8224"/>
                  </a:lnTo>
                  <a:lnTo>
                    <a:pt x="2323" y="8266"/>
                  </a:lnTo>
                  <a:lnTo>
                    <a:pt x="2323" y="8370"/>
                  </a:lnTo>
                  <a:lnTo>
                    <a:pt x="2386" y="8454"/>
                  </a:lnTo>
                  <a:lnTo>
                    <a:pt x="2511" y="8391"/>
                  </a:lnTo>
                  <a:lnTo>
                    <a:pt x="2637" y="8370"/>
                  </a:lnTo>
                  <a:lnTo>
                    <a:pt x="2804" y="8203"/>
                  </a:lnTo>
                  <a:lnTo>
                    <a:pt x="2804" y="8119"/>
                  </a:lnTo>
                  <a:lnTo>
                    <a:pt x="2720" y="8161"/>
                  </a:lnTo>
                  <a:lnTo>
                    <a:pt x="2804" y="8056"/>
                  </a:lnTo>
                  <a:lnTo>
                    <a:pt x="2825" y="7910"/>
                  </a:lnTo>
                  <a:lnTo>
                    <a:pt x="2846" y="7910"/>
                  </a:lnTo>
                  <a:lnTo>
                    <a:pt x="2909" y="7868"/>
                  </a:lnTo>
                  <a:lnTo>
                    <a:pt x="3013" y="7889"/>
                  </a:lnTo>
                  <a:lnTo>
                    <a:pt x="3055" y="7889"/>
                  </a:lnTo>
                  <a:lnTo>
                    <a:pt x="2909" y="7994"/>
                  </a:lnTo>
                  <a:lnTo>
                    <a:pt x="2909" y="8056"/>
                  </a:lnTo>
                  <a:lnTo>
                    <a:pt x="3055" y="8098"/>
                  </a:lnTo>
                  <a:lnTo>
                    <a:pt x="3013" y="8182"/>
                  </a:lnTo>
                  <a:lnTo>
                    <a:pt x="2930" y="8182"/>
                  </a:lnTo>
                  <a:lnTo>
                    <a:pt x="2783" y="8370"/>
                  </a:lnTo>
                  <a:lnTo>
                    <a:pt x="2888" y="8412"/>
                  </a:lnTo>
                  <a:lnTo>
                    <a:pt x="2804" y="8496"/>
                  </a:lnTo>
                  <a:lnTo>
                    <a:pt x="2825" y="8600"/>
                  </a:lnTo>
                  <a:lnTo>
                    <a:pt x="2720" y="8580"/>
                  </a:lnTo>
                  <a:lnTo>
                    <a:pt x="2637" y="8496"/>
                  </a:lnTo>
                  <a:lnTo>
                    <a:pt x="2511" y="8496"/>
                  </a:lnTo>
                  <a:lnTo>
                    <a:pt x="2427" y="8538"/>
                  </a:lnTo>
                  <a:lnTo>
                    <a:pt x="2427" y="8642"/>
                  </a:lnTo>
                  <a:lnTo>
                    <a:pt x="2365" y="8705"/>
                  </a:lnTo>
                  <a:lnTo>
                    <a:pt x="2260" y="8747"/>
                  </a:lnTo>
                  <a:lnTo>
                    <a:pt x="2260" y="8747"/>
                  </a:lnTo>
                  <a:lnTo>
                    <a:pt x="2323" y="8684"/>
                  </a:lnTo>
                  <a:lnTo>
                    <a:pt x="2386" y="8642"/>
                  </a:lnTo>
                  <a:lnTo>
                    <a:pt x="2302" y="8538"/>
                  </a:lnTo>
                  <a:lnTo>
                    <a:pt x="2302" y="8433"/>
                  </a:lnTo>
                  <a:lnTo>
                    <a:pt x="2218" y="8328"/>
                  </a:lnTo>
                  <a:lnTo>
                    <a:pt x="2155" y="8328"/>
                  </a:lnTo>
                  <a:lnTo>
                    <a:pt x="2093" y="8412"/>
                  </a:lnTo>
                  <a:lnTo>
                    <a:pt x="1988" y="8412"/>
                  </a:lnTo>
                  <a:lnTo>
                    <a:pt x="1988" y="8454"/>
                  </a:lnTo>
                  <a:lnTo>
                    <a:pt x="2155" y="8454"/>
                  </a:lnTo>
                  <a:lnTo>
                    <a:pt x="1988" y="8600"/>
                  </a:lnTo>
                  <a:lnTo>
                    <a:pt x="1883" y="8580"/>
                  </a:lnTo>
                  <a:lnTo>
                    <a:pt x="1800" y="8580"/>
                  </a:lnTo>
                  <a:lnTo>
                    <a:pt x="1695" y="8684"/>
                  </a:lnTo>
                  <a:lnTo>
                    <a:pt x="1758" y="8705"/>
                  </a:lnTo>
                  <a:lnTo>
                    <a:pt x="1842" y="8684"/>
                  </a:lnTo>
                  <a:lnTo>
                    <a:pt x="1862" y="8705"/>
                  </a:lnTo>
                  <a:lnTo>
                    <a:pt x="1737" y="8789"/>
                  </a:lnTo>
                  <a:lnTo>
                    <a:pt x="1674" y="8831"/>
                  </a:lnTo>
                  <a:lnTo>
                    <a:pt x="1632" y="8789"/>
                  </a:lnTo>
                  <a:lnTo>
                    <a:pt x="1549" y="8789"/>
                  </a:lnTo>
                  <a:lnTo>
                    <a:pt x="1549" y="8831"/>
                  </a:lnTo>
                  <a:lnTo>
                    <a:pt x="1674" y="8914"/>
                  </a:lnTo>
                  <a:lnTo>
                    <a:pt x="1800" y="8914"/>
                  </a:lnTo>
                  <a:lnTo>
                    <a:pt x="1779" y="8977"/>
                  </a:lnTo>
                  <a:lnTo>
                    <a:pt x="1862" y="9019"/>
                  </a:lnTo>
                  <a:lnTo>
                    <a:pt x="1842" y="9103"/>
                  </a:lnTo>
                  <a:lnTo>
                    <a:pt x="1695" y="9040"/>
                  </a:lnTo>
                  <a:lnTo>
                    <a:pt x="1695" y="8956"/>
                  </a:lnTo>
                  <a:lnTo>
                    <a:pt x="1590" y="8956"/>
                  </a:lnTo>
                  <a:lnTo>
                    <a:pt x="1486" y="8893"/>
                  </a:lnTo>
                  <a:lnTo>
                    <a:pt x="1465" y="8810"/>
                  </a:lnTo>
                  <a:lnTo>
                    <a:pt x="1444" y="8810"/>
                  </a:lnTo>
                  <a:lnTo>
                    <a:pt x="1423" y="8914"/>
                  </a:lnTo>
                  <a:lnTo>
                    <a:pt x="1528" y="9040"/>
                  </a:lnTo>
                  <a:lnTo>
                    <a:pt x="1632" y="9124"/>
                  </a:lnTo>
                  <a:lnTo>
                    <a:pt x="1695" y="9124"/>
                  </a:lnTo>
                  <a:lnTo>
                    <a:pt x="1758" y="9165"/>
                  </a:lnTo>
                  <a:lnTo>
                    <a:pt x="1653" y="9165"/>
                  </a:lnTo>
                  <a:lnTo>
                    <a:pt x="1486" y="9124"/>
                  </a:lnTo>
                  <a:lnTo>
                    <a:pt x="1360" y="8956"/>
                  </a:lnTo>
                  <a:lnTo>
                    <a:pt x="1277" y="8977"/>
                  </a:lnTo>
                  <a:lnTo>
                    <a:pt x="1214" y="8935"/>
                  </a:lnTo>
                  <a:lnTo>
                    <a:pt x="1067" y="8935"/>
                  </a:lnTo>
                  <a:lnTo>
                    <a:pt x="1026" y="8893"/>
                  </a:lnTo>
                  <a:lnTo>
                    <a:pt x="963" y="8935"/>
                  </a:lnTo>
                  <a:lnTo>
                    <a:pt x="1005" y="9019"/>
                  </a:lnTo>
                  <a:lnTo>
                    <a:pt x="942" y="9061"/>
                  </a:lnTo>
                  <a:lnTo>
                    <a:pt x="1026" y="9165"/>
                  </a:lnTo>
                  <a:lnTo>
                    <a:pt x="1214" y="9124"/>
                  </a:lnTo>
                  <a:lnTo>
                    <a:pt x="1235" y="9144"/>
                  </a:lnTo>
                  <a:lnTo>
                    <a:pt x="1151" y="9207"/>
                  </a:lnTo>
                  <a:lnTo>
                    <a:pt x="1214" y="9228"/>
                  </a:lnTo>
                  <a:lnTo>
                    <a:pt x="1339" y="9165"/>
                  </a:lnTo>
                  <a:lnTo>
                    <a:pt x="1423" y="9165"/>
                  </a:lnTo>
                  <a:lnTo>
                    <a:pt x="1381" y="9228"/>
                  </a:lnTo>
                  <a:lnTo>
                    <a:pt x="1214" y="9312"/>
                  </a:lnTo>
                  <a:lnTo>
                    <a:pt x="1151" y="9375"/>
                  </a:lnTo>
                  <a:lnTo>
                    <a:pt x="1026" y="9354"/>
                  </a:lnTo>
                  <a:lnTo>
                    <a:pt x="942" y="9228"/>
                  </a:lnTo>
                  <a:lnTo>
                    <a:pt x="900" y="9228"/>
                  </a:lnTo>
                  <a:lnTo>
                    <a:pt x="837" y="9270"/>
                  </a:lnTo>
                  <a:lnTo>
                    <a:pt x="753" y="9207"/>
                  </a:lnTo>
                  <a:lnTo>
                    <a:pt x="691" y="9249"/>
                  </a:lnTo>
                  <a:lnTo>
                    <a:pt x="628" y="9228"/>
                  </a:lnTo>
                  <a:lnTo>
                    <a:pt x="544" y="9270"/>
                  </a:lnTo>
                  <a:lnTo>
                    <a:pt x="586" y="9333"/>
                  </a:lnTo>
                  <a:lnTo>
                    <a:pt x="753" y="9354"/>
                  </a:lnTo>
                  <a:lnTo>
                    <a:pt x="858" y="9416"/>
                  </a:lnTo>
                  <a:lnTo>
                    <a:pt x="1005" y="9479"/>
                  </a:lnTo>
                  <a:lnTo>
                    <a:pt x="963" y="9584"/>
                  </a:lnTo>
                  <a:lnTo>
                    <a:pt x="1026" y="9668"/>
                  </a:lnTo>
                  <a:lnTo>
                    <a:pt x="921" y="9688"/>
                  </a:lnTo>
                  <a:lnTo>
                    <a:pt x="900" y="9668"/>
                  </a:lnTo>
                  <a:lnTo>
                    <a:pt x="900" y="9500"/>
                  </a:lnTo>
                  <a:lnTo>
                    <a:pt x="795" y="9479"/>
                  </a:lnTo>
                  <a:lnTo>
                    <a:pt x="691" y="9479"/>
                  </a:lnTo>
                  <a:lnTo>
                    <a:pt x="733" y="9563"/>
                  </a:lnTo>
                  <a:lnTo>
                    <a:pt x="712" y="9626"/>
                  </a:lnTo>
                  <a:lnTo>
                    <a:pt x="586" y="9542"/>
                  </a:lnTo>
                  <a:lnTo>
                    <a:pt x="481" y="9668"/>
                  </a:lnTo>
                  <a:lnTo>
                    <a:pt x="586" y="9730"/>
                  </a:lnTo>
                  <a:lnTo>
                    <a:pt x="502" y="9751"/>
                  </a:lnTo>
                  <a:lnTo>
                    <a:pt x="440" y="9772"/>
                  </a:lnTo>
                  <a:lnTo>
                    <a:pt x="398" y="9668"/>
                  </a:lnTo>
                  <a:lnTo>
                    <a:pt x="230" y="9647"/>
                  </a:lnTo>
                  <a:lnTo>
                    <a:pt x="293" y="9772"/>
                  </a:lnTo>
                  <a:lnTo>
                    <a:pt x="209" y="9793"/>
                  </a:lnTo>
                  <a:lnTo>
                    <a:pt x="189" y="9688"/>
                  </a:lnTo>
                  <a:lnTo>
                    <a:pt x="105" y="9626"/>
                  </a:lnTo>
                  <a:lnTo>
                    <a:pt x="63" y="9647"/>
                  </a:lnTo>
                  <a:lnTo>
                    <a:pt x="63" y="9688"/>
                  </a:lnTo>
                  <a:lnTo>
                    <a:pt x="168" y="9793"/>
                  </a:lnTo>
                  <a:lnTo>
                    <a:pt x="105" y="9856"/>
                  </a:lnTo>
                  <a:lnTo>
                    <a:pt x="168" y="9898"/>
                  </a:lnTo>
                  <a:lnTo>
                    <a:pt x="293" y="9877"/>
                  </a:lnTo>
                  <a:lnTo>
                    <a:pt x="481" y="9898"/>
                  </a:lnTo>
                  <a:lnTo>
                    <a:pt x="586" y="9981"/>
                  </a:lnTo>
                  <a:lnTo>
                    <a:pt x="733" y="9981"/>
                  </a:lnTo>
                  <a:lnTo>
                    <a:pt x="795" y="9940"/>
                  </a:lnTo>
                  <a:lnTo>
                    <a:pt x="858" y="9940"/>
                  </a:lnTo>
                  <a:lnTo>
                    <a:pt x="753" y="10023"/>
                  </a:lnTo>
                  <a:lnTo>
                    <a:pt x="607" y="10023"/>
                  </a:lnTo>
                  <a:lnTo>
                    <a:pt x="544" y="10065"/>
                  </a:lnTo>
                  <a:lnTo>
                    <a:pt x="377" y="9960"/>
                  </a:lnTo>
                  <a:lnTo>
                    <a:pt x="272" y="9981"/>
                  </a:lnTo>
                  <a:lnTo>
                    <a:pt x="209" y="9981"/>
                  </a:lnTo>
                  <a:lnTo>
                    <a:pt x="126" y="10023"/>
                  </a:lnTo>
                  <a:lnTo>
                    <a:pt x="0" y="10065"/>
                  </a:lnTo>
                  <a:lnTo>
                    <a:pt x="0" y="10107"/>
                  </a:lnTo>
                  <a:lnTo>
                    <a:pt x="189" y="10191"/>
                  </a:lnTo>
                  <a:lnTo>
                    <a:pt x="105" y="10274"/>
                  </a:lnTo>
                  <a:lnTo>
                    <a:pt x="209" y="10295"/>
                  </a:lnTo>
                  <a:lnTo>
                    <a:pt x="272" y="10253"/>
                  </a:lnTo>
                  <a:lnTo>
                    <a:pt x="419" y="10253"/>
                  </a:lnTo>
                  <a:lnTo>
                    <a:pt x="314" y="10316"/>
                  </a:lnTo>
                  <a:lnTo>
                    <a:pt x="126" y="10316"/>
                  </a:lnTo>
                  <a:lnTo>
                    <a:pt x="105" y="10358"/>
                  </a:lnTo>
                  <a:lnTo>
                    <a:pt x="63" y="10358"/>
                  </a:lnTo>
                  <a:lnTo>
                    <a:pt x="63" y="10379"/>
                  </a:lnTo>
                  <a:lnTo>
                    <a:pt x="126" y="10400"/>
                  </a:lnTo>
                  <a:lnTo>
                    <a:pt x="189" y="10400"/>
                  </a:lnTo>
                  <a:lnTo>
                    <a:pt x="105" y="10463"/>
                  </a:lnTo>
                  <a:lnTo>
                    <a:pt x="63" y="10484"/>
                  </a:lnTo>
                  <a:lnTo>
                    <a:pt x="63" y="10525"/>
                  </a:lnTo>
                  <a:lnTo>
                    <a:pt x="105" y="10546"/>
                  </a:lnTo>
                  <a:lnTo>
                    <a:pt x="168" y="10630"/>
                  </a:lnTo>
                  <a:lnTo>
                    <a:pt x="293" y="10630"/>
                  </a:lnTo>
                  <a:lnTo>
                    <a:pt x="335" y="10588"/>
                  </a:lnTo>
                  <a:lnTo>
                    <a:pt x="523" y="10546"/>
                  </a:lnTo>
                  <a:lnTo>
                    <a:pt x="649" y="10588"/>
                  </a:lnTo>
                  <a:lnTo>
                    <a:pt x="691" y="10609"/>
                  </a:lnTo>
                  <a:lnTo>
                    <a:pt x="753" y="10546"/>
                  </a:lnTo>
                  <a:lnTo>
                    <a:pt x="753" y="10484"/>
                  </a:lnTo>
                  <a:lnTo>
                    <a:pt x="837" y="10463"/>
                  </a:lnTo>
                  <a:lnTo>
                    <a:pt x="858" y="10525"/>
                  </a:lnTo>
                  <a:lnTo>
                    <a:pt x="963" y="10525"/>
                  </a:lnTo>
                  <a:lnTo>
                    <a:pt x="1067" y="10421"/>
                  </a:lnTo>
                  <a:lnTo>
                    <a:pt x="1130" y="10463"/>
                  </a:lnTo>
                  <a:lnTo>
                    <a:pt x="1130" y="10505"/>
                  </a:lnTo>
                  <a:lnTo>
                    <a:pt x="1046" y="10525"/>
                  </a:lnTo>
                  <a:lnTo>
                    <a:pt x="1151" y="10588"/>
                  </a:lnTo>
                  <a:lnTo>
                    <a:pt x="1214" y="10525"/>
                  </a:lnTo>
                  <a:lnTo>
                    <a:pt x="1214" y="10463"/>
                  </a:lnTo>
                  <a:lnTo>
                    <a:pt x="1277" y="10358"/>
                  </a:lnTo>
                  <a:lnTo>
                    <a:pt x="1256" y="10421"/>
                  </a:lnTo>
                  <a:lnTo>
                    <a:pt x="1339" y="10525"/>
                  </a:lnTo>
                  <a:lnTo>
                    <a:pt x="1277" y="10609"/>
                  </a:lnTo>
                  <a:lnTo>
                    <a:pt x="1130" y="10672"/>
                  </a:lnTo>
                  <a:lnTo>
                    <a:pt x="1046" y="10714"/>
                  </a:lnTo>
                  <a:lnTo>
                    <a:pt x="1109" y="10735"/>
                  </a:lnTo>
                  <a:lnTo>
                    <a:pt x="1046" y="10839"/>
                  </a:lnTo>
                  <a:lnTo>
                    <a:pt x="921" y="10839"/>
                  </a:lnTo>
                  <a:lnTo>
                    <a:pt x="921" y="10797"/>
                  </a:lnTo>
                  <a:lnTo>
                    <a:pt x="963" y="10735"/>
                  </a:lnTo>
                  <a:lnTo>
                    <a:pt x="942" y="10630"/>
                  </a:lnTo>
                  <a:lnTo>
                    <a:pt x="837" y="10609"/>
                  </a:lnTo>
                  <a:lnTo>
                    <a:pt x="733" y="10735"/>
                  </a:lnTo>
                  <a:lnTo>
                    <a:pt x="712" y="10797"/>
                  </a:lnTo>
                  <a:lnTo>
                    <a:pt x="628" y="10693"/>
                  </a:lnTo>
                  <a:lnTo>
                    <a:pt x="523" y="10672"/>
                  </a:lnTo>
                  <a:lnTo>
                    <a:pt x="419" y="10693"/>
                  </a:lnTo>
                  <a:lnTo>
                    <a:pt x="335" y="10672"/>
                  </a:lnTo>
                  <a:lnTo>
                    <a:pt x="209" y="10735"/>
                  </a:lnTo>
                  <a:lnTo>
                    <a:pt x="126" y="10735"/>
                  </a:lnTo>
                  <a:lnTo>
                    <a:pt x="63" y="10693"/>
                  </a:lnTo>
                  <a:lnTo>
                    <a:pt x="21" y="10693"/>
                  </a:lnTo>
                  <a:lnTo>
                    <a:pt x="63" y="10797"/>
                  </a:lnTo>
                  <a:lnTo>
                    <a:pt x="21" y="10839"/>
                  </a:lnTo>
                  <a:lnTo>
                    <a:pt x="84" y="10902"/>
                  </a:lnTo>
                  <a:lnTo>
                    <a:pt x="168" y="10881"/>
                  </a:lnTo>
                  <a:lnTo>
                    <a:pt x="209" y="10818"/>
                  </a:lnTo>
                  <a:lnTo>
                    <a:pt x="293" y="10818"/>
                  </a:lnTo>
                  <a:lnTo>
                    <a:pt x="209" y="10902"/>
                  </a:lnTo>
                  <a:lnTo>
                    <a:pt x="209" y="11007"/>
                  </a:lnTo>
                  <a:lnTo>
                    <a:pt x="168" y="11049"/>
                  </a:lnTo>
                  <a:lnTo>
                    <a:pt x="84" y="11007"/>
                  </a:lnTo>
                  <a:lnTo>
                    <a:pt x="126" y="11132"/>
                  </a:lnTo>
                  <a:lnTo>
                    <a:pt x="189" y="11195"/>
                  </a:lnTo>
                  <a:lnTo>
                    <a:pt x="335" y="11007"/>
                  </a:lnTo>
                  <a:lnTo>
                    <a:pt x="481" y="11049"/>
                  </a:lnTo>
                  <a:lnTo>
                    <a:pt x="419" y="11111"/>
                  </a:lnTo>
                  <a:lnTo>
                    <a:pt x="419" y="11195"/>
                  </a:lnTo>
                  <a:lnTo>
                    <a:pt x="293" y="11258"/>
                  </a:lnTo>
                  <a:lnTo>
                    <a:pt x="314" y="11300"/>
                  </a:lnTo>
                  <a:lnTo>
                    <a:pt x="398" y="11321"/>
                  </a:lnTo>
                  <a:lnTo>
                    <a:pt x="377" y="11404"/>
                  </a:lnTo>
                  <a:lnTo>
                    <a:pt x="419" y="11467"/>
                  </a:lnTo>
                  <a:lnTo>
                    <a:pt x="377" y="11572"/>
                  </a:lnTo>
                  <a:lnTo>
                    <a:pt x="419" y="11572"/>
                  </a:lnTo>
                  <a:lnTo>
                    <a:pt x="502" y="11446"/>
                  </a:lnTo>
                  <a:lnTo>
                    <a:pt x="586" y="11425"/>
                  </a:lnTo>
                  <a:lnTo>
                    <a:pt x="607" y="11300"/>
                  </a:lnTo>
                  <a:lnTo>
                    <a:pt x="816" y="11216"/>
                  </a:lnTo>
                  <a:lnTo>
                    <a:pt x="921" y="11216"/>
                  </a:lnTo>
                  <a:lnTo>
                    <a:pt x="1005" y="11195"/>
                  </a:lnTo>
                  <a:lnTo>
                    <a:pt x="942" y="11237"/>
                  </a:lnTo>
                  <a:lnTo>
                    <a:pt x="837" y="11321"/>
                  </a:lnTo>
                  <a:lnTo>
                    <a:pt x="837" y="11446"/>
                  </a:lnTo>
                  <a:lnTo>
                    <a:pt x="858" y="11530"/>
                  </a:lnTo>
                  <a:lnTo>
                    <a:pt x="795" y="11467"/>
                  </a:lnTo>
                  <a:lnTo>
                    <a:pt x="753" y="11341"/>
                  </a:lnTo>
                  <a:lnTo>
                    <a:pt x="712" y="11341"/>
                  </a:lnTo>
                  <a:lnTo>
                    <a:pt x="628" y="11467"/>
                  </a:lnTo>
                  <a:lnTo>
                    <a:pt x="586" y="11509"/>
                  </a:lnTo>
                  <a:lnTo>
                    <a:pt x="691" y="11530"/>
                  </a:lnTo>
                  <a:lnTo>
                    <a:pt x="586" y="11655"/>
                  </a:lnTo>
                  <a:lnTo>
                    <a:pt x="502" y="11655"/>
                  </a:lnTo>
                  <a:lnTo>
                    <a:pt x="481" y="11739"/>
                  </a:lnTo>
                  <a:lnTo>
                    <a:pt x="523" y="11760"/>
                  </a:lnTo>
                  <a:lnTo>
                    <a:pt x="691" y="11760"/>
                  </a:lnTo>
                  <a:lnTo>
                    <a:pt x="733" y="11823"/>
                  </a:lnTo>
                  <a:lnTo>
                    <a:pt x="607" y="11844"/>
                  </a:lnTo>
                  <a:lnTo>
                    <a:pt x="586" y="11885"/>
                  </a:lnTo>
                  <a:lnTo>
                    <a:pt x="544" y="11969"/>
                  </a:lnTo>
                  <a:lnTo>
                    <a:pt x="440" y="11885"/>
                  </a:lnTo>
                  <a:lnTo>
                    <a:pt x="398" y="11927"/>
                  </a:lnTo>
                  <a:lnTo>
                    <a:pt x="377" y="12032"/>
                  </a:lnTo>
                  <a:lnTo>
                    <a:pt x="335" y="11885"/>
                  </a:lnTo>
                  <a:lnTo>
                    <a:pt x="272" y="11948"/>
                  </a:lnTo>
                  <a:lnTo>
                    <a:pt x="168" y="12074"/>
                  </a:lnTo>
                  <a:lnTo>
                    <a:pt x="209" y="12178"/>
                  </a:lnTo>
                  <a:lnTo>
                    <a:pt x="335" y="12367"/>
                  </a:lnTo>
                  <a:lnTo>
                    <a:pt x="398" y="12262"/>
                  </a:lnTo>
                  <a:lnTo>
                    <a:pt x="419" y="12283"/>
                  </a:lnTo>
                  <a:lnTo>
                    <a:pt x="502" y="12262"/>
                  </a:lnTo>
                  <a:lnTo>
                    <a:pt x="481" y="12199"/>
                  </a:lnTo>
                  <a:lnTo>
                    <a:pt x="523" y="12095"/>
                  </a:lnTo>
                  <a:lnTo>
                    <a:pt x="649" y="12178"/>
                  </a:lnTo>
                  <a:lnTo>
                    <a:pt x="607" y="12241"/>
                  </a:lnTo>
                  <a:lnTo>
                    <a:pt x="649" y="12304"/>
                  </a:lnTo>
                  <a:lnTo>
                    <a:pt x="628" y="12388"/>
                  </a:lnTo>
                  <a:lnTo>
                    <a:pt x="586" y="12450"/>
                  </a:lnTo>
                  <a:lnTo>
                    <a:pt x="628" y="12597"/>
                  </a:lnTo>
                  <a:lnTo>
                    <a:pt x="691" y="12555"/>
                  </a:lnTo>
                  <a:lnTo>
                    <a:pt x="816" y="12513"/>
                  </a:lnTo>
                  <a:lnTo>
                    <a:pt x="900" y="12597"/>
                  </a:lnTo>
                  <a:lnTo>
                    <a:pt x="753" y="12597"/>
                  </a:lnTo>
                  <a:lnTo>
                    <a:pt x="712" y="12639"/>
                  </a:lnTo>
                  <a:lnTo>
                    <a:pt x="753" y="12722"/>
                  </a:lnTo>
                  <a:lnTo>
                    <a:pt x="753" y="12785"/>
                  </a:lnTo>
                  <a:lnTo>
                    <a:pt x="544" y="12618"/>
                  </a:lnTo>
                  <a:lnTo>
                    <a:pt x="481" y="12639"/>
                  </a:lnTo>
                  <a:lnTo>
                    <a:pt x="419" y="12597"/>
                  </a:lnTo>
                  <a:lnTo>
                    <a:pt x="314" y="12597"/>
                  </a:lnTo>
                  <a:lnTo>
                    <a:pt x="314" y="12701"/>
                  </a:lnTo>
                  <a:lnTo>
                    <a:pt x="272" y="12764"/>
                  </a:lnTo>
                  <a:lnTo>
                    <a:pt x="419" y="12994"/>
                  </a:lnTo>
                  <a:lnTo>
                    <a:pt x="523" y="13015"/>
                  </a:lnTo>
                  <a:lnTo>
                    <a:pt x="691" y="13141"/>
                  </a:lnTo>
                  <a:lnTo>
                    <a:pt x="900" y="13245"/>
                  </a:lnTo>
                  <a:lnTo>
                    <a:pt x="921" y="13308"/>
                  </a:lnTo>
                  <a:lnTo>
                    <a:pt x="858" y="13329"/>
                  </a:lnTo>
                  <a:lnTo>
                    <a:pt x="963" y="13413"/>
                  </a:lnTo>
                  <a:lnTo>
                    <a:pt x="1026" y="13392"/>
                  </a:lnTo>
                  <a:lnTo>
                    <a:pt x="1005" y="13287"/>
                  </a:lnTo>
                  <a:lnTo>
                    <a:pt x="1067" y="13287"/>
                  </a:lnTo>
                  <a:lnTo>
                    <a:pt x="1151" y="13329"/>
                  </a:lnTo>
                  <a:lnTo>
                    <a:pt x="1130" y="13350"/>
                  </a:lnTo>
                  <a:lnTo>
                    <a:pt x="1235" y="13497"/>
                  </a:lnTo>
                  <a:lnTo>
                    <a:pt x="1277" y="13434"/>
                  </a:lnTo>
                  <a:lnTo>
                    <a:pt x="1339" y="13455"/>
                  </a:lnTo>
                  <a:lnTo>
                    <a:pt x="1444" y="13413"/>
                  </a:lnTo>
                  <a:lnTo>
                    <a:pt x="1570" y="13308"/>
                  </a:lnTo>
                  <a:lnTo>
                    <a:pt x="1632" y="13287"/>
                  </a:lnTo>
                  <a:lnTo>
                    <a:pt x="1653" y="13225"/>
                  </a:lnTo>
                  <a:lnTo>
                    <a:pt x="1674" y="13245"/>
                  </a:lnTo>
                  <a:lnTo>
                    <a:pt x="1695" y="13329"/>
                  </a:lnTo>
                  <a:lnTo>
                    <a:pt x="1779" y="13329"/>
                  </a:lnTo>
                  <a:lnTo>
                    <a:pt x="1988" y="13120"/>
                  </a:lnTo>
                  <a:lnTo>
                    <a:pt x="1967" y="13078"/>
                  </a:lnTo>
                  <a:lnTo>
                    <a:pt x="1883" y="12932"/>
                  </a:lnTo>
                  <a:lnTo>
                    <a:pt x="2051" y="13036"/>
                  </a:lnTo>
                  <a:lnTo>
                    <a:pt x="2155" y="12911"/>
                  </a:lnTo>
                  <a:lnTo>
                    <a:pt x="2114" y="12890"/>
                  </a:lnTo>
                  <a:lnTo>
                    <a:pt x="2197" y="12827"/>
                  </a:lnTo>
                  <a:lnTo>
                    <a:pt x="2176" y="12764"/>
                  </a:lnTo>
                  <a:lnTo>
                    <a:pt x="2281" y="12701"/>
                  </a:lnTo>
                  <a:lnTo>
                    <a:pt x="2386" y="12681"/>
                  </a:lnTo>
                  <a:lnTo>
                    <a:pt x="2386" y="12597"/>
                  </a:lnTo>
                  <a:lnTo>
                    <a:pt x="2302" y="12492"/>
                  </a:lnTo>
                  <a:lnTo>
                    <a:pt x="2323" y="12409"/>
                  </a:lnTo>
                  <a:lnTo>
                    <a:pt x="2260" y="12304"/>
                  </a:lnTo>
                  <a:lnTo>
                    <a:pt x="2155" y="12241"/>
                  </a:lnTo>
                  <a:lnTo>
                    <a:pt x="2176" y="12157"/>
                  </a:lnTo>
                  <a:lnTo>
                    <a:pt x="2218" y="12178"/>
                  </a:lnTo>
                  <a:lnTo>
                    <a:pt x="2323" y="12304"/>
                  </a:lnTo>
                  <a:lnTo>
                    <a:pt x="2386" y="12471"/>
                  </a:lnTo>
                  <a:lnTo>
                    <a:pt x="2406" y="12492"/>
                  </a:lnTo>
                  <a:lnTo>
                    <a:pt x="2490" y="12513"/>
                  </a:lnTo>
                  <a:lnTo>
                    <a:pt x="2469" y="12576"/>
                  </a:lnTo>
                  <a:lnTo>
                    <a:pt x="2511" y="12639"/>
                  </a:lnTo>
                  <a:lnTo>
                    <a:pt x="2616" y="12597"/>
                  </a:lnTo>
                  <a:lnTo>
                    <a:pt x="2595" y="12513"/>
                  </a:lnTo>
                  <a:lnTo>
                    <a:pt x="2532" y="12492"/>
                  </a:lnTo>
                  <a:lnTo>
                    <a:pt x="2595" y="12409"/>
                  </a:lnTo>
                  <a:lnTo>
                    <a:pt x="2678" y="12492"/>
                  </a:lnTo>
                  <a:lnTo>
                    <a:pt x="2699" y="12555"/>
                  </a:lnTo>
                  <a:lnTo>
                    <a:pt x="2825" y="12409"/>
                  </a:lnTo>
                  <a:lnTo>
                    <a:pt x="2846" y="12283"/>
                  </a:lnTo>
                  <a:lnTo>
                    <a:pt x="2825" y="12178"/>
                  </a:lnTo>
                  <a:lnTo>
                    <a:pt x="2741" y="12157"/>
                  </a:lnTo>
                  <a:lnTo>
                    <a:pt x="2720" y="12074"/>
                  </a:lnTo>
                  <a:lnTo>
                    <a:pt x="2783" y="12053"/>
                  </a:lnTo>
                  <a:lnTo>
                    <a:pt x="2783" y="11990"/>
                  </a:lnTo>
                  <a:lnTo>
                    <a:pt x="2825" y="11990"/>
                  </a:lnTo>
                  <a:lnTo>
                    <a:pt x="2888" y="11948"/>
                  </a:lnTo>
                  <a:lnTo>
                    <a:pt x="2825" y="11865"/>
                  </a:lnTo>
                  <a:lnTo>
                    <a:pt x="2825" y="11760"/>
                  </a:lnTo>
                  <a:lnTo>
                    <a:pt x="2909" y="11718"/>
                  </a:lnTo>
                  <a:lnTo>
                    <a:pt x="2992" y="11781"/>
                  </a:lnTo>
                  <a:lnTo>
                    <a:pt x="2930" y="11885"/>
                  </a:lnTo>
                  <a:lnTo>
                    <a:pt x="2950" y="12032"/>
                  </a:lnTo>
                  <a:lnTo>
                    <a:pt x="2930" y="12095"/>
                  </a:lnTo>
                  <a:lnTo>
                    <a:pt x="2992" y="12199"/>
                  </a:lnTo>
                  <a:lnTo>
                    <a:pt x="3013" y="12283"/>
                  </a:lnTo>
                  <a:lnTo>
                    <a:pt x="3118" y="12409"/>
                  </a:lnTo>
                  <a:lnTo>
                    <a:pt x="3264" y="12409"/>
                  </a:lnTo>
                  <a:lnTo>
                    <a:pt x="3327" y="12450"/>
                  </a:lnTo>
                  <a:lnTo>
                    <a:pt x="3264" y="12492"/>
                  </a:lnTo>
                  <a:lnTo>
                    <a:pt x="3348" y="12555"/>
                  </a:lnTo>
                  <a:lnTo>
                    <a:pt x="3432" y="12639"/>
                  </a:lnTo>
                  <a:lnTo>
                    <a:pt x="3474" y="12555"/>
                  </a:lnTo>
                  <a:lnTo>
                    <a:pt x="3453" y="12178"/>
                  </a:lnTo>
                  <a:lnTo>
                    <a:pt x="3369" y="12032"/>
                  </a:lnTo>
                  <a:lnTo>
                    <a:pt x="3432" y="11948"/>
                  </a:lnTo>
                  <a:lnTo>
                    <a:pt x="3515" y="11885"/>
                  </a:lnTo>
                  <a:lnTo>
                    <a:pt x="3432" y="11781"/>
                  </a:lnTo>
                  <a:lnTo>
                    <a:pt x="3474" y="11718"/>
                  </a:lnTo>
                  <a:lnTo>
                    <a:pt x="3662" y="11676"/>
                  </a:lnTo>
                  <a:lnTo>
                    <a:pt x="3683" y="11593"/>
                  </a:lnTo>
                  <a:lnTo>
                    <a:pt x="3683" y="11467"/>
                  </a:lnTo>
                  <a:lnTo>
                    <a:pt x="3766" y="11321"/>
                  </a:lnTo>
                  <a:lnTo>
                    <a:pt x="3683" y="11195"/>
                  </a:lnTo>
                  <a:lnTo>
                    <a:pt x="3662" y="10923"/>
                  </a:lnTo>
                  <a:lnTo>
                    <a:pt x="3536" y="10714"/>
                  </a:lnTo>
                  <a:lnTo>
                    <a:pt x="3557" y="10609"/>
                  </a:lnTo>
                  <a:lnTo>
                    <a:pt x="3829" y="10525"/>
                  </a:lnTo>
                  <a:lnTo>
                    <a:pt x="3829" y="10358"/>
                  </a:lnTo>
                  <a:lnTo>
                    <a:pt x="3871" y="10212"/>
                  </a:lnTo>
                  <a:lnTo>
                    <a:pt x="3662" y="10002"/>
                  </a:lnTo>
                  <a:lnTo>
                    <a:pt x="3515" y="9898"/>
                  </a:lnTo>
                  <a:lnTo>
                    <a:pt x="3515" y="9688"/>
                  </a:lnTo>
                  <a:lnTo>
                    <a:pt x="3536" y="9479"/>
                  </a:lnTo>
                  <a:lnTo>
                    <a:pt x="3515" y="9249"/>
                  </a:lnTo>
                  <a:lnTo>
                    <a:pt x="3453" y="9103"/>
                  </a:lnTo>
                  <a:lnTo>
                    <a:pt x="3515" y="8914"/>
                  </a:lnTo>
                  <a:lnTo>
                    <a:pt x="3453" y="8621"/>
                  </a:lnTo>
                  <a:lnTo>
                    <a:pt x="3411" y="8308"/>
                  </a:lnTo>
                  <a:lnTo>
                    <a:pt x="3453" y="8077"/>
                  </a:lnTo>
                  <a:lnTo>
                    <a:pt x="3578" y="7847"/>
                  </a:lnTo>
                  <a:lnTo>
                    <a:pt x="3683" y="7764"/>
                  </a:lnTo>
                  <a:lnTo>
                    <a:pt x="3850" y="7784"/>
                  </a:lnTo>
                  <a:lnTo>
                    <a:pt x="4059" y="7805"/>
                  </a:lnTo>
                  <a:lnTo>
                    <a:pt x="4164" y="7680"/>
                  </a:lnTo>
                  <a:lnTo>
                    <a:pt x="4143" y="7450"/>
                  </a:lnTo>
                  <a:lnTo>
                    <a:pt x="4080" y="7366"/>
                  </a:lnTo>
                  <a:lnTo>
                    <a:pt x="4080" y="7240"/>
                  </a:lnTo>
                  <a:lnTo>
                    <a:pt x="4290" y="6738"/>
                  </a:lnTo>
                  <a:lnTo>
                    <a:pt x="4290" y="6487"/>
                  </a:lnTo>
                  <a:lnTo>
                    <a:pt x="4352" y="6215"/>
                  </a:lnTo>
                  <a:lnTo>
                    <a:pt x="4394" y="6069"/>
                  </a:lnTo>
                  <a:lnTo>
                    <a:pt x="4394" y="5901"/>
                  </a:lnTo>
                  <a:lnTo>
                    <a:pt x="4311" y="5818"/>
                  </a:lnTo>
                  <a:lnTo>
                    <a:pt x="4311" y="5692"/>
                  </a:lnTo>
                  <a:lnTo>
                    <a:pt x="4499" y="5587"/>
                  </a:lnTo>
                  <a:lnTo>
                    <a:pt x="4708" y="5567"/>
                  </a:lnTo>
                  <a:lnTo>
                    <a:pt x="4792" y="5483"/>
                  </a:lnTo>
                  <a:lnTo>
                    <a:pt x="4813" y="5357"/>
                  </a:lnTo>
                  <a:lnTo>
                    <a:pt x="4980" y="5064"/>
                  </a:lnTo>
                  <a:lnTo>
                    <a:pt x="5127" y="4855"/>
                  </a:lnTo>
                  <a:lnTo>
                    <a:pt x="5189" y="4730"/>
                  </a:lnTo>
                  <a:lnTo>
                    <a:pt x="5106" y="4541"/>
                  </a:lnTo>
                  <a:lnTo>
                    <a:pt x="5043" y="4458"/>
                  </a:lnTo>
                  <a:lnTo>
                    <a:pt x="5043" y="4206"/>
                  </a:lnTo>
                  <a:lnTo>
                    <a:pt x="5127" y="4186"/>
                  </a:lnTo>
                  <a:lnTo>
                    <a:pt x="5189" y="4081"/>
                  </a:lnTo>
                  <a:lnTo>
                    <a:pt x="5231" y="3934"/>
                  </a:lnTo>
                  <a:lnTo>
                    <a:pt x="5315" y="3893"/>
                  </a:lnTo>
                  <a:lnTo>
                    <a:pt x="5399" y="3704"/>
                  </a:lnTo>
                  <a:lnTo>
                    <a:pt x="5524" y="3600"/>
                  </a:lnTo>
                  <a:lnTo>
                    <a:pt x="5629" y="3683"/>
                  </a:lnTo>
                  <a:lnTo>
                    <a:pt x="5712" y="3725"/>
                  </a:lnTo>
                  <a:lnTo>
                    <a:pt x="5754" y="3725"/>
                  </a:lnTo>
                  <a:lnTo>
                    <a:pt x="5859" y="3621"/>
                  </a:lnTo>
                  <a:lnTo>
                    <a:pt x="5775" y="3516"/>
                  </a:lnTo>
                  <a:lnTo>
                    <a:pt x="5859" y="3474"/>
                  </a:lnTo>
                  <a:lnTo>
                    <a:pt x="5859" y="3390"/>
                  </a:lnTo>
                  <a:lnTo>
                    <a:pt x="5880" y="3349"/>
                  </a:lnTo>
                  <a:lnTo>
                    <a:pt x="5775" y="3181"/>
                  </a:lnTo>
                  <a:lnTo>
                    <a:pt x="5838" y="3160"/>
                  </a:lnTo>
                  <a:lnTo>
                    <a:pt x="6026" y="3160"/>
                  </a:lnTo>
                  <a:lnTo>
                    <a:pt x="6152" y="3077"/>
                  </a:lnTo>
                  <a:lnTo>
                    <a:pt x="6340" y="3139"/>
                  </a:lnTo>
                  <a:lnTo>
                    <a:pt x="6445" y="3202"/>
                  </a:lnTo>
                  <a:lnTo>
                    <a:pt x="6570" y="3223"/>
                  </a:lnTo>
                  <a:lnTo>
                    <a:pt x="6654" y="3286"/>
                  </a:lnTo>
                  <a:lnTo>
                    <a:pt x="6696" y="3265"/>
                  </a:lnTo>
                  <a:lnTo>
                    <a:pt x="6759" y="3307"/>
                  </a:lnTo>
                  <a:lnTo>
                    <a:pt x="6759" y="3160"/>
                  </a:lnTo>
                  <a:lnTo>
                    <a:pt x="6696" y="3077"/>
                  </a:lnTo>
                  <a:lnTo>
                    <a:pt x="6717" y="2888"/>
                  </a:lnTo>
                  <a:lnTo>
                    <a:pt x="6800" y="2846"/>
                  </a:lnTo>
                  <a:lnTo>
                    <a:pt x="6779" y="2700"/>
                  </a:lnTo>
                  <a:lnTo>
                    <a:pt x="6696" y="2658"/>
                  </a:lnTo>
                  <a:lnTo>
                    <a:pt x="6675" y="2554"/>
                  </a:lnTo>
                  <a:lnTo>
                    <a:pt x="6675" y="2554"/>
                  </a:lnTo>
                  <a:lnTo>
                    <a:pt x="6800" y="2616"/>
                  </a:lnTo>
                  <a:lnTo>
                    <a:pt x="6926" y="2574"/>
                  </a:lnTo>
                  <a:lnTo>
                    <a:pt x="6989" y="2554"/>
                  </a:lnTo>
                  <a:lnTo>
                    <a:pt x="7010" y="2533"/>
                  </a:lnTo>
                  <a:lnTo>
                    <a:pt x="7072" y="2533"/>
                  </a:lnTo>
                  <a:lnTo>
                    <a:pt x="7093" y="2512"/>
                  </a:lnTo>
                  <a:lnTo>
                    <a:pt x="7072" y="2428"/>
                  </a:lnTo>
                  <a:lnTo>
                    <a:pt x="7093" y="2323"/>
                  </a:lnTo>
                  <a:lnTo>
                    <a:pt x="7177" y="2261"/>
                  </a:lnTo>
                  <a:lnTo>
                    <a:pt x="7282" y="2261"/>
                  </a:lnTo>
                  <a:lnTo>
                    <a:pt x="7344" y="2407"/>
                  </a:lnTo>
                  <a:lnTo>
                    <a:pt x="7616" y="2616"/>
                  </a:lnTo>
                  <a:lnTo>
                    <a:pt x="7637" y="2742"/>
                  </a:lnTo>
                  <a:lnTo>
                    <a:pt x="7742" y="2846"/>
                  </a:lnTo>
                  <a:lnTo>
                    <a:pt x="7909" y="2930"/>
                  </a:lnTo>
                  <a:lnTo>
                    <a:pt x="8160" y="2930"/>
                  </a:lnTo>
                  <a:lnTo>
                    <a:pt x="8328" y="2784"/>
                  </a:lnTo>
                  <a:lnTo>
                    <a:pt x="8391" y="2700"/>
                  </a:lnTo>
                  <a:lnTo>
                    <a:pt x="8495" y="2700"/>
                  </a:lnTo>
                  <a:lnTo>
                    <a:pt x="8704" y="2846"/>
                  </a:lnTo>
                  <a:lnTo>
                    <a:pt x="8851" y="2867"/>
                  </a:lnTo>
                  <a:lnTo>
                    <a:pt x="8893" y="2742"/>
                  </a:lnTo>
                  <a:lnTo>
                    <a:pt x="8976" y="2679"/>
                  </a:lnTo>
                  <a:lnTo>
                    <a:pt x="9060" y="2616"/>
                  </a:lnTo>
                  <a:lnTo>
                    <a:pt x="9165" y="2616"/>
                  </a:lnTo>
                  <a:lnTo>
                    <a:pt x="9269" y="2554"/>
                  </a:lnTo>
                  <a:lnTo>
                    <a:pt x="9311" y="2470"/>
                  </a:lnTo>
                  <a:lnTo>
                    <a:pt x="9269" y="2365"/>
                  </a:lnTo>
                  <a:lnTo>
                    <a:pt x="9207" y="2219"/>
                  </a:lnTo>
                  <a:lnTo>
                    <a:pt x="9228" y="1905"/>
                  </a:lnTo>
                  <a:lnTo>
                    <a:pt x="9290" y="1821"/>
                  </a:lnTo>
                  <a:lnTo>
                    <a:pt x="9228" y="1717"/>
                  </a:lnTo>
                  <a:lnTo>
                    <a:pt x="9290" y="1696"/>
                  </a:lnTo>
                  <a:lnTo>
                    <a:pt x="9395" y="1570"/>
                  </a:lnTo>
                  <a:lnTo>
                    <a:pt x="9374" y="1507"/>
                  </a:lnTo>
                  <a:lnTo>
                    <a:pt x="9500" y="1424"/>
                  </a:lnTo>
                  <a:lnTo>
                    <a:pt x="9646" y="1486"/>
                  </a:lnTo>
                  <a:lnTo>
                    <a:pt x="9730" y="1466"/>
                  </a:lnTo>
                  <a:lnTo>
                    <a:pt x="9730" y="1403"/>
                  </a:lnTo>
                  <a:lnTo>
                    <a:pt x="9813" y="1298"/>
                  </a:lnTo>
                  <a:lnTo>
                    <a:pt x="10065" y="1298"/>
                  </a:lnTo>
                  <a:lnTo>
                    <a:pt x="10169" y="1382"/>
                  </a:lnTo>
                  <a:lnTo>
                    <a:pt x="10316" y="1528"/>
                  </a:lnTo>
                  <a:lnTo>
                    <a:pt x="10378" y="1633"/>
                  </a:lnTo>
                  <a:lnTo>
                    <a:pt x="10525" y="1654"/>
                  </a:lnTo>
                  <a:lnTo>
                    <a:pt x="10692" y="1696"/>
                  </a:lnTo>
                  <a:lnTo>
                    <a:pt x="10755" y="1800"/>
                  </a:lnTo>
                  <a:lnTo>
                    <a:pt x="10860" y="1905"/>
                  </a:lnTo>
                  <a:lnTo>
                    <a:pt x="10839" y="2030"/>
                  </a:lnTo>
                  <a:lnTo>
                    <a:pt x="10734" y="2177"/>
                  </a:lnTo>
                  <a:lnTo>
                    <a:pt x="10755" y="2428"/>
                  </a:lnTo>
                  <a:lnTo>
                    <a:pt x="10839" y="2428"/>
                  </a:lnTo>
                  <a:lnTo>
                    <a:pt x="10839" y="2219"/>
                  </a:lnTo>
                  <a:lnTo>
                    <a:pt x="10985" y="2051"/>
                  </a:lnTo>
                  <a:lnTo>
                    <a:pt x="11111" y="2030"/>
                  </a:lnTo>
                  <a:lnTo>
                    <a:pt x="11194" y="1926"/>
                  </a:lnTo>
                  <a:lnTo>
                    <a:pt x="11194" y="1779"/>
                  </a:lnTo>
                  <a:lnTo>
                    <a:pt x="11299" y="1738"/>
                  </a:lnTo>
                  <a:lnTo>
                    <a:pt x="11404" y="1800"/>
                  </a:lnTo>
                  <a:lnTo>
                    <a:pt x="11487" y="1717"/>
                  </a:lnTo>
                  <a:lnTo>
                    <a:pt x="11487" y="1591"/>
                  </a:lnTo>
                  <a:lnTo>
                    <a:pt x="11425" y="1591"/>
                  </a:lnTo>
                  <a:lnTo>
                    <a:pt x="11362" y="1507"/>
                  </a:lnTo>
                  <a:lnTo>
                    <a:pt x="11299" y="1507"/>
                  </a:lnTo>
                  <a:lnTo>
                    <a:pt x="11278" y="1528"/>
                  </a:lnTo>
                  <a:lnTo>
                    <a:pt x="11278" y="1612"/>
                  </a:lnTo>
                  <a:lnTo>
                    <a:pt x="11215" y="1570"/>
                  </a:lnTo>
                  <a:lnTo>
                    <a:pt x="11194" y="1507"/>
                  </a:lnTo>
                  <a:lnTo>
                    <a:pt x="11153" y="1507"/>
                  </a:lnTo>
                  <a:lnTo>
                    <a:pt x="11153" y="1570"/>
                  </a:lnTo>
                  <a:lnTo>
                    <a:pt x="11111" y="1696"/>
                  </a:lnTo>
                  <a:lnTo>
                    <a:pt x="11090" y="1654"/>
                  </a:lnTo>
                  <a:lnTo>
                    <a:pt x="11048" y="1591"/>
                  </a:lnTo>
                  <a:lnTo>
                    <a:pt x="10964" y="1633"/>
                  </a:lnTo>
                  <a:lnTo>
                    <a:pt x="10943" y="1696"/>
                  </a:lnTo>
                  <a:lnTo>
                    <a:pt x="10901" y="1612"/>
                  </a:lnTo>
                  <a:lnTo>
                    <a:pt x="10881" y="1486"/>
                  </a:lnTo>
                  <a:lnTo>
                    <a:pt x="10839" y="1486"/>
                  </a:lnTo>
                  <a:lnTo>
                    <a:pt x="10776" y="1361"/>
                  </a:lnTo>
                  <a:lnTo>
                    <a:pt x="10734" y="1319"/>
                  </a:lnTo>
                  <a:lnTo>
                    <a:pt x="10650" y="1319"/>
                  </a:lnTo>
                  <a:lnTo>
                    <a:pt x="10567" y="1298"/>
                  </a:lnTo>
                  <a:lnTo>
                    <a:pt x="10420" y="1277"/>
                  </a:lnTo>
                  <a:lnTo>
                    <a:pt x="10357" y="1193"/>
                  </a:lnTo>
                  <a:lnTo>
                    <a:pt x="10378" y="1173"/>
                  </a:lnTo>
                  <a:lnTo>
                    <a:pt x="10546" y="1214"/>
                  </a:lnTo>
                  <a:lnTo>
                    <a:pt x="10692" y="1193"/>
                  </a:lnTo>
                  <a:lnTo>
                    <a:pt x="10797" y="1214"/>
                  </a:lnTo>
                  <a:lnTo>
                    <a:pt x="11048" y="1256"/>
                  </a:lnTo>
                  <a:lnTo>
                    <a:pt x="11194" y="1193"/>
                  </a:lnTo>
                  <a:lnTo>
                    <a:pt x="11299" y="984"/>
                  </a:lnTo>
                  <a:lnTo>
                    <a:pt x="11508" y="942"/>
                  </a:lnTo>
                  <a:lnTo>
                    <a:pt x="11613" y="859"/>
                  </a:lnTo>
                  <a:lnTo>
                    <a:pt x="11613" y="838"/>
                  </a:lnTo>
                  <a:lnTo>
                    <a:pt x="11529" y="796"/>
                  </a:lnTo>
                  <a:lnTo>
                    <a:pt x="11508" y="754"/>
                  </a:lnTo>
                  <a:lnTo>
                    <a:pt x="11425" y="733"/>
                  </a:lnTo>
                  <a:lnTo>
                    <a:pt x="11320" y="754"/>
                  </a:lnTo>
                  <a:lnTo>
                    <a:pt x="11194" y="608"/>
                  </a:lnTo>
                  <a:lnTo>
                    <a:pt x="11111" y="608"/>
                  </a:lnTo>
                  <a:lnTo>
                    <a:pt x="11006" y="733"/>
                  </a:lnTo>
                  <a:lnTo>
                    <a:pt x="10964" y="733"/>
                  </a:lnTo>
                  <a:lnTo>
                    <a:pt x="10943" y="691"/>
                  </a:lnTo>
                  <a:lnTo>
                    <a:pt x="11048" y="649"/>
                  </a:lnTo>
                  <a:lnTo>
                    <a:pt x="11048" y="566"/>
                  </a:lnTo>
                  <a:lnTo>
                    <a:pt x="10943" y="524"/>
                  </a:lnTo>
                  <a:lnTo>
                    <a:pt x="10901" y="482"/>
                  </a:lnTo>
                  <a:lnTo>
                    <a:pt x="10839" y="482"/>
                  </a:lnTo>
                  <a:lnTo>
                    <a:pt x="10776" y="608"/>
                  </a:lnTo>
                  <a:lnTo>
                    <a:pt x="10734" y="608"/>
                  </a:lnTo>
                  <a:lnTo>
                    <a:pt x="10734" y="524"/>
                  </a:lnTo>
                  <a:lnTo>
                    <a:pt x="10671" y="545"/>
                  </a:lnTo>
                  <a:lnTo>
                    <a:pt x="10650" y="587"/>
                  </a:lnTo>
                  <a:lnTo>
                    <a:pt x="10588" y="587"/>
                  </a:lnTo>
                  <a:lnTo>
                    <a:pt x="10567" y="545"/>
                  </a:lnTo>
                  <a:lnTo>
                    <a:pt x="10650" y="482"/>
                  </a:lnTo>
                  <a:lnTo>
                    <a:pt x="10650" y="419"/>
                  </a:lnTo>
                  <a:lnTo>
                    <a:pt x="10546" y="357"/>
                  </a:lnTo>
                  <a:lnTo>
                    <a:pt x="10420" y="357"/>
                  </a:lnTo>
                  <a:lnTo>
                    <a:pt x="10357" y="377"/>
                  </a:lnTo>
                  <a:lnTo>
                    <a:pt x="10337" y="545"/>
                  </a:lnTo>
                  <a:lnTo>
                    <a:pt x="10253" y="587"/>
                  </a:lnTo>
                  <a:lnTo>
                    <a:pt x="10253" y="649"/>
                  </a:lnTo>
                  <a:lnTo>
                    <a:pt x="10316" y="796"/>
                  </a:lnTo>
                  <a:lnTo>
                    <a:pt x="10316" y="880"/>
                  </a:lnTo>
                  <a:lnTo>
                    <a:pt x="10253" y="942"/>
                  </a:lnTo>
                  <a:lnTo>
                    <a:pt x="10211" y="838"/>
                  </a:lnTo>
                  <a:lnTo>
                    <a:pt x="10127" y="838"/>
                  </a:lnTo>
                  <a:lnTo>
                    <a:pt x="10127" y="859"/>
                  </a:lnTo>
                  <a:lnTo>
                    <a:pt x="10023" y="838"/>
                  </a:lnTo>
                  <a:lnTo>
                    <a:pt x="9897" y="901"/>
                  </a:lnTo>
                  <a:lnTo>
                    <a:pt x="9897" y="901"/>
                  </a:lnTo>
                  <a:lnTo>
                    <a:pt x="10002" y="754"/>
                  </a:lnTo>
                  <a:lnTo>
                    <a:pt x="10065" y="733"/>
                  </a:lnTo>
                  <a:lnTo>
                    <a:pt x="10127" y="608"/>
                  </a:lnTo>
                  <a:lnTo>
                    <a:pt x="10127" y="566"/>
                  </a:lnTo>
                  <a:lnTo>
                    <a:pt x="10065" y="566"/>
                  </a:lnTo>
                  <a:lnTo>
                    <a:pt x="9960" y="649"/>
                  </a:lnTo>
                  <a:lnTo>
                    <a:pt x="9897" y="649"/>
                  </a:lnTo>
                  <a:lnTo>
                    <a:pt x="9918" y="587"/>
                  </a:lnTo>
                  <a:lnTo>
                    <a:pt x="10002" y="524"/>
                  </a:lnTo>
                  <a:lnTo>
                    <a:pt x="10002" y="482"/>
                  </a:lnTo>
                  <a:lnTo>
                    <a:pt x="9897" y="461"/>
                  </a:lnTo>
                  <a:lnTo>
                    <a:pt x="9855" y="419"/>
                  </a:lnTo>
                  <a:lnTo>
                    <a:pt x="9960" y="377"/>
                  </a:lnTo>
                  <a:lnTo>
                    <a:pt x="10002" y="419"/>
                  </a:lnTo>
                  <a:lnTo>
                    <a:pt x="10127" y="419"/>
                  </a:lnTo>
                  <a:lnTo>
                    <a:pt x="10169" y="231"/>
                  </a:lnTo>
                  <a:lnTo>
                    <a:pt x="10169" y="168"/>
                  </a:lnTo>
                  <a:lnTo>
                    <a:pt x="10044" y="210"/>
                  </a:lnTo>
                  <a:lnTo>
                    <a:pt x="10002" y="147"/>
                  </a:lnTo>
                  <a:lnTo>
                    <a:pt x="10023" y="64"/>
                  </a:lnTo>
                  <a:lnTo>
                    <a:pt x="10002" y="1"/>
                  </a:lnTo>
                  <a:lnTo>
                    <a:pt x="9918" y="64"/>
                  </a:lnTo>
                  <a:lnTo>
                    <a:pt x="9855" y="64"/>
                  </a:lnTo>
                  <a:lnTo>
                    <a:pt x="979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6" name="Google Shape;7774;p67">
              <a:extLst>
                <a:ext uri="{FF2B5EF4-FFF2-40B4-BE49-F238E27FC236}">
                  <a16:creationId xmlns:a16="http://schemas.microsoft.com/office/drawing/2014/main" id="{4FA9C3E4-3621-A594-3031-0DF4508E30AD}"/>
                </a:ext>
              </a:extLst>
            </p:cNvPr>
            <p:cNvSpPr/>
            <p:nvPr/>
          </p:nvSpPr>
          <p:spPr>
            <a:xfrm>
              <a:off x="3823325" y="2021850"/>
              <a:ext cx="143875" cy="324875"/>
            </a:xfrm>
            <a:custGeom>
              <a:avLst/>
              <a:gdLst/>
              <a:ahLst/>
              <a:cxnLst/>
              <a:rect l="l" t="t" r="r" b="b"/>
              <a:pathLst>
                <a:path w="5755" h="12995" extrusionOk="0">
                  <a:moveTo>
                    <a:pt x="3788" y="1"/>
                  </a:moveTo>
                  <a:lnTo>
                    <a:pt x="3725" y="21"/>
                  </a:lnTo>
                  <a:lnTo>
                    <a:pt x="3599" y="63"/>
                  </a:lnTo>
                  <a:lnTo>
                    <a:pt x="3474" y="1"/>
                  </a:lnTo>
                  <a:lnTo>
                    <a:pt x="3474" y="1"/>
                  </a:lnTo>
                  <a:lnTo>
                    <a:pt x="3495" y="105"/>
                  </a:lnTo>
                  <a:lnTo>
                    <a:pt x="3578" y="147"/>
                  </a:lnTo>
                  <a:lnTo>
                    <a:pt x="3599" y="293"/>
                  </a:lnTo>
                  <a:lnTo>
                    <a:pt x="3516" y="335"/>
                  </a:lnTo>
                  <a:lnTo>
                    <a:pt x="3495" y="524"/>
                  </a:lnTo>
                  <a:lnTo>
                    <a:pt x="3558" y="607"/>
                  </a:lnTo>
                  <a:lnTo>
                    <a:pt x="3558" y="754"/>
                  </a:lnTo>
                  <a:lnTo>
                    <a:pt x="3495" y="712"/>
                  </a:lnTo>
                  <a:lnTo>
                    <a:pt x="3453" y="733"/>
                  </a:lnTo>
                  <a:lnTo>
                    <a:pt x="3369" y="670"/>
                  </a:lnTo>
                  <a:lnTo>
                    <a:pt x="3244" y="649"/>
                  </a:lnTo>
                  <a:lnTo>
                    <a:pt x="3139" y="586"/>
                  </a:lnTo>
                  <a:lnTo>
                    <a:pt x="2951" y="524"/>
                  </a:lnTo>
                  <a:lnTo>
                    <a:pt x="2825" y="607"/>
                  </a:lnTo>
                  <a:lnTo>
                    <a:pt x="2637" y="607"/>
                  </a:lnTo>
                  <a:lnTo>
                    <a:pt x="2574" y="628"/>
                  </a:lnTo>
                  <a:lnTo>
                    <a:pt x="2679" y="796"/>
                  </a:lnTo>
                  <a:lnTo>
                    <a:pt x="2658" y="837"/>
                  </a:lnTo>
                  <a:lnTo>
                    <a:pt x="2658" y="921"/>
                  </a:lnTo>
                  <a:lnTo>
                    <a:pt x="2574" y="963"/>
                  </a:lnTo>
                  <a:lnTo>
                    <a:pt x="2658" y="1068"/>
                  </a:lnTo>
                  <a:lnTo>
                    <a:pt x="2553" y="1172"/>
                  </a:lnTo>
                  <a:lnTo>
                    <a:pt x="2511" y="1172"/>
                  </a:lnTo>
                  <a:lnTo>
                    <a:pt x="2428" y="1130"/>
                  </a:lnTo>
                  <a:lnTo>
                    <a:pt x="2323" y="1047"/>
                  </a:lnTo>
                  <a:lnTo>
                    <a:pt x="2198" y="1151"/>
                  </a:lnTo>
                  <a:lnTo>
                    <a:pt x="2114" y="1340"/>
                  </a:lnTo>
                  <a:lnTo>
                    <a:pt x="2030" y="1381"/>
                  </a:lnTo>
                  <a:lnTo>
                    <a:pt x="1988" y="1528"/>
                  </a:lnTo>
                  <a:lnTo>
                    <a:pt x="1926" y="1633"/>
                  </a:lnTo>
                  <a:lnTo>
                    <a:pt x="1842" y="1653"/>
                  </a:lnTo>
                  <a:lnTo>
                    <a:pt x="1842" y="1905"/>
                  </a:lnTo>
                  <a:lnTo>
                    <a:pt x="1905" y="1988"/>
                  </a:lnTo>
                  <a:lnTo>
                    <a:pt x="1988" y="2177"/>
                  </a:lnTo>
                  <a:lnTo>
                    <a:pt x="1926" y="2302"/>
                  </a:lnTo>
                  <a:lnTo>
                    <a:pt x="1779" y="2511"/>
                  </a:lnTo>
                  <a:lnTo>
                    <a:pt x="1612" y="2804"/>
                  </a:lnTo>
                  <a:lnTo>
                    <a:pt x="1591" y="2930"/>
                  </a:lnTo>
                  <a:lnTo>
                    <a:pt x="1507" y="3014"/>
                  </a:lnTo>
                  <a:lnTo>
                    <a:pt x="1298" y="3034"/>
                  </a:lnTo>
                  <a:lnTo>
                    <a:pt x="1110" y="3139"/>
                  </a:lnTo>
                  <a:lnTo>
                    <a:pt x="1110" y="3265"/>
                  </a:lnTo>
                  <a:lnTo>
                    <a:pt x="1193" y="3348"/>
                  </a:lnTo>
                  <a:lnTo>
                    <a:pt x="1193" y="3516"/>
                  </a:lnTo>
                  <a:lnTo>
                    <a:pt x="1151" y="3662"/>
                  </a:lnTo>
                  <a:lnTo>
                    <a:pt x="1089" y="3934"/>
                  </a:lnTo>
                  <a:lnTo>
                    <a:pt x="1089" y="4185"/>
                  </a:lnTo>
                  <a:lnTo>
                    <a:pt x="879" y="4687"/>
                  </a:lnTo>
                  <a:lnTo>
                    <a:pt x="879" y="4813"/>
                  </a:lnTo>
                  <a:lnTo>
                    <a:pt x="942" y="4897"/>
                  </a:lnTo>
                  <a:lnTo>
                    <a:pt x="963" y="5127"/>
                  </a:lnTo>
                  <a:lnTo>
                    <a:pt x="858" y="5252"/>
                  </a:lnTo>
                  <a:lnTo>
                    <a:pt x="649" y="5231"/>
                  </a:lnTo>
                  <a:lnTo>
                    <a:pt x="482" y="5211"/>
                  </a:lnTo>
                  <a:lnTo>
                    <a:pt x="377" y="5294"/>
                  </a:lnTo>
                  <a:lnTo>
                    <a:pt x="252" y="5524"/>
                  </a:lnTo>
                  <a:lnTo>
                    <a:pt x="210" y="5755"/>
                  </a:lnTo>
                  <a:lnTo>
                    <a:pt x="252" y="6068"/>
                  </a:lnTo>
                  <a:lnTo>
                    <a:pt x="314" y="6361"/>
                  </a:lnTo>
                  <a:lnTo>
                    <a:pt x="252" y="6550"/>
                  </a:lnTo>
                  <a:lnTo>
                    <a:pt x="314" y="6696"/>
                  </a:lnTo>
                  <a:lnTo>
                    <a:pt x="335" y="6926"/>
                  </a:lnTo>
                  <a:lnTo>
                    <a:pt x="314" y="7135"/>
                  </a:lnTo>
                  <a:lnTo>
                    <a:pt x="314" y="7345"/>
                  </a:lnTo>
                  <a:lnTo>
                    <a:pt x="461" y="7449"/>
                  </a:lnTo>
                  <a:lnTo>
                    <a:pt x="670" y="7659"/>
                  </a:lnTo>
                  <a:lnTo>
                    <a:pt x="628" y="7805"/>
                  </a:lnTo>
                  <a:lnTo>
                    <a:pt x="628" y="7972"/>
                  </a:lnTo>
                  <a:lnTo>
                    <a:pt x="356" y="8056"/>
                  </a:lnTo>
                  <a:lnTo>
                    <a:pt x="335" y="8161"/>
                  </a:lnTo>
                  <a:lnTo>
                    <a:pt x="461" y="8370"/>
                  </a:lnTo>
                  <a:lnTo>
                    <a:pt x="482" y="8642"/>
                  </a:lnTo>
                  <a:lnTo>
                    <a:pt x="565" y="8768"/>
                  </a:lnTo>
                  <a:lnTo>
                    <a:pt x="482" y="8914"/>
                  </a:lnTo>
                  <a:lnTo>
                    <a:pt x="482" y="9040"/>
                  </a:lnTo>
                  <a:lnTo>
                    <a:pt x="461" y="9123"/>
                  </a:lnTo>
                  <a:lnTo>
                    <a:pt x="273" y="9165"/>
                  </a:lnTo>
                  <a:lnTo>
                    <a:pt x="231" y="9228"/>
                  </a:lnTo>
                  <a:lnTo>
                    <a:pt x="314" y="9332"/>
                  </a:lnTo>
                  <a:lnTo>
                    <a:pt x="231" y="9395"/>
                  </a:lnTo>
                  <a:lnTo>
                    <a:pt x="168" y="9479"/>
                  </a:lnTo>
                  <a:lnTo>
                    <a:pt x="252" y="9625"/>
                  </a:lnTo>
                  <a:lnTo>
                    <a:pt x="273" y="10002"/>
                  </a:lnTo>
                  <a:lnTo>
                    <a:pt x="231" y="10086"/>
                  </a:lnTo>
                  <a:lnTo>
                    <a:pt x="147" y="10002"/>
                  </a:lnTo>
                  <a:lnTo>
                    <a:pt x="63" y="9939"/>
                  </a:lnTo>
                  <a:lnTo>
                    <a:pt x="63" y="9960"/>
                  </a:lnTo>
                  <a:lnTo>
                    <a:pt x="1" y="10023"/>
                  </a:lnTo>
                  <a:lnTo>
                    <a:pt x="21" y="10253"/>
                  </a:lnTo>
                  <a:lnTo>
                    <a:pt x="42" y="10337"/>
                  </a:lnTo>
                  <a:lnTo>
                    <a:pt x="63" y="10525"/>
                  </a:lnTo>
                  <a:lnTo>
                    <a:pt x="147" y="10546"/>
                  </a:lnTo>
                  <a:lnTo>
                    <a:pt x="168" y="10588"/>
                  </a:lnTo>
                  <a:lnTo>
                    <a:pt x="147" y="10734"/>
                  </a:lnTo>
                  <a:lnTo>
                    <a:pt x="273" y="10672"/>
                  </a:lnTo>
                  <a:lnTo>
                    <a:pt x="210" y="10567"/>
                  </a:lnTo>
                  <a:lnTo>
                    <a:pt x="231" y="10483"/>
                  </a:lnTo>
                  <a:lnTo>
                    <a:pt x="273" y="10483"/>
                  </a:lnTo>
                  <a:lnTo>
                    <a:pt x="252" y="10546"/>
                  </a:lnTo>
                  <a:lnTo>
                    <a:pt x="335" y="10588"/>
                  </a:lnTo>
                  <a:lnTo>
                    <a:pt x="377" y="10672"/>
                  </a:lnTo>
                  <a:lnTo>
                    <a:pt x="252" y="10755"/>
                  </a:lnTo>
                  <a:lnTo>
                    <a:pt x="231" y="10860"/>
                  </a:lnTo>
                  <a:lnTo>
                    <a:pt x="273" y="10944"/>
                  </a:lnTo>
                  <a:lnTo>
                    <a:pt x="252" y="11069"/>
                  </a:lnTo>
                  <a:lnTo>
                    <a:pt x="210" y="11111"/>
                  </a:lnTo>
                  <a:lnTo>
                    <a:pt x="273" y="11216"/>
                  </a:lnTo>
                  <a:lnTo>
                    <a:pt x="356" y="11257"/>
                  </a:lnTo>
                  <a:lnTo>
                    <a:pt x="440" y="11383"/>
                  </a:lnTo>
                  <a:lnTo>
                    <a:pt x="482" y="11425"/>
                  </a:lnTo>
                  <a:lnTo>
                    <a:pt x="586" y="11634"/>
                  </a:lnTo>
                  <a:lnTo>
                    <a:pt x="586" y="11801"/>
                  </a:lnTo>
                  <a:lnTo>
                    <a:pt x="733" y="11843"/>
                  </a:lnTo>
                  <a:lnTo>
                    <a:pt x="754" y="11948"/>
                  </a:lnTo>
                  <a:lnTo>
                    <a:pt x="858" y="12094"/>
                  </a:lnTo>
                  <a:lnTo>
                    <a:pt x="984" y="12011"/>
                  </a:lnTo>
                  <a:lnTo>
                    <a:pt x="1005" y="12136"/>
                  </a:lnTo>
                  <a:lnTo>
                    <a:pt x="942" y="12304"/>
                  </a:lnTo>
                  <a:lnTo>
                    <a:pt x="775" y="12325"/>
                  </a:lnTo>
                  <a:lnTo>
                    <a:pt x="754" y="12366"/>
                  </a:lnTo>
                  <a:lnTo>
                    <a:pt x="838" y="12429"/>
                  </a:lnTo>
                  <a:lnTo>
                    <a:pt x="858" y="12534"/>
                  </a:lnTo>
                  <a:lnTo>
                    <a:pt x="984" y="12555"/>
                  </a:lnTo>
                  <a:lnTo>
                    <a:pt x="1047" y="12848"/>
                  </a:lnTo>
                  <a:lnTo>
                    <a:pt x="963" y="12952"/>
                  </a:lnTo>
                  <a:lnTo>
                    <a:pt x="1005" y="12994"/>
                  </a:lnTo>
                  <a:lnTo>
                    <a:pt x="1151" y="12994"/>
                  </a:lnTo>
                  <a:lnTo>
                    <a:pt x="1423" y="12931"/>
                  </a:lnTo>
                  <a:lnTo>
                    <a:pt x="1570" y="12973"/>
                  </a:lnTo>
                  <a:lnTo>
                    <a:pt x="1695" y="12869"/>
                  </a:lnTo>
                  <a:lnTo>
                    <a:pt x="1674" y="12764"/>
                  </a:lnTo>
                  <a:lnTo>
                    <a:pt x="1612" y="12701"/>
                  </a:lnTo>
                  <a:lnTo>
                    <a:pt x="1695" y="12534"/>
                  </a:lnTo>
                  <a:lnTo>
                    <a:pt x="1884" y="12513"/>
                  </a:lnTo>
                  <a:lnTo>
                    <a:pt x="1905" y="12325"/>
                  </a:lnTo>
                  <a:lnTo>
                    <a:pt x="1926" y="12408"/>
                  </a:lnTo>
                  <a:lnTo>
                    <a:pt x="2135" y="12450"/>
                  </a:lnTo>
                  <a:lnTo>
                    <a:pt x="2260" y="12366"/>
                  </a:lnTo>
                  <a:lnTo>
                    <a:pt x="2365" y="12429"/>
                  </a:lnTo>
                  <a:lnTo>
                    <a:pt x="2449" y="12513"/>
                  </a:lnTo>
                  <a:lnTo>
                    <a:pt x="2553" y="12345"/>
                  </a:lnTo>
                  <a:lnTo>
                    <a:pt x="2616" y="12115"/>
                  </a:lnTo>
                  <a:lnTo>
                    <a:pt x="2679" y="12032"/>
                  </a:lnTo>
                  <a:lnTo>
                    <a:pt x="2721" y="11739"/>
                  </a:lnTo>
                  <a:lnTo>
                    <a:pt x="2762" y="11634"/>
                  </a:lnTo>
                  <a:lnTo>
                    <a:pt x="2658" y="11571"/>
                  </a:lnTo>
                  <a:lnTo>
                    <a:pt x="2679" y="11467"/>
                  </a:lnTo>
                  <a:lnTo>
                    <a:pt x="2783" y="11320"/>
                  </a:lnTo>
                  <a:lnTo>
                    <a:pt x="2679" y="11216"/>
                  </a:lnTo>
                  <a:lnTo>
                    <a:pt x="2783" y="11111"/>
                  </a:lnTo>
                  <a:lnTo>
                    <a:pt x="2658" y="11048"/>
                  </a:lnTo>
                  <a:lnTo>
                    <a:pt x="2721" y="10965"/>
                  </a:lnTo>
                  <a:lnTo>
                    <a:pt x="2658" y="10839"/>
                  </a:lnTo>
                  <a:lnTo>
                    <a:pt x="2762" y="10881"/>
                  </a:lnTo>
                  <a:lnTo>
                    <a:pt x="2930" y="10860"/>
                  </a:lnTo>
                  <a:lnTo>
                    <a:pt x="2783" y="10755"/>
                  </a:lnTo>
                  <a:lnTo>
                    <a:pt x="2846" y="10609"/>
                  </a:lnTo>
                  <a:lnTo>
                    <a:pt x="2846" y="10546"/>
                  </a:lnTo>
                  <a:lnTo>
                    <a:pt x="2658" y="10483"/>
                  </a:lnTo>
                  <a:lnTo>
                    <a:pt x="2888" y="10483"/>
                  </a:lnTo>
                  <a:lnTo>
                    <a:pt x="2762" y="10358"/>
                  </a:lnTo>
                  <a:lnTo>
                    <a:pt x="2679" y="10358"/>
                  </a:lnTo>
                  <a:lnTo>
                    <a:pt x="2742" y="10274"/>
                  </a:lnTo>
                  <a:lnTo>
                    <a:pt x="2783" y="10274"/>
                  </a:lnTo>
                  <a:lnTo>
                    <a:pt x="2825" y="10316"/>
                  </a:lnTo>
                  <a:lnTo>
                    <a:pt x="2888" y="10232"/>
                  </a:lnTo>
                  <a:lnTo>
                    <a:pt x="2867" y="10148"/>
                  </a:lnTo>
                  <a:lnTo>
                    <a:pt x="2972" y="10232"/>
                  </a:lnTo>
                  <a:lnTo>
                    <a:pt x="2993" y="10128"/>
                  </a:lnTo>
                  <a:lnTo>
                    <a:pt x="3076" y="10023"/>
                  </a:lnTo>
                  <a:lnTo>
                    <a:pt x="3160" y="10023"/>
                  </a:lnTo>
                  <a:lnTo>
                    <a:pt x="3139" y="9939"/>
                  </a:lnTo>
                  <a:lnTo>
                    <a:pt x="3181" y="9897"/>
                  </a:lnTo>
                  <a:lnTo>
                    <a:pt x="3202" y="9939"/>
                  </a:lnTo>
                  <a:lnTo>
                    <a:pt x="3181" y="10044"/>
                  </a:lnTo>
                  <a:lnTo>
                    <a:pt x="3265" y="10044"/>
                  </a:lnTo>
                  <a:lnTo>
                    <a:pt x="3369" y="9897"/>
                  </a:lnTo>
                  <a:lnTo>
                    <a:pt x="3453" y="9897"/>
                  </a:lnTo>
                  <a:lnTo>
                    <a:pt x="3516" y="9835"/>
                  </a:lnTo>
                  <a:lnTo>
                    <a:pt x="3495" y="9730"/>
                  </a:lnTo>
                  <a:lnTo>
                    <a:pt x="3411" y="9646"/>
                  </a:lnTo>
                  <a:lnTo>
                    <a:pt x="3286" y="9625"/>
                  </a:lnTo>
                  <a:lnTo>
                    <a:pt x="3181" y="9688"/>
                  </a:lnTo>
                  <a:lnTo>
                    <a:pt x="3139" y="9646"/>
                  </a:lnTo>
                  <a:lnTo>
                    <a:pt x="3055" y="9709"/>
                  </a:lnTo>
                  <a:lnTo>
                    <a:pt x="2972" y="9604"/>
                  </a:lnTo>
                  <a:lnTo>
                    <a:pt x="2846" y="9563"/>
                  </a:lnTo>
                  <a:lnTo>
                    <a:pt x="2762" y="9521"/>
                  </a:lnTo>
                  <a:lnTo>
                    <a:pt x="2616" y="9542"/>
                  </a:lnTo>
                  <a:lnTo>
                    <a:pt x="2616" y="9604"/>
                  </a:lnTo>
                  <a:lnTo>
                    <a:pt x="2553" y="9542"/>
                  </a:lnTo>
                  <a:lnTo>
                    <a:pt x="2407" y="9542"/>
                  </a:lnTo>
                  <a:lnTo>
                    <a:pt x="2365" y="9500"/>
                  </a:lnTo>
                  <a:lnTo>
                    <a:pt x="2470" y="9479"/>
                  </a:lnTo>
                  <a:lnTo>
                    <a:pt x="2553" y="9521"/>
                  </a:lnTo>
                  <a:lnTo>
                    <a:pt x="2637" y="9395"/>
                  </a:lnTo>
                  <a:lnTo>
                    <a:pt x="2679" y="9437"/>
                  </a:lnTo>
                  <a:lnTo>
                    <a:pt x="2783" y="9416"/>
                  </a:lnTo>
                  <a:lnTo>
                    <a:pt x="2825" y="9332"/>
                  </a:lnTo>
                  <a:lnTo>
                    <a:pt x="2930" y="9374"/>
                  </a:lnTo>
                  <a:lnTo>
                    <a:pt x="2972" y="9416"/>
                  </a:lnTo>
                  <a:lnTo>
                    <a:pt x="3034" y="9416"/>
                  </a:lnTo>
                  <a:lnTo>
                    <a:pt x="3055" y="9332"/>
                  </a:lnTo>
                  <a:lnTo>
                    <a:pt x="3097" y="9416"/>
                  </a:lnTo>
                  <a:lnTo>
                    <a:pt x="3244" y="9437"/>
                  </a:lnTo>
                  <a:lnTo>
                    <a:pt x="3202" y="9521"/>
                  </a:lnTo>
                  <a:lnTo>
                    <a:pt x="3306" y="9563"/>
                  </a:lnTo>
                  <a:lnTo>
                    <a:pt x="3474" y="9542"/>
                  </a:lnTo>
                  <a:lnTo>
                    <a:pt x="3495" y="9416"/>
                  </a:lnTo>
                  <a:lnTo>
                    <a:pt x="3662" y="9270"/>
                  </a:lnTo>
                  <a:lnTo>
                    <a:pt x="3725" y="9102"/>
                  </a:lnTo>
                  <a:lnTo>
                    <a:pt x="3599" y="8977"/>
                  </a:lnTo>
                  <a:lnTo>
                    <a:pt x="3599" y="8893"/>
                  </a:lnTo>
                  <a:lnTo>
                    <a:pt x="3453" y="8788"/>
                  </a:lnTo>
                  <a:lnTo>
                    <a:pt x="3474" y="8747"/>
                  </a:lnTo>
                  <a:lnTo>
                    <a:pt x="3265" y="8579"/>
                  </a:lnTo>
                  <a:lnTo>
                    <a:pt x="3244" y="8475"/>
                  </a:lnTo>
                  <a:lnTo>
                    <a:pt x="3160" y="8391"/>
                  </a:lnTo>
                  <a:lnTo>
                    <a:pt x="3055" y="8516"/>
                  </a:lnTo>
                  <a:lnTo>
                    <a:pt x="2993" y="8433"/>
                  </a:lnTo>
                  <a:lnTo>
                    <a:pt x="2951" y="8454"/>
                  </a:lnTo>
                  <a:lnTo>
                    <a:pt x="2951" y="8349"/>
                  </a:lnTo>
                  <a:lnTo>
                    <a:pt x="2867" y="8349"/>
                  </a:lnTo>
                  <a:lnTo>
                    <a:pt x="2825" y="8244"/>
                  </a:lnTo>
                  <a:lnTo>
                    <a:pt x="2742" y="8182"/>
                  </a:lnTo>
                  <a:lnTo>
                    <a:pt x="2825" y="8077"/>
                  </a:lnTo>
                  <a:lnTo>
                    <a:pt x="2762" y="7952"/>
                  </a:lnTo>
                  <a:lnTo>
                    <a:pt x="2825" y="7931"/>
                  </a:lnTo>
                  <a:lnTo>
                    <a:pt x="2825" y="7847"/>
                  </a:lnTo>
                  <a:lnTo>
                    <a:pt x="2742" y="7826"/>
                  </a:lnTo>
                  <a:lnTo>
                    <a:pt x="2825" y="7721"/>
                  </a:lnTo>
                  <a:lnTo>
                    <a:pt x="2783" y="7533"/>
                  </a:lnTo>
                  <a:lnTo>
                    <a:pt x="2825" y="7512"/>
                  </a:lnTo>
                  <a:lnTo>
                    <a:pt x="2867" y="7554"/>
                  </a:lnTo>
                  <a:lnTo>
                    <a:pt x="2888" y="7449"/>
                  </a:lnTo>
                  <a:lnTo>
                    <a:pt x="2825" y="7345"/>
                  </a:lnTo>
                  <a:lnTo>
                    <a:pt x="2846" y="7198"/>
                  </a:lnTo>
                  <a:lnTo>
                    <a:pt x="2825" y="7073"/>
                  </a:lnTo>
                  <a:lnTo>
                    <a:pt x="2846" y="7010"/>
                  </a:lnTo>
                  <a:lnTo>
                    <a:pt x="2825" y="6884"/>
                  </a:lnTo>
                  <a:lnTo>
                    <a:pt x="2679" y="6696"/>
                  </a:lnTo>
                  <a:lnTo>
                    <a:pt x="2679" y="6696"/>
                  </a:lnTo>
                  <a:lnTo>
                    <a:pt x="2783" y="6759"/>
                  </a:lnTo>
                  <a:lnTo>
                    <a:pt x="2951" y="6717"/>
                  </a:lnTo>
                  <a:lnTo>
                    <a:pt x="3055" y="6571"/>
                  </a:lnTo>
                  <a:lnTo>
                    <a:pt x="2993" y="6466"/>
                  </a:lnTo>
                  <a:lnTo>
                    <a:pt x="3034" y="6403"/>
                  </a:lnTo>
                  <a:lnTo>
                    <a:pt x="3139" y="6424"/>
                  </a:lnTo>
                  <a:lnTo>
                    <a:pt x="3286" y="6299"/>
                  </a:lnTo>
                  <a:lnTo>
                    <a:pt x="3286" y="6236"/>
                  </a:lnTo>
                  <a:lnTo>
                    <a:pt x="3202" y="6236"/>
                  </a:lnTo>
                  <a:lnTo>
                    <a:pt x="3265" y="6131"/>
                  </a:lnTo>
                  <a:lnTo>
                    <a:pt x="3348" y="6047"/>
                  </a:lnTo>
                  <a:lnTo>
                    <a:pt x="3390" y="6089"/>
                  </a:lnTo>
                  <a:lnTo>
                    <a:pt x="3453" y="6089"/>
                  </a:lnTo>
                  <a:lnTo>
                    <a:pt x="3474" y="5964"/>
                  </a:lnTo>
                  <a:lnTo>
                    <a:pt x="3516" y="5964"/>
                  </a:lnTo>
                  <a:lnTo>
                    <a:pt x="3558" y="6047"/>
                  </a:lnTo>
                  <a:lnTo>
                    <a:pt x="3620" y="5964"/>
                  </a:lnTo>
                  <a:lnTo>
                    <a:pt x="3620" y="5838"/>
                  </a:lnTo>
                  <a:lnTo>
                    <a:pt x="3683" y="5734"/>
                  </a:lnTo>
                  <a:lnTo>
                    <a:pt x="3788" y="5734"/>
                  </a:lnTo>
                  <a:lnTo>
                    <a:pt x="3788" y="5817"/>
                  </a:lnTo>
                  <a:lnTo>
                    <a:pt x="3871" y="5817"/>
                  </a:lnTo>
                  <a:lnTo>
                    <a:pt x="3913" y="5713"/>
                  </a:lnTo>
                  <a:lnTo>
                    <a:pt x="4039" y="5629"/>
                  </a:lnTo>
                  <a:lnTo>
                    <a:pt x="4018" y="5524"/>
                  </a:lnTo>
                  <a:lnTo>
                    <a:pt x="4018" y="5420"/>
                  </a:lnTo>
                  <a:lnTo>
                    <a:pt x="4102" y="5503"/>
                  </a:lnTo>
                  <a:lnTo>
                    <a:pt x="4206" y="5378"/>
                  </a:lnTo>
                  <a:lnTo>
                    <a:pt x="4290" y="5378"/>
                  </a:lnTo>
                  <a:lnTo>
                    <a:pt x="4395" y="5190"/>
                  </a:lnTo>
                  <a:lnTo>
                    <a:pt x="4395" y="5001"/>
                  </a:lnTo>
                  <a:lnTo>
                    <a:pt x="4457" y="4897"/>
                  </a:lnTo>
                  <a:lnTo>
                    <a:pt x="4541" y="4897"/>
                  </a:lnTo>
                  <a:lnTo>
                    <a:pt x="4646" y="4771"/>
                  </a:lnTo>
                  <a:lnTo>
                    <a:pt x="4562" y="4771"/>
                  </a:lnTo>
                  <a:lnTo>
                    <a:pt x="4499" y="4666"/>
                  </a:lnTo>
                  <a:lnTo>
                    <a:pt x="4562" y="4625"/>
                  </a:lnTo>
                  <a:lnTo>
                    <a:pt x="4541" y="4562"/>
                  </a:lnTo>
                  <a:lnTo>
                    <a:pt x="4436" y="4562"/>
                  </a:lnTo>
                  <a:lnTo>
                    <a:pt x="4332" y="4457"/>
                  </a:lnTo>
                  <a:lnTo>
                    <a:pt x="4457" y="4415"/>
                  </a:lnTo>
                  <a:lnTo>
                    <a:pt x="4436" y="4332"/>
                  </a:lnTo>
                  <a:lnTo>
                    <a:pt x="4520" y="4164"/>
                  </a:lnTo>
                  <a:lnTo>
                    <a:pt x="4541" y="4081"/>
                  </a:lnTo>
                  <a:lnTo>
                    <a:pt x="4499" y="3997"/>
                  </a:lnTo>
                  <a:lnTo>
                    <a:pt x="4415" y="3997"/>
                  </a:lnTo>
                  <a:lnTo>
                    <a:pt x="4395" y="3934"/>
                  </a:lnTo>
                  <a:lnTo>
                    <a:pt x="4415" y="3892"/>
                  </a:lnTo>
                  <a:lnTo>
                    <a:pt x="4499" y="3934"/>
                  </a:lnTo>
                  <a:lnTo>
                    <a:pt x="4520" y="3955"/>
                  </a:lnTo>
                  <a:lnTo>
                    <a:pt x="4541" y="3955"/>
                  </a:lnTo>
                  <a:lnTo>
                    <a:pt x="4541" y="3871"/>
                  </a:lnTo>
                  <a:lnTo>
                    <a:pt x="4436" y="3850"/>
                  </a:lnTo>
                  <a:lnTo>
                    <a:pt x="4541" y="3788"/>
                  </a:lnTo>
                  <a:lnTo>
                    <a:pt x="4625" y="3788"/>
                  </a:lnTo>
                  <a:lnTo>
                    <a:pt x="4729" y="3725"/>
                  </a:lnTo>
                  <a:lnTo>
                    <a:pt x="4646" y="3662"/>
                  </a:lnTo>
                  <a:lnTo>
                    <a:pt x="4562" y="3516"/>
                  </a:lnTo>
                  <a:lnTo>
                    <a:pt x="4646" y="3537"/>
                  </a:lnTo>
                  <a:lnTo>
                    <a:pt x="4708" y="3620"/>
                  </a:lnTo>
                  <a:lnTo>
                    <a:pt x="4813" y="3578"/>
                  </a:lnTo>
                  <a:lnTo>
                    <a:pt x="4834" y="3474"/>
                  </a:lnTo>
                  <a:lnTo>
                    <a:pt x="4855" y="3369"/>
                  </a:lnTo>
                  <a:lnTo>
                    <a:pt x="4918" y="3327"/>
                  </a:lnTo>
                  <a:lnTo>
                    <a:pt x="4980" y="3453"/>
                  </a:lnTo>
                  <a:lnTo>
                    <a:pt x="5064" y="3348"/>
                  </a:lnTo>
                  <a:lnTo>
                    <a:pt x="5127" y="3453"/>
                  </a:lnTo>
                  <a:lnTo>
                    <a:pt x="5190" y="3474"/>
                  </a:lnTo>
                  <a:lnTo>
                    <a:pt x="5252" y="3369"/>
                  </a:lnTo>
                  <a:lnTo>
                    <a:pt x="5357" y="3432"/>
                  </a:lnTo>
                  <a:lnTo>
                    <a:pt x="5483" y="3348"/>
                  </a:lnTo>
                  <a:lnTo>
                    <a:pt x="5545" y="3432"/>
                  </a:lnTo>
                  <a:lnTo>
                    <a:pt x="5671" y="3432"/>
                  </a:lnTo>
                  <a:lnTo>
                    <a:pt x="5713" y="3369"/>
                  </a:lnTo>
                  <a:lnTo>
                    <a:pt x="5755" y="3411"/>
                  </a:lnTo>
                  <a:lnTo>
                    <a:pt x="5755" y="3265"/>
                  </a:lnTo>
                  <a:lnTo>
                    <a:pt x="5671" y="3202"/>
                  </a:lnTo>
                  <a:lnTo>
                    <a:pt x="5587" y="2993"/>
                  </a:lnTo>
                  <a:lnTo>
                    <a:pt x="5462" y="2951"/>
                  </a:lnTo>
                  <a:lnTo>
                    <a:pt x="5399" y="2762"/>
                  </a:lnTo>
                  <a:lnTo>
                    <a:pt x="5462" y="2700"/>
                  </a:lnTo>
                  <a:lnTo>
                    <a:pt x="5462" y="2490"/>
                  </a:lnTo>
                  <a:lnTo>
                    <a:pt x="5441" y="2386"/>
                  </a:lnTo>
                  <a:lnTo>
                    <a:pt x="5462" y="2302"/>
                  </a:lnTo>
                  <a:lnTo>
                    <a:pt x="5399" y="2093"/>
                  </a:lnTo>
                  <a:lnTo>
                    <a:pt x="5357" y="1988"/>
                  </a:lnTo>
                  <a:lnTo>
                    <a:pt x="5336" y="1842"/>
                  </a:lnTo>
                  <a:lnTo>
                    <a:pt x="5378" y="1758"/>
                  </a:lnTo>
                  <a:lnTo>
                    <a:pt x="5357" y="1633"/>
                  </a:lnTo>
                  <a:lnTo>
                    <a:pt x="5190" y="1591"/>
                  </a:lnTo>
                  <a:lnTo>
                    <a:pt x="5190" y="1486"/>
                  </a:lnTo>
                  <a:lnTo>
                    <a:pt x="5252" y="1361"/>
                  </a:lnTo>
                  <a:lnTo>
                    <a:pt x="5190" y="1172"/>
                  </a:lnTo>
                  <a:lnTo>
                    <a:pt x="5252" y="1068"/>
                  </a:lnTo>
                  <a:lnTo>
                    <a:pt x="5190" y="1005"/>
                  </a:lnTo>
                  <a:lnTo>
                    <a:pt x="5127" y="1005"/>
                  </a:lnTo>
                  <a:lnTo>
                    <a:pt x="5022" y="858"/>
                  </a:lnTo>
                  <a:lnTo>
                    <a:pt x="4939" y="858"/>
                  </a:lnTo>
                  <a:lnTo>
                    <a:pt x="4876" y="754"/>
                  </a:lnTo>
                  <a:lnTo>
                    <a:pt x="4771" y="628"/>
                  </a:lnTo>
                  <a:lnTo>
                    <a:pt x="4708" y="607"/>
                  </a:lnTo>
                  <a:lnTo>
                    <a:pt x="4604" y="545"/>
                  </a:lnTo>
                  <a:lnTo>
                    <a:pt x="4395" y="524"/>
                  </a:lnTo>
                  <a:lnTo>
                    <a:pt x="4227" y="419"/>
                  </a:lnTo>
                  <a:lnTo>
                    <a:pt x="4018" y="189"/>
                  </a:lnTo>
                  <a:lnTo>
                    <a:pt x="3892" y="105"/>
                  </a:lnTo>
                  <a:lnTo>
                    <a:pt x="378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7" name="Google Shape;7775;p67">
              <a:extLst>
                <a:ext uri="{FF2B5EF4-FFF2-40B4-BE49-F238E27FC236}">
                  <a16:creationId xmlns:a16="http://schemas.microsoft.com/office/drawing/2014/main" id="{7E431F4B-CE8F-E867-9769-69296ED703D3}"/>
                </a:ext>
              </a:extLst>
            </p:cNvPr>
            <p:cNvSpPr/>
            <p:nvPr/>
          </p:nvSpPr>
          <p:spPr>
            <a:xfrm>
              <a:off x="3976075" y="2250975"/>
              <a:ext cx="57550" cy="52325"/>
            </a:xfrm>
            <a:custGeom>
              <a:avLst/>
              <a:gdLst/>
              <a:ahLst/>
              <a:cxnLst/>
              <a:rect l="l" t="t" r="r" b="b"/>
              <a:pathLst>
                <a:path w="2302" h="2093" extrusionOk="0">
                  <a:moveTo>
                    <a:pt x="1026" y="0"/>
                  </a:moveTo>
                  <a:lnTo>
                    <a:pt x="1026" y="63"/>
                  </a:lnTo>
                  <a:lnTo>
                    <a:pt x="942" y="63"/>
                  </a:lnTo>
                  <a:lnTo>
                    <a:pt x="942" y="105"/>
                  </a:lnTo>
                  <a:lnTo>
                    <a:pt x="1005" y="167"/>
                  </a:lnTo>
                  <a:lnTo>
                    <a:pt x="900" y="230"/>
                  </a:lnTo>
                  <a:lnTo>
                    <a:pt x="837" y="209"/>
                  </a:lnTo>
                  <a:lnTo>
                    <a:pt x="628" y="209"/>
                  </a:lnTo>
                  <a:lnTo>
                    <a:pt x="607" y="147"/>
                  </a:lnTo>
                  <a:lnTo>
                    <a:pt x="586" y="251"/>
                  </a:lnTo>
                  <a:lnTo>
                    <a:pt x="481" y="230"/>
                  </a:lnTo>
                  <a:lnTo>
                    <a:pt x="335" y="272"/>
                  </a:lnTo>
                  <a:lnTo>
                    <a:pt x="335" y="356"/>
                  </a:lnTo>
                  <a:lnTo>
                    <a:pt x="272" y="356"/>
                  </a:lnTo>
                  <a:lnTo>
                    <a:pt x="84" y="439"/>
                  </a:lnTo>
                  <a:lnTo>
                    <a:pt x="0" y="544"/>
                  </a:lnTo>
                  <a:lnTo>
                    <a:pt x="21" y="900"/>
                  </a:lnTo>
                  <a:lnTo>
                    <a:pt x="84" y="900"/>
                  </a:lnTo>
                  <a:lnTo>
                    <a:pt x="126" y="879"/>
                  </a:lnTo>
                  <a:lnTo>
                    <a:pt x="230" y="900"/>
                  </a:lnTo>
                  <a:lnTo>
                    <a:pt x="189" y="983"/>
                  </a:lnTo>
                  <a:lnTo>
                    <a:pt x="105" y="983"/>
                  </a:lnTo>
                  <a:lnTo>
                    <a:pt x="105" y="1151"/>
                  </a:lnTo>
                  <a:lnTo>
                    <a:pt x="209" y="1276"/>
                  </a:lnTo>
                  <a:lnTo>
                    <a:pt x="377" y="1423"/>
                  </a:lnTo>
                  <a:lnTo>
                    <a:pt x="419" y="1423"/>
                  </a:lnTo>
                  <a:lnTo>
                    <a:pt x="419" y="1318"/>
                  </a:lnTo>
                  <a:lnTo>
                    <a:pt x="544" y="1214"/>
                  </a:lnTo>
                  <a:lnTo>
                    <a:pt x="586" y="1318"/>
                  </a:lnTo>
                  <a:lnTo>
                    <a:pt x="523" y="1611"/>
                  </a:lnTo>
                  <a:lnTo>
                    <a:pt x="523" y="1695"/>
                  </a:lnTo>
                  <a:lnTo>
                    <a:pt x="586" y="1674"/>
                  </a:lnTo>
                  <a:lnTo>
                    <a:pt x="754" y="1569"/>
                  </a:lnTo>
                  <a:lnTo>
                    <a:pt x="900" y="1507"/>
                  </a:lnTo>
                  <a:lnTo>
                    <a:pt x="1046" y="1632"/>
                  </a:lnTo>
                  <a:lnTo>
                    <a:pt x="1130" y="1611"/>
                  </a:lnTo>
                  <a:lnTo>
                    <a:pt x="1151" y="1507"/>
                  </a:lnTo>
                  <a:lnTo>
                    <a:pt x="1235" y="1590"/>
                  </a:lnTo>
                  <a:lnTo>
                    <a:pt x="1277" y="1674"/>
                  </a:lnTo>
                  <a:lnTo>
                    <a:pt x="1339" y="1674"/>
                  </a:lnTo>
                  <a:lnTo>
                    <a:pt x="1528" y="1779"/>
                  </a:lnTo>
                  <a:lnTo>
                    <a:pt x="1570" y="1925"/>
                  </a:lnTo>
                  <a:lnTo>
                    <a:pt x="1695" y="1967"/>
                  </a:lnTo>
                  <a:lnTo>
                    <a:pt x="1779" y="2092"/>
                  </a:lnTo>
                  <a:lnTo>
                    <a:pt x="1988" y="2009"/>
                  </a:lnTo>
                  <a:lnTo>
                    <a:pt x="2155" y="2030"/>
                  </a:lnTo>
                  <a:lnTo>
                    <a:pt x="2260" y="1904"/>
                  </a:lnTo>
                  <a:lnTo>
                    <a:pt x="2218" y="1800"/>
                  </a:lnTo>
                  <a:lnTo>
                    <a:pt x="2302" y="1716"/>
                  </a:lnTo>
                  <a:lnTo>
                    <a:pt x="2302" y="1611"/>
                  </a:lnTo>
                  <a:lnTo>
                    <a:pt x="2051" y="1109"/>
                  </a:lnTo>
                  <a:lnTo>
                    <a:pt x="2093" y="691"/>
                  </a:lnTo>
                  <a:lnTo>
                    <a:pt x="2155" y="649"/>
                  </a:lnTo>
                  <a:lnTo>
                    <a:pt x="2197" y="481"/>
                  </a:lnTo>
                  <a:lnTo>
                    <a:pt x="2281" y="356"/>
                  </a:lnTo>
                  <a:lnTo>
                    <a:pt x="2302" y="335"/>
                  </a:lnTo>
                  <a:lnTo>
                    <a:pt x="2302" y="314"/>
                  </a:lnTo>
                  <a:lnTo>
                    <a:pt x="2260" y="230"/>
                  </a:lnTo>
                  <a:lnTo>
                    <a:pt x="2218" y="272"/>
                  </a:lnTo>
                  <a:lnTo>
                    <a:pt x="1758" y="251"/>
                  </a:lnTo>
                  <a:lnTo>
                    <a:pt x="1570" y="126"/>
                  </a:lnTo>
                  <a:lnTo>
                    <a:pt x="1339" y="126"/>
                  </a:lnTo>
                  <a:lnTo>
                    <a:pt x="1235" y="63"/>
                  </a:lnTo>
                  <a:lnTo>
                    <a:pt x="1130" y="105"/>
                  </a:lnTo>
                  <a:lnTo>
                    <a:pt x="102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8" name="Google Shape;7776;p67">
              <a:extLst>
                <a:ext uri="{FF2B5EF4-FFF2-40B4-BE49-F238E27FC236}">
                  <a16:creationId xmlns:a16="http://schemas.microsoft.com/office/drawing/2014/main" id="{812A7197-7BD6-2601-21D4-2ED2AAA75A58}"/>
                </a:ext>
              </a:extLst>
            </p:cNvPr>
            <p:cNvSpPr/>
            <p:nvPr/>
          </p:nvSpPr>
          <p:spPr>
            <a:xfrm>
              <a:off x="3949400" y="2288625"/>
              <a:ext cx="91550" cy="49725"/>
            </a:xfrm>
            <a:custGeom>
              <a:avLst/>
              <a:gdLst/>
              <a:ahLst/>
              <a:cxnLst/>
              <a:rect l="l" t="t" r="r" b="b"/>
              <a:pathLst>
                <a:path w="3662" h="1989" extrusionOk="0">
                  <a:moveTo>
                    <a:pt x="1967" y="1"/>
                  </a:moveTo>
                  <a:lnTo>
                    <a:pt x="1821" y="63"/>
                  </a:lnTo>
                  <a:lnTo>
                    <a:pt x="1653" y="168"/>
                  </a:lnTo>
                  <a:lnTo>
                    <a:pt x="1590" y="189"/>
                  </a:lnTo>
                  <a:lnTo>
                    <a:pt x="1590" y="314"/>
                  </a:lnTo>
                  <a:lnTo>
                    <a:pt x="1653" y="586"/>
                  </a:lnTo>
                  <a:lnTo>
                    <a:pt x="1590" y="754"/>
                  </a:lnTo>
                  <a:lnTo>
                    <a:pt x="1402" y="963"/>
                  </a:lnTo>
                  <a:lnTo>
                    <a:pt x="1256" y="963"/>
                  </a:lnTo>
                  <a:lnTo>
                    <a:pt x="1130" y="838"/>
                  </a:lnTo>
                  <a:lnTo>
                    <a:pt x="1130" y="733"/>
                  </a:lnTo>
                  <a:lnTo>
                    <a:pt x="837" y="440"/>
                  </a:lnTo>
                  <a:lnTo>
                    <a:pt x="837" y="294"/>
                  </a:lnTo>
                  <a:lnTo>
                    <a:pt x="774" y="294"/>
                  </a:lnTo>
                  <a:lnTo>
                    <a:pt x="670" y="398"/>
                  </a:lnTo>
                  <a:lnTo>
                    <a:pt x="523" y="419"/>
                  </a:lnTo>
                  <a:lnTo>
                    <a:pt x="460" y="461"/>
                  </a:lnTo>
                  <a:lnTo>
                    <a:pt x="335" y="461"/>
                  </a:lnTo>
                  <a:lnTo>
                    <a:pt x="251" y="607"/>
                  </a:lnTo>
                  <a:lnTo>
                    <a:pt x="293" y="733"/>
                  </a:lnTo>
                  <a:lnTo>
                    <a:pt x="230" y="712"/>
                  </a:lnTo>
                  <a:lnTo>
                    <a:pt x="230" y="921"/>
                  </a:lnTo>
                  <a:lnTo>
                    <a:pt x="84" y="1110"/>
                  </a:lnTo>
                  <a:lnTo>
                    <a:pt x="84" y="1214"/>
                  </a:lnTo>
                  <a:lnTo>
                    <a:pt x="84" y="1319"/>
                  </a:lnTo>
                  <a:lnTo>
                    <a:pt x="0" y="1382"/>
                  </a:lnTo>
                  <a:lnTo>
                    <a:pt x="42" y="1674"/>
                  </a:lnTo>
                  <a:lnTo>
                    <a:pt x="126" y="1737"/>
                  </a:lnTo>
                  <a:lnTo>
                    <a:pt x="126" y="1758"/>
                  </a:lnTo>
                  <a:lnTo>
                    <a:pt x="230" y="1737"/>
                  </a:lnTo>
                  <a:lnTo>
                    <a:pt x="251" y="1591"/>
                  </a:lnTo>
                  <a:lnTo>
                    <a:pt x="440" y="1465"/>
                  </a:lnTo>
                  <a:lnTo>
                    <a:pt x="670" y="1382"/>
                  </a:lnTo>
                  <a:lnTo>
                    <a:pt x="879" y="1423"/>
                  </a:lnTo>
                  <a:lnTo>
                    <a:pt x="1025" y="1423"/>
                  </a:lnTo>
                  <a:lnTo>
                    <a:pt x="1088" y="1465"/>
                  </a:lnTo>
                  <a:lnTo>
                    <a:pt x="1235" y="1382"/>
                  </a:lnTo>
                  <a:lnTo>
                    <a:pt x="1339" y="1361"/>
                  </a:lnTo>
                  <a:lnTo>
                    <a:pt x="1360" y="1444"/>
                  </a:lnTo>
                  <a:lnTo>
                    <a:pt x="1465" y="1444"/>
                  </a:lnTo>
                  <a:lnTo>
                    <a:pt x="1548" y="1549"/>
                  </a:lnTo>
                  <a:lnTo>
                    <a:pt x="1716" y="1549"/>
                  </a:lnTo>
                  <a:lnTo>
                    <a:pt x="1779" y="1570"/>
                  </a:lnTo>
                  <a:lnTo>
                    <a:pt x="1967" y="1444"/>
                  </a:lnTo>
                  <a:lnTo>
                    <a:pt x="2176" y="1549"/>
                  </a:lnTo>
                  <a:lnTo>
                    <a:pt x="2344" y="1570"/>
                  </a:lnTo>
                  <a:lnTo>
                    <a:pt x="2511" y="1758"/>
                  </a:lnTo>
                  <a:lnTo>
                    <a:pt x="2637" y="1758"/>
                  </a:lnTo>
                  <a:lnTo>
                    <a:pt x="2762" y="1946"/>
                  </a:lnTo>
                  <a:lnTo>
                    <a:pt x="2929" y="1967"/>
                  </a:lnTo>
                  <a:lnTo>
                    <a:pt x="2971" y="1988"/>
                  </a:lnTo>
                  <a:lnTo>
                    <a:pt x="3160" y="1905"/>
                  </a:lnTo>
                  <a:lnTo>
                    <a:pt x="3390" y="1884"/>
                  </a:lnTo>
                  <a:lnTo>
                    <a:pt x="3432" y="1737"/>
                  </a:lnTo>
                  <a:lnTo>
                    <a:pt x="3536" y="1674"/>
                  </a:lnTo>
                  <a:lnTo>
                    <a:pt x="3578" y="1570"/>
                  </a:lnTo>
                  <a:lnTo>
                    <a:pt x="3662" y="1549"/>
                  </a:lnTo>
                  <a:lnTo>
                    <a:pt x="3662" y="1382"/>
                  </a:lnTo>
                  <a:lnTo>
                    <a:pt x="3578" y="1277"/>
                  </a:lnTo>
                  <a:lnTo>
                    <a:pt x="3494" y="1110"/>
                  </a:lnTo>
                  <a:lnTo>
                    <a:pt x="3473" y="1047"/>
                  </a:lnTo>
                  <a:lnTo>
                    <a:pt x="3390" y="921"/>
                  </a:lnTo>
                  <a:lnTo>
                    <a:pt x="3432" y="838"/>
                  </a:lnTo>
                  <a:lnTo>
                    <a:pt x="3369" y="733"/>
                  </a:lnTo>
                  <a:lnTo>
                    <a:pt x="3327" y="712"/>
                  </a:lnTo>
                  <a:lnTo>
                    <a:pt x="3348" y="649"/>
                  </a:lnTo>
                  <a:lnTo>
                    <a:pt x="3348" y="545"/>
                  </a:lnTo>
                  <a:lnTo>
                    <a:pt x="3055" y="503"/>
                  </a:lnTo>
                  <a:lnTo>
                    <a:pt x="2846" y="586"/>
                  </a:lnTo>
                  <a:lnTo>
                    <a:pt x="2762" y="461"/>
                  </a:lnTo>
                  <a:lnTo>
                    <a:pt x="2637" y="419"/>
                  </a:lnTo>
                  <a:lnTo>
                    <a:pt x="2595" y="273"/>
                  </a:lnTo>
                  <a:lnTo>
                    <a:pt x="2406" y="168"/>
                  </a:lnTo>
                  <a:lnTo>
                    <a:pt x="2344" y="168"/>
                  </a:lnTo>
                  <a:lnTo>
                    <a:pt x="2302" y="84"/>
                  </a:lnTo>
                  <a:lnTo>
                    <a:pt x="2218" y="1"/>
                  </a:lnTo>
                  <a:lnTo>
                    <a:pt x="2197" y="105"/>
                  </a:lnTo>
                  <a:lnTo>
                    <a:pt x="2113" y="126"/>
                  </a:lnTo>
                  <a:lnTo>
                    <a:pt x="196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9" name="Google Shape;7777;p67">
              <a:extLst>
                <a:ext uri="{FF2B5EF4-FFF2-40B4-BE49-F238E27FC236}">
                  <a16:creationId xmlns:a16="http://schemas.microsoft.com/office/drawing/2014/main" id="{F836679E-C995-D912-97BF-294354D7C928}"/>
                </a:ext>
              </a:extLst>
            </p:cNvPr>
            <p:cNvSpPr/>
            <p:nvPr/>
          </p:nvSpPr>
          <p:spPr>
            <a:xfrm>
              <a:off x="3952525" y="2322625"/>
              <a:ext cx="71175" cy="52325"/>
            </a:xfrm>
            <a:custGeom>
              <a:avLst/>
              <a:gdLst/>
              <a:ahLst/>
              <a:cxnLst/>
              <a:rect l="l" t="t" r="r" b="b"/>
              <a:pathLst>
                <a:path w="2847" h="2093" extrusionOk="0">
                  <a:moveTo>
                    <a:pt x="1214" y="1"/>
                  </a:moveTo>
                  <a:lnTo>
                    <a:pt x="1110" y="22"/>
                  </a:lnTo>
                  <a:lnTo>
                    <a:pt x="963" y="105"/>
                  </a:lnTo>
                  <a:lnTo>
                    <a:pt x="900" y="63"/>
                  </a:lnTo>
                  <a:lnTo>
                    <a:pt x="754" y="63"/>
                  </a:lnTo>
                  <a:lnTo>
                    <a:pt x="545" y="22"/>
                  </a:lnTo>
                  <a:lnTo>
                    <a:pt x="315" y="105"/>
                  </a:lnTo>
                  <a:lnTo>
                    <a:pt x="126" y="231"/>
                  </a:lnTo>
                  <a:lnTo>
                    <a:pt x="105" y="377"/>
                  </a:lnTo>
                  <a:lnTo>
                    <a:pt x="1" y="398"/>
                  </a:lnTo>
                  <a:lnTo>
                    <a:pt x="1" y="586"/>
                  </a:lnTo>
                  <a:lnTo>
                    <a:pt x="63" y="712"/>
                  </a:lnTo>
                  <a:lnTo>
                    <a:pt x="1" y="796"/>
                  </a:lnTo>
                  <a:lnTo>
                    <a:pt x="22" y="817"/>
                  </a:lnTo>
                  <a:lnTo>
                    <a:pt x="231" y="754"/>
                  </a:lnTo>
                  <a:lnTo>
                    <a:pt x="398" y="1005"/>
                  </a:lnTo>
                  <a:lnTo>
                    <a:pt x="524" y="1047"/>
                  </a:lnTo>
                  <a:lnTo>
                    <a:pt x="733" y="1005"/>
                  </a:lnTo>
                  <a:lnTo>
                    <a:pt x="817" y="1047"/>
                  </a:lnTo>
                  <a:lnTo>
                    <a:pt x="838" y="1151"/>
                  </a:lnTo>
                  <a:lnTo>
                    <a:pt x="921" y="1172"/>
                  </a:lnTo>
                  <a:lnTo>
                    <a:pt x="963" y="1235"/>
                  </a:lnTo>
                  <a:lnTo>
                    <a:pt x="921" y="1340"/>
                  </a:lnTo>
                  <a:lnTo>
                    <a:pt x="921" y="1549"/>
                  </a:lnTo>
                  <a:lnTo>
                    <a:pt x="1047" y="1528"/>
                  </a:lnTo>
                  <a:lnTo>
                    <a:pt x="1172" y="1633"/>
                  </a:lnTo>
                  <a:lnTo>
                    <a:pt x="1256" y="1633"/>
                  </a:lnTo>
                  <a:lnTo>
                    <a:pt x="1319" y="1863"/>
                  </a:lnTo>
                  <a:lnTo>
                    <a:pt x="1319" y="1988"/>
                  </a:lnTo>
                  <a:lnTo>
                    <a:pt x="1361" y="2093"/>
                  </a:lnTo>
                  <a:lnTo>
                    <a:pt x="1486" y="2009"/>
                  </a:lnTo>
                  <a:lnTo>
                    <a:pt x="1696" y="1947"/>
                  </a:lnTo>
                  <a:lnTo>
                    <a:pt x="1863" y="2009"/>
                  </a:lnTo>
                  <a:lnTo>
                    <a:pt x="2009" y="1947"/>
                  </a:lnTo>
                  <a:lnTo>
                    <a:pt x="2114" y="1947"/>
                  </a:lnTo>
                  <a:lnTo>
                    <a:pt x="2051" y="1779"/>
                  </a:lnTo>
                  <a:lnTo>
                    <a:pt x="2219" y="1758"/>
                  </a:lnTo>
                  <a:lnTo>
                    <a:pt x="2281" y="1633"/>
                  </a:lnTo>
                  <a:lnTo>
                    <a:pt x="2386" y="1570"/>
                  </a:lnTo>
                  <a:lnTo>
                    <a:pt x="2407" y="1654"/>
                  </a:lnTo>
                  <a:lnTo>
                    <a:pt x="2532" y="1654"/>
                  </a:lnTo>
                  <a:lnTo>
                    <a:pt x="2532" y="1528"/>
                  </a:lnTo>
                  <a:lnTo>
                    <a:pt x="2386" y="1444"/>
                  </a:lnTo>
                  <a:lnTo>
                    <a:pt x="2428" y="1277"/>
                  </a:lnTo>
                  <a:lnTo>
                    <a:pt x="2512" y="1256"/>
                  </a:lnTo>
                  <a:lnTo>
                    <a:pt x="2616" y="1068"/>
                  </a:lnTo>
                  <a:lnTo>
                    <a:pt x="2825" y="963"/>
                  </a:lnTo>
                  <a:lnTo>
                    <a:pt x="2825" y="858"/>
                  </a:lnTo>
                  <a:lnTo>
                    <a:pt x="2721" y="817"/>
                  </a:lnTo>
                  <a:lnTo>
                    <a:pt x="2846" y="628"/>
                  </a:lnTo>
                  <a:lnTo>
                    <a:pt x="2804" y="607"/>
                  </a:lnTo>
                  <a:lnTo>
                    <a:pt x="2637" y="586"/>
                  </a:lnTo>
                  <a:lnTo>
                    <a:pt x="2512" y="398"/>
                  </a:lnTo>
                  <a:lnTo>
                    <a:pt x="2386" y="398"/>
                  </a:lnTo>
                  <a:lnTo>
                    <a:pt x="2219" y="210"/>
                  </a:lnTo>
                  <a:lnTo>
                    <a:pt x="2051" y="189"/>
                  </a:lnTo>
                  <a:lnTo>
                    <a:pt x="1842" y="84"/>
                  </a:lnTo>
                  <a:lnTo>
                    <a:pt x="1654" y="210"/>
                  </a:lnTo>
                  <a:lnTo>
                    <a:pt x="1591" y="189"/>
                  </a:lnTo>
                  <a:lnTo>
                    <a:pt x="1423" y="189"/>
                  </a:lnTo>
                  <a:lnTo>
                    <a:pt x="1340" y="84"/>
                  </a:lnTo>
                  <a:lnTo>
                    <a:pt x="1235" y="84"/>
                  </a:lnTo>
                  <a:lnTo>
                    <a:pt x="121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0" name="Google Shape;7778;p67">
              <a:extLst>
                <a:ext uri="{FF2B5EF4-FFF2-40B4-BE49-F238E27FC236}">
                  <a16:creationId xmlns:a16="http://schemas.microsoft.com/office/drawing/2014/main" id="{D61A32D0-75AD-0AA8-6C0D-32F5C6E7399E}"/>
                </a:ext>
              </a:extLst>
            </p:cNvPr>
            <p:cNvSpPr/>
            <p:nvPr/>
          </p:nvSpPr>
          <p:spPr>
            <a:xfrm>
              <a:off x="3986525" y="2326300"/>
              <a:ext cx="120875" cy="93650"/>
            </a:xfrm>
            <a:custGeom>
              <a:avLst/>
              <a:gdLst/>
              <a:ahLst/>
              <a:cxnLst/>
              <a:rect l="l" t="t" r="r" b="b"/>
              <a:pathLst>
                <a:path w="4835" h="3746" extrusionOk="0">
                  <a:moveTo>
                    <a:pt x="2470" y="0"/>
                  </a:moveTo>
                  <a:lnTo>
                    <a:pt x="2323" y="84"/>
                  </a:lnTo>
                  <a:lnTo>
                    <a:pt x="2219" y="42"/>
                  </a:lnTo>
                  <a:lnTo>
                    <a:pt x="2093" y="63"/>
                  </a:lnTo>
                  <a:lnTo>
                    <a:pt x="2051" y="167"/>
                  </a:lnTo>
                  <a:lnTo>
                    <a:pt x="1947" y="230"/>
                  </a:lnTo>
                  <a:lnTo>
                    <a:pt x="1905" y="377"/>
                  </a:lnTo>
                  <a:lnTo>
                    <a:pt x="1675" y="398"/>
                  </a:lnTo>
                  <a:lnTo>
                    <a:pt x="1486" y="481"/>
                  </a:lnTo>
                  <a:lnTo>
                    <a:pt x="1361" y="670"/>
                  </a:lnTo>
                  <a:lnTo>
                    <a:pt x="1465" y="711"/>
                  </a:lnTo>
                  <a:lnTo>
                    <a:pt x="1465" y="816"/>
                  </a:lnTo>
                  <a:lnTo>
                    <a:pt x="1256" y="921"/>
                  </a:lnTo>
                  <a:lnTo>
                    <a:pt x="1152" y="1109"/>
                  </a:lnTo>
                  <a:lnTo>
                    <a:pt x="1068" y="1130"/>
                  </a:lnTo>
                  <a:lnTo>
                    <a:pt x="1026" y="1297"/>
                  </a:lnTo>
                  <a:lnTo>
                    <a:pt x="1172" y="1381"/>
                  </a:lnTo>
                  <a:lnTo>
                    <a:pt x="1172" y="1507"/>
                  </a:lnTo>
                  <a:lnTo>
                    <a:pt x="1047" y="1507"/>
                  </a:lnTo>
                  <a:lnTo>
                    <a:pt x="1026" y="1423"/>
                  </a:lnTo>
                  <a:lnTo>
                    <a:pt x="921" y="1486"/>
                  </a:lnTo>
                  <a:lnTo>
                    <a:pt x="859" y="1611"/>
                  </a:lnTo>
                  <a:lnTo>
                    <a:pt x="691" y="1632"/>
                  </a:lnTo>
                  <a:lnTo>
                    <a:pt x="754" y="1800"/>
                  </a:lnTo>
                  <a:lnTo>
                    <a:pt x="649" y="1800"/>
                  </a:lnTo>
                  <a:lnTo>
                    <a:pt x="503" y="1862"/>
                  </a:lnTo>
                  <a:lnTo>
                    <a:pt x="336" y="1800"/>
                  </a:lnTo>
                  <a:lnTo>
                    <a:pt x="126" y="1862"/>
                  </a:lnTo>
                  <a:lnTo>
                    <a:pt x="1" y="1946"/>
                  </a:lnTo>
                  <a:lnTo>
                    <a:pt x="22" y="2009"/>
                  </a:lnTo>
                  <a:lnTo>
                    <a:pt x="126" y="2260"/>
                  </a:lnTo>
                  <a:lnTo>
                    <a:pt x="210" y="2385"/>
                  </a:lnTo>
                  <a:lnTo>
                    <a:pt x="231" y="2532"/>
                  </a:lnTo>
                  <a:lnTo>
                    <a:pt x="294" y="2574"/>
                  </a:lnTo>
                  <a:lnTo>
                    <a:pt x="294" y="2950"/>
                  </a:lnTo>
                  <a:lnTo>
                    <a:pt x="189" y="2992"/>
                  </a:lnTo>
                  <a:lnTo>
                    <a:pt x="105" y="3118"/>
                  </a:lnTo>
                  <a:lnTo>
                    <a:pt x="126" y="3306"/>
                  </a:lnTo>
                  <a:lnTo>
                    <a:pt x="273" y="3494"/>
                  </a:lnTo>
                  <a:lnTo>
                    <a:pt x="273" y="3536"/>
                  </a:lnTo>
                  <a:lnTo>
                    <a:pt x="336" y="3536"/>
                  </a:lnTo>
                  <a:lnTo>
                    <a:pt x="524" y="3620"/>
                  </a:lnTo>
                  <a:lnTo>
                    <a:pt x="628" y="3578"/>
                  </a:lnTo>
                  <a:lnTo>
                    <a:pt x="1047" y="3515"/>
                  </a:lnTo>
                  <a:lnTo>
                    <a:pt x="1235" y="3515"/>
                  </a:lnTo>
                  <a:lnTo>
                    <a:pt x="1340" y="3411"/>
                  </a:lnTo>
                  <a:lnTo>
                    <a:pt x="1424" y="3411"/>
                  </a:lnTo>
                  <a:lnTo>
                    <a:pt x="1549" y="3494"/>
                  </a:lnTo>
                  <a:lnTo>
                    <a:pt x="1884" y="3536"/>
                  </a:lnTo>
                  <a:lnTo>
                    <a:pt x="2009" y="3620"/>
                  </a:lnTo>
                  <a:lnTo>
                    <a:pt x="2051" y="3683"/>
                  </a:lnTo>
                  <a:lnTo>
                    <a:pt x="2260" y="3599"/>
                  </a:lnTo>
                  <a:lnTo>
                    <a:pt x="2365" y="3683"/>
                  </a:lnTo>
                  <a:lnTo>
                    <a:pt x="2428" y="3683"/>
                  </a:lnTo>
                  <a:lnTo>
                    <a:pt x="2470" y="3620"/>
                  </a:lnTo>
                  <a:lnTo>
                    <a:pt x="2637" y="3641"/>
                  </a:lnTo>
                  <a:lnTo>
                    <a:pt x="2721" y="3704"/>
                  </a:lnTo>
                  <a:lnTo>
                    <a:pt x="2909" y="3599"/>
                  </a:lnTo>
                  <a:lnTo>
                    <a:pt x="3056" y="3599"/>
                  </a:lnTo>
                  <a:lnTo>
                    <a:pt x="3097" y="3724"/>
                  </a:lnTo>
                  <a:lnTo>
                    <a:pt x="3202" y="3745"/>
                  </a:lnTo>
                  <a:lnTo>
                    <a:pt x="3307" y="3620"/>
                  </a:lnTo>
                  <a:lnTo>
                    <a:pt x="3411" y="3599"/>
                  </a:lnTo>
                  <a:lnTo>
                    <a:pt x="3516" y="3683"/>
                  </a:lnTo>
                  <a:lnTo>
                    <a:pt x="3662" y="3620"/>
                  </a:lnTo>
                  <a:lnTo>
                    <a:pt x="3767" y="3704"/>
                  </a:lnTo>
                  <a:lnTo>
                    <a:pt x="3893" y="3704"/>
                  </a:lnTo>
                  <a:lnTo>
                    <a:pt x="3893" y="3494"/>
                  </a:lnTo>
                  <a:lnTo>
                    <a:pt x="3997" y="3285"/>
                  </a:lnTo>
                  <a:lnTo>
                    <a:pt x="4165" y="3264"/>
                  </a:lnTo>
                  <a:lnTo>
                    <a:pt x="4395" y="3201"/>
                  </a:lnTo>
                  <a:lnTo>
                    <a:pt x="4416" y="3201"/>
                  </a:lnTo>
                  <a:lnTo>
                    <a:pt x="4416" y="3055"/>
                  </a:lnTo>
                  <a:lnTo>
                    <a:pt x="4290" y="2908"/>
                  </a:lnTo>
                  <a:lnTo>
                    <a:pt x="4311" y="2762"/>
                  </a:lnTo>
                  <a:lnTo>
                    <a:pt x="4185" y="2574"/>
                  </a:lnTo>
                  <a:lnTo>
                    <a:pt x="4185" y="2427"/>
                  </a:lnTo>
                  <a:lnTo>
                    <a:pt x="4248" y="2344"/>
                  </a:lnTo>
                  <a:lnTo>
                    <a:pt x="4374" y="2448"/>
                  </a:lnTo>
                  <a:lnTo>
                    <a:pt x="4667" y="2427"/>
                  </a:lnTo>
                  <a:lnTo>
                    <a:pt x="4771" y="2218"/>
                  </a:lnTo>
                  <a:lnTo>
                    <a:pt x="4834" y="2155"/>
                  </a:lnTo>
                  <a:lnTo>
                    <a:pt x="4688" y="2051"/>
                  </a:lnTo>
                  <a:lnTo>
                    <a:pt x="4688" y="1946"/>
                  </a:lnTo>
                  <a:lnTo>
                    <a:pt x="4457" y="1758"/>
                  </a:lnTo>
                  <a:lnTo>
                    <a:pt x="4269" y="1716"/>
                  </a:lnTo>
                  <a:lnTo>
                    <a:pt x="4206" y="1527"/>
                  </a:lnTo>
                  <a:lnTo>
                    <a:pt x="4102" y="1423"/>
                  </a:lnTo>
                  <a:lnTo>
                    <a:pt x="3955" y="1214"/>
                  </a:lnTo>
                  <a:lnTo>
                    <a:pt x="3872" y="1046"/>
                  </a:lnTo>
                  <a:lnTo>
                    <a:pt x="3746" y="921"/>
                  </a:lnTo>
                  <a:lnTo>
                    <a:pt x="3746" y="753"/>
                  </a:lnTo>
                  <a:lnTo>
                    <a:pt x="3662" y="649"/>
                  </a:lnTo>
                  <a:lnTo>
                    <a:pt x="3683" y="481"/>
                  </a:lnTo>
                  <a:lnTo>
                    <a:pt x="3662" y="356"/>
                  </a:lnTo>
                  <a:lnTo>
                    <a:pt x="3411" y="272"/>
                  </a:lnTo>
                  <a:lnTo>
                    <a:pt x="3328" y="272"/>
                  </a:lnTo>
                  <a:lnTo>
                    <a:pt x="3265" y="167"/>
                  </a:lnTo>
                  <a:lnTo>
                    <a:pt x="3097" y="230"/>
                  </a:lnTo>
                  <a:lnTo>
                    <a:pt x="2930" y="356"/>
                  </a:lnTo>
                  <a:lnTo>
                    <a:pt x="2825" y="147"/>
                  </a:lnTo>
                  <a:lnTo>
                    <a:pt x="2721" y="147"/>
                  </a:lnTo>
                  <a:lnTo>
                    <a:pt x="2574" y="188"/>
                  </a:lnTo>
                  <a:lnTo>
                    <a:pt x="247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1" name="Google Shape;7779;p67">
              <a:extLst>
                <a:ext uri="{FF2B5EF4-FFF2-40B4-BE49-F238E27FC236}">
                  <a16:creationId xmlns:a16="http://schemas.microsoft.com/office/drawing/2014/main" id="{E5B647AE-7639-3971-6447-7539C0C0263E}"/>
                </a:ext>
              </a:extLst>
            </p:cNvPr>
            <p:cNvSpPr/>
            <p:nvPr/>
          </p:nvSpPr>
          <p:spPr>
            <a:xfrm>
              <a:off x="3903350" y="2478500"/>
              <a:ext cx="83200" cy="53900"/>
            </a:xfrm>
            <a:custGeom>
              <a:avLst/>
              <a:gdLst/>
              <a:ahLst/>
              <a:cxnLst/>
              <a:rect l="l" t="t" r="r" b="b"/>
              <a:pathLst>
                <a:path w="3328" h="2156" extrusionOk="0">
                  <a:moveTo>
                    <a:pt x="2993" y="1"/>
                  </a:moveTo>
                  <a:lnTo>
                    <a:pt x="2867" y="64"/>
                  </a:lnTo>
                  <a:lnTo>
                    <a:pt x="2679" y="43"/>
                  </a:lnTo>
                  <a:lnTo>
                    <a:pt x="2449" y="43"/>
                  </a:lnTo>
                  <a:lnTo>
                    <a:pt x="2302" y="22"/>
                  </a:lnTo>
                  <a:lnTo>
                    <a:pt x="2135" y="43"/>
                  </a:lnTo>
                  <a:lnTo>
                    <a:pt x="2030" y="210"/>
                  </a:lnTo>
                  <a:lnTo>
                    <a:pt x="1926" y="273"/>
                  </a:lnTo>
                  <a:lnTo>
                    <a:pt x="1926" y="377"/>
                  </a:lnTo>
                  <a:lnTo>
                    <a:pt x="1758" y="210"/>
                  </a:lnTo>
                  <a:lnTo>
                    <a:pt x="1549" y="357"/>
                  </a:lnTo>
                  <a:lnTo>
                    <a:pt x="1403" y="419"/>
                  </a:lnTo>
                  <a:lnTo>
                    <a:pt x="1403" y="545"/>
                  </a:lnTo>
                  <a:lnTo>
                    <a:pt x="1089" y="566"/>
                  </a:lnTo>
                  <a:lnTo>
                    <a:pt x="880" y="629"/>
                  </a:lnTo>
                  <a:lnTo>
                    <a:pt x="691" y="587"/>
                  </a:lnTo>
                  <a:lnTo>
                    <a:pt x="294" y="357"/>
                  </a:lnTo>
                  <a:lnTo>
                    <a:pt x="294" y="440"/>
                  </a:lnTo>
                  <a:lnTo>
                    <a:pt x="315" y="566"/>
                  </a:lnTo>
                  <a:lnTo>
                    <a:pt x="294" y="670"/>
                  </a:lnTo>
                  <a:lnTo>
                    <a:pt x="64" y="670"/>
                  </a:lnTo>
                  <a:lnTo>
                    <a:pt x="43" y="733"/>
                  </a:lnTo>
                  <a:lnTo>
                    <a:pt x="147" y="838"/>
                  </a:lnTo>
                  <a:lnTo>
                    <a:pt x="85" y="984"/>
                  </a:lnTo>
                  <a:lnTo>
                    <a:pt x="64" y="1089"/>
                  </a:lnTo>
                  <a:lnTo>
                    <a:pt x="147" y="1193"/>
                  </a:lnTo>
                  <a:lnTo>
                    <a:pt x="43" y="1298"/>
                  </a:lnTo>
                  <a:lnTo>
                    <a:pt x="1" y="1298"/>
                  </a:lnTo>
                  <a:lnTo>
                    <a:pt x="168" y="1486"/>
                  </a:lnTo>
                  <a:lnTo>
                    <a:pt x="189" y="1675"/>
                  </a:lnTo>
                  <a:lnTo>
                    <a:pt x="273" y="1696"/>
                  </a:lnTo>
                  <a:lnTo>
                    <a:pt x="524" y="1905"/>
                  </a:lnTo>
                  <a:lnTo>
                    <a:pt x="629" y="1947"/>
                  </a:lnTo>
                  <a:lnTo>
                    <a:pt x="733" y="2030"/>
                  </a:lnTo>
                  <a:lnTo>
                    <a:pt x="1026" y="2093"/>
                  </a:lnTo>
                  <a:lnTo>
                    <a:pt x="1235" y="2156"/>
                  </a:lnTo>
                  <a:lnTo>
                    <a:pt x="1340" y="2030"/>
                  </a:lnTo>
                  <a:lnTo>
                    <a:pt x="1403" y="2051"/>
                  </a:lnTo>
                  <a:lnTo>
                    <a:pt x="1466" y="1989"/>
                  </a:lnTo>
                  <a:lnTo>
                    <a:pt x="1612" y="1926"/>
                  </a:lnTo>
                  <a:lnTo>
                    <a:pt x="1717" y="1926"/>
                  </a:lnTo>
                  <a:lnTo>
                    <a:pt x="1738" y="1884"/>
                  </a:lnTo>
                  <a:lnTo>
                    <a:pt x="1863" y="1779"/>
                  </a:lnTo>
                  <a:lnTo>
                    <a:pt x="1968" y="1800"/>
                  </a:lnTo>
                  <a:lnTo>
                    <a:pt x="2072" y="1821"/>
                  </a:lnTo>
                  <a:lnTo>
                    <a:pt x="2156" y="1842"/>
                  </a:lnTo>
                  <a:lnTo>
                    <a:pt x="2282" y="1717"/>
                  </a:lnTo>
                  <a:lnTo>
                    <a:pt x="2386" y="1696"/>
                  </a:lnTo>
                  <a:lnTo>
                    <a:pt x="2449" y="1591"/>
                  </a:lnTo>
                  <a:lnTo>
                    <a:pt x="2595" y="1612"/>
                  </a:lnTo>
                  <a:lnTo>
                    <a:pt x="2700" y="1507"/>
                  </a:lnTo>
                  <a:lnTo>
                    <a:pt x="2679" y="1403"/>
                  </a:lnTo>
                  <a:lnTo>
                    <a:pt x="2888" y="1089"/>
                  </a:lnTo>
                  <a:lnTo>
                    <a:pt x="3014" y="754"/>
                  </a:lnTo>
                  <a:lnTo>
                    <a:pt x="3118" y="524"/>
                  </a:lnTo>
                  <a:lnTo>
                    <a:pt x="3286" y="482"/>
                  </a:lnTo>
                  <a:lnTo>
                    <a:pt x="3328" y="357"/>
                  </a:lnTo>
                  <a:lnTo>
                    <a:pt x="3307" y="336"/>
                  </a:lnTo>
                  <a:lnTo>
                    <a:pt x="3286" y="231"/>
                  </a:lnTo>
                  <a:lnTo>
                    <a:pt x="3118" y="126"/>
                  </a:lnTo>
                  <a:lnTo>
                    <a:pt x="299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2" name="Google Shape;7780;p67">
              <a:extLst>
                <a:ext uri="{FF2B5EF4-FFF2-40B4-BE49-F238E27FC236}">
                  <a16:creationId xmlns:a16="http://schemas.microsoft.com/office/drawing/2014/main" id="{477E72B0-DB99-EC2D-017D-246A27F2E966}"/>
                </a:ext>
              </a:extLst>
            </p:cNvPr>
            <p:cNvSpPr/>
            <p:nvPr/>
          </p:nvSpPr>
          <p:spPr>
            <a:xfrm>
              <a:off x="3910150" y="2462825"/>
              <a:ext cx="71700" cy="31400"/>
            </a:xfrm>
            <a:custGeom>
              <a:avLst/>
              <a:gdLst/>
              <a:ahLst/>
              <a:cxnLst/>
              <a:rect l="l" t="t" r="r" b="b"/>
              <a:pathLst>
                <a:path w="2868" h="1256" extrusionOk="0">
                  <a:moveTo>
                    <a:pt x="2240" y="0"/>
                  </a:moveTo>
                  <a:lnTo>
                    <a:pt x="2177" y="21"/>
                  </a:lnTo>
                  <a:lnTo>
                    <a:pt x="2093" y="105"/>
                  </a:lnTo>
                  <a:lnTo>
                    <a:pt x="2010" y="42"/>
                  </a:lnTo>
                  <a:lnTo>
                    <a:pt x="1884" y="42"/>
                  </a:lnTo>
                  <a:lnTo>
                    <a:pt x="1779" y="21"/>
                  </a:lnTo>
                  <a:lnTo>
                    <a:pt x="1696" y="42"/>
                  </a:lnTo>
                  <a:lnTo>
                    <a:pt x="1612" y="147"/>
                  </a:lnTo>
                  <a:lnTo>
                    <a:pt x="1507" y="168"/>
                  </a:lnTo>
                  <a:lnTo>
                    <a:pt x="1486" y="147"/>
                  </a:lnTo>
                  <a:lnTo>
                    <a:pt x="1235" y="126"/>
                  </a:lnTo>
                  <a:lnTo>
                    <a:pt x="1089" y="230"/>
                  </a:lnTo>
                  <a:lnTo>
                    <a:pt x="942" y="251"/>
                  </a:lnTo>
                  <a:lnTo>
                    <a:pt x="775" y="419"/>
                  </a:lnTo>
                  <a:lnTo>
                    <a:pt x="566" y="440"/>
                  </a:lnTo>
                  <a:lnTo>
                    <a:pt x="336" y="523"/>
                  </a:lnTo>
                  <a:lnTo>
                    <a:pt x="294" y="460"/>
                  </a:lnTo>
                  <a:lnTo>
                    <a:pt x="147" y="481"/>
                  </a:lnTo>
                  <a:lnTo>
                    <a:pt x="22" y="565"/>
                  </a:lnTo>
                  <a:lnTo>
                    <a:pt x="1" y="565"/>
                  </a:lnTo>
                  <a:lnTo>
                    <a:pt x="1" y="753"/>
                  </a:lnTo>
                  <a:lnTo>
                    <a:pt x="22" y="984"/>
                  </a:lnTo>
                  <a:lnTo>
                    <a:pt x="419" y="1214"/>
                  </a:lnTo>
                  <a:lnTo>
                    <a:pt x="608" y="1256"/>
                  </a:lnTo>
                  <a:lnTo>
                    <a:pt x="817" y="1193"/>
                  </a:lnTo>
                  <a:lnTo>
                    <a:pt x="1131" y="1172"/>
                  </a:lnTo>
                  <a:lnTo>
                    <a:pt x="1131" y="1046"/>
                  </a:lnTo>
                  <a:lnTo>
                    <a:pt x="1277" y="984"/>
                  </a:lnTo>
                  <a:lnTo>
                    <a:pt x="1486" y="837"/>
                  </a:lnTo>
                  <a:lnTo>
                    <a:pt x="1654" y="1004"/>
                  </a:lnTo>
                  <a:lnTo>
                    <a:pt x="1654" y="900"/>
                  </a:lnTo>
                  <a:lnTo>
                    <a:pt x="1758" y="837"/>
                  </a:lnTo>
                  <a:lnTo>
                    <a:pt x="1863" y="670"/>
                  </a:lnTo>
                  <a:lnTo>
                    <a:pt x="2030" y="649"/>
                  </a:lnTo>
                  <a:lnTo>
                    <a:pt x="2177" y="670"/>
                  </a:lnTo>
                  <a:lnTo>
                    <a:pt x="2407" y="670"/>
                  </a:lnTo>
                  <a:lnTo>
                    <a:pt x="2595" y="691"/>
                  </a:lnTo>
                  <a:lnTo>
                    <a:pt x="2742" y="628"/>
                  </a:lnTo>
                  <a:lnTo>
                    <a:pt x="2763" y="419"/>
                  </a:lnTo>
                  <a:lnTo>
                    <a:pt x="2867" y="147"/>
                  </a:lnTo>
                  <a:lnTo>
                    <a:pt x="2637" y="21"/>
                  </a:lnTo>
                  <a:lnTo>
                    <a:pt x="2407" y="21"/>
                  </a:lnTo>
                  <a:lnTo>
                    <a:pt x="2344" y="42"/>
                  </a:lnTo>
                  <a:lnTo>
                    <a:pt x="224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3" name="Google Shape;7781;p67">
              <a:extLst>
                <a:ext uri="{FF2B5EF4-FFF2-40B4-BE49-F238E27FC236}">
                  <a16:creationId xmlns:a16="http://schemas.microsoft.com/office/drawing/2014/main" id="{66EA0947-56D3-7901-0F22-0E5724A66666}"/>
                </a:ext>
              </a:extLst>
            </p:cNvPr>
            <p:cNvSpPr/>
            <p:nvPr/>
          </p:nvSpPr>
          <p:spPr>
            <a:xfrm>
              <a:off x="3947825" y="2585750"/>
              <a:ext cx="27225" cy="52325"/>
            </a:xfrm>
            <a:custGeom>
              <a:avLst/>
              <a:gdLst/>
              <a:ahLst/>
              <a:cxnLst/>
              <a:rect l="l" t="t" r="r" b="b"/>
              <a:pathLst>
                <a:path w="1089" h="2093" extrusionOk="0">
                  <a:moveTo>
                    <a:pt x="419" y="0"/>
                  </a:moveTo>
                  <a:lnTo>
                    <a:pt x="314" y="126"/>
                  </a:lnTo>
                  <a:lnTo>
                    <a:pt x="272" y="21"/>
                  </a:lnTo>
                  <a:lnTo>
                    <a:pt x="210" y="21"/>
                  </a:lnTo>
                  <a:lnTo>
                    <a:pt x="84" y="147"/>
                  </a:lnTo>
                  <a:lnTo>
                    <a:pt x="0" y="314"/>
                  </a:lnTo>
                  <a:lnTo>
                    <a:pt x="0" y="544"/>
                  </a:lnTo>
                  <a:lnTo>
                    <a:pt x="189" y="628"/>
                  </a:lnTo>
                  <a:lnTo>
                    <a:pt x="168" y="691"/>
                  </a:lnTo>
                  <a:lnTo>
                    <a:pt x="105" y="733"/>
                  </a:lnTo>
                  <a:lnTo>
                    <a:pt x="63" y="984"/>
                  </a:lnTo>
                  <a:lnTo>
                    <a:pt x="105" y="1172"/>
                  </a:lnTo>
                  <a:lnTo>
                    <a:pt x="63" y="1277"/>
                  </a:lnTo>
                  <a:lnTo>
                    <a:pt x="63" y="1423"/>
                  </a:lnTo>
                  <a:lnTo>
                    <a:pt x="147" y="1528"/>
                  </a:lnTo>
                  <a:lnTo>
                    <a:pt x="84" y="1674"/>
                  </a:lnTo>
                  <a:lnTo>
                    <a:pt x="147" y="1716"/>
                  </a:lnTo>
                  <a:lnTo>
                    <a:pt x="377" y="1737"/>
                  </a:lnTo>
                  <a:lnTo>
                    <a:pt x="482" y="2009"/>
                  </a:lnTo>
                  <a:lnTo>
                    <a:pt x="565" y="2093"/>
                  </a:lnTo>
                  <a:lnTo>
                    <a:pt x="628" y="2030"/>
                  </a:lnTo>
                  <a:lnTo>
                    <a:pt x="712" y="1883"/>
                  </a:lnTo>
                  <a:lnTo>
                    <a:pt x="733" y="1737"/>
                  </a:lnTo>
                  <a:lnTo>
                    <a:pt x="942" y="1674"/>
                  </a:lnTo>
                  <a:lnTo>
                    <a:pt x="1047" y="1507"/>
                  </a:lnTo>
                  <a:lnTo>
                    <a:pt x="1088" y="1360"/>
                  </a:lnTo>
                  <a:lnTo>
                    <a:pt x="942" y="1256"/>
                  </a:lnTo>
                  <a:lnTo>
                    <a:pt x="900" y="1109"/>
                  </a:lnTo>
                  <a:lnTo>
                    <a:pt x="795" y="963"/>
                  </a:lnTo>
                  <a:lnTo>
                    <a:pt x="775" y="753"/>
                  </a:lnTo>
                  <a:lnTo>
                    <a:pt x="795" y="544"/>
                  </a:lnTo>
                  <a:lnTo>
                    <a:pt x="775" y="481"/>
                  </a:lnTo>
                  <a:lnTo>
                    <a:pt x="775" y="335"/>
                  </a:lnTo>
                  <a:lnTo>
                    <a:pt x="712" y="230"/>
                  </a:lnTo>
                  <a:lnTo>
                    <a:pt x="607" y="147"/>
                  </a:lnTo>
                  <a:lnTo>
                    <a:pt x="565" y="147"/>
                  </a:lnTo>
                  <a:lnTo>
                    <a:pt x="482" y="21"/>
                  </a:lnTo>
                  <a:lnTo>
                    <a:pt x="41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4" name="Google Shape;7782;p67">
              <a:extLst>
                <a:ext uri="{FF2B5EF4-FFF2-40B4-BE49-F238E27FC236}">
                  <a16:creationId xmlns:a16="http://schemas.microsoft.com/office/drawing/2014/main" id="{CF2E02C2-CB65-98F3-4E1D-1AE63A2E3F6D}"/>
                </a:ext>
              </a:extLst>
            </p:cNvPr>
            <p:cNvSpPr/>
            <p:nvPr/>
          </p:nvSpPr>
          <p:spPr>
            <a:xfrm>
              <a:off x="3934750" y="2566400"/>
              <a:ext cx="26175" cy="32975"/>
            </a:xfrm>
            <a:custGeom>
              <a:avLst/>
              <a:gdLst/>
              <a:ahLst/>
              <a:cxnLst/>
              <a:rect l="l" t="t" r="r" b="b"/>
              <a:pathLst>
                <a:path w="1047" h="1319" extrusionOk="0">
                  <a:moveTo>
                    <a:pt x="293" y="0"/>
                  </a:moveTo>
                  <a:lnTo>
                    <a:pt x="210" y="63"/>
                  </a:lnTo>
                  <a:lnTo>
                    <a:pt x="210" y="167"/>
                  </a:lnTo>
                  <a:lnTo>
                    <a:pt x="314" y="209"/>
                  </a:lnTo>
                  <a:lnTo>
                    <a:pt x="356" y="293"/>
                  </a:lnTo>
                  <a:lnTo>
                    <a:pt x="272" y="356"/>
                  </a:lnTo>
                  <a:lnTo>
                    <a:pt x="189" y="356"/>
                  </a:lnTo>
                  <a:lnTo>
                    <a:pt x="147" y="481"/>
                  </a:lnTo>
                  <a:lnTo>
                    <a:pt x="147" y="628"/>
                  </a:lnTo>
                  <a:lnTo>
                    <a:pt x="84" y="732"/>
                  </a:lnTo>
                  <a:lnTo>
                    <a:pt x="0" y="795"/>
                  </a:lnTo>
                  <a:lnTo>
                    <a:pt x="63" y="837"/>
                  </a:lnTo>
                  <a:lnTo>
                    <a:pt x="168" y="879"/>
                  </a:lnTo>
                  <a:lnTo>
                    <a:pt x="377" y="1151"/>
                  </a:lnTo>
                  <a:lnTo>
                    <a:pt x="398" y="1235"/>
                  </a:lnTo>
                  <a:lnTo>
                    <a:pt x="523" y="1318"/>
                  </a:lnTo>
                  <a:lnTo>
                    <a:pt x="523" y="1088"/>
                  </a:lnTo>
                  <a:lnTo>
                    <a:pt x="607" y="921"/>
                  </a:lnTo>
                  <a:lnTo>
                    <a:pt x="733" y="795"/>
                  </a:lnTo>
                  <a:lnTo>
                    <a:pt x="795" y="795"/>
                  </a:lnTo>
                  <a:lnTo>
                    <a:pt x="837" y="900"/>
                  </a:lnTo>
                  <a:lnTo>
                    <a:pt x="942" y="774"/>
                  </a:lnTo>
                  <a:lnTo>
                    <a:pt x="984" y="711"/>
                  </a:lnTo>
                  <a:lnTo>
                    <a:pt x="1046" y="628"/>
                  </a:lnTo>
                  <a:lnTo>
                    <a:pt x="1046" y="502"/>
                  </a:lnTo>
                  <a:lnTo>
                    <a:pt x="900" y="481"/>
                  </a:lnTo>
                  <a:lnTo>
                    <a:pt x="816" y="398"/>
                  </a:lnTo>
                  <a:lnTo>
                    <a:pt x="691" y="398"/>
                  </a:lnTo>
                  <a:lnTo>
                    <a:pt x="628" y="314"/>
                  </a:lnTo>
                  <a:lnTo>
                    <a:pt x="628" y="251"/>
                  </a:lnTo>
                  <a:lnTo>
                    <a:pt x="502" y="105"/>
                  </a:lnTo>
                  <a:lnTo>
                    <a:pt x="502" y="146"/>
                  </a:lnTo>
                  <a:lnTo>
                    <a:pt x="398" y="84"/>
                  </a:lnTo>
                  <a:lnTo>
                    <a:pt x="29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5" name="Google Shape;7783;p67">
              <a:extLst>
                <a:ext uri="{FF2B5EF4-FFF2-40B4-BE49-F238E27FC236}">
                  <a16:creationId xmlns:a16="http://schemas.microsoft.com/office/drawing/2014/main" id="{5298B37E-2F09-9ACB-2B84-D5894328D581}"/>
                </a:ext>
              </a:extLst>
            </p:cNvPr>
            <p:cNvSpPr/>
            <p:nvPr/>
          </p:nvSpPr>
          <p:spPr>
            <a:xfrm>
              <a:off x="3895525" y="2538675"/>
              <a:ext cx="54425" cy="47625"/>
            </a:xfrm>
            <a:custGeom>
              <a:avLst/>
              <a:gdLst/>
              <a:ahLst/>
              <a:cxnLst/>
              <a:rect l="l" t="t" r="r" b="b"/>
              <a:pathLst>
                <a:path w="2177" h="1905" extrusionOk="0">
                  <a:moveTo>
                    <a:pt x="105" y="0"/>
                  </a:moveTo>
                  <a:lnTo>
                    <a:pt x="63" y="42"/>
                  </a:lnTo>
                  <a:lnTo>
                    <a:pt x="63" y="167"/>
                  </a:lnTo>
                  <a:lnTo>
                    <a:pt x="0" y="230"/>
                  </a:lnTo>
                  <a:lnTo>
                    <a:pt x="42" y="314"/>
                  </a:lnTo>
                  <a:lnTo>
                    <a:pt x="84" y="314"/>
                  </a:lnTo>
                  <a:lnTo>
                    <a:pt x="209" y="439"/>
                  </a:lnTo>
                  <a:lnTo>
                    <a:pt x="251" y="544"/>
                  </a:lnTo>
                  <a:lnTo>
                    <a:pt x="314" y="649"/>
                  </a:lnTo>
                  <a:lnTo>
                    <a:pt x="272" y="670"/>
                  </a:lnTo>
                  <a:lnTo>
                    <a:pt x="293" y="753"/>
                  </a:lnTo>
                  <a:lnTo>
                    <a:pt x="774" y="1151"/>
                  </a:lnTo>
                  <a:lnTo>
                    <a:pt x="1151" y="1611"/>
                  </a:lnTo>
                  <a:lnTo>
                    <a:pt x="1109" y="1695"/>
                  </a:lnTo>
                  <a:lnTo>
                    <a:pt x="1193" y="1716"/>
                  </a:lnTo>
                  <a:lnTo>
                    <a:pt x="1402" y="1737"/>
                  </a:lnTo>
                  <a:lnTo>
                    <a:pt x="1465" y="1716"/>
                  </a:lnTo>
                  <a:lnTo>
                    <a:pt x="1569" y="1904"/>
                  </a:lnTo>
                  <a:lnTo>
                    <a:pt x="1653" y="1841"/>
                  </a:lnTo>
                  <a:lnTo>
                    <a:pt x="1716" y="1737"/>
                  </a:lnTo>
                  <a:lnTo>
                    <a:pt x="1716" y="1590"/>
                  </a:lnTo>
                  <a:lnTo>
                    <a:pt x="1758" y="1465"/>
                  </a:lnTo>
                  <a:lnTo>
                    <a:pt x="1841" y="1465"/>
                  </a:lnTo>
                  <a:lnTo>
                    <a:pt x="1925" y="1402"/>
                  </a:lnTo>
                  <a:lnTo>
                    <a:pt x="1883" y="1318"/>
                  </a:lnTo>
                  <a:lnTo>
                    <a:pt x="1779" y="1276"/>
                  </a:lnTo>
                  <a:lnTo>
                    <a:pt x="1779" y="1172"/>
                  </a:lnTo>
                  <a:lnTo>
                    <a:pt x="1862" y="1109"/>
                  </a:lnTo>
                  <a:lnTo>
                    <a:pt x="1967" y="1193"/>
                  </a:lnTo>
                  <a:lnTo>
                    <a:pt x="2071" y="1255"/>
                  </a:lnTo>
                  <a:lnTo>
                    <a:pt x="2134" y="1193"/>
                  </a:lnTo>
                  <a:lnTo>
                    <a:pt x="1988" y="1046"/>
                  </a:lnTo>
                  <a:lnTo>
                    <a:pt x="1988" y="900"/>
                  </a:lnTo>
                  <a:lnTo>
                    <a:pt x="2051" y="879"/>
                  </a:lnTo>
                  <a:lnTo>
                    <a:pt x="2155" y="942"/>
                  </a:lnTo>
                  <a:lnTo>
                    <a:pt x="2176" y="858"/>
                  </a:lnTo>
                  <a:lnTo>
                    <a:pt x="2134" y="795"/>
                  </a:lnTo>
                  <a:lnTo>
                    <a:pt x="2030" y="774"/>
                  </a:lnTo>
                  <a:lnTo>
                    <a:pt x="1862" y="649"/>
                  </a:lnTo>
                  <a:lnTo>
                    <a:pt x="1862" y="565"/>
                  </a:lnTo>
                  <a:lnTo>
                    <a:pt x="1967" y="419"/>
                  </a:lnTo>
                  <a:lnTo>
                    <a:pt x="1988" y="251"/>
                  </a:lnTo>
                  <a:lnTo>
                    <a:pt x="1925" y="251"/>
                  </a:lnTo>
                  <a:lnTo>
                    <a:pt x="1862" y="272"/>
                  </a:lnTo>
                  <a:lnTo>
                    <a:pt x="1820" y="230"/>
                  </a:lnTo>
                  <a:lnTo>
                    <a:pt x="1653" y="230"/>
                  </a:lnTo>
                  <a:lnTo>
                    <a:pt x="1548" y="126"/>
                  </a:lnTo>
                  <a:lnTo>
                    <a:pt x="1465" y="147"/>
                  </a:lnTo>
                  <a:lnTo>
                    <a:pt x="1339" y="105"/>
                  </a:lnTo>
                  <a:lnTo>
                    <a:pt x="1214" y="126"/>
                  </a:lnTo>
                  <a:lnTo>
                    <a:pt x="1193" y="63"/>
                  </a:lnTo>
                  <a:lnTo>
                    <a:pt x="1088" y="126"/>
                  </a:lnTo>
                  <a:lnTo>
                    <a:pt x="942" y="63"/>
                  </a:lnTo>
                  <a:lnTo>
                    <a:pt x="900" y="126"/>
                  </a:lnTo>
                  <a:lnTo>
                    <a:pt x="837" y="21"/>
                  </a:lnTo>
                  <a:lnTo>
                    <a:pt x="732" y="0"/>
                  </a:lnTo>
                  <a:lnTo>
                    <a:pt x="690" y="42"/>
                  </a:lnTo>
                  <a:lnTo>
                    <a:pt x="607" y="0"/>
                  </a:lnTo>
                  <a:lnTo>
                    <a:pt x="565" y="63"/>
                  </a:lnTo>
                  <a:lnTo>
                    <a:pt x="481" y="42"/>
                  </a:lnTo>
                  <a:lnTo>
                    <a:pt x="377" y="63"/>
                  </a:lnTo>
                  <a:lnTo>
                    <a:pt x="377" y="147"/>
                  </a:lnTo>
                  <a:lnTo>
                    <a:pt x="293" y="167"/>
                  </a:lnTo>
                  <a:lnTo>
                    <a:pt x="251" y="105"/>
                  </a:lnTo>
                  <a:lnTo>
                    <a:pt x="10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6" name="Google Shape;7784;p67">
              <a:extLst>
                <a:ext uri="{FF2B5EF4-FFF2-40B4-BE49-F238E27FC236}">
                  <a16:creationId xmlns:a16="http://schemas.microsoft.com/office/drawing/2014/main" id="{F325F572-B995-4EAB-462B-2A62D3F48627}"/>
                </a:ext>
              </a:extLst>
            </p:cNvPr>
            <p:cNvSpPr/>
            <p:nvPr/>
          </p:nvSpPr>
          <p:spPr>
            <a:xfrm>
              <a:off x="3865700" y="2510950"/>
              <a:ext cx="42400" cy="26700"/>
            </a:xfrm>
            <a:custGeom>
              <a:avLst/>
              <a:gdLst/>
              <a:ahLst/>
              <a:cxnLst/>
              <a:rect l="l" t="t" r="r" b="b"/>
              <a:pathLst>
                <a:path w="1696" h="1068" extrusionOk="0">
                  <a:moveTo>
                    <a:pt x="1507" y="0"/>
                  </a:moveTo>
                  <a:lnTo>
                    <a:pt x="1381" y="63"/>
                  </a:lnTo>
                  <a:lnTo>
                    <a:pt x="1130" y="209"/>
                  </a:lnTo>
                  <a:lnTo>
                    <a:pt x="1067" y="188"/>
                  </a:lnTo>
                  <a:lnTo>
                    <a:pt x="984" y="209"/>
                  </a:lnTo>
                  <a:lnTo>
                    <a:pt x="858" y="272"/>
                  </a:lnTo>
                  <a:lnTo>
                    <a:pt x="733" y="272"/>
                  </a:lnTo>
                  <a:lnTo>
                    <a:pt x="607" y="314"/>
                  </a:lnTo>
                  <a:lnTo>
                    <a:pt x="523" y="230"/>
                  </a:lnTo>
                  <a:lnTo>
                    <a:pt x="251" y="230"/>
                  </a:lnTo>
                  <a:lnTo>
                    <a:pt x="147" y="209"/>
                  </a:lnTo>
                  <a:lnTo>
                    <a:pt x="21" y="419"/>
                  </a:lnTo>
                  <a:lnTo>
                    <a:pt x="84" y="502"/>
                  </a:lnTo>
                  <a:lnTo>
                    <a:pt x="0" y="628"/>
                  </a:lnTo>
                  <a:lnTo>
                    <a:pt x="21" y="816"/>
                  </a:lnTo>
                  <a:lnTo>
                    <a:pt x="42" y="816"/>
                  </a:lnTo>
                  <a:lnTo>
                    <a:pt x="147" y="858"/>
                  </a:lnTo>
                  <a:lnTo>
                    <a:pt x="147" y="942"/>
                  </a:lnTo>
                  <a:lnTo>
                    <a:pt x="42" y="963"/>
                  </a:lnTo>
                  <a:lnTo>
                    <a:pt x="42" y="1067"/>
                  </a:lnTo>
                  <a:lnTo>
                    <a:pt x="251" y="1067"/>
                  </a:lnTo>
                  <a:lnTo>
                    <a:pt x="398" y="963"/>
                  </a:lnTo>
                  <a:lnTo>
                    <a:pt x="523" y="921"/>
                  </a:lnTo>
                  <a:lnTo>
                    <a:pt x="733" y="1025"/>
                  </a:lnTo>
                  <a:lnTo>
                    <a:pt x="858" y="1025"/>
                  </a:lnTo>
                  <a:lnTo>
                    <a:pt x="879" y="816"/>
                  </a:lnTo>
                  <a:lnTo>
                    <a:pt x="1067" y="732"/>
                  </a:lnTo>
                  <a:lnTo>
                    <a:pt x="1088" y="586"/>
                  </a:lnTo>
                  <a:lnTo>
                    <a:pt x="1444" y="398"/>
                  </a:lnTo>
                  <a:lnTo>
                    <a:pt x="1695" y="398"/>
                  </a:lnTo>
                  <a:lnTo>
                    <a:pt x="1674" y="188"/>
                  </a:lnTo>
                  <a:lnTo>
                    <a:pt x="150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7" name="Google Shape;7785;p67">
              <a:extLst>
                <a:ext uri="{FF2B5EF4-FFF2-40B4-BE49-F238E27FC236}">
                  <a16:creationId xmlns:a16="http://schemas.microsoft.com/office/drawing/2014/main" id="{DE31AE3D-904A-C9FC-1144-D2A7B209084E}"/>
                </a:ext>
              </a:extLst>
            </p:cNvPr>
            <p:cNvSpPr/>
            <p:nvPr/>
          </p:nvSpPr>
          <p:spPr>
            <a:xfrm>
              <a:off x="3811300" y="2470650"/>
              <a:ext cx="99925" cy="48150"/>
            </a:xfrm>
            <a:custGeom>
              <a:avLst/>
              <a:gdLst/>
              <a:ahLst/>
              <a:cxnLst/>
              <a:rect l="l" t="t" r="r" b="b"/>
              <a:pathLst>
                <a:path w="3997" h="1926" extrusionOk="0">
                  <a:moveTo>
                    <a:pt x="2846" y="1"/>
                  </a:moveTo>
                  <a:lnTo>
                    <a:pt x="2804" y="106"/>
                  </a:lnTo>
                  <a:lnTo>
                    <a:pt x="2741" y="147"/>
                  </a:lnTo>
                  <a:lnTo>
                    <a:pt x="2720" y="252"/>
                  </a:lnTo>
                  <a:lnTo>
                    <a:pt x="2574" y="252"/>
                  </a:lnTo>
                  <a:lnTo>
                    <a:pt x="2511" y="315"/>
                  </a:lnTo>
                  <a:lnTo>
                    <a:pt x="2218" y="147"/>
                  </a:lnTo>
                  <a:lnTo>
                    <a:pt x="2155" y="147"/>
                  </a:lnTo>
                  <a:lnTo>
                    <a:pt x="2114" y="252"/>
                  </a:lnTo>
                  <a:lnTo>
                    <a:pt x="2114" y="357"/>
                  </a:lnTo>
                  <a:lnTo>
                    <a:pt x="2051" y="357"/>
                  </a:lnTo>
                  <a:lnTo>
                    <a:pt x="1967" y="461"/>
                  </a:lnTo>
                  <a:lnTo>
                    <a:pt x="1842" y="545"/>
                  </a:lnTo>
                  <a:lnTo>
                    <a:pt x="1674" y="733"/>
                  </a:lnTo>
                  <a:lnTo>
                    <a:pt x="1674" y="796"/>
                  </a:lnTo>
                  <a:lnTo>
                    <a:pt x="1842" y="880"/>
                  </a:lnTo>
                  <a:lnTo>
                    <a:pt x="1863" y="984"/>
                  </a:lnTo>
                  <a:lnTo>
                    <a:pt x="1779" y="1047"/>
                  </a:lnTo>
                  <a:lnTo>
                    <a:pt x="1653" y="963"/>
                  </a:lnTo>
                  <a:lnTo>
                    <a:pt x="1528" y="984"/>
                  </a:lnTo>
                  <a:lnTo>
                    <a:pt x="1381" y="963"/>
                  </a:lnTo>
                  <a:lnTo>
                    <a:pt x="1319" y="963"/>
                  </a:lnTo>
                  <a:lnTo>
                    <a:pt x="1130" y="1089"/>
                  </a:lnTo>
                  <a:lnTo>
                    <a:pt x="1026" y="1110"/>
                  </a:lnTo>
                  <a:lnTo>
                    <a:pt x="942" y="1089"/>
                  </a:lnTo>
                  <a:lnTo>
                    <a:pt x="837" y="1110"/>
                  </a:lnTo>
                  <a:lnTo>
                    <a:pt x="754" y="1047"/>
                  </a:lnTo>
                  <a:lnTo>
                    <a:pt x="440" y="1047"/>
                  </a:lnTo>
                  <a:lnTo>
                    <a:pt x="440" y="1110"/>
                  </a:lnTo>
                  <a:lnTo>
                    <a:pt x="419" y="1173"/>
                  </a:lnTo>
                  <a:lnTo>
                    <a:pt x="272" y="1152"/>
                  </a:lnTo>
                  <a:lnTo>
                    <a:pt x="189" y="1047"/>
                  </a:lnTo>
                  <a:lnTo>
                    <a:pt x="84" y="1089"/>
                  </a:lnTo>
                  <a:lnTo>
                    <a:pt x="21" y="1110"/>
                  </a:lnTo>
                  <a:lnTo>
                    <a:pt x="0" y="1110"/>
                  </a:lnTo>
                  <a:lnTo>
                    <a:pt x="63" y="1173"/>
                  </a:lnTo>
                  <a:lnTo>
                    <a:pt x="63" y="1256"/>
                  </a:lnTo>
                  <a:lnTo>
                    <a:pt x="105" y="1298"/>
                  </a:lnTo>
                  <a:lnTo>
                    <a:pt x="105" y="1403"/>
                  </a:lnTo>
                  <a:lnTo>
                    <a:pt x="210" y="1403"/>
                  </a:lnTo>
                  <a:lnTo>
                    <a:pt x="293" y="1382"/>
                  </a:lnTo>
                  <a:lnTo>
                    <a:pt x="398" y="1507"/>
                  </a:lnTo>
                  <a:lnTo>
                    <a:pt x="502" y="1403"/>
                  </a:lnTo>
                  <a:lnTo>
                    <a:pt x="586" y="1403"/>
                  </a:lnTo>
                  <a:lnTo>
                    <a:pt x="628" y="1507"/>
                  </a:lnTo>
                  <a:lnTo>
                    <a:pt x="837" y="1591"/>
                  </a:lnTo>
                  <a:lnTo>
                    <a:pt x="1130" y="1403"/>
                  </a:lnTo>
                  <a:lnTo>
                    <a:pt x="1256" y="1424"/>
                  </a:lnTo>
                  <a:lnTo>
                    <a:pt x="1444" y="1424"/>
                  </a:lnTo>
                  <a:lnTo>
                    <a:pt x="1444" y="1528"/>
                  </a:lnTo>
                  <a:lnTo>
                    <a:pt x="1737" y="1717"/>
                  </a:lnTo>
                  <a:lnTo>
                    <a:pt x="2072" y="1779"/>
                  </a:lnTo>
                  <a:lnTo>
                    <a:pt x="2260" y="1738"/>
                  </a:lnTo>
                  <a:lnTo>
                    <a:pt x="2323" y="1821"/>
                  </a:lnTo>
                  <a:lnTo>
                    <a:pt x="2427" y="1842"/>
                  </a:lnTo>
                  <a:lnTo>
                    <a:pt x="2699" y="1842"/>
                  </a:lnTo>
                  <a:lnTo>
                    <a:pt x="2783" y="1926"/>
                  </a:lnTo>
                  <a:lnTo>
                    <a:pt x="2909" y="1884"/>
                  </a:lnTo>
                  <a:lnTo>
                    <a:pt x="3034" y="1884"/>
                  </a:lnTo>
                  <a:lnTo>
                    <a:pt x="3160" y="1821"/>
                  </a:lnTo>
                  <a:lnTo>
                    <a:pt x="3243" y="1800"/>
                  </a:lnTo>
                  <a:lnTo>
                    <a:pt x="3306" y="1821"/>
                  </a:lnTo>
                  <a:lnTo>
                    <a:pt x="3557" y="1675"/>
                  </a:lnTo>
                  <a:lnTo>
                    <a:pt x="3683" y="1612"/>
                  </a:lnTo>
                  <a:lnTo>
                    <a:pt x="3725" y="1612"/>
                  </a:lnTo>
                  <a:lnTo>
                    <a:pt x="3829" y="1507"/>
                  </a:lnTo>
                  <a:lnTo>
                    <a:pt x="3746" y="1403"/>
                  </a:lnTo>
                  <a:lnTo>
                    <a:pt x="3767" y="1298"/>
                  </a:lnTo>
                  <a:lnTo>
                    <a:pt x="3829" y="1152"/>
                  </a:lnTo>
                  <a:lnTo>
                    <a:pt x="3725" y="1047"/>
                  </a:lnTo>
                  <a:lnTo>
                    <a:pt x="3746" y="984"/>
                  </a:lnTo>
                  <a:lnTo>
                    <a:pt x="3976" y="984"/>
                  </a:lnTo>
                  <a:lnTo>
                    <a:pt x="3997" y="880"/>
                  </a:lnTo>
                  <a:lnTo>
                    <a:pt x="3976" y="754"/>
                  </a:lnTo>
                  <a:lnTo>
                    <a:pt x="3976" y="671"/>
                  </a:lnTo>
                  <a:lnTo>
                    <a:pt x="3955" y="440"/>
                  </a:lnTo>
                  <a:lnTo>
                    <a:pt x="3955" y="252"/>
                  </a:lnTo>
                  <a:lnTo>
                    <a:pt x="3725" y="210"/>
                  </a:lnTo>
                  <a:lnTo>
                    <a:pt x="3641" y="127"/>
                  </a:lnTo>
                  <a:lnTo>
                    <a:pt x="3474" y="147"/>
                  </a:lnTo>
                  <a:lnTo>
                    <a:pt x="3327" y="147"/>
                  </a:lnTo>
                  <a:lnTo>
                    <a:pt x="3160" y="43"/>
                  </a:lnTo>
                  <a:lnTo>
                    <a:pt x="2951" y="43"/>
                  </a:lnTo>
                  <a:lnTo>
                    <a:pt x="284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8" name="Google Shape;7786;p67">
              <a:extLst>
                <a:ext uri="{FF2B5EF4-FFF2-40B4-BE49-F238E27FC236}">
                  <a16:creationId xmlns:a16="http://schemas.microsoft.com/office/drawing/2014/main" id="{BABABD49-E427-1F71-B1D3-7EDFA42A1C54}"/>
                </a:ext>
              </a:extLst>
            </p:cNvPr>
            <p:cNvSpPr/>
            <p:nvPr/>
          </p:nvSpPr>
          <p:spPr>
            <a:xfrm>
              <a:off x="3867800" y="2355575"/>
              <a:ext cx="132350" cy="111450"/>
            </a:xfrm>
            <a:custGeom>
              <a:avLst/>
              <a:gdLst/>
              <a:ahLst/>
              <a:cxnLst/>
              <a:rect l="l" t="t" r="r" b="b"/>
              <a:pathLst>
                <a:path w="5294" h="4458" extrusionOk="0">
                  <a:moveTo>
                    <a:pt x="1883" y="1"/>
                  </a:moveTo>
                  <a:lnTo>
                    <a:pt x="1632" y="105"/>
                  </a:lnTo>
                  <a:lnTo>
                    <a:pt x="1486" y="105"/>
                  </a:lnTo>
                  <a:lnTo>
                    <a:pt x="1318" y="147"/>
                  </a:lnTo>
                  <a:lnTo>
                    <a:pt x="1214" y="315"/>
                  </a:lnTo>
                  <a:lnTo>
                    <a:pt x="1046" y="315"/>
                  </a:lnTo>
                  <a:lnTo>
                    <a:pt x="942" y="398"/>
                  </a:lnTo>
                  <a:lnTo>
                    <a:pt x="942" y="524"/>
                  </a:lnTo>
                  <a:lnTo>
                    <a:pt x="753" y="524"/>
                  </a:lnTo>
                  <a:lnTo>
                    <a:pt x="481" y="670"/>
                  </a:lnTo>
                  <a:lnTo>
                    <a:pt x="314" y="670"/>
                  </a:lnTo>
                  <a:lnTo>
                    <a:pt x="251" y="796"/>
                  </a:lnTo>
                  <a:lnTo>
                    <a:pt x="209" y="963"/>
                  </a:lnTo>
                  <a:lnTo>
                    <a:pt x="147" y="984"/>
                  </a:lnTo>
                  <a:lnTo>
                    <a:pt x="167" y="1047"/>
                  </a:lnTo>
                  <a:lnTo>
                    <a:pt x="126" y="1047"/>
                  </a:lnTo>
                  <a:lnTo>
                    <a:pt x="167" y="1298"/>
                  </a:lnTo>
                  <a:lnTo>
                    <a:pt x="147" y="1486"/>
                  </a:lnTo>
                  <a:lnTo>
                    <a:pt x="0" y="1570"/>
                  </a:lnTo>
                  <a:lnTo>
                    <a:pt x="0" y="1633"/>
                  </a:lnTo>
                  <a:lnTo>
                    <a:pt x="167" y="1842"/>
                  </a:lnTo>
                  <a:lnTo>
                    <a:pt x="147" y="1947"/>
                  </a:lnTo>
                  <a:lnTo>
                    <a:pt x="230" y="2051"/>
                  </a:lnTo>
                  <a:lnTo>
                    <a:pt x="230" y="2135"/>
                  </a:lnTo>
                  <a:lnTo>
                    <a:pt x="272" y="2261"/>
                  </a:lnTo>
                  <a:lnTo>
                    <a:pt x="230" y="2365"/>
                  </a:lnTo>
                  <a:lnTo>
                    <a:pt x="335" y="2616"/>
                  </a:lnTo>
                  <a:lnTo>
                    <a:pt x="419" y="2658"/>
                  </a:lnTo>
                  <a:lnTo>
                    <a:pt x="481" y="2742"/>
                  </a:lnTo>
                  <a:lnTo>
                    <a:pt x="481" y="3056"/>
                  </a:lnTo>
                  <a:lnTo>
                    <a:pt x="460" y="3097"/>
                  </a:lnTo>
                  <a:lnTo>
                    <a:pt x="523" y="3181"/>
                  </a:lnTo>
                  <a:lnTo>
                    <a:pt x="565" y="3139"/>
                  </a:lnTo>
                  <a:lnTo>
                    <a:pt x="649" y="3160"/>
                  </a:lnTo>
                  <a:lnTo>
                    <a:pt x="732" y="3097"/>
                  </a:lnTo>
                  <a:lnTo>
                    <a:pt x="963" y="3160"/>
                  </a:lnTo>
                  <a:lnTo>
                    <a:pt x="942" y="3202"/>
                  </a:lnTo>
                  <a:lnTo>
                    <a:pt x="1046" y="3307"/>
                  </a:lnTo>
                  <a:lnTo>
                    <a:pt x="1151" y="3307"/>
                  </a:lnTo>
                  <a:lnTo>
                    <a:pt x="1214" y="3390"/>
                  </a:lnTo>
                  <a:lnTo>
                    <a:pt x="1172" y="3495"/>
                  </a:lnTo>
                  <a:lnTo>
                    <a:pt x="1193" y="3579"/>
                  </a:lnTo>
                  <a:lnTo>
                    <a:pt x="1255" y="3600"/>
                  </a:lnTo>
                  <a:lnTo>
                    <a:pt x="1255" y="3704"/>
                  </a:lnTo>
                  <a:lnTo>
                    <a:pt x="1318" y="3725"/>
                  </a:lnTo>
                  <a:lnTo>
                    <a:pt x="1381" y="3683"/>
                  </a:lnTo>
                  <a:lnTo>
                    <a:pt x="1465" y="3683"/>
                  </a:lnTo>
                  <a:lnTo>
                    <a:pt x="1318" y="3516"/>
                  </a:lnTo>
                  <a:lnTo>
                    <a:pt x="1381" y="3474"/>
                  </a:lnTo>
                  <a:lnTo>
                    <a:pt x="1632" y="3621"/>
                  </a:lnTo>
                  <a:lnTo>
                    <a:pt x="1820" y="3600"/>
                  </a:lnTo>
                  <a:lnTo>
                    <a:pt x="1779" y="3704"/>
                  </a:lnTo>
                  <a:lnTo>
                    <a:pt x="1904" y="3809"/>
                  </a:lnTo>
                  <a:lnTo>
                    <a:pt x="2134" y="3767"/>
                  </a:lnTo>
                  <a:lnTo>
                    <a:pt x="2302" y="3809"/>
                  </a:lnTo>
                  <a:lnTo>
                    <a:pt x="2636" y="4081"/>
                  </a:lnTo>
                  <a:lnTo>
                    <a:pt x="2762" y="4248"/>
                  </a:lnTo>
                  <a:lnTo>
                    <a:pt x="2846" y="4248"/>
                  </a:lnTo>
                  <a:lnTo>
                    <a:pt x="2888" y="4206"/>
                  </a:lnTo>
                  <a:lnTo>
                    <a:pt x="3055" y="4206"/>
                  </a:lnTo>
                  <a:lnTo>
                    <a:pt x="3139" y="4290"/>
                  </a:lnTo>
                  <a:lnTo>
                    <a:pt x="3180" y="4437"/>
                  </a:lnTo>
                  <a:lnTo>
                    <a:pt x="3201" y="4458"/>
                  </a:lnTo>
                  <a:lnTo>
                    <a:pt x="3306" y="4437"/>
                  </a:lnTo>
                  <a:lnTo>
                    <a:pt x="3390" y="4332"/>
                  </a:lnTo>
                  <a:lnTo>
                    <a:pt x="3473" y="4311"/>
                  </a:lnTo>
                  <a:lnTo>
                    <a:pt x="3578" y="4332"/>
                  </a:lnTo>
                  <a:lnTo>
                    <a:pt x="3704" y="4332"/>
                  </a:lnTo>
                  <a:lnTo>
                    <a:pt x="3787" y="4395"/>
                  </a:lnTo>
                  <a:lnTo>
                    <a:pt x="3871" y="4311"/>
                  </a:lnTo>
                  <a:lnTo>
                    <a:pt x="3934" y="4290"/>
                  </a:lnTo>
                  <a:lnTo>
                    <a:pt x="4038" y="4332"/>
                  </a:lnTo>
                  <a:lnTo>
                    <a:pt x="4101" y="4311"/>
                  </a:lnTo>
                  <a:lnTo>
                    <a:pt x="4331" y="4311"/>
                  </a:lnTo>
                  <a:lnTo>
                    <a:pt x="4561" y="4437"/>
                  </a:lnTo>
                  <a:lnTo>
                    <a:pt x="4708" y="4458"/>
                  </a:lnTo>
                  <a:lnTo>
                    <a:pt x="4708" y="4290"/>
                  </a:lnTo>
                  <a:lnTo>
                    <a:pt x="4666" y="4123"/>
                  </a:lnTo>
                  <a:lnTo>
                    <a:pt x="5043" y="3725"/>
                  </a:lnTo>
                  <a:lnTo>
                    <a:pt x="5064" y="3558"/>
                  </a:lnTo>
                  <a:lnTo>
                    <a:pt x="5168" y="3474"/>
                  </a:lnTo>
                  <a:lnTo>
                    <a:pt x="5252" y="3474"/>
                  </a:lnTo>
                  <a:lnTo>
                    <a:pt x="5294" y="3286"/>
                  </a:lnTo>
                  <a:lnTo>
                    <a:pt x="5252" y="3202"/>
                  </a:lnTo>
                  <a:lnTo>
                    <a:pt x="5231" y="3139"/>
                  </a:lnTo>
                  <a:lnTo>
                    <a:pt x="5273" y="3056"/>
                  </a:lnTo>
                  <a:lnTo>
                    <a:pt x="5147" y="2972"/>
                  </a:lnTo>
                  <a:lnTo>
                    <a:pt x="5064" y="2825"/>
                  </a:lnTo>
                  <a:lnTo>
                    <a:pt x="5022" y="2742"/>
                  </a:lnTo>
                  <a:lnTo>
                    <a:pt x="4980" y="2470"/>
                  </a:lnTo>
                  <a:lnTo>
                    <a:pt x="5022" y="2365"/>
                  </a:lnTo>
                  <a:lnTo>
                    <a:pt x="5022" y="2323"/>
                  </a:lnTo>
                  <a:lnTo>
                    <a:pt x="4875" y="2135"/>
                  </a:lnTo>
                  <a:lnTo>
                    <a:pt x="4854" y="1947"/>
                  </a:lnTo>
                  <a:lnTo>
                    <a:pt x="4938" y="1821"/>
                  </a:lnTo>
                  <a:lnTo>
                    <a:pt x="5043" y="1779"/>
                  </a:lnTo>
                  <a:lnTo>
                    <a:pt x="5043" y="1403"/>
                  </a:lnTo>
                  <a:lnTo>
                    <a:pt x="4980" y="1361"/>
                  </a:lnTo>
                  <a:lnTo>
                    <a:pt x="4959" y="1214"/>
                  </a:lnTo>
                  <a:lnTo>
                    <a:pt x="4875" y="1089"/>
                  </a:lnTo>
                  <a:lnTo>
                    <a:pt x="4771" y="838"/>
                  </a:lnTo>
                  <a:lnTo>
                    <a:pt x="4750" y="775"/>
                  </a:lnTo>
                  <a:lnTo>
                    <a:pt x="4708" y="670"/>
                  </a:lnTo>
                  <a:lnTo>
                    <a:pt x="4708" y="545"/>
                  </a:lnTo>
                  <a:lnTo>
                    <a:pt x="4645" y="315"/>
                  </a:lnTo>
                  <a:lnTo>
                    <a:pt x="4561" y="315"/>
                  </a:lnTo>
                  <a:lnTo>
                    <a:pt x="4436" y="210"/>
                  </a:lnTo>
                  <a:lnTo>
                    <a:pt x="4310" y="231"/>
                  </a:lnTo>
                  <a:lnTo>
                    <a:pt x="3683" y="273"/>
                  </a:lnTo>
                  <a:lnTo>
                    <a:pt x="2950" y="231"/>
                  </a:lnTo>
                  <a:lnTo>
                    <a:pt x="2867" y="252"/>
                  </a:lnTo>
                  <a:lnTo>
                    <a:pt x="2678" y="440"/>
                  </a:lnTo>
                  <a:lnTo>
                    <a:pt x="2511" y="482"/>
                  </a:lnTo>
                  <a:lnTo>
                    <a:pt x="2469" y="440"/>
                  </a:lnTo>
                  <a:lnTo>
                    <a:pt x="2636" y="356"/>
                  </a:lnTo>
                  <a:lnTo>
                    <a:pt x="2783" y="210"/>
                  </a:lnTo>
                  <a:lnTo>
                    <a:pt x="2741" y="210"/>
                  </a:lnTo>
                  <a:lnTo>
                    <a:pt x="2616" y="315"/>
                  </a:lnTo>
                  <a:lnTo>
                    <a:pt x="2406" y="398"/>
                  </a:lnTo>
                  <a:lnTo>
                    <a:pt x="2134" y="356"/>
                  </a:lnTo>
                  <a:lnTo>
                    <a:pt x="2092" y="210"/>
                  </a:lnTo>
                  <a:lnTo>
                    <a:pt x="2134" y="126"/>
                  </a:lnTo>
                  <a:lnTo>
                    <a:pt x="2260" y="126"/>
                  </a:lnTo>
                  <a:lnTo>
                    <a:pt x="2323" y="168"/>
                  </a:lnTo>
                  <a:lnTo>
                    <a:pt x="2323" y="126"/>
                  </a:lnTo>
                  <a:lnTo>
                    <a:pt x="2155" y="43"/>
                  </a:lnTo>
                  <a:lnTo>
                    <a:pt x="188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9" name="Google Shape;7787;p67">
              <a:extLst>
                <a:ext uri="{FF2B5EF4-FFF2-40B4-BE49-F238E27FC236}">
                  <a16:creationId xmlns:a16="http://schemas.microsoft.com/office/drawing/2014/main" id="{9983AD8D-FD5E-8857-A7B6-D4420DDE6BEF}"/>
                </a:ext>
              </a:extLst>
            </p:cNvPr>
            <p:cNvSpPr/>
            <p:nvPr/>
          </p:nvSpPr>
          <p:spPr>
            <a:xfrm>
              <a:off x="3841625" y="2432475"/>
              <a:ext cx="105700" cy="46050"/>
            </a:xfrm>
            <a:custGeom>
              <a:avLst/>
              <a:gdLst/>
              <a:ahLst/>
              <a:cxnLst/>
              <a:rect l="l" t="t" r="r" b="b"/>
              <a:pathLst>
                <a:path w="4228" h="1842" extrusionOk="0">
                  <a:moveTo>
                    <a:pt x="1403" y="1"/>
                  </a:moveTo>
                  <a:lnTo>
                    <a:pt x="1319" y="63"/>
                  </a:lnTo>
                  <a:lnTo>
                    <a:pt x="1152" y="21"/>
                  </a:lnTo>
                  <a:lnTo>
                    <a:pt x="1152" y="126"/>
                  </a:lnTo>
                  <a:lnTo>
                    <a:pt x="1068" y="189"/>
                  </a:lnTo>
                  <a:lnTo>
                    <a:pt x="984" y="168"/>
                  </a:lnTo>
                  <a:lnTo>
                    <a:pt x="775" y="168"/>
                  </a:lnTo>
                  <a:lnTo>
                    <a:pt x="733" y="273"/>
                  </a:lnTo>
                  <a:lnTo>
                    <a:pt x="587" y="273"/>
                  </a:lnTo>
                  <a:lnTo>
                    <a:pt x="482" y="398"/>
                  </a:lnTo>
                  <a:lnTo>
                    <a:pt x="378" y="398"/>
                  </a:lnTo>
                  <a:lnTo>
                    <a:pt x="168" y="586"/>
                  </a:lnTo>
                  <a:lnTo>
                    <a:pt x="106" y="545"/>
                  </a:lnTo>
                  <a:lnTo>
                    <a:pt x="22" y="503"/>
                  </a:lnTo>
                  <a:lnTo>
                    <a:pt x="1" y="524"/>
                  </a:lnTo>
                  <a:lnTo>
                    <a:pt x="1" y="628"/>
                  </a:lnTo>
                  <a:lnTo>
                    <a:pt x="147" y="712"/>
                  </a:lnTo>
                  <a:lnTo>
                    <a:pt x="252" y="900"/>
                  </a:lnTo>
                  <a:lnTo>
                    <a:pt x="252" y="1047"/>
                  </a:lnTo>
                  <a:lnTo>
                    <a:pt x="273" y="1130"/>
                  </a:lnTo>
                  <a:lnTo>
                    <a:pt x="378" y="1172"/>
                  </a:lnTo>
                  <a:lnTo>
                    <a:pt x="587" y="1319"/>
                  </a:lnTo>
                  <a:lnTo>
                    <a:pt x="691" y="1382"/>
                  </a:lnTo>
                  <a:lnTo>
                    <a:pt x="942" y="1674"/>
                  </a:lnTo>
                  <a:lnTo>
                    <a:pt x="1005" y="1674"/>
                  </a:lnTo>
                  <a:lnTo>
                    <a:pt x="1298" y="1842"/>
                  </a:lnTo>
                  <a:lnTo>
                    <a:pt x="1361" y="1779"/>
                  </a:lnTo>
                  <a:lnTo>
                    <a:pt x="1507" y="1779"/>
                  </a:lnTo>
                  <a:lnTo>
                    <a:pt x="1528" y="1674"/>
                  </a:lnTo>
                  <a:lnTo>
                    <a:pt x="1591" y="1633"/>
                  </a:lnTo>
                  <a:lnTo>
                    <a:pt x="1633" y="1528"/>
                  </a:lnTo>
                  <a:lnTo>
                    <a:pt x="1738" y="1570"/>
                  </a:lnTo>
                  <a:lnTo>
                    <a:pt x="1947" y="1570"/>
                  </a:lnTo>
                  <a:lnTo>
                    <a:pt x="2114" y="1674"/>
                  </a:lnTo>
                  <a:lnTo>
                    <a:pt x="2261" y="1674"/>
                  </a:lnTo>
                  <a:lnTo>
                    <a:pt x="2428" y="1654"/>
                  </a:lnTo>
                  <a:lnTo>
                    <a:pt x="2512" y="1737"/>
                  </a:lnTo>
                  <a:lnTo>
                    <a:pt x="2742" y="1779"/>
                  </a:lnTo>
                  <a:lnTo>
                    <a:pt x="2763" y="1779"/>
                  </a:lnTo>
                  <a:lnTo>
                    <a:pt x="2888" y="1695"/>
                  </a:lnTo>
                  <a:lnTo>
                    <a:pt x="3035" y="1674"/>
                  </a:lnTo>
                  <a:lnTo>
                    <a:pt x="3077" y="1737"/>
                  </a:lnTo>
                  <a:lnTo>
                    <a:pt x="3307" y="1654"/>
                  </a:lnTo>
                  <a:lnTo>
                    <a:pt x="3516" y="1633"/>
                  </a:lnTo>
                  <a:lnTo>
                    <a:pt x="3683" y="1465"/>
                  </a:lnTo>
                  <a:lnTo>
                    <a:pt x="3830" y="1444"/>
                  </a:lnTo>
                  <a:lnTo>
                    <a:pt x="3976" y="1340"/>
                  </a:lnTo>
                  <a:lnTo>
                    <a:pt x="4227" y="1361"/>
                  </a:lnTo>
                  <a:lnTo>
                    <a:pt x="4186" y="1214"/>
                  </a:lnTo>
                  <a:lnTo>
                    <a:pt x="4102" y="1130"/>
                  </a:lnTo>
                  <a:lnTo>
                    <a:pt x="3935" y="1130"/>
                  </a:lnTo>
                  <a:lnTo>
                    <a:pt x="3893" y="1172"/>
                  </a:lnTo>
                  <a:lnTo>
                    <a:pt x="3809" y="1172"/>
                  </a:lnTo>
                  <a:lnTo>
                    <a:pt x="3683" y="1005"/>
                  </a:lnTo>
                  <a:lnTo>
                    <a:pt x="3349" y="733"/>
                  </a:lnTo>
                  <a:lnTo>
                    <a:pt x="3181" y="691"/>
                  </a:lnTo>
                  <a:lnTo>
                    <a:pt x="2951" y="733"/>
                  </a:lnTo>
                  <a:lnTo>
                    <a:pt x="2826" y="628"/>
                  </a:lnTo>
                  <a:lnTo>
                    <a:pt x="2867" y="524"/>
                  </a:lnTo>
                  <a:lnTo>
                    <a:pt x="2679" y="545"/>
                  </a:lnTo>
                  <a:lnTo>
                    <a:pt x="2428" y="398"/>
                  </a:lnTo>
                  <a:lnTo>
                    <a:pt x="2365" y="440"/>
                  </a:lnTo>
                  <a:lnTo>
                    <a:pt x="2512" y="607"/>
                  </a:lnTo>
                  <a:lnTo>
                    <a:pt x="2428" y="607"/>
                  </a:lnTo>
                  <a:lnTo>
                    <a:pt x="2365" y="649"/>
                  </a:lnTo>
                  <a:lnTo>
                    <a:pt x="2302" y="628"/>
                  </a:lnTo>
                  <a:lnTo>
                    <a:pt x="2302" y="524"/>
                  </a:lnTo>
                  <a:lnTo>
                    <a:pt x="2240" y="503"/>
                  </a:lnTo>
                  <a:lnTo>
                    <a:pt x="2219" y="419"/>
                  </a:lnTo>
                  <a:lnTo>
                    <a:pt x="2261" y="314"/>
                  </a:lnTo>
                  <a:lnTo>
                    <a:pt x="2198" y="231"/>
                  </a:lnTo>
                  <a:lnTo>
                    <a:pt x="2093" y="231"/>
                  </a:lnTo>
                  <a:lnTo>
                    <a:pt x="1989" y="126"/>
                  </a:lnTo>
                  <a:lnTo>
                    <a:pt x="2010" y="84"/>
                  </a:lnTo>
                  <a:lnTo>
                    <a:pt x="1779" y="21"/>
                  </a:lnTo>
                  <a:lnTo>
                    <a:pt x="1696" y="84"/>
                  </a:lnTo>
                  <a:lnTo>
                    <a:pt x="1612" y="63"/>
                  </a:lnTo>
                  <a:lnTo>
                    <a:pt x="1570" y="105"/>
                  </a:lnTo>
                  <a:lnTo>
                    <a:pt x="1507" y="21"/>
                  </a:lnTo>
                  <a:lnTo>
                    <a:pt x="1486" y="63"/>
                  </a:lnTo>
                  <a:lnTo>
                    <a:pt x="140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50" name="Google Shape;7788;p67">
              <a:extLst>
                <a:ext uri="{FF2B5EF4-FFF2-40B4-BE49-F238E27FC236}">
                  <a16:creationId xmlns:a16="http://schemas.microsoft.com/office/drawing/2014/main" id="{1D7A7EAC-9C48-72D3-01D5-386A4BBF9431}"/>
                </a:ext>
              </a:extLst>
            </p:cNvPr>
            <p:cNvSpPr/>
            <p:nvPr/>
          </p:nvSpPr>
          <p:spPr>
            <a:xfrm>
              <a:off x="3759500" y="2356100"/>
              <a:ext cx="120350" cy="143875"/>
            </a:xfrm>
            <a:custGeom>
              <a:avLst/>
              <a:gdLst/>
              <a:ahLst/>
              <a:cxnLst/>
              <a:rect l="l" t="t" r="r" b="b"/>
              <a:pathLst>
                <a:path w="4814" h="5755" extrusionOk="0">
                  <a:moveTo>
                    <a:pt x="1340" y="1"/>
                  </a:moveTo>
                  <a:lnTo>
                    <a:pt x="1340" y="22"/>
                  </a:lnTo>
                  <a:lnTo>
                    <a:pt x="1340" y="126"/>
                  </a:lnTo>
                  <a:lnTo>
                    <a:pt x="1424" y="189"/>
                  </a:lnTo>
                  <a:lnTo>
                    <a:pt x="1466" y="189"/>
                  </a:lnTo>
                  <a:lnTo>
                    <a:pt x="1466" y="252"/>
                  </a:lnTo>
                  <a:lnTo>
                    <a:pt x="1612" y="377"/>
                  </a:lnTo>
                  <a:lnTo>
                    <a:pt x="1507" y="419"/>
                  </a:lnTo>
                  <a:lnTo>
                    <a:pt x="1403" y="419"/>
                  </a:lnTo>
                  <a:lnTo>
                    <a:pt x="1403" y="524"/>
                  </a:lnTo>
                  <a:lnTo>
                    <a:pt x="1507" y="461"/>
                  </a:lnTo>
                  <a:lnTo>
                    <a:pt x="1507" y="628"/>
                  </a:lnTo>
                  <a:lnTo>
                    <a:pt x="1612" y="670"/>
                  </a:lnTo>
                  <a:lnTo>
                    <a:pt x="1528" y="754"/>
                  </a:lnTo>
                  <a:lnTo>
                    <a:pt x="1528" y="838"/>
                  </a:lnTo>
                  <a:lnTo>
                    <a:pt x="1612" y="880"/>
                  </a:lnTo>
                  <a:lnTo>
                    <a:pt x="1738" y="880"/>
                  </a:lnTo>
                  <a:lnTo>
                    <a:pt x="1926" y="1068"/>
                  </a:lnTo>
                  <a:lnTo>
                    <a:pt x="2156" y="1172"/>
                  </a:lnTo>
                  <a:lnTo>
                    <a:pt x="1926" y="1131"/>
                  </a:lnTo>
                  <a:lnTo>
                    <a:pt x="1738" y="942"/>
                  </a:lnTo>
                  <a:lnTo>
                    <a:pt x="1612" y="963"/>
                  </a:lnTo>
                  <a:lnTo>
                    <a:pt x="1507" y="942"/>
                  </a:lnTo>
                  <a:lnTo>
                    <a:pt x="1424" y="942"/>
                  </a:lnTo>
                  <a:lnTo>
                    <a:pt x="1340" y="1068"/>
                  </a:lnTo>
                  <a:lnTo>
                    <a:pt x="1361" y="1152"/>
                  </a:lnTo>
                  <a:lnTo>
                    <a:pt x="1361" y="1340"/>
                  </a:lnTo>
                  <a:lnTo>
                    <a:pt x="1424" y="1444"/>
                  </a:lnTo>
                  <a:lnTo>
                    <a:pt x="1298" y="1277"/>
                  </a:lnTo>
                  <a:lnTo>
                    <a:pt x="1319" y="1152"/>
                  </a:lnTo>
                  <a:lnTo>
                    <a:pt x="1235" y="1068"/>
                  </a:lnTo>
                  <a:lnTo>
                    <a:pt x="1194" y="1089"/>
                  </a:lnTo>
                  <a:lnTo>
                    <a:pt x="1194" y="1172"/>
                  </a:lnTo>
                  <a:lnTo>
                    <a:pt x="1235" y="1277"/>
                  </a:lnTo>
                  <a:lnTo>
                    <a:pt x="1152" y="1361"/>
                  </a:lnTo>
                  <a:lnTo>
                    <a:pt x="1089" y="1235"/>
                  </a:lnTo>
                  <a:lnTo>
                    <a:pt x="1089" y="1089"/>
                  </a:lnTo>
                  <a:lnTo>
                    <a:pt x="942" y="1026"/>
                  </a:lnTo>
                  <a:lnTo>
                    <a:pt x="880" y="1047"/>
                  </a:lnTo>
                  <a:lnTo>
                    <a:pt x="608" y="1131"/>
                  </a:lnTo>
                  <a:lnTo>
                    <a:pt x="587" y="1235"/>
                  </a:lnTo>
                  <a:lnTo>
                    <a:pt x="629" y="1340"/>
                  </a:lnTo>
                  <a:lnTo>
                    <a:pt x="775" y="1361"/>
                  </a:lnTo>
                  <a:lnTo>
                    <a:pt x="796" y="1465"/>
                  </a:lnTo>
                  <a:lnTo>
                    <a:pt x="796" y="1486"/>
                  </a:lnTo>
                  <a:lnTo>
                    <a:pt x="733" y="1507"/>
                  </a:lnTo>
                  <a:lnTo>
                    <a:pt x="733" y="1591"/>
                  </a:lnTo>
                  <a:lnTo>
                    <a:pt x="691" y="1696"/>
                  </a:lnTo>
                  <a:lnTo>
                    <a:pt x="691" y="1800"/>
                  </a:lnTo>
                  <a:lnTo>
                    <a:pt x="608" y="1863"/>
                  </a:lnTo>
                  <a:lnTo>
                    <a:pt x="503" y="1800"/>
                  </a:lnTo>
                  <a:lnTo>
                    <a:pt x="461" y="1926"/>
                  </a:lnTo>
                  <a:lnTo>
                    <a:pt x="482" y="1988"/>
                  </a:lnTo>
                  <a:lnTo>
                    <a:pt x="608" y="1988"/>
                  </a:lnTo>
                  <a:lnTo>
                    <a:pt x="670" y="2030"/>
                  </a:lnTo>
                  <a:lnTo>
                    <a:pt x="629" y="2114"/>
                  </a:lnTo>
                  <a:lnTo>
                    <a:pt x="608" y="2240"/>
                  </a:lnTo>
                  <a:lnTo>
                    <a:pt x="524" y="2302"/>
                  </a:lnTo>
                  <a:lnTo>
                    <a:pt x="608" y="2407"/>
                  </a:lnTo>
                  <a:lnTo>
                    <a:pt x="524" y="2449"/>
                  </a:lnTo>
                  <a:lnTo>
                    <a:pt x="378" y="2407"/>
                  </a:lnTo>
                  <a:lnTo>
                    <a:pt x="210" y="2449"/>
                  </a:lnTo>
                  <a:lnTo>
                    <a:pt x="168" y="2553"/>
                  </a:lnTo>
                  <a:lnTo>
                    <a:pt x="85" y="2658"/>
                  </a:lnTo>
                  <a:lnTo>
                    <a:pt x="105" y="2825"/>
                  </a:lnTo>
                  <a:lnTo>
                    <a:pt x="85" y="3035"/>
                  </a:lnTo>
                  <a:lnTo>
                    <a:pt x="43" y="3139"/>
                  </a:lnTo>
                  <a:lnTo>
                    <a:pt x="43" y="3160"/>
                  </a:lnTo>
                  <a:lnTo>
                    <a:pt x="1" y="3244"/>
                  </a:lnTo>
                  <a:lnTo>
                    <a:pt x="85" y="3432"/>
                  </a:lnTo>
                  <a:lnTo>
                    <a:pt x="85" y="3474"/>
                  </a:lnTo>
                  <a:lnTo>
                    <a:pt x="168" y="3579"/>
                  </a:lnTo>
                  <a:lnTo>
                    <a:pt x="85" y="3746"/>
                  </a:lnTo>
                  <a:lnTo>
                    <a:pt x="147" y="3746"/>
                  </a:lnTo>
                  <a:lnTo>
                    <a:pt x="273" y="3913"/>
                  </a:lnTo>
                  <a:lnTo>
                    <a:pt x="294" y="4060"/>
                  </a:lnTo>
                  <a:lnTo>
                    <a:pt x="357" y="4102"/>
                  </a:lnTo>
                  <a:lnTo>
                    <a:pt x="357" y="4290"/>
                  </a:lnTo>
                  <a:lnTo>
                    <a:pt x="461" y="4374"/>
                  </a:lnTo>
                  <a:lnTo>
                    <a:pt x="461" y="4437"/>
                  </a:lnTo>
                  <a:lnTo>
                    <a:pt x="566" y="4520"/>
                  </a:lnTo>
                  <a:lnTo>
                    <a:pt x="629" y="4478"/>
                  </a:lnTo>
                  <a:lnTo>
                    <a:pt x="733" y="4478"/>
                  </a:lnTo>
                  <a:lnTo>
                    <a:pt x="817" y="4520"/>
                  </a:lnTo>
                  <a:lnTo>
                    <a:pt x="922" y="4478"/>
                  </a:lnTo>
                  <a:lnTo>
                    <a:pt x="1047" y="4541"/>
                  </a:lnTo>
                  <a:lnTo>
                    <a:pt x="1152" y="4541"/>
                  </a:lnTo>
                  <a:lnTo>
                    <a:pt x="1298" y="4625"/>
                  </a:lnTo>
                  <a:lnTo>
                    <a:pt x="1152" y="4750"/>
                  </a:lnTo>
                  <a:lnTo>
                    <a:pt x="1089" y="4918"/>
                  </a:lnTo>
                  <a:lnTo>
                    <a:pt x="1089" y="5022"/>
                  </a:lnTo>
                  <a:lnTo>
                    <a:pt x="1005" y="5106"/>
                  </a:lnTo>
                  <a:lnTo>
                    <a:pt x="942" y="5273"/>
                  </a:lnTo>
                  <a:lnTo>
                    <a:pt x="942" y="5441"/>
                  </a:lnTo>
                  <a:lnTo>
                    <a:pt x="1047" y="5525"/>
                  </a:lnTo>
                  <a:lnTo>
                    <a:pt x="1110" y="5629"/>
                  </a:lnTo>
                  <a:lnTo>
                    <a:pt x="1214" y="5650"/>
                  </a:lnTo>
                  <a:lnTo>
                    <a:pt x="1319" y="5587"/>
                  </a:lnTo>
                  <a:lnTo>
                    <a:pt x="1445" y="5650"/>
                  </a:lnTo>
                  <a:lnTo>
                    <a:pt x="1507" y="5566"/>
                  </a:lnTo>
                  <a:lnTo>
                    <a:pt x="1466" y="5525"/>
                  </a:lnTo>
                  <a:lnTo>
                    <a:pt x="1612" y="5462"/>
                  </a:lnTo>
                  <a:lnTo>
                    <a:pt x="1633" y="5566"/>
                  </a:lnTo>
                  <a:lnTo>
                    <a:pt x="1717" y="5587"/>
                  </a:lnTo>
                  <a:lnTo>
                    <a:pt x="1758" y="5545"/>
                  </a:lnTo>
                  <a:lnTo>
                    <a:pt x="1842" y="5545"/>
                  </a:lnTo>
                  <a:lnTo>
                    <a:pt x="1989" y="5671"/>
                  </a:lnTo>
                  <a:lnTo>
                    <a:pt x="2072" y="5692"/>
                  </a:lnTo>
                  <a:lnTo>
                    <a:pt x="2093" y="5692"/>
                  </a:lnTo>
                  <a:lnTo>
                    <a:pt x="2156" y="5671"/>
                  </a:lnTo>
                  <a:lnTo>
                    <a:pt x="2261" y="5629"/>
                  </a:lnTo>
                  <a:lnTo>
                    <a:pt x="2344" y="5734"/>
                  </a:lnTo>
                  <a:lnTo>
                    <a:pt x="2491" y="5755"/>
                  </a:lnTo>
                  <a:lnTo>
                    <a:pt x="2512" y="5692"/>
                  </a:lnTo>
                  <a:lnTo>
                    <a:pt x="2512" y="5629"/>
                  </a:lnTo>
                  <a:lnTo>
                    <a:pt x="2826" y="5629"/>
                  </a:lnTo>
                  <a:lnTo>
                    <a:pt x="2909" y="5692"/>
                  </a:lnTo>
                  <a:lnTo>
                    <a:pt x="3014" y="5671"/>
                  </a:lnTo>
                  <a:lnTo>
                    <a:pt x="3098" y="5692"/>
                  </a:lnTo>
                  <a:lnTo>
                    <a:pt x="3202" y="5671"/>
                  </a:lnTo>
                  <a:lnTo>
                    <a:pt x="3391" y="5545"/>
                  </a:lnTo>
                  <a:lnTo>
                    <a:pt x="3453" y="5545"/>
                  </a:lnTo>
                  <a:lnTo>
                    <a:pt x="3600" y="5566"/>
                  </a:lnTo>
                  <a:lnTo>
                    <a:pt x="3725" y="5545"/>
                  </a:lnTo>
                  <a:lnTo>
                    <a:pt x="3851" y="5629"/>
                  </a:lnTo>
                  <a:lnTo>
                    <a:pt x="3935" y="5566"/>
                  </a:lnTo>
                  <a:lnTo>
                    <a:pt x="3914" y="5462"/>
                  </a:lnTo>
                  <a:lnTo>
                    <a:pt x="3746" y="5378"/>
                  </a:lnTo>
                  <a:lnTo>
                    <a:pt x="3746" y="5315"/>
                  </a:lnTo>
                  <a:lnTo>
                    <a:pt x="3914" y="5127"/>
                  </a:lnTo>
                  <a:lnTo>
                    <a:pt x="4039" y="5043"/>
                  </a:lnTo>
                  <a:lnTo>
                    <a:pt x="4123" y="4939"/>
                  </a:lnTo>
                  <a:lnTo>
                    <a:pt x="4186" y="4939"/>
                  </a:lnTo>
                  <a:lnTo>
                    <a:pt x="4186" y="4834"/>
                  </a:lnTo>
                  <a:lnTo>
                    <a:pt x="4227" y="4729"/>
                  </a:lnTo>
                  <a:lnTo>
                    <a:pt x="3976" y="4437"/>
                  </a:lnTo>
                  <a:lnTo>
                    <a:pt x="3872" y="4374"/>
                  </a:lnTo>
                  <a:lnTo>
                    <a:pt x="3663" y="4227"/>
                  </a:lnTo>
                  <a:lnTo>
                    <a:pt x="3558" y="4185"/>
                  </a:lnTo>
                  <a:lnTo>
                    <a:pt x="3537" y="4102"/>
                  </a:lnTo>
                  <a:lnTo>
                    <a:pt x="3537" y="3955"/>
                  </a:lnTo>
                  <a:lnTo>
                    <a:pt x="3432" y="3767"/>
                  </a:lnTo>
                  <a:lnTo>
                    <a:pt x="3286" y="3683"/>
                  </a:lnTo>
                  <a:lnTo>
                    <a:pt x="3286" y="3579"/>
                  </a:lnTo>
                  <a:lnTo>
                    <a:pt x="3307" y="3558"/>
                  </a:lnTo>
                  <a:lnTo>
                    <a:pt x="3391" y="3600"/>
                  </a:lnTo>
                  <a:lnTo>
                    <a:pt x="3453" y="3641"/>
                  </a:lnTo>
                  <a:lnTo>
                    <a:pt x="3663" y="3453"/>
                  </a:lnTo>
                  <a:lnTo>
                    <a:pt x="3767" y="3453"/>
                  </a:lnTo>
                  <a:lnTo>
                    <a:pt x="3872" y="3328"/>
                  </a:lnTo>
                  <a:lnTo>
                    <a:pt x="4018" y="3328"/>
                  </a:lnTo>
                  <a:lnTo>
                    <a:pt x="4060" y="3223"/>
                  </a:lnTo>
                  <a:lnTo>
                    <a:pt x="4269" y="3223"/>
                  </a:lnTo>
                  <a:lnTo>
                    <a:pt x="4353" y="3244"/>
                  </a:lnTo>
                  <a:lnTo>
                    <a:pt x="4437" y="3181"/>
                  </a:lnTo>
                  <a:lnTo>
                    <a:pt x="4437" y="3076"/>
                  </a:lnTo>
                  <a:lnTo>
                    <a:pt x="4604" y="3118"/>
                  </a:lnTo>
                  <a:lnTo>
                    <a:pt x="4688" y="3056"/>
                  </a:lnTo>
                  <a:lnTo>
                    <a:pt x="4771" y="3118"/>
                  </a:lnTo>
                  <a:lnTo>
                    <a:pt x="4792" y="3076"/>
                  </a:lnTo>
                  <a:lnTo>
                    <a:pt x="4813" y="3035"/>
                  </a:lnTo>
                  <a:lnTo>
                    <a:pt x="4813" y="2721"/>
                  </a:lnTo>
                  <a:lnTo>
                    <a:pt x="4751" y="2637"/>
                  </a:lnTo>
                  <a:lnTo>
                    <a:pt x="4667" y="2595"/>
                  </a:lnTo>
                  <a:lnTo>
                    <a:pt x="4562" y="2344"/>
                  </a:lnTo>
                  <a:lnTo>
                    <a:pt x="4604" y="2240"/>
                  </a:lnTo>
                  <a:lnTo>
                    <a:pt x="4562" y="2114"/>
                  </a:lnTo>
                  <a:lnTo>
                    <a:pt x="4562" y="2030"/>
                  </a:lnTo>
                  <a:lnTo>
                    <a:pt x="4479" y="1926"/>
                  </a:lnTo>
                  <a:lnTo>
                    <a:pt x="4499" y="1821"/>
                  </a:lnTo>
                  <a:lnTo>
                    <a:pt x="4332" y="1612"/>
                  </a:lnTo>
                  <a:lnTo>
                    <a:pt x="4332" y="1549"/>
                  </a:lnTo>
                  <a:lnTo>
                    <a:pt x="4479" y="1465"/>
                  </a:lnTo>
                  <a:lnTo>
                    <a:pt x="4499" y="1277"/>
                  </a:lnTo>
                  <a:lnTo>
                    <a:pt x="4458" y="1026"/>
                  </a:lnTo>
                  <a:lnTo>
                    <a:pt x="4353" y="1026"/>
                  </a:lnTo>
                  <a:lnTo>
                    <a:pt x="4269" y="963"/>
                  </a:lnTo>
                  <a:lnTo>
                    <a:pt x="4165" y="963"/>
                  </a:lnTo>
                  <a:lnTo>
                    <a:pt x="4060" y="880"/>
                  </a:lnTo>
                  <a:lnTo>
                    <a:pt x="4081" y="775"/>
                  </a:lnTo>
                  <a:lnTo>
                    <a:pt x="4039" y="670"/>
                  </a:lnTo>
                  <a:lnTo>
                    <a:pt x="3914" y="712"/>
                  </a:lnTo>
                  <a:lnTo>
                    <a:pt x="3767" y="545"/>
                  </a:lnTo>
                  <a:lnTo>
                    <a:pt x="3663" y="545"/>
                  </a:lnTo>
                  <a:lnTo>
                    <a:pt x="3621" y="461"/>
                  </a:lnTo>
                  <a:lnTo>
                    <a:pt x="3558" y="503"/>
                  </a:lnTo>
                  <a:lnTo>
                    <a:pt x="3432" y="524"/>
                  </a:lnTo>
                  <a:lnTo>
                    <a:pt x="3328" y="608"/>
                  </a:lnTo>
                  <a:lnTo>
                    <a:pt x="3286" y="545"/>
                  </a:lnTo>
                  <a:lnTo>
                    <a:pt x="3349" y="503"/>
                  </a:lnTo>
                  <a:lnTo>
                    <a:pt x="3349" y="524"/>
                  </a:lnTo>
                  <a:lnTo>
                    <a:pt x="3411" y="461"/>
                  </a:lnTo>
                  <a:lnTo>
                    <a:pt x="3516" y="419"/>
                  </a:lnTo>
                  <a:lnTo>
                    <a:pt x="3391" y="419"/>
                  </a:lnTo>
                  <a:lnTo>
                    <a:pt x="3328" y="440"/>
                  </a:lnTo>
                  <a:lnTo>
                    <a:pt x="3307" y="503"/>
                  </a:lnTo>
                  <a:lnTo>
                    <a:pt x="3202" y="545"/>
                  </a:lnTo>
                  <a:lnTo>
                    <a:pt x="3202" y="608"/>
                  </a:lnTo>
                  <a:lnTo>
                    <a:pt x="2993" y="628"/>
                  </a:lnTo>
                  <a:lnTo>
                    <a:pt x="2909" y="733"/>
                  </a:lnTo>
                  <a:lnTo>
                    <a:pt x="2888" y="838"/>
                  </a:lnTo>
                  <a:lnTo>
                    <a:pt x="2763" y="838"/>
                  </a:lnTo>
                  <a:lnTo>
                    <a:pt x="2721" y="775"/>
                  </a:lnTo>
                  <a:lnTo>
                    <a:pt x="2616" y="754"/>
                  </a:lnTo>
                  <a:lnTo>
                    <a:pt x="2574" y="775"/>
                  </a:lnTo>
                  <a:lnTo>
                    <a:pt x="2407" y="733"/>
                  </a:lnTo>
                  <a:lnTo>
                    <a:pt x="2512" y="670"/>
                  </a:lnTo>
                  <a:lnTo>
                    <a:pt x="2595" y="670"/>
                  </a:lnTo>
                  <a:lnTo>
                    <a:pt x="2679" y="608"/>
                  </a:lnTo>
                  <a:lnTo>
                    <a:pt x="2679" y="503"/>
                  </a:lnTo>
                  <a:lnTo>
                    <a:pt x="2616" y="461"/>
                  </a:lnTo>
                  <a:lnTo>
                    <a:pt x="2512" y="545"/>
                  </a:lnTo>
                  <a:lnTo>
                    <a:pt x="2491" y="566"/>
                  </a:lnTo>
                  <a:lnTo>
                    <a:pt x="2365" y="461"/>
                  </a:lnTo>
                  <a:lnTo>
                    <a:pt x="2302" y="419"/>
                  </a:lnTo>
                  <a:lnTo>
                    <a:pt x="2261" y="440"/>
                  </a:lnTo>
                  <a:lnTo>
                    <a:pt x="2240" y="524"/>
                  </a:lnTo>
                  <a:lnTo>
                    <a:pt x="2135" y="566"/>
                  </a:lnTo>
                  <a:lnTo>
                    <a:pt x="2093" y="461"/>
                  </a:lnTo>
                  <a:lnTo>
                    <a:pt x="2030" y="440"/>
                  </a:lnTo>
                  <a:lnTo>
                    <a:pt x="1968" y="377"/>
                  </a:lnTo>
                  <a:lnTo>
                    <a:pt x="2051" y="335"/>
                  </a:lnTo>
                  <a:lnTo>
                    <a:pt x="2093" y="210"/>
                  </a:lnTo>
                  <a:lnTo>
                    <a:pt x="1989" y="189"/>
                  </a:lnTo>
                  <a:lnTo>
                    <a:pt x="1863" y="84"/>
                  </a:lnTo>
                  <a:lnTo>
                    <a:pt x="1758" y="84"/>
                  </a:lnTo>
                  <a:lnTo>
                    <a:pt x="1717" y="43"/>
                  </a:lnTo>
                  <a:lnTo>
                    <a:pt x="150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51" name="Google Shape;7789;p67">
              <a:extLst>
                <a:ext uri="{FF2B5EF4-FFF2-40B4-BE49-F238E27FC236}">
                  <a16:creationId xmlns:a16="http://schemas.microsoft.com/office/drawing/2014/main" id="{4DB55A1B-EF47-9613-12EC-F6CE4F56C140}"/>
                </a:ext>
              </a:extLst>
            </p:cNvPr>
            <p:cNvSpPr/>
            <p:nvPr/>
          </p:nvSpPr>
          <p:spPr>
            <a:xfrm>
              <a:off x="3727600" y="2387500"/>
              <a:ext cx="51800" cy="47100"/>
            </a:xfrm>
            <a:custGeom>
              <a:avLst/>
              <a:gdLst/>
              <a:ahLst/>
              <a:cxnLst/>
              <a:rect l="l" t="t" r="r" b="b"/>
              <a:pathLst>
                <a:path w="2072" h="1884" extrusionOk="0">
                  <a:moveTo>
                    <a:pt x="1695" y="0"/>
                  </a:moveTo>
                  <a:lnTo>
                    <a:pt x="1549" y="21"/>
                  </a:lnTo>
                  <a:lnTo>
                    <a:pt x="1444" y="126"/>
                  </a:lnTo>
                  <a:lnTo>
                    <a:pt x="1340" y="84"/>
                  </a:lnTo>
                  <a:lnTo>
                    <a:pt x="1277" y="126"/>
                  </a:lnTo>
                  <a:lnTo>
                    <a:pt x="1130" y="126"/>
                  </a:lnTo>
                  <a:lnTo>
                    <a:pt x="1005" y="251"/>
                  </a:lnTo>
                  <a:lnTo>
                    <a:pt x="796" y="398"/>
                  </a:lnTo>
                  <a:lnTo>
                    <a:pt x="754" y="335"/>
                  </a:lnTo>
                  <a:lnTo>
                    <a:pt x="628" y="398"/>
                  </a:lnTo>
                  <a:lnTo>
                    <a:pt x="628" y="544"/>
                  </a:lnTo>
                  <a:lnTo>
                    <a:pt x="524" y="628"/>
                  </a:lnTo>
                  <a:lnTo>
                    <a:pt x="545" y="753"/>
                  </a:lnTo>
                  <a:lnTo>
                    <a:pt x="524" y="879"/>
                  </a:lnTo>
                  <a:lnTo>
                    <a:pt x="482" y="984"/>
                  </a:lnTo>
                  <a:lnTo>
                    <a:pt x="440" y="1046"/>
                  </a:lnTo>
                  <a:lnTo>
                    <a:pt x="335" y="1130"/>
                  </a:lnTo>
                  <a:lnTo>
                    <a:pt x="335" y="1193"/>
                  </a:lnTo>
                  <a:lnTo>
                    <a:pt x="482" y="1339"/>
                  </a:lnTo>
                  <a:lnTo>
                    <a:pt x="607" y="1360"/>
                  </a:lnTo>
                  <a:lnTo>
                    <a:pt x="482" y="1360"/>
                  </a:lnTo>
                  <a:lnTo>
                    <a:pt x="419" y="1402"/>
                  </a:lnTo>
                  <a:lnTo>
                    <a:pt x="377" y="1444"/>
                  </a:lnTo>
                  <a:lnTo>
                    <a:pt x="419" y="1507"/>
                  </a:lnTo>
                  <a:lnTo>
                    <a:pt x="503" y="1507"/>
                  </a:lnTo>
                  <a:lnTo>
                    <a:pt x="503" y="1569"/>
                  </a:lnTo>
                  <a:lnTo>
                    <a:pt x="398" y="1569"/>
                  </a:lnTo>
                  <a:lnTo>
                    <a:pt x="293" y="1486"/>
                  </a:lnTo>
                  <a:lnTo>
                    <a:pt x="189" y="1444"/>
                  </a:lnTo>
                  <a:lnTo>
                    <a:pt x="105" y="1465"/>
                  </a:lnTo>
                  <a:lnTo>
                    <a:pt x="126" y="1507"/>
                  </a:lnTo>
                  <a:lnTo>
                    <a:pt x="210" y="1548"/>
                  </a:lnTo>
                  <a:lnTo>
                    <a:pt x="314" y="1611"/>
                  </a:lnTo>
                  <a:lnTo>
                    <a:pt x="335" y="1590"/>
                  </a:lnTo>
                  <a:lnTo>
                    <a:pt x="440" y="1674"/>
                  </a:lnTo>
                  <a:lnTo>
                    <a:pt x="335" y="1611"/>
                  </a:lnTo>
                  <a:lnTo>
                    <a:pt x="273" y="1653"/>
                  </a:lnTo>
                  <a:lnTo>
                    <a:pt x="105" y="1590"/>
                  </a:lnTo>
                  <a:lnTo>
                    <a:pt x="1" y="1590"/>
                  </a:lnTo>
                  <a:lnTo>
                    <a:pt x="84" y="1611"/>
                  </a:lnTo>
                  <a:lnTo>
                    <a:pt x="126" y="1695"/>
                  </a:lnTo>
                  <a:lnTo>
                    <a:pt x="210" y="1695"/>
                  </a:lnTo>
                  <a:lnTo>
                    <a:pt x="293" y="1758"/>
                  </a:lnTo>
                  <a:lnTo>
                    <a:pt x="335" y="1695"/>
                  </a:lnTo>
                  <a:lnTo>
                    <a:pt x="440" y="1674"/>
                  </a:lnTo>
                  <a:lnTo>
                    <a:pt x="482" y="1653"/>
                  </a:lnTo>
                  <a:lnTo>
                    <a:pt x="545" y="1653"/>
                  </a:lnTo>
                  <a:lnTo>
                    <a:pt x="586" y="1548"/>
                  </a:lnTo>
                  <a:lnTo>
                    <a:pt x="796" y="1548"/>
                  </a:lnTo>
                  <a:lnTo>
                    <a:pt x="837" y="1611"/>
                  </a:lnTo>
                  <a:lnTo>
                    <a:pt x="942" y="1611"/>
                  </a:lnTo>
                  <a:lnTo>
                    <a:pt x="1005" y="1695"/>
                  </a:lnTo>
                  <a:lnTo>
                    <a:pt x="1151" y="1695"/>
                  </a:lnTo>
                  <a:lnTo>
                    <a:pt x="1214" y="1779"/>
                  </a:lnTo>
                  <a:lnTo>
                    <a:pt x="1214" y="1862"/>
                  </a:lnTo>
                  <a:lnTo>
                    <a:pt x="1319" y="1883"/>
                  </a:lnTo>
                  <a:lnTo>
                    <a:pt x="1361" y="1779"/>
                  </a:lnTo>
                  <a:lnTo>
                    <a:pt x="1381" y="1569"/>
                  </a:lnTo>
                  <a:lnTo>
                    <a:pt x="1361" y="1402"/>
                  </a:lnTo>
                  <a:lnTo>
                    <a:pt x="1444" y="1297"/>
                  </a:lnTo>
                  <a:lnTo>
                    <a:pt x="1486" y="1193"/>
                  </a:lnTo>
                  <a:lnTo>
                    <a:pt x="1654" y="1151"/>
                  </a:lnTo>
                  <a:lnTo>
                    <a:pt x="1800" y="1193"/>
                  </a:lnTo>
                  <a:lnTo>
                    <a:pt x="1884" y="1151"/>
                  </a:lnTo>
                  <a:lnTo>
                    <a:pt x="1800" y="1046"/>
                  </a:lnTo>
                  <a:lnTo>
                    <a:pt x="1884" y="984"/>
                  </a:lnTo>
                  <a:lnTo>
                    <a:pt x="1905" y="858"/>
                  </a:lnTo>
                  <a:lnTo>
                    <a:pt x="1946" y="774"/>
                  </a:lnTo>
                  <a:lnTo>
                    <a:pt x="1884" y="732"/>
                  </a:lnTo>
                  <a:lnTo>
                    <a:pt x="1758" y="732"/>
                  </a:lnTo>
                  <a:lnTo>
                    <a:pt x="1737" y="670"/>
                  </a:lnTo>
                  <a:lnTo>
                    <a:pt x="1779" y="544"/>
                  </a:lnTo>
                  <a:lnTo>
                    <a:pt x="1884" y="607"/>
                  </a:lnTo>
                  <a:lnTo>
                    <a:pt x="1967" y="544"/>
                  </a:lnTo>
                  <a:lnTo>
                    <a:pt x="1967" y="440"/>
                  </a:lnTo>
                  <a:lnTo>
                    <a:pt x="2009" y="335"/>
                  </a:lnTo>
                  <a:lnTo>
                    <a:pt x="2009" y="251"/>
                  </a:lnTo>
                  <a:lnTo>
                    <a:pt x="2072" y="230"/>
                  </a:lnTo>
                  <a:lnTo>
                    <a:pt x="2072" y="209"/>
                  </a:lnTo>
                  <a:lnTo>
                    <a:pt x="1967" y="147"/>
                  </a:lnTo>
                  <a:lnTo>
                    <a:pt x="1863" y="84"/>
                  </a:lnTo>
                  <a:lnTo>
                    <a:pt x="169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52" name="Google Shape;7790;p67">
              <a:extLst>
                <a:ext uri="{FF2B5EF4-FFF2-40B4-BE49-F238E27FC236}">
                  <a16:creationId xmlns:a16="http://schemas.microsoft.com/office/drawing/2014/main" id="{C2166833-5DF3-96C0-7989-720AF23D291F}"/>
                </a:ext>
              </a:extLst>
            </p:cNvPr>
            <p:cNvSpPr/>
            <p:nvPr/>
          </p:nvSpPr>
          <p:spPr>
            <a:xfrm>
              <a:off x="3722900" y="2426200"/>
              <a:ext cx="40825" cy="35075"/>
            </a:xfrm>
            <a:custGeom>
              <a:avLst/>
              <a:gdLst/>
              <a:ahLst/>
              <a:cxnLst/>
              <a:rect l="l" t="t" r="r" b="b"/>
              <a:pathLst>
                <a:path w="1633" h="1403" extrusionOk="0">
                  <a:moveTo>
                    <a:pt x="774" y="0"/>
                  </a:moveTo>
                  <a:lnTo>
                    <a:pt x="733" y="105"/>
                  </a:lnTo>
                  <a:lnTo>
                    <a:pt x="670" y="105"/>
                  </a:lnTo>
                  <a:lnTo>
                    <a:pt x="628" y="126"/>
                  </a:lnTo>
                  <a:lnTo>
                    <a:pt x="523" y="147"/>
                  </a:lnTo>
                  <a:lnTo>
                    <a:pt x="481" y="210"/>
                  </a:lnTo>
                  <a:lnTo>
                    <a:pt x="398" y="147"/>
                  </a:lnTo>
                  <a:lnTo>
                    <a:pt x="314" y="147"/>
                  </a:lnTo>
                  <a:lnTo>
                    <a:pt x="272" y="63"/>
                  </a:lnTo>
                  <a:lnTo>
                    <a:pt x="189" y="42"/>
                  </a:lnTo>
                  <a:lnTo>
                    <a:pt x="84" y="126"/>
                  </a:lnTo>
                  <a:lnTo>
                    <a:pt x="0" y="272"/>
                  </a:lnTo>
                  <a:lnTo>
                    <a:pt x="63" y="335"/>
                  </a:lnTo>
                  <a:lnTo>
                    <a:pt x="84" y="524"/>
                  </a:lnTo>
                  <a:lnTo>
                    <a:pt x="209" y="565"/>
                  </a:lnTo>
                  <a:lnTo>
                    <a:pt x="251" y="670"/>
                  </a:lnTo>
                  <a:lnTo>
                    <a:pt x="398" y="796"/>
                  </a:lnTo>
                  <a:lnTo>
                    <a:pt x="481" y="796"/>
                  </a:lnTo>
                  <a:lnTo>
                    <a:pt x="565" y="858"/>
                  </a:lnTo>
                  <a:lnTo>
                    <a:pt x="628" y="879"/>
                  </a:lnTo>
                  <a:lnTo>
                    <a:pt x="628" y="1047"/>
                  </a:lnTo>
                  <a:lnTo>
                    <a:pt x="774" y="1109"/>
                  </a:lnTo>
                  <a:lnTo>
                    <a:pt x="816" y="1068"/>
                  </a:lnTo>
                  <a:lnTo>
                    <a:pt x="900" y="1068"/>
                  </a:lnTo>
                  <a:lnTo>
                    <a:pt x="942" y="1109"/>
                  </a:lnTo>
                  <a:lnTo>
                    <a:pt x="1025" y="1151"/>
                  </a:lnTo>
                  <a:lnTo>
                    <a:pt x="1151" y="1298"/>
                  </a:lnTo>
                  <a:lnTo>
                    <a:pt x="1256" y="1319"/>
                  </a:lnTo>
                  <a:lnTo>
                    <a:pt x="1360" y="1402"/>
                  </a:lnTo>
                  <a:lnTo>
                    <a:pt x="1423" y="1361"/>
                  </a:lnTo>
                  <a:lnTo>
                    <a:pt x="1507" y="1361"/>
                  </a:lnTo>
                  <a:lnTo>
                    <a:pt x="1507" y="1298"/>
                  </a:lnTo>
                  <a:lnTo>
                    <a:pt x="1444" y="1256"/>
                  </a:lnTo>
                  <a:lnTo>
                    <a:pt x="1444" y="1172"/>
                  </a:lnTo>
                  <a:lnTo>
                    <a:pt x="1423" y="1109"/>
                  </a:lnTo>
                  <a:lnTo>
                    <a:pt x="1465" y="1047"/>
                  </a:lnTo>
                  <a:lnTo>
                    <a:pt x="1528" y="942"/>
                  </a:lnTo>
                  <a:lnTo>
                    <a:pt x="1549" y="942"/>
                  </a:lnTo>
                  <a:lnTo>
                    <a:pt x="1632" y="775"/>
                  </a:lnTo>
                  <a:lnTo>
                    <a:pt x="1549" y="670"/>
                  </a:lnTo>
                  <a:lnTo>
                    <a:pt x="1549" y="628"/>
                  </a:lnTo>
                  <a:lnTo>
                    <a:pt x="1465" y="440"/>
                  </a:lnTo>
                  <a:lnTo>
                    <a:pt x="1507" y="356"/>
                  </a:lnTo>
                  <a:lnTo>
                    <a:pt x="1507" y="335"/>
                  </a:lnTo>
                  <a:lnTo>
                    <a:pt x="1402" y="314"/>
                  </a:lnTo>
                  <a:lnTo>
                    <a:pt x="1402" y="231"/>
                  </a:lnTo>
                  <a:lnTo>
                    <a:pt x="1339" y="147"/>
                  </a:lnTo>
                  <a:lnTo>
                    <a:pt x="1193" y="147"/>
                  </a:lnTo>
                  <a:lnTo>
                    <a:pt x="1130" y="63"/>
                  </a:lnTo>
                  <a:lnTo>
                    <a:pt x="1025" y="63"/>
                  </a:lnTo>
                  <a:lnTo>
                    <a:pt x="98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53" name="Google Shape;7791;p67">
              <a:extLst>
                <a:ext uri="{FF2B5EF4-FFF2-40B4-BE49-F238E27FC236}">
                  <a16:creationId xmlns:a16="http://schemas.microsoft.com/office/drawing/2014/main" id="{BA6B0C19-9FB2-915D-8B55-6D2CC842F27A}"/>
                </a:ext>
              </a:extLst>
            </p:cNvPr>
            <p:cNvSpPr/>
            <p:nvPr/>
          </p:nvSpPr>
          <p:spPr>
            <a:xfrm>
              <a:off x="3758475" y="2449750"/>
              <a:ext cx="9950" cy="14125"/>
            </a:xfrm>
            <a:custGeom>
              <a:avLst/>
              <a:gdLst/>
              <a:ahLst/>
              <a:cxnLst/>
              <a:rect l="l" t="t" r="r" b="b"/>
              <a:pathLst>
                <a:path w="398" h="565" extrusionOk="0">
                  <a:moveTo>
                    <a:pt x="105" y="0"/>
                  </a:moveTo>
                  <a:lnTo>
                    <a:pt x="42" y="105"/>
                  </a:lnTo>
                  <a:lnTo>
                    <a:pt x="0" y="167"/>
                  </a:lnTo>
                  <a:lnTo>
                    <a:pt x="21" y="230"/>
                  </a:lnTo>
                  <a:lnTo>
                    <a:pt x="21" y="314"/>
                  </a:lnTo>
                  <a:lnTo>
                    <a:pt x="84" y="356"/>
                  </a:lnTo>
                  <a:lnTo>
                    <a:pt x="84" y="419"/>
                  </a:lnTo>
                  <a:lnTo>
                    <a:pt x="105" y="419"/>
                  </a:lnTo>
                  <a:lnTo>
                    <a:pt x="146" y="523"/>
                  </a:lnTo>
                  <a:lnTo>
                    <a:pt x="314" y="565"/>
                  </a:lnTo>
                  <a:lnTo>
                    <a:pt x="398" y="544"/>
                  </a:lnTo>
                  <a:lnTo>
                    <a:pt x="398" y="356"/>
                  </a:lnTo>
                  <a:lnTo>
                    <a:pt x="335" y="314"/>
                  </a:lnTo>
                  <a:lnTo>
                    <a:pt x="314" y="167"/>
                  </a:lnTo>
                  <a:lnTo>
                    <a:pt x="18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54" name="Google Shape;7792;p67">
              <a:extLst>
                <a:ext uri="{FF2B5EF4-FFF2-40B4-BE49-F238E27FC236}">
                  <a16:creationId xmlns:a16="http://schemas.microsoft.com/office/drawing/2014/main" id="{31DBE052-1183-DCD2-3D03-954158C6AAB4}"/>
                </a:ext>
              </a:extLst>
            </p:cNvPr>
            <p:cNvSpPr/>
            <p:nvPr/>
          </p:nvSpPr>
          <p:spPr>
            <a:xfrm>
              <a:off x="3552375" y="2346700"/>
              <a:ext cx="58075" cy="76900"/>
            </a:xfrm>
            <a:custGeom>
              <a:avLst/>
              <a:gdLst/>
              <a:ahLst/>
              <a:cxnLst/>
              <a:rect l="l" t="t" r="r" b="b"/>
              <a:pathLst>
                <a:path w="2323" h="3076" extrusionOk="0">
                  <a:moveTo>
                    <a:pt x="1737" y="0"/>
                  </a:moveTo>
                  <a:lnTo>
                    <a:pt x="1779" y="84"/>
                  </a:lnTo>
                  <a:lnTo>
                    <a:pt x="1653" y="84"/>
                  </a:lnTo>
                  <a:lnTo>
                    <a:pt x="1674" y="209"/>
                  </a:lnTo>
                  <a:lnTo>
                    <a:pt x="1590" y="314"/>
                  </a:lnTo>
                  <a:lnTo>
                    <a:pt x="1590" y="230"/>
                  </a:lnTo>
                  <a:lnTo>
                    <a:pt x="1653" y="188"/>
                  </a:lnTo>
                  <a:lnTo>
                    <a:pt x="1590" y="84"/>
                  </a:lnTo>
                  <a:lnTo>
                    <a:pt x="1528" y="105"/>
                  </a:lnTo>
                  <a:lnTo>
                    <a:pt x="1569" y="167"/>
                  </a:lnTo>
                  <a:lnTo>
                    <a:pt x="1465" y="188"/>
                  </a:lnTo>
                  <a:lnTo>
                    <a:pt x="1423" y="147"/>
                  </a:lnTo>
                  <a:lnTo>
                    <a:pt x="1256" y="167"/>
                  </a:lnTo>
                  <a:lnTo>
                    <a:pt x="1256" y="230"/>
                  </a:lnTo>
                  <a:lnTo>
                    <a:pt x="1214" y="230"/>
                  </a:lnTo>
                  <a:lnTo>
                    <a:pt x="1172" y="356"/>
                  </a:lnTo>
                  <a:lnTo>
                    <a:pt x="1256" y="377"/>
                  </a:lnTo>
                  <a:lnTo>
                    <a:pt x="1235" y="419"/>
                  </a:lnTo>
                  <a:lnTo>
                    <a:pt x="1151" y="419"/>
                  </a:lnTo>
                  <a:lnTo>
                    <a:pt x="1151" y="481"/>
                  </a:lnTo>
                  <a:lnTo>
                    <a:pt x="1046" y="502"/>
                  </a:lnTo>
                  <a:lnTo>
                    <a:pt x="1067" y="586"/>
                  </a:lnTo>
                  <a:lnTo>
                    <a:pt x="1214" y="586"/>
                  </a:lnTo>
                  <a:lnTo>
                    <a:pt x="1172" y="607"/>
                  </a:lnTo>
                  <a:lnTo>
                    <a:pt x="1276" y="586"/>
                  </a:lnTo>
                  <a:lnTo>
                    <a:pt x="1360" y="586"/>
                  </a:lnTo>
                  <a:lnTo>
                    <a:pt x="1235" y="711"/>
                  </a:lnTo>
                  <a:lnTo>
                    <a:pt x="1046" y="795"/>
                  </a:lnTo>
                  <a:lnTo>
                    <a:pt x="1130" y="837"/>
                  </a:lnTo>
                  <a:lnTo>
                    <a:pt x="942" y="879"/>
                  </a:lnTo>
                  <a:lnTo>
                    <a:pt x="858" y="837"/>
                  </a:lnTo>
                  <a:lnTo>
                    <a:pt x="795" y="921"/>
                  </a:lnTo>
                  <a:lnTo>
                    <a:pt x="753" y="816"/>
                  </a:lnTo>
                  <a:lnTo>
                    <a:pt x="502" y="753"/>
                  </a:lnTo>
                  <a:lnTo>
                    <a:pt x="502" y="816"/>
                  </a:lnTo>
                  <a:lnTo>
                    <a:pt x="335" y="753"/>
                  </a:lnTo>
                  <a:lnTo>
                    <a:pt x="314" y="942"/>
                  </a:lnTo>
                  <a:lnTo>
                    <a:pt x="398" y="879"/>
                  </a:lnTo>
                  <a:lnTo>
                    <a:pt x="419" y="942"/>
                  </a:lnTo>
                  <a:lnTo>
                    <a:pt x="440" y="984"/>
                  </a:lnTo>
                  <a:lnTo>
                    <a:pt x="481" y="1088"/>
                  </a:lnTo>
                  <a:lnTo>
                    <a:pt x="419" y="1088"/>
                  </a:lnTo>
                  <a:lnTo>
                    <a:pt x="398" y="1025"/>
                  </a:lnTo>
                  <a:lnTo>
                    <a:pt x="272" y="1025"/>
                  </a:lnTo>
                  <a:lnTo>
                    <a:pt x="419" y="1130"/>
                  </a:lnTo>
                  <a:lnTo>
                    <a:pt x="544" y="1109"/>
                  </a:lnTo>
                  <a:lnTo>
                    <a:pt x="586" y="1214"/>
                  </a:lnTo>
                  <a:lnTo>
                    <a:pt x="440" y="1235"/>
                  </a:lnTo>
                  <a:lnTo>
                    <a:pt x="419" y="1276"/>
                  </a:lnTo>
                  <a:lnTo>
                    <a:pt x="440" y="1339"/>
                  </a:lnTo>
                  <a:lnTo>
                    <a:pt x="293" y="1360"/>
                  </a:lnTo>
                  <a:lnTo>
                    <a:pt x="335" y="1444"/>
                  </a:lnTo>
                  <a:lnTo>
                    <a:pt x="272" y="1465"/>
                  </a:lnTo>
                  <a:lnTo>
                    <a:pt x="377" y="1528"/>
                  </a:lnTo>
                  <a:lnTo>
                    <a:pt x="419" y="1507"/>
                  </a:lnTo>
                  <a:lnTo>
                    <a:pt x="398" y="1548"/>
                  </a:lnTo>
                  <a:lnTo>
                    <a:pt x="523" y="1528"/>
                  </a:lnTo>
                  <a:lnTo>
                    <a:pt x="544" y="1674"/>
                  </a:lnTo>
                  <a:lnTo>
                    <a:pt x="858" y="1674"/>
                  </a:lnTo>
                  <a:lnTo>
                    <a:pt x="753" y="1758"/>
                  </a:lnTo>
                  <a:lnTo>
                    <a:pt x="691" y="1737"/>
                  </a:lnTo>
                  <a:lnTo>
                    <a:pt x="586" y="1925"/>
                  </a:lnTo>
                  <a:lnTo>
                    <a:pt x="628" y="1925"/>
                  </a:lnTo>
                  <a:lnTo>
                    <a:pt x="523" y="2051"/>
                  </a:lnTo>
                  <a:lnTo>
                    <a:pt x="335" y="2176"/>
                  </a:lnTo>
                  <a:lnTo>
                    <a:pt x="419" y="2176"/>
                  </a:lnTo>
                  <a:lnTo>
                    <a:pt x="523" y="2134"/>
                  </a:lnTo>
                  <a:lnTo>
                    <a:pt x="586" y="2155"/>
                  </a:lnTo>
                  <a:lnTo>
                    <a:pt x="732" y="2155"/>
                  </a:lnTo>
                  <a:lnTo>
                    <a:pt x="816" y="2072"/>
                  </a:lnTo>
                  <a:lnTo>
                    <a:pt x="816" y="2092"/>
                  </a:lnTo>
                  <a:lnTo>
                    <a:pt x="942" y="2134"/>
                  </a:lnTo>
                  <a:lnTo>
                    <a:pt x="691" y="2176"/>
                  </a:lnTo>
                  <a:lnTo>
                    <a:pt x="502" y="2197"/>
                  </a:lnTo>
                  <a:lnTo>
                    <a:pt x="440" y="2281"/>
                  </a:lnTo>
                  <a:lnTo>
                    <a:pt x="314" y="2302"/>
                  </a:lnTo>
                  <a:lnTo>
                    <a:pt x="377" y="2364"/>
                  </a:lnTo>
                  <a:lnTo>
                    <a:pt x="335" y="2406"/>
                  </a:lnTo>
                  <a:lnTo>
                    <a:pt x="398" y="2448"/>
                  </a:lnTo>
                  <a:lnTo>
                    <a:pt x="293" y="2469"/>
                  </a:lnTo>
                  <a:lnTo>
                    <a:pt x="209" y="2385"/>
                  </a:lnTo>
                  <a:lnTo>
                    <a:pt x="188" y="2448"/>
                  </a:lnTo>
                  <a:lnTo>
                    <a:pt x="168" y="2406"/>
                  </a:lnTo>
                  <a:lnTo>
                    <a:pt x="0" y="2490"/>
                  </a:lnTo>
                  <a:lnTo>
                    <a:pt x="21" y="2511"/>
                  </a:lnTo>
                  <a:lnTo>
                    <a:pt x="398" y="2511"/>
                  </a:lnTo>
                  <a:lnTo>
                    <a:pt x="272" y="2595"/>
                  </a:lnTo>
                  <a:lnTo>
                    <a:pt x="105" y="2657"/>
                  </a:lnTo>
                  <a:lnTo>
                    <a:pt x="63" y="2762"/>
                  </a:lnTo>
                  <a:lnTo>
                    <a:pt x="168" y="2762"/>
                  </a:lnTo>
                  <a:lnTo>
                    <a:pt x="188" y="2825"/>
                  </a:lnTo>
                  <a:lnTo>
                    <a:pt x="440" y="2762"/>
                  </a:lnTo>
                  <a:lnTo>
                    <a:pt x="440" y="2762"/>
                  </a:lnTo>
                  <a:lnTo>
                    <a:pt x="230" y="2888"/>
                  </a:lnTo>
                  <a:lnTo>
                    <a:pt x="168" y="2929"/>
                  </a:lnTo>
                  <a:lnTo>
                    <a:pt x="314" y="2929"/>
                  </a:lnTo>
                  <a:lnTo>
                    <a:pt x="502" y="2825"/>
                  </a:lnTo>
                  <a:lnTo>
                    <a:pt x="481" y="2908"/>
                  </a:lnTo>
                  <a:lnTo>
                    <a:pt x="314" y="2992"/>
                  </a:lnTo>
                  <a:lnTo>
                    <a:pt x="419" y="2992"/>
                  </a:lnTo>
                  <a:lnTo>
                    <a:pt x="398" y="3034"/>
                  </a:lnTo>
                  <a:lnTo>
                    <a:pt x="398" y="3034"/>
                  </a:lnTo>
                  <a:lnTo>
                    <a:pt x="523" y="3013"/>
                  </a:lnTo>
                  <a:lnTo>
                    <a:pt x="607" y="3076"/>
                  </a:lnTo>
                  <a:lnTo>
                    <a:pt x="795" y="3034"/>
                  </a:lnTo>
                  <a:lnTo>
                    <a:pt x="963" y="2992"/>
                  </a:lnTo>
                  <a:lnTo>
                    <a:pt x="1130" y="2888"/>
                  </a:lnTo>
                  <a:lnTo>
                    <a:pt x="1067" y="2783"/>
                  </a:lnTo>
                  <a:lnTo>
                    <a:pt x="1172" y="2783"/>
                  </a:lnTo>
                  <a:lnTo>
                    <a:pt x="1151" y="2867"/>
                  </a:lnTo>
                  <a:lnTo>
                    <a:pt x="1256" y="2867"/>
                  </a:lnTo>
                  <a:lnTo>
                    <a:pt x="1360" y="2720"/>
                  </a:lnTo>
                  <a:lnTo>
                    <a:pt x="1444" y="2762"/>
                  </a:lnTo>
                  <a:lnTo>
                    <a:pt x="1465" y="2657"/>
                  </a:lnTo>
                  <a:lnTo>
                    <a:pt x="1800" y="2595"/>
                  </a:lnTo>
                  <a:lnTo>
                    <a:pt x="1841" y="2511"/>
                  </a:lnTo>
                  <a:lnTo>
                    <a:pt x="1862" y="2616"/>
                  </a:lnTo>
                  <a:lnTo>
                    <a:pt x="1946" y="2553"/>
                  </a:lnTo>
                  <a:lnTo>
                    <a:pt x="2009" y="2574"/>
                  </a:lnTo>
                  <a:lnTo>
                    <a:pt x="2176" y="2574"/>
                  </a:lnTo>
                  <a:lnTo>
                    <a:pt x="2072" y="2406"/>
                  </a:lnTo>
                  <a:lnTo>
                    <a:pt x="2155" y="2385"/>
                  </a:lnTo>
                  <a:lnTo>
                    <a:pt x="2218" y="2281"/>
                  </a:lnTo>
                  <a:lnTo>
                    <a:pt x="2218" y="2176"/>
                  </a:lnTo>
                  <a:lnTo>
                    <a:pt x="2302" y="2072"/>
                  </a:lnTo>
                  <a:lnTo>
                    <a:pt x="2323" y="1967"/>
                  </a:lnTo>
                  <a:lnTo>
                    <a:pt x="2302" y="1716"/>
                  </a:lnTo>
                  <a:lnTo>
                    <a:pt x="2218" y="1674"/>
                  </a:lnTo>
                  <a:lnTo>
                    <a:pt x="2302" y="1632"/>
                  </a:lnTo>
                  <a:lnTo>
                    <a:pt x="2302" y="1507"/>
                  </a:lnTo>
                  <a:lnTo>
                    <a:pt x="2218" y="1402"/>
                  </a:lnTo>
                  <a:lnTo>
                    <a:pt x="2260" y="1256"/>
                  </a:lnTo>
                  <a:lnTo>
                    <a:pt x="2176" y="1214"/>
                  </a:lnTo>
                  <a:lnTo>
                    <a:pt x="2197" y="1130"/>
                  </a:lnTo>
                  <a:lnTo>
                    <a:pt x="2281" y="1151"/>
                  </a:lnTo>
                  <a:lnTo>
                    <a:pt x="2281" y="1151"/>
                  </a:lnTo>
                  <a:lnTo>
                    <a:pt x="2155" y="1088"/>
                  </a:lnTo>
                  <a:lnTo>
                    <a:pt x="2072" y="1046"/>
                  </a:lnTo>
                  <a:lnTo>
                    <a:pt x="1967" y="837"/>
                  </a:lnTo>
                  <a:lnTo>
                    <a:pt x="1800" y="732"/>
                  </a:lnTo>
                  <a:lnTo>
                    <a:pt x="1737" y="795"/>
                  </a:lnTo>
                  <a:lnTo>
                    <a:pt x="1695" y="942"/>
                  </a:lnTo>
                  <a:lnTo>
                    <a:pt x="1632" y="984"/>
                  </a:lnTo>
                  <a:lnTo>
                    <a:pt x="1360" y="732"/>
                  </a:lnTo>
                  <a:lnTo>
                    <a:pt x="1486" y="502"/>
                  </a:lnTo>
                  <a:lnTo>
                    <a:pt x="1632" y="481"/>
                  </a:lnTo>
                  <a:lnTo>
                    <a:pt x="1653" y="377"/>
                  </a:lnTo>
                  <a:lnTo>
                    <a:pt x="1737" y="356"/>
                  </a:lnTo>
                  <a:lnTo>
                    <a:pt x="1779" y="272"/>
                  </a:lnTo>
                  <a:lnTo>
                    <a:pt x="1737" y="293"/>
                  </a:lnTo>
                  <a:lnTo>
                    <a:pt x="1737" y="293"/>
                  </a:lnTo>
                  <a:lnTo>
                    <a:pt x="1841" y="188"/>
                  </a:lnTo>
                  <a:lnTo>
                    <a:pt x="1946" y="147"/>
                  </a:lnTo>
                  <a:lnTo>
                    <a:pt x="1841" y="84"/>
                  </a:lnTo>
                  <a:lnTo>
                    <a:pt x="173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55" name="Google Shape;7793;p67">
              <a:extLst>
                <a:ext uri="{FF2B5EF4-FFF2-40B4-BE49-F238E27FC236}">
                  <a16:creationId xmlns:a16="http://schemas.microsoft.com/office/drawing/2014/main" id="{A4C701BD-962D-DA11-D193-659DB5F179F1}"/>
                </a:ext>
              </a:extLst>
            </p:cNvPr>
            <p:cNvGrpSpPr/>
            <p:nvPr/>
          </p:nvGrpSpPr>
          <p:grpSpPr>
            <a:xfrm>
              <a:off x="3586375" y="2281300"/>
              <a:ext cx="125025" cy="175275"/>
              <a:chOff x="3586375" y="2281300"/>
              <a:chExt cx="125025" cy="175275"/>
            </a:xfrm>
            <a:grpFill/>
          </p:grpSpPr>
          <p:sp>
            <p:nvSpPr>
              <p:cNvPr id="769" name="Google Shape;7794;p67">
                <a:extLst>
                  <a:ext uri="{FF2B5EF4-FFF2-40B4-BE49-F238E27FC236}">
                    <a16:creationId xmlns:a16="http://schemas.microsoft.com/office/drawing/2014/main" id="{DEFCA103-72E4-F311-0CE5-9FB3731A6F8D}"/>
                  </a:ext>
                </a:extLst>
              </p:cNvPr>
              <p:cNvSpPr/>
              <p:nvPr/>
            </p:nvSpPr>
            <p:spPr>
              <a:xfrm>
                <a:off x="3609900" y="2281300"/>
                <a:ext cx="101500" cy="175275"/>
              </a:xfrm>
              <a:custGeom>
                <a:avLst/>
                <a:gdLst/>
                <a:ahLst/>
                <a:cxnLst/>
                <a:rect l="l" t="t" r="r" b="b"/>
                <a:pathLst>
                  <a:path w="4060" h="7011" extrusionOk="0">
                    <a:moveTo>
                      <a:pt x="1340" y="1"/>
                    </a:moveTo>
                    <a:lnTo>
                      <a:pt x="1277" y="63"/>
                    </a:lnTo>
                    <a:lnTo>
                      <a:pt x="1235" y="42"/>
                    </a:lnTo>
                    <a:lnTo>
                      <a:pt x="1110" y="84"/>
                    </a:lnTo>
                    <a:lnTo>
                      <a:pt x="1026" y="84"/>
                    </a:lnTo>
                    <a:lnTo>
                      <a:pt x="921" y="105"/>
                    </a:lnTo>
                    <a:lnTo>
                      <a:pt x="859" y="105"/>
                    </a:lnTo>
                    <a:lnTo>
                      <a:pt x="838" y="168"/>
                    </a:lnTo>
                    <a:lnTo>
                      <a:pt x="838" y="105"/>
                    </a:lnTo>
                    <a:lnTo>
                      <a:pt x="796" y="84"/>
                    </a:lnTo>
                    <a:lnTo>
                      <a:pt x="712" y="168"/>
                    </a:lnTo>
                    <a:lnTo>
                      <a:pt x="733" y="105"/>
                    </a:lnTo>
                    <a:lnTo>
                      <a:pt x="608" y="42"/>
                    </a:lnTo>
                    <a:lnTo>
                      <a:pt x="587" y="105"/>
                    </a:lnTo>
                    <a:lnTo>
                      <a:pt x="524" y="168"/>
                    </a:lnTo>
                    <a:lnTo>
                      <a:pt x="545" y="231"/>
                    </a:lnTo>
                    <a:lnTo>
                      <a:pt x="524" y="231"/>
                    </a:lnTo>
                    <a:lnTo>
                      <a:pt x="524" y="314"/>
                    </a:lnTo>
                    <a:lnTo>
                      <a:pt x="419" y="356"/>
                    </a:lnTo>
                    <a:lnTo>
                      <a:pt x="482" y="419"/>
                    </a:lnTo>
                    <a:lnTo>
                      <a:pt x="440" y="503"/>
                    </a:lnTo>
                    <a:lnTo>
                      <a:pt x="398" y="503"/>
                    </a:lnTo>
                    <a:lnTo>
                      <a:pt x="503" y="607"/>
                    </a:lnTo>
                    <a:lnTo>
                      <a:pt x="545" y="670"/>
                    </a:lnTo>
                    <a:lnTo>
                      <a:pt x="419" y="607"/>
                    </a:lnTo>
                    <a:lnTo>
                      <a:pt x="398" y="670"/>
                    </a:lnTo>
                    <a:lnTo>
                      <a:pt x="315" y="587"/>
                    </a:lnTo>
                    <a:lnTo>
                      <a:pt x="294" y="628"/>
                    </a:lnTo>
                    <a:lnTo>
                      <a:pt x="315" y="691"/>
                    </a:lnTo>
                    <a:lnTo>
                      <a:pt x="294" y="733"/>
                    </a:lnTo>
                    <a:lnTo>
                      <a:pt x="273" y="628"/>
                    </a:lnTo>
                    <a:lnTo>
                      <a:pt x="210" y="733"/>
                    </a:lnTo>
                    <a:lnTo>
                      <a:pt x="273" y="796"/>
                    </a:lnTo>
                    <a:lnTo>
                      <a:pt x="210" y="817"/>
                    </a:lnTo>
                    <a:lnTo>
                      <a:pt x="294" y="900"/>
                    </a:lnTo>
                    <a:lnTo>
                      <a:pt x="336" y="900"/>
                    </a:lnTo>
                    <a:lnTo>
                      <a:pt x="294" y="942"/>
                    </a:lnTo>
                    <a:lnTo>
                      <a:pt x="210" y="900"/>
                    </a:lnTo>
                    <a:lnTo>
                      <a:pt x="210" y="1026"/>
                    </a:lnTo>
                    <a:lnTo>
                      <a:pt x="210" y="1047"/>
                    </a:lnTo>
                    <a:lnTo>
                      <a:pt x="377" y="1026"/>
                    </a:lnTo>
                    <a:lnTo>
                      <a:pt x="273" y="1089"/>
                    </a:lnTo>
                    <a:lnTo>
                      <a:pt x="273" y="1110"/>
                    </a:lnTo>
                    <a:lnTo>
                      <a:pt x="294" y="1131"/>
                    </a:lnTo>
                    <a:lnTo>
                      <a:pt x="377" y="1110"/>
                    </a:lnTo>
                    <a:lnTo>
                      <a:pt x="336" y="1131"/>
                    </a:lnTo>
                    <a:lnTo>
                      <a:pt x="398" y="1151"/>
                    </a:lnTo>
                    <a:lnTo>
                      <a:pt x="398" y="1151"/>
                    </a:lnTo>
                    <a:lnTo>
                      <a:pt x="315" y="1131"/>
                    </a:lnTo>
                    <a:lnTo>
                      <a:pt x="294" y="1151"/>
                    </a:lnTo>
                    <a:lnTo>
                      <a:pt x="294" y="1214"/>
                    </a:lnTo>
                    <a:lnTo>
                      <a:pt x="315" y="1235"/>
                    </a:lnTo>
                    <a:lnTo>
                      <a:pt x="273" y="1256"/>
                    </a:lnTo>
                    <a:lnTo>
                      <a:pt x="231" y="1319"/>
                    </a:lnTo>
                    <a:lnTo>
                      <a:pt x="294" y="1319"/>
                    </a:lnTo>
                    <a:lnTo>
                      <a:pt x="294" y="1361"/>
                    </a:lnTo>
                    <a:lnTo>
                      <a:pt x="210" y="1340"/>
                    </a:lnTo>
                    <a:lnTo>
                      <a:pt x="189" y="1403"/>
                    </a:lnTo>
                    <a:lnTo>
                      <a:pt x="210" y="1444"/>
                    </a:lnTo>
                    <a:lnTo>
                      <a:pt x="189" y="1465"/>
                    </a:lnTo>
                    <a:lnTo>
                      <a:pt x="168" y="1528"/>
                    </a:lnTo>
                    <a:lnTo>
                      <a:pt x="63" y="1528"/>
                    </a:lnTo>
                    <a:lnTo>
                      <a:pt x="1" y="1549"/>
                    </a:lnTo>
                    <a:lnTo>
                      <a:pt x="63" y="1570"/>
                    </a:lnTo>
                    <a:lnTo>
                      <a:pt x="126" y="1570"/>
                    </a:lnTo>
                    <a:lnTo>
                      <a:pt x="189" y="1612"/>
                    </a:lnTo>
                    <a:lnTo>
                      <a:pt x="168" y="1633"/>
                    </a:lnTo>
                    <a:lnTo>
                      <a:pt x="105" y="1633"/>
                    </a:lnTo>
                    <a:lnTo>
                      <a:pt x="189" y="1716"/>
                    </a:lnTo>
                    <a:lnTo>
                      <a:pt x="210" y="1716"/>
                    </a:lnTo>
                    <a:lnTo>
                      <a:pt x="273" y="1737"/>
                    </a:lnTo>
                    <a:lnTo>
                      <a:pt x="503" y="1507"/>
                    </a:lnTo>
                    <a:lnTo>
                      <a:pt x="482" y="1570"/>
                    </a:lnTo>
                    <a:lnTo>
                      <a:pt x="503" y="1612"/>
                    </a:lnTo>
                    <a:lnTo>
                      <a:pt x="419" y="1633"/>
                    </a:lnTo>
                    <a:lnTo>
                      <a:pt x="377" y="1758"/>
                    </a:lnTo>
                    <a:lnTo>
                      <a:pt x="377" y="1779"/>
                    </a:lnTo>
                    <a:lnTo>
                      <a:pt x="315" y="1947"/>
                    </a:lnTo>
                    <a:lnTo>
                      <a:pt x="336" y="1947"/>
                    </a:lnTo>
                    <a:lnTo>
                      <a:pt x="294" y="2135"/>
                    </a:lnTo>
                    <a:lnTo>
                      <a:pt x="294" y="2239"/>
                    </a:lnTo>
                    <a:lnTo>
                      <a:pt x="231" y="2281"/>
                    </a:lnTo>
                    <a:lnTo>
                      <a:pt x="294" y="2323"/>
                    </a:lnTo>
                    <a:lnTo>
                      <a:pt x="315" y="2302"/>
                    </a:lnTo>
                    <a:lnTo>
                      <a:pt x="231" y="2449"/>
                    </a:lnTo>
                    <a:lnTo>
                      <a:pt x="231" y="2595"/>
                    </a:lnTo>
                    <a:lnTo>
                      <a:pt x="189" y="2658"/>
                    </a:lnTo>
                    <a:lnTo>
                      <a:pt x="189" y="2700"/>
                    </a:lnTo>
                    <a:lnTo>
                      <a:pt x="315" y="2700"/>
                    </a:lnTo>
                    <a:lnTo>
                      <a:pt x="294" y="2595"/>
                    </a:lnTo>
                    <a:lnTo>
                      <a:pt x="336" y="2491"/>
                    </a:lnTo>
                    <a:lnTo>
                      <a:pt x="336" y="2407"/>
                    </a:lnTo>
                    <a:lnTo>
                      <a:pt x="398" y="2323"/>
                    </a:lnTo>
                    <a:lnTo>
                      <a:pt x="336" y="2135"/>
                    </a:lnTo>
                    <a:lnTo>
                      <a:pt x="398" y="2135"/>
                    </a:lnTo>
                    <a:lnTo>
                      <a:pt x="545" y="1947"/>
                    </a:lnTo>
                    <a:lnTo>
                      <a:pt x="440" y="2135"/>
                    </a:lnTo>
                    <a:lnTo>
                      <a:pt x="419" y="2239"/>
                    </a:lnTo>
                    <a:lnTo>
                      <a:pt x="482" y="2260"/>
                    </a:lnTo>
                    <a:lnTo>
                      <a:pt x="482" y="2198"/>
                    </a:lnTo>
                    <a:lnTo>
                      <a:pt x="545" y="2135"/>
                    </a:lnTo>
                    <a:lnTo>
                      <a:pt x="587" y="2260"/>
                    </a:lnTo>
                    <a:lnTo>
                      <a:pt x="628" y="2135"/>
                    </a:lnTo>
                    <a:lnTo>
                      <a:pt x="628" y="2030"/>
                    </a:lnTo>
                    <a:lnTo>
                      <a:pt x="691" y="1988"/>
                    </a:lnTo>
                    <a:lnTo>
                      <a:pt x="649" y="2135"/>
                    </a:lnTo>
                    <a:lnTo>
                      <a:pt x="754" y="2198"/>
                    </a:lnTo>
                    <a:lnTo>
                      <a:pt x="649" y="2177"/>
                    </a:lnTo>
                    <a:lnTo>
                      <a:pt x="628" y="2323"/>
                    </a:lnTo>
                    <a:lnTo>
                      <a:pt x="649" y="2449"/>
                    </a:lnTo>
                    <a:lnTo>
                      <a:pt x="712" y="2470"/>
                    </a:lnTo>
                    <a:lnTo>
                      <a:pt x="754" y="2574"/>
                    </a:lnTo>
                    <a:lnTo>
                      <a:pt x="649" y="2658"/>
                    </a:lnTo>
                    <a:lnTo>
                      <a:pt x="587" y="2909"/>
                    </a:lnTo>
                    <a:lnTo>
                      <a:pt x="587" y="3014"/>
                    </a:lnTo>
                    <a:lnTo>
                      <a:pt x="503" y="2972"/>
                    </a:lnTo>
                    <a:lnTo>
                      <a:pt x="503" y="3097"/>
                    </a:lnTo>
                    <a:lnTo>
                      <a:pt x="628" y="3244"/>
                    </a:lnTo>
                    <a:lnTo>
                      <a:pt x="587" y="3097"/>
                    </a:lnTo>
                    <a:lnTo>
                      <a:pt x="649" y="3076"/>
                    </a:lnTo>
                    <a:lnTo>
                      <a:pt x="859" y="3223"/>
                    </a:lnTo>
                    <a:lnTo>
                      <a:pt x="859" y="3097"/>
                    </a:lnTo>
                    <a:lnTo>
                      <a:pt x="796" y="3035"/>
                    </a:lnTo>
                    <a:lnTo>
                      <a:pt x="838" y="3014"/>
                    </a:lnTo>
                    <a:lnTo>
                      <a:pt x="1005" y="3118"/>
                    </a:lnTo>
                    <a:lnTo>
                      <a:pt x="1131" y="3118"/>
                    </a:lnTo>
                    <a:lnTo>
                      <a:pt x="1131" y="3076"/>
                    </a:lnTo>
                    <a:lnTo>
                      <a:pt x="1235" y="3076"/>
                    </a:lnTo>
                    <a:lnTo>
                      <a:pt x="1256" y="2972"/>
                    </a:lnTo>
                    <a:lnTo>
                      <a:pt x="1549" y="2993"/>
                    </a:lnTo>
                    <a:lnTo>
                      <a:pt x="1361" y="3014"/>
                    </a:lnTo>
                    <a:lnTo>
                      <a:pt x="1235" y="3348"/>
                    </a:lnTo>
                    <a:lnTo>
                      <a:pt x="1382" y="3620"/>
                    </a:lnTo>
                    <a:lnTo>
                      <a:pt x="1444" y="3558"/>
                    </a:lnTo>
                    <a:lnTo>
                      <a:pt x="1444" y="3704"/>
                    </a:lnTo>
                    <a:lnTo>
                      <a:pt x="1549" y="3600"/>
                    </a:lnTo>
                    <a:lnTo>
                      <a:pt x="1654" y="3600"/>
                    </a:lnTo>
                    <a:lnTo>
                      <a:pt x="1633" y="3746"/>
                    </a:lnTo>
                    <a:lnTo>
                      <a:pt x="1654" y="3767"/>
                    </a:lnTo>
                    <a:lnTo>
                      <a:pt x="1549" y="3851"/>
                    </a:lnTo>
                    <a:lnTo>
                      <a:pt x="1570" y="4018"/>
                    </a:lnTo>
                    <a:lnTo>
                      <a:pt x="1528" y="4123"/>
                    </a:lnTo>
                    <a:lnTo>
                      <a:pt x="1570" y="4227"/>
                    </a:lnTo>
                    <a:lnTo>
                      <a:pt x="1654" y="4290"/>
                    </a:lnTo>
                    <a:lnTo>
                      <a:pt x="1737" y="4290"/>
                    </a:lnTo>
                    <a:lnTo>
                      <a:pt x="1675" y="4332"/>
                    </a:lnTo>
                    <a:lnTo>
                      <a:pt x="1591" y="4332"/>
                    </a:lnTo>
                    <a:lnTo>
                      <a:pt x="1549" y="4248"/>
                    </a:lnTo>
                    <a:lnTo>
                      <a:pt x="1465" y="4269"/>
                    </a:lnTo>
                    <a:lnTo>
                      <a:pt x="1528" y="4353"/>
                    </a:lnTo>
                    <a:lnTo>
                      <a:pt x="1591" y="4395"/>
                    </a:lnTo>
                    <a:lnTo>
                      <a:pt x="1486" y="4374"/>
                    </a:lnTo>
                    <a:lnTo>
                      <a:pt x="1424" y="4290"/>
                    </a:lnTo>
                    <a:lnTo>
                      <a:pt x="1235" y="4353"/>
                    </a:lnTo>
                    <a:lnTo>
                      <a:pt x="1152" y="4353"/>
                    </a:lnTo>
                    <a:lnTo>
                      <a:pt x="963" y="4436"/>
                    </a:lnTo>
                    <a:lnTo>
                      <a:pt x="859" y="4583"/>
                    </a:lnTo>
                    <a:lnTo>
                      <a:pt x="733" y="4667"/>
                    </a:lnTo>
                    <a:lnTo>
                      <a:pt x="691" y="4750"/>
                    </a:lnTo>
                    <a:lnTo>
                      <a:pt x="817" y="4750"/>
                    </a:lnTo>
                    <a:lnTo>
                      <a:pt x="817" y="4688"/>
                    </a:lnTo>
                    <a:lnTo>
                      <a:pt x="1026" y="4646"/>
                    </a:lnTo>
                    <a:lnTo>
                      <a:pt x="1005" y="4750"/>
                    </a:lnTo>
                    <a:lnTo>
                      <a:pt x="1068" y="4813"/>
                    </a:lnTo>
                    <a:lnTo>
                      <a:pt x="1005" y="4876"/>
                    </a:lnTo>
                    <a:lnTo>
                      <a:pt x="1026" y="4960"/>
                    </a:lnTo>
                    <a:lnTo>
                      <a:pt x="1068" y="4960"/>
                    </a:lnTo>
                    <a:lnTo>
                      <a:pt x="942" y="5190"/>
                    </a:lnTo>
                    <a:lnTo>
                      <a:pt x="859" y="5232"/>
                    </a:lnTo>
                    <a:lnTo>
                      <a:pt x="754" y="5294"/>
                    </a:lnTo>
                    <a:lnTo>
                      <a:pt x="733" y="5294"/>
                    </a:lnTo>
                    <a:lnTo>
                      <a:pt x="608" y="5378"/>
                    </a:lnTo>
                    <a:lnTo>
                      <a:pt x="524" y="5378"/>
                    </a:lnTo>
                    <a:lnTo>
                      <a:pt x="398" y="5483"/>
                    </a:lnTo>
                    <a:lnTo>
                      <a:pt x="503" y="5483"/>
                    </a:lnTo>
                    <a:lnTo>
                      <a:pt x="503" y="5545"/>
                    </a:lnTo>
                    <a:lnTo>
                      <a:pt x="419" y="5608"/>
                    </a:lnTo>
                    <a:lnTo>
                      <a:pt x="545" y="5629"/>
                    </a:lnTo>
                    <a:lnTo>
                      <a:pt x="524" y="5650"/>
                    </a:lnTo>
                    <a:lnTo>
                      <a:pt x="587" y="5692"/>
                    </a:lnTo>
                    <a:lnTo>
                      <a:pt x="649" y="5650"/>
                    </a:lnTo>
                    <a:lnTo>
                      <a:pt x="754" y="5608"/>
                    </a:lnTo>
                    <a:lnTo>
                      <a:pt x="900" y="5545"/>
                    </a:lnTo>
                    <a:lnTo>
                      <a:pt x="921" y="5629"/>
                    </a:lnTo>
                    <a:lnTo>
                      <a:pt x="1026" y="5650"/>
                    </a:lnTo>
                    <a:lnTo>
                      <a:pt x="942" y="5692"/>
                    </a:lnTo>
                    <a:lnTo>
                      <a:pt x="921" y="5734"/>
                    </a:lnTo>
                    <a:lnTo>
                      <a:pt x="1068" y="5734"/>
                    </a:lnTo>
                    <a:lnTo>
                      <a:pt x="1068" y="5713"/>
                    </a:lnTo>
                    <a:lnTo>
                      <a:pt x="1152" y="5692"/>
                    </a:lnTo>
                    <a:lnTo>
                      <a:pt x="1256" y="5796"/>
                    </a:lnTo>
                    <a:lnTo>
                      <a:pt x="1319" y="5859"/>
                    </a:lnTo>
                    <a:lnTo>
                      <a:pt x="1486" y="5859"/>
                    </a:lnTo>
                    <a:lnTo>
                      <a:pt x="1549" y="5796"/>
                    </a:lnTo>
                    <a:lnTo>
                      <a:pt x="1633" y="5755"/>
                    </a:lnTo>
                    <a:lnTo>
                      <a:pt x="1758" y="5713"/>
                    </a:lnTo>
                    <a:lnTo>
                      <a:pt x="1800" y="5650"/>
                    </a:lnTo>
                    <a:lnTo>
                      <a:pt x="1905" y="5608"/>
                    </a:lnTo>
                    <a:lnTo>
                      <a:pt x="1758" y="5755"/>
                    </a:lnTo>
                    <a:lnTo>
                      <a:pt x="1633" y="5901"/>
                    </a:lnTo>
                    <a:lnTo>
                      <a:pt x="1633" y="6048"/>
                    </a:lnTo>
                    <a:lnTo>
                      <a:pt x="1528" y="6048"/>
                    </a:lnTo>
                    <a:lnTo>
                      <a:pt x="1444" y="6068"/>
                    </a:lnTo>
                    <a:lnTo>
                      <a:pt x="1361" y="6027"/>
                    </a:lnTo>
                    <a:lnTo>
                      <a:pt x="1131" y="6006"/>
                    </a:lnTo>
                    <a:lnTo>
                      <a:pt x="963" y="6048"/>
                    </a:lnTo>
                    <a:lnTo>
                      <a:pt x="963" y="6131"/>
                    </a:lnTo>
                    <a:lnTo>
                      <a:pt x="900" y="6215"/>
                    </a:lnTo>
                    <a:lnTo>
                      <a:pt x="796" y="6215"/>
                    </a:lnTo>
                    <a:lnTo>
                      <a:pt x="796" y="6382"/>
                    </a:lnTo>
                    <a:lnTo>
                      <a:pt x="691" y="6487"/>
                    </a:lnTo>
                    <a:lnTo>
                      <a:pt x="649" y="6550"/>
                    </a:lnTo>
                    <a:lnTo>
                      <a:pt x="545" y="6550"/>
                    </a:lnTo>
                    <a:lnTo>
                      <a:pt x="524" y="6675"/>
                    </a:lnTo>
                    <a:lnTo>
                      <a:pt x="482" y="6675"/>
                    </a:lnTo>
                    <a:lnTo>
                      <a:pt x="440" y="6738"/>
                    </a:lnTo>
                    <a:lnTo>
                      <a:pt x="315" y="6843"/>
                    </a:lnTo>
                    <a:lnTo>
                      <a:pt x="231" y="6801"/>
                    </a:lnTo>
                    <a:lnTo>
                      <a:pt x="168" y="6864"/>
                    </a:lnTo>
                    <a:lnTo>
                      <a:pt x="168" y="6968"/>
                    </a:lnTo>
                    <a:lnTo>
                      <a:pt x="273" y="6968"/>
                    </a:lnTo>
                    <a:lnTo>
                      <a:pt x="273" y="6885"/>
                    </a:lnTo>
                    <a:lnTo>
                      <a:pt x="377" y="6905"/>
                    </a:lnTo>
                    <a:lnTo>
                      <a:pt x="419" y="7010"/>
                    </a:lnTo>
                    <a:lnTo>
                      <a:pt x="503" y="6968"/>
                    </a:lnTo>
                    <a:lnTo>
                      <a:pt x="482" y="6905"/>
                    </a:lnTo>
                    <a:lnTo>
                      <a:pt x="524" y="6843"/>
                    </a:lnTo>
                    <a:lnTo>
                      <a:pt x="545" y="6864"/>
                    </a:lnTo>
                    <a:lnTo>
                      <a:pt x="628" y="6801"/>
                    </a:lnTo>
                    <a:lnTo>
                      <a:pt x="649" y="6801"/>
                    </a:lnTo>
                    <a:lnTo>
                      <a:pt x="712" y="6696"/>
                    </a:lnTo>
                    <a:lnTo>
                      <a:pt x="817" y="6759"/>
                    </a:lnTo>
                    <a:lnTo>
                      <a:pt x="900" y="6696"/>
                    </a:lnTo>
                    <a:lnTo>
                      <a:pt x="963" y="6738"/>
                    </a:lnTo>
                    <a:lnTo>
                      <a:pt x="1005" y="6696"/>
                    </a:lnTo>
                    <a:lnTo>
                      <a:pt x="1047" y="6759"/>
                    </a:lnTo>
                    <a:lnTo>
                      <a:pt x="1110" y="6759"/>
                    </a:lnTo>
                    <a:lnTo>
                      <a:pt x="1172" y="6801"/>
                    </a:lnTo>
                    <a:lnTo>
                      <a:pt x="1277" y="6801"/>
                    </a:lnTo>
                    <a:lnTo>
                      <a:pt x="1256" y="6759"/>
                    </a:lnTo>
                    <a:lnTo>
                      <a:pt x="1340" y="6738"/>
                    </a:lnTo>
                    <a:lnTo>
                      <a:pt x="1361" y="6654"/>
                    </a:lnTo>
                    <a:lnTo>
                      <a:pt x="1340" y="6571"/>
                    </a:lnTo>
                    <a:lnTo>
                      <a:pt x="1382" y="6487"/>
                    </a:lnTo>
                    <a:lnTo>
                      <a:pt x="1444" y="6487"/>
                    </a:lnTo>
                    <a:lnTo>
                      <a:pt x="1465" y="6445"/>
                    </a:lnTo>
                    <a:lnTo>
                      <a:pt x="1675" y="6424"/>
                    </a:lnTo>
                    <a:lnTo>
                      <a:pt x="1779" y="6424"/>
                    </a:lnTo>
                    <a:lnTo>
                      <a:pt x="1905" y="6487"/>
                    </a:lnTo>
                    <a:lnTo>
                      <a:pt x="2093" y="6487"/>
                    </a:lnTo>
                    <a:lnTo>
                      <a:pt x="2177" y="6529"/>
                    </a:lnTo>
                    <a:lnTo>
                      <a:pt x="2198" y="6445"/>
                    </a:lnTo>
                    <a:lnTo>
                      <a:pt x="2323" y="6361"/>
                    </a:lnTo>
                    <a:lnTo>
                      <a:pt x="2407" y="6382"/>
                    </a:lnTo>
                    <a:lnTo>
                      <a:pt x="2512" y="6320"/>
                    </a:lnTo>
                    <a:lnTo>
                      <a:pt x="2616" y="6340"/>
                    </a:lnTo>
                    <a:lnTo>
                      <a:pt x="2637" y="6320"/>
                    </a:lnTo>
                    <a:lnTo>
                      <a:pt x="2721" y="6278"/>
                    </a:lnTo>
                    <a:lnTo>
                      <a:pt x="2721" y="6320"/>
                    </a:lnTo>
                    <a:lnTo>
                      <a:pt x="2804" y="6361"/>
                    </a:lnTo>
                    <a:lnTo>
                      <a:pt x="2888" y="6320"/>
                    </a:lnTo>
                    <a:lnTo>
                      <a:pt x="3056" y="6320"/>
                    </a:lnTo>
                    <a:lnTo>
                      <a:pt x="3202" y="6278"/>
                    </a:lnTo>
                    <a:lnTo>
                      <a:pt x="3307" y="6320"/>
                    </a:lnTo>
                    <a:lnTo>
                      <a:pt x="3349" y="6340"/>
                    </a:lnTo>
                    <a:lnTo>
                      <a:pt x="3453" y="6257"/>
                    </a:lnTo>
                    <a:lnTo>
                      <a:pt x="3537" y="6236"/>
                    </a:lnTo>
                    <a:lnTo>
                      <a:pt x="3621" y="6152"/>
                    </a:lnTo>
                    <a:lnTo>
                      <a:pt x="3683" y="6152"/>
                    </a:lnTo>
                    <a:lnTo>
                      <a:pt x="3746" y="6173"/>
                    </a:lnTo>
                    <a:lnTo>
                      <a:pt x="3725" y="6110"/>
                    </a:lnTo>
                    <a:lnTo>
                      <a:pt x="3851" y="6027"/>
                    </a:lnTo>
                    <a:lnTo>
                      <a:pt x="3955" y="6006"/>
                    </a:lnTo>
                    <a:lnTo>
                      <a:pt x="3955" y="5922"/>
                    </a:lnTo>
                    <a:lnTo>
                      <a:pt x="3934" y="5859"/>
                    </a:lnTo>
                    <a:lnTo>
                      <a:pt x="3955" y="5796"/>
                    </a:lnTo>
                    <a:lnTo>
                      <a:pt x="3788" y="5796"/>
                    </a:lnTo>
                    <a:lnTo>
                      <a:pt x="3683" y="5838"/>
                    </a:lnTo>
                    <a:lnTo>
                      <a:pt x="3641" y="5838"/>
                    </a:lnTo>
                    <a:lnTo>
                      <a:pt x="3537" y="5817"/>
                    </a:lnTo>
                    <a:lnTo>
                      <a:pt x="3474" y="5796"/>
                    </a:lnTo>
                    <a:lnTo>
                      <a:pt x="3537" y="5755"/>
                    </a:lnTo>
                    <a:lnTo>
                      <a:pt x="3558" y="5755"/>
                    </a:lnTo>
                    <a:lnTo>
                      <a:pt x="3558" y="5734"/>
                    </a:lnTo>
                    <a:lnTo>
                      <a:pt x="3474" y="5713"/>
                    </a:lnTo>
                    <a:lnTo>
                      <a:pt x="3411" y="5734"/>
                    </a:lnTo>
                    <a:lnTo>
                      <a:pt x="3516" y="5650"/>
                    </a:lnTo>
                    <a:lnTo>
                      <a:pt x="3579" y="5692"/>
                    </a:lnTo>
                    <a:lnTo>
                      <a:pt x="3662" y="5629"/>
                    </a:lnTo>
                    <a:lnTo>
                      <a:pt x="3641" y="5545"/>
                    </a:lnTo>
                    <a:lnTo>
                      <a:pt x="3558" y="5545"/>
                    </a:lnTo>
                    <a:lnTo>
                      <a:pt x="3621" y="5504"/>
                    </a:lnTo>
                    <a:lnTo>
                      <a:pt x="3662" y="5441"/>
                    </a:lnTo>
                    <a:lnTo>
                      <a:pt x="3725" y="5504"/>
                    </a:lnTo>
                    <a:lnTo>
                      <a:pt x="3788" y="5441"/>
                    </a:lnTo>
                    <a:lnTo>
                      <a:pt x="3851" y="5399"/>
                    </a:lnTo>
                    <a:lnTo>
                      <a:pt x="3788" y="5378"/>
                    </a:lnTo>
                    <a:lnTo>
                      <a:pt x="3830" y="5336"/>
                    </a:lnTo>
                    <a:lnTo>
                      <a:pt x="3725" y="5336"/>
                    </a:lnTo>
                    <a:lnTo>
                      <a:pt x="3767" y="5273"/>
                    </a:lnTo>
                    <a:lnTo>
                      <a:pt x="3830" y="5294"/>
                    </a:lnTo>
                    <a:lnTo>
                      <a:pt x="3851" y="5315"/>
                    </a:lnTo>
                    <a:lnTo>
                      <a:pt x="3893" y="5232"/>
                    </a:lnTo>
                    <a:lnTo>
                      <a:pt x="3976" y="5211"/>
                    </a:lnTo>
                    <a:lnTo>
                      <a:pt x="3976" y="5064"/>
                    </a:lnTo>
                    <a:lnTo>
                      <a:pt x="4060" y="4897"/>
                    </a:lnTo>
                    <a:lnTo>
                      <a:pt x="3997" y="4813"/>
                    </a:lnTo>
                    <a:lnTo>
                      <a:pt x="3976" y="4688"/>
                    </a:lnTo>
                    <a:lnTo>
                      <a:pt x="3767" y="4541"/>
                    </a:lnTo>
                    <a:lnTo>
                      <a:pt x="3349" y="4541"/>
                    </a:lnTo>
                    <a:lnTo>
                      <a:pt x="3328" y="4667"/>
                    </a:lnTo>
                    <a:lnTo>
                      <a:pt x="3307" y="4708"/>
                    </a:lnTo>
                    <a:lnTo>
                      <a:pt x="3202" y="4646"/>
                    </a:lnTo>
                    <a:lnTo>
                      <a:pt x="3097" y="4604"/>
                    </a:lnTo>
                    <a:lnTo>
                      <a:pt x="3265" y="4436"/>
                    </a:lnTo>
                    <a:lnTo>
                      <a:pt x="3265" y="4332"/>
                    </a:lnTo>
                    <a:lnTo>
                      <a:pt x="3139" y="4123"/>
                    </a:lnTo>
                    <a:lnTo>
                      <a:pt x="3097" y="4123"/>
                    </a:lnTo>
                    <a:lnTo>
                      <a:pt x="2951" y="4039"/>
                    </a:lnTo>
                    <a:lnTo>
                      <a:pt x="2909" y="3955"/>
                    </a:lnTo>
                    <a:lnTo>
                      <a:pt x="2846" y="3976"/>
                    </a:lnTo>
                    <a:lnTo>
                      <a:pt x="2825" y="3976"/>
                    </a:lnTo>
                    <a:lnTo>
                      <a:pt x="2742" y="3955"/>
                    </a:lnTo>
                    <a:lnTo>
                      <a:pt x="2825" y="3955"/>
                    </a:lnTo>
                    <a:lnTo>
                      <a:pt x="2930" y="3934"/>
                    </a:lnTo>
                    <a:lnTo>
                      <a:pt x="2993" y="3955"/>
                    </a:lnTo>
                    <a:lnTo>
                      <a:pt x="3014" y="4018"/>
                    </a:lnTo>
                    <a:lnTo>
                      <a:pt x="3139" y="4018"/>
                    </a:lnTo>
                    <a:lnTo>
                      <a:pt x="2993" y="3830"/>
                    </a:lnTo>
                    <a:lnTo>
                      <a:pt x="2909" y="3725"/>
                    </a:lnTo>
                    <a:lnTo>
                      <a:pt x="2951" y="3641"/>
                    </a:lnTo>
                    <a:lnTo>
                      <a:pt x="2993" y="3641"/>
                    </a:lnTo>
                    <a:lnTo>
                      <a:pt x="2909" y="3600"/>
                    </a:lnTo>
                    <a:lnTo>
                      <a:pt x="2888" y="3537"/>
                    </a:lnTo>
                    <a:lnTo>
                      <a:pt x="2846" y="3537"/>
                    </a:lnTo>
                    <a:lnTo>
                      <a:pt x="2784" y="3348"/>
                    </a:lnTo>
                    <a:lnTo>
                      <a:pt x="2616" y="3307"/>
                    </a:lnTo>
                    <a:lnTo>
                      <a:pt x="2428" y="3244"/>
                    </a:lnTo>
                    <a:lnTo>
                      <a:pt x="2428" y="3181"/>
                    </a:lnTo>
                    <a:lnTo>
                      <a:pt x="2386" y="3139"/>
                    </a:lnTo>
                    <a:lnTo>
                      <a:pt x="2323" y="2930"/>
                    </a:lnTo>
                    <a:lnTo>
                      <a:pt x="2260" y="2825"/>
                    </a:lnTo>
                    <a:lnTo>
                      <a:pt x="2198" y="2574"/>
                    </a:lnTo>
                    <a:lnTo>
                      <a:pt x="2156" y="2470"/>
                    </a:lnTo>
                    <a:lnTo>
                      <a:pt x="2093" y="2470"/>
                    </a:lnTo>
                    <a:lnTo>
                      <a:pt x="1947" y="2239"/>
                    </a:lnTo>
                    <a:lnTo>
                      <a:pt x="1842" y="2198"/>
                    </a:lnTo>
                    <a:lnTo>
                      <a:pt x="1758" y="2156"/>
                    </a:lnTo>
                    <a:lnTo>
                      <a:pt x="1654" y="2093"/>
                    </a:lnTo>
                    <a:lnTo>
                      <a:pt x="1591" y="2156"/>
                    </a:lnTo>
                    <a:lnTo>
                      <a:pt x="1486" y="2198"/>
                    </a:lnTo>
                    <a:lnTo>
                      <a:pt x="1361" y="2177"/>
                    </a:lnTo>
                    <a:lnTo>
                      <a:pt x="1277" y="2177"/>
                    </a:lnTo>
                    <a:lnTo>
                      <a:pt x="1172" y="2156"/>
                    </a:lnTo>
                    <a:lnTo>
                      <a:pt x="1152" y="2072"/>
                    </a:lnTo>
                    <a:lnTo>
                      <a:pt x="1152" y="2072"/>
                    </a:lnTo>
                    <a:lnTo>
                      <a:pt x="1214" y="2093"/>
                    </a:lnTo>
                    <a:lnTo>
                      <a:pt x="1340" y="2135"/>
                    </a:lnTo>
                    <a:lnTo>
                      <a:pt x="1465" y="2093"/>
                    </a:lnTo>
                    <a:lnTo>
                      <a:pt x="1486" y="1988"/>
                    </a:lnTo>
                    <a:lnTo>
                      <a:pt x="1591" y="1988"/>
                    </a:lnTo>
                    <a:lnTo>
                      <a:pt x="1696" y="1926"/>
                    </a:lnTo>
                    <a:lnTo>
                      <a:pt x="1591" y="1884"/>
                    </a:lnTo>
                    <a:lnTo>
                      <a:pt x="1591" y="1800"/>
                    </a:lnTo>
                    <a:lnTo>
                      <a:pt x="1549" y="1779"/>
                    </a:lnTo>
                    <a:lnTo>
                      <a:pt x="1424" y="1863"/>
                    </a:lnTo>
                    <a:lnTo>
                      <a:pt x="1382" y="1842"/>
                    </a:lnTo>
                    <a:lnTo>
                      <a:pt x="1486" y="1758"/>
                    </a:lnTo>
                    <a:lnTo>
                      <a:pt x="1633" y="1758"/>
                    </a:lnTo>
                    <a:lnTo>
                      <a:pt x="1696" y="1716"/>
                    </a:lnTo>
                    <a:lnTo>
                      <a:pt x="1696" y="1633"/>
                    </a:lnTo>
                    <a:lnTo>
                      <a:pt x="1758" y="1612"/>
                    </a:lnTo>
                    <a:lnTo>
                      <a:pt x="1842" y="1444"/>
                    </a:lnTo>
                    <a:lnTo>
                      <a:pt x="1884" y="1403"/>
                    </a:lnTo>
                    <a:lnTo>
                      <a:pt x="1884" y="1340"/>
                    </a:lnTo>
                    <a:lnTo>
                      <a:pt x="1947" y="1235"/>
                    </a:lnTo>
                    <a:lnTo>
                      <a:pt x="1905" y="1214"/>
                    </a:lnTo>
                    <a:lnTo>
                      <a:pt x="1968" y="1047"/>
                    </a:lnTo>
                    <a:lnTo>
                      <a:pt x="2072" y="984"/>
                    </a:lnTo>
                    <a:lnTo>
                      <a:pt x="2072" y="900"/>
                    </a:lnTo>
                    <a:lnTo>
                      <a:pt x="1905" y="754"/>
                    </a:lnTo>
                    <a:lnTo>
                      <a:pt x="1884" y="796"/>
                    </a:lnTo>
                    <a:lnTo>
                      <a:pt x="1675" y="796"/>
                    </a:lnTo>
                    <a:lnTo>
                      <a:pt x="1528" y="754"/>
                    </a:lnTo>
                    <a:lnTo>
                      <a:pt x="1486" y="817"/>
                    </a:lnTo>
                    <a:lnTo>
                      <a:pt x="1424" y="817"/>
                    </a:lnTo>
                    <a:lnTo>
                      <a:pt x="1340" y="754"/>
                    </a:lnTo>
                    <a:lnTo>
                      <a:pt x="1256" y="796"/>
                    </a:lnTo>
                    <a:lnTo>
                      <a:pt x="1256" y="817"/>
                    </a:lnTo>
                    <a:lnTo>
                      <a:pt x="1172" y="838"/>
                    </a:lnTo>
                    <a:lnTo>
                      <a:pt x="1068" y="900"/>
                    </a:lnTo>
                    <a:lnTo>
                      <a:pt x="1047" y="900"/>
                    </a:lnTo>
                    <a:lnTo>
                      <a:pt x="963" y="942"/>
                    </a:lnTo>
                    <a:lnTo>
                      <a:pt x="942" y="921"/>
                    </a:lnTo>
                    <a:lnTo>
                      <a:pt x="1047" y="817"/>
                    </a:lnTo>
                    <a:lnTo>
                      <a:pt x="1131" y="691"/>
                    </a:lnTo>
                    <a:lnTo>
                      <a:pt x="1131" y="691"/>
                    </a:lnTo>
                    <a:lnTo>
                      <a:pt x="1068" y="712"/>
                    </a:lnTo>
                    <a:lnTo>
                      <a:pt x="963" y="691"/>
                    </a:lnTo>
                    <a:lnTo>
                      <a:pt x="1026" y="670"/>
                    </a:lnTo>
                    <a:lnTo>
                      <a:pt x="1047" y="587"/>
                    </a:lnTo>
                    <a:lnTo>
                      <a:pt x="1277" y="419"/>
                    </a:lnTo>
                    <a:lnTo>
                      <a:pt x="1340" y="294"/>
                    </a:lnTo>
                    <a:lnTo>
                      <a:pt x="1424" y="273"/>
                    </a:lnTo>
                    <a:lnTo>
                      <a:pt x="1444" y="168"/>
                    </a:lnTo>
                    <a:lnTo>
                      <a:pt x="1424" y="147"/>
                    </a:lnTo>
                    <a:lnTo>
                      <a:pt x="1465" y="63"/>
                    </a:lnTo>
                    <a:lnTo>
                      <a:pt x="1444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0" name="Google Shape;7795;p67">
                <a:extLst>
                  <a:ext uri="{FF2B5EF4-FFF2-40B4-BE49-F238E27FC236}">
                    <a16:creationId xmlns:a16="http://schemas.microsoft.com/office/drawing/2014/main" id="{69DDCACE-D0DF-915F-8DE2-5B1825497BCF}"/>
                  </a:ext>
                </a:extLst>
              </p:cNvPr>
              <p:cNvSpPr/>
              <p:nvPr/>
            </p:nvSpPr>
            <p:spPr>
              <a:xfrm>
                <a:off x="3586375" y="2350350"/>
                <a:ext cx="31925" cy="25125"/>
              </a:xfrm>
              <a:custGeom>
                <a:avLst/>
                <a:gdLst/>
                <a:ahLst/>
                <a:cxnLst/>
                <a:rect l="l" t="t" r="r" b="b"/>
                <a:pathLst>
                  <a:path w="1277" h="1005" extrusionOk="0">
                    <a:moveTo>
                      <a:pt x="732" y="1"/>
                    </a:moveTo>
                    <a:lnTo>
                      <a:pt x="628" y="63"/>
                    </a:lnTo>
                    <a:lnTo>
                      <a:pt x="544" y="63"/>
                    </a:lnTo>
                    <a:lnTo>
                      <a:pt x="523" y="126"/>
                    </a:lnTo>
                    <a:lnTo>
                      <a:pt x="419" y="126"/>
                    </a:lnTo>
                    <a:lnTo>
                      <a:pt x="377" y="210"/>
                    </a:lnTo>
                    <a:lnTo>
                      <a:pt x="293" y="231"/>
                    </a:lnTo>
                    <a:lnTo>
                      <a:pt x="272" y="335"/>
                    </a:lnTo>
                    <a:lnTo>
                      <a:pt x="126" y="356"/>
                    </a:lnTo>
                    <a:lnTo>
                      <a:pt x="0" y="586"/>
                    </a:lnTo>
                    <a:lnTo>
                      <a:pt x="272" y="838"/>
                    </a:lnTo>
                    <a:lnTo>
                      <a:pt x="335" y="796"/>
                    </a:lnTo>
                    <a:lnTo>
                      <a:pt x="377" y="649"/>
                    </a:lnTo>
                    <a:lnTo>
                      <a:pt x="440" y="586"/>
                    </a:lnTo>
                    <a:lnTo>
                      <a:pt x="607" y="691"/>
                    </a:lnTo>
                    <a:lnTo>
                      <a:pt x="712" y="900"/>
                    </a:lnTo>
                    <a:lnTo>
                      <a:pt x="795" y="942"/>
                    </a:lnTo>
                    <a:lnTo>
                      <a:pt x="921" y="1005"/>
                    </a:lnTo>
                    <a:lnTo>
                      <a:pt x="942" y="1005"/>
                    </a:lnTo>
                    <a:lnTo>
                      <a:pt x="942" y="942"/>
                    </a:lnTo>
                    <a:lnTo>
                      <a:pt x="1004" y="942"/>
                    </a:lnTo>
                    <a:lnTo>
                      <a:pt x="1067" y="858"/>
                    </a:lnTo>
                    <a:lnTo>
                      <a:pt x="1067" y="775"/>
                    </a:lnTo>
                    <a:lnTo>
                      <a:pt x="1214" y="796"/>
                    </a:lnTo>
                    <a:lnTo>
                      <a:pt x="1235" y="691"/>
                    </a:lnTo>
                    <a:lnTo>
                      <a:pt x="1151" y="691"/>
                    </a:lnTo>
                    <a:lnTo>
                      <a:pt x="1172" y="586"/>
                    </a:lnTo>
                    <a:lnTo>
                      <a:pt x="1151" y="545"/>
                    </a:lnTo>
                    <a:lnTo>
                      <a:pt x="1214" y="524"/>
                    </a:lnTo>
                    <a:lnTo>
                      <a:pt x="1277" y="733"/>
                    </a:lnTo>
                    <a:lnTo>
                      <a:pt x="1235" y="461"/>
                    </a:lnTo>
                    <a:lnTo>
                      <a:pt x="1109" y="461"/>
                    </a:lnTo>
                    <a:lnTo>
                      <a:pt x="1172" y="419"/>
                    </a:lnTo>
                    <a:lnTo>
                      <a:pt x="1004" y="147"/>
                    </a:lnTo>
                    <a:lnTo>
                      <a:pt x="1004" y="42"/>
                    </a:lnTo>
                    <a:lnTo>
                      <a:pt x="921" y="21"/>
                    </a:lnTo>
                    <a:lnTo>
                      <a:pt x="732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56" name="Google Shape;7796;p67">
              <a:extLst>
                <a:ext uri="{FF2B5EF4-FFF2-40B4-BE49-F238E27FC236}">
                  <a16:creationId xmlns:a16="http://schemas.microsoft.com/office/drawing/2014/main" id="{C72B1568-DE26-9C61-5644-1EDE35C6752D}"/>
                </a:ext>
              </a:extLst>
            </p:cNvPr>
            <p:cNvSpPr/>
            <p:nvPr/>
          </p:nvSpPr>
          <p:spPr>
            <a:xfrm>
              <a:off x="4300900" y="3419025"/>
              <a:ext cx="109875" cy="205600"/>
            </a:xfrm>
            <a:custGeom>
              <a:avLst/>
              <a:gdLst/>
              <a:ahLst/>
              <a:cxnLst/>
              <a:rect l="l" t="t" r="r" b="b"/>
              <a:pathLst>
                <a:path w="4395" h="8224" extrusionOk="0">
                  <a:moveTo>
                    <a:pt x="3914" y="1"/>
                  </a:moveTo>
                  <a:lnTo>
                    <a:pt x="3746" y="168"/>
                  </a:lnTo>
                  <a:lnTo>
                    <a:pt x="3809" y="252"/>
                  </a:lnTo>
                  <a:lnTo>
                    <a:pt x="3704" y="293"/>
                  </a:lnTo>
                  <a:lnTo>
                    <a:pt x="3600" y="252"/>
                  </a:lnTo>
                  <a:lnTo>
                    <a:pt x="3537" y="252"/>
                  </a:lnTo>
                  <a:lnTo>
                    <a:pt x="3621" y="377"/>
                  </a:lnTo>
                  <a:lnTo>
                    <a:pt x="3621" y="419"/>
                  </a:lnTo>
                  <a:lnTo>
                    <a:pt x="3704" y="503"/>
                  </a:lnTo>
                  <a:lnTo>
                    <a:pt x="3704" y="524"/>
                  </a:lnTo>
                  <a:lnTo>
                    <a:pt x="3600" y="670"/>
                  </a:lnTo>
                  <a:lnTo>
                    <a:pt x="3600" y="817"/>
                  </a:lnTo>
                  <a:lnTo>
                    <a:pt x="3516" y="921"/>
                  </a:lnTo>
                  <a:lnTo>
                    <a:pt x="3432" y="900"/>
                  </a:lnTo>
                  <a:lnTo>
                    <a:pt x="3328" y="1026"/>
                  </a:lnTo>
                  <a:lnTo>
                    <a:pt x="3328" y="1109"/>
                  </a:lnTo>
                  <a:lnTo>
                    <a:pt x="3244" y="1151"/>
                  </a:lnTo>
                  <a:lnTo>
                    <a:pt x="3181" y="1130"/>
                  </a:lnTo>
                  <a:lnTo>
                    <a:pt x="3181" y="1005"/>
                  </a:lnTo>
                  <a:lnTo>
                    <a:pt x="3118" y="984"/>
                  </a:lnTo>
                  <a:lnTo>
                    <a:pt x="3035" y="1047"/>
                  </a:lnTo>
                  <a:lnTo>
                    <a:pt x="3035" y="1193"/>
                  </a:lnTo>
                  <a:lnTo>
                    <a:pt x="3139" y="1298"/>
                  </a:lnTo>
                  <a:lnTo>
                    <a:pt x="3181" y="1340"/>
                  </a:lnTo>
                  <a:lnTo>
                    <a:pt x="3139" y="1402"/>
                  </a:lnTo>
                  <a:lnTo>
                    <a:pt x="3077" y="1361"/>
                  </a:lnTo>
                  <a:lnTo>
                    <a:pt x="2930" y="1402"/>
                  </a:lnTo>
                  <a:lnTo>
                    <a:pt x="2993" y="1507"/>
                  </a:lnTo>
                  <a:lnTo>
                    <a:pt x="3098" y="1549"/>
                  </a:lnTo>
                  <a:lnTo>
                    <a:pt x="3098" y="1612"/>
                  </a:lnTo>
                  <a:lnTo>
                    <a:pt x="3077" y="1674"/>
                  </a:lnTo>
                  <a:lnTo>
                    <a:pt x="2993" y="1612"/>
                  </a:lnTo>
                  <a:lnTo>
                    <a:pt x="2909" y="1633"/>
                  </a:lnTo>
                  <a:lnTo>
                    <a:pt x="2888" y="1716"/>
                  </a:lnTo>
                  <a:lnTo>
                    <a:pt x="2721" y="1842"/>
                  </a:lnTo>
                  <a:lnTo>
                    <a:pt x="2721" y="1716"/>
                  </a:lnTo>
                  <a:lnTo>
                    <a:pt x="2763" y="1674"/>
                  </a:lnTo>
                  <a:lnTo>
                    <a:pt x="2721" y="1612"/>
                  </a:lnTo>
                  <a:lnTo>
                    <a:pt x="2616" y="1716"/>
                  </a:lnTo>
                  <a:lnTo>
                    <a:pt x="2679" y="1758"/>
                  </a:lnTo>
                  <a:lnTo>
                    <a:pt x="2658" y="1821"/>
                  </a:lnTo>
                  <a:lnTo>
                    <a:pt x="2512" y="1884"/>
                  </a:lnTo>
                  <a:lnTo>
                    <a:pt x="2574" y="1988"/>
                  </a:lnTo>
                  <a:lnTo>
                    <a:pt x="2658" y="2030"/>
                  </a:lnTo>
                  <a:lnTo>
                    <a:pt x="2658" y="2072"/>
                  </a:lnTo>
                  <a:lnTo>
                    <a:pt x="2574" y="2093"/>
                  </a:lnTo>
                  <a:lnTo>
                    <a:pt x="2470" y="2156"/>
                  </a:lnTo>
                  <a:lnTo>
                    <a:pt x="2470" y="2072"/>
                  </a:lnTo>
                  <a:lnTo>
                    <a:pt x="2407" y="2072"/>
                  </a:lnTo>
                  <a:lnTo>
                    <a:pt x="2470" y="1967"/>
                  </a:lnTo>
                  <a:lnTo>
                    <a:pt x="2407" y="1946"/>
                  </a:lnTo>
                  <a:lnTo>
                    <a:pt x="2198" y="2135"/>
                  </a:lnTo>
                  <a:lnTo>
                    <a:pt x="2177" y="2281"/>
                  </a:lnTo>
                  <a:lnTo>
                    <a:pt x="2198" y="2365"/>
                  </a:lnTo>
                  <a:lnTo>
                    <a:pt x="2156" y="2407"/>
                  </a:lnTo>
                  <a:lnTo>
                    <a:pt x="2093" y="2386"/>
                  </a:lnTo>
                  <a:lnTo>
                    <a:pt x="2051" y="2365"/>
                  </a:lnTo>
                  <a:lnTo>
                    <a:pt x="2051" y="2197"/>
                  </a:lnTo>
                  <a:lnTo>
                    <a:pt x="1989" y="2197"/>
                  </a:lnTo>
                  <a:lnTo>
                    <a:pt x="1863" y="2344"/>
                  </a:lnTo>
                  <a:lnTo>
                    <a:pt x="1717" y="2239"/>
                  </a:lnTo>
                  <a:lnTo>
                    <a:pt x="1675" y="2281"/>
                  </a:lnTo>
                  <a:lnTo>
                    <a:pt x="1633" y="2281"/>
                  </a:lnTo>
                  <a:lnTo>
                    <a:pt x="1654" y="2449"/>
                  </a:lnTo>
                  <a:lnTo>
                    <a:pt x="1612" y="2449"/>
                  </a:lnTo>
                  <a:lnTo>
                    <a:pt x="1549" y="2469"/>
                  </a:lnTo>
                  <a:lnTo>
                    <a:pt x="1549" y="2365"/>
                  </a:lnTo>
                  <a:lnTo>
                    <a:pt x="1507" y="2344"/>
                  </a:lnTo>
                  <a:lnTo>
                    <a:pt x="1445" y="2449"/>
                  </a:lnTo>
                  <a:lnTo>
                    <a:pt x="1403" y="2344"/>
                  </a:lnTo>
                  <a:lnTo>
                    <a:pt x="1152" y="2553"/>
                  </a:lnTo>
                  <a:lnTo>
                    <a:pt x="1110" y="2553"/>
                  </a:lnTo>
                  <a:lnTo>
                    <a:pt x="1047" y="2511"/>
                  </a:lnTo>
                  <a:lnTo>
                    <a:pt x="921" y="2511"/>
                  </a:lnTo>
                  <a:lnTo>
                    <a:pt x="880" y="2595"/>
                  </a:lnTo>
                  <a:lnTo>
                    <a:pt x="901" y="2783"/>
                  </a:lnTo>
                  <a:lnTo>
                    <a:pt x="733" y="3034"/>
                  </a:lnTo>
                  <a:lnTo>
                    <a:pt x="733" y="3097"/>
                  </a:lnTo>
                  <a:lnTo>
                    <a:pt x="587" y="3244"/>
                  </a:lnTo>
                  <a:lnTo>
                    <a:pt x="587" y="3327"/>
                  </a:lnTo>
                  <a:lnTo>
                    <a:pt x="670" y="3411"/>
                  </a:lnTo>
                  <a:lnTo>
                    <a:pt x="587" y="3516"/>
                  </a:lnTo>
                  <a:lnTo>
                    <a:pt x="629" y="3704"/>
                  </a:lnTo>
                  <a:lnTo>
                    <a:pt x="629" y="3830"/>
                  </a:lnTo>
                  <a:lnTo>
                    <a:pt x="796" y="4143"/>
                  </a:lnTo>
                  <a:lnTo>
                    <a:pt x="796" y="4227"/>
                  </a:lnTo>
                  <a:lnTo>
                    <a:pt x="880" y="4332"/>
                  </a:lnTo>
                  <a:lnTo>
                    <a:pt x="880" y="4374"/>
                  </a:lnTo>
                  <a:lnTo>
                    <a:pt x="796" y="4457"/>
                  </a:lnTo>
                  <a:lnTo>
                    <a:pt x="817" y="4541"/>
                  </a:lnTo>
                  <a:lnTo>
                    <a:pt x="775" y="4792"/>
                  </a:lnTo>
                  <a:lnTo>
                    <a:pt x="670" y="4876"/>
                  </a:lnTo>
                  <a:lnTo>
                    <a:pt x="629" y="5022"/>
                  </a:lnTo>
                  <a:lnTo>
                    <a:pt x="566" y="5064"/>
                  </a:lnTo>
                  <a:lnTo>
                    <a:pt x="524" y="5127"/>
                  </a:lnTo>
                  <a:lnTo>
                    <a:pt x="419" y="5231"/>
                  </a:lnTo>
                  <a:lnTo>
                    <a:pt x="419" y="5441"/>
                  </a:lnTo>
                  <a:lnTo>
                    <a:pt x="357" y="5524"/>
                  </a:lnTo>
                  <a:lnTo>
                    <a:pt x="168" y="5545"/>
                  </a:lnTo>
                  <a:lnTo>
                    <a:pt x="147" y="5608"/>
                  </a:lnTo>
                  <a:lnTo>
                    <a:pt x="147" y="5796"/>
                  </a:lnTo>
                  <a:lnTo>
                    <a:pt x="43" y="5943"/>
                  </a:lnTo>
                  <a:lnTo>
                    <a:pt x="43" y="6068"/>
                  </a:lnTo>
                  <a:lnTo>
                    <a:pt x="1" y="6173"/>
                  </a:lnTo>
                  <a:lnTo>
                    <a:pt x="43" y="6236"/>
                  </a:lnTo>
                  <a:lnTo>
                    <a:pt x="43" y="6424"/>
                  </a:lnTo>
                  <a:lnTo>
                    <a:pt x="189" y="6591"/>
                  </a:lnTo>
                  <a:lnTo>
                    <a:pt x="168" y="6738"/>
                  </a:lnTo>
                  <a:lnTo>
                    <a:pt x="189" y="6843"/>
                  </a:lnTo>
                  <a:lnTo>
                    <a:pt x="273" y="6863"/>
                  </a:lnTo>
                  <a:lnTo>
                    <a:pt x="294" y="6863"/>
                  </a:lnTo>
                  <a:lnTo>
                    <a:pt x="273" y="6884"/>
                  </a:lnTo>
                  <a:lnTo>
                    <a:pt x="147" y="6905"/>
                  </a:lnTo>
                  <a:lnTo>
                    <a:pt x="147" y="7052"/>
                  </a:lnTo>
                  <a:lnTo>
                    <a:pt x="168" y="7219"/>
                  </a:lnTo>
                  <a:lnTo>
                    <a:pt x="147" y="7470"/>
                  </a:lnTo>
                  <a:lnTo>
                    <a:pt x="189" y="7512"/>
                  </a:lnTo>
                  <a:lnTo>
                    <a:pt x="189" y="7596"/>
                  </a:lnTo>
                  <a:lnTo>
                    <a:pt x="273" y="7638"/>
                  </a:lnTo>
                  <a:lnTo>
                    <a:pt x="357" y="7742"/>
                  </a:lnTo>
                  <a:lnTo>
                    <a:pt x="398" y="7784"/>
                  </a:lnTo>
                  <a:lnTo>
                    <a:pt x="461" y="7847"/>
                  </a:lnTo>
                  <a:lnTo>
                    <a:pt x="524" y="7951"/>
                  </a:lnTo>
                  <a:lnTo>
                    <a:pt x="608" y="7931"/>
                  </a:lnTo>
                  <a:lnTo>
                    <a:pt x="629" y="7951"/>
                  </a:lnTo>
                  <a:lnTo>
                    <a:pt x="733" y="7993"/>
                  </a:lnTo>
                  <a:lnTo>
                    <a:pt x="817" y="8119"/>
                  </a:lnTo>
                  <a:lnTo>
                    <a:pt x="901" y="8140"/>
                  </a:lnTo>
                  <a:lnTo>
                    <a:pt x="901" y="8161"/>
                  </a:lnTo>
                  <a:lnTo>
                    <a:pt x="921" y="8223"/>
                  </a:lnTo>
                  <a:lnTo>
                    <a:pt x="1005" y="8161"/>
                  </a:lnTo>
                  <a:lnTo>
                    <a:pt x="1131" y="8161"/>
                  </a:lnTo>
                  <a:lnTo>
                    <a:pt x="1256" y="8098"/>
                  </a:lnTo>
                  <a:lnTo>
                    <a:pt x="1361" y="7951"/>
                  </a:lnTo>
                  <a:lnTo>
                    <a:pt x="1737" y="7931"/>
                  </a:lnTo>
                  <a:lnTo>
                    <a:pt x="1842" y="7951"/>
                  </a:lnTo>
                  <a:lnTo>
                    <a:pt x="2030" y="7889"/>
                  </a:lnTo>
                  <a:lnTo>
                    <a:pt x="2093" y="7784"/>
                  </a:lnTo>
                  <a:lnTo>
                    <a:pt x="2177" y="7742"/>
                  </a:lnTo>
                  <a:lnTo>
                    <a:pt x="2240" y="7596"/>
                  </a:lnTo>
                  <a:lnTo>
                    <a:pt x="2344" y="7428"/>
                  </a:lnTo>
                  <a:lnTo>
                    <a:pt x="2344" y="7324"/>
                  </a:lnTo>
                  <a:lnTo>
                    <a:pt x="2449" y="7261"/>
                  </a:lnTo>
                  <a:lnTo>
                    <a:pt x="2449" y="7094"/>
                  </a:lnTo>
                  <a:lnTo>
                    <a:pt x="2407" y="7073"/>
                  </a:lnTo>
                  <a:lnTo>
                    <a:pt x="2491" y="6989"/>
                  </a:lnTo>
                  <a:lnTo>
                    <a:pt x="2554" y="6801"/>
                  </a:lnTo>
                  <a:lnTo>
                    <a:pt x="2512" y="6780"/>
                  </a:lnTo>
                  <a:lnTo>
                    <a:pt x="2574" y="6780"/>
                  </a:lnTo>
                  <a:lnTo>
                    <a:pt x="2679" y="6591"/>
                  </a:lnTo>
                  <a:lnTo>
                    <a:pt x="2763" y="6236"/>
                  </a:lnTo>
                  <a:lnTo>
                    <a:pt x="2805" y="6027"/>
                  </a:lnTo>
                  <a:lnTo>
                    <a:pt x="2909" y="5922"/>
                  </a:lnTo>
                  <a:lnTo>
                    <a:pt x="2972" y="5692"/>
                  </a:lnTo>
                  <a:lnTo>
                    <a:pt x="3118" y="5420"/>
                  </a:lnTo>
                  <a:lnTo>
                    <a:pt x="3286" y="4959"/>
                  </a:lnTo>
                  <a:lnTo>
                    <a:pt x="3390" y="4792"/>
                  </a:lnTo>
                  <a:lnTo>
                    <a:pt x="3390" y="4583"/>
                  </a:lnTo>
                  <a:lnTo>
                    <a:pt x="3495" y="4374"/>
                  </a:lnTo>
                  <a:lnTo>
                    <a:pt x="3516" y="4269"/>
                  </a:lnTo>
                  <a:lnTo>
                    <a:pt x="3642" y="4060"/>
                  </a:lnTo>
                  <a:lnTo>
                    <a:pt x="3704" y="3746"/>
                  </a:lnTo>
                  <a:lnTo>
                    <a:pt x="3746" y="3516"/>
                  </a:lnTo>
                  <a:lnTo>
                    <a:pt x="3809" y="3453"/>
                  </a:lnTo>
                  <a:lnTo>
                    <a:pt x="3830" y="3286"/>
                  </a:lnTo>
                  <a:lnTo>
                    <a:pt x="3809" y="3202"/>
                  </a:lnTo>
                  <a:lnTo>
                    <a:pt x="3830" y="3076"/>
                  </a:lnTo>
                  <a:lnTo>
                    <a:pt x="3934" y="2888"/>
                  </a:lnTo>
                  <a:lnTo>
                    <a:pt x="3934" y="2804"/>
                  </a:lnTo>
                  <a:lnTo>
                    <a:pt x="4018" y="2700"/>
                  </a:lnTo>
                  <a:lnTo>
                    <a:pt x="3976" y="2574"/>
                  </a:lnTo>
                  <a:lnTo>
                    <a:pt x="3934" y="2511"/>
                  </a:lnTo>
                  <a:lnTo>
                    <a:pt x="3976" y="2449"/>
                  </a:lnTo>
                  <a:lnTo>
                    <a:pt x="3976" y="2281"/>
                  </a:lnTo>
                  <a:lnTo>
                    <a:pt x="3934" y="2260"/>
                  </a:lnTo>
                  <a:lnTo>
                    <a:pt x="3934" y="2135"/>
                  </a:lnTo>
                  <a:lnTo>
                    <a:pt x="4018" y="2072"/>
                  </a:lnTo>
                  <a:lnTo>
                    <a:pt x="4060" y="2135"/>
                  </a:lnTo>
                  <a:lnTo>
                    <a:pt x="4081" y="2260"/>
                  </a:lnTo>
                  <a:lnTo>
                    <a:pt x="4186" y="2386"/>
                  </a:lnTo>
                  <a:lnTo>
                    <a:pt x="4269" y="2386"/>
                  </a:lnTo>
                  <a:lnTo>
                    <a:pt x="4290" y="2302"/>
                  </a:lnTo>
                  <a:lnTo>
                    <a:pt x="4332" y="2239"/>
                  </a:lnTo>
                  <a:lnTo>
                    <a:pt x="4353" y="2177"/>
                  </a:lnTo>
                  <a:lnTo>
                    <a:pt x="4353" y="2072"/>
                  </a:lnTo>
                  <a:lnTo>
                    <a:pt x="4395" y="2051"/>
                  </a:lnTo>
                  <a:lnTo>
                    <a:pt x="4374" y="1925"/>
                  </a:lnTo>
                  <a:lnTo>
                    <a:pt x="4269" y="1779"/>
                  </a:lnTo>
                  <a:lnTo>
                    <a:pt x="4248" y="1674"/>
                  </a:lnTo>
                  <a:lnTo>
                    <a:pt x="4269" y="1633"/>
                  </a:lnTo>
                  <a:lnTo>
                    <a:pt x="4269" y="1507"/>
                  </a:lnTo>
                  <a:lnTo>
                    <a:pt x="4248" y="1340"/>
                  </a:lnTo>
                  <a:lnTo>
                    <a:pt x="4269" y="1256"/>
                  </a:lnTo>
                  <a:lnTo>
                    <a:pt x="4269" y="984"/>
                  </a:lnTo>
                  <a:lnTo>
                    <a:pt x="4186" y="879"/>
                  </a:lnTo>
                  <a:lnTo>
                    <a:pt x="4186" y="607"/>
                  </a:lnTo>
                  <a:lnTo>
                    <a:pt x="4144" y="524"/>
                  </a:lnTo>
                  <a:lnTo>
                    <a:pt x="4081" y="524"/>
                  </a:lnTo>
                  <a:lnTo>
                    <a:pt x="3976" y="398"/>
                  </a:lnTo>
                  <a:lnTo>
                    <a:pt x="3976" y="293"/>
                  </a:lnTo>
                  <a:lnTo>
                    <a:pt x="3872" y="252"/>
                  </a:lnTo>
                  <a:lnTo>
                    <a:pt x="3934" y="147"/>
                  </a:lnTo>
                  <a:lnTo>
                    <a:pt x="391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57" name="Google Shape;7797;p67">
              <a:extLst>
                <a:ext uri="{FF2B5EF4-FFF2-40B4-BE49-F238E27FC236}">
                  <a16:creationId xmlns:a16="http://schemas.microsoft.com/office/drawing/2014/main" id="{08BB8D23-21EC-4851-E1E6-70049566C415}"/>
                </a:ext>
              </a:extLst>
            </p:cNvPr>
            <p:cNvGrpSpPr/>
            <p:nvPr/>
          </p:nvGrpSpPr>
          <p:grpSpPr>
            <a:xfrm>
              <a:off x="5298975" y="3412225"/>
              <a:ext cx="576450" cy="616225"/>
              <a:chOff x="5298975" y="3412225"/>
              <a:chExt cx="576450" cy="616225"/>
            </a:xfrm>
            <a:grpFill/>
          </p:grpSpPr>
          <p:sp>
            <p:nvSpPr>
              <p:cNvPr id="767" name="Google Shape;7798;p67">
                <a:extLst>
                  <a:ext uri="{FF2B5EF4-FFF2-40B4-BE49-F238E27FC236}">
                    <a16:creationId xmlns:a16="http://schemas.microsoft.com/office/drawing/2014/main" id="{00A56AFE-725B-2F5C-4027-EAFEEBB20676}"/>
                  </a:ext>
                </a:extLst>
              </p:cNvPr>
              <p:cNvSpPr/>
              <p:nvPr/>
            </p:nvSpPr>
            <p:spPr>
              <a:xfrm>
                <a:off x="5298975" y="3412225"/>
                <a:ext cx="576450" cy="515275"/>
              </a:xfrm>
              <a:custGeom>
                <a:avLst/>
                <a:gdLst/>
                <a:ahLst/>
                <a:cxnLst/>
                <a:rect l="l" t="t" r="r" b="b"/>
                <a:pathLst>
                  <a:path w="23058" h="20611" extrusionOk="0">
                    <a:moveTo>
                      <a:pt x="18015" y="1"/>
                    </a:moveTo>
                    <a:lnTo>
                      <a:pt x="17890" y="42"/>
                    </a:lnTo>
                    <a:lnTo>
                      <a:pt x="17806" y="147"/>
                    </a:lnTo>
                    <a:lnTo>
                      <a:pt x="17806" y="335"/>
                    </a:lnTo>
                    <a:lnTo>
                      <a:pt x="17764" y="524"/>
                    </a:lnTo>
                    <a:lnTo>
                      <a:pt x="17764" y="565"/>
                    </a:lnTo>
                    <a:lnTo>
                      <a:pt x="17722" y="670"/>
                    </a:lnTo>
                    <a:lnTo>
                      <a:pt x="17660" y="670"/>
                    </a:lnTo>
                    <a:lnTo>
                      <a:pt x="17597" y="858"/>
                    </a:lnTo>
                    <a:lnTo>
                      <a:pt x="17492" y="1005"/>
                    </a:lnTo>
                    <a:lnTo>
                      <a:pt x="17576" y="1089"/>
                    </a:lnTo>
                    <a:lnTo>
                      <a:pt x="17681" y="1172"/>
                    </a:lnTo>
                    <a:lnTo>
                      <a:pt x="17618" y="1214"/>
                    </a:lnTo>
                    <a:lnTo>
                      <a:pt x="17555" y="1193"/>
                    </a:lnTo>
                    <a:lnTo>
                      <a:pt x="17492" y="1319"/>
                    </a:lnTo>
                    <a:lnTo>
                      <a:pt x="17450" y="1423"/>
                    </a:lnTo>
                    <a:lnTo>
                      <a:pt x="17513" y="1570"/>
                    </a:lnTo>
                    <a:lnTo>
                      <a:pt x="17513" y="1674"/>
                    </a:lnTo>
                    <a:lnTo>
                      <a:pt x="17450" y="1633"/>
                    </a:lnTo>
                    <a:lnTo>
                      <a:pt x="17367" y="1674"/>
                    </a:lnTo>
                    <a:lnTo>
                      <a:pt x="17304" y="1946"/>
                    </a:lnTo>
                    <a:lnTo>
                      <a:pt x="17367" y="2156"/>
                    </a:lnTo>
                    <a:lnTo>
                      <a:pt x="17346" y="2365"/>
                    </a:lnTo>
                    <a:lnTo>
                      <a:pt x="17388" y="2511"/>
                    </a:lnTo>
                    <a:lnTo>
                      <a:pt x="17388" y="2679"/>
                    </a:lnTo>
                    <a:lnTo>
                      <a:pt x="17262" y="2783"/>
                    </a:lnTo>
                    <a:lnTo>
                      <a:pt x="17262" y="2867"/>
                    </a:lnTo>
                    <a:lnTo>
                      <a:pt x="17157" y="3097"/>
                    </a:lnTo>
                    <a:lnTo>
                      <a:pt x="17137" y="3411"/>
                    </a:lnTo>
                    <a:lnTo>
                      <a:pt x="17032" y="3558"/>
                    </a:lnTo>
                    <a:lnTo>
                      <a:pt x="17074" y="3662"/>
                    </a:lnTo>
                    <a:lnTo>
                      <a:pt x="16990" y="3830"/>
                    </a:lnTo>
                    <a:lnTo>
                      <a:pt x="16885" y="3934"/>
                    </a:lnTo>
                    <a:lnTo>
                      <a:pt x="16885" y="4143"/>
                    </a:lnTo>
                    <a:lnTo>
                      <a:pt x="16718" y="4290"/>
                    </a:lnTo>
                    <a:lnTo>
                      <a:pt x="16341" y="4436"/>
                    </a:lnTo>
                    <a:lnTo>
                      <a:pt x="16195" y="4332"/>
                    </a:lnTo>
                    <a:lnTo>
                      <a:pt x="16028" y="4311"/>
                    </a:lnTo>
                    <a:lnTo>
                      <a:pt x="15944" y="4227"/>
                    </a:lnTo>
                    <a:lnTo>
                      <a:pt x="15818" y="4102"/>
                    </a:lnTo>
                    <a:lnTo>
                      <a:pt x="15818" y="4039"/>
                    </a:lnTo>
                    <a:lnTo>
                      <a:pt x="15776" y="3997"/>
                    </a:lnTo>
                    <a:lnTo>
                      <a:pt x="15735" y="3871"/>
                    </a:lnTo>
                    <a:lnTo>
                      <a:pt x="15609" y="3830"/>
                    </a:lnTo>
                    <a:lnTo>
                      <a:pt x="15484" y="3788"/>
                    </a:lnTo>
                    <a:lnTo>
                      <a:pt x="15316" y="3788"/>
                    </a:lnTo>
                    <a:lnTo>
                      <a:pt x="15149" y="3683"/>
                    </a:lnTo>
                    <a:lnTo>
                      <a:pt x="15107" y="3578"/>
                    </a:lnTo>
                    <a:lnTo>
                      <a:pt x="14981" y="3411"/>
                    </a:lnTo>
                    <a:lnTo>
                      <a:pt x="14835" y="3390"/>
                    </a:lnTo>
                    <a:lnTo>
                      <a:pt x="14688" y="3306"/>
                    </a:lnTo>
                    <a:lnTo>
                      <a:pt x="14688" y="3244"/>
                    </a:lnTo>
                    <a:lnTo>
                      <a:pt x="14626" y="3244"/>
                    </a:lnTo>
                    <a:lnTo>
                      <a:pt x="14563" y="3181"/>
                    </a:lnTo>
                    <a:lnTo>
                      <a:pt x="14437" y="3181"/>
                    </a:lnTo>
                    <a:lnTo>
                      <a:pt x="14333" y="3160"/>
                    </a:lnTo>
                    <a:lnTo>
                      <a:pt x="14354" y="3097"/>
                    </a:lnTo>
                    <a:lnTo>
                      <a:pt x="14207" y="2993"/>
                    </a:lnTo>
                    <a:lnTo>
                      <a:pt x="14165" y="2867"/>
                    </a:lnTo>
                    <a:lnTo>
                      <a:pt x="14040" y="2721"/>
                    </a:lnTo>
                    <a:lnTo>
                      <a:pt x="13935" y="2721"/>
                    </a:lnTo>
                    <a:lnTo>
                      <a:pt x="13810" y="2553"/>
                    </a:lnTo>
                    <a:lnTo>
                      <a:pt x="13810" y="2428"/>
                    </a:lnTo>
                    <a:lnTo>
                      <a:pt x="13914" y="2239"/>
                    </a:lnTo>
                    <a:lnTo>
                      <a:pt x="13935" y="2114"/>
                    </a:lnTo>
                    <a:lnTo>
                      <a:pt x="14061" y="2030"/>
                    </a:lnTo>
                    <a:lnTo>
                      <a:pt x="14103" y="1884"/>
                    </a:lnTo>
                    <a:lnTo>
                      <a:pt x="14144" y="1779"/>
                    </a:lnTo>
                    <a:lnTo>
                      <a:pt x="14040" y="1821"/>
                    </a:lnTo>
                    <a:lnTo>
                      <a:pt x="13956" y="1674"/>
                    </a:lnTo>
                    <a:lnTo>
                      <a:pt x="14061" y="1591"/>
                    </a:lnTo>
                    <a:lnTo>
                      <a:pt x="14040" y="1486"/>
                    </a:lnTo>
                    <a:lnTo>
                      <a:pt x="14124" y="1486"/>
                    </a:lnTo>
                    <a:lnTo>
                      <a:pt x="14165" y="1465"/>
                    </a:lnTo>
                    <a:lnTo>
                      <a:pt x="14228" y="1486"/>
                    </a:lnTo>
                    <a:lnTo>
                      <a:pt x="14333" y="1507"/>
                    </a:lnTo>
                    <a:lnTo>
                      <a:pt x="14458" y="1465"/>
                    </a:lnTo>
                    <a:lnTo>
                      <a:pt x="14521" y="1319"/>
                    </a:lnTo>
                    <a:lnTo>
                      <a:pt x="14416" y="1256"/>
                    </a:lnTo>
                    <a:lnTo>
                      <a:pt x="14479" y="1172"/>
                    </a:lnTo>
                    <a:lnTo>
                      <a:pt x="14563" y="1193"/>
                    </a:lnTo>
                    <a:lnTo>
                      <a:pt x="14626" y="1005"/>
                    </a:lnTo>
                    <a:lnTo>
                      <a:pt x="14688" y="963"/>
                    </a:lnTo>
                    <a:lnTo>
                      <a:pt x="14772" y="858"/>
                    </a:lnTo>
                    <a:lnTo>
                      <a:pt x="14772" y="796"/>
                    </a:lnTo>
                    <a:lnTo>
                      <a:pt x="14668" y="754"/>
                    </a:lnTo>
                    <a:lnTo>
                      <a:pt x="14584" y="837"/>
                    </a:lnTo>
                    <a:lnTo>
                      <a:pt x="14521" y="796"/>
                    </a:lnTo>
                    <a:lnTo>
                      <a:pt x="14521" y="586"/>
                    </a:lnTo>
                    <a:lnTo>
                      <a:pt x="14416" y="649"/>
                    </a:lnTo>
                    <a:lnTo>
                      <a:pt x="14270" y="796"/>
                    </a:lnTo>
                    <a:lnTo>
                      <a:pt x="14333" y="837"/>
                    </a:lnTo>
                    <a:lnTo>
                      <a:pt x="14333" y="900"/>
                    </a:lnTo>
                    <a:lnTo>
                      <a:pt x="14249" y="963"/>
                    </a:lnTo>
                    <a:lnTo>
                      <a:pt x="14144" y="900"/>
                    </a:lnTo>
                    <a:lnTo>
                      <a:pt x="14124" y="837"/>
                    </a:lnTo>
                    <a:lnTo>
                      <a:pt x="14103" y="775"/>
                    </a:lnTo>
                    <a:lnTo>
                      <a:pt x="14040" y="858"/>
                    </a:lnTo>
                    <a:lnTo>
                      <a:pt x="13956" y="879"/>
                    </a:lnTo>
                    <a:lnTo>
                      <a:pt x="13956" y="796"/>
                    </a:lnTo>
                    <a:lnTo>
                      <a:pt x="14040" y="733"/>
                    </a:lnTo>
                    <a:lnTo>
                      <a:pt x="14061" y="670"/>
                    </a:lnTo>
                    <a:lnTo>
                      <a:pt x="13998" y="691"/>
                    </a:lnTo>
                    <a:lnTo>
                      <a:pt x="13914" y="775"/>
                    </a:lnTo>
                    <a:lnTo>
                      <a:pt x="13789" y="837"/>
                    </a:lnTo>
                    <a:lnTo>
                      <a:pt x="13789" y="858"/>
                    </a:lnTo>
                    <a:lnTo>
                      <a:pt x="13705" y="879"/>
                    </a:lnTo>
                    <a:lnTo>
                      <a:pt x="13684" y="837"/>
                    </a:lnTo>
                    <a:lnTo>
                      <a:pt x="13538" y="837"/>
                    </a:lnTo>
                    <a:lnTo>
                      <a:pt x="13538" y="775"/>
                    </a:lnTo>
                    <a:lnTo>
                      <a:pt x="13475" y="649"/>
                    </a:lnTo>
                    <a:lnTo>
                      <a:pt x="13412" y="649"/>
                    </a:lnTo>
                    <a:lnTo>
                      <a:pt x="13287" y="691"/>
                    </a:lnTo>
                    <a:lnTo>
                      <a:pt x="13182" y="670"/>
                    </a:lnTo>
                    <a:lnTo>
                      <a:pt x="13119" y="691"/>
                    </a:lnTo>
                    <a:lnTo>
                      <a:pt x="13077" y="628"/>
                    </a:lnTo>
                    <a:lnTo>
                      <a:pt x="13015" y="628"/>
                    </a:lnTo>
                    <a:lnTo>
                      <a:pt x="12973" y="482"/>
                    </a:lnTo>
                    <a:lnTo>
                      <a:pt x="12847" y="545"/>
                    </a:lnTo>
                    <a:lnTo>
                      <a:pt x="12701" y="524"/>
                    </a:lnTo>
                    <a:lnTo>
                      <a:pt x="12575" y="461"/>
                    </a:lnTo>
                    <a:lnTo>
                      <a:pt x="12575" y="377"/>
                    </a:lnTo>
                    <a:lnTo>
                      <a:pt x="12491" y="273"/>
                    </a:lnTo>
                    <a:lnTo>
                      <a:pt x="12450" y="273"/>
                    </a:lnTo>
                    <a:lnTo>
                      <a:pt x="12450" y="335"/>
                    </a:lnTo>
                    <a:lnTo>
                      <a:pt x="12282" y="377"/>
                    </a:lnTo>
                    <a:lnTo>
                      <a:pt x="12240" y="273"/>
                    </a:lnTo>
                    <a:lnTo>
                      <a:pt x="12136" y="252"/>
                    </a:lnTo>
                    <a:lnTo>
                      <a:pt x="11968" y="168"/>
                    </a:lnTo>
                    <a:lnTo>
                      <a:pt x="11968" y="210"/>
                    </a:lnTo>
                    <a:lnTo>
                      <a:pt x="11906" y="147"/>
                    </a:lnTo>
                    <a:lnTo>
                      <a:pt x="11801" y="231"/>
                    </a:lnTo>
                    <a:lnTo>
                      <a:pt x="11906" y="314"/>
                    </a:lnTo>
                    <a:lnTo>
                      <a:pt x="11864" y="335"/>
                    </a:lnTo>
                    <a:lnTo>
                      <a:pt x="11968" y="356"/>
                    </a:lnTo>
                    <a:lnTo>
                      <a:pt x="12073" y="335"/>
                    </a:lnTo>
                    <a:lnTo>
                      <a:pt x="12240" y="461"/>
                    </a:lnTo>
                    <a:lnTo>
                      <a:pt x="12240" y="545"/>
                    </a:lnTo>
                    <a:lnTo>
                      <a:pt x="12261" y="733"/>
                    </a:lnTo>
                    <a:lnTo>
                      <a:pt x="12136" y="733"/>
                    </a:lnTo>
                    <a:lnTo>
                      <a:pt x="12115" y="858"/>
                    </a:lnTo>
                    <a:lnTo>
                      <a:pt x="12052" y="775"/>
                    </a:lnTo>
                    <a:lnTo>
                      <a:pt x="11968" y="754"/>
                    </a:lnTo>
                    <a:lnTo>
                      <a:pt x="11864" y="837"/>
                    </a:lnTo>
                    <a:lnTo>
                      <a:pt x="11550" y="837"/>
                    </a:lnTo>
                    <a:lnTo>
                      <a:pt x="11424" y="733"/>
                    </a:lnTo>
                    <a:lnTo>
                      <a:pt x="11403" y="775"/>
                    </a:lnTo>
                    <a:lnTo>
                      <a:pt x="11278" y="837"/>
                    </a:lnTo>
                    <a:lnTo>
                      <a:pt x="11299" y="942"/>
                    </a:lnTo>
                    <a:lnTo>
                      <a:pt x="11194" y="900"/>
                    </a:lnTo>
                    <a:lnTo>
                      <a:pt x="11215" y="1068"/>
                    </a:lnTo>
                    <a:lnTo>
                      <a:pt x="11173" y="1005"/>
                    </a:lnTo>
                    <a:lnTo>
                      <a:pt x="11027" y="963"/>
                    </a:lnTo>
                    <a:lnTo>
                      <a:pt x="10985" y="1047"/>
                    </a:lnTo>
                    <a:lnTo>
                      <a:pt x="11027" y="1109"/>
                    </a:lnTo>
                    <a:lnTo>
                      <a:pt x="11027" y="1172"/>
                    </a:lnTo>
                    <a:lnTo>
                      <a:pt x="10880" y="1109"/>
                    </a:lnTo>
                    <a:lnTo>
                      <a:pt x="10818" y="1193"/>
                    </a:lnTo>
                    <a:lnTo>
                      <a:pt x="10880" y="1256"/>
                    </a:lnTo>
                    <a:lnTo>
                      <a:pt x="10797" y="1298"/>
                    </a:lnTo>
                    <a:lnTo>
                      <a:pt x="10713" y="1361"/>
                    </a:lnTo>
                    <a:lnTo>
                      <a:pt x="10713" y="1402"/>
                    </a:lnTo>
                    <a:lnTo>
                      <a:pt x="10797" y="1507"/>
                    </a:lnTo>
                    <a:lnTo>
                      <a:pt x="10818" y="1570"/>
                    </a:lnTo>
                    <a:lnTo>
                      <a:pt x="10818" y="1570"/>
                    </a:lnTo>
                    <a:lnTo>
                      <a:pt x="10713" y="1507"/>
                    </a:lnTo>
                    <a:lnTo>
                      <a:pt x="10650" y="1591"/>
                    </a:lnTo>
                    <a:lnTo>
                      <a:pt x="10546" y="1591"/>
                    </a:lnTo>
                    <a:lnTo>
                      <a:pt x="10462" y="1737"/>
                    </a:lnTo>
                    <a:lnTo>
                      <a:pt x="10357" y="1925"/>
                    </a:lnTo>
                    <a:lnTo>
                      <a:pt x="10274" y="1946"/>
                    </a:lnTo>
                    <a:lnTo>
                      <a:pt x="10253" y="2114"/>
                    </a:lnTo>
                    <a:lnTo>
                      <a:pt x="10148" y="2156"/>
                    </a:lnTo>
                    <a:lnTo>
                      <a:pt x="10232" y="2239"/>
                    </a:lnTo>
                    <a:lnTo>
                      <a:pt x="10441" y="2260"/>
                    </a:lnTo>
                    <a:lnTo>
                      <a:pt x="10357" y="2302"/>
                    </a:lnTo>
                    <a:lnTo>
                      <a:pt x="10294" y="2365"/>
                    </a:lnTo>
                    <a:lnTo>
                      <a:pt x="10546" y="2449"/>
                    </a:lnTo>
                    <a:lnTo>
                      <a:pt x="10462" y="2511"/>
                    </a:lnTo>
                    <a:lnTo>
                      <a:pt x="10294" y="2469"/>
                    </a:lnTo>
                    <a:lnTo>
                      <a:pt x="10253" y="2407"/>
                    </a:lnTo>
                    <a:lnTo>
                      <a:pt x="10253" y="2407"/>
                    </a:lnTo>
                    <a:lnTo>
                      <a:pt x="10274" y="2469"/>
                    </a:lnTo>
                    <a:lnTo>
                      <a:pt x="10357" y="2553"/>
                    </a:lnTo>
                    <a:lnTo>
                      <a:pt x="10357" y="2679"/>
                    </a:lnTo>
                    <a:lnTo>
                      <a:pt x="10462" y="2825"/>
                    </a:lnTo>
                    <a:lnTo>
                      <a:pt x="10294" y="2679"/>
                    </a:lnTo>
                    <a:lnTo>
                      <a:pt x="10232" y="2532"/>
                    </a:lnTo>
                    <a:lnTo>
                      <a:pt x="10127" y="2511"/>
                    </a:lnTo>
                    <a:lnTo>
                      <a:pt x="10085" y="2574"/>
                    </a:lnTo>
                    <a:lnTo>
                      <a:pt x="10064" y="2658"/>
                    </a:lnTo>
                    <a:lnTo>
                      <a:pt x="10043" y="2574"/>
                    </a:lnTo>
                    <a:lnTo>
                      <a:pt x="9813" y="2428"/>
                    </a:lnTo>
                    <a:lnTo>
                      <a:pt x="9625" y="2449"/>
                    </a:lnTo>
                    <a:lnTo>
                      <a:pt x="9667" y="2511"/>
                    </a:lnTo>
                    <a:lnTo>
                      <a:pt x="9625" y="2574"/>
                    </a:lnTo>
                    <a:lnTo>
                      <a:pt x="9562" y="2532"/>
                    </a:lnTo>
                    <a:lnTo>
                      <a:pt x="9520" y="2532"/>
                    </a:lnTo>
                    <a:lnTo>
                      <a:pt x="9458" y="2574"/>
                    </a:lnTo>
                    <a:lnTo>
                      <a:pt x="9541" y="2721"/>
                    </a:lnTo>
                    <a:lnTo>
                      <a:pt x="9520" y="2762"/>
                    </a:lnTo>
                    <a:lnTo>
                      <a:pt x="9499" y="2721"/>
                    </a:lnTo>
                    <a:lnTo>
                      <a:pt x="9437" y="2741"/>
                    </a:lnTo>
                    <a:lnTo>
                      <a:pt x="9437" y="2783"/>
                    </a:lnTo>
                    <a:lnTo>
                      <a:pt x="9332" y="2846"/>
                    </a:lnTo>
                    <a:lnTo>
                      <a:pt x="9186" y="2888"/>
                    </a:lnTo>
                    <a:lnTo>
                      <a:pt x="9311" y="2825"/>
                    </a:lnTo>
                    <a:lnTo>
                      <a:pt x="9395" y="2721"/>
                    </a:lnTo>
                    <a:lnTo>
                      <a:pt x="9395" y="2532"/>
                    </a:lnTo>
                    <a:lnTo>
                      <a:pt x="9458" y="2428"/>
                    </a:lnTo>
                    <a:lnTo>
                      <a:pt x="9416" y="2344"/>
                    </a:lnTo>
                    <a:lnTo>
                      <a:pt x="9311" y="2323"/>
                    </a:lnTo>
                    <a:lnTo>
                      <a:pt x="9144" y="2030"/>
                    </a:lnTo>
                    <a:lnTo>
                      <a:pt x="9081" y="1905"/>
                    </a:lnTo>
                    <a:lnTo>
                      <a:pt x="8893" y="1842"/>
                    </a:lnTo>
                    <a:lnTo>
                      <a:pt x="8788" y="1800"/>
                    </a:lnTo>
                    <a:lnTo>
                      <a:pt x="8725" y="1821"/>
                    </a:lnTo>
                    <a:lnTo>
                      <a:pt x="8788" y="1884"/>
                    </a:lnTo>
                    <a:lnTo>
                      <a:pt x="8704" y="1905"/>
                    </a:lnTo>
                    <a:lnTo>
                      <a:pt x="8621" y="2030"/>
                    </a:lnTo>
                    <a:lnTo>
                      <a:pt x="8558" y="2009"/>
                    </a:lnTo>
                    <a:lnTo>
                      <a:pt x="8579" y="1946"/>
                    </a:lnTo>
                    <a:lnTo>
                      <a:pt x="8474" y="1988"/>
                    </a:lnTo>
                    <a:lnTo>
                      <a:pt x="8453" y="2051"/>
                    </a:lnTo>
                    <a:lnTo>
                      <a:pt x="8370" y="1884"/>
                    </a:lnTo>
                    <a:lnTo>
                      <a:pt x="8307" y="1884"/>
                    </a:lnTo>
                    <a:lnTo>
                      <a:pt x="8286" y="1946"/>
                    </a:lnTo>
                    <a:lnTo>
                      <a:pt x="8370" y="2009"/>
                    </a:lnTo>
                    <a:lnTo>
                      <a:pt x="8265" y="2093"/>
                    </a:lnTo>
                    <a:lnTo>
                      <a:pt x="8202" y="2218"/>
                    </a:lnTo>
                    <a:lnTo>
                      <a:pt x="8265" y="2260"/>
                    </a:lnTo>
                    <a:lnTo>
                      <a:pt x="8139" y="2344"/>
                    </a:lnTo>
                    <a:lnTo>
                      <a:pt x="8077" y="2260"/>
                    </a:lnTo>
                    <a:lnTo>
                      <a:pt x="8035" y="2260"/>
                    </a:lnTo>
                    <a:lnTo>
                      <a:pt x="7993" y="2197"/>
                    </a:lnTo>
                    <a:lnTo>
                      <a:pt x="8077" y="2114"/>
                    </a:lnTo>
                    <a:lnTo>
                      <a:pt x="7993" y="2114"/>
                    </a:lnTo>
                    <a:lnTo>
                      <a:pt x="7951" y="2239"/>
                    </a:lnTo>
                    <a:lnTo>
                      <a:pt x="7846" y="2260"/>
                    </a:lnTo>
                    <a:lnTo>
                      <a:pt x="7784" y="2323"/>
                    </a:lnTo>
                    <a:lnTo>
                      <a:pt x="7763" y="2449"/>
                    </a:lnTo>
                    <a:lnTo>
                      <a:pt x="7951" y="2511"/>
                    </a:lnTo>
                    <a:lnTo>
                      <a:pt x="7784" y="2637"/>
                    </a:lnTo>
                    <a:lnTo>
                      <a:pt x="7679" y="2574"/>
                    </a:lnTo>
                    <a:lnTo>
                      <a:pt x="7533" y="2658"/>
                    </a:lnTo>
                    <a:lnTo>
                      <a:pt x="7554" y="2741"/>
                    </a:lnTo>
                    <a:lnTo>
                      <a:pt x="7742" y="2762"/>
                    </a:lnTo>
                    <a:lnTo>
                      <a:pt x="7658" y="2846"/>
                    </a:lnTo>
                    <a:lnTo>
                      <a:pt x="7574" y="2867"/>
                    </a:lnTo>
                    <a:lnTo>
                      <a:pt x="7470" y="2741"/>
                    </a:lnTo>
                    <a:lnTo>
                      <a:pt x="7365" y="2846"/>
                    </a:lnTo>
                    <a:lnTo>
                      <a:pt x="7261" y="2867"/>
                    </a:lnTo>
                    <a:lnTo>
                      <a:pt x="7302" y="2951"/>
                    </a:lnTo>
                    <a:lnTo>
                      <a:pt x="7323" y="3034"/>
                    </a:lnTo>
                    <a:lnTo>
                      <a:pt x="7323" y="3097"/>
                    </a:lnTo>
                    <a:lnTo>
                      <a:pt x="7407" y="3076"/>
                    </a:lnTo>
                    <a:lnTo>
                      <a:pt x="7323" y="3181"/>
                    </a:lnTo>
                    <a:lnTo>
                      <a:pt x="7365" y="3286"/>
                    </a:lnTo>
                    <a:lnTo>
                      <a:pt x="7261" y="3306"/>
                    </a:lnTo>
                    <a:lnTo>
                      <a:pt x="7219" y="3390"/>
                    </a:lnTo>
                    <a:lnTo>
                      <a:pt x="7407" y="3453"/>
                    </a:lnTo>
                    <a:lnTo>
                      <a:pt x="7302" y="3495"/>
                    </a:lnTo>
                    <a:lnTo>
                      <a:pt x="7261" y="3558"/>
                    </a:lnTo>
                    <a:lnTo>
                      <a:pt x="7135" y="3516"/>
                    </a:lnTo>
                    <a:lnTo>
                      <a:pt x="7093" y="3453"/>
                    </a:lnTo>
                    <a:lnTo>
                      <a:pt x="7009" y="3390"/>
                    </a:lnTo>
                    <a:lnTo>
                      <a:pt x="6905" y="3474"/>
                    </a:lnTo>
                    <a:lnTo>
                      <a:pt x="6884" y="3369"/>
                    </a:lnTo>
                    <a:lnTo>
                      <a:pt x="6779" y="3306"/>
                    </a:lnTo>
                    <a:lnTo>
                      <a:pt x="6696" y="3369"/>
                    </a:lnTo>
                    <a:lnTo>
                      <a:pt x="6821" y="3474"/>
                    </a:lnTo>
                    <a:lnTo>
                      <a:pt x="6779" y="3495"/>
                    </a:lnTo>
                    <a:lnTo>
                      <a:pt x="6717" y="3599"/>
                    </a:lnTo>
                    <a:lnTo>
                      <a:pt x="6821" y="3704"/>
                    </a:lnTo>
                    <a:lnTo>
                      <a:pt x="6947" y="3704"/>
                    </a:lnTo>
                    <a:lnTo>
                      <a:pt x="6905" y="3809"/>
                    </a:lnTo>
                    <a:lnTo>
                      <a:pt x="6905" y="3913"/>
                    </a:lnTo>
                    <a:lnTo>
                      <a:pt x="6842" y="3871"/>
                    </a:lnTo>
                    <a:lnTo>
                      <a:pt x="6779" y="3871"/>
                    </a:lnTo>
                    <a:lnTo>
                      <a:pt x="6800" y="3997"/>
                    </a:lnTo>
                    <a:lnTo>
                      <a:pt x="6737" y="4122"/>
                    </a:lnTo>
                    <a:lnTo>
                      <a:pt x="6737" y="4248"/>
                    </a:lnTo>
                    <a:lnTo>
                      <a:pt x="6570" y="3871"/>
                    </a:lnTo>
                    <a:lnTo>
                      <a:pt x="6424" y="3620"/>
                    </a:lnTo>
                    <a:lnTo>
                      <a:pt x="6382" y="3558"/>
                    </a:lnTo>
                    <a:lnTo>
                      <a:pt x="6403" y="3390"/>
                    </a:lnTo>
                    <a:lnTo>
                      <a:pt x="6361" y="3474"/>
                    </a:lnTo>
                    <a:lnTo>
                      <a:pt x="6214" y="3558"/>
                    </a:lnTo>
                    <a:lnTo>
                      <a:pt x="6193" y="3704"/>
                    </a:lnTo>
                    <a:lnTo>
                      <a:pt x="6110" y="3725"/>
                    </a:lnTo>
                    <a:lnTo>
                      <a:pt x="6089" y="3809"/>
                    </a:lnTo>
                    <a:lnTo>
                      <a:pt x="5984" y="3788"/>
                    </a:lnTo>
                    <a:lnTo>
                      <a:pt x="5901" y="3892"/>
                    </a:lnTo>
                    <a:lnTo>
                      <a:pt x="5838" y="3976"/>
                    </a:lnTo>
                    <a:lnTo>
                      <a:pt x="5859" y="4102"/>
                    </a:lnTo>
                    <a:lnTo>
                      <a:pt x="5859" y="4415"/>
                    </a:lnTo>
                    <a:lnTo>
                      <a:pt x="5901" y="4436"/>
                    </a:lnTo>
                    <a:lnTo>
                      <a:pt x="5901" y="4541"/>
                    </a:lnTo>
                    <a:lnTo>
                      <a:pt x="5796" y="4604"/>
                    </a:lnTo>
                    <a:lnTo>
                      <a:pt x="5733" y="4708"/>
                    </a:lnTo>
                    <a:lnTo>
                      <a:pt x="5566" y="4750"/>
                    </a:lnTo>
                    <a:lnTo>
                      <a:pt x="5587" y="4834"/>
                    </a:lnTo>
                    <a:lnTo>
                      <a:pt x="5461" y="4918"/>
                    </a:lnTo>
                    <a:lnTo>
                      <a:pt x="5461" y="5064"/>
                    </a:lnTo>
                    <a:lnTo>
                      <a:pt x="5377" y="5127"/>
                    </a:lnTo>
                    <a:lnTo>
                      <a:pt x="5210" y="5378"/>
                    </a:lnTo>
                    <a:lnTo>
                      <a:pt x="4854" y="5587"/>
                    </a:lnTo>
                    <a:lnTo>
                      <a:pt x="4561" y="5608"/>
                    </a:lnTo>
                    <a:lnTo>
                      <a:pt x="4436" y="5650"/>
                    </a:lnTo>
                    <a:lnTo>
                      <a:pt x="4268" y="5671"/>
                    </a:lnTo>
                    <a:lnTo>
                      <a:pt x="4122" y="5692"/>
                    </a:lnTo>
                    <a:lnTo>
                      <a:pt x="3996" y="5671"/>
                    </a:lnTo>
                    <a:lnTo>
                      <a:pt x="3808" y="5754"/>
                    </a:lnTo>
                    <a:lnTo>
                      <a:pt x="3787" y="5859"/>
                    </a:lnTo>
                    <a:lnTo>
                      <a:pt x="3683" y="5901"/>
                    </a:lnTo>
                    <a:lnTo>
                      <a:pt x="3285" y="5880"/>
                    </a:lnTo>
                    <a:lnTo>
                      <a:pt x="3222" y="5922"/>
                    </a:lnTo>
                    <a:lnTo>
                      <a:pt x="3160" y="6027"/>
                    </a:lnTo>
                    <a:lnTo>
                      <a:pt x="2929" y="6131"/>
                    </a:lnTo>
                    <a:lnTo>
                      <a:pt x="2762" y="6131"/>
                    </a:lnTo>
                    <a:lnTo>
                      <a:pt x="2657" y="6089"/>
                    </a:lnTo>
                    <a:lnTo>
                      <a:pt x="2553" y="6110"/>
                    </a:lnTo>
                    <a:lnTo>
                      <a:pt x="2532" y="6027"/>
                    </a:lnTo>
                    <a:lnTo>
                      <a:pt x="2427" y="6089"/>
                    </a:lnTo>
                    <a:lnTo>
                      <a:pt x="2344" y="6215"/>
                    </a:lnTo>
                    <a:lnTo>
                      <a:pt x="2113" y="6278"/>
                    </a:lnTo>
                    <a:lnTo>
                      <a:pt x="2092" y="6319"/>
                    </a:lnTo>
                    <a:lnTo>
                      <a:pt x="2009" y="6319"/>
                    </a:lnTo>
                    <a:lnTo>
                      <a:pt x="1820" y="6487"/>
                    </a:lnTo>
                    <a:lnTo>
                      <a:pt x="1569" y="6612"/>
                    </a:lnTo>
                    <a:lnTo>
                      <a:pt x="1255" y="6717"/>
                    </a:lnTo>
                    <a:lnTo>
                      <a:pt x="1088" y="6905"/>
                    </a:lnTo>
                    <a:lnTo>
                      <a:pt x="1088" y="7115"/>
                    </a:lnTo>
                    <a:lnTo>
                      <a:pt x="963" y="7219"/>
                    </a:lnTo>
                    <a:lnTo>
                      <a:pt x="879" y="7156"/>
                    </a:lnTo>
                    <a:lnTo>
                      <a:pt x="900" y="7073"/>
                    </a:lnTo>
                    <a:lnTo>
                      <a:pt x="900" y="7010"/>
                    </a:lnTo>
                    <a:lnTo>
                      <a:pt x="963" y="6843"/>
                    </a:lnTo>
                    <a:lnTo>
                      <a:pt x="963" y="6738"/>
                    </a:lnTo>
                    <a:lnTo>
                      <a:pt x="774" y="6863"/>
                    </a:lnTo>
                    <a:lnTo>
                      <a:pt x="732" y="7052"/>
                    </a:lnTo>
                    <a:lnTo>
                      <a:pt x="607" y="7282"/>
                    </a:lnTo>
                    <a:lnTo>
                      <a:pt x="711" y="7470"/>
                    </a:lnTo>
                    <a:lnTo>
                      <a:pt x="628" y="7638"/>
                    </a:lnTo>
                    <a:lnTo>
                      <a:pt x="649" y="7889"/>
                    </a:lnTo>
                    <a:lnTo>
                      <a:pt x="419" y="8161"/>
                    </a:lnTo>
                    <a:lnTo>
                      <a:pt x="335" y="8537"/>
                    </a:lnTo>
                    <a:lnTo>
                      <a:pt x="377" y="8726"/>
                    </a:lnTo>
                    <a:lnTo>
                      <a:pt x="356" y="9019"/>
                    </a:lnTo>
                    <a:lnTo>
                      <a:pt x="565" y="9353"/>
                    </a:lnTo>
                    <a:lnTo>
                      <a:pt x="565" y="9479"/>
                    </a:lnTo>
                    <a:lnTo>
                      <a:pt x="649" y="9584"/>
                    </a:lnTo>
                    <a:lnTo>
                      <a:pt x="565" y="9751"/>
                    </a:lnTo>
                    <a:lnTo>
                      <a:pt x="628" y="9897"/>
                    </a:lnTo>
                    <a:lnTo>
                      <a:pt x="502" y="9960"/>
                    </a:lnTo>
                    <a:lnTo>
                      <a:pt x="439" y="9856"/>
                    </a:lnTo>
                    <a:lnTo>
                      <a:pt x="439" y="9667"/>
                    </a:lnTo>
                    <a:lnTo>
                      <a:pt x="356" y="9772"/>
                    </a:lnTo>
                    <a:lnTo>
                      <a:pt x="335" y="9730"/>
                    </a:lnTo>
                    <a:lnTo>
                      <a:pt x="335" y="9542"/>
                    </a:lnTo>
                    <a:lnTo>
                      <a:pt x="230" y="9312"/>
                    </a:lnTo>
                    <a:lnTo>
                      <a:pt x="147" y="9416"/>
                    </a:lnTo>
                    <a:lnTo>
                      <a:pt x="188" y="9667"/>
                    </a:lnTo>
                    <a:lnTo>
                      <a:pt x="335" y="9835"/>
                    </a:lnTo>
                    <a:lnTo>
                      <a:pt x="439" y="10023"/>
                    </a:lnTo>
                    <a:lnTo>
                      <a:pt x="293" y="10065"/>
                    </a:lnTo>
                    <a:lnTo>
                      <a:pt x="147" y="9897"/>
                    </a:lnTo>
                    <a:lnTo>
                      <a:pt x="126" y="9688"/>
                    </a:lnTo>
                    <a:lnTo>
                      <a:pt x="84" y="9772"/>
                    </a:lnTo>
                    <a:lnTo>
                      <a:pt x="0" y="9835"/>
                    </a:lnTo>
                    <a:lnTo>
                      <a:pt x="105" y="10002"/>
                    </a:lnTo>
                    <a:lnTo>
                      <a:pt x="314" y="10253"/>
                    </a:lnTo>
                    <a:lnTo>
                      <a:pt x="419" y="10588"/>
                    </a:lnTo>
                    <a:lnTo>
                      <a:pt x="377" y="11153"/>
                    </a:lnTo>
                    <a:lnTo>
                      <a:pt x="460" y="11257"/>
                    </a:lnTo>
                    <a:lnTo>
                      <a:pt x="544" y="11592"/>
                    </a:lnTo>
                    <a:lnTo>
                      <a:pt x="711" y="12032"/>
                    </a:lnTo>
                    <a:lnTo>
                      <a:pt x="649" y="12178"/>
                    </a:lnTo>
                    <a:lnTo>
                      <a:pt x="670" y="12827"/>
                    </a:lnTo>
                    <a:lnTo>
                      <a:pt x="649" y="12910"/>
                    </a:lnTo>
                    <a:lnTo>
                      <a:pt x="711" y="13099"/>
                    </a:lnTo>
                    <a:lnTo>
                      <a:pt x="711" y="13308"/>
                    </a:lnTo>
                    <a:lnTo>
                      <a:pt x="837" y="13559"/>
                    </a:lnTo>
                    <a:lnTo>
                      <a:pt x="837" y="13726"/>
                    </a:lnTo>
                    <a:lnTo>
                      <a:pt x="732" y="13810"/>
                    </a:lnTo>
                    <a:lnTo>
                      <a:pt x="774" y="13852"/>
                    </a:lnTo>
                    <a:lnTo>
                      <a:pt x="732" y="14019"/>
                    </a:lnTo>
                    <a:lnTo>
                      <a:pt x="711" y="14270"/>
                    </a:lnTo>
                    <a:lnTo>
                      <a:pt x="628" y="14354"/>
                    </a:lnTo>
                    <a:lnTo>
                      <a:pt x="649" y="14438"/>
                    </a:lnTo>
                    <a:lnTo>
                      <a:pt x="628" y="14584"/>
                    </a:lnTo>
                    <a:lnTo>
                      <a:pt x="523" y="14668"/>
                    </a:lnTo>
                    <a:lnTo>
                      <a:pt x="544" y="14793"/>
                    </a:lnTo>
                    <a:lnTo>
                      <a:pt x="335" y="14961"/>
                    </a:lnTo>
                    <a:lnTo>
                      <a:pt x="251" y="14877"/>
                    </a:lnTo>
                    <a:lnTo>
                      <a:pt x="126" y="15086"/>
                    </a:lnTo>
                    <a:lnTo>
                      <a:pt x="126" y="15442"/>
                    </a:lnTo>
                    <a:lnTo>
                      <a:pt x="209" y="15526"/>
                    </a:lnTo>
                    <a:lnTo>
                      <a:pt x="293" y="15526"/>
                    </a:lnTo>
                    <a:lnTo>
                      <a:pt x="544" y="15756"/>
                    </a:lnTo>
                    <a:lnTo>
                      <a:pt x="544" y="15861"/>
                    </a:lnTo>
                    <a:lnTo>
                      <a:pt x="565" y="15923"/>
                    </a:lnTo>
                    <a:lnTo>
                      <a:pt x="711" y="15944"/>
                    </a:lnTo>
                    <a:lnTo>
                      <a:pt x="753" y="16007"/>
                    </a:lnTo>
                    <a:lnTo>
                      <a:pt x="942" y="16028"/>
                    </a:lnTo>
                    <a:lnTo>
                      <a:pt x="983" y="16028"/>
                    </a:lnTo>
                    <a:lnTo>
                      <a:pt x="1025" y="16070"/>
                    </a:lnTo>
                    <a:lnTo>
                      <a:pt x="1151" y="16070"/>
                    </a:lnTo>
                    <a:lnTo>
                      <a:pt x="1297" y="16049"/>
                    </a:lnTo>
                    <a:lnTo>
                      <a:pt x="1339" y="16133"/>
                    </a:lnTo>
                    <a:lnTo>
                      <a:pt x="1402" y="16070"/>
                    </a:lnTo>
                    <a:lnTo>
                      <a:pt x="1423" y="16112"/>
                    </a:lnTo>
                    <a:lnTo>
                      <a:pt x="1611" y="16070"/>
                    </a:lnTo>
                    <a:lnTo>
                      <a:pt x="1758" y="16070"/>
                    </a:lnTo>
                    <a:lnTo>
                      <a:pt x="1779" y="16007"/>
                    </a:lnTo>
                    <a:lnTo>
                      <a:pt x="1862" y="15965"/>
                    </a:lnTo>
                    <a:lnTo>
                      <a:pt x="1946" y="15840"/>
                    </a:lnTo>
                    <a:lnTo>
                      <a:pt x="2113" y="15861"/>
                    </a:lnTo>
                    <a:lnTo>
                      <a:pt x="2113" y="15756"/>
                    </a:lnTo>
                    <a:lnTo>
                      <a:pt x="2218" y="15693"/>
                    </a:lnTo>
                    <a:lnTo>
                      <a:pt x="2323" y="15693"/>
                    </a:lnTo>
                    <a:lnTo>
                      <a:pt x="2406" y="15777"/>
                    </a:lnTo>
                    <a:lnTo>
                      <a:pt x="2511" y="15651"/>
                    </a:lnTo>
                    <a:lnTo>
                      <a:pt x="2532" y="15693"/>
                    </a:lnTo>
                    <a:lnTo>
                      <a:pt x="2616" y="15651"/>
                    </a:lnTo>
                    <a:lnTo>
                      <a:pt x="2636" y="15526"/>
                    </a:lnTo>
                    <a:lnTo>
                      <a:pt x="2950" y="15317"/>
                    </a:lnTo>
                    <a:lnTo>
                      <a:pt x="3076" y="15338"/>
                    </a:lnTo>
                    <a:lnTo>
                      <a:pt x="3160" y="15379"/>
                    </a:lnTo>
                    <a:lnTo>
                      <a:pt x="3264" y="15317"/>
                    </a:lnTo>
                    <a:lnTo>
                      <a:pt x="3557" y="15233"/>
                    </a:lnTo>
                    <a:lnTo>
                      <a:pt x="3599" y="15317"/>
                    </a:lnTo>
                    <a:lnTo>
                      <a:pt x="3787" y="15254"/>
                    </a:lnTo>
                    <a:lnTo>
                      <a:pt x="3850" y="15296"/>
                    </a:lnTo>
                    <a:lnTo>
                      <a:pt x="3955" y="15317"/>
                    </a:lnTo>
                    <a:lnTo>
                      <a:pt x="4038" y="15254"/>
                    </a:lnTo>
                    <a:lnTo>
                      <a:pt x="4101" y="15400"/>
                    </a:lnTo>
                    <a:lnTo>
                      <a:pt x="4185" y="15400"/>
                    </a:lnTo>
                    <a:lnTo>
                      <a:pt x="4268" y="15338"/>
                    </a:lnTo>
                    <a:lnTo>
                      <a:pt x="4310" y="15400"/>
                    </a:lnTo>
                    <a:lnTo>
                      <a:pt x="4415" y="15338"/>
                    </a:lnTo>
                    <a:lnTo>
                      <a:pt x="4624" y="15338"/>
                    </a:lnTo>
                    <a:lnTo>
                      <a:pt x="4624" y="15442"/>
                    </a:lnTo>
                    <a:lnTo>
                      <a:pt x="4645" y="15442"/>
                    </a:lnTo>
                    <a:lnTo>
                      <a:pt x="4792" y="15338"/>
                    </a:lnTo>
                    <a:lnTo>
                      <a:pt x="4917" y="15379"/>
                    </a:lnTo>
                    <a:lnTo>
                      <a:pt x="5064" y="15254"/>
                    </a:lnTo>
                    <a:lnTo>
                      <a:pt x="5126" y="15128"/>
                    </a:lnTo>
                    <a:lnTo>
                      <a:pt x="5168" y="15107"/>
                    </a:lnTo>
                    <a:lnTo>
                      <a:pt x="5315" y="14982"/>
                    </a:lnTo>
                    <a:lnTo>
                      <a:pt x="5377" y="14773"/>
                    </a:lnTo>
                    <a:lnTo>
                      <a:pt x="5524" y="14668"/>
                    </a:lnTo>
                    <a:lnTo>
                      <a:pt x="5670" y="14647"/>
                    </a:lnTo>
                    <a:lnTo>
                      <a:pt x="5754" y="14668"/>
                    </a:lnTo>
                    <a:lnTo>
                      <a:pt x="5984" y="14584"/>
                    </a:lnTo>
                    <a:lnTo>
                      <a:pt x="6277" y="14396"/>
                    </a:lnTo>
                    <a:lnTo>
                      <a:pt x="6486" y="14208"/>
                    </a:lnTo>
                    <a:lnTo>
                      <a:pt x="6570" y="14187"/>
                    </a:lnTo>
                    <a:lnTo>
                      <a:pt x="6737" y="14187"/>
                    </a:lnTo>
                    <a:lnTo>
                      <a:pt x="6905" y="14249"/>
                    </a:lnTo>
                    <a:lnTo>
                      <a:pt x="7051" y="14270"/>
                    </a:lnTo>
                    <a:lnTo>
                      <a:pt x="7198" y="14208"/>
                    </a:lnTo>
                    <a:lnTo>
                      <a:pt x="7407" y="14249"/>
                    </a:lnTo>
                    <a:lnTo>
                      <a:pt x="7742" y="14145"/>
                    </a:lnTo>
                    <a:lnTo>
                      <a:pt x="7930" y="14082"/>
                    </a:lnTo>
                    <a:lnTo>
                      <a:pt x="8056" y="13977"/>
                    </a:lnTo>
                    <a:lnTo>
                      <a:pt x="8139" y="13977"/>
                    </a:lnTo>
                    <a:lnTo>
                      <a:pt x="8307" y="13852"/>
                    </a:lnTo>
                    <a:lnTo>
                      <a:pt x="8558" y="13852"/>
                    </a:lnTo>
                    <a:lnTo>
                      <a:pt x="9186" y="13810"/>
                    </a:lnTo>
                    <a:lnTo>
                      <a:pt x="9395" y="13852"/>
                    </a:lnTo>
                    <a:lnTo>
                      <a:pt x="9520" y="13852"/>
                    </a:lnTo>
                    <a:lnTo>
                      <a:pt x="9709" y="13810"/>
                    </a:lnTo>
                    <a:lnTo>
                      <a:pt x="9834" y="13831"/>
                    </a:lnTo>
                    <a:lnTo>
                      <a:pt x="10022" y="13977"/>
                    </a:lnTo>
                    <a:lnTo>
                      <a:pt x="10148" y="14208"/>
                    </a:lnTo>
                    <a:lnTo>
                      <a:pt x="10253" y="14249"/>
                    </a:lnTo>
                    <a:lnTo>
                      <a:pt x="10336" y="14187"/>
                    </a:lnTo>
                    <a:lnTo>
                      <a:pt x="10378" y="14166"/>
                    </a:lnTo>
                    <a:lnTo>
                      <a:pt x="10441" y="14208"/>
                    </a:lnTo>
                    <a:lnTo>
                      <a:pt x="10504" y="14187"/>
                    </a:lnTo>
                    <a:lnTo>
                      <a:pt x="10650" y="14208"/>
                    </a:lnTo>
                    <a:lnTo>
                      <a:pt x="10755" y="14354"/>
                    </a:lnTo>
                    <a:lnTo>
                      <a:pt x="10880" y="14375"/>
                    </a:lnTo>
                    <a:lnTo>
                      <a:pt x="10964" y="14354"/>
                    </a:lnTo>
                    <a:lnTo>
                      <a:pt x="11194" y="14542"/>
                    </a:lnTo>
                    <a:lnTo>
                      <a:pt x="11194" y="14647"/>
                    </a:lnTo>
                    <a:lnTo>
                      <a:pt x="11278" y="14647"/>
                    </a:lnTo>
                    <a:lnTo>
                      <a:pt x="11341" y="14731"/>
                    </a:lnTo>
                    <a:lnTo>
                      <a:pt x="11320" y="14814"/>
                    </a:lnTo>
                    <a:lnTo>
                      <a:pt x="11215" y="14814"/>
                    </a:lnTo>
                    <a:lnTo>
                      <a:pt x="11194" y="14898"/>
                    </a:lnTo>
                    <a:lnTo>
                      <a:pt x="11299" y="15107"/>
                    </a:lnTo>
                    <a:lnTo>
                      <a:pt x="11403" y="15128"/>
                    </a:lnTo>
                    <a:lnTo>
                      <a:pt x="11508" y="15254"/>
                    </a:lnTo>
                    <a:lnTo>
                      <a:pt x="11550" y="15421"/>
                    </a:lnTo>
                    <a:lnTo>
                      <a:pt x="11529" y="15526"/>
                    </a:lnTo>
                    <a:lnTo>
                      <a:pt x="11655" y="15819"/>
                    </a:lnTo>
                    <a:lnTo>
                      <a:pt x="11613" y="15944"/>
                    </a:lnTo>
                    <a:lnTo>
                      <a:pt x="11655" y="16007"/>
                    </a:lnTo>
                    <a:lnTo>
                      <a:pt x="11634" y="16154"/>
                    </a:lnTo>
                    <a:lnTo>
                      <a:pt x="11613" y="16237"/>
                    </a:lnTo>
                    <a:lnTo>
                      <a:pt x="11529" y="16216"/>
                    </a:lnTo>
                    <a:lnTo>
                      <a:pt x="11508" y="16237"/>
                    </a:lnTo>
                    <a:lnTo>
                      <a:pt x="11592" y="16363"/>
                    </a:lnTo>
                    <a:lnTo>
                      <a:pt x="11655" y="16384"/>
                    </a:lnTo>
                    <a:lnTo>
                      <a:pt x="11717" y="16530"/>
                    </a:lnTo>
                    <a:lnTo>
                      <a:pt x="11822" y="16488"/>
                    </a:lnTo>
                    <a:lnTo>
                      <a:pt x="11927" y="16572"/>
                    </a:lnTo>
                    <a:lnTo>
                      <a:pt x="11927" y="16467"/>
                    </a:lnTo>
                    <a:lnTo>
                      <a:pt x="11864" y="16363"/>
                    </a:lnTo>
                    <a:lnTo>
                      <a:pt x="11927" y="16300"/>
                    </a:lnTo>
                    <a:lnTo>
                      <a:pt x="11968" y="16174"/>
                    </a:lnTo>
                    <a:lnTo>
                      <a:pt x="12073" y="16174"/>
                    </a:lnTo>
                    <a:lnTo>
                      <a:pt x="12136" y="16070"/>
                    </a:lnTo>
                    <a:lnTo>
                      <a:pt x="12240" y="16028"/>
                    </a:lnTo>
                    <a:lnTo>
                      <a:pt x="12261" y="15923"/>
                    </a:lnTo>
                    <a:lnTo>
                      <a:pt x="12366" y="15777"/>
                    </a:lnTo>
                    <a:lnTo>
                      <a:pt x="12596" y="15693"/>
                    </a:lnTo>
                    <a:lnTo>
                      <a:pt x="12638" y="15610"/>
                    </a:lnTo>
                    <a:lnTo>
                      <a:pt x="12680" y="15610"/>
                    </a:lnTo>
                    <a:lnTo>
                      <a:pt x="12868" y="15505"/>
                    </a:lnTo>
                    <a:lnTo>
                      <a:pt x="12910" y="15338"/>
                    </a:lnTo>
                    <a:lnTo>
                      <a:pt x="13077" y="15107"/>
                    </a:lnTo>
                    <a:lnTo>
                      <a:pt x="13224" y="15086"/>
                    </a:lnTo>
                    <a:lnTo>
                      <a:pt x="13307" y="14982"/>
                    </a:lnTo>
                    <a:lnTo>
                      <a:pt x="13266" y="14856"/>
                    </a:lnTo>
                    <a:lnTo>
                      <a:pt x="13287" y="14710"/>
                    </a:lnTo>
                    <a:lnTo>
                      <a:pt x="13370" y="14877"/>
                    </a:lnTo>
                    <a:lnTo>
                      <a:pt x="13370" y="15024"/>
                    </a:lnTo>
                    <a:lnTo>
                      <a:pt x="13370" y="15191"/>
                    </a:lnTo>
                    <a:lnTo>
                      <a:pt x="13287" y="15254"/>
                    </a:lnTo>
                    <a:lnTo>
                      <a:pt x="13266" y="15547"/>
                    </a:lnTo>
                    <a:lnTo>
                      <a:pt x="13015" y="15714"/>
                    </a:lnTo>
                    <a:lnTo>
                      <a:pt x="12973" y="15840"/>
                    </a:lnTo>
                    <a:lnTo>
                      <a:pt x="12910" y="15923"/>
                    </a:lnTo>
                    <a:lnTo>
                      <a:pt x="12910" y="16070"/>
                    </a:lnTo>
                    <a:lnTo>
                      <a:pt x="12784" y="16258"/>
                    </a:lnTo>
                    <a:lnTo>
                      <a:pt x="12805" y="16300"/>
                    </a:lnTo>
                    <a:lnTo>
                      <a:pt x="12743" y="16593"/>
                    </a:lnTo>
                    <a:lnTo>
                      <a:pt x="12450" y="16572"/>
                    </a:lnTo>
                    <a:lnTo>
                      <a:pt x="12387" y="16739"/>
                    </a:lnTo>
                    <a:lnTo>
                      <a:pt x="12324" y="16823"/>
                    </a:lnTo>
                    <a:lnTo>
                      <a:pt x="12324" y="16886"/>
                    </a:lnTo>
                    <a:lnTo>
                      <a:pt x="12491" y="16823"/>
                    </a:lnTo>
                    <a:lnTo>
                      <a:pt x="12659" y="16760"/>
                    </a:lnTo>
                    <a:lnTo>
                      <a:pt x="12868" y="16823"/>
                    </a:lnTo>
                    <a:lnTo>
                      <a:pt x="13056" y="16530"/>
                    </a:lnTo>
                    <a:lnTo>
                      <a:pt x="13098" y="16216"/>
                    </a:lnTo>
                    <a:lnTo>
                      <a:pt x="13266" y="16049"/>
                    </a:lnTo>
                    <a:lnTo>
                      <a:pt x="13307" y="16112"/>
                    </a:lnTo>
                    <a:lnTo>
                      <a:pt x="13307" y="16384"/>
                    </a:lnTo>
                    <a:lnTo>
                      <a:pt x="13370" y="16551"/>
                    </a:lnTo>
                    <a:lnTo>
                      <a:pt x="13307" y="16551"/>
                    </a:lnTo>
                    <a:lnTo>
                      <a:pt x="13328" y="16823"/>
                    </a:lnTo>
                    <a:lnTo>
                      <a:pt x="13203" y="17074"/>
                    </a:lnTo>
                    <a:lnTo>
                      <a:pt x="12994" y="17158"/>
                    </a:lnTo>
                    <a:lnTo>
                      <a:pt x="13015" y="17221"/>
                    </a:lnTo>
                    <a:lnTo>
                      <a:pt x="13161" y="17200"/>
                    </a:lnTo>
                    <a:lnTo>
                      <a:pt x="13307" y="17221"/>
                    </a:lnTo>
                    <a:lnTo>
                      <a:pt x="13391" y="17158"/>
                    </a:lnTo>
                    <a:lnTo>
                      <a:pt x="13496" y="17116"/>
                    </a:lnTo>
                    <a:lnTo>
                      <a:pt x="13600" y="17011"/>
                    </a:lnTo>
                    <a:lnTo>
                      <a:pt x="13705" y="17053"/>
                    </a:lnTo>
                    <a:lnTo>
                      <a:pt x="13789" y="17053"/>
                    </a:lnTo>
                    <a:lnTo>
                      <a:pt x="13705" y="17158"/>
                    </a:lnTo>
                    <a:lnTo>
                      <a:pt x="13642" y="17221"/>
                    </a:lnTo>
                    <a:lnTo>
                      <a:pt x="13538" y="17221"/>
                    </a:lnTo>
                    <a:lnTo>
                      <a:pt x="13517" y="17283"/>
                    </a:lnTo>
                    <a:lnTo>
                      <a:pt x="13621" y="17430"/>
                    </a:lnTo>
                    <a:lnTo>
                      <a:pt x="13684" y="17576"/>
                    </a:lnTo>
                    <a:lnTo>
                      <a:pt x="13747" y="17744"/>
                    </a:lnTo>
                    <a:lnTo>
                      <a:pt x="13747" y="17953"/>
                    </a:lnTo>
                    <a:lnTo>
                      <a:pt x="13726" y="18225"/>
                    </a:lnTo>
                    <a:lnTo>
                      <a:pt x="13600" y="18371"/>
                    </a:lnTo>
                    <a:lnTo>
                      <a:pt x="13621" y="18455"/>
                    </a:lnTo>
                    <a:lnTo>
                      <a:pt x="13600" y="18664"/>
                    </a:lnTo>
                    <a:lnTo>
                      <a:pt x="13705" y="18748"/>
                    </a:lnTo>
                    <a:lnTo>
                      <a:pt x="13789" y="18895"/>
                    </a:lnTo>
                    <a:lnTo>
                      <a:pt x="13810" y="19083"/>
                    </a:lnTo>
                    <a:lnTo>
                      <a:pt x="14019" y="19355"/>
                    </a:lnTo>
                    <a:lnTo>
                      <a:pt x="14165" y="19397"/>
                    </a:lnTo>
                    <a:lnTo>
                      <a:pt x="14270" y="19480"/>
                    </a:lnTo>
                    <a:lnTo>
                      <a:pt x="14333" y="19606"/>
                    </a:lnTo>
                    <a:lnTo>
                      <a:pt x="14437" y="19627"/>
                    </a:lnTo>
                    <a:lnTo>
                      <a:pt x="14458" y="19585"/>
                    </a:lnTo>
                    <a:lnTo>
                      <a:pt x="14542" y="19564"/>
                    </a:lnTo>
                    <a:lnTo>
                      <a:pt x="14688" y="19585"/>
                    </a:lnTo>
                    <a:lnTo>
                      <a:pt x="14835" y="19731"/>
                    </a:lnTo>
                    <a:lnTo>
                      <a:pt x="14960" y="19773"/>
                    </a:lnTo>
                    <a:lnTo>
                      <a:pt x="15086" y="19899"/>
                    </a:lnTo>
                    <a:lnTo>
                      <a:pt x="15107" y="20003"/>
                    </a:lnTo>
                    <a:lnTo>
                      <a:pt x="15212" y="20045"/>
                    </a:lnTo>
                    <a:lnTo>
                      <a:pt x="15358" y="20192"/>
                    </a:lnTo>
                    <a:lnTo>
                      <a:pt x="15421" y="20192"/>
                    </a:lnTo>
                    <a:lnTo>
                      <a:pt x="15463" y="20108"/>
                    </a:lnTo>
                    <a:lnTo>
                      <a:pt x="15693" y="20003"/>
                    </a:lnTo>
                    <a:lnTo>
                      <a:pt x="15776" y="19899"/>
                    </a:lnTo>
                    <a:lnTo>
                      <a:pt x="15902" y="19899"/>
                    </a:lnTo>
                    <a:lnTo>
                      <a:pt x="16048" y="19773"/>
                    </a:lnTo>
                    <a:lnTo>
                      <a:pt x="16153" y="19773"/>
                    </a:lnTo>
                    <a:lnTo>
                      <a:pt x="16195" y="19711"/>
                    </a:lnTo>
                    <a:lnTo>
                      <a:pt x="16153" y="19669"/>
                    </a:lnTo>
                    <a:lnTo>
                      <a:pt x="16048" y="19627"/>
                    </a:lnTo>
                    <a:lnTo>
                      <a:pt x="16090" y="19564"/>
                    </a:lnTo>
                    <a:lnTo>
                      <a:pt x="16320" y="19397"/>
                    </a:lnTo>
                    <a:lnTo>
                      <a:pt x="16509" y="19522"/>
                    </a:lnTo>
                    <a:lnTo>
                      <a:pt x="16509" y="19669"/>
                    </a:lnTo>
                    <a:lnTo>
                      <a:pt x="16258" y="19794"/>
                    </a:lnTo>
                    <a:lnTo>
                      <a:pt x="16320" y="19899"/>
                    </a:lnTo>
                    <a:lnTo>
                      <a:pt x="16404" y="19920"/>
                    </a:lnTo>
                    <a:lnTo>
                      <a:pt x="16467" y="19815"/>
                    </a:lnTo>
                    <a:lnTo>
                      <a:pt x="16572" y="19731"/>
                    </a:lnTo>
                    <a:lnTo>
                      <a:pt x="16676" y="19815"/>
                    </a:lnTo>
                    <a:lnTo>
                      <a:pt x="16676" y="19920"/>
                    </a:lnTo>
                    <a:lnTo>
                      <a:pt x="16613" y="19920"/>
                    </a:lnTo>
                    <a:lnTo>
                      <a:pt x="16509" y="20003"/>
                    </a:lnTo>
                    <a:lnTo>
                      <a:pt x="16655" y="20192"/>
                    </a:lnTo>
                    <a:lnTo>
                      <a:pt x="16676" y="20401"/>
                    </a:lnTo>
                    <a:lnTo>
                      <a:pt x="16760" y="20338"/>
                    </a:lnTo>
                    <a:lnTo>
                      <a:pt x="16844" y="20359"/>
                    </a:lnTo>
                    <a:lnTo>
                      <a:pt x="16844" y="20464"/>
                    </a:lnTo>
                    <a:lnTo>
                      <a:pt x="16927" y="20610"/>
                    </a:lnTo>
                    <a:lnTo>
                      <a:pt x="16990" y="20443"/>
                    </a:lnTo>
                    <a:lnTo>
                      <a:pt x="16990" y="20296"/>
                    </a:lnTo>
                    <a:lnTo>
                      <a:pt x="16885" y="20359"/>
                    </a:lnTo>
                    <a:lnTo>
                      <a:pt x="16885" y="20317"/>
                    </a:lnTo>
                    <a:lnTo>
                      <a:pt x="16948" y="20234"/>
                    </a:lnTo>
                    <a:lnTo>
                      <a:pt x="17241" y="20234"/>
                    </a:lnTo>
                    <a:lnTo>
                      <a:pt x="17262" y="20296"/>
                    </a:lnTo>
                    <a:lnTo>
                      <a:pt x="17304" y="20234"/>
                    </a:lnTo>
                    <a:lnTo>
                      <a:pt x="17450" y="20024"/>
                    </a:lnTo>
                    <a:lnTo>
                      <a:pt x="17764" y="19836"/>
                    </a:lnTo>
                    <a:lnTo>
                      <a:pt x="17911" y="19711"/>
                    </a:lnTo>
                    <a:lnTo>
                      <a:pt x="17827" y="19711"/>
                    </a:lnTo>
                    <a:lnTo>
                      <a:pt x="17764" y="19731"/>
                    </a:lnTo>
                    <a:lnTo>
                      <a:pt x="17785" y="19711"/>
                    </a:lnTo>
                    <a:lnTo>
                      <a:pt x="17681" y="19669"/>
                    </a:lnTo>
                    <a:lnTo>
                      <a:pt x="17932" y="19669"/>
                    </a:lnTo>
                    <a:lnTo>
                      <a:pt x="18183" y="19606"/>
                    </a:lnTo>
                    <a:lnTo>
                      <a:pt x="18622" y="19501"/>
                    </a:lnTo>
                    <a:lnTo>
                      <a:pt x="18957" y="19585"/>
                    </a:lnTo>
                    <a:lnTo>
                      <a:pt x="19124" y="19501"/>
                    </a:lnTo>
                    <a:lnTo>
                      <a:pt x="19124" y="19397"/>
                    </a:lnTo>
                    <a:lnTo>
                      <a:pt x="19229" y="19397"/>
                    </a:lnTo>
                    <a:lnTo>
                      <a:pt x="19333" y="19313"/>
                    </a:lnTo>
                    <a:lnTo>
                      <a:pt x="19438" y="19104"/>
                    </a:lnTo>
                    <a:lnTo>
                      <a:pt x="19375" y="18895"/>
                    </a:lnTo>
                    <a:lnTo>
                      <a:pt x="19375" y="18769"/>
                    </a:lnTo>
                    <a:lnTo>
                      <a:pt x="19585" y="18560"/>
                    </a:lnTo>
                    <a:lnTo>
                      <a:pt x="19585" y="18225"/>
                    </a:lnTo>
                    <a:lnTo>
                      <a:pt x="19668" y="18099"/>
                    </a:lnTo>
                    <a:lnTo>
                      <a:pt x="19710" y="17869"/>
                    </a:lnTo>
                    <a:lnTo>
                      <a:pt x="19815" y="17827"/>
                    </a:lnTo>
                    <a:lnTo>
                      <a:pt x="19815" y="17702"/>
                    </a:lnTo>
                    <a:lnTo>
                      <a:pt x="20170" y="17283"/>
                    </a:lnTo>
                    <a:lnTo>
                      <a:pt x="20275" y="17262"/>
                    </a:lnTo>
                    <a:lnTo>
                      <a:pt x="20317" y="17011"/>
                    </a:lnTo>
                    <a:lnTo>
                      <a:pt x="20442" y="16823"/>
                    </a:lnTo>
                    <a:lnTo>
                      <a:pt x="20547" y="16593"/>
                    </a:lnTo>
                    <a:lnTo>
                      <a:pt x="20694" y="16446"/>
                    </a:lnTo>
                    <a:lnTo>
                      <a:pt x="20652" y="16342"/>
                    </a:lnTo>
                    <a:lnTo>
                      <a:pt x="20756" y="16258"/>
                    </a:lnTo>
                    <a:lnTo>
                      <a:pt x="20861" y="16049"/>
                    </a:lnTo>
                    <a:lnTo>
                      <a:pt x="20798" y="15965"/>
                    </a:lnTo>
                    <a:lnTo>
                      <a:pt x="20966" y="15902"/>
                    </a:lnTo>
                    <a:lnTo>
                      <a:pt x="21070" y="15714"/>
                    </a:lnTo>
                    <a:lnTo>
                      <a:pt x="21154" y="15630"/>
                    </a:lnTo>
                    <a:lnTo>
                      <a:pt x="21258" y="15442"/>
                    </a:lnTo>
                    <a:lnTo>
                      <a:pt x="21426" y="15400"/>
                    </a:lnTo>
                    <a:lnTo>
                      <a:pt x="21530" y="15338"/>
                    </a:lnTo>
                    <a:lnTo>
                      <a:pt x="21342" y="15338"/>
                    </a:lnTo>
                    <a:lnTo>
                      <a:pt x="21384" y="15296"/>
                    </a:lnTo>
                    <a:lnTo>
                      <a:pt x="21593" y="15254"/>
                    </a:lnTo>
                    <a:lnTo>
                      <a:pt x="21782" y="15170"/>
                    </a:lnTo>
                    <a:lnTo>
                      <a:pt x="21802" y="15003"/>
                    </a:lnTo>
                    <a:lnTo>
                      <a:pt x="21782" y="14961"/>
                    </a:lnTo>
                    <a:lnTo>
                      <a:pt x="21802" y="14814"/>
                    </a:lnTo>
                    <a:lnTo>
                      <a:pt x="22012" y="14689"/>
                    </a:lnTo>
                    <a:lnTo>
                      <a:pt x="22012" y="14563"/>
                    </a:lnTo>
                    <a:lnTo>
                      <a:pt x="22158" y="14501"/>
                    </a:lnTo>
                    <a:lnTo>
                      <a:pt x="22284" y="14291"/>
                    </a:lnTo>
                    <a:lnTo>
                      <a:pt x="22263" y="14187"/>
                    </a:lnTo>
                    <a:lnTo>
                      <a:pt x="22305" y="14019"/>
                    </a:lnTo>
                    <a:lnTo>
                      <a:pt x="22284" y="13957"/>
                    </a:lnTo>
                    <a:lnTo>
                      <a:pt x="22284" y="13852"/>
                    </a:lnTo>
                    <a:lnTo>
                      <a:pt x="22430" y="13496"/>
                    </a:lnTo>
                    <a:lnTo>
                      <a:pt x="22493" y="13287"/>
                    </a:lnTo>
                    <a:lnTo>
                      <a:pt x="22702" y="12910"/>
                    </a:lnTo>
                    <a:lnTo>
                      <a:pt x="22702" y="12785"/>
                    </a:lnTo>
                    <a:lnTo>
                      <a:pt x="22807" y="12492"/>
                    </a:lnTo>
                    <a:lnTo>
                      <a:pt x="22953" y="12366"/>
                    </a:lnTo>
                    <a:lnTo>
                      <a:pt x="23016" y="12199"/>
                    </a:lnTo>
                    <a:lnTo>
                      <a:pt x="22953" y="12053"/>
                    </a:lnTo>
                    <a:lnTo>
                      <a:pt x="23058" y="11927"/>
                    </a:lnTo>
                    <a:lnTo>
                      <a:pt x="22995" y="11655"/>
                    </a:lnTo>
                    <a:lnTo>
                      <a:pt x="22995" y="11529"/>
                    </a:lnTo>
                    <a:lnTo>
                      <a:pt x="22911" y="11320"/>
                    </a:lnTo>
                    <a:lnTo>
                      <a:pt x="22891" y="11236"/>
                    </a:lnTo>
                    <a:lnTo>
                      <a:pt x="22849" y="11111"/>
                    </a:lnTo>
                    <a:lnTo>
                      <a:pt x="22911" y="11069"/>
                    </a:lnTo>
                    <a:lnTo>
                      <a:pt x="22911" y="10923"/>
                    </a:lnTo>
                    <a:lnTo>
                      <a:pt x="23016" y="10776"/>
                    </a:lnTo>
                    <a:lnTo>
                      <a:pt x="23016" y="10713"/>
                    </a:lnTo>
                    <a:lnTo>
                      <a:pt x="22995" y="10379"/>
                    </a:lnTo>
                    <a:lnTo>
                      <a:pt x="23058" y="10253"/>
                    </a:lnTo>
                    <a:lnTo>
                      <a:pt x="23016" y="10190"/>
                    </a:lnTo>
                    <a:lnTo>
                      <a:pt x="22995" y="10065"/>
                    </a:lnTo>
                    <a:lnTo>
                      <a:pt x="22995" y="9856"/>
                    </a:lnTo>
                    <a:lnTo>
                      <a:pt x="22932" y="9835"/>
                    </a:lnTo>
                    <a:lnTo>
                      <a:pt x="22995" y="9688"/>
                    </a:lnTo>
                    <a:lnTo>
                      <a:pt x="22891" y="9667"/>
                    </a:lnTo>
                    <a:lnTo>
                      <a:pt x="22828" y="9542"/>
                    </a:lnTo>
                    <a:lnTo>
                      <a:pt x="22828" y="9416"/>
                    </a:lnTo>
                    <a:lnTo>
                      <a:pt x="22702" y="9312"/>
                    </a:lnTo>
                    <a:lnTo>
                      <a:pt x="22619" y="9144"/>
                    </a:lnTo>
                    <a:lnTo>
                      <a:pt x="22598" y="8956"/>
                    </a:lnTo>
                    <a:lnTo>
                      <a:pt x="22514" y="8830"/>
                    </a:lnTo>
                    <a:lnTo>
                      <a:pt x="22430" y="8830"/>
                    </a:lnTo>
                    <a:lnTo>
                      <a:pt x="22367" y="8851"/>
                    </a:lnTo>
                    <a:lnTo>
                      <a:pt x="22284" y="8809"/>
                    </a:lnTo>
                    <a:lnTo>
                      <a:pt x="22263" y="8642"/>
                    </a:lnTo>
                    <a:lnTo>
                      <a:pt x="22200" y="8621"/>
                    </a:lnTo>
                    <a:lnTo>
                      <a:pt x="22179" y="8537"/>
                    </a:lnTo>
                    <a:lnTo>
                      <a:pt x="22054" y="8412"/>
                    </a:lnTo>
                    <a:lnTo>
                      <a:pt x="21970" y="8370"/>
                    </a:lnTo>
                    <a:lnTo>
                      <a:pt x="22012" y="8265"/>
                    </a:lnTo>
                    <a:lnTo>
                      <a:pt x="21949" y="8119"/>
                    </a:lnTo>
                    <a:lnTo>
                      <a:pt x="22054" y="7993"/>
                    </a:lnTo>
                    <a:lnTo>
                      <a:pt x="22074" y="7805"/>
                    </a:lnTo>
                    <a:lnTo>
                      <a:pt x="22012" y="7742"/>
                    </a:lnTo>
                    <a:lnTo>
                      <a:pt x="22054" y="7638"/>
                    </a:lnTo>
                    <a:lnTo>
                      <a:pt x="21970" y="7575"/>
                    </a:lnTo>
                    <a:lnTo>
                      <a:pt x="21949" y="7638"/>
                    </a:lnTo>
                    <a:lnTo>
                      <a:pt x="21991" y="7679"/>
                    </a:lnTo>
                    <a:lnTo>
                      <a:pt x="21949" y="7763"/>
                    </a:lnTo>
                    <a:lnTo>
                      <a:pt x="21677" y="7533"/>
                    </a:lnTo>
                    <a:lnTo>
                      <a:pt x="21635" y="7366"/>
                    </a:lnTo>
                    <a:lnTo>
                      <a:pt x="21572" y="7387"/>
                    </a:lnTo>
                    <a:lnTo>
                      <a:pt x="21572" y="7470"/>
                    </a:lnTo>
                    <a:lnTo>
                      <a:pt x="21551" y="7575"/>
                    </a:lnTo>
                    <a:lnTo>
                      <a:pt x="21593" y="7763"/>
                    </a:lnTo>
                    <a:lnTo>
                      <a:pt x="21468" y="7596"/>
                    </a:lnTo>
                    <a:lnTo>
                      <a:pt x="21426" y="7659"/>
                    </a:lnTo>
                    <a:lnTo>
                      <a:pt x="21426" y="7554"/>
                    </a:lnTo>
                    <a:lnTo>
                      <a:pt x="21363" y="7470"/>
                    </a:lnTo>
                    <a:lnTo>
                      <a:pt x="21342" y="7135"/>
                    </a:lnTo>
                    <a:lnTo>
                      <a:pt x="21384" y="7115"/>
                    </a:lnTo>
                    <a:lnTo>
                      <a:pt x="21384" y="7031"/>
                    </a:lnTo>
                    <a:lnTo>
                      <a:pt x="21279" y="6947"/>
                    </a:lnTo>
                    <a:lnTo>
                      <a:pt x="21321" y="6863"/>
                    </a:lnTo>
                    <a:lnTo>
                      <a:pt x="21238" y="6801"/>
                    </a:lnTo>
                    <a:lnTo>
                      <a:pt x="21258" y="6696"/>
                    </a:lnTo>
                    <a:lnTo>
                      <a:pt x="21070" y="6529"/>
                    </a:lnTo>
                    <a:lnTo>
                      <a:pt x="21028" y="6424"/>
                    </a:lnTo>
                    <a:lnTo>
                      <a:pt x="21028" y="6299"/>
                    </a:lnTo>
                    <a:lnTo>
                      <a:pt x="21133" y="6319"/>
                    </a:lnTo>
                    <a:lnTo>
                      <a:pt x="21133" y="6194"/>
                    </a:lnTo>
                    <a:lnTo>
                      <a:pt x="21028" y="6027"/>
                    </a:lnTo>
                    <a:lnTo>
                      <a:pt x="20966" y="6068"/>
                    </a:lnTo>
                    <a:lnTo>
                      <a:pt x="20861" y="6068"/>
                    </a:lnTo>
                    <a:lnTo>
                      <a:pt x="20756" y="5880"/>
                    </a:lnTo>
                    <a:lnTo>
                      <a:pt x="20694" y="5880"/>
                    </a:lnTo>
                    <a:lnTo>
                      <a:pt x="20589" y="5796"/>
                    </a:lnTo>
                    <a:lnTo>
                      <a:pt x="20505" y="5859"/>
                    </a:lnTo>
                    <a:lnTo>
                      <a:pt x="20484" y="5796"/>
                    </a:lnTo>
                    <a:lnTo>
                      <a:pt x="20338" y="5754"/>
                    </a:lnTo>
                    <a:lnTo>
                      <a:pt x="20275" y="5817"/>
                    </a:lnTo>
                    <a:lnTo>
                      <a:pt x="20317" y="5713"/>
                    </a:lnTo>
                    <a:lnTo>
                      <a:pt x="20442" y="5692"/>
                    </a:lnTo>
                    <a:lnTo>
                      <a:pt x="20442" y="5608"/>
                    </a:lnTo>
                    <a:lnTo>
                      <a:pt x="20422" y="5545"/>
                    </a:lnTo>
                    <a:lnTo>
                      <a:pt x="20296" y="5566"/>
                    </a:lnTo>
                    <a:lnTo>
                      <a:pt x="20191" y="5545"/>
                    </a:lnTo>
                    <a:lnTo>
                      <a:pt x="20170" y="5482"/>
                    </a:lnTo>
                    <a:lnTo>
                      <a:pt x="20087" y="5482"/>
                    </a:lnTo>
                    <a:lnTo>
                      <a:pt x="19857" y="5336"/>
                    </a:lnTo>
                    <a:lnTo>
                      <a:pt x="19752" y="5127"/>
                    </a:lnTo>
                    <a:lnTo>
                      <a:pt x="19710" y="4918"/>
                    </a:lnTo>
                    <a:lnTo>
                      <a:pt x="19668" y="4771"/>
                    </a:lnTo>
                    <a:lnTo>
                      <a:pt x="19668" y="4666"/>
                    </a:lnTo>
                    <a:lnTo>
                      <a:pt x="19710" y="4646"/>
                    </a:lnTo>
                    <a:lnTo>
                      <a:pt x="19773" y="4415"/>
                    </a:lnTo>
                    <a:lnTo>
                      <a:pt x="19689" y="4122"/>
                    </a:lnTo>
                    <a:lnTo>
                      <a:pt x="19647" y="3976"/>
                    </a:lnTo>
                    <a:lnTo>
                      <a:pt x="19689" y="3934"/>
                    </a:lnTo>
                    <a:lnTo>
                      <a:pt x="19606" y="3892"/>
                    </a:lnTo>
                    <a:lnTo>
                      <a:pt x="19543" y="3892"/>
                    </a:lnTo>
                    <a:lnTo>
                      <a:pt x="19438" y="3662"/>
                    </a:lnTo>
                    <a:lnTo>
                      <a:pt x="19438" y="3369"/>
                    </a:lnTo>
                    <a:lnTo>
                      <a:pt x="19459" y="3348"/>
                    </a:lnTo>
                    <a:lnTo>
                      <a:pt x="19459" y="3265"/>
                    </a:lnTo>
                    <a:lnTo>
                      <a:pt x="19396" y="3202"/>
                    </a:lnTo>
                    <a:lnTo>
                      <a:pt x="19375" y="2846"/>
                    </a:lnTo>
                    <a:lnTo>
                      <a:pt x="19438" y="2762"/>
                    </a:lnTo>
                    <a:lnTo>
                      <a:pt x="19375" y="2637"/>
                    </a:lnTo>
                    <a:lnTo>
                      <a:pt x="19438" y="2616"/>
                    </a:lnTo>
                    <a:lnTo>
                      <a:pt x="19438" y="2532"/>
                    </a:lnTo>
                    <a:lnTo>
                      <a:pt x="19250" y="2323"/>
                    </a:lnTo>
                    <a:lnTo>
                      <a:pt x="19124" y="2260"/>
                    </a:lnTo>
                    <a:lnTo>
                      <a:pt x="19145" y="2218"/>
                    </a:lnTo>
                    <a:lnTo>
                      <a:pt x="19020" y="2093"/>
                    </a:lnTo>
                    <a:lnTo>
                      <a:pt x="18915" y="2156"/>
                    </a:lnTo>
                    <a:lnTo>
                      <a:pt x="18852" y="2114"/>
                    </a:lnTo>
                    <a:lnTo>
                      <a:pt x="18769" y="2239"/>
                    </a:lnTo>
                    <a:lnTo>
                      <a:pt x="18706" y="2239"/>
                    </a:lnTo>
                    <a:lnTo>
                      <a:pt x="18559" y="2051"/>
                    </a:lnTo>
                    <a:lnTo>
                      <a:pt x="18601" y="1988"/>
                    </a:lnTo>
                    <a:lnTo>
                      <a:pt x="18517" y="1800"/>
                    </a:lnTo>
                    <a:lnTo>
                      <a:pt x="18538" y="1591"/>
                    </a:lnTo>
                    <a:lnTo>
                      <a:pt x="18517" y="1319"/>
                    </a:lnTo>
                    <a:lnTo>
                      <a:pt x="18497" y="1361"/>
                    </a:lnTo>
                    <a:lnTo>
                      <a:pt x="18434" y="1256"/>
                    </a:lnTo>
                    <a:lnTo>
                      <a:pt x="18497" y="1151"/>
                    </a:lnTo>
                    <a:lnTo>
                      <a:pt x="18413" y="1047"/>
                    </a:lnTo>
                    <a:lnTo>
                      <a:pt x="18392" y="942"/>
                    </a:lnTo>
                    <a:lnTo>
                      <a:pt x="18329" y="900"/>
                    </a:lnTo>
                    <a:lnTo>
                      <a:pt x="18329" y="754"/>
                    </a:lnTo>
                    <a:lnTo>
                      <a:pt x="18413" y="670"/>
                    </a:lnTo>
                    <a:lnTo>
                      <a:pt x="18329" y="649"/>
                    </a:lnTo>
                    <a:lnTo>
                      <a:pt x="18225" y="670"/>
                    </a:lnTo>
                    <a:lnTo>
                      <a:pt x="18141" y="586"/>
                    </a:lnTo>
                    <a:lnTo>
                      <a:pt x="18204" y="314"/>
                    </a:lnTo>
                    <a:lnTo>
                      <a:pt x="18183" y="252"/>
                    </a:lnTo>
                    <a:lnTo>
                      <a:pt x="18120" y="105"/>
                    </a:lnTo>
                    <a:lnTo>
                      <a:pt x="18015" y="63"/>
                    </a:lnTo>
                    <a:lnTo>
                      <a:pt x="18015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68" name="Google Shape;7799;p67">
                <a:extLst>
                  <a:ext uri="{FF2B5EF4-FFF2-40B4-BE49-F238E27FC236}">
                    <a16:creationId xmlns:a16="http://schemas.microsoft.com/office/drawing/2014/main" id="{4A733AB5-280B-0824-7501-3178BA55505D}"/>
                  </a:ext>
                </a:extLst>
              </p:cNvPr>
              <p:cNvSpPr/>
              <p:nvPr/>
            </p:nvSpPr>
            <p:spPr>
              <a:xfrm>
                <a:off x="5683950" y="3957275"/>
                <a:ext cx="54950" cy="71175"/>
              </a:xfrm>
              <a:custGeom>
                <a:avLst/>
                <a:gdLst/>
                <a:ahLst/>
                <a:cxnLst/>
                <a:rect l="l" t="t" r="r" b="b"/>
                <a:pathLst>
                  <a:path w="2198" h="2847" extrusionOk="0">
                    <a:moveTo>
                      <a:pt x="168" y="1"/>
                    </a:moveTo>
                    <a:lnTo>
                      <a:pt x="126" y="64"/>
                    </a:lnTo>
                    <a:lnTo>
                      <a:pt x="126" y="189"/>
                    </a:lnTo>
                    <a:lnTo>
                      <a:pt x="105" y="210"/>
                    </a:lnTo>
                    <a:lnTo>
                      <a:pt x="105" y="336"/>
                    </a:lnTo>
                    <a:lnTo>
                      <a:pt x="126" y="587"/>
                    </a:lnTo>
                    <a:lnTo>
                      <a:pt x="105" y="733"/>
                    </a:lnTo>
                    <a:lnTo>
                      <a:pt x="126" y="1005"/>
                    </a:lnTo>
                    <a:lnTo>
                      <a:pt x="168" y="1214"/>
                    </a:lnTo>
                    <a:lnTo>
                      <a:pt x="126" y="1361"/>
                    </a:lnTo>
                    <a:lnTo>
                      <a:pt x="189" y="1382"/>
                    </a:lnTo>
                    <a:lnTo>
                      <a:pt x="189" y="1466"/>
                    </a:lnTo>
                    <a:lnTo>
                      <a:pt x="294" y="1570"/>
                    </a:lnTo>
                    <a:lnTo>
                      <a:pt x="168" y="1570"/>
                    </a:lnTo>
                    <a:lnTo>
                      <a:pt x="64" y="1466"/>
                    </a:lnTo>
                    <a:lnTo>
                      <a:pt x="1" y="1570"/>
                    </a:lnTo>
                    <a:lnTo>
                      <a:pt x="1" y="1779"/>
                    </a:lnTo>
                    <a:lnTo>
                      <a:pt x="85" y="1842"/>
                    </a:lnTo>
                    <a:lnTo>
                      <a:pt x="64" y="1884"/>
                    </a:lnTo>
                    <a:lnTo>
                      <a:pt x="64" y="2198"/>
                    </a:lnTo>
                    <a:lnTo>
                      <a:pt x="105" y="2261"/>
                    </a:lnTo>
                    <a:lnTo>
                      <a:pt x="85" y="2303"/>
                    </a:lnTo>
                    <a:lnTo>
                      <a:pt x="105" y="2470"/>
                    </a:lnTo>
                    <a:lnTo>
                      <a:pt x="210" y="2491"/>
                    </a:lnTo>
                    <a:lnTo>
                      <a:pt x="168" y="2575"/>
                    </a:lnTo>
                    <a:lnTo>
                      <a:pt x="168" y="2700"/>
                    </a:lnTo>
                    <a:lnTo>
                      <a:pt x="210" y="2721"/>
                    </a:lnTo>
                    <a:lnTo>
                      <a:pt x="315" y="2700"/>
                    </a:lnTo>
                    <a:lnTo>
                      <a:pt x="398" y="2784"/>
                    </a:lnTo>
                    <a:lnTo>
                      <a:pt x="503" y="2637"/>
                    </a:lnTo>
                    <a:lnTo>
                      <a:pt x="503" y="2742"/>
                    </a:lnTo>
                    <a:lnTo>
                      <a:pt x="545" y="2847"/>
                    </a:lnTo>
                    <a:lnTo>
                      <a:pt x="649" y="2847"/>
                    </a:lnTo>
                    <a:lnTo>
                      <a:pt x="754" y="2700"/>
                    </a:lnTo>
                    <a:lnTo>
                      <a:pt x="796" y="2595"/>
                    </a:lnTo>
                    <a:lnTo>
                      <a:pt x="838" y="2407"/>
                    </a:lnTo>
                    <a:lnTo>
                      <a:pt x="921" y="2491"/>
                    </a:lnTo>
                    <a:lnTo>
                      <a:pt x="942" y="2428"/>
                    </a:lnTo>
                    <a:lnTo>
                      <a:pt x="1047" y="2365"/>
                    </a:lnTo>
                    <a:lnTo>
                      <a:pt x="1110" y="2219"/>
                    </a:lnTo>
                    <a:lnTo>
                      <a:pt x="1110" y="2365"/>
                    </a:lnTo>
                    <a:lnTo>
                      <a:pt x="1173" y="2386"/>
                    </a:lnTo>
                    <a:lnTo>
                      <a:pt x="1235" y="2282"/>
                    </a:lnTo>
                    <a:lnTo>
                      <a:pt x="1340" y="2261"/>
                    </a:lnTo>
                    <a:lnTo>
                      <a:pt x="1382" y="2303"/>
                    </a:lnTo>
                    <a:lnTo>
                      <a:pt x="1361" y="2407"/>
                    </a:lnTo>
                    <a:lnTo>
                      <a:pt x="1256" y="2365"/>
                    </a:lnTo>
                    <a:lnTo>
                      <a:pt x="1256" y="2512"/>
                    </a:lnTo>
                    <a:lnTo>
                      <a:pt x="1361" y="2470"/>
                    </a:lnTo>
                    <a:lnTo>
                      <a:pt x="1424" y="2491"/>
                    </a:lnTo>
                    <a:lnTo>
                      <a:pt x="1549" y="2303"/>
                    </a:lnTo>
                    <a:lnTo>
                      <a:pt x="1549" y="2219"/>
                    </a:lnTo>
                    <a:lnTo>
                      <a:pt x="1466" y="2177"/>
                    </a:lnTo>
                    <a:lnTo>
                      <a:pt x="1549" y="2072"/>
                    </a:lnTo>
                    <a:lnTo>
                      <a:pt x="1549" y="1947"/>
                    </a:lnTo>
                    <a:lnTo>
                      <a:pt x="1633" y="1947"/>
                    </a:lnTo>
                    <a:lnTo>
                      <a:pt x="1675" y="1884"/>
                    </a:lnTo>
                    <a:lnTo>
                      <a:pt x="1675" y="1633"/>
                    </a:lnTo>
                    <a:lnTo>
                      <a:pt x="1758" y="1570"/>
                    </a:lnTo>
                    <a:lnTo>
                      <a:pt x="1800" y="1466"/>
                    </a:lnTo>
                    <a:lnTo>
                      <a:pt x="1842" y="1633"/>
                    </a:lnTo>
                    <a:lnTo>
                      <a:pt x="1863" y="1696"/>
                    </a:lnTo>
                    <a:lnTo>
                      <a:pt x="1905" y="1570"/>
                    </a:lnTo>
                    <a:lnTo>
                      <a:pt x="1905" y="1466"/>
                    </a:lnTo>
                    <a:lnTo>
                      <a:pt x="1947" y="1424"/>
                    </a:lnTo>
                    <a:lnTo>
                      <a:pt x="1905" y="1256"/>
                    </a:lnTo>
                    <a:lnTo>
                      <a:pt x="1989" y="1131"/>
                    </a:lnTo>
                    <a:lnTo>
                      <a:pt x="1989" y="922"/>
                    </a:lnTo>
                    <a:lnTo>
                      <a:pt x="2093" y="796"/>
                    </a:lnTo>
                    <a:lnTo>
                      <a:pt x="2156" y="503"/>
                    </a:lnTo>
                    <a:lnTo>
                      <a:pt x="2198" y="398"/>
                    </a:lnTo>
                    <a:lnTo>
                      <a:pt x="2072" y="294"/>
                    </a:lnTo>
                    <a:lnTo>
                      <a:pt x="1947" y="294"/>
                    </a:lnTo>
                    <a:lnTo>
                      <a:pt x="1947" y="315"/>
                    </a:lnTo>
                    <a:lnTo>
                      <a:pt x="1884" y="419"/>
                    </a:lnTo>
                    <a:lnTo>
                      <a:pt x="1863" y="398"/>
                    </a:lnTo>
                    <a:lnTo>
                      <a:pt x="1800" y="398"/>
                    </a:lnTo>
                    <a:lnTo>
                      <a:pt x="1738" y="440"/>
                    </a:lnTo>
                    <a:lnTo>
                      <a:pt x="1675" y="503"/>
                    </a:lnTo>
                    <a:lnTo>
                      <a:pt x="1340" y="482"/>
                    </a:lnTo>
                    <a:lnTo>
                      <a:pt x="1256" y="524"/>
                    </a:lnTo>
                    <a:lnTo>
                      <a:pt x="1256" y="629"/>
                    </a:lnTo>
                    <a:lnTo>
                      <a:pt x="1173" y="545"/>
                    </a:lnTo>
                    <a:lnTo>
                      <a:pt x="1068" y="545"/>
                    </a:lnTo>
                    <a:lnTo>
                      <a:pt x="1005" y="608"/>
                    </a:lnTo>
                    <a:lnTo>
                      <a:pt x="901" y="524"/>
                    </a:lnTo>
                    <a:lnTo>
                      <a:pt x="733" y="398"/>
                    </a:lnTo>
                    <a:lnTo>
                      <a:pt x="524" y="294"/>
                    </a:lnTo>
                    <a:lnTo>
                      <a:pt x="524" y="106"/>
                    </a:lnTo>
                    <a:lnTo>
                      <a:pt x="482" y="168"/>
                    </a:lnTo>
                    <a:lnTo>
                      <a:pt x="440" y="210"/>
                    </a:lnTo>
                    <a:lnTo>
                      <a:pt x="377" y="126"/>
                    </a:lnTo>
                    <a:lnTo>
                      <a:pt x="273" y="85"/>
                    </a:lnTo>
                    <a:lnTo>
                      <a:pt x="168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658" name="Google Shape;7800;p67">
              <a:extLst>
                <a:ext uri="{FF2B5EF4-FFF2-40B4-BE49-F238E27FC236}">
                  <a16:creationId xmlns:a16="http://schemas.microsoft.com/office/drawing/2014/main" id="{62B3F7F4-3D90-A775-9100-0DBFE6E17483}"/>
                </a:ext>
              </a:extLst>
            </p:cNvPr>
            <p:cNvGrpSpPr/>
            <p:nvPr/>
          </p:nvGrpSpPr>
          <p:grpSpPr>
            <a:xfrm>
              <a:off x="5952300" y="3852150"/>
              <a:ext cx="231225" cy="287200"/>
              <a:chOff x="5952300" y="3852150"/>
              <a:chExt cx="231225" cy="287200"/>
            </a:xfrm>
            <a:grpFill/>
          </p:grpSpPr>
          <p:sp>
            <p:nvSpPr>
              <p:cNvPr id="765" name="Google Shape;7801;p67">
                <a:extLst>
                  <a:ext uri="{FF2B5EF4-FFF2-40B4-BE49-F238E27FC236}">
                    <a16:creationId xmlns:a16="http://schemas.microsoft.com/office/drawing/2014/main" id="{17004616-F0FA-76EB-7293-E832ED0B316B}"/>
                  </a:ext>
                </a:extLst>
              </p:cNvPr>
              <p:cNvSpPr/>
              <p:nvPr/>
            </p:nvSpPr>
            <p:spPr>
              <a:xfrm>
                <a:off x="5952300" y="3996525"/>
                <a:ext cx="145450" cy="142825"/>
              </a:xfrm>
              <a:custGeom>
                <a:avLst/>
                <a:gdLst/>
                <a:ahLst/>
                <a:cxnLst/>
                <a:rect l="l" t="t" r="r" b="b"/>
                <a:pathLst>
                  <a:path w="5818" h="5713" extrusionOk="0">
                    <a:moveTo>
                      <a:pt x="5064" y="0"/>
                    </a:moveTo>
                    <a:lnTo>
                      <a:pt x="4918" y="105"/>
                    </a:lnTo>
                    <a:lnTo>
                      <a:pt x="4834" y="126"/>
                    </a:lnTo>
                    <a:lnTo>
                      <a:pt x="4729" y="209"/>
                    </a:lnTo>
                    <a:lnTo>
                      <a:pt x="4729" y="377"/>
                    </a:lnTo>
                    <a:lnTo>
                      <a:pt x="4625" y="628"/>
                    </a:lnTo>
                    <a:lnTo>
                      <a:pt x="4520" y="753"/>
                    </a:lnTo>
                    <a:lnTo>
                      <a:pt x="4457" y="774"/>
                    </a:lnTo>
                    <a:lnTo>
                      <a:pt x="4332" y="942"/>
                    </a:lnTo>
                    <a:lnTo>
                      <a:pt x="4290" y="1025"/>
                    </a:lnTo>
                    <a:lnTo>
                      <a:pt x="4185" y="1067"/>
                    </a:lnTo>
                    <a:lnTo>
                      <a:pt x="4081" y="1046"/>
                    </a:lnTo>
                    <a:lnTo>
                      <a:pt x="3976" y="1130"/>
                    </a:lnTo>
                    <a:lnTo>
                      <a:pt x="3934" y="1235"/>
                    </a:lnTo>
                    <a:lnTo>
                      <a:pt x="3934" y="1339"/>
                    </a:lnTo>
                    <a:lnTo>
                      <a:pt x="3892" y="1360"/>
                    </a:lnTo>
                    <a:lnTo>
                      <a:pt x="3788" y="1465"/>
                    </a:lnTo>
                    <a:lnTo>
                      <a:pt x="3788" y="1590"/>
                    </a:lnTo>
                    <a:lnTo>
                      <a:pt x="3725" y="1674"/>
                    </a:lnTo>
                    <a:lnTo>
                      <a:pt x="3704" y="1758"/>
                    </a:lnTo>
                    <a:lnTo>
                      <a:pt x="3495" y="2009"/>
                    </a:lnTo>
                    <a:lnTo>
                      <a:pt x="3286" y="2176"/>
                    </a:lnTo>
                    <a:lnTo>
                      <a:pt x="3160" y="2197"/>
                    </a:lnTo>
                    <a:lnTo>
                      <a:pt x="2993" y="2281"/>
                    </a:lnTo>
                    <a:lnTo>
                      <a:pt x="2993" y="2344"/>
                    </a:lnTo>
                    <a:lnTo>
                      <a:pt x="2888" y="2344"/>
                    </a:lnTo>
                    <a:lnTo>
                      <a:pt x="2679" y="2469"/>
                    </a:lnTo>
                    <a:lnTo>
                      <a:pt x="2512" y="2616"/>
                    </a:lnTo>
                    <a:lnTo>
                      <a:pt x="2407" y="2637"/>
                    </a:lnTo>
                    <a:lnTo>
                      <a:pt x="2198" y="2783"/>
                    </a:lnTo>
                    <a:lnTo>
                      <a:pt x="2156" y="2846"/>
                    </a:lnTo>
                    <a:lnTo>
                      <a:pt x="2219" y="2929"/>
                    </a:lnTo>
                    <a:lnTo>
                      <a:pt x="2219" y="3055"/>
                    </a:lnTo>
                    <a:lnTo>
                      <a:pt x="2114" y="2950"/>
                    </a:lnTo>
                    <a:lnTo>
                      <a:pt x="2093" y="2929"/>
                    </a:lnTo>
                    <a:lnTo>
                      <a:pt x="1988" y="2950"/>
                    </a:lnTo>
                    <a:lnTo>
                      <a:pt x="1884" y="2992"/>
                    </a:lnTo>
                    <a:lnTo>
                      <a:pt x="1821" y="2950"/>
                    </a:lnTo>
                    <a:lnTo>
                      <a:pt x="1737" y="2950"/>
                    </a:lnTo>
                    <a:lnTo>
                      <a:pt x="1570" y="3118"/>
                    </a:lnTo>
                    <a:lnTo>
                      <a:pt x="1507" y="3201"/>
                    </a:lnTo>
                    <a:lnTo>
                      <a:pt x="1361" y="3327"/>
                    </a:lnTo>
                    <a:lnTo>
                      <a:pt x="1277" y="3348"/>
                    </a:lnTo>
                    <a:lnTo>
                      <a:pt x="1172" y="3453"/>
                    </a:lnTo>
                    <a:lnTo>
                      <a:pt x="1151" y="3620"/>
                    </a:lnTo>
                    <a:lnTo>
                      <a:pt x="1110" y="3536"/>
                    </a:lnTo>
                    <a:lnTo>
                      <a:pt x="1068" y="3473"/>
                    </a:lnTo>
                    <a:lnTo>
                      <a:pt x="1005" y="3557"/>
                    </a:lnTo>
                    <a:lnTo>
                      <a:pt x="942" y="3620"/>
                    </a:lnTo>
                    <a:lnTo>
                      <a:pt x="942" y="3746"/>
                    </a:lnTo>
                    <a:lnTo>
                      <a:pt x="879" y="3787"/>
                    </a:lnTo>
                    <a:lnTo>
                      <a:pt x="838" y="3766"/>
                    </a:lnTo>
                    <a:lnTo>
                      <a:pt x="670" y="3955"/>
                    </a:lnTo>
                    <a:lnTo>
                      <a:pt x="628" y="3955"/>
                    </a:lnTo>
                    <a:lnTo>
                      <a:pt x="566" y="4038"/>
                    </a:lnTo>
                    <a:lnTo>
                      <a:pt x="566" y="4206"/>
                    </a:lnTo>
                    <a:lnTo>
                      <a:pt x="524" y="4269"/>
                    </a:lnTo>
                    <a:lnTo>
                      <a:pt x="461" y="4164"/>
                    </a:lnTo>
                    <a:lnTo>
                      <a:pt x="419" y="4164"/>
                    </a:lnTo>
                    <a:lnTo>
                      <a:pt x="377" y="4206"/>
                    </a:lnTo>
                    <a:lnTo>
                      <a:pt x="335" y="4248"/>
                    </a:lnTo>
                    <a:lnTo>
                      <a:pt x="252" y="4415"/>
                    </a:lnTo>
                    <a:lnTo>
                      <a:pt x="252" y="4478"/>
                    </a:lnTo>
                    <a:lnTo>
                      <a:pt x="335" y="4582"/>
                    </a:lnTo>
                    <a:lnTo>
                      <a:pt x="377" y="4624"/>
                    </a:lnTo>
                    <a:lnTo>
                      <a:pt x="335" y="4666"/>
                    </a:lnTo>
                    <a:lnTo>
                      <a:pt x="252" y="4666"/>
                    </a:lnTo>
                    <a:lnTo>
                      <a:pt x="126" y="4687"/>
                    </a:lnTo>
                    <a:lnTo>
                      <a:pt x="1" y="4813"/>
                    </a:lnTo>
                    <a:lnTo>
                      <a:pt x="43" y="4834"/>
                    </a:lnTo>
                    <a:lnTo>
                      <a:pt x="126" y="4834"/>
                    </a:lnTo>
                    <a:lnTo>
                      <a:pt x="43" y="4896"/>
                    </a:lnTo>
                    <a:lnTo>
                      <a:pt x="43" y="5001"/>
                    </a:lnTo>
                    <a:lnTo>
                      <a:pt x="126" y="5085"/>
                    </a:lnTo>
                    <a:lnTo>
                      <a:pt x="168" y="5106"/>
                    </a:lnTo>
                    <a:lnTo>
                      <a:pt x="315" y="5106"/>
                    </a:lnTo>
                    <a:lnTo>
                      <a:pt x="335" y="5147"/>
                    </a:lnTo>
                    <a:lnTo>
                      <a:pt x="356" y="5147"/>
                    </a:lnTo>
                    <a:lnTo>
                      <a:pt x="377" y="5085"/>
                    </a:lnTo>
                    <a:lnTo>
                      <a:pt x="440" y="5085"/>
                    </a:lnTo>
                    <a:lnTo>
                      <a:pt x="524" y="5126"/>
                    </a:lnTo>
                    <a:lnTo>
                      <a:pt x="566" y="5210"/>
                    </a:lnTo>
                    <a:lnTo>
                      <a:pt x="545" y="5252"/>
                    </a:lnTo>
                    <a:lnTo>
                      <a:pt x="587" y="5315"/>
                    </a:lnTo>
                    <a:lnTo>
                      <a:pt x="670" y="5315"/>
                    </a:lnTo>
                    <a:lnTo>
                      <a:pt x="733" y="5336"/>
                    </a:lnTo>
                    <a:lnTo>
                      <a:pt x="754" y="5461"/>
                    </a:lnTo>
                    <a:lnTo>
                      <a:pt x="859" y="5545"/>
                    </a:lnTo>
                    <a:lnTo>
                      <a:pt x="942" y="5608"/>
                    </a:lnTo>
                    <a:lnTo>
                      <a:pt x="838" y="5670"/>
                    </a:lnTo>
                    <a:lnTo>
                      <a:pt x="879" y="5670"/>
                    </a:lnTo>
                    <a:lnTo>
                      <a:pt x="1005" y="5629"/>
                    </a:lnTo>
                    <a:lnTo>
                      <a:pt x="1005" y="5670"/>
                    </a:lnTo>
                    <a:lnTo>
                      <a:pt x="1110" y="5712"/>
                    </a:lnTo>
                    <a:lnTo>
                      <a:pt x="1256" y="5670"/>
                    </a:lnTo>
                    <a:lnTo>
                      <a:pt x="1465" y="5608"/>
                    </a:lnTo>
                    <a:lnTo>
                      <a:pt x="1612" y="5461"/>
                    </a:lnTo>
                    <a:lnTo>
                      <a:pt x="1737" y="5419"/>
                    </a:lnTo>
                    <a:lnTo>
                      <a:pt x="1737" y="5357"/>
                    </a:lnTo>
                    <a:lnTo>
                      <a:pt x="1716" y="5252"/>
                    </a:lnTo>
                    <a:lnTo>
                      <a:pt x="1800" y="5315"/>
                    </a:lnTo>
                    <a:lnTo>
                      <a:pt x="1779" y="5398"/>
                    </a:lnTo>
                    <a:lnTo>
                      <a:pt x="1905" y="5336"/>
                    </a:lnTo>
                    <a:lnTo>
                      <a:pt x="1926" y="5210"/>
                    </a:lnTo>
                    <a:lnTo>
                      <a:pt x="2009" y="5106"/>
                    </a:lnTo>
                    <a:lnTo>
                      <a:pt x="2198" y="5022"/>
                    </a:lnTo>
                    <a:lnTo>
                      <a:pt x="2323" y="5022"/>
                    </a:lnTo>
                    <a:lnTo>
                      <a:pt x="2365" y="5001"/>
                    </a:lnTo>
                    <a:lnTo>
                      <a:pt x="2365" y="4959"/>
                    </a:lnTo>
                    <a:lnTo>
                      <a:pt x="2260" y="4959"/>
                    </a:lnTo>
                    <a:lnTo>
                      <a:pt x="2323" y="4938"/>
                    </a:lnTo>
                    <a:lnTo>
                      <a:pt x="2344" y="4917"/>
                    </a:lnTo>
                    <a:lnTo>
                      <a:pt x="2323" y="4896"/>
                    </a:lnTo>
                    <a:lnTo>
                      <a:pt x="2449" y="4729"/>
                    </a:lnTo>
                    <a:lnTo>
                      <a:pt x="2532" y="4582"/>
                    </a:lnTo>
                    <a:lnTo>
                      <a:pt x="2574" y="4415"/>
                    </a:lnTo>
                    <a:lnTo>
                      <a:pt x="2658" y="4310"/>
                    </a:lnTo>
                    <a:lnTo>
                      <a:pt x="2930" y="4143"/>
                    </a:lnTo>
                    <a:lnTo>
                      <a:pt x="2972" y="4038"/>
                    </a:lnTo>
                    <a:lnTo>
                      <a:pt x="2993" y="3913"/>
                    </a:lnTo>
                    <a:lnTo>
                      <a:pt x="3097" y="3746"/>
                    </a:lnTo>
                    <a:lnTo>
                      <a:pt x="3160" y="3641"/>
                    </a:lnTo>
                    <a:lnTo>
                      <a:pt x="3181" y="3536"/>
                    </a:lnTo>
                    <a:lnTo>
                      <a:pt x="3265" y="3432"/>
                    </a:lnTo>
                    <a:lnTo>
                      <a:pt x="3369" y="3369"/>
                    </a:lnTo>
                    <a:lnTo>
                      <a:pt x="3390" y="3264"/>
                    </a:lnTo>
                    <a:lnTo>
                      <a:pt x="3474" y="3348"/>
                    </a:lnTo>
                    <a:lnTo>
                      <a:pt x="3516" y="3348"/>
                    </a:lnTo>
                    <a:lnTo>
                      <a:pt x="3558" y="3243"/>
                    </a:lnTo>
                    <a:lnTo>
                      <a:pt x="3662" y="3243"/>
                    </a:lnTo>
                    <a:lnTo>
                      <a:pt x="3725" y="3222"/>
                    </a:lnTo>
                    <a:lnTo>
                      <a:pt x="3788" y="3139"/>
                    </a:lnTo>
                    <a:lnTo>
                      <a:pt x="3788" y="3034"/>
                    </a:lnTo>
                    <a:lnTo>
                      <a:pt x="3704" y="2950"/>
                    </a:lnTo>
                    <a:lnTo>
                      <a:pt x="3704" y="2950"/>
                    </a:lnTo>
                    <a:lnTo>
                      <a:pt x="3809" y="3013"/>
                    </a:lnTo>
                    <a:lnTo>
                      <a:pt x="3830" y="3139"/>
                    </a:lnTo>
                    <a:lnTo>
                      <a:pt x="3892" y="3139"/>
                    </a:lnTo>
                    <a:lnTo>
                      <a:pt x="3976" y="3118"/>
                    </a:lnTo>
                    <a:lnTo>
                      <a:pt x="3976" y="3055"/>
                    </a:lnTo>
                    <a:lnTo>
                      <a:pt x="4039" y="3013"/>
                    </a:lnTo>
                    <a:lnTo>
                      <a:pt x="4123" y="3034"/>
                    </a:lnTo>
                    <a:lnTo>
                      <a:pt x="4123" y="3097"/>
                    </a:lnTo>
                    <a:lnTo>
                      <a:pt x="4018" y="3139"/>
                    </a:lnTo>
                    <a:lnTo>
                      <a:pt x="4123" y="3139"/>
                    </a:lnTo>
                    <a:lnTo>
                      <a:pt x="4227" y="3160"/>
                    </a:lnTo>
                    <a:lnTo>
                      <a:pt x="4248" y="3118"/>
                    </a:lnTo>
                    <a:lnTo>
                      <a:pt x="4248" y="3034"/>
                    </a:lnTo>
                    <a:lnTo>
                      <a:pt x="4290" y="2992"/>
                    </a:lnTo>
                    <a:lnTo>
                      <a:pt x="4311" y="3013"/>
                    </a:lnTo>
                    <a:lnTo>
                      <a:pt x="4311" y="3139"/>
                    </a:lnTo>
                    <a:lnTo>
                      <a:pt x="4332" y="3160"/>
                    </a:lnTo>
                    <a:lnTo>
                      <a:pt x="4395" y="3118"/>
                    </a:lnTo>
                    <a:lnTo>
                      <a:pt x="4416" y="2950"/>
                    </a:lnTo>
                    <a:lnTo>
                      <a:pt x="4353" y="2867"/>
                    </a:lnTo>
                    <a:lnTo>
                      <a:pt x="4290" y="2867"/>
                    </a:lnTo>
                    <a:lnTo>
                      <a:pt x="4311" y="2825"/>
                    </a:lnTo>
                    <a:lnTo>
                      <a:pt x="4311" y="2699"/>
                    </a:lnTo>
                    <a:lnTo>
                      <a:pt x="4332" y="2511"/>
                    </a:lnTo>
                    <a:lnTo>
                      <a:pt x="4416" y="2490"/>
                    </a:lnTo>
                    <a:lnTo>
                      <a:pt x="4562" y="2427"/>
                    </a:lnTo>
                    <a:lnTo>
                      <a:pt x="4750" y="2323"/>
                    </a:lnTo>
                    <a:lnTo>
                      <a:pt x="4771" y="2260"/>
                    </a:lnTo>
                    <a:lnTo>
                      <a:pt x="4918" y="2093"/>
                    </a:lnTo>
                    <a:lnTo>
                      <a:pt x="4918" y="1988"/>
                    </a:lnTo>
                    <a:lnTo>
                      <a:pt x="5043" y="1862"/>
                    </a:lnTo>
                    <a:lnTo>
                      <a:pt x="5127" y="1883"/>
                    </a:lnTo>
                    <a:lnTo>
                      <a:pt x="5127" y="1821"/>
                    </a:lnTo>
                    <a:lnTo>
                      <a:pt x="5336" y="1632"/>
                    </a:lnTo>
                    <a:lnTo>
                      <a:pt x="5336" y="1549"/>
                    </a:lnTo>
                    <a:lnTo>
                      <a:pt x="5650" y="1277"/>
                    </a:lnTo>
                    <a:lnTo>
                      <a:pt x="5755" y="1235"/>
                    </a:lnTo>
                    <a:lnTo>
                      <a:pt x="5692" y="1214"/>
                    </a:lnTo>
                    <a:lnTo>
                      <a:pt x="5671" y="1109"/>
                    </a:lnTo>
                    <a:lnTo>
                      <a:pt x="5608" y="1005"/>
                    </a:lnTo>
                    <a:lnTo>
                      <a:pt x="5650" y="900"/>
                    </a:lnTo>
                    <a:lnTo>
                      <a:pt x="5671" y="774"/>
                    </a:lnTo>
                    <a:lnTo>
                      <a:pt x="5692" y="816"/>
                    </a:lnTo>
                    <a:lnTo>
                      <a:pt x="5797" y="649"/>
                    </a:lnTo>
                    <a:lnTo>
                      <a:pt x="5713" y="691"/>
                    </a:lnTo>
                    <a:lnTo>
                      <a:pt x="5650" y="691"/>
                    </a:lnTo>
                    <a:lnTo>
                      <a:pt x="5755" y="628"/>
                    </a:lnTo>
                    <a:lnTo>
                      <a:pt x="5817" y="502"/>
                    </a:lnTo>
                    <a:lnTo>
                      <a:pt x="5797" y="502"/>
                    </a:lnTo>
                    <a:lnTo>
                      <a:pt x="5797" y="419"/>
                    </a:lnTo>
                    <a:lnTo>
                      <a:pt x="5713" y="419"/>
                    </a:lnTo>
                    <a:lnTo>
                      <a:pt x="5650" y="544"/>
                    </a:lnTo>
                    <a:lnTo>
                      <a:pt x="5671" y="586"/>
                    </a:lnTo>
                    <a:lnTo>
                      <a:pt x="5713" y="607"/>
                    </a:lnTo>
                    <a:lnTo>
                      <a:pt x="5608" y="649"/>
                    </a:lnTo>
                    <a:lnTo>
                      <a:pt x="5566" y="607"/>
                    </a:lnTo>
                    <a:lnTo>
                      <a:pt x="5566" y="544"/>
                    </a:lnTo>
                    <a:lnTo>
                      <a:pt x="5504" y="544"/>
                    </a:lnTo>
                    <a:lnTo>
                      <a:pt x="5441" y="523"/>
                    </a:lnTo>
                    <a:lnTo>
                      <a:pt x="5378" y="586"/>
                    </a:lnTo>
                    <a:lnTo>
                      <a:pt x="5294" y="691"/>
                    </a:lnTo>
                    <a:lnTo>
                      <a:pt x="5232" y="628"/>
                    </a:lnTo>
                    <a:lnTo>
                      <a:pt x="5169" y="481"/>
                    </a:lnTo>
                    <a:lnTo>
                      <a:pt x="5232" y="440"/>
                    </a:lnTo>
                    <a:lnTo>
                      <a:pt x="5273" y="377"/>
                    </a:lnTo>
                    <a:lnTo>
                      <a:pt x="5273" y="314"/>
                    </a:lnTo>
                    <a:lnTo>
                      <a:pt x="5252" y="293"/>
                    </a:lnTo>
                    <a:lnTo>
                      <a:pt x="5273" y="251"/>
                    </a:lnTo>
                    <a:lnTo>
                      <a:pt x="5232" y="209"/>
                    </a:lnTo>
                    <a:lnTo>
                      <a:pt x="5169" y="251"/>
                    </a:lnTo>
                    <a:lnTo>
                      <a:pt x="5127" y="230"/>
                    </a:lnTo>
                    <a:lnTo>
                      <a:pt x="5064" y="188"/>
                    </a:lnTo>
                    <a:lnTo>
                      <a:pt x="5085" y="105"/>
                    </a:lnTo>
                    <a:lnTo>
                      <a:pt x="516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66" name="Google Shape;7802;p67">
                <a:extLst>
                  <a:ext uri="{FF2B5EF4-FFF2-40B4-BE49-F238E27FC236}">
                    <a16:creationId xmlns:a16="http://schemas.microsoft.com/office/drawing/2014/main" id="{42BBE0E9-7B14-2F66-022C-2E385E29C760}"/>
                  </a:ext>
                </a:extLst>
              </p:cNvPr>
              <p:cNvSpPr/>
              <p:nvPr/>
            </p:nvSpPr>
            <p:spPr>
              <a:xfrm>
                <a:off x="6101375" y="3852150"/>
                <a:ext cx="82150" cy="171075"/>
              </a:xfrm>
              <a:custGeom>
                <a:avLst/>
                <a:gdLst/>
                <a:ahLst/>
                <a:cxnLst/>
                <a:rect l="l" t="t" r="r" b="b"/>
                <a:pathLst>
                  <a:path w="3286" h="6843" extrusionOk="0">
                    <a:moveTo>
                      <a:pt x="880" y="0"/>
                    </a:moveTo>
                    <a:lnTo>
                      <a:pt x="796" y="21"/>
                    </a:lnTo>
                    <a:lnTo>
                      <a:pt x="650" y="21"/>
                    </a:lnTo>
                    <a:lnTo>
                      <a:pt x="650" y="42"/>
                    </a:lnTo>
                    <a:lnTo>
                      <a:pt x="733" y="126"/>
                    </a:lnTo>
                    <a:lnTo>
                      <a:pt x="859" y="440"/>
                    </a:lnTo>
                    <a:lnTo>
                      <a:pt x="859" y="544"/>
                    </a:lnTo>
                    <a:lnTo>
                      <a:pt x="859" y="733"/>
                    </a:lnTo>
                    <a:lnTo>
                      <a:pt x="796" y="774"/>
                    </a:lnTo>
                    <a:lnTo>
                      <a:pt x="754" y="774"/>
                    </a:lnTo>
                    <a:lnTo>
                      <a:pt x="754" y="795"/>
                    </a:lnTo>
                    <a:lnTo>
                      <a:pt x="796" y="1046"/>
                    </a:lnTo>
                    <a:lnTo>
                      <a:pt x="838" y="1067"/>
                    </a:lnTo>
                    <a:lnTo>
                      <a:pt x="942" y="1026"/>
                    </a:lnTo>
                    <a:lnTo>
                      <a:pt x="1047" y="1026"/>
                    </a:lnTo>
                    <a:lnTo>
                      <a:pt x="963" y="1046"/>
                    </a:lnTo>
                    <a:lnTo>
                      <a:pt x="880" y="1151"/>
                    </a:lnTo>
                    <a:lnTo>
                      <a:pt x="901" y="1277"/>
                    </a:lnTo>
                    <a:lnTo>
                      <a:pt x="984" y="1444"/>
                    </a:lnTo>
                    <a:lnTo>
                      <a:pt x="1005" y="1716"/>
                    </a:lnTo>
                    <a:lnTo>
                      <a:pt x="1005" y="1904"/>
                    </a:lnTo>
                    <a:lnTo>
                      <a:pt x="1005" y="2030"/>
                    </a:lnTo>
                    <a:lnTo>
                      <a:pt x="1068" y="2009"/>
                    </a:lnTo>
                    <a:lnTo>
                      <a:pt x="1089" y="1904"/>
                    </a:lnTo>
                    <a:lnTo>
                      <a:pt x="1068" y="1821"/>
                    </a:lnTo>
                    <a:lnTo>
                      <a:pt x="1089" y="1800"/>
                    </a:lnTo>
                    <a:lnTo>
                      <a:pt x="1152" y="1842"/>
                    </a:lnTo>
                    <a:lnTo>
                      <a:pt x="1152" y="1967"/>
                    </a:lnTo>
                    <a:lnTo>
                      <a:pt x="1194" y="1967"/>
                    </a:lnTo>
                    <a:lnTo>
                      <a:pt x="1214" y="1904"/>
                    </a:lnTo>
                    <a:lnTo>
                      <a:pt x="1194" y="1842"/>
                    </a:lnTo>
                    <a:lnTo>
                      <a:pt x="1214" y="1842"/>
                    </a:lnTo>
                    <a:lnTo>
                      <a:pt x="1256" y="1925"/>
                    </a:lnTo>
                    <a:lnTo>
                      <a:pt x="1173" y="2030"/>
                    </a:lnTo>
                    <a:lnTo>
                      <a:pt x="1152" y="2134"/>
                    </a:lnTo>
                    <a:lnTo>
                      <a:pt x="1152" y="2197"/>
                    </a:lnTo>
                    <a:lnTo>
                      <a:pt x="1110" y="2218"/>
                    </a:lnTo>
                    <a:lnTo>
                      <a:pt x="1068" y="2134"/>
                    </a:lnTo>
                    <a:lnTo>
                      <a:pt x="1005" y="2134"/>
                    </a:lnTo>
                    <a:lnTo>
                      <a:pt x="1047" y="2323"/>
                    </a:lnTo>
                    <a:lnTo>
                      <a:pt x="1110" y="2532"/>
                    </a:lnTo>
                    <a:lnTo>
                      <a:pt x="1173" y="2553"/>
                    </a:lnTo>
                    <a:lnTo>
                      <a:pt x="1194" y="2532"/>
                    </a:lnTo>
                    <a:lnTo>
                      <a:pt x="1256" y="2616"/>
                    </a:lnTo>
                    <a:lnTo>
                      <a:pt x="1256" y="2658"/>
                    </a:lnTo>
                    <a:lnTo>
                      <a:pt x="1298" y="2699"/>
                    </a:lnTo>
                    <a:lnTo>
                      <a:pt x="1194" y="2762"/>
                    </a:lnTo>
                    <a:lnTo>
                      <a:pt x="1194" y="2825"/>
                    </a:lnTo>
                    <a:lnTo>
                      <a:pt x="1214" y="2867"/>
                    </a:lnTo>
                    <a:lnTo>
                      <a:pt x="1194" y="2950"/>
                    </a:lnTo>
                    <a:lnTo>
                      <a:pt x="1110" y="3139"/>
                    </a:lnTo>
                    <a:lnTo>
                      <a:pt x="1152" y="3243"/>
                    </a:lnTo>
                    <a:lnTo>
                      <a:pt x="1089" y="3264"/>
                    </a:lnTo>
                    <a:lnTo>
                      <a:pt x="1173" y="3348"/>
                    </a:lnTo>
                    <a:lnTo>
                      <a:pt x="1152" y="3369"/>
                    </a:lnTo>
                    <a:lnTo>
                      <a:pt x="1068" y="3369"/>
                    </a:lnTo>
                    <a:lnTo>
                      <a:pt x="1005" y="3474"/>
                    </a:lnTo>
                    <a:lnTo>
                      <a:pt x="1005" y="3536"/>
                    </a:lnTo>
                    <a:lnTo>
                      <a:pt x="1068" y="3599"/>
                    </a:lnTo>
                    <a:lnTo>
                      <a:pt x="1005" y="3641"/>
                    </a:lnTo>
                    <a:lnTo>
                      <a:pt x="942" y="3641"/>
                    </a:lnTo>
                    <a:lnTo>
                      <a:pt x="880" y="3767"/>
                    </a:lnTo>
                    <a:lnTo>
                      <a:pt x="796" y="4164"/>
                    </a:lnTo>
                    <a:lnTo>
                      <a:pt x="796" y="4269"/>
                    </a:lnTo>
                    <a:lnTo>
                      <a:pt x="733" y="4331"/>
                    </a:lnTo>
                    <a:lnTo>
                      <a:pt x="629" y="4331"/>
                    </a:lnTo>
                    <a:lnTo>
                      <a:pt x="545" y="4290"/>
                    </a:lnTo>
                    <a:lnTo>
                      <a:pt x="419" y="4311"/>
                    </a:lnTo>
                    <a:lnTo>
                      <a:pt x="210" y="4415"/>
                    </a:lnTo>
                    <a:lnTo>
                      <a:pt x="106" y="4520"/>
                    </a:lnTo>
                    <a:lnTo>
                      <a:pt x="64" y="4645"/>
                    </a:lnTo>
                    <a:lnTo>
                      <a:pt x="106" y="4834"/>
                    </a:lnTo>
                    <a:lnTo>
                      <a:pt x="210" y="4917"/>
                    </a:lnTo>
                    <a:lnTo>
                      <a:pt x="357" y="5022"/>
                    </a:lnTo>
                    <a:lnTo>
                      <a:pt x="440" y="5168"/>
                    </a:lnTo>
                    <a:lnTo>
                      <a:pt x="587" y="5231"/>
                    </a:lnTo>
                    <a:lnTo>
                      <a:pt x="650" y="5273"/>
                    </a:lnTo>
                    <a:lnTo>
                      <a:pt x="670" y="5545"/>
                    </a:lnTo>
                    <a:lnTo>
                      <a:pt x="691" y="5566"/>
                    </a:lnTo>
                    <a:lnTo>
                      <a:pt x="670" y="5587"/>
                    </a:lnTo>
                    <a:lnTo>
                      <a:pt x="670" y="5733"/>
                    </a:lnTo>
                    <a:lnTo>
                      <a:pt x="629" y="5838"/>
                    </a:lnTo>
                    <a:lnTo>
                      <a:pt x="378" y="6110"/>
                    </a:lnTo>
                    <a:lnTo>
                      <a:pt x="231" y="6277"/>
                    </a:lnTo>
                    <a:lnTo>
                      <a:pt x="43" y="6424"/>
                    </a:lnTo>
                    <a:lnTo>
                      <a:pt x="1" y="6508"/>
                    </a:lnTo>
                    <a:lnTo>
                      <a:pt x="22" y="6549"/>
                    </a:lnTo>
                    <a:lnTo>
                      <a:pt x="126" y="6591"/>
                    </a:lnTo>
                    <a:lnTo>
                      <a:pt x="147" y="6528"/>
                    </a:lnTo>
                    <a:lnTo>
                      <a:pt x="210" y="6528"/>
                    </a:lnTo>
                    <a:lnTo>
                      <a:pt x="210" y="6612"/>
                    </a:lnTo>
                    <a:lnTo>
                      <a:pt x="210" y="6675"/>
                    </a:lnTo>
                    <a:lnTo>
                      <a:pt x="231" y="6696"/>
                    </a:lnTo>
                    <a:lnTo>
                      <a:pt x="273" y="6675"/>
                    </a:lnTo>
                    <a:lnTo>
                      <a:pt x="315" y="6717"/>
                    </a:lnTo>
                    <a:lnTo>
                      <a:pt x="315" y="6800"/>
                    </a:lnTo>
                    <a:lnTo>
                      <a:pt x="336" y="6842"/>
                    </a:lnTo>
                    <a:lnTo>
                      <a:pt x="419" y="6821"/>
                    </a:lnTo>
                    <a:lnTo>
                      <a:pt x="629" y="6675"/>
                    </a:lnTo>
                    <a:lnTo>
                      <a:pt x="796" y="6528"/>
                    </a:lnTo>
                    <a:lnTo>
                      <a:pt x="984" y="6361"/>
                    </a:lnTo>
                    <a:lnTo>
                      <a:pt x="1152" y="6173"/>
                    </a:lnTo>
                    <a:lnTo>
                      <a:pt x="1319" y="5901"/>
                    </a:lnTo>
                    <a:lnTo>
                      <a:pt x="1424" y="5859"/>
                    </a:lnTo>
                    <a:lnTo>
                      <a:pt x="1507" y="5859"/>
                    </a:lnTo>
                    <a:lnTo>
                      <a:pt x="1570" y="5775"/>
                    </a:lnTo>
                    <a:lnTo>
                      <a:pt x="1570" y="5691"/>
                    </a:lnTo>
                    <a:lnTo>
                      <a:pt x="1612" y="5650"/>
                    </a:lnTo>
                    <a:lnTo>
                      <a:pt x="1717" y="5587"/>
                    </a:lnTo>
                    <a:lnTo>
                      <a:pt x="1800" y="5357"/>
                    </a:lnTo>
                    <a:lnTo>
                      <a:pt x="1905" y="5210"/>
                    </a:lnTo>
                    <a:lnTo>
                      <a:pt x="1905" y="5147"/>
                    </a:lnTo>
                    <a:lnTo>
                      <a:pt x="1989" y="5106"/>
                    </a:lnTo>
                    <a:lnTo>
                      <a:pt x="1884" y="4980"/>
                    </a:lnTo>
                    <a:lnTo>
                      <a:pt x="1717" y="4980"/>
                    </a:lnTo>
                    <a:lnTo>
                      <a:pt x="1800" y="4938"/>
                    </a:lnTo>
                    <a:lnTo>
                      <a:pt x="1884" y="4917"/>
                    </a:lnTo>
                    <a:lnTo>
                      <a:pt x="2114" y="4624"/>
                    </a:lnTo>
                    <a:lnTo>
                      <a:pt x="2240" y="4603"/>
                    </a:lnTo>
                    <a:lnTo>
                      <a:pt x="2428" y="4624"/>
                    </a:lnTo>
                    <a:lnTo>
                      <a:pt x="2512" y="4624"/>
                    </a:lnTo>
                    <a:lnTo>
                      <a:pt x="2512" y="4708"/>
                    </a:lnTo>
                    <a:lnTo>
                      <a:pt x="2512" y="4792"/>
                    </a:lnTo>
                    <a:lnTo>
                      <a:pt x="2616" y="4708"/>
                    </a:lnTo>
                    <a:lnTo>
                      <a:pt x="2679" y="4645"/>
                    </a:lnTo>
                    <a:lnTo>
                      <a:pt x="2533" y="4603"/>
                    </a:lnTo>
                    <a:lnTo>
                      <a:pt x="2554" y="4499"/>
                    </a:lnTo>
                    <a:lnTo>
                      <a:pt x="2637" y="4311"/>
                    </a:lnTo>
                    <a:lnTo>
                      <a:pt x="2679" y="4227"/>
                    </a:lnTo>
                    <a:lnTo>
                      <a:pt x="2784" y="4227"/>
                    </a:lnTo>
                    <a:lnTo>
                      <a:pt x="2826" y="4290"/>
                    </a:lnTo>
                    <a:lnTo>
                      <a:pt x="2867" y="4227"/>
                    </a:lnTo>
                    <a:lnTo>
                      <a:pt x="2930" y="4122"/>
                    </a:lnTo>
                    <a:lnTo>
                      <a:pt x="3077" y="3892"/>
                    </a:lnTo>
                    <a:lnTo>
                      <a:pt x="3077" y="3808"/>
                    </a:lnTo>
                    <a:lnTo>
                      <a:pt x="3077" y="3746"/>
                    </a:lnTo>
                    <a:lnTo>
                      <a:pt x="3098" y="3599"/>
                    </a:lnTo>
                    <a:lnTo>
                      <a:pt x="3202" y="3495"/>
                    </a:lnTo>
                    <a:lnTo>
                      <a:pt x="3286" y="3453"/>
                    </a:lnTo>
                    <a:lnTo>
                      <a:pt x="3286" y="3411"/>
                    </a:lnTo>
                    <a:lnTo>
                      <a:pt x="3160" y="3369"/>
                    </a:lnTo>
                    <a:lnTo>
                      <a:pt x="3098" y="3285"/>
                    </a:lnTo>
                    <a:lnTo>
                      <a:pt x="3139" y="3285"/>
                    </a:lnTo>
                    <a:lnTo>
                      <a:pt x="3160" y="3243"/>
                    </a:lnTo>
                    <a:lnTo>
                      <a:pt x="3035" y="3222"/>
                    </a:lnTo>
                    <a:lnTo>
                      <a:pt x="2888" y="3327"/>
                    </a:lnTo>
                    <a:lnTo>
                      <a:pt x="2679" y="3536"/>
                    </a:lnTo>
                    <a:lnTo>
                      <a:pt x="2554" y="3536"/>
                    </a:lnTo>
                    <a:lnTo>
                      <a:pt x="2470" y="3578"/>
                    </a:lnTo>
                    <a:lnTo>
                      <a:pt x="2365" y="3536"/>
                    </a:lnTo>
                    <a:lnTo>
                      <a:pt x="2135" y="3285"/>
                    </a:lnTo>
                    <a:lnTo>
                      <a:pt x="2051" y="3285"/>
                    </a:lnTo>
                    <a:lnTo>
                      <a:pt x="1989" y="3181"/>
                    </a:lnTo>
                    <a:lnTo>
                      <a:pt x="1947" y="3118"/>
                    </a:lnTo>
                    <a:lnTo>
                      <a:pt x="2010" y="3034"/>
                    </a:lnTo>
                    <a:lnTo>
                      <a:pt x="2030" y="2888"/>
                    </a:lnTo>
                    <a:lnTo>
                      <a:pt x="1926" y="2720"/>
                    </a:lnTo>
                    <a:lnTo>
                      <a:pt x="1926" y="2637"/>
                    </a:lnTo>
                    <a:lnTo>
                      <a:pt x="1905" y="2595"/>
                    </a:lnTo>
                    <a:lnTo>
                      <a:pt x="1905" y="2448"/>
                    </a:lnTo>
                    <a:lnTo>
                      <a:pt x="1947" y="2365"/>
                    </a:lnTo>
                    <a:lnTo>
                      <a:pt x="1884" y="2365"/>
                    </a:lnTo>
                    <a:lnTo>
                      <a:pt x="1884" y="2239"/>
                    </a:lnTo>
                    <a:lnTo>
                      <a:pt x="1842" y="2176"/>
                    </a:lnTo>
                    <a:lnTo>
                      <a:pt x="1800" y="2197"/>
                    </a:lnTo>
                    <a:lnTo>
                      <a:pt x="1717" y="2134"/>
                    </a:lnTo>
                    <a:lnTo>
                      <a:pt x="1675" y="2197"/>
                    </a:lnTo>
                    <a:lnTo>
                      <a:pt x="1779" y="2281"/>
                    </a:lnTo>
                    <a:lnTo>
                      <a:pt x="1738" y="2365"/>
                    </a:lnTo>
                    <a:lnTo>
                      <a:pt x="1779" y="2427"/>
                    </a:lnTo>
                    <a:lnTo>
                      <a:pt x="1696" y="2511"/>
                    </a:lnTo>
                    <a:lnTo>
                      <a:pt x="1696" y="2595"/>
                    </a:lnTo>
                    <a:lnTo>
                      <a:pt x="1779" y="2699"/>
                    </a:lnTo>
                    <a:lnTo>
                      <a:pt x="1779" y="2741"/>
                    </a:lnTo>
                    <a:lnTo>
                      <a:pt x="1675" y="2762"/>
                    </a:lnTo>
                    <a:lnTo>
                      <a:pt x="1612" y="2720"/>
                    </a:lnTo>
                    <a:lnTo>
                      <a:pt x="1591" y="2616"/>
                    </a:lnTo>
                    <a:lnTo>
                      <a:pt x="1486" y="2595"/>
                    </a:lnTo>
                    <a:lnTo>
                      <a:pt x="1486" y="2532"/>
                    </a:lnTo>
                    <a:lnTo>
                      <a:pt x="1382" y="2511"/>
                    </a:lnTo>
                    <a:lnTo>
                      <a:pt x="1319" y="2511"/>
                    </a:lnTo>
                    <a:lnTo>
                      <a:pt x="1298" y="2448"/>
                    </a:lnTo>
                    <a:lnTo>
                      <a:pt x="1403" y="2406"/>
                    </a:lnTo>
                    <a:lnTo>
                      <a:pt x="1424" y="2323"/>
                    </a:lnTo>
                    <a:lnTo>
                      <a:pt x="1319" y="2239"/>
                    </a:lnTo>
                    <a:lnTo>
                      <a:pt x="1403" y="2114"/>
                    </a:lnTo>
                    <a:lnTo>
                      <a:pt x="1486" y="2093"/>
                    </a:lnTo>
                    <a:lnTo>
                      <a:pt x="1507" y="1988"/>
                    </a:lnTo>
                    <a:lnTo>
                      <a:pt x="1486" y="1904"/>
                    </a:lnTo>
                    <a:lnTo>
                      <a:pt x="1507" y="1821"/>
                    </a:lnTo>
                    <a:lnTo>
                      <a:pt x="1466" y="1758"/>
                    </a:lnTo>
                    <a:lnTo>
                      <a:pt x="1486" y="1611"/>
                    </a:lnTo>
                    <a:lnTo>
                      <a:pt x="1361" y="1507"/>
                    </a:lnTo>
                    <a:lnTo>
                      <a:pt x="1361" y="1465"/>
                    </a:lnTo>
                    <a:lnTo>
                      <a:pt x="1424" y="1507"/>
                    </a:lnTo>
                    <a:lnTo>
                      <a:pt x="1528" y="1486"/>
                    </a:lnTo>
                    <a:lnTo>
                      <a:pt x="1570" y="1360"/>
                    </a:lnTo>
                    <a:lnTo>
                      <a:pt x="1591" y="1318"/>
                    </a:lnTo>
                    <a:lnTo>
                      <a:pt x="1591" y="1151"/>
                    </a:lnTo>
                    <a:lnTo>
                      <a:pt x="1570" y="1026"/>
                    </a:lnTo>
                    <a:lnTo>
                      <a:pt x="1570" y="921"/>
                    </a:lnTo>
                    <a:lnTo>
                      <a:pt x="1507" y="942"/>
                    </a:lnTo>
                    <a:lnTo>
                      <a:pt x="1382" y="984"/>
                    </a:lnTo>
                    <a:lnTo>
                      <a:pt x="1277" y="879"/>
                    </a:lnTo>
                    <a:lnTo>
                      <a:pt x="1361" y="837"/>
                    </a:lnTo>
                    <a:lnTo>
                      <a:pt x="1277" y="774"/>
                    </a:lnTo>
                    <a:lnTo>
                      <a:pt x="1214" y="754"/>
                    </a:lnTo>
                    <a:lnTo>
                      <a:pt x="1277" y="712"/>
                    </a:lnTo>
                    <a:lnTo>
                      <a:pt x="1361" y="649"/>
                    </a:lnTo>
                    <a:lnTo>
                      <a:pt x="1361" y="607"/>
                    </a:lnTo>
                    <a:lnTo>
                      <a:pt x="1256" y="565"/>
                    </a:lnTo>
                    <a:lnTo>
                      <a:pt x="1173" y="502"/>
                    </a:lnTo>
                    <a:lnTo>
                      <a:pt x="1089" y="544"/>
                    </a:lnTo>
                    <a:lnTo>
                      <a:pt x="1089" y="440"/>
                    </a:lnTo>
                    <a:lnTo>
                      <a:pt x="1110" y="440"/>
                    </a:lnTo>
                    <a:lnTo>
                      <a:pt x="1173" y="356"/>
                    </a:lnTo>
                    <a:lnTo>
                      <a:pt x="1110" y="356"/>
                    </a:lnTo>
                    <a:lnTo>
                      <a:pt x="1047" y="398"/>
                    </a:lnTo>
                    <a:lnTo>
                      <a:pt x="1047" y="461"/>
                    </a:lnTo>
                    <a:lnTo>
                      <a:pt x="1005" y="544"/>
                    </a:lnTo>
                    <a:lnTo>
                      <a:pt x="942" y="523"/>
                    </a:lnTo>
                    <a:lnTo>
                      <a:pt x="963" y="419"/>
                    </a:lnTo>
                    <a:lnTo>
                      <a:pt x="901" y="335"/>
                    </a:lnTo>
                    <a:lnTo>
                      <a:pt x="880" y="209"/>
                    </a:lnTo>
                    <a:lnTo>
                      <a:pt x="880" y="105"/>
                    </a:lnTo>
                    <a:lnTo>
                      <a:pt x="880" y="42"/>
                    </a:lnTo>
                    <a:lnTo>
                      <a:pt x="942" y="42"/>
                    </a:lnTo>
                    <a:lnTo>
                      <a:pt x="88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59" name="Google Shape;7803;p67">
              <a:extLst>
                <a:ext uri="{FF2B5EF4-FFF2-40B4-BE49-F238E27FC236}">
                  <a16:creationId xmlns:a16="http://schemas.microsoft.com/office/drawing/2014/main" id="{F27A3BAE-41EA-5FF4-74FC-FCB3FA54A60B}"/>
                </a:ext>
              </a:extLst>
            </p:cNvPr>
            <p:cNvSpPr/>
            <p:nvPr/>
          </p:nvSpPr>
          <p:spPr>
            <a:xfrm>
              <a:off x="3399625" y="2088800"/>
              <a:ext cx="127125" cy="77450"/>
            </a:xfrm>
            <a:custGeom>
              <a:avLst/>
              <a:gdLst/>
              <a:ahLst/>
              <a:cxnLst/>
              <a:rect l="l" t="t" r="r" b="b"/>
              <a:pathLst>
                <a:path w="5085" h="3098" extrusionOk="0">
                  <a:moveTo>
                    <a:pt x="900" y="1"/>
                  </a:moveTo>
                  <a:lnTo>
                    <a:pt x="733" y="22"/>
                  </a:lnTo>
                  <a:lnTo>
                    <a:pt x="733" y="64"/>
                  </a:lnTo>
                  <a:lnTo>
                    <a:pt x="775" y="126"/>
                  </a:lnTo>
                  <a:lnTo>
                    <a:pt x="837" y="126"/>
                  </a:lnTo>
                  <a:lnTo>
                    <a:pt x="858" y="64"/>
                  </a:lnTo>
                  <a:lnTo>
                    <a:pt x="942" y="64"/>
                  </a:lnTo>
                  <a:lnTo>
                    <a:pt x="984" y="126"/>
                  </a:lnTo>
                  <a:lnTo>
                    <a:pt x="1088" y="147"/>
                  </a:lnTo>
                  <a:lnTo>
                    <a:pt x="1047" y="210"/>
                  </a:lnTo>
                  <a:lnTo>
                    <a:pt x="942" y="168"/>
                  </a:lnTo>
                  <a:lnTo>
                    <a:pt x="837" y="168"/>
                  </a:lnTo>
                  <a:lnTo>
                    <a:pt x="858" y="231"/>
                  </a:lnTo>
                  <a:lnTo>
                    <a:pt x="1005" y="315"/>
                  </a:lnTo>
                  <a:lnTo>
                    <a:pt x="1109" y="440"/>
                  </a:lnTo>
                  <a:lnTo>
                    <a:pt x="1088" y="524"/>
                  </a:lnTo>
                  <a:lnTo>
                    <a:pt x="1047" y="545"/>
                  </a:lnTo>
                  <a:lnTo>
                    <a:pt x="1047" y="461"/>
                  </a:lnTo>
                  <a:lnTo>
                    <a:pt x="900" y="377"/>
                  </a:lnTo>
                  <a:lnTo>
                    <a:pt x="837" y="461"/>
                  </a:lnTo>
                  <a:lnTo>
                    <a:pt x="775" y="440"/>
                  </a:lnTo>
                  <a:lnTo>
                    <a:pt x="796" y="356"/>
                  </a:lnTo>
                  <a:lnTo>
                    <a:pt x="691" y="252"/>
                  </a:lnTo>
                  <a:lnTo>
                    <a:pt x="586" y="210"/>
                  </a:lnTo>
                  <a:lnTo>
                    <a:pt x="524" y="252"/>
                  </a:lnTo>
                  <a:lnTo>
                    <a:pt x="586" y="356"/>
                  </a:lnTo>
                  <a:lnTo>
                    <a:pt x="565" y="419"/>
                  </a:lnTo>
                  <a:lnTo>
                    <a:pt x="524" y="315"/>
                  </a:lnTo>
                  <a:lnTo>
                    <a:pt x="419" y="273"/>
                  </a:lnTo>
                  <a:lnTo>
                    <a:pt x="377" y="356"/>
                  </a:lnTo>
                  <a:lnTo>
                    <a:pt x="461" y="440"/>
                  </a:lnTo>
                  <a:lnTo>
                    <a:pt x="524" y="482"/>
                  </a:lnTo>
                  <a:lnTo>
                    <a:pt x="565" y="545"/>
                  </a:lnTo>
                  <a:lnTo>
                    <a:pt x="461" y="482"/>
                  </a:lnTo>
                  <a:lnTo>
                    <a:pt x="356" y="545"/>
                  </a:lnTo>
                  <a:lnTo>
                    <a:pt x="419" y="608"/>
                  </a:lnTo>
                  <a:lnTo>
                    <a:pt x="565" y="670"/>
                  </a:lnTo>
                  <a:lnTo>
                    <a:pt x="482" y="670"/>
                  </a:lnTo>
                  <a:lnTo>
                    <a:pt x="461" y="733"/>
                  </a:lnTo>
                  <a:lnTo>
                    <a:pt x="482" y="775"/>
                  </a:lnTo>
                  <a:lnTo>
                    <a:pt x="461" y="775"/>
                  </a:lnTo>
                  <a:lnTo>
                    <a:pt x="272" y="649"/>
                  </a:lnTo>
                  <a:lnTo>
                    <a:pt x="231" y="608"/>
                  </a:lnTo>
                  <a:lnTo>
                    <a:pt x="168" y="670"/>
                  </a:lnTo>
                  <a:lnTo>
                    <a:pt x="252" y="796"/>
                  </a:lnTo>
                  <a:lnTo>
                    <a:pt x="314" y="880"/>
                  </a:lnTo>
                  <a:lnTo>
                    <a:pt x="252" y="900"/>
                  </a:lnTo>
                  <a:lnTo>
                    <a:pt x="147" y="775"/>
                  </a:lnTo>
                  <a:lnTo>
                    <a:pt x="63" y="754"/>
                  </a:lnTo>
                  <a:lnTo>
                    <a:pt x="0" y="859"/>
                  </a:lnTo>
                  <a:lnTo>
                    <a:pt x="126" y="900"/>
                  </a:lnTo>
                  <a:lnTo>
                    <a:pt x="231" y="1005"/>
                  </a:lnTo>
                  <a:lnTo>
                    <a:pt x="356" y="1047"/>
                  </a:lnTo>
                  <a:lnTo>
                    <a:pt x="440" y="942"/>
                  </a:lnTo>
                  <a:lnTo>
                    <a:pt x="565" y="900"/>
                  </a:lnTo>
                  <a:lnTo>
                    <a:pt x="628" y="796"/>
                  </a:lnTo>
                  <a:lnTo>
                    <a:pt x="649" y="859"/>
                  </a:lnTo>
                  <a:lnTo>
                    <a:pt x="649" y="900"/>
                  </a:lnTo>
                  <a:lnTo>
                    <a:pt x="691" y="900"/>
                  </a:lnTo>
                  <a:lnTo>
                    <a:pt x="775" y="880"/>
                  </a:lnTo>
                  <a:lnTo>
                    <a:pt x="796" y="984"/>
                  </a:lnTo>
                  <a:lnTo>
                    <a:pt x="858" y="984"/>
                  </a:lnTo>
                  <a:lnTo>
                    <a:pt x="942" y="900"/>
                  </a:lnTo>
                  <a:lnTo>
                    <a:pt x="963" y="859"/>
                  </a:lnTo>
                  <a:lnTo>
                    <a:pt x="984" y="963"/>
                  </a:lnTo>
                  <a:lnTo>
                    <a:pt x="1005" y="963"/>
                  </a:lnTo>
                  <a:lnTo>
                    <a:pt x="1151" y="859"/>
                  </a:lnTo>
                  <a:lnTo>
                    <a:pt x="1109" y="900"/>
                  </a:lnTo>
                  <a:lnTo>
                    <a:pt x="1088" y="1005"/>
                  </a:lnTo>
                  <a:lnTo>
                    <a:pt x="1151" y="1047"/>
                  </a:lnTo>
                  <a:lnTo>
                    <a:pt x="1214" y="984"/>
                  </a:lnTo>
                  <a:lnTo>
                    <a:pt x="1360" y="1068"/>
                  </a:lnTo>
                  <a:lnTo>
                    <a:pt x="1277" y="1089"/>
                  </a:lnTo>
                  <a:lnTo>
                    <a:pt x="1193" y="1089"/>
                  </a:lnTo>
                  <a:lnTo>
                    <a:pt x="1109" y="1131"/>
                  </a:lnTo>
                  <a:lnTo>
                    <a:pt x="1047" y="1131"/>
                  </a:lnTo>
                  <a:lnTo>
                    <a:pt x="879" y="1214"/>
                  </a:lnTo>
                  <a:lnTo>
                    <a:pt x="879" y="1256"/>
                  </a:lnTo>
                  <a:lnTo>
                    <a:pt x="1068" y="1298"/>
                  </a:lnTo>
                  <a:lnTo>
                    <a:pt x="1172" y="1298"/>
                  </a:lnTo>
                  <a:lnTo>
                    <a:pt x="1214" y="1214"/>
                  </a:lnTo>
                  <a:lnTo>
                    <a:pt x="1277" y="1193"/>
                  </a:lnTo>
                  <a:lnTo>
                    <a:pt x="1277" y="1298"/>
                  </a:lnTo>
                  <a:lnTo>
                    <a:pt x="1193" y="1382"/>
                  </a:lnTo>
                  <a:lnTo>
                    <a:pt x="1005" y="1403"/>
                  </a:lnTo>
                  <a:lnTo>
                    <a:pt x="942" y="1382"/>
                  </a:lnTo>
                  <a:lnTo>
                    <a:pt x="858" y="1486"/>
                  </a:lnTo>
                  <a:lnTo>
                    <a:pt x="796" y="1403"/>
                  </a:lnTo>
                  <a:lnTo>
                    <a:pt x="775" y="1382"/>
                  </a:lnTo>
                  <a:lnTo>
                    <a:pt x="775" y="1319"/>
                  </a:lnTo>
                  <a:lnTo>
                    <a:pt x="691" y="1319"/>
                  </a:lnTo>
                  <a:lnTo>
                    <a:pt x="691" y="1361"/>
                  </a:lnTo>
                  <a:lnTo>
                    <a:pt x="691" y="1382"/>
                  </a:lnTo>
                  <a:lnTo>
                    <a:pt x="628" y="1465"/>
                  </a:lnTo>
                  <a:lnTo>
                    <a:pt x="544" y="1403"/>
                  </a:lnTo>
                  <a:lnTo>
                    <a:pt x="461" y="1424"/>
                  </a:lnTo>
                  <a:lnTo>
                    <a:pt x="356" y="1486"/>
                  </a:lnTo>
                  <a:lnTo>
                    <a:pt x="252" y="1424"/>
                  </a:lnTo>
                  <a:lnTo>
                    <a:pt x="168" y="1465"/>
                  </a:lnTo>
                  <a:lnTo>
                    <a:pt x="126" y="1465"/>
                  </a:lnTo>
                  <a:lnTo>
                    <a:pt x="168" y="1591"/>
                  </a:lnTo>
                  <a:lnTo>
                    <a:pt x="231" y="1654"/>
                  </a:lnTo>
                  <a:lnTo>
                    <a:pt x="377" y="1696"/>
                  </a:lnTo>
                  <a:lnTo>
                    <a:pt x="377" y="1633"/>
                  </a:lnTo>
                  <a:lnTo>
                    <a:pt x="565" y="1696"/>
                  </a:lnTo>
                  <a:lnTo>
                    <a:pt x="900" y="1696"/>
                  </a:lnTo>
                  <a:lnTo>
                    <a:pt x="900" y="1737"/>
                  </a:lnTo>
                  <a:lnTo>
                    <a:pt x="837" y="1800"/>
                  </a:lnTo>
                  <a:lnTo>
                    <a:pt x="837" y="1842"/>
                  </a:lnTo>
                  <a:lnTo>
                    <a:pt x="942" y="1926"/>
                  </a:lnTo>
                  <a:lnTo>
                    <a:pt x="963" y="2009"/>
                  </a:lnTo>
                  <a:lnTo>
                    <a:pt x="1005" y="2009"/>
                  </a:lnTo>
                  <a:lnTo>
                    <a:pt x="1172" y="1905"/>
                  </a:lnTo>
                  <a:lnTo>
                    <a:pt x="1151" y="1988"/>
                  </a:lnTo>
                  <a:lnTo>
                    <a:pt x="1047" y="2030"/>
                  </a:lnTo>
                  <a:lnTo>
                    <a:pt x="984" y="2135"/>
                  </a:lnTo>
                  <a:lnTo>
                    <a:pt x="1068" y="2177"/>
                  </a:lnTo>
                  <a:lnTo>
                    <a:pt x="1214" y="2051"/>
                  </a:lnTo>
                  <a:lnTo>
                    <a:pt x="1360" y="2114"/>
                  </a:lnTo>
                  <a:lnTo>
                    <a:pt x="1381" y="2156"/>
                  </a:lnTo>
                  <a:lnTo>
                    <a:pt x="1298" y="2114"/>
                  </a:lnTo>
                  <a:lnTo>
                    <a:pt x="1193" y="2156"/>
                  </a:lnTo>
                  <a:lnTo>
                    <a:pt x="1109" y="2240"/>
                  </a:lnTo>
                  <a:lnTo>
                    <a:pt x="984" y="2240"/>
                  </a:lnTo>
                  <a:lnTo>
                    <a:pt x="984" y="2323"/>
                  </a:lnTo>
                  <a:lnTo>
                    <a:pt x="942" y="2365"/>
                  </a:lnTo>
                  <a:lnTo>
                    <a:pt x="879" y="2365"/>
                  </a:lnTo>
                  <a:lnTo>
                    <a:pt x="796" y="2407"/>
                  </a:lnTo>
                  <a:lnTo>
                    <a:pt x="775" y="2344"/>
                  </a:lnTo>
                  <a:lnTo>
                    <a:pt x="670" y="2261"/>
                  </a:lnTo>
                  <a:lnTo>
                    <a:pt x="670" y="2323"/>
                  </a:lnTo>
                  <a:lnTo>
                    <a:pt x="628" y="2323"/>
                  </a:lnTo>
                  <a:lnTo>
                    <a:pt x="649" y="2449"/>
                  </a:lnTo>
                  <a:lnTo>
                    <a:pt x="691" y="2470"/>
                  </a:lnTo>
                  <a:lnTo>
                    <a:pt x="670" y="2512"/>
                  </a:lnTo>
                  <a:lnTo>
                    <a:pt x="649" y="2700"/>
                  </a:lnTo>
                  <a:lnTo>
                    <a:pt x="775" y="2679"/>
                  </a:lnTo>
                  <a:lnTo>
                    <a:pt x="837" y="2658"/>
                  </a:lnTo>
                  <a:lnTo>
                    <a:pt x="900" y="2700"/>
                  </a:lnTo>
                  <a:lnTo>
                    <a:pt x="1088" y="2742"/>
                  </a:lnTo>
                  <a:lnTo>
                    <a:pt x="1214" y="2637"/>
                  </a:lnTo>
                  <a:lnTo>
                    <a:pt x="1360" y="2679"/>
                  </a:lnTo>
                  <a:lnTo>
                    <a:pt x="1423" y="2637"/>
                  </a:lnTo>
                  <a:lnTo>
                    <a:pt x="1465" y="2679"/>
                  </a:lnTo>
                  <a:lnTo>
                    <a:pt x="1528" y="2700"/>
                  </a:lnTo>
                  <a:lnTo>
                    <a:pt x="1632" y="2679"/>
                  </a:lnTo>
                  <a:lnTo>
                    <a:pt x="1632" y="2784"/>
                  </a:lnTo>
                  <a:lnTo>
                    <a:pt x="1779" y="2930"/>
                  </a:lnTo>
                  <a:lnTo>
                    <a:pt x="1842" y="2972"/>
                  </a:lnTo>
                  <a:lnTo>
                    <a:pt x="1946" y="2888"/>
                  </a:lnTo>
                  <a:lnTo>
                    <a:pt x="2051" y="2888"/>
                  </a:lnTo>
                  <a:lnTo>
                    <a:pt x="2239" y="3077"/>
                  </a:lnTo>
                  <a:lnTo>
                    <a:pt x="2469" y="3077"/>
                  </a:lnTo>
                  <a:lnTo>
                    <a:pt x="2574" y="3097"/>
                  </a:lnTo>
                  <a:lnTo>
                    <a:pt x="2741" y="3056"/>
                  </a:lnTo>
                  <a:lnTo>
                    <a:pt x="2721" y="2951"/>
                  </a:lnTo>
                  <a:lnTo>
                    <a:pt x="2741" y="2867"/>
                  </a:lnTo>
                  <a:lnTo>
                    <a:pt x="2762" y="2951"/>
                  </a:lnTo>
                  <a:lnTo>
                    <a:pt x="2888" y="2972"/>
                  </a:lnTo>
                  <a:lnTo>
                    <a:pt x="3034" y="2867"/>
                  </a:lnTo>
                  <a:lnTo>
                    <a:pt x="3034" y="2700"/>
                  </a:lnTo>
                  <a:lnTo>
                    <a:pt x="3181" y="2700"/>
                  </a:lnTo>
                  <a:lnTo>
                    <a:pt x="3139" y="2763"/>
                  </a:lnTo>
                  <a:lnTo>
                    <a:pt x="3181" y="2846"/>
                  </a:lnTo>
                  <a:lnTo>
                    <a:pt x="3202" y="2763"/>
                  </a:lnTo>
                  <a:lnTo>
                    <a:pt x="3306" y="2763"/>
                  </a:lnTo>
                  <a:lnTo>
                    <a:pt x="3411" y="2637"/>
                  </a:lnTo>
                  <a:lnTo>
                    <a:pt x="3474" y="2658"/>
                  </a:lnTo>
                  <a:lnTo>
                    <a:pt x="3495" y="2637"/>
                  </a:lnTo>
                  <a:lnTo>
                    <a:pt x="3599" y="2658"/>
                  </a:lnTo>
                  <a:lnTo>
                    <a:pt x="3599" y="2679"/>
                  </a:lnTo>
                  <a:lnTo>
                    <a:pt x="3662" y="2658"/>
                  </a:lnTo>
                  <a:lnTo>
                    <a:pt x="3892" y="2449"/>
                  </a:lnTo>
                  <a:lnTo>
                    <a:pt x="3976" y="2323"/>
                  </a:lnTo>
                  <a:lnTo>
                    <a:pt x="4248" y="2261"/>
                  </a:lnTo>
                  <a:lnTo>
                    <a:pt x="4332" y="2177"/>
                  </a:lnTo>
                  <a:lnTo>
                    <a:pt x="4290" y="2135"/>
                  </a:lnTo>
                  <a:lnTo>
                    <a:pt x="4311" y="2051"/>
                  </a:lnTo>
                  <a:lnTo>
                    <a:pt x="4353" y="2051"/>
                  </a:lnTo>
                  <a:lnTo>
                    <a:pt x="4394" y="2156"/>
                  </a:lnTo>
                  <a:lnTo>
                    <a:pt x="4541" y="2177"/>
                  </a:lnTo>
                  <a:lnTo>
                    <a:pt x="4625" y="2114"/>
                  </a:lnTo>
                  <a:lnTo>
                    <a:pt x="4625" y="2030"/>
                  </a:lnTo>
                  <a:lnTo>
                    <a:pt x="4604" y="2009"/>
                  </a:lnTo>
                  <a:lnTo>
                    <a:pt x="4604" y="1926"/>
                  </a:lnTo>
                  <a:lnTo>
                    <a:pt x="4666" y="1905"/>
                  </a:lnTo>
                  <a:lnTo>
                    <a:pt x="4625" y="1779"/>
                  </a:lnTo>
                  <a:lnTo>
                    <a:pt x="4666" y="1716"/>
                  </a:lnTo>
                  <a:lnTo>
                    <a:pt x="4771" y="1779"/>
                  </a:lnTo>
                  <a:lnTo>
                    <a:pt x="4771" y="1884"/>
                  </a:lnTo>
                  <a:lnTo>
                    <a:pt x="4876" y="1842"/>
                  </a:lnTo>
                  <a:lnTo>
                    <a:pt x="4938" y="1716"/>
                  </a:lnTo>
                  <a:lnTo>
                    <a:pt x="4917" y="1612"/>
                  </a:lnTo>
                  <a:lnTo>
                    <a:pt x="4813" y="1507"/>
                  </a:lnTo>
                  <a:lnTo>
                    <a:pt x="4813" y="1403"/>
                  </a:lnTo>
                  <a:lnTo>
                    <a:pt x="4855" y="1361"/>
                  </a:lnTo>
                  <a:lnTo>
                    <a:pt x="4855" y="1256"/>
                  </a:lnTo>
                  <a:lnTo>
                    <a:pt x="4959" y="1193"/>
                  </a:lnTo>
                  <a:lnTo>
                    <a:pt x="5043" y="1193"/>
                  </a:lnTo>
                  <a:lnTo>
                    <a:pt x="5085" y="1110"/>
                  </a:lnTo>
                  <a:lnTo>
                    <a:pt x="5022" y="1005"/>
                  </a:lnTo>
                  <a:lnTo>
                    <a:pt x="4771" y="984"/>
                  </a:lnTo>
                  <a:lnTo>
                    <a:pt x="4708" y="1068"/>
                  </a:lnTo>
                  <a:lnTo>
                    <a:pt x="4750" y="963"/>
                  </a:lnTo>
                  <a:lnTo>
                    <a:pt x="4750" y="859"/>
                  </a:lnTo>
                  <a:lnTo>
                    <a:pt x="4625" y="859"/>
                  </a:lnTo>
                  <a:lnTo>
                    <a:pt x="4604" y="880"/>
                  </a:lnTo>
                  <a:lnTo>
                    <a:pt x="4541" y="775"/>
                  </a:lnTo>
                  <a:lnTo>
                    <a:pt x="4625" y="670"/>
                  </a:lnTo>
                  <a:lnTo>
                    <a:pt x="4708" y="649"/>
                  </a:lnTo>
                  <a:lnTo>
                    <a:pt x="4708" y="482"/>
                  </a:lnTo>
                  <a:lnTo>
                    <a:pt x="4645" y="461"/>
                  </a:lnTo>
                  <a:lnTo>
                    <a:pt x="4562" y="545"/>
                  </a:lnTo>
                  <a:lnTo>
                    <a:pt x="4457" y="482"/>
                  </a:lnTo>
                  <a:lnTo>
                    <a:pt x="4415" y="377"/>
                  </a:lnTo>
                  <a:lnTo>
                    <a:pt x="4520" y="336"/>
                  </a:lnTo>
                  <a:lnTo>
                    <a:pt x="4541" y="252"/>
                  </a:lnTo>
                  <a:lnTo>
                    <a:pt x="4604" y="210"/>
                  </a:lnTo>
                  <a:lnTo>
                    <a:pt x="4708" y="168"/>
                  </a:lnTo>
                  <a:lnTo>
                    <a:pt x="4562" y="126"/>
                  </a:lnTo>
                  <a:lnTo>
                    <a:pt x="4499" y="147"/>
                  </a:lnTo>
                  <a:lnTo>
                    <a:pt x="4311" y="336"/>
                  </a:lnTo>
                  <a:lnTo>
                    <a:pt x="4290" y="419"/>
                  </a:lnTo>
                  <a:lnTo>
                    <a:pt x="4206" y="440"/>
                  </a:lnTo>
                  <a:lnTo>
                    <a:pt x="4122" y="315"/>
                  </a:lnTo>
                  <a:lnTo>
                    <a:pt x="4185" y="252"/>
                  </a:lnTo>
                  <a:lnTo>
                    <a:pt x="4122" y="210"/>
                  </a:lnTo>
                  <a:lnTo>
                    <a:pt x="4101" y="84"/>
                  </a:lnTo>
                  <a:lnTo>
                    <a:pt x="3997" y="64"/>
                  </a:lnTo>
                  <a:lnTo>
                    <a:pt x="3913" y="126"/>
                  </a:lnTo>
                  <a:lnTo>
                    <a:pt x="3829" y="84"/>
                  </a:lnTo>
                  <a:lnTo>
                    <a:pt x="3788" y="168"/>
                  </a:lnTo>
                  <a:lnTo>
                    <a:pt x="3829" y="315"/>
                  </a:lnTo>
                  <a:lnTo>
                    <a:pt x="3788" y="377"/>
                  </a:lnTo>
                  <a:lnTo>
                    <a:pt x="3683" y="377"/>
                  </a:lnTo>
                  <a:lnTo>
                    <a:pt x="3578" y="440"/>
                  </a:lnTo>
                  <a:lnTo>
                    <a:pt x="3557" y="336"/>
                  </a:lnTo>
                  <a:lnTo>
                    <a:pt x="3495" y="315"/>
                  </a:lnTo>
                  <a:lnTo>
                    <a:pt x="3453" y="377"/>
                  </a:lnTo>
                  <a:lnTo>
                    <a:pt x="3369" y="545"/>
                  </a:lnTo>
                  <a:lnTo>
                    <a:pt x="3265" y="545"/>
                  </a:lnTo>
                  <a:lnTo>
                    <a:pt x="3160" y="356"/>
                  </a:lnTo>
                  <a:lnTo>
                    <a:pt x="3076" y="356"/>
                  </a:lnTo>
                  <a:lnTo>
                    <a:pt x="3034" y="336"/>
                  </a:lnTo>
                  <a:lnTo>
                    <a:pt x="2951" y="356"/>
                  </a:lnTo>
                  <a:lnTo>
                    <a:pt x="2888" y="545"/>
                  </a:lnTo>
                  <a:lnTo>
                    <a:pt x="2993" y="754"/>
                  </a:lnTo>
                  <a:lnTo>
                    <a:pt x="2888" y="1047"/>
                  </a:lnTo>
                  <a:lnTo>
                    <a:pt x="2930" y="775"/>
                  </a:lnTo>
                  <a:lnTo>
                    <a:pt x="2825" y="608"/>
                  </a:lnTo>
                  <a:lnTo>
                    <a:pt x="2825" y="524"/>
                  </a:lnTo>
                  <a:lnTo>
                    <a:pt x="2762" y="482"/>
                  </a:lnTo>
                  <a:lnTo>
                    <a:pt x="2783" y="356"/>
                  </a:lnTo>
                  <a:lnTo>
                    <a:pt x="2658" y="273"/>
                  </a:lnTo>
                  <a:lnTo>
                    <a:pt x="2448" y="440"/>
                  </a:lnTo>
                  <a:lnTo>
                    <a:pt x="2428" y="566"/>
                  </a:lnTo>
                  <a:lnTo>
                    <a:pt x="2448" y="649"/>
                  </a:lnTo>
                  <a:lnTo>
                    <a:pt x="2344" y="796"/>
                  </a:lnTo>
                  <a:lnTo>
                    <a:pt x="2260" y="796"/>
                  </a:lnTo>
                  <a:lnTo>
                    <a:pt x="2260" y="649"/>
                  </a:lnTo>
                  <a:lnTo>
                    <a:pt x="2156" y="587"/>
                  </a:lnTo>
                  <a:lnTo>
                    <a:pt x="2156" y="356"/>
                  </a:lnTo>
                  <a:lnTo>
                    <a:pt x="2093" y="315"/>
                  </a:lnTo>
                  <a:lnTo>
                    <a:pt x="1925" y="440"/>
                  </a:lnTo>
                  <a:lnTo>
                    <a:pt x="1946" y="691"/>
                  </a:lnTo>
                  <a:lnTo>
                    <a:pt x="2009" y="775"/>
                  </a:lnTo>
                  <a:lnTo>
                    <a:pt x="2009" y="963"/>
                  </a:lnTo>
                  <a:lnTo>
                    <a:pt x="1925" y="1047"/>
                  </a:lnTo>
                  <a:lnTo>
                    <a:pt x="1842" y="1047"/>
                  </a:lnTo>
                  <a:lnTo>
                    <a:pt x="1821" y="900"/>
                  </a:lnTo>
                  <a:lnTo>
                    <a:pt x="1716" y="963"/>
                  </a:lnTo>
                  <a:lnTo>
                    <a:pt x="1674" y="1110"/>
                  </a:lnTo>
                  <a:lnTo>
                    <a:pt x="1612" y="1131"/>
                  </a:lnTo>
                  <a:lnTo>
                    <a:pt x="1591" y="1319"/>
                  </a:lnTo>
                  <a:lnTo>
                    <a:pt x="1507" y="1131"/>
                  </a:lnTo>
                  <a:lnTo>
                    <a:pt x="1423" y="1131"/>
                  </a:lnTo>
                  <a:lnTo>
                    <a:pt x="1465" y="1068"/>
                  </a:lnTo>
                  <a:lnTo>
                    <a:pt x="1528" y="963"/>
                  </a:lnTo>
                  <a:lnTo>
                    <a:pt x="1528" y="859"/>
                  </a:lnTo>
                  <a:lnTo>
                    <a:pt x="1402" y="859"/>
                  </a:lnTo>
                  <a:lnTo>
                    <a:pt x="1465" y="775"/>
                  </a:lnTo>
                  <a:lnTo>
                    <a:pt x="1402" y="649"/>
                  </a:lnTo>
                  <a:lnTo>
                    <a:pt x="1486" y="691"/>
                  </a:lnTo>
                  <a:lnTo>
                    <a:pt x="1570" y="608"/>
                  </a:lnTo>
                  <a:lnTo>
                    <a:pt x="1528" y="545"/>
                  </a:lnTo>
                  <a:lnTo>
                    <a:pt x="1423" y="482"/>
                  </a:lnTo>
                  <a:lnTo>
                    <a:pt x="1528" y="440"/>
                  </a:lnTo>
                  <a:lnTo>
                    <a:pt x="1465" y="336"/>
                  </a:lnTo>
                  <a:lnTo>
                    <a:pt x="1381" y="377"/>
                  </a:lnTo>
                  <a:lnTo>
                    <a:pt x="1319" y="315"/>
                  </a:lnTo>
                  <a:lnTo>
                    <a:pt x="1193" y="231"/>
                  </a:lnTo>
                  <a:lnTo>
                    <a:pt x="1193" y="126"/>
                  </a:lnTo>
                  <a:lnTo>
                    <a:pt x="1109" y="22"/>
                  </a:lnTo>
                  <a:lnTo>
                    <a:pt x="1005" y="43"/>
                  </a:lnTo>
                  <a:lnTo>
                    <a:pt x="90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0" name="Google Shape;7804;p67">
              <a:extLst>
                <a:ext uri="{FF2B5EF4-FFF2-40B4-BE49-F238E27FC236}">
                  <a16:creationId xmlns:a16="http://schemas.microsoft.com/office/drawing/2014/main" id="{A8B3FBC7-C9BB-44F7-67D0-E2DA54BED3A1}"/>
                </a:ext>
              </a:extLst>
            </p:cNvPr>
            <p:cNvSpPr/>
            <p:nvPr/>
          </p:nvSpPr>
          <p:spPr>
            <a:xfrm>
              <a:off x="4616850" y="2275025"/>
              <a:ext cx="885625" cy="661225"/>
            </a:xfrm>
            <a:custGeom>
              <a:avLst/>
              <a:gdLst/>
              <a:ahLst/>
              <a:cxnLst/>
              <a:rect l="l" t="t" r="r" b="b"/>
              <a:pathLst>
                <a:path w="35425" h="26449" extrusionOk="0">
                  <a:moveTo>
                    <a:pt x="27390" y="1"/>
                  </a:moveTo>
                  <a:lnTo>
                    <a:pt x="27369" y="21"/>
                  </a:lnTo>
                  <a:lnTo>
                    <a:pt x="27180" y="42"/>
                  </a:lnTo>
                  <a:lnTo>
                    <a:pt x="27139" y="126"/>
                  </a:lnTo>
                  <a:lnTo>
                    <a:pt x="27097" y="126"/>
                  </a:lnTo>
                  <a:lnTo>
                    <a:pt x="27055" y="189"/>
                  </a:lnTo>
                  <a:lnTo>
                    <a:pt x="26867" y="189"/>
                  </a:lnTo>
                  <a:lnTo>
                    <a:pt x="26741" y="147"/>
                  </a:lnTo>
                  <a:lnTo>
                    <a:pt x="26678" y="231"/>
                  </a:lnTo>
                  <a:lnTo>
                    <a:pt x="26574" y="231"/>
                  </a:lnTo>
                  <a:lnTo>
                    <a:pt x="26532" y="335"/>
                  </a:lnTo>
                  <a:lnTo>
                    <a:pt x="26448" y="356"/>
                  </a:lnTo>
                  <a:lnTo>
                    <a:pt x="26344" y="356"/>
                  </a:lnTo>
                  <a:lnTo>
                    <a:pt x="26260" y="398"/>
                  </a:lnTo>
                  <a:lnTo>
                    <a:pt x="26176" y="419"/>
                  </a:lnTo>
                  <a:lnTo>
                    <a:pt x="26051" y="419"/>
                  </a:lnTo>
                  <a:lnTo>
                    <a:pt x="25967" y="461"/>
                  </a:lnTo>
                  <a:lnTo>
                    <a:pt x="25967" y="545"/>
                  </a:lnTo>
                  <a:lnTo>
                    <a:pt x="25904" y="649"/>
                  </a:lnTo>
                  <a:lnTo>
                    <a:pt x="25862" y="754"/>
                  </a:lnTo>
                  <a:lnTo>
                    <a:pt x="25820" y="817"/>
                  </a:lnTo>
                  <a:lnTo>
                    <a:pt x="25820" y="858"/>
                  </a:lnTo>
                  <a:lnTo>
                    <a:pt x="25800" y="921"/>
                  </a:lnTo>
                  <a:lnTo>
                    <a:pt x="25800" y="1068"/>
                  </a:lnTo>
                  <a:lnTo>
                    <a:pt x="25820" y="1089"/>
                  </a:lnTo>
                  <a:lnTo>
                    <a:pt x="25862" y="1130"/>
                  </a:lnTo>
                  <a:lnTo>
                    <a:pt x="26009" y="1047"/>
                  </a:lnTo>
                  <a:lnTo>
                    <a:pt x="26072" y="984"/>
                  </a:lnTo>
                  <a:lnTo>
                    <a:pt x="26155" y="1005"/>
                  </a:lnTo>
                  <a:lnTo>
                    <a:pt x="26239" y="1151"/>
                  </a:lnTo>
                  <a:lnTo>
                    <a:pt x="26281" y="1256"/>
                  </a:lnTo>
                  <a:lnTo>
                    <a:pt x="26364" y="1340"/>
                  </a:lnTo>
                  <a:lnTo>
                    <a:pt x="26364" y="1402"/>
                  </a:lnTo>
                  <a:lnTo>
                    <a:pt x="26385" y="1486"/>
                  </a:lnTo>
                  <a:lnTo>
                    <a:pt x="26385" y="1612"/>
                  </a:lnTo>
                  <a:lnTo>
                    <a:pt x="26323" y="1674"/>
                  </a:lnTo>
                  <a:lnTo>
                    <a:pt x="26239" y="1779"/>
                  </a:lnTo>
                  <a:lnTo>
                    <a:pt x="26218" y="1926"/>
                  </a:lnTo>
                  <a:lnTo>
                    <a:pt x="26134" y="1988"/>
                  </a:lnTo>
                  <a:lnTo>
                    <a:pt x="26072" y="2093"/>
                  </a:lnTo>
                  <a:lnTo>
                    <a:pt x="26051" y="2198"/>
                  </a:lnTo>
                  <a:lnTo>
                    <a:pt x="26134" y="2281"/>
                  </a:lnTo>
                  <a:lnTo>
                    <a:pt x="26092" y="2344"/>
                  </a:lnTo>
                  <a:lnTo>
                    <a:pt x="26134" y="2490"/>
                  </a:lnTo>
                  <a:lnTo>
                    <a:pt x="26176" y="2532"/>
                  </a:lnTo>
                  <a:lnTo>
                    <a:pt x="26176" y="2658"/>
                  </a:lnTo>
                  <a:lnTo>
                    <a:pt x="26092" y="2700"/>
                  </a:lnTo>
                  <a:lnTo>
                    <a:pt x="26072" y="2742"/>
                  </a:lnTo>
                  <a:lnTo>
                    <a:pt x="26134" y="2846"/>
                  </a:lnTo>
                  <a:lnTo>
                    <a:pt x="26134" y="3034"/>
                  </a:lnTo>
                  <a:lnTo>
                    <a:pt x="26092" y="3076"/>
                  </a:lnTo>
                  <a:lnTo>
                    <a:pt x="26092" y="3244"/>
                  </a:lnTo>
                  <a:lnTo>
                    <a:pt x="26155" y="3244"/>
                  </a:lnTo>
                  <a:lnTo>
                    <a:pt x="26218" y="3265"/>
                  </a:lnTo>
                  <a:lnTo>
                    <a:pt x="26260" y="3244"/>
                  </a:lnTo>
                  <a:lnTo>
                    <a:pt x="26281" y="3265"/>
                  </a:lnTo>
                  <a:lnTo>
                    <a:pt x="26323" y="3390"/>
                  </a:lnTo>
                  <a:lnTo>
                    <a:pt x="26281" y="3495"/>
                  </a:lnTo>
                  <a:lnTo>
                    <a:pt x="26218" y="3578"/>
                  </a:lnTo>
                  <a:lnTo>
                    <a:pt x="26009" y="3620"/>
                  </a:lnTo>
                  <a:lnTo>
                    <a:pt x="25862" y="3704"/>
                  </a:lnTo>
                  <a:lnTo>
                    <a:pt x="25569" y="3976"/>
                  </a:lnTo>
                  <a:lnTo>
                    <a:pt x="25527" y="3997"/>
                  </a:lnTo>
                  <a:lnTo>
                    <a:pt x="25444" y="3913"/>
                  </a:lnTo>
                  <a:lnTo>
                    <a:pt x="25276" y="3892"/>
                  </a:lnTo>
                  <a:lnTo>
                    <a:pt x="25172" y="3913"/>
                  </a:lnTo>
                  <a:lnTo>
                    <a:pt x="25130" y="3871"/>
                  </a:lnTo>
                  <a:lnTo>
                    <a:pt x="25004" y="3871"/>
                  </a:lnTo>
                  <a:lnTo>
                    <a:pt x="25004" y="3892"/>
                  </a:lnTo>
                  <a:lnTo>
                    <a:pt x="24879" y="4792"/>
                  </a:lnTo>
                  <a:lnTo>
                    <a:pt x="24900" y="4959"/>
                  </a:lnTo>
                  <a:lnTo>
                    <a:pt x="24858" y="5148"/>
                  </a:lnTo>
                  <a:lnTo>
                    <a:pt x="24879" y="5252"/>
                  </a:lnTo>
                  <a:lnTo>
                    <a:pt x="24795" y="5524"/>
                  </a:lnTo>
                  <a:lnTo>
                    <a:pt x="24900" y="5692"/>
                  </a:lnTo>
                  <a:lnTo>
                    <a:pt x="25172" y="5838"/>
                  </a:lnTo>
                  <a:lnTo>
                    <a:pt x="25339" y="5671"/>
                  </a:lnTo>
                  <a:lnTo>
                    <a:pt x="25569" y="5671"/>
                  </a:lnTo>
                  <a:lnTo>
                    <a:pt x="25841" y="5734"/>
                  </a:lnTo>
                  <a:lnTo>
                    <a:pt x="25946" y="5838"/>
                  </a:lnTo>
                  <a:lnTo>
                    <a:pt x="26072" y="5629"/>
                  </a:lnTo>
                  <a:lnTo>
                    <a:pt x="26072" y="5483"/>
                  </a:lnTo>
                  <a:lnTo>
                    <a:pt x="26072" y="5378"/>
                  </a:lnTo>
                  <a:lnTo>
                    <a:pt x="26239" y="5336"/>
                  </a:lnTo>
                  <a:lnTo>
                    <a:pt x="26281" y="5273"/>
                  </a:lnTo>
                  <a:lnTo>
                    <a:pt x="26553" y="5357"/>
                  </a:lnTo>
                  <a:lnTo>
                    <a:pt x="26699" y="5545"/>
                  </a:lnTo>
                  <a:lnTo>
                    <a:pt x="26908" y="5734"/>
                  </a:lnTo>
                  <a:lnTo>
                    <a:pt x="27076" y="5943"/>
                  </a:lnTo>
                  <a:lnTo>
                    <a:pt x="27285" y="6089"/>
                  </a:lnTo>
                  <a:lnTo>
                    <a:pt x="27306" y="6194"/>
                  </a:lnTo>
                  <a:lnTo>
                    <a:pt x="27327" y="6278"/>
                  </a:lnTo>
                  <a:lnTo>
                    <a:pt x="27327" y="6382"/>
                  </a:lnTo>
                  <a:lnTo>
                    <a:pt x="27285" y="6424"/>
                  </a:lnTo>
                  <a:lnTo>
                    <a:pt x="27285" y="6508"/>
                  </a:lnTo>
                  <a:lnTo>
                    <a:pt x="27264" y="6591"/>
                  </a:lnTo>
                  <a:lnTo>
                    <a:pt x="27139" y="6571"/>
                  </a:lnTo>
                  <a:lnTo>
                    <a:pt x="27097" y="6508"/>
                  </a:lnTo>
                  <a:lnTo>
                    <a:pt x="26992" y="6529"/>
                  </a:lnTo>
                  <a:lnTo>
                    <a:pt x="26908" y="6591"/>
                  </a:lnTo>
                  <a:lnTo>
                    <a:pt x="26762" y="6508"/>
                  </a:lnTo>
                  <a:lnTo>
                    <a:pt x="26657" y="6529"/>
                  </a:lnTo>
                  <a:lnTo>
                    <a:pt x="26553" y="6675"/>
                  </a:lnTo>
                  <a:lnTo>
                    <a:pt x="26385" y="6801"/>
                  </a:lnTo>
                  <a:lnTo>
                    <a:pt x="26323" y="6843"/>
                  </a:lnTo>
                  <a:lnTo>
                    <a:pt x="26218" y="6780"/>
                  </a:lnTo>
                  <a:lnTo>
                    <a:pt x="26155" y="6801"/>
                  </a:lnTo>
                  <a:lnTo>
                    <a:pt x="26155" y="6905"/>
                  </a:lnTo>
                  <a:lnTo>
                    <a:pt x="26092" y="6947"/>
                  </a:lnTo>
                  <a:lnTo>
                    <a:pt x="26030" y="6989"/>
                  </a:lnTo>
                  <a:lnTo>
                    <a:pt x="25967" y="6947"/>
                  </a:lnTo>
                  <a:lnTo>
                    <a:pt x="25925" y="7031"/>
                  </a:lnTo>
                  <a:lnTo>
                    <a:pt x="25820" y="7198"/>
                  </a:lnTo>
                  <a:lnTo>
                    <a:pt x="25800" y="7366"/>
                  </a:lnTo>
                  <a:lnTo>
                    <a:pt x="25800" y="7470"/>
                  </a:lnTo>
                  <a:lnTo>
                    <a:pt x="25737" y="7554"/>
                  </a:lnTo>
                  <a:lnTo>
                    <a:pt x="25611" y="7575"/>
                  </a:lnTo>
                  <a:lnTo>
                    <a:pt x="25381" y="7763"/>
                  </a:lnTo>
                  <a:lnTo>
                    <a:pt x="25214" y="7763"/>
                  </a:lnTo>
                  <a:lnTo>
                    <a:pt x="25088" y="7742"/>
                  </a:lnTo>
                  <a:lnTo>
                    <a:pt x="25004" y="7784"/>
                  </a:lnTo>
                  <a:lnTo>
                    <a:pt x="24900" y="7993"/>
                  </a:lnTo>
                  <a:lnTo>
                    <a:pt x="24795" y="8077"/>
                  </a:lnTo>
                  <a:lnTo>
                    <a:pt x="24670" y="8182"/>
                  </a:lnTo>
                  <a:lnTo>
                    <a:pt x="24586" y="8265"/>
                  </a:lnTo>
                  <a:lnTo>
                    <a:pt x="24565" y="8370"/>
                  </a:lnTo>
                  <a:lnTo>
                    <a:pt x="24502" y="8370"/>
                  </a:lnTo>
                  <a:lnTo>
                    <a:pt x="24377" y="8307"/>
                  </a:lnTo>
                  <a:lnTo>
                    <a:pt x="24251" y="8286"/>
                  </a:lnTo>
                  <a:lnTo>
                    <a:pt x="24063" y="8203"/>
                  </a:lnTo>
                  <a:lnTo>
                    <a:pt x="23937" y="8140"/>
                  </a:lnTo>
                  <a:lnTo>
                    <a:pt x="23770" y="8098"/>
                  </a:lnTo>
                  <a:lnTo>
                    <a:pt x="23561" y="8161"/>
                  </a:lnTo>
                  <a:lnTo>
                    <a:pt x="23435" y="8265"/>
                  </a:lnTo>
                  <a:lnTo>
                    <a:pt x="23331" y="8391"/>
                  </a:lnTo>
                  <a:lnTo>
                    <a:pt x="23331" y="8621"/>
                  </a:lnTo>
                  <a:lnTo>
                    <a:pt x="23351" y="8768"/>
                  </a:lnTo>
                  <a:lnTo>
                    <a:pt x="23331" y="8830"/>
                  </a:lnTo>
                  <a:lnTo>
                    <a:pt x="23603" y="9019"/>
                  </a:lnTo>
                  <a:lnTo>
                    <a:pt x="23833" y="9144"/>
                  </a:lnTo>
                  <a:lnTo>
                    <a:pt x="23833" y="9228"/>
                  </a:lnTo>
                  <a:lnTo>
                    <a:pt x="23770" y="9332"/>
                  </a:lnTo>
                  <a:lnTo>
                    <a:pt x="23707" y="9437"/>
                  </a:lnTo>
                  <a:lnTo>
                    <a:pt x="23435" y="9730"/>
                  </a:lnTo>
                  <a:lnTo>
                    <a:pt x="23310" y="9960"/>
                  </a:lnTo>
                  <a:lnTo>
                    <a:pt x="23226" y="10169"/>
                  </a:lnTo>
                  <a:lnTo>
                    <a:pt x="23121" y="10169"/>
                  </a:lnTo>
                  <a:lnTo>
                    <a:pt x="22933" y="10232"/>
                  </a:lnTo>
                  <a:lnTo>
                    <a:pt x="22807" y="10232"/>
                  </a:lnTo>
                  <a:lnTo>
                    <a:pt x="22661" y="10337"/>
                  </a:lnTo>
                  <a:lnTo>
                    <a:pt x="22494" y="10462"/>
                  </a:lnTo>
                  <a:lnTo>
                    <a:pt x="22347" y="10462"/>
                  </a:lnTo>
                  <a:lnTo>
                    <a:pt x="22096" y="10483"/>
                  </a:lnTo>
                  <a:lnTo>
                    <a:pt x="21908" y="10546"/>
                  </a:lnTo>
                  <a:lnTo>
                    <a:pt x="21740" y="10588"/>
                  </a:lnTo>
                  <a:lnTo>
                    <a:pt x="21322" y="10755"/>
                  </a:lnTo>
                  <a:lnTo>
                    <a:pt x="21008" y="10860"/>
                  </a:lnTo>
                  <a:lnTo>
                    <a:pt x="20841" y="11027"/>
                  </a:lnTo>
                  <a:lnTo>
                    <a:pt x="20590" y="11216"/>
                  </a:lnTo>
                  <a:lnTo>
                    <a:pt x="20485" y="11320"/>
                  </a:lnTo>
                  <a:lnTo>
                    <a:pt x="20338" y="11320"/>
                  </a:lnTo>
                  <a:lnTo>
                    <a:pt x="20192" y="11278"/>
                  </a:lnTo>
                  <a:lnTo>
                    <a:pt x="20192" y="11216"/>
                  </a:lnTo>
                  <a:lnTo>
                    <a:pt x="20171" y="11111"/>
                  </a:lnTo>
                  <a:lnTo>
                    <a:pt x="19899" y="11195"/>
                  </a:lnTo>
                  <a:lnTo>
                    <a:pt x="19732" y="11216"/>
                  </a:lnTo>
                  <a:lnTo>
                    <a:pt x="19522" y="11111"/>
                  </a:lnTo>
                  <a:lnTo>
                    <a:pt x="19355" y="11090"/>
                  </a:lnTo>
                  <a:lnTo>
                    <a:pt x="18999" y="10965"/>
                  </a:lnTo>
                  <a:lnTo>
                    <a:pt x="18623" y="10797"/>
                  </a:lnTo>
                  <a:lnTo>
                    <a:pt x="18413" y="10609"/>
                  </a:lnTo>
                  <a:lnTo>
                    <a:pt x="18288" y="10588"/>
                  </a:lnTo>
                  <a:lnTo>
                    <a:pt x="17869" y="10567"/>
                  </a:lnTo>
                  <a:lnTo>
                    <a:pt x="17493" y="10567"/>
                  </a:lnTo>
                  <a:lnTo>
                    <a:pt x="17430" y="10546"/>
                  </a:lnTo>
                  <a:lnTo>
                    <a:pt x="17367" y="10588"/>
                  </a:lnTo>
                  <a:lnTo>
                    <a:pt x="17325" y="10651"/>
                  </a:lnTo>
                  <a:lnTo>
                    <a:pt x="17137" y="10713"/>
                  </a:lnTo>
                  <a:lnTo>
                    <a:pt x="16865" y="10755"/>
                  </a:lnTo>
                  <a:lnTo>
                    <a:pt x="16384" y="10693"/>
                  </a:lnTo>
                  <a:lnTo>
                    <a:pt x="16028" y="10713"/>
                  </a:lnTo>
                  <a:lnTo>
                    <a:pt x="15777" y="10693"/>
                  </a:lnTo>
                  <a:lnTo>
                    <a:pt x="15547" y="10713"/>
                  </a:lnTo>
                  <a:lnTo>
                    <a:pt x="15442" y="10755"/>
                  </a:lnTo>
                  <a:lnTo>
                    <a:pt x="15338" y="10713"/>
                  </a:lnTo>
                  <a:lnTo>
                    <a:pt x="15191" y="10462"/>
                  </a:lnTo>
                  <a:lnTo>
                    <a:pt x="15149" y="10337"/>
                  </a:lnTo>
                  <a:lnTo>
                    <a:pt x="15024" y="10169"/>
                  </a:lnTo>
                  <a:lnTo>
                    <a:pt x="14919" y="10044"/>
                  </a:lnTo>
                  <a:lnTo>
                    <a:pt x="14856" y="9877"/>
                  </a:lnTo>
                  <a:lnTo>
                    <a:pt x="14856" y="9814"/>
                  </a:lnTo>
                  <a:lnTo>
                    <a:pt x="14752" y="9709"/>
                  </a:lnTo>
                  <a:lnTo>
                    <a:pt x="14668" y="9667"/>
                  </a:lnTo>
                  <a:lnTo>
                    <a:pt x="14626" y="9667"/>
                  </a:lnTo>
                  <a:lnTo>
                    <a:pt x="14584" y="9604"/>
                  </a:lnTo>
                  <a:lnTo>
                    <a:pt x="14564" y="9500"/>
                  </a:lnTo>
                  <a:lnTo>
                    <a:pt x="14333" y="9500"/>
                  </a:lnTo>
                  <a:lnTo>
                    <a:pt x="14187" y="9416"/>
                  </a:lnTo>
                  <a:lnTo>
                    <a:pt x="13978" y="9249"/>
                  </a:lnTo>
                  <a:lnTo>
                    <a:pt x="13873" y="9249"/>
                  </a:lnTo>
                  <a:lnTo>
                    <a:pt x="13768" y="9228"/>
                  </a:lnTo>
                  <a:lnTo>
                    <a:pt x="13706" y="9186"/>
                  </a:lnTo>
                  <a:lnTo>
                    <a:pt x="13517" y="9040"/>
                  </a:lnTo>
                  <a:lnTo>
                    <a:pt x="13141" y="8977"/>
                  </a:lnTo>
                  <a:lnTo>
                    <a:pt x="13099" y="8977"/>
                  </a:lnTo>
                  <a:lnTo>
                    <a:pt x="13057" y="9019"/>
                  </a:lnTo>
                  <a:lnTo>
                    <a:pt x="12890" y="9019"/>
                  </a:lnTo>
                  <a:lnTo>
                    <a:pt x="12639" y="9040"/>
                  </a:lnTo>
                  <a:lnTo>
                    <a:pt x="12053" y="8914"/>
                  </a:lnTo>
                  <a:lnTo>
                    <a:pt x="11948" y="8830"/>
                  </a:lnTo>
                  <a:lnTo>
                    <a:pt x="11823" y="8663"/>
                  </a:lnTo>
                  <a:lnTo>
                    <a:pt x="11802" y="8558"/>
                  </a:lnTo>
                  <a:lnTo>
                    <a:pt x="11802" y="8475"/>
                  </a:lnTo>
                  <a:lnTo>
                    <a:pt x="11823" y="8412"/>
                  </a:lnTo>
                  <a:lnTo>
                    <a:pt x="11906" y="8349"/>
                  </a:lnTo>
                  <a:lnTo>
                    <a:pt x="11948" y="8244"/>
                  </a:lnTo>
                  <a:lnTo>
                    <a:pt x="11885" y="8161"/>
                  </a:lnTo>
                  <a:lnTo>
                    <a:pt x="11843" y="8035"/>
                  </a:lnTo>
                  <a:lnTo>
                    <a:pt x="11885" y="7952"/>
                  </a:lnTo>
                  <a:lnTo>
                    <a:pt x="11885" y="7826"/>
                  </a:lnTo>
                  <a:lnTo>
                    <a:pt x="11823" y="7763"/>
                  </a:lnTo>
                  <a:lnTo>
                    <a:pt x="11739" y="7638"/>
                  </a:lnTo>
                  <a:lnTo>
                    <a:pt x="11676" y="7575"/>
                  </a:lnTo>
                  <a:lnTo>
                    <a:pt x="11592" y="7533"/>
                  </a:lnTo>
                  <a:lnTo>
                    <a:pt x="11530" y="7428"/>
                  </a:lnTo>
                  <a:lnTo>
                    <a:pt x="11488" y="7345"/>
                  </a:lnTo>
                  <a:lnTo>
                    <a:pt x="11446" y="7240"/>
                  </a:lnTo>
                  <a:lnTo>
                    <a:pt x="11425" y="7136"/>
                  </a:lnTo>
                  <a:lnTo>
                    <a:pt x="11383" y="7052"/>
                  </a:lnTo>
                  <a:lnTo>
                    <a:pt x="11279" y="6989"/>
                  </a:lnTo>
                  <a:lnTo>
                    <a:pt x="11195" y="6947"/>
                  </a:lnTo>
                  <a:lnTo>
                    <a:pt x="11153" y="6884"/>
                  </a:lnTo>
                  <a:lnTo>
                    <a:pt x="11069" y="6843"/>
                  </a:lnTo>
                  <a:lnTo>
                    <a:pt x="10965" y="6843"/>
                  </a:lnTo>
                  <a:lnTo>
                    <a:pt x="10902" y="6905"/>
                  </a:lnTo>
                  <a:lnTo>
                    <a:pt x="10860" y="6926"/>
                  </a:lnTo>
                  <a:lnTo>
                    <a:pt x="10776" y="6905"/>
                  </a:lnTo>
                  <a:lnTo>
                    <a:pt x="10693" y="6801"/>
                  </a:lnTo>
                  <a:lnTo>
                    <a:pt x="10672" y="6738"/>
                  </a:lnTo>
                  <a:lnTo>
                    <a:pt x="10567" y="6738"/>
                  </a:lnTo>
                  <a:lnTo>
                    <a:pt x="10442" y="6801"/>
                  </a:lnTo>
                  <a:lnTo>
                    <a:pt x="10400" y="6843"/>
                  </a:lnTo>
                  <a:lnTo>
                    <a:pt x="10379" y="6926"/>
                  </a:lnTo>
                  <a:lnTo>
                    <a:pt x="10337" y="6926"/>
                  </a:lnTo>
                  <a:lnTo>
                    <a:pt x="10211" y="6843"/>
                  </a:lnTo>
                  <a:lnTo>
                    <a:pt x="10170" y="6780"/>
                  </a:lnTo>
                  <a:lnTo>
                    <a:pt x="10170" y="6717"/>
                  </a:lnTo>
                  <a:lnTo>
                    <a:pt x="10107" y="6633"/>
                  </a:lnTo>
                  <a:lnTo>
                    <a:pt x="10002" y="6571"/>
                  </a:lnTo>
                  <a:lnTo>
                    <a:pt x="9877" y="6466"/>
                  </a:lnTo>
                  <a:lnTo>
                    <a:pt x="9835" y="6424"/>
                  </a:lnTo>
                  <a:lnTo>
                    <a:pt x="9751" y="6382"/>
                  </a:lnTo>
                  <a:lnTo>
                    <a:pt x="9730" y="6299"/>
                  </a:lnTo>
                  <a:lnTo>
                    <a:pt x="9730" y="6215"/>
                  </a:lnTo>
                  <a:lnTo>
                    <a:pt x="9709" y="6173"/>
                  </a:lnTo>
                  <a:lnTo>
                    <a:pt x="9688" y="6173"/>
                  </a:lnTo>
                  <a:lnTo>
                    <a:pt x="9688" y="6215"/>
                  </a:lnTo>
                  <a:lnTo>
                    <a:pt x="9646" y="6215"/>
                  </a:lnTo>
                  <a:lnTo>
                    <a:pt x="9605" y="6152"/>
                  </a:lnTo>
                  <a:lnTo>
                    <a:pt x="9584" y="6110"/>
                  </a:lnTo>
                  <a:lnTo>
                    <a:pt x="9584" y="5985"/>
                  </a:lnTo>
                  <a:lnTo>
                    <a:pt x="9542" y="5943"/>
                  </a:lnTo>
                  <a:lnTo>
                    <a:pt x="9521" y="5943"/>
                  </a:lnTo>
                  <a:lnTo>
                    <a:pt x="9395" y="5880"/>
                  </a:lnTo>
                  <a:lnTo>
                    <a:pt x="9312" y="5880"/>
                  </a:lnTo>
                  <a:lnTo>
                    <a:pt x="9333" y="5901"/>
                  </a:lnTo>
                  <a:lnTo>
                    <a:pt x="9228" y="6006"/>
                  </a:lnTo>
                  <a:lnTo>
                    <a:pt x="9123" y="6068"/>
                  </a:lnTo>
                  <a:lnTo>
                    <a:pt x="8998" y="6215"/>
                  </a:lnTo>
                  <a:lnTo>
                    <a:pt x="8977" y="6319"/>
                  </a:lnTo>
                  <a:lnTo>
                    <a:pt x="9019" y="6382"/>
                  </a:lnTo>
                  <a:lnTo>
                    <a:pt x="8956" y="6508"/>
                  </a:lnTo>
                  <a:lnTo>
                    <a:pt x="8768" y="6571"/>
                  </a:lnTo>
                  <a:lnTo>
                    <a:pt x="8684" y="6633"/>
                  </a:lnTo>
                  <a:lnTo>
                    <a:pt x="8663" y="6780"/>
                  </a:lnTo>
                  <a:lnTo>
                    <a:pt x="8663" y="7010"/>
                  </a:lnTo>
                  <a:lnTo>
                    <a:pt x="8768" y="7240"/>
                  </a:lnTo>
                  <a:lnTo>
                    <a:pt x="8872" y="7408"/>
                  </a:lnTo>
                  <a:lnTo>
                    <a:pt x="8872" y="7470"/>
                  </a:lnTo>
                  <a:lnTo>
                    <a:pt x="8705" y="7638"/>
                  </a:lnTo>
                  <a:lnTo>
                    <a:pt x="8579" y="7680"/>
                  </a:lnTo>
                  <a:lnTo>
                    <a:pt x="8496" y="7784"/>
                  </a:lnTo>
                  <a:lnTo>
                    <a:pt x="8433" y="7826"/>
                  </a:lnTo>
                  <a:lnTo>
                    <a:pt x="8349" y="7826"/>
                  </a:lnTo>
                  <a:lnTo>
                    <a:pt x="8307" y="7742"/>
                  </a:lnTo>
                  <a:lnTo>
                    <a:pt x="8245" y="7742"/>
                  </a:lnTo>
                  <a:lnTo>
                    <a:pt x="8014" y="7784"/>
                  </a:lnTo>
                  <a:lnTo>
                    <a:pt x="7847" y="7763"/>
                  </a:lnTo>
                  <a:lnTo>
                    <a:pt x="7638" y="7680"/>
                  </a:lnTo>
                  <a:lnTo>
                    <a:pt x="7429" y="7680"/>
                  </a:lnTo>
                  <a:lnTo>
                    <a:pt x="7387" y="7952"/>
                  </a:lnTo>
                  <a:lnTo>
                    <a:pt x="7324" y="8098"/>
                  </a:lnTo>
                  <a:lnTo>
                    <a:pt x="7324" y="8244"/>
                  </a:lnTo>
                  <a:lnTo>
                    <a:pt x="7261" y="8579"/>
                  </a:lnTo>
                  <a:lnTo>
                    <a:pt x="7261" y="8830"/>
                  </a:lnTo>
                  <a:lnTo>
                    <a:pt x="7240" y="8914"/>
                  </a:lnTo>
                  <a:lnTo>
                    <a:pt x="7303" y="8977"/>
                  </a:lnTo>
                  <a:lnTo>
                    <a:pt x="7429" y="9019"/>
                  </a:lnTo>
                  <a:lnTo>
                    <a:pt x="7387" y="9144"/>
                  </a:lnTo>
                  <a:lnTo>
                    <a:pt x="7387" y="9228"/>
                  </a:lnTo>
                  <a:lnTo>
                    <a:pt x="7303" y="9228"/>
                  </a:lnTo>
                  <a:lnTo>
                    <a:pt x="7219" y="9291"/>
                  </a:lnTo>
                  <a:lnTo>
                    <a:pt x="7136" y="9291"/>
                  </a:lnTo>
                  <a:lnTo>
                    <a:pt x="7073" y="9228"/>
                  </a:lnTo>
                  <a:lnTo>
                    <a:pt x="6989" y="9249"/>
                  </a:lnTo>
                  <a:lnTo>
                    <a:pt x="6864" y="9291"/>
                  </a:lnTo>
                  <a:lnTo>
                    <a:pt x="6592" y="9332"/>
                  </a:lnTo>
                  <a:lnTo>
                    <a:pt x="6445" y="9416"/>
                  </a:lnTo>
                  <a:lnTo>
                    <a:pt x="6341" y="9416"/>
                  </a:lnTo>
                  <a:lnTo>
                    <a:pt x="6278" y="9353"/>
                  </a:lnTo>
                  <a:lnTo>
                    <a:pt x="6173" y="9416"/>
                  </a:lnTo>
                  <a:lnTo>
                    <a:pt x="6069" y="9521"/>
                  </a:lnTo>
                  <a:lnTo>
                    <a:pt x="6069" y="9604"/>
                  </a:lnTo>
                  <a:lnTo>
                    <a:pt x="6173" y="9667"/>
                  </a:lnTo>
                  <a:lnTo>
                    <a:pt x="6341" y="9646"/>
                  </a:lnTo>
                  <a:lnTo>
                    <a:pt x="6466" y="9667"/>
                  </a:lnTo>
                  <a:lnTo>
                    <a:pt x="6466" y="9730"/>
                  </a:lnTo>
                  <a:lnTo>
                    <a:pt x="6382" y="9814"/>
                  </a:lnTo>
                  <a:lnTo>
                    <a:pt x="6445" y="9981"/>
                  </a:lnTo>
                  <a:lnTo>
                    <a:pt x="6445" y="10065"/>
                  </a:lnTo>
                  <a:lnTo>
                    <a:pt x="6487" y="10149"/>
                  </a:lnTo>
                  <a:lnTo>
                    <a:pt x="6508" y="10253"/>
                  </a:lnTo>
                  <a:lnTo>
                    <a:pt x="6613" y="10441"/>
                  </a:lnTo>
                  <a:lnTo>
                    <a:pt x="6654" y="10546"/>
                  </a:lnTo>
                  <a:lnTo>
                    <a:pt x="6780" y="10609"/>
                  </a:lnTo>
                  <a:lnTo>
                    <a:pt x="6822" y="10860"/>
                  </a:lnTo>
                  <a:lnTo>
                    <a:pt x="6738" y="10923"/>
                  </a:lnTo>
                  <a:lnTo>
                    <a:pt x="6696" y="11027"/>
                  </a:lnTo>
                  <a:lnTo>
                    <a:pt x="6801" y="11132"/>
                  </a:lnTo>
                  <a:lnTo>
                    <a:pt x="6738" y="11174"/>
                  </a:lnTo>
                  <a:lnTo>
                    <a:pt x="6738" y="11216"/>
                  </a:lnTo>
                  <a:lnTo>
                    <a:pt x="6613" y="11299"/>
                  </a:lnTo>
                  <a:lnTo>
                    <a:pt x="6654" y="11446"/>
                  </a:lnTo>
                  <a:lnTo>
                    <a:pt x="6508" y="11509"/>
                  </a:lnTo>
                  <a:lnTo>
                    <a:pt x="6278" y="11446"/>
                  </a:lnTo>
                  <a:lnTo>
                    <a:pt x="6027" y="11174"/>
                  </a:lnTo>
                  <a:lnTo>
                    <a:pt x="5922" y="11195"/>
                  </a:lnTo>
                  <a:lnTo>
                    <a:pt x="5671" y="11090"/>
                  </a:lnTo>
                  <a:lnTo>
                    <a:pt x="5336" y="11090"/>
                  </a:lnTo>
                  <a:lnTo>
                    <a:pt x="5148" y="11132"/>
                  </a:lnTo>
                  <a:lnTo>
                    <a:pt x="4876" y="11069"/>
                  </a:lnTo>
                  <a:lnTo>
                    <a:pt x="4583" y="11132"/>
                  </a:lnTo>
                  <a:lnTo>
                    <a:pt x="4457" y="11132"/>
                  </a:lnTo>
                  <a:lnTo>
                    <a:pt x="4311" y="11111"/>
                  </a:lnTo>
                  <a:lnTo>
                    <a:pt x="4206" y="11195"/>
                  </a:lnTo>
                  <a:lnTo>
                    <a:pt x="4102" y="11237"/>
                  </a:lnTo>
                  <a:lnTo>
                    <a:pt x="3767" y="11195"/>
                  </a:lnTo>
                  <a:lnTo>
                    <a:pt x="3558" y="11132"/>
                  </a:lnTo>
                  <a:lnTo>
                    <a:pt x="3432" y="11069"/>
                  </a:lnTo>
                  <a:lnTo>
                    <a:pt x="3244" y="11069"/>
                  </a:lnTo>
                  <a:lnTo>
                    <a:pt x="3202" y="11111"/>
                  </a:lnTo>
                  <a:lnTo>
                    <a:pt x="3035" y="11090"/>
                  </a:lnTo>
                  <a:lnTo>
                    <a:pt x="2930" y="11069"/>
                  </a:lnTo>
                  <a:lnTo>
                    <a:pt x="2888" y="11111"/>
                  </a:lnTo>
                  <a:lnTo>
                    <a:pt x="2888" y="11237"/>
                  </a:lnTo>
                  <a:lnTo>
                    <a:pt x="2909" y="11383"/>
                  </a:lnTo>
                  <a:lnTo>
                    <a:pt x="2930" y="11509"/>
                  </a:lnTo>
                  <a:lnTo>
                    <a:pt x="2742" y="11550"/>
                  </a:lnTo>
                  <a:lnTo>
                    <a:pt x="2386" y="11550"/>
                  </a:lnTo>
                  <a:lnTo>
                    <a:pt x="1968" y="11509"/>
                  </a:lnTo>
                  <a:lnTo>
                    <a:pt x="1863" y="11446"/>
                  </a:lnTo>
                  <a:lnTo>
                    <a:pt x="1675" y="11425"/>
                  </a:lnTo>
                  <a:lnTo>
                    <a:pt x="1570" y="11550"/>
                  </a:lnTo>
                  <a:lnTo>
                    <a:pt x="1591" y="11613"/>
                  </a:lnTo>
                  <a:lnTo>
                    <a:pt x="1465" y="11697"/>
                  </a:lnTo>
                  <a:lnTo>
                    <a:pt x="1465" y="11739"/>
                  </a:lnTo>
                  <a:lnTo>
                    <a:pt x="1507" y="11739"/>
                  </a:lnTo>
                  <a:lnTo>
                    <a:pt x="1507" y="11864"/>
                  </a:lnTo>
                  <a:lnTo>
                    <a:pt x="1340" y="12157"/>
                  </a:lnTo>
                  <a:lnTo>
                    <a:pt x="1256" y="12283"/>
                  </a:lnTo>
                  <a:lnTo>
                    <a:pt x="1361" y="12366"/>
                  </a:lnTo>
                  <a:lnTo>
                    <a:pt x="1633" y="12450"/>
                  </a:lnTo>
                  <a:lnTo>
                    <a:pt x="1737" y="12555"/>
                  </a:lnTo>
                  <a:lnTo>
                    <a:pt x="1842" y="12576"/>
                  </a:lnTo>
                  <a:lnTo>
                    <a:pt x="1947" y="12471"/>
                  </a:lnTo>
                  <a:lnTo>
                    <a:pt x="1947" y="12325"/>
                  </a:lnTo>
                  <a:lnTo>
                    <a:pt x="2009" y="12325"/>
                  </a:lnTo>
                  <a:lnTo>
                    <a:pt x="2302" y="12555"/>
                  </a:lnTo>
                  <a:lnTo>
                    <a:pt x="2323" y="12659"/>
                  </a:lnTo>
                  <a:lnTo>
                    <a:pt x="2177" y="12848"/>
                  </a:lnTo>
                  <a:lnTo>
                    <a:pt x="1968" y="12848"/>
                  </a:lnTo>
                  <a:lnTo>
                    <a:pt x="1675" y="12890"/>
                  </a:lnTo>
                  <a:lnTo>
                    <a:pt x="1654" y="12785"/>
                  </a:lnTo>
                  <a:lnTo>
                    <a:pt x="1507" y="12659"/>
                  </a:lnTo>
                  <a:lnTo>
                    <a:pt x="1340" y="12869"/>
                  </a:lnTo>
                  <a:lnTo>
                    <a:pt x="1235" y="12848"/>
                  </a:lnTo>
                  <a:lnTo>
                    <a:pt x="1068" y="12973"/>
                  </a:lnTo>
                  <a:lnTo>
                    <a:pt x="921" y="13015"/>
                  </a:lnTo>
                  <a:lnTo>
                    <a:pt x="921" y="13162"/>
                  </a:lnTo>
                  <a:lnTo>
                    <a:pt x="1110" y="13224"/>
                  </a:lnTo>
                  <a:lnTo>
                    <a:pt x="1068" y="13371"/>
                  </a:lnTo>
                  <a:lnTo>
                    <a:pt x="900" y="13434"/>
                  </a:lnTo>
                  <a:lnTo>
                    <a:pt x="628" y="13496"/>
                  </a:lnTo>
                  <a:lnTo>
                    <a:pt x="691" y="13538"/>
                  </a:lnTo>
                  <a:lnTo>
                    <a:pt x="733" y="13622"/>
                  </a:lnTo>
                  <a:lnTo>
                    <a:pt x="503" y="13706"/>
                  </a:lnTo>
                  <a:lnTo>
                    <a:pt x="503" y="13831"/>
                  </a:lnTo>
                  <a:lnTo>
                    <a:pt x="398" y="13852"/>
                  </a:lnTo>
                  <a:lnTo>
                    <a:pt x="126" y="13831"/>
                  </a:lnTo>
                  <a:lnTo>
                    <a:pt x="1" y="13936"/>
                  </a:lnTo>
                  <a:lnTo>
                    <a:pt x="1" y="14103"/>
                  </a:lnTo>
                  <a:lnTo>
                    <a:pt x="168" y="14333"/>
                  </a:lnTo>
                  <a:lnTo>
                    <a:pt x="273" y="14270"/>
                  </a:lnTo>
                  <a:lnTo>
                    <a:pt x="419" y="14250"/>
                  </a:lnTo>
                  <a:lnTo>
                    <a:pt x="440" y="14375"/>
                  </a:lnTo>
                  <a:lnTo>
                    <a:pt x="398" y="14522"/>
                  </a:lnTo>
                  <a:lnTo>
                    <a:pt x="461" y="14668"/>
                  </a:lnTo>
                  <a:lnTo>
                    <a:pt x="587" y="14731"/>
                  </a:lnTo>
                  <a:lnTo>
                    <a:pt x="607" y="14877"/>
                  </a:lnTo>
                  <a:lnTo>
                    <a:pt x="545" y="14940"/>
                  </a:lnTo>
                  <a:lnTo>
                    <a:pt x="419" y="15212"/>
                  </a:lnTo>
                  <a:lnTo>
                    <a:pt x="377" y="15589"/>
                  </a:lnTo>
                  <a:lnTo>
                    <a:pt x="335" y="15526"/>
                  </a:lnTo>
                  <a:lnTo>
                    <a:pt x="440" y="15693"/>
                  </a:lnTo>
                  <a:lnTo>
                    <a:pt x="545" y="15714"/>
                  </a:lnTo>
                  <a:lnTo>
                    <a:pt x="733" y="15693"/>
                  </a:lnTo>
                  <a:lnTo>
                    <a:pt x="859" y="15610"/>
                  </a:lnTo>
                  <a:lnTo>
                    <a:pt x="921" y="15526"/>
                  </a:lnTo>
                  <a:lnTo>
                    <a:pt x="984" y="15505"/>
                  </a:lnTo>
                  <a:lnTo>
                    <a:pt x="1047" y="15463"/>
                  </a:lnTo>
                  <a:lnTo>
                    <a:pt x="1110" y="15484"/>
                  </a:lnTo>
                  <a:lnTo>
                    <a:pt x="1172" y="15568"/>
                  </a:lnTo>
                  <a:lnTo>
                    <a:pt x="1361" y="15589"/>
                  </a:lnTo>
                  <a:lnTo>
                    <a:pt x="1361" y="15505"/>
                  </a:lnTo>
                  <a:lnTo>
                    <a:pt x="1319" y="15463"/>
                  </a:lnTo>
                  <a:lnTo>
                    <a:pt x="1319" y="15358"/>
                  </a:lnTo>
                  <a:lnTo>
                    <a:pt x="1444" y="15317"/>
                  </a:lnTo>
                  <a:lnTo>
                    <a:pt x="1486" y="15275"/>
                  </a:lnTo>
                  <a:lnTo>
                    <a:pt x="1549" y="15275"/>
                  </a:lnTo>
                  <a:lnTo>
                    <a:pt x="1570" y="15317"/>
                  </a:lnTo>
                  <a:lnTo>
                    <a:pt x="1695" y="15317"/>
                  </a:lnTo>
                  <a:lnTo>
                    <a:pt x="1779" y="15191"/>
                  </a:lnTo>
                  <a:lnTo>
                    <a:pt x="1758" y="15045"/>
                  </a:lnTo>
                  <a:lnTo>
                    <a:pt x="1779" y="14961"/>
                  </a:lnTo>
                  <a:lnTo>
                    <a:pt x="1863" y="14898"/>
                  </a:lnTo>
                  <a:lnTo>
                    <a:pt x="1884" y="14731"/>
                  </a:lnTo>
                  <a:lnTo>
                    <a:pt x="1947" y="14626"/>
                  </a:lnTo>
                  <a:lnTo>
                    <a:pt x="2072" y="14626"/>
                  </a:lnTo>
                  <a:lnTo>
                    <a:pt x="2177" y="14689"/>
                  </a:lnTo>
                  <a:lnTo>
                    <a:pt x="2281" y="14752"/>
                  </a:lnTo>
                  <a:lnTo>
                    <a:pt x="2281" y="14835"/>
                  </a:lnTo>
                  <a:lnTo>
                    <a:pt x="2260" y="14982"/>
                  </a:lnTo>
                  <a:lnTo>
                    <a:pt x="2281" y="15086"/>
                  </a:lnTo>
                  <a:lnTo>
                    <a:pt x="2386" y="15086"/>
                  </a:lnTo>
                  <a:lnTo>
                    <a:pt x="2428" y="15191"/>
                  </a:lnTo>
                  <a:lnTo>
                    <a:pt x="2407" y="15317"/>
                  </a:lnTo>
                  <a:lnTo>
                    <a:pt x="2428" y="15463"/>
                  </a:lnTo>
                  <a:lnTo>
                    <a:pt x="2428" y="15672"/>
                  </a:lnTo>
                  <a:lnTo>
                    <a:pt x="2532" y="15798"/>
                  </a:lnTo>
                  <a:lnTo>
                    <a:pt x="2532" y="15882"/>
                  </a:lnTo>
                  <a:lnTo>
                    <a:pt x="2637" y="15903"/>
                  </a:lnTo>
                  <a:lnTo>
                    <a:pt x="2784" y="15903"/>
                  </a:lnTo>
                  <a:lnTo>
                    <a:pt x="2888" y="15819"/>
                  </a:lnTo>
                  <a:lnTo>
                    <a:pt x="2909" y="15777"/>
                  </a:lnTo>
                  <a:lnTo>
                    <a:pt x="3076" y="15693"/>
                  </a:lnTo>
                  <a:lnTo>
                    <a:pt x="3202" y="15610"/>
                  </a:lnTo>
                  <a:lnTo>
                    <a:pt x="3223" y="15484"/>
                  </a:lnTo>
                  <a:lnTo>
                    <a:pt x="3307" y="15421"/>
                  </a:lnTo>
                  <a:lnTo>
                    <a:pt x="3558" y="15275"/>
                  </a:lnTo>
                  <a:lnTo>
                    <a:pt x="3725" y="15212"/>
                  </a:lnTo>
                  <a:lnTo>
                    <a:pt x="3746" y="15358"/>
                  </a:lnTo>
                  <a:lnTo>
                    <a:pt x="3976" y="15317"/>
                  </a:lnTo>
                  <a:lnTo>
                    <a:pt x="4039" y="15212"/>
                  </a:lnTo>
                  <a:lnTo>
                    <a:pt x="4290" y="15212"/>
                  </a:lnTo>
                  <a:lnTo>
                    <a:pt x="4311" y="15317"/>
                  </a:lnTo>
                  <a:lnTo>
                    <a:pt x="4123" y="15484"/>
                  </a:lnTo>
                  <a:lnTo>
                    <a:pt x="4248" y="15505"/>
                  </a:lnTo>
                  <a:lnTo>
                    <a:pt x="4290" y="15463"/>
                  </a:lnTo>
                  <a:lnTo>
                    <a:pt x="4374" y="15463"/>
                  </a:lnTo>
                  <a:lnTo>
                    <a:pt x="4478" y="15526"/>
                  </a:lnTo>
                  <a:lnTo>
                    <a:pt x="4520" y="15505"/>
                  </a:lnTo>
                  <a:lnTo>
                    <a:pt x="4625" y="15505"/>
                  </a:lnTo>
                  <a:lnTo>
                    <a:pt x="4688" y="15463"/>
                  </a:lnTo>
                  <a:lnTo>
                    <a:pt x="4729" y="15400"/>
                  </a:lnTo>
                  <a:lnTo>
                    <a:pt x="4813" y="15400"/>
                  </a:lnTo>
                  <a:lnTo>
                    <a:pt x="4897" y="15484"/>
                  </a:lnTo>
                  <a:lnTo>
                    <a:pt x="4981" y="15672"/>
                  </a:lnTo>
                  <a:lnTo>
                    <a:pt x="5232" y="16049"/>
                  </a:lnTo>
                  <a:lnTo>
                    <a:pt x="5357" y="16133"/>
                  </a:lnTo>
                  <a:lnTo>
                    <a:pt x="5399" y="16300"/>
                  </a:lnTo>
                  <a:lnTo>
                    <a:pt x="5462" y="16363"/>
                  </a:lnTo>
                  <a:lnTo>
                    <a:pt x="5545" y="16447"/>
                  </a:lnTo>
                  <a:lnTo>
                    <a:pt x="5776" y="16467"/>
                  </a:lnTo>
                  <a:lnTo>
                    <a:pt x="5985" y="16467"/>
                  </a:lnTo>
                  <a:lnTo>
                    <a:pt x="6089" y="16509"/>
                  </a:lnTo>
                  <a:lnTo>
                    <a:pt x="6131" y="16635"/>
                  </a:lnTo>
                  <a:lnTo>
                    <a:pt x="6361" y="16719"/>
                  </a:lnTo>
                  <a:lnTo>
                    <a:pt x="6550" y="16823"/>
                  </a:lnTo>
                  <a:lnTo>
                    <a:pt x="6654" y="17095"/>
                  </a:lnTo>
                  <a:lnTo>
                    <a:pt x="6801" y="17263"/>
                  </a:lnTo>
                  <a:lnTo>
                    <a:pt x="6989" y="17367"/>
                  </a:lnTo>
                  <a:lnTo>
                    <a:pt x="7073" y="17514"/>
                  </a:lnTo>
                  <a:lnTo>
                    <a:pt x="7073" y="17786"/>
                  </a:lnTo>
                  <a:lnTo>
                    <a:pt x="7177" y="18037"/>
                  </a:lnTo>
                  <a:lnTo>
                    <a:pt x="7324" y="18079"/>
                  </a:lnTo>
                  <a:lnTo>
                    <a:pt x="7387" y="18330"/>
                  </a:lnTo>
                  <a:lnTo>
                    <a:pt x="7429" y="18539"/>
                  </a:lnTo>
                  <a:lnTo>
                    <a:pt x="7345" y="18664"/>
                  </a:lnTo>
                  <a:lnTo>
                    <a:pt x="7324" y="18602"/>
                  </a:lnTo>
                  <a:lnTo>
                    <a:pt x="7219" y="18539"/>
                  </a:lnTo>
                  <a:lnTo>
                    <a:pt x="7073" y="18727"/>
                  </a:lnTo>
                  <a:lnTo>
                    <a:pt x="7094" y="18811"/>
                  </a:lnTo>
                  <a:lnTo>
                    <a:pt x="7115" y="18874"/>
                  </a:lnTo>
                  <a:lnTo>
                    <a:pt x="7261" y="18957"/>
                  </a:lnTo>
                  <a:lnTo>
                    <a:pt x="7240" y="19188"/>
                  </a:lnTo>
                  <a:lnTo>
                    <a:pt x="7303" y="19292"/>
                  </a:lnTo>
                  <a:lnTo>
                    <a:pt x="7261" y="19376"/>
                  </a:lnTo>
                  <a:lnTo>
                    <a:pt x="7324" y="19397"/>
                  </a:lnTo>
                  <a:lnTo>
                    <a:pt x="7408" y="19501"/>
                  </a:lnTo>
                  <a:lnTo>
                    <a:pt x="7408" y="19606"/>
                  </a:lnTo>
                  <a:lnTo>
                    <a:pt x="7449" y="19606"/>
                  </a:lnTo>
                  <a:lnTo>
                    <a:pt x="7491" y="19752"/>
                  </a:lnTo>
                  <a:lnTo>
                    <a:pt x="7617" y="19794"/>
                  </a:lnTo>
                  <a:lnTo>
                    <a:pt x="7701" y="19690"/>
                  </a:lnTo>
                  <a:lnTo>
                    <a:pt x="7826" y="19690"/>
                  </a:lnTo>
                  <a:lnTo>
                    <a:pt x="7868" y="19773"/>
                  </a:lnTo>
                  <a:lnTo>
                    <a:pt x="8014" y="19794"/>
                  </a:lnTo>
                  <a:lnTo>
                    <a:pt x="8119" y="19899"/>
                  </a:lnTo>
                  <a:lnTo>
                    <a:pt x="8182" y="19920"/>
                  </a:lnTo>
                  <a:lnTo>
                    <a:pt x="8266" y="20087"/>
                  </a:lnTo>
                  <a:lnTo>
                    <a:pt x="8370" y="20087"/>
                  </a:lnTo>
                  <a:lnTo>
                    <a:pt x="8391" y="20192"/>
                  </a:lnTo>
                  <a:lnTo>
                    <a:pt x="8433" y="20171"/>
                  </a:lnTo>
                  <a:lnTo>
                    <a:pt x="8454" y="20129"/>
                  </a:lnTo>
                  <a:lnTo>
                    <a:pt x="8600" y="20213"/>
                  </a:lnTo>
                  <a:lnTo>
                    <a:pt x="8663" y="20296"/>
                  </a:lnTo>
                  <a:lnTo>
                    <a:pt x="8768" y="20296"/>
                  </a:lnTo>
                  <a:lnTo>
                    <a:pt x="8830" y="20317"/>
                  </a:lnTo>
                  <a:lnTo>
                    <a:pt x="8893" y="20213"/>
                  </a:lnTo>
                  <a:lnTo>
                    <a:pt x="9061" y="20192"/>
                  </a:lnTo>
                  <a:lnTo>
                    <a:pt x="9270" y="20276"/>
                  </a:lnTo>
                  <a:lnTo>
                    <a:pt x="9312" y="20338"/>
                  </a:lnTo>
                  <a:lnTo>
                    <a:pt x="9437" y="20338"/>
                  </a:lnTo>
                  <a:lnTo>
                    <a:pt x="9542" y="20401"/>
                  </a:lnTo>
                  <a:lnTo>
                    <a:pt x="9709" y="20589"/>
                  </a:lnTo>
                  <a:lnTo>
                    <a:pt x="9835" y="20589"/>
                  </a:lnTo>
                  <a:lnTo>
                    <a:pt x="9960" y="20652"/>
                  </a:lnTo>
                  <a:lnTo>
                    <a:pt x="10023" y="20715"/>
                  </a:lnTo>
                  <a:lnTo>
                    <a:pt x="10128" y="20840"/>
                  </a:lnTo>
                  <a:lnTo>
                    <a:pt x="10170" y="20966"/>
                  </a:lnTo>
                  <a:lnTo>
                    <a:pt x="10232" y="20945"/>
                  </a:lnTo>
                  <a:lnTo>
                    <a:pt x="10232" y="20757"/>
                  </a:lnTo>
                  <a:lnTo>
                    <a:pt x="10316" y="20715"/>
                  </a:lnTo>
                  <a:lnTo>
                    <a:pt x="10337" y="20757"/>
                  </a:lnTo>
                  <a:lnTo>
                    <a:pt x="10462" y="20757"/>
                  </a:lnTo>
                  <a:lnTo>
                    <a:pt x="10588" y="20840"/>
                  </a:lnTo>
                  <a:lnTo>
                    <a:pt x="10588" y="21008"/>
                  </a:lnTo>
                  <a:lnTo>
                    <a:pt x="10755" y="21133"/>
                  </a:lnTo>
                  <a:lnTo>
                    <a:pt x="10923" y="21071"/>
                  </a:lnTo>
                  <a:lnTo>
                    <a:pt x="11069" y="21071"/>
                  </a:lnTo>
                  <a:lnTo>
                    <a:pt x="11048" y="21322"/>
                  </a:lnTo>
                  <a:lnTo>
                    <a:pt x="11090" y="21468"/>
                  </a:lnTo>
                  <a:lnTo>
                    <a:pt x="11195" y="21447"/>
                  </a:lnTo>
                  <a:lnTo>
                    <a:pt x="11362" y="21531"/>
                  </a:lnTo>
                  <a:lnTo>
                    <a:pt x="11425" y="21447"/>
                  </a:lnTo>
                  <a:lnTo>
                    <a:pt x="11571" y="21426"/>
                  </a:lnTo>
                  <a:lnTo>
                    <a:pt x="11676" y="21322"/>
                  </a:lnTo>
                  <a:lnTo>
                    <a:pt x="11885" y="21322"/>
                  </a:lnTo>
                  <a:lnTo>
                    <a:pt x="12011" y="21384"/>
                  </a:lnTo>
                  <a:lnTo>
                    <a:pt x="12053" y="21531"/>
                  </a:lnTo>
                  <a:lnTo>
                    <a:pt x="12220" y="21594"/>
                  </a:lnTo>
                  <a:lnTo>
                    <a:pt x="12346" y="21761"/>
                  </a:lnTo>
                  <a:lnTo>
                    <a:pt x="12429" y="21782"/>
                  </a:lnTo>
                  <a:lnTo>
                    <a:pt x="12576" y="21740"/>
                  </a:lnTo>
                  <a:lnTo>
                    <a:pt x="12639" y="21761"/>
                  </a:lnTo>
                  <a:lnTo>
                    <a:pt x="12785" y="21698"/>
                  </a:lnTo>
                  <a:lnTo>
                    <a:pt x="12931" y="21698"/>
                  </a:lnTo>
                  <a:lnTo>
                    <a:pt x="13015" y="21594"/>
                  </a:lnTo>
                  <a:lnTo>
                    <a:pt x="13162" y="21594"/>
                  </a:lnTo>
                  <a:lnTo>
                    <a:pt x="13203" y="21698"/>
                  </a:lnTo>
                  <a:lnTo>
                    <a:pt x="13245" y="21866"/>
                  </a:lnTo>
                  <a:lnTo>
                    <a:pt x="13350" y="21949"/>
                  </a:lnTo>
                  <a:lnTo>
                    <a:pt x="13475" y="21887"/>
                  </a:lnTo>
                  <a:lnTo>
                    <a:pt x="13601" y="21636"/>
                  </a:lnTo>
                  <a:lnTo>
                    <a:pt x="13873" y="21468"/>
                  </a:lnTo>
                  <a:lnTo>
                    <a:pt x="14040" y="21447"/>
                  </a:lnTo>
                  <a:lnTo>
                    <a:pt x="14124" y="21552"/>
                  </a:lnTo>
                  <a:lnTo>
                    <a:pt x="14396" y="21573"/>
                  </a:lnTo>
                  <a:lnTo>
                    <a:pt x="14501" y="21636"/>
                  </a:lnTo>
                  <a:lnTo>
                    <a:pt x="14647" y="21552"/>
                  </a:lnTo>
                  <a:lnTo>
                    <a:pt x="14815" y="21573"/>
                  </a:lnTo>
                  <a:lnTo>
                    <a:pt x="14877" y="21677"/>
                  </a:lnTo>
                  <a:lnTo>
                    <a:pt x="14982" y="21677"/>
                  </a:lnTo>
                  <a:lnTo>
                    <a:pt x="15191" y="21636"/>
                  </a:lnTo>
                  <a:lnTo>
                    <a:pt x="15296" y="21636"/>
                  </a:lnTo>
                  <a:lnTo>
                    <a:pt x="15359" y="21468"/>
                  </a:lnTo>
                  <a:lnTo>
                    <a:pt x="15442" y="21426"/>
                  </a:lnTo>
                  <a:lnTo>
                    <a:pt x="15547" y="21447"/>
                  </a:lnTo>
                  <a:lnTo>
                    <a:pt x="15547" y="21364"/>
                  </a:lnTo>
                  <a:lnTo>
                    <a:pt x="15631" y="21343"/>
                  </a:lnTo>
                  <a:lnTo>
                    <a:pt x="15693" y="21217"/>
                  </a:lnTo>
                  <a:lnTo>
                    <a:pt x="15798" y="21112"/>
                  </a:lnTo>
                  <a:lnTo>
                    <a:pt x="15903" y="21071"/>
                  </a:lnTo>
                  <a:lnTo>
                    <a:pt x="16133" y="21029"/>
                  </a:lnTo>
                  <a:lnTo>
                    <a:pt x="16237" y="20861"/>
                  </a:lnTo>
                  <a:lnTo>
                    <a:pt x="16237" y="20736"/>
                  </a:lnTo>
                  <a:lnTo>
                    <a:pt x="16321" y="20736"/>
                  </a:lnTo>
                  <a:lnTo>
                    <a:pt x="16447" y="20631"/>
                  </a:lnTo>
                  <a:lnTo>
                    <a:pt x="16551" y="20799"/>
                  </a:lnTo>
                  <a:lnTo>
                    <a:pt x="16719" y="20736"/>
                  </a:lnTo>
                  <a:lnTo>
                    <a:pt x="16928" y="20820"/>
                  </a:lnTo>
                  <a:lnTo>
                    <a:pt x="17012" y="20757"/>
                  </a:lnTo>
                  <a:lnTo>
                    <a:pt x="16970" y="20652"/>
                  </a:lnTo>
                  <a:lnTo>
                    <a:pt x="17242" y="20506"/>
                  </a:lnTo>
                  <a:lnTo>
                    <a:pt x="17325" y="20527"/>
                  </a:lnTo>
                  <a:lnTo>
                    <a:pt x="17367" y="20610"/>
                  </a:lnTo>
                  <a:lnTo>
                    <a:pt x="17451" y="20610"/>
                  </a:lnTo>
                  <a:lnTo>
                    <a:pt x="17472" y="20652"/>
                  </a:lnTo>
                  <a:lnTo>
                    <a:pt x="17388" y="20820"/>
                  </a:lnTo>
                  <a:lnTo>
                    <a:pt x="17451" y="20903"/>
                  </a:lnTo>
                  <a:lnTo>
                    <a:pt x="17535" y="20903"/>
                  </a:lnTo>
                  <a:lnTo>
                    <a:pt x="17597" y="20861"/>
                  </a:lnTo>
                  <a:lnTo>
                    <a:pt x="17639" y="20945"/>
                  </a:lnTo>
                  <a:lnTo>
                    <a:pt x="17702" y="21050"/>
                  </a:lnTo>
                  <a:lnTo>
                    <a:pt x="17702" y="21133"/>
                  </a:lnTo>
                  <a:lnTo>
                    <a:pt x="17597" y="21238"/>
                  </a:lnTo>
                  <a:lnTo>
                    <a:pt x="17639" y="21343"/>
                  </a:lnTo>
                  <a:lnTo>
                    <a:pt x="17765" y="21364"/>
                  </a:lnTo>
                  <a:lnTo>
                    <a:pt x="17849" y="21322"/>
                  </a:lnTo>
                  <a:lnTo>
                    <a:pt x="17953" y="21364"/>
                  </a:lnTo>
                  <a:lnTo>
                    <a:pt x="18016" y="21468"/>
                  </a:lnTo>
                  <a:lnTo>
                    <a:pt x="18121" y="21426"/>
                  </a:lnTo>
                  <a:lnTo>
                    <a:pt x="18246" y="21468"/>
                  </a:lnTo>
                  <a:lnTo>
                    <a:pt x="18330" y="21426"/>
                  </a:lnTo>
                  <a:lnTo>
                    <a:pt x="18497" y="21426"/>
                  </a:lnTo>
                  <a:lnTo>
                    <a:pt x="18539" y="21573"/>
                  </a:lnTo>
                  <a:lnTo>
                    <a:pt x="18685" y="21677"/>
                  </a:lnTo>
                  <a:lnTo>
                    <a:pt x="18706" y="21845"/>
                  </a:lnTo>
                  <a:lnTo>
                    <a:pt x="18811" y="21845"/>
                  </a:lnTo>
                  <a:lnTo>
                    <a:pt x="18916" y="21970"/>
                  </a:lnTo>
                  <a:lnTo>
                    <a:pt x="18916" y="22117"/>
                  </a:lnTo>
                  <a:lnTo>
                    <a:pt x="18999" y="22326"/>
                  </a:lnTo>
                  <a:lnTo>
                    <a:pt x="19020" y="22493"/>
                  </a:lnTo>
                  <a:lnTo>
                    <a:pt x="18999" y="22745"/>
                  </a:lnTo>
                  <a:lnTo>
                    <a:pt x="18999" y="22849"/>
                  </a:lnTo>
                  <a:lnTo>
                    <a:pt x="18957" y="22933"/>
                  </a:lnTo>
                  <a:lnTo>
                    <a:pt x="18853" y="22996"/>
                  </a:lnTo>
                  <a:lnTo>
                    <a:pt x="18832" y="23100"/>
                  </a:lnTo>
                  <a:lnTo>
                    <a:pt x="18769" y="23121"/>
                  </a:lnTo>
                  <a:lnTo>
                    <a:pt x="18748" y="23205"/>
                  </a:lnTo>
                  <a:lnTo>
                    <a:pt x="18811" y="23309"/>
                  </a:lnTo>
                  <a:lnTo>
                    <a:pt x="18748" y="23351"/>
                  </a:lnTo>
                  <a:lnTo>
                    <a:pt x="18685" y="23330"/>
                  </a:lnTo>
                  <a:lnTo>
                    <a:pt x="18602" y="23435"/>
                  </a:lnTo>
                  <a:lnTo>
                    <a:pt x="18539" y="23519"/>
                  </a:lnTo>
                  <a:lnTo>
                    <a:pt x="18602" y="23581"/>
                  </a:lnTo>
                  <a:lnTo>
                    <a:pt x="18539" y="23665"/>
                  </a:lnTo>
                  <a:lnTo>
                    <a:pt x="18539" y="23770"/>
                  </a:lnTo>
                  <a:lnTo>
                    <a:pt x="18644" y="23833"/>
                  </a:lnTo>
                  <a:lnTo>
                    <a:pt x="18706" y="23895"/>
                  </a:lnTo>
                  <a:lnTo>
                    <a:pt x="18769" y="23958"/>
                  </a:lnTo>
                  <a:lnTo>
                    <a:pt x="18748" y="24105"/>
                  </a:lnTo>
                  <a:lnTo>
                    <a:pt x="18811" y="24251"/>
                  </a:lnTo>
                  <a:lnTo>
                    <a:pt x="18937" y="24146"/>
                  </a:lnTo>
                  <a:lnTo>
                    <a:pt x="19209" y="24084"/>
                  </a:lnTo>
                  <a:lnTo>
                    <a:pt x="19229" y="24167"/>
                  </a:lnTo>
                  <a:lnTo>
                    <a:pt x="19209" y="24251"/>
                  </a:lnTo>
                  <a:lnTo>
                    <a:pt x="19271" y="24293"/>
                  </a:lnTo>
                  <a:lnTo>
                    <a:pt x="19418" y="24272"/>
                  </a:lnTo>
                  <a:lnTo>
                    <a:pt x="19439" y="24377"/>
                  </a:lnTo>
                  <a:lnTo>
                    <a:pt x="19418" y="24481"/>
                  </a:lnTo>
                  <a:lnTo>
                    <a:pt x="19481" y="24565"/>
                  </a:lnTo>
                  <a:lnTo>
                    <a:pt x="19627" y="24586"/>
                  </a:lnTo>
                  <a:lnTo>
                    <a:pt x="19585" y="24628"/>
                  </a:lnTo>
                  <a:lnTo>
                    <a:pt x="19648" y="24711"/>
                  </a:lnTo>
                  <a:lnTo>
                    <a:pt x="19669" y="24670"/>
                  </a:lnTo>
                  <a:lnTo>
                    <a:pt x="19815" y="24670"/>
                  </a:lnTo>
                  <a:lnTo>
                    <a:pt x="19941" y="24732"/>
                  </a:lnTo>
                  <a:lnTo>
                    <a:pt x="19941" y="24816"/>
                  </a:lnTo>
                  <a:lnTo>
                    <a:pt x="19878" y="24921"/>
                  </a:lnTo>
                  <a:lnTo>
                    <a:pt x="19899" y="25004"/>
                  </a:lnTo>
                  <a:lnTo>
                    <a:pt x="19753" y="25193"/>
                  </a:lnTo>
                  <a:lnTo>
                    <a:pt x="19648" y="25297"/>
                  </a:lnTo>
                  <a:lnTo>
                    <a:pt x="19669" y="25360"/>
                  </a:lnTo>
                  <a:lnTo>
                    <a:pt x="19753" y="25339"/>
                  </a:lnTo>
                  <a:lnTo>
                    <a:pt x="19941" y="25339"/>
                  </a:lnTo>
                  <a:lnTo>
                    <a:pt x="19983" y="25402"/>
                  </a:lnTo>
                  <a:lnTo>
                    <a:pt x="20066" y="25318"/>
                  </a:lnTo>
                  <a:lnTo>
                    <a:pt x="20150" y="25423"/>
                  </a:lnTo>
                  <a:lnTo>
                    <a:pt x="20108" y="25548"/>
                  </a:lnTo>
                  <a:lnTo>
                    <a:pt x="20150" y="25674"/>
                  </a:lnTo>
                  <a:lnTo>
                    <a:pt x="20276" y="25737"/>
                  </a:lnTo>
                  <a:lnTo>
                    <a:pt x="20338" y="25653"/>
                  </a:lnTo>
                  <a:lnTo>
                    <a:pt x="20485" y="25653"/>
                  </a:lnTo>
                  <a:lnTo>
                    <a:pt x="20736" y="25548"/>
                  </a:lnTo>
                  <a:lnTo>
                    <a:pt x="20841" y="25569"/>
                  </a:lnTo>
                  <a:lnTo>
                    <a:pt x="20841" y="25716"/>
                  </a:lnTo>
                  <a:lnTo>
                    <a:pt x="20799" y="25737"/>
                  </a:lnTo>
                  <a:lnTo>
                    <a:pt x="20862" y="25778"/>
                  </a:lnTo>
                  <a:lnTo>
                    <a:pt x="20924" y="25883"/>
                  </a:lnTo>
                  <a:lnTo>
                    <a:pt x="21050" y="25841"/>
                  </a:lnTo>
                  <a:lnTo>
                    <a:pt x="21154" y="25862"/>
                  </a:lnTo>
                  <a:lnTo>
                    <a:pt x="21134" y="25716"/>
                  </a:lnTo>
                  <a:lnTo>
                    <a:pt x="21134" y="25569"/>
                  </a:lnTo>
                  <a:lnTo>
                    <a:pt x="21092" y="25465"/>
                  </a:lnTo>
                  <a:lnTo>
                    <a:pt x="21092" y="25255"/>
                  </a:lnTo>
                  <a:lnTo>
                    <a:pt x="21154" y="25214"/>
                  </a:lnTo>
                  <a:lnTo>
                    <a:pt x="21154" y="25130"/>
                  </a:lnTo>
                  <a:lnTo>
                    <a:pt x="21364" y="25130"/>
                  </a:lnTo>
                  <a:lnTo>
                    <a:pt x="21426" y="25109"/>
                  </a:lnTo>
                  <a:lnTo>
                    <a:pt x="21468" y="25088"/>
                  </a:lnTo>
                  <a:lnTo>
                    <a:pt x="21510" y="25025"/>
                  </a:lnTo>
                  <a:lnTo>
                    <a:pt x="21552" y="24983"/>
                  </a:lnTo>
                  <a:lnTo>
                    <a:pt x="21678" y="24921"/>
                  </a:lnTo>
                  <a:lnTo>
                    <a:pt x="21761" y="24942"/>
                  </a:lnTo>
                  <a:lnTo>
                    <a:pt x="21740" y="25025"/>
                  </a:lnTo>
                  <a:lnTo>
                    <a:pt x="21782" y="25046"/>
                  </a:lnTo>
                  <a:lnTo>
                    <a:pt x="21866" y="25046"/>
                  </a:lnTo>
                  <a:lnTo>
                    <a:pt x="21887" y="24942"/>
                  </a:lnTo>
                  <a:lnTo>
                    <a:pt x="21970" y="24900"/>
                  </a:lnTo>
                  <a:lnTo>
                    <a:pt x="22096" y="25004"/>
                  </a:lnTo>
                  <a:lnTo>
                    <a:pt x="22159" y="24921"/>
                  </a:lnTo>
                  <a:lnTo>
                    <a:pt x="22242" y="24921"/>
                  </a:lnTo>
                  <a:lnTo>
                    <a:pt x="22263" y="25004"/>
                  </a:lnTo>
                  <a:lnTo>
                    <a:pt x="22389" y="24942"/>
                  </a:lnTo>
                  <a:lnTo>
                    <a:pt x="22389" y="24879"/>
                  </a:lnTo>
                  <a:lnTo>
                    <a:pt x="22556" y="24816"/>
                  </a:lnTo>
                  <a:lnTo>
                    <a:pt x="22661" y="24900"/>
                  </a:lnTo>
                  <a:lnTo>
                    <a:pt x="22870" y="24816"/>
                  </a:lnTo>
                  <a:lnTo>
                    <a:pt x="22828" y="24628"/>
                  </a:lnTo>
                  <a:lnTo>
                    <a:pt x="22954" y="24586"/>
                  </a:lnTo>
                  <a:lnTo>
                    <a:pt x="23100" y="24586"/>
                  </a:lnTo>
                  <a:lnTo>
                    <a:pt x="23184" y="24502"/>
                  </a:lnTo>
                  <a:lnTo>
                    <a:pt x="23310" y="24586"/>
                  </a:lnTo>
                  <a:lnTo>
                    <a:pt x="23310" y="24670"/>
                  </a:lnTo>
                  <a:lnTo>
                    <a:pt x="23435" y="24690"/>
                  </a:lnTo>
                  <a:lnTo>
                    <a:pt x="23477" y="24774"/>
                  </a:lnTo>
                  <a:lnTo>
                    <a:pt x="23749" y="24774"/>
                  </a:lnTo>
                  <a:lnTo>
                    <a:pt x="23812" y="24816"/>
                  </a:lnTo>
                  <a:lnTo>
                    <a:pt x="23958" y="24774"/>
                  </a:lnTo>
                  <a:lnTo>
                    <a:pt x="24042" y="24837"/>
                  </a:lnTo>
                  <a:lnTo>
                    <a:pt x="24042" y="24942"/>
                  </a:lnTo>
                  <a:lnTo>
                    <a:pt x="23937" y="24983"/>
                  </a:lnTo>
                  <a:lnTo>
                    <a:pt x="23875" y="25193"/>
                  </a:lnTo>
                  <a:lnTo>
                    <a:pt x="23958" y="25214"/>
                  </a:lnTo>
                  <a:lnTo>
                    <a:pt x="23979" y="25318"/>
                  </a:lnTo>
                  <a:lnTo>
                    <a:pt x="24230" y="25402"/>
                  </a:lnTo>
                  <a:lnTo>
                    <a:pt x="24251" y="25506"/>
                  </a:lnTo>
                  <a:lnTo>
                    <a:pt x="24377" y="25527"/>
                  </a:lnTo>
                  <a:lnTo>
                    <a:pt x="24481" y="25611"/>
                  </a:lnTo>
                  <a:lnTo>
                    <a:pt x="24586" y="25548"/>
                  </a:lnTo>
                  <a:lnTo>
                    <a:pt x="24649" y="25611"/>
                  </a:lnTo>
                  <a:lnTo>
                    <a:pt x="24711" y="25569"/>
                  </a:lnTo>
                  <a:lnTo>
                    <a:pt x="24816" y="25632"/>
                  </a:lnTo>
                  <a:lnTo>
                    <a:pt x="24858" y="25632"/>
                  </a:lnTo>
                  <a:lnTo>
                    <a:pt x="24900" y="25611"/>
                  </a:lnTo>
                  <a:lnTo>
                    <a:pt x="24963" y="25653"/>
                  </a:lnTo>
                  <a:lnTo>
                    <a:pt x="25046" y="25611"/>
                  </a:lnTo>
                  <a:lnTo>
                    <a:pt x="25046" y="25548"/>
                  </a:lnTo>
                  <a:lnTo>
                    <a:pt x="25088" y="25423"/>
                  </a:lnTo>
                  <a:lnTo>
                    <a:pt x="25130" y="25527"/>
                  </a:lnTo>
                  <a:lnTo>
                    <a:pt x="25235" y="25653"/>
                  </a:lnTo>
                  <a:lnTo>
                    <a:pt x="25297" y="25632"/>
                  </a:lnTo>
                  <a:lnTo>
                    <a:pt x="25444" y="25737"/>
                  </a:lnTo>
                  <a:lnTo>
                    <a:pt x="25569" y="25737"/>
                  </a:lnTo>
                  <a:lnTo>
                    <a:pt x="25632" y="25632"/>
                  </a:lnTo>
                  <a:lnTo>
                    <a:pt x="25716" y="25716"/>
                  </a:lnTo>
                  <a:lnTo>
                    <a:pt x="25820" y="25674"/>
                  </a:lnTo>
                  <a:lnTo>
                    <a:pt x="25862" y="25716"/>
                  </a:lnTo>
                  <a:lnTo>
                    <a:pt x="25862" y="25737"/>
                  </a:lnTo>
                  <a:lnTo>
                    <a:pt x="25800" y="25758"/>
                  </a:lnTo>
                  <a:lnTo>
                    <a:pt x="25758" y="25862"/>
                  </a:lnTo>
                  <a:lnTo>
                    <a:pt x="25695" y="25967"/>
                  </a:lnTo>
                  <a:lnTo>
                    <a:pt x="25695" y="26030"/>
                  </a:lnTo>
                  <a:lnTo>
                    <a:pt x="25820" y="26197"/>
                  </a:lnTo>
                  <a:lnTo>
                    <a:pt x="25904" y="26260"/>
                  </a:lnTo>
                  <a:lnTo>
                    <a:pt x="25904" y="26302"/>
                  </a:lnTo>
                  <a:lnTo>
                    <a:pt x="25925" y="26448"/>
                  </a:lnTo>
                  <a:lnTo>
                    <a:pt x="25946" y="26406"/>
                  </a:lnTo>
                  <a:lnTo>
                    <a:pt x="26009" y="26343"/>
                  </a:lnTo>
                  <a:lnTo>
                    <a:pt x="26092" y="26364"/>
                  </a:lnTo>
                  <a:lnTo>
                    <a:pt x="26134" y="26385"/>
                  </a:lnTo>
                  <a:lnTo>
                    <a:pt x="26176" y="26385"/>
                  </a:lnTo>
                  <a:lnTo>
                    <a:pt x="26281" y="26281"/>
                  </a:lnTo>
                  <a:lnTo>
                    <a:pt x="26260" y="26239"/>
                  </a:lnTo>
                  <a:lnTo>
                    <a:pt x="26218" y="26197"/>
                  </a:lnTo>
                  <a:lnTo>
                    <a:pt x="26218" y="26176"/>
                  </a:lnTo>
                  <a:lnTo>
                    <a:pt x="26155" y="26071"/>
                  </a:lnTo>
                  <a:lnTo>
                    <a:pt x="26072" y="26071"/>
                  </a:lnTo>
                  <a:lnTo>
                    <a:pt x="26030" y="25967"/>
                  </a:lnTo>
                  <a:lnTo>
                    <a:pt x="26051" y="25925"/>
                  </a:lnTo>
                  <a:lnTo>
                    <a:pt x="26155" y="25841"/>
                  </a:lnTo>
                  <a:lnTo>
                    <a:pt x="26155" y="25758"/>
                  </a:lnTo>
                  <a:lnTo>
                    <a:pt x="26155" y="25716"/>
                  </a:lnTo>
                  <a:lnTo>
                    <a:pt x="26176" y="25716"/>
                  </a:lnTo>
                  <a:lnTo>
                    <a:pt x="26218" y="25653"/>
                  </a:lnTo>
                  <a:lnTo>
                    <a:pt x="26239" y="25716"/>
                  </a:lnTo>
                  <a:lnTo>
                    <a:pt x="26260" y="25737"/>
                  </a:lnTo>
                  <a:lnTo>
                    <a:pt x="26281" y="25737"/>
                  </a:lnTo>
                  <a:lnTo>
                    <a:pt x="26260" y="25758"/>
                  </a:lnTo>
                  <a:lnTo>
                    <a:pt x="26260" y="25778"/>
                  </a:lnTo>
                  <a:lnTo>
                    <a:pt x="26323" y="25778"/>
                  </a:lnTo>
                  <a:lnTo>
                    <a:pt x="26281" y="25820"/>
                  </a:lnTo>
                  <a:lnTo>
                    <a:pt x="26344" y="25841"/>
                  </a:lnTo>
                  <a:lnTo>
                    <a:pt x="26385" y="25758"/>
                  </a:lnTo>
                  <a:lnTo>
                    <a:pt x="26490" y="25737"/>
                  </a:lnTo>
                  <a:lnTo>
                    <a:pt x="26553" y="25653"/>
                  </a:lnTo>
                  <a:lnTo>
                    <a:pt x="26616" y="25716"/>
                  </a:lnTo>
                  <a:lnTo>
                    <a:pt x="26741" y="25653"/>
                  </a:lnTo>
                  <a:lnTo>
                    <a:pt x="26867" y="25611"/>
                  </a:lnTo>
                  <a:lnTo>
                    <a:pt x="26804" y="25527"/>
                  </a:lnTo>
                  <a:lnTo>
                    <a:pt x="26908" y="25527"/>
                  </a:lnTo>
                  <a:lnTo>
                    <a:pt x="27013" y="25465"/>
                  </a:lnTo>
                  <a:lnTo>
                    <a:pt x="27139" y="25527"/>
                  </a:lnTo>
                  <a:lnTo>
                    <a:pt x="27201" y="25506"/>
                  </a:lnTo>
                  <a:lnTo>
                    <a:pt x="27327" y="25444"/>
                  </a:lnTo>
                  <a:lnTo>
                    <a:pt x="27432" y="25339"/>
                  </a:lnTo>
                  <a:lnTo>
                    <a:pt x="27515" y="25234"/>
                  </a:lnTo>
                  <a:lnTo>
                    <a:pt x="27536" y="25193"/>
                  </a:lnTo>
                  <a:lnTo>
                    <a:pt x="27578" y="25214"/>
                  </a:lnTo>
                  <a:lnTo>
                    <a:pt x="27620" y="25255"/>
                  </a:lnTo>
                  <a:lnTo>
                    <a:pt x="27662" y="25214"/>
                  </a:lnTo>
                  <a:lnTo>
                    <a:pt x="27724" y="25130"/>
                  </a:lnTo>
                  <a:lnTo>
                    <a:pt x="27808" y="25088"/>
                  </a:lnTo>
                  <a:lnTo>
                    <a:pt x="27787" y="24942"/>
                  </a:lnTo>
                  <a:lnTo>
                    <a:pt x="27745" y="24837"/>
                  </a:lnTo>
                  <a:lnTo>
                    <a:pt x="27787" y="24774"/>
                  </a:lnTo>
                  <a:lnTo>
                    <a:pt x="27745" y="24690"/>
                  </a:lnTo>
                  <a:lnTo>
                    <a:pt x="27808" y="24732"/>
                  </a:lnTo>
                  <a:lnTo>
                    <a:pt x="27934" y="24816"/>
                  </a:lnTo>
                  <a:lnTo>
                    <a:pt x="27955" y="24900"/>
                  </a:lnTo>
                  <a:lnTo>
                    <a:pt x="28059" y="25004"/>
                  </a:lnTo>
                  <a:lnTo>
                    <a:pt x="28143" y="24983"/>
                  </a:lnTo>
                  <a:lnTo>
                    <a:pt x="28143" y="24983"/>
                  </a:lnTo>
                  <a:lnTo>
                    <a:pt x="28101" y="25046"/>
                  </a:lnTo>
                  <a:lnTo>
                    <a:pt x="28017" y="25109"/>
                  </a:lnTo>
                  <a:lnTo>
                    <a:pt x="28038" y="25151"/>
                  </a:lnTo>
                  <a:lnTo>
                    <a:pt x="28248" y="25046"/>
                  </a:lnTo>
                  <a:lnTo>
                    <a:pt x="28248" y="24921"/>
                  </a:lnTo>
                  <a:lnTo>
                    <a:pt x="28352" y="24900"/>
                  </a:lnTo>
                  <a:lnTo>
                    <a:pt x="28415" y="24837"/>
                  </a:lnTo>
                  <a:lnTo>
                    <a:pt x="28520" y="24900"/>
                  </a:lnTo>
                  <a:lnTo>
                    <a:pt x="28582" y="24879"/>
                  </a:lnTo>
                  <a:lnTo>
                    <a:pt x="28624" y="24795"/>
                  </a:lnTo>
                  <a:lnTo>
                    <a:pt x="28687" y="24795"/>
                  </a:lnTo>
                  <a:lnTo>
                    <a:pt x="28708" y="24711"/>
                  </a:lnTo>
                  <a:lnTo>
                    <a:pt x="28771" y="24795"/>
                  </a:lnTo>
                  <a:lnTo>
                    <a:pt x="28854" y="24900"/>
                  </a:lnTo>
                  <a:lnTo>
                    <a:pt x="28896" y="24837"/>
                  </a:lnTo>
                  <a:lnTo>
                    <a:pt x="28938" y="24732"/>
                  </a:lnTo>
                  <a:lnTo>
                    <a:pt x="28980" y="24732"/>
                  </a:lnTo>
                  <a:lnTo>
                    <a:pt x="29001" y="24774"/>
                  </a:lnTo>
                  <a:lnTo>
                    <a:pt x="29085" y="24774"/>
                  </a:lnTo>
                  <a:lnTo>
                    <a:pt x="29105" y="24711"/>
                  </a:lnTo>
                  <a:lnTo>
                    <a:pt x="29231" y="24711"/>
                  </a:lnTo>
                  <a:lnTo>
                    <a:pt x="29294" y="24628"/>
                  </a:lnTo>
                  <a:lnTo>
                    <a:pt x="29357" y="24586"/>
                  </a:lnTo>
                  <a:lnTo>
                    <a:pt x="29377" y="24670"/>
                  </a:lnTo>
                  <a:lnTo>
                    <a:pt x="29398" y="24607"/>
                  </a:lnTo>
                  <a:lnTo>
                    <a:pt x="29482" y="24607"/>
                  </a:lnTo>
                  <a:lnTo>
                    <a:pt x="29566" y="24586"/>
                  </a:lnTo>
                  <a:lnTo>
                    <a:pt x="29524" y="24502"/>
                  </a:lnTo>
                  <a:lnTo>
                    <a:pt x="29587" y="24418"/>
                  </a:lnTo>
                  <a:lnTo>
                    <a:pt x="29608" y="24293"/>
                  </a:lnTo>
                  <a:lnTo>
                    <a:pt x="29566" y="24188"/>
                  </a:lnTo>
                  <a:lnTo>
                    <a:pt x="29566" y="24188"/>
                  </a:lnTo>
                  <a:lnTo>
                    <a:pt x="29608" y="24209"/>
                  </a:lnTo>
                  <a:lnTo>
                    <a:pt x="29670" y="24146"/>
                  </a:lnTo>
                  <a:lnTo>
                    <a:pt x="29796" y="24105"/>
                  </a:lnTo>
                  <a:lnTo>
                    <a:pt x="29817" y="24167"/>
                  </a:lnTo>
                  <a:lnTo>
                    <a:pt x="29921" y="24167"/>
                  </a:lnTo>
                  <a:lnTo>
                    <a:pt x="29942" y="24042"/>
                  </a:lnTo>
                  <a:lnTo>
                    <a:pt x="30005" y="24042"/>
                  </a:lnTo>
                  <a:lnTo>
                    <a:pt x="30026" y="23958"/>
                  </a:lnTo>
                  <a:lnTo>
                    <a:pt x="30089" y="23958"/>
                  </a:lnTo>
                  <a:lnTo>
                    <a:pt x="30089" y="23979"/>
                  </a:lnTo>
                  <a:lnTo>
                    <a:pt x="30110" y="23979"/>
                  </a:lnTo>
                  <a:lnTo>
                    <a:pt x="30193" y="23874"/>
                  </a:lnTo>
                  <a:lnTo>
                    <a:pt x="30256" y="23958"/>
                  </a:lnTo>
                  <a:lnTo>
                    <a:pt x="30256" y="23833"/>
                  </a:lnTo>
                  <a:lnTo>
                    <a:pt x="30340" y="23833"/>
                  </a:lnTo>
                  <a:lnTo>
                    <a:pt x="30361" y="23728"/>
                  </a:lnTo>
                  <a:lnTo>
                    <a:pt x="30277" y="23686"/>
                  </a:lnTo>
                  <a:lnTo>
                    <a:pt x="30193" y="23749"/>
                  </a:lnTo>
                  <a:lnTo>
                    <a:pt x="30047" y="23623"/>
                  </a:lnTo>
                  <a:lnTo>
                    <a:pt x="30235" y="23623"/>
                  </a:lnTo>
                  <a:lnTo>
                    <a:pt x="30340" y="23477"/>
                  </a:lnTo>
                  <a:lnTo>
                    <a:pt x="30361" y="23540"/>
                  </a:lnTo>
                  <a:lnTo>
                    <a:pt x="30445" y="23477"/>
                  </a:lnTo>
                  <a:lnTo>
                    <a:pt x="30612" y="23581"/>
                  </a:lnTo>
                  <a:lnTo>
                    <a:pt x="30633" y="23456"/>
                  </a:lnTo>
                  <a:lnTo>
                    <a:pt x="30549" y="23435"/>
                  </a:lnTo>
                  <a:lnTo>
                    <a:pt x="30507" y="23372"/>
                  </a:lnTo>
                  <a:lnTo>
                    <a:pt x="30528" y="23309"/>
                  </a:lnTo>
                  <a:lnTo>
                    <a:pt x="30633" y="23372"/>
                  </a:lnTo>
                  <a:lnTo>
                    <a:pt x="30717" y="23309"/>
                  </a:lnTo>
                  <a:lnTo>
                    <a:pt x="30675" y="23268"/>
                  </a:lnTo>
                  <a:lnTo>
                    <a:pt x="30612" y="23268"/>
                  </a:lnTo>
                  <a:lnTo>
                    <a:pt x="30612" y="23163"/>
                  </a:lnTo>
                  <a:lnTo>
                    <a:pt x="30528" y="23121"/>
                  </a:lnTo>
                  <a:lnTo>
                    <a:pt x="30612" y="23100"/>
                  </a:lnTo>
                  <a:lnTo>
                    <a:pt x="30654" y="23142"/>
                  </a:lnTo>
                  <a:lnTo>
                    <a:pt x="30717" y="23142"/>
                  </a:lnTo>
                  <a:lnTo>
                    <a:pt x="30758" y="23205"/>
                  </a:lnTo>
                  <a:lnTo>
                    <a:pt x="30758" y="23121"/>
                  </a:lnTo>
                  <a:lnTo>
                    <a:pt x="30654" y="23037"/>
                  </a:lnTo>
                  <a:lnTo>
                    <a:pt x="30654" y="22933"/>
                  </a:lnTo>
                  <a:lnTo>
                    <a:pt x="30737" y="22933"/>
                  </a:lnTo>
                  <a:lnTo>
                    <a:pt x="30758" y="22891"/>
                  </a:lnTo>
                  <a:lnTo>
                    <a:pt x="30863" y="22954"/>
                  </a:lnTo>
                  <a:lnTo>
                    <a:pt x="30863" y="23037"/>
                  </a:lnTo>
                  <a:lnTo>
                    <a:pt x="30926" y="23037"/>
                  </a:lnTo>
                  <a:lnTo>
                    <a:pt x="30968" y="23121"/>
                  </a:lnTo>
                  <a:lnTo>
                    <a:pt x="30989" y="22996"/>
                  </a:lnTo>
                  <a:lnTo>
                    <a:pt x="30947" y="22912"/>
                  </a:lnTo>
                  <a:lnTo>
                    <a:pt x="30884" y="22912"/>
                  </a:lnTo>
                  <a:lnTo>
                    <a:pt x="30863" y="22828"/>
                  </a:lnTo>
                  <a:lnTo>
                    <a:pt x="30947" y="22828"/>
                  </a:lnTo>
                  <a:lnTo>
                    <a:pt x="30947" y="22745"/>
                  </a:lnTo>
                  <a:lnTo>
                    <a:pt x="30863" y="22724"/>
                  </a:lnTo>
                  <a:lnTo>
                    <a:pt x="30989" y="22598"/>
                  </a:lnTo>
                  <a:lnTo>
                    <a:pt x="30926" y="22535"/>
                  </a:lnTo>
                  <a:lnTo>
                    <a:pt x="30842" y="22535"/>
                  </a:lnTo>
                  <a:lnTo>
                    <a:pt x="30779" y="22598"/>
                  </a:lnTo>
                  <a:lnTo>
                    <a:pt x="30800" y="22493"/>
                  </a:lnTo>
                  <a:lnTo>
                    <a:pt x="30947" y="22410"/>
                  </a:lnTo>
                  <a:lnTo>
                    <a:pt x="31135" y="22326"/>
                  </a:lnTo>
                  <a:lnTo>
                    <a:pt x="31072" y="22263"/>
                  </a:lnTo>
                  <a:lnTo>
                    <a:pt x="30989" y="22326"/>
                  </a:lnTo>
                  <a:lnTo>
                    <a:pt x="30863" y="22201"/>
                  </a:lnTo>
                  <a:lnTo>
                    <a:pt x="30968" y="22201"/>
                  </a:lnTo>
                  <a:lnTo>
                    <a:pt x="30884" y="22096"/>
                  </a:lnTo>
                  <a:lnTo>
                    <a:pt x="30800" y="22096"/>
                  </a:lnTo>
                  <a:lnTo>
                    <a:pt x="30863" y="22054"/>
                  </a:lnTo>
                  <a:lnTo>
                    <a:pt x="30800" y="21991"/>
                  </a:lnTo>
                  <a:lnTo>
                    <a:pt x="30884" y="21991"/>
                  </a:lnTo>
                  <a:lnTo>
                    <a:pt x="30926" y="21908"/>
                  </a:lnTo>
                  <a:lnTo>
                    <a:pt x="31030" y="21908"/>
                  </a:lnTo>
                  <a:lnTo>
                    <a:pt x="30989" y="22012"/>
                  </a:lnTo>
                  <a:lnTo>
                    <a:pt x="31072" y="22012"/>
                  </a:lnTo>
                  <a:lnTo>
                    <a:pt x="31240" y="21866"/>
                  </a:lnTo>
                  <a:lnTo>
                    <a:pt x="31240" y="21782"/>
                  </a:lnTo>
                  <a:lnTo>
                    <a:pt x="31365" y="21803"/>
                  </a:lnTo>
                  <a:lnTo>
                    <a:pt x="31281" y="21698"/>
                  </a:lnTo>
                  <a:lnTo>
                    <a:pt x="31198" y="21698"/>
                  </a:lnTo>
                  <a:lnTo>
                    <a:pt x="31240" y="21594"/>
                  </a:lnTo>
                  <a:lnTo>
                    <a:pt x="31302" y="21677"/>
                  </a:lnTo>
                  <a:lnTo>
                    <a:pt x="31386" y="21636"/>
                  </a:lnTo>
                  <a:lnTo>
                    <a:pt x="31386" y="21531"/>
                  </a:lnTo>
                  <a:lnTo>
                    <a:pt x="31449" y="21489"/>
                  </a:lnTo>
                  <a:lnTo>
                    <a:pt x="31386" y="21426"/>
                  </a:lnTo>
                  <a:lnTo>
                    <a:pt x="31386" y="21343"/>
                  </a:lnTo>
                  <a:lnTo>
                    <a:pt x="31470" y="21322"/>
                  </a:lnTo>
                  <a:lnTo>
                    <a:pt x="31407" y="21238"/>
                  </a:lnTo>
                  <a:lnTo>
                    <a:pt x="31407" y="21175"/>
                  </a:lnTo>
                  <a:lnTo>
                    <a:pt x="31302" y="21112"/>
                  </a:lnTo>
                  <a:lnTo>
                    <a:pt x="31470" y="21154"/>
                  </a:lnTo>
                  <a:lnTo>
                    <a:pt x="31512" y="21112"/>
                  </a:lnTo>
                  <a:lnTo>
                    <a:pt x="31616" y="20903"/>
                  </a:lnTo>
                  <a:lnTo>
                    <a:pt x="31700" y="20903"/>
                  </a:lnTo>
                  <a:lnTo>
                    <a:pt x="31721" y="20966"/>
                  </a:lnTo>
                  <a:lnTo>
                    <a:pt x="31763" y="21029"/>
                  </a:lnTo>
                  <a:lnTo>
                    <a:pt x="31784" y="20924"/>
                  </a:lnTo>
                  <a:lnTo>
                    <a:pt x="31846" y="20861"/>
                  </a:lnTo>
                  <a:lnTo>
                    <a:pt x="31805" y="20736"/>
                  </a:lnTo>
                  <a:lnTo>
                    <a:pt x="31679" y="20736"/>
                  </a:lnTo>
                  <a:lnTo>
                    <a:pt x="31616" y="20694"/>
                  </a:lnTo>
                  <a:lnTo>
                    <a:pt x="31679" y="20652"/>
                  </a:lnTo>
                  <a:lnTo>
                    <a:pt x="31763" y="20652"/>
                  </a:lnTo>
                  <a:lnTo>
                    <a:pt x="31826" y="20610"/>
                  </a:lnTo>
                  <a:lnTo>
                    <a:pt x="31784" y="20548"/>
                  </a:lnTo>
                  <a:lnTo>
                    <a:pt x="31700" y="20506"/>
                  </a:lnTo>
                  <a:lnTo>
                    <a:pt x="31784" y="20443"/>
                  </a:lnTo>
                  <a:lnTo>
                    <a:pt x="31826" y="20443"/>
                  </a:lnTo>
                  <a:lnTo>
                    <a:pt x="31826" y="20401"/>
                  </a:lnTo>
                  <a:lnTo>
                    <a:pt x="31784" y="20338"/>
                  </a:lnTo>
                  <a:lnTo>
                    <a:pt x="31574" y="20338"/>
                  </a:lnTo>
                  <a:lnTo>
                    <a:pt x="31595" y="20296"/>
                  </a:lnTo>
                  <a:lnTo>
                    <a:pt x="31721" y="20192"/>
                  </a:lnTo>
                  <a:lnTo>
                    <a:pt x="31826" y="20213"/>
                  </a:lnTo>
                  <a:lnTo>
                    <a:pt x="31846" y="20192"/>
                  </a:lnTo>
                  <a:lnTo>
                    <a:pt x="31888" y="20129"/>
                  </a:lnTo>
                  <a:lnTo>
                    <a:pt x="31930" y="20192"/>
                  </a:lnTo>
                  <a:lnTo>
                    <a:pt x="31972" y="20213"/>
                  </a:lnTo>
                  <a:lnTo>
                    <a:pt x="32014" y="20171"/>
                  </a:lnTo>
                  <a:lnTo>
                    <a:pt x="31993" y="20087"/>
                  </a:lnTo>
                  <a:lnTo>
                    <a:pt x="31972" y="19920"/>
                  </a:lnTo>
                  <a:lnTo>
                    <a:pt x="31909" y="19878"/>
                  </a:lnTo>
                  <a:lnTo>
                    <a:pt x="31826" y="19962"/>
                  </a:lnTo>
                  <a:lnTo>
                    <a:pt x="31846" y="19983"/>
                  </a:lnTo>
                  <a:lnTo>
                    <a:pt x="31846" y="20024"/>
                  </a:lnTo>
                  <a:lnTo>
                    <a:pt x="31763" y="20004"/>
                  </a:lnTo>
                  <a:lnTo>
                    <a:pt x="31595" y="20129"/>
                  </a:lnTo>
                  <a:lnTo>
                    <a:pt x="31512" y="20108"/>
                  </a:lnTo>
                  <a:lnTo>
                    <a:pt x="31512" y="20004"/>
                  </a:lnTo>
                  <a:lnTo>
                    <a:pt x="31679" y="19983"/>
                  </a:lnTo>
                  <a:lnTo>
                    <a:pt x="31930" y="19752"/>
                  </a:lnTo>
                  <a:lnTo>
                    <a:pt x="31909" y="19711"/>
                  </a:lnTo>
                  <a:lnTo>
                    <a:pt x="31805" y="19711"/>
                  </a:lnTo>
                  <a:lnTo>
                    <a:pt x="31763" y="19648"/>
                  </a:lnTo>
                  <a:lnTo>
                    <a:pt x="31721" y="19690"/>
                  </a:lnTo>
                  <a:lnTo>
                    <a:pt x="31553" y="19460"/>
                  </a:lnTo>
                  <a:lnTo>
                    <a:pt x="31386" y="19439"/>
                  </a:lnTo>
                  <a:lnTo>
                    <a:pt x="31240" y="19585"/>
                  </a:lnTo>
                  <a:lnTo>
                    <a:pt x="31135" y="19564"/>
                  </a:lnTo>
                  <a:lnTo>
                    <a:pt x="31030" y="19397"/>
                  </a:lnTo>
                  <a:lnTo>
                    <a:pt x="30884" y="19439"/>
                  </a:lnTo>
                  <a:lnTo>
                    <a:pt x="30779" y="19501"/>
                  </a:lnTo>
                  <a:lnTo>
                    <a:pt x="30737" y="19606"/>
                  </a:lnTo>
                  <a:lnTo>
                    <a:pt x="30758" y="19480"/>
                  </a:lnTo>
                  <a:lnTo>
                    <a:pt x="30884" y="19376"/>
                  </a:lnTo>
                  <a:lnTo>
                    <a:pt x="30968" y="19376"/>
                  </a:lnTo>
                  <a:lnTo>
                    <a:pt x="31051" y="19334"/>
                  </a:lnTo>
                  <a:lnTo>
                    <a:pt x="31177" y="19376"/>
                  </a:lnTo>
                  <a:lnTo>
                    <a:pt x="31281" y="19355"/>
                  </a:lnTo>
                  <a:lnTo>
                    <a:pt x="31281" y="19250"/>
                  </a:lnTo>
                  <a:lnTo>
                    <a:pt x="31323" y="19188"/>
                  </a:lnTo>
                  <a:lnTo>
                    <a:pt x="31407" y="19188"/>
                  </a:lnTo>
                  <a:lnTo>
                    <a:pt x="31553" y="19041"/>
                  </a:lnTo>
                  <a:lnTo>
                    <a:pt x="31700" y="19020"/>
                  </a:lnTo>
                  <a:lnTo>
                    <a:pt x="31700" y="18936"/>
                  </a:lnTo>
                  <a:lnTo>
                    <a:pt x="31574" y="18727"/>
                  </a:lnTo>
                  <a:lnTo>
                    <a:pt x="31281" y="18539"/>
                  </a:lnTo>
                  <a:lnTo>
                    <a:pt x="31072" y="18413"/>
                  </a:lnTo>
                  <a:lnTo>
                    <a:pt x="30842" y="18204"/>
                  </a:lnTo>
                  <a:lnTo>
                    <a:pt x="30737" y="18204"/>
                  </a:lnTo>
                  <a:lnTo>
                    <a:pt x="30549" y="18330"/>
                  </a:lnTo>
                  <a:lnTo>
                    <a:pt x="30445" y="18309"/>
                  </a:lnTo>
                  <a:lnTo>
                    <a:pt x="30319" y="18183"/>
                  </a:lnTo>
                  <a:lnTo>
                    <a:pt x="30319" y="18099"/>
                  </a:lnTo>
                  <a:lnTo>
                    <a:pt x="30235" y="18079"/>
                  </a:lnTo>
                  <a:lnTo>
                    <a:pt x="30110" y="18120"/>
                  </a:lnTo>
                  <a:lnTo>
                    <a:pt x="29984" y="18120"/>
                  </a:lnTo>
                  <a:lnTo>
                    <a:pt x="29838" y="18141"/>
                  </a:lnTo>
                  <a:lnTo>
                    <a:pt x="29691" y="18351"/>
                  </a:lnTo>
                  <a:lnTo>
                    <a:pt x="29817" y="18099"/>
                  </a:lnTo>
                  <a:lnTo>
                    <a:pt x="29921" y="18037"/>
                  </a:lnTo>
                  <a:lnTo>
                    <a:pt x="29984" y="18079"/>
                  </a:lnTo>
                  <a:lnTo>
                    <a:pt x="30047" y="18079"/>
                  </a:lnTo>
                  <a:lnTo>
                    <a:pt x="30089" y="18016"/>
                  </a:lnTo>
                  <a:lnTo>
                    <a:pt x="30193" y="18079"/>
                  </a:lnTo>
                  <a:lnTo>
                    <a:pt x="30340" y="17995"/>
                  </a:lnTo>
                  <a:lnTo>
                    <a:pt x="30403" y="18183"/>
                  </a:lnTo>
                  <a:lnTo>
                    <a:pt x="30465" y="18225"/>
                  </a:lnTo>
                  <a:lnTo>
                    <a:pt x="30570" y="18225"/>
                  </a:lnTo>
                  <a:lnTo>
                    <a:pt x="30654" y="18120"/>
                  </a:lnTo>
                  <a:lnTo>
                    <a:pt x="30842" y="18141"/>
                  </a:lnTo>
                  <a:lnTo>
                    <a:pt x="30968" y="18246"/>
                  </a:lnTo>
                  <a:lnTo>
                    <a:pt x="31051" y="18246"/>
                  </a:lnTo>
                  <a:lnTo>
                    <a:pt x="31177" y="18351"/>
                  </a:lnTo>
                  <a:lnTo>
                    <a:pt x="31323" y="18288"/>
                  </a:lnTo>
                  <a:lnTo>
                    <a:pt x="31574" y="18351"/>
                  </a:lnTo>
                  <a:lnTo>
                    <a:pt x="31658" y="18330"/>
                  </a:lnTo>
                  <a:lnTo>
                    <a:pt x="31553" y="18141"/>
                  </a:lnTo>
                  <a:lnTo>
                    <a:pt x="31491" y="18120"/>
                  </a:lnTo>
                  <a:lnTo>
                    <a:pt x="31323" y="17974"/>
                  </a:lnTo>
                  <a:lnTo>
                    <a:pt x="31323" y="17911"/>
                  </a:lnTo>
                  <a:lnTo>
                    <a:pt x="31281" y="17869"/>
                  </a:lnTo>
                  <a:lnTo>
                    <a:pt x="31177" y="17890"/>
                  </a:lnTo>
                  <a:lnTo>
                    <a:pt x="31051" y="17827"/>
                  </a:lnTo>
                  <a:lnTo>
                    <a:pt x="30884" y="17597"/>
                  </a:lnTo>
                  <a:lnTo>
                    <a:pt x="30884" y="17451"/>
                  </a:lnTo>
                  <a:lnTo>
                    <a:pt x="30675" y="17283"/>
                  </a:lnTo>
                  <a:lnTo>
                    <a:pt x="30675" y="17095"/>
                  </a:lnTo>
                  <a:lnTo>
                    <a:pt x="30549" y="17074"/>
                  </a:lnTo>
                  <a:lnTo>
                    <a:pt x="30612" y="16949"/>
                  </a:lnTo>
                  <a:lnTo>
                    <a:pt x="30570" y="16928"/>
                  </a:lnTo>
                  <a:lnTo>
                    <a:pt x="30403" y="16572"/>
                  </a:lnTo>
                  <a:lnTo>
                    <a:pt x="30089" y="16405"/>
                  </a:lnTo>
                  <a:lnTo>
                    <a:pt x="30005" y="16447"/>
                  </a:lnTo>
                  <a:lnTo>
                    <a:pt x="30005" y="16363"/>
                  </a:lnTo>
                  <a:lnTo>
                    <a:pt x="29712" y="16237"/>
                  </a:lnTo>
                  <a:lnTo>
                    <a:pt x="29670" y="16237"/>
                  </a:lnTo>
                  <a:lnTo>
                    <a:pt x="29670" y="15944"/>
                  </a:lnTo>
                  <a:lnTo>
                    <a:pt x="29712" y="15735"/>
                  </a:lnTo>
                  <a:lnTo>
                    <a:pt x="29670" y="15610"/>
                  </a:lnTo>
                  <a:lnTo>
                    <a:pt x="29691" y="15463"/>
                  </a:lnTo>
                  <a:lnTo>
                    <a:pt x="29712" y="15484"/>
                  </a:lnTo>
                  <a:lnTo>
                    <a:pt x="29817" y="15463"/>
                  </a:lnTo>
                  <a:lnTo>
                    <a:pt x="29921" y="15296"/>
                  </a:lnTo>
                  <a:lnTo>
                    <a:pt x="29984" y="15317"/>
                  </a:lnTo>
                  <a:lnTo>
                    <a:pt x="30089" y="15191"/>
                  </a:lnTo>
                  <a:lnTo>
                    <a:pt x="29984" y="15149"/>
                  </a:lnTo>
                  <a:lnTo>
                    <a:pt x="29921" y="15066"/>
                  </a:lnTo>
                  <a:lnTo>
                    <a:pt x="30005" y="14961"/>
                  </a:lnTo>
                  <a:lnTo>
                    <a:pt x="30193" y="14982"/>
                  </a:lnTo>
                  <a:lnTo>
                    <a:pt x="30193" y="14856"/>
                  </a:lnTo>
                  <a:lnTo>
                    <a:pt x="30319" y="14835"/>
                  </a:lnTo>
                  <a:lnTo>
                    <a:pt x="30319" y="14731"/>
                  </a:lnTo>
                  <a:lnTo>
                    <a:pt x="30193" y="14647"/>
                  </a:lnTo>
                  <a:lnTo>
                    <a:pt x="30319" y="14647"/>
                  </a:lnTo>
                  <a:lnTo>
                    <a:pt x="30424" y="14689"/>
                  </a:lnTo>
                  <a:lnTo>
                    <a:pt x="30445" y="14647"/>
                  </a:lnTo>
                  <a:lnTo>
                    <a:pt x="30549" y="14647"/>
                  </a:lnTo>
                  <a:lnTo>
                    <a:pt x="30654" y="14563"/>
                  </a:lnTo>
                  <a:lnTo>
                    <a:pt x="30717" y="14563"/>
                  </a:lnTo>
                  <a:lnTo>
                    <a:pt x="30842" y="14375"/>
                  </a:lnTo>
                  <a:lnTo>
                    <a:pt x="30884" y="14459"/>
                  </a:lnTo>
                  <a:lnTo>
                    <a:pt x="30947" y="14417"/>
                  </a:lnTo>
                  <a:lnTo>
                    <a:pt x="30947" y="14459"/>
                  </a:lnTo>
                  <a:lnTo>
                    <a:pt x="31093" y="14563"/>
                  </a:lnTo>
                  <a:lnTo>
                    <a:pt x="31240" y="14438"/>
                  </a:lnTo>
                  <a:lnTo>
                    <a:pt x="31240" y="14375"/>
                  </a:lnTo>
                  <a:lnTo>
                    <a:pt x="31156" y="14354"/>
                  </a:lnTo>
                  <a:lnTo>
                    <a:pt x="31135" y="14250"/>
                  </a:lnTo>
                  <a:lnTo>
                    <a:pt x="31198" y="14208"/>
                  </a:lnTo>
                  <a:lnTo>
                    <a:pt x="31261" y="14208"/>
                  </a:lnTo>
                  <a:lnTo>
                    <a:pt x="31177" y="14061"/>
                  </a:lnTo>
                  <a:lnTo>
                    <a:pt x="31177" y="13998"/>
                  </a:lnTo>
                  <a:lnTo>
                    <a:pt x="31302" y="13957"/>
                  </a:lnTo>
                  <a:lnTo>
                    <a:pt x="31240" y="13936"/>
                  </a:lnTo>
                  <a:lnTo>
                    <a:pt x="31093" y="13957"/>
                  </a:lnTo>
                  <a:lnTo>
                    <a:pt x="30947" y="13957"/>
                  </a:lnTo>
                  <a:lnTo>
                    <a:pt x="30947" y="13915"/>
                  </a:lnTo>
                  <a:lnTo>
                    <a:pt x="30800" y="13915"/>
                  </a:lnTo>
                  <a:lnTo>
                    <a:pt x="30758" y="13957"/>
                  </a:lnTo>
                  <a:lnTo>
                    <a:pt x="30403" y="13998"/>
                  </a:lnTo>
                  <a:lnTo>
                    <a:pt x="30319" y="13915"/>
                  </a:lnTo>
                  <a:lnTo>
                    <a:pt x="30256" y="13894"/>
                  </a:lnTo>
                  <a:lnTo>
                    <a:pt x="30193" y="13789"/>
                  </a:lnTo>
                  <a:lnTo>
                    <a:pt x="30131" y="13747"/>
                  </a:lnTo>
                  <a:lnTo>
                    <a:pt x="30089" y="13706"/>
                  </a:lnTo>
                  <a:lnTo>
                    <a:pt x="29817" y="13831"/>
                  </a:lnTo>
                  <a:lnTo>
                    <a:pt x="29691" y="13831"/>
                  </a:lnTo>
                  <a:lnTo>
                    <a:pt x="29733" y="13894"/>
                  </a:lnTo>
                  <a:lnTo>
                    <a:pt x="29733" y="13998"/>
                  </a:lnTo>
                  <a:lnTo>
                    <a:pt x="29670" y="14040"/>
                  </a:lnTo>
                  <a:lnTo>
                    <a:pt x="29503" y="14103"/>
                  </a:lnTo>
                  <a:lnTo>
                    <a:pt x="29524" y="14124"/>
                  </a:lnTo>
                  <a:lnTo>
                    <a:pt x="29587" y="14208"/>
                  </a:lnTo>
                  <a:lnTo>
                    <a:pt x="29524" y="14312"/>
                  </a:lnTo>
                  <a:lnTo>
                    <a:pt x="29482" y="14354"/>
                  </a:lnTo>
                  <a:lnTo>
                    <a:pt x="29357" y="14312"/>
                  </a:lnTo>
                  <a:lnTo>
                    <a:pt x="29231" y="14375"/>
                  </a:lnTo>
                  <a:lnTo>
                    <a:pt x="29085" y="14354"/>
                  </a:lnTo>
                  <a:lnTo>
                    <a:pt x="28938" y="14061"/>
                  </a:lnTo>
                  <a:lnTo>
                    <a:pt x="28938" y="13915"/>
                  </a:lnTo>
                  <a:lnTo>
                    <a:pt x="28896" y="13810"/>
                  </a:lnTo>
                  <a:lnTo>
                    <a:pt x="28750" y="13810"/>
                  </a:lnTo>
                  <a:lnTo>
                    <a:pt x="28687" y="13831"/>
                  </a:lnTo>
                  <a:lnTo>
                    <a:pt x="28687" y="13789"/>
                  </a:lnTo>
                  <a:lnTo>
                    <a:pt x="28624" y="13789"/>
                  </a:lnTo>
                  <a:lnTo>
                    <a:pt x="28561" y="13852"/>
                  </a:lnTo>
                  <a:lnTo>
                    <a:pt x="28540" y="13789"/>
                  </a:lnTo>
                  <a:lnTo>
                    <a:pt x="28540" y="13831"/>
                  </a:lnTo>
                  <a:lnTo>
                    <a:pt x="28436" y="13706"/>
                  </a:lnTo>
                  <a:lnTo>
                    <a:pt x="28436" y="13622"/>
                  </a:lnTo>
                  <a:lnTo>
                    <a:pt x="28227" y="13496"/>
                  </a:lnTo>
                  <a:lnTo>
                    <a:pt x="28122" y="13413"/>
                  </a:lnTo>
                  <a:lnTo>
                    <a:pt x="28101" y="13287"/>
                  </a:lnTo>
                  <a:lnTo>
                    <a:pt x="28038" y="13162"/>
                  </a:lnTo>
                  <a:lnTo>
                    <a:pt x="28101" y="13099"/>
                  </a:lnTo>
                  <a:lnTo>
                    <a:pt x="28101" y="13057"/>
                  </a:lnTo>
                  <a:lnTo>
                    <a:pt x="28101" y="12994"/>
                  </a:lnTo>
                  <a:lnTo>
                    <a:pt x="28122" y="12869"/>
                  </a:lnTo>
                  <a:lnTo>
                    <a:pt x="28164" y="12806"/>
                  </a:lnTo>
                  <a:lnTo>
                    <a:pt x="28185" y="12764"/>
                  </a:lnTo>
                  <a:lnTo>
                    <a:pt x="28415" y="12848"/>
                  </a:lnTo>
                  <a:lnTo>
                    <a:pt x="28750" y="12848"/>
                  </a:lnTo>
                  <a:lnTo>
                    <a:pt x="28792" y="12701"/>
                  </a:lnTo>
                  <a:lnTo>
                    <a:pt x="28771" y="12659"/>
                  </a:lnTo>
                  <a:lnTo>
                    <a:pt x="28854" y="12659"/>
                  </a:lnTo>
                  <a:lnTo>
                    <a:pt x="28833" y="12492"/>
                  </a:lnTo>
                  <a:lnTo>
                    <a:pt x="28792" y="12471"/>
                  </a:lnTo>
                  <a:lnTo>
                    <a:pt x="28854" y="12429"/>
                  </a:lnTo>
                  <a:lnTo>
                    <a:pt x="28896" y="12136"/>
                  </a:lnTo>
                  <a:lnTo>
                    <a:pt x="29105" y="12011"/>
                  </a:lnTo>
                  <a:lnTo>
                    <a:pt x="29210" y="12011"/>
                  </a:lnTo>
                  <a:lnTo>
                    <a:pt x="29315" y="11843"/>
                  </a:lnTo>
                  <a:lnTo>
                    <a:pt x="29377" y="11843"/>
                  </a:lnTo>
                  <a:lnTo>
                    <a:pt x="29398" y="11613"/>
                  </a:lnTo>
                  <a:lnTo>
                    <a:pt x="29503" y="11488"/>
                  </a:lnTo>
                  <a:lnTo>
                    <a:pt x="29524" y="11341"/>
                  </a:lnTo>
                  <a:lnTo>
                    <a:pt x="29587" y="11320"/>
                  </a:lnTo>
                  <a:lnTo>
                    <a:pt x="29670" y="11195"/>
                  </a:lnTo>
                  <a:lnTo>
                    <a:pt x="29796" y="11195"/>
                  </a:lnTo>
                  <a:lnTo>
                    <a:pt x="29838" y="11216"/>
                  </a:lnTo>
                  <a:lnTo>
                    <a:pt x="29942" y="11216"/>
                  </a:lnTo>
                  <a:lnTo>
                    <a:pt x="29984" y="11111"/>
                  </a:lnTo>
                  <a:lnTo>
                    <a:pt x="30152" y="11320"/>
                  </a:lnTo>
                  <a:lnTo>
                    <a:pt x="30424" y="11488"/>
                  </a:lnTo>
                  <a:lnTo>
                    <a:pt x="30424" y="11592"/>
                  </a:lnTo>
                  <a:lnTo>
                    <a:pt x="30361" y="11613"/>
                  </a:lnTo>
                  <a:lnTo>
                    <a:pt x="30340" y="11697"/>
                  </a:lnTo>
                  <a:lnTo>
                    <a:pt x="30214" y="11843"/>
                  </a:lnTo>
                  <a:lnTo>
                    <a:pt x="30193" y="12011"/>
                  </a:lnTo>
                  <a:lnTo>
                    <a:pt x="30089" y="12011"/>
                  </a:lnTo>
                  <a:lnTo>
                    <a:pt x="30110" y="12032"/>
                  </a:lnTo>
                  <a:lnTo>
                    <a:pt x="30089" y="12178"/>
                  </a:lnTo>
                  <a:lnTo>
                    <a:pt x="30214" y="12325"/>
                  </a:lnTo>
                  <a:lnTo>
                    <a:pt x="30193" y="12387"/>
                  </a:lnTo>
                  <a:lnTo>
                    <a:pt x="30131" y="12429"/>
                  </a:lnTo>
                  <a:lnTo>
                    <a:pt x="30131" y="12471"/>
                  </a:lnTo>
                  <a:lnTo>
                    <a:pt x="30193" y="12555"/>
                  </a:lnTo>
                  <a:lnTo>
                    <a:pt x="30319" y="12492"/>
                  </a:lnTo>
                  <a:lnTo>
                    <a:pt x="30445" y="12387"/>
                  </a:lnTo>
                  <a:lnTo>
                    <a:pt x="30403" y="12492"/>
                  </a:lnTo>
                  <a:lnTo>
                    <a:pt x="30277" y="12576"/>
                  </a:lnTo>
                  <a:lnTo>
                    <a:pt x="30319" y="12638"/>
                  </a:lnTo>
                  <a:lnTo>
                    <a:pt x="30361" y="12659"/>
                  </a:lnTo>
                  <a:lnTo>
                    <a:pt x="30361" y="12701"/>
                  </a:lnTo>
                  <a:lnTo>
                    <a:pt x="30319" y="12743"/>
                  </a:lnTo>
                  <a:lnTo>
                    <a:pt x="30193" y="12743"/>
                  </a:lnTo>
                  <a:lnTo>
                    <a:pt x="30131" y="12806"/>
                  </a:lnTo>
                  <a:lnTo>
                    <a:pt x="30026" y="12806"/>
                  </a:lnTo>
                  <a:lnTo>
                    <a:pt x="29984" y="12890"/>
                  </a:lnTo>
                  <a:lnTo>
                    <a:pt x="30089" y="12973"/>
                  </a:lnTo>
                  <a:lnTo>
                    <a:pt x="30089" y="13057"/>
                  </a:lnTo>
                  <a:lnTo>
                    <a:pt x="30152" y="13057"/>
                  </a:lnTo>
                  <a:lnTo>
                    <a:pt x="30235" y="12952"/>
                  </a:lnTo>
                  <a:lnTo>
                    <a:pt x="30277" y="12952"/>
                  </a:lnTo>
                  <a:lnTo>
                    <a:pt x="30403" y="12806"/>
                  </a:lnTo>
                  <a:lnTo>
                    <a:pt x="30549" y="12743"/>
                  </a:lnTo>
                  <a:lnTo>
                    <a:pt x="30570" y="12701"/>
                  </a:lnTo>
                  <a:lnTo>
                    <a:pt x="30528" y="12576"/>
                  </a:lnTo>
                  <a:lnTo>
                    <a:pt x="30654" y="12471"/>
                  </a:lnTo>
                  <a:lnTo>
                    <a:pt x="30926" y="12283"/>
                  </a:lnTo>
                  <a:lnTo>
                    <a:pt x="30989" y="12283"/>
                  </a:lnTo>
                  <a:lnTo>
                    <a:pt x="31030" y="12178"/>
                  </a:lnTo>
                  <a:lnTo>
                    <a:pt x="31156" y="12178"/>
                  </a:lnTo>
                  <a:lnTo>
                    <a:pt x="31302" y="12053"/>
                  </a:lnTo>
                  <a:lnTo>
                    <a:pt x="31365" y="12115"/>
                  </a:lnTo>
                  <a:lnTo>
                    <a:pt x="31407" y="12115"/>
                  </a:lnTo>
                  <a:lnTo>
                    <a:pt x="31553" y="12073"/>
                  </a:lnTo>
                  <a:lnTo>
                    <a:pt x="31721" y="11906"/>
                  </a:lnTo>
                  <a:lnTo>
                    <a:pt x="31763" y="12011"/>
                  </a:lnTo>
                  <a:lnTo>
                    <a:pt x="31763" y="11655"/>
                  </a:lnTo>
                  <a:lnTo>
                    <a:pt x="31909" y="11550"/>
                  </a:lnTo>
                  <a:lnTo>
                    <a:pt x="31972" y="11404"/>
                  </a:lnTo>
                  <a:lnTo>
                    <a:pt x="31972" y="11299"/>
                  </a:lnTo>
                  <a:lnTo>
                    <a:pt x="32118" y="11195"/>
                  </a:lnTo>
                  <a:lnTo>
                    <a:pt x="32223" y="11006"/>
                  </a:lnTo>
                  <a:lnTo>
                    <a:pt x="32328" y="10965"/>
                  </a:lnTo>
                  <a:lnTo>
                    <a:pt x="32411" y="10672"/>
                  </a:lnTo>
                  <a:lnTo>
                    <a:pt x="32453" y="10567"/>
                  </a:lnTo>
                  <a:lnTo>
                    <a:pt x="32453" y="10504"/>
                  </a:lnTo>
                  <a:lnTo>
                    <a:pt x="32453" y="10337"/>
                  </a:lnTo>
                  <a:lnTo>
                    <a:pt x="32600" y="10190"/>
                  </a:lnTo>
                  <a:lnTo>
                    <a:pt x="32704" y="10358"/>
                  </a:lnTo>
                  <a:lnTo>
                    <a:pt x="32767" y="10400"/>
                  </a:lnTo>
                  <a:lnTo>
                    <a:pt x="32851" y="10483"/>
                  </a:lnTo>
                  <a:lnTo>
                    <a:pt x="32955" y="10441"/>
                  </a:lnTo>
                  <a:lnTo>
                    <a:pt x="33081" y="10483"/>
                  </a:lnTo>
                  <a:lnTo>
                    <a:pt x="33332" y="10462"/>
                  </a:lnTo>
                  <a:lnTo>
                    <a:pt x="33478" y="10483"/>
                  </a:lnTo>
                  <a:lnTo>
                    <a:pt x="33541" y="10337"/>
                  </a:lnTo>
                  <a:lnTo>
                    <a:pt x="33541" y="10253"/>
                  </a:lnTo>
                  <a:lnTo>
                    <a:pt x="33395" y="10128"/>
                  </a:lnTo>
                  <a:lnTo>
                    <a:pt x="33290" y="10044"/>
                  </a:lnTo>
                  <a:lnTo>
                    <a:pt x="33374" y="9960"/>
                  </a:lnTo>
                  <a:lnTo>
                    <a:pt x="33499" y="9960"/>
                  </a:lnTo>
                  <a:lnTo>
                    <a:pt x="33750" y="9772"/>
                  </a:lnTo>
                  <a:lnTo>
                    <a:pt x="33750" y="9646"/>
                  </a:lnTo>
                  <a:lnTo>
                    <a:pt x="33855" y="9521"/>
                  </a:lnTo>
                  <a:lnTo>
                    <a:pt x="33939" y="9521"/>
                  </a:lnTo>
                  <a:lnTo>
                    <a:pt x="34002" y="9416"/>
                  </a:lnTo>
                  <a:lnTo>
                    <a:pt x="33939" y="9312"/>
                  </a:lnTo>
                  <a:lnTo>
                    <a:pt x="33939" y="9207"/>
                  </a:lnTo>
                  <a:lnTo>
                    <a:pt x="33939" y="9081"/>
                  </a:lnTo>
                  <a:lnTo>
                    <a:pt x="34022" y="9040"/>
                  </a:lnTo>
                  <a:lnTo>
                    <a:pt x="34127" y="9123"/>
                  </a:lnTo>
                  <a:lnTo>
                    <a:pt x="34127" y="9228"/>
                  </a:lnTo>
                  <a:lnTo>
                    <a:pt x="34190" y="9312"/>
                  </a:lnTo>
                  <a:lnTo>
                    <a:pt x="34378" y="9332"/>
                  </a:lnTo>
                  <a:lnTo>
                    <a:pt x="34399" y="9395"/>
                  </a:lnTo>
                  <a:lnTo>
                    <a:pt x="34399" y="9353"/>
                  </a:lnTo>
                  <a:lnTo>
                    <a:pt x="34399" y="9291"/>
                  </a:lnTo>
                  <a:lnTo>
                    <a:pt x="34378" y="9249"/>
                  </a:lnTo>
                  <a:lnTo>
                    <a:pt x="34336" y="9144"/>
                  </a:lnTo>
                  <a:lnTo>
                    <a:pt x="34336" y="9123"/>
                  </a:lnTo>
                  <a:lnTo>
                    <a:pt x="34420" y="9081"/>
                  </a:lnTo>
                  <a:lnTo>
                    <a:pt x="34546" y="9102"/>
                  </a:lnTo>
                  <a:lnTo>
                    <a:pt x="34608" y="9081"/>
                  </a:lnTo>
                  <a:lnTo>
                    <a:pt x="34608" y="8977"/>
                  </a:lnTo>
                  <a:lnTo>
                    <a:pt x="34587" y="8914"/>
                  </a:lnTo>
                  <a:lnTo>
                    <a:pt x="34587" y="8830"/>
                  </a:lnTo>
                  <a:lnTo>
                    <a:pt x="34608" y="8788"/>
                  </a:lnTo>
                  <a:lnTo>
                    <a:pt x="34608" y="8684"/>
                  </a:lnTo>
                  <a:lnTo>
                    <a:pt x="34608" y="8579"/>
                  </a:lnTo>
                  <a:lnTo>
                    <a:pt x="34525" y="8516"/>
                  </a:lnTo>
                  <a:lnTo>
                    <a:pt x="34525" y="8349"/>
                  </a:lnTo>
                  <a:lnTo>
                    <a:pt x="34525" y="8244"/>
                  </a:lnTo>
                  <a:lnTo>
                    <a:pt x="34504" y="8098"/>
                  </a:lnTo>
                  <a:lnTo>
                    <a:pt x="34504" y="7993"/>
                  </a:lnTo>
                  <a:lnTo>
                    <a:pt x="34441" y="7889"/>
                  </a:lnTo>
                  <a:lnTo>
                    <a:pt x="34399" y="7826"/>
                  </a:lnTo>
                  <a:lnTo>
                    <a:pt x="34378" y="7742"/>
                  </a:lnTo>
                  <a:lnTo>
                    <a:pt x="34232" y="7533"/>
                  </a:lnTo>
                  <a:lnTo>
                    <a:pt x="34190" y="7428"/>
                  </a:lnTo>
                  <a:lnTo>
                    <a:pt x="34211" y="7366"/>
                  </a:lnTo>
                  <a:lnTo>
                    <a:pt x="34294" y="7345"/>
                  </a:lnTo>
                  <a:lnTo>
                    <a:pt x="34378" y="7324"/>
                  </a:lnTo>
                  <a:lnTo>
                    <a:pt x="34420" y="7261"/>
                  </a:lnTo>
                  <a:lnTo>
                    <a:pt x="34441" y="7198"/>
                  </a:lnTo>
                  <a:lnTo>
                    <a:pt x="34546" y="7010"/>
                  </a:lnTo>
                  <a:lnTo>
                    <a:pt x="34587" y="7010"/>
                  </a:lnTo>
                  <a:lnTo>
                    <a:pt x="34692" y="7031"/>
                  </a:lnTo>
                  <a:lnTo>
                    <a:pt x="34755" y="7052"/>
                  </a:lnTo>
                  <a:lnTo>
                    <a:pt x="35131" y="7115"/>
                  </a:lnTo>
                  <a:lnTo>
                    <a:pt x="35173" y="7136"/>
                  </a:lnTo>
                  <a:lnTo>
                    <a:pt x="35236" y="7136"/>
                  </a:lnTo>
                  <a:lnTo>
                    <a:pt x="35278" y="7094"/>
                  </a:lnTo>
                  <a:lnTo>
                    <a:pt x="35257" y="7010"/>
                  </a:lnTo>
                  <a:lnTo>
                    <a:pt x="35236" y="6926"/>
                  </a:lnTo>
                  <a:lnTo>
                    <a:pt x="35236" y="6884"/>
                  </a:lnTo>
                  <a:lnTo>
                    <a:pt x="35257" y="6822"/>
                  </a:lnTo>
                  <a:lnTo>
                    <a:pt x="35236" y="6780"/>
                  </a:lnTo>
                  <a:lnTo>
                    <a:pt x="35215" y="6696"/>
                  </a:lnTo>
                  <a:lnTo>
                    <a:pt x="35257" y="6591"/>
                  </a:lnTo>
                  <a:lnTo>
                    <a:pt x="35320" y="6571"/>
                  </a:lnTo>
                  <a:lnTo>
                    <a:pt x="35278" y="6466"/>
                  </a:lnTo>
                  <a:lnTo>
                    <a:pt x="35257" y="6403"/>
                  </a:lnTo>
                  <a:lnTo>
                    <a:pt x="35257" y="6382"/>
                  </a:lnTo>
                  <a:lnTo>
                    <a:pt x="35341" y="6319"/>
                  </a:lnTo>
                  <a:lnTo>
                    <a:pt x="35320" y="6278"/>
                  </a:lnTo>
                  <a:lnTo>
                    <a:pt x="35320" y="6215"/>
                  </a:lnTo>
                  <a:lnTo>
                    <a:pt x="35278" y="6152"/>
                  </a:lnTo>
                  <a:lnTo>
                    <a:pt x="35320" y="6068"/>
                  </a:lnTo>
                  <a:lnTo>
                    <a:pt x="35362" y="6047"/>
                  </a:lnTo>
                  <a:lnTo>
                    <a:pt x="35362" y="5985"/>
                  </a:lnTo>
                  <a:lnTo>
                    <a:pt x="35341" y="5943"/>
                  </a:lnTo>
                  <a:lnTo>
                    <a:pt x="35278" y="5796"/>
                  </a:lnTo>
                  <a:lnTo>
                    <a:pt x="35278" y="5671"/>
                  </a:lnTo>
                  <a:lnTo>
                    <a:pt x="35320" y="5650"/>
                  </a:lnTo>
                  <a:lnTo>
                    <a:pt x="35341" y="5629"/>
                  </a:lnTo>
                  <a:lnTo>
                    <a:pt x="35341" y="5587"/>
                  </a:lnTo>
                  <a:lnTo>
                    <a:pt x="35320" y="5545"/>
                  </a:lnTo>
                  <a:lnTo>
                    <a:pt x="35320" y="5483"/>
                  </a:lnTo>
                  <a:lnTo>
                    <a:pt x="35257" y="5441"/>
                  </a:lnTo>
                  <a:lnTo>
                    <a:pt x="35236" y="5378"/>
                  </a:lnTo>
                  <a:lnTo>
                    <a:pt x="35257" y="5315"/>
                  </a:lnTo>
                  <a:lnTo>
                    <a:pt x="35257" y="5231"/>
                  </a:lnTo>
                  <a:lnTo>
                    <a:pt x="35236" y="5169"/>
                  </a:lnTo>
                  <a:lnTo>
                    <a:pt x="35173" y="5127"/>
                  </a:lnTo>
                  <a:lnTo>
                    <a:pt x="35173" y="5064"/>
                  </a:lnTo>
                  <a:lnTo>
                    <a:pt x="35257" y="4959"/>
                  </a:lnTo>
                  <a:lnTo>
                    <a:pt x="35362" y="4939"/>
                  </a:lnTo>
                  <a:lnTo>
                    <a:pt x="35383" y="4918"/>
                  </a:lnTo>
                  <a:lnTo>
                    <a:pt x="35383" y="4813"/>
                  </a:lnTo>
                  <a:lnTo>
                    <a:pt x="35424" y="4687"/>
                  </a:lnTo>
                  <a:lnTo>
                    <a:pt x="35341" y="4646"/>
                  </a:lnTo>
                  <a:lnTo>
                    <a:pt x="35278" y="4583"/>
                  </a:lnTo>
                  <a:lnTo>
                    <a:pt x="35257" y="4499"/>
                  </a:lnTo>
                  <a:lnTo>
                    <a:pt x="35173" y="4395"/>
                  </a:lnTo>
                  <a:lnTo>
                    <a:pt x="35152" y="4332"/>
                  </a:lnTo>
                  <a:lnTo>
                    <a:pt x="35215" y="4290"/>
                  </a:lnTo>
                  <a:lnTo>
                    <a:pt x="35152" y="4185"/>
                  </a:lnTo>
                  <a:lnTo>
                    <a:pt x="35131" y="4123"/>
                  </a:lnTo>
                  <a:lnTo>
                    <a:pt x="35027" y="4102"/>
                  </a:lnTo>
                  <a:lnTo>
                    <a:pt x="34964" y="4081"/>
                  </a:lnTo>
                  <a:lnTo>
                    <a:pt x="34859" y="4018"/>
                  </a:lnTo>
                  <a:lnTo>
                    <a:pt x="34797" y="4081"/>
                  </a:lnTo>
                  <a:lnTo>
                    <a:pt x="34713" y="4102"/>
                  </a:lnTo>
                  <a:lnTo>
                    <a:pt x="34629" y="4143"/>
                  </a:lnTo>
                  <a:lnTo>
                    <a:pt x="34629" y="4227"/>
                  </a:lnTo>
                  <a:lnTo>
                    <a:pt x="34587" y="4269"/>
                  </a:lnTo>
                  <a:lnTo>
                    <a:pt x="34504" y="4269"/>
                  </a:lnTo>
                  <a:lnTo>
                    <a:pt x="34483" y="4395"/>
                  </a:lnTo>
                  <a:lnTo>
                    <a:pt x="34294" y="4395"/>
                  </a:lnTo>
                  <a:lnTo>
                    <a:pt x="34232" y="4478"/>
                  </a:lnTo>
                  <a:lnTo>
                    <a:pt x="34232" y="4583"/>
                  </a:lnTo>
                  <a:lnTo>
                    <a:pt x="34190" y="4604"/>
                  </a:lnTo>
                  <a:lnTo>
                    <a:pt x="34169" y="4729"/>
                  </a:lnTo>
                  <a:lnTo>
                    <a:pt x="34169" y="4792"/>
                  </a:lnTo>
                  <a:lnTo>
                    <a:pt x="34106" y="4813"/>
                  </a:lnTo>
                  <a:lnTo>
                    <a:pt x="34022" y="4897"/>
                  </a:lnTo>
                  <a:lnTo>
                    <a:pt x="33876" y="4918"/>
                  </a:lnTo>
                  <a:lnTo>
                    <a:pt x="33709" y="4918"/>
                  </a:lnTo>
                  <a:lnTo>
                    <a:pt x="33667" y="4939"/>
                  </a:lnTo>
                  <a:lnTo>
                    <a:pt x="33604" y="5001"/>
                  </a:lnTo>
                  <a:lnTo>
                    <a:pt x="33583" y="4918"/>
                  </a:lnTo>
                  <a:lnTo>
                    <a:pt x="33541" y="4834"/>
                  </a:lnTo>
                  <a:lnTo>
                    <a:pt x="33458" y="4834"/>
                  </a:lnTo>
                  <a:lnTo>
                    <a:pt x="33374" y="4897"/>
                  </a:lnTo>
                  <a:lnTo>
                    <a:pt x="33269" y="4918"/>
                  </a:lnTo>
                  <a:lnTo>
                    <a:pt x="33248" y="4834"/>
                  </a:lnTo>
                  <a:lnTo>
                    <a:pt x="33165" y="4729"/>
                  </a:lnTo>
                  <a:lnTo>
                    <a:pt x="33123" y="4708"/>
                  </a:lnTo>
                  <a:lnTo>
                    <a:pt x="32976" y="4583"/>
                  </a:lnTo>
                  <a:lnTo>
                    <a:pt x="32976" y="4478"/>
                  </a:lnTo>
                  <a:lnTo>
                    <a:pt x="33018" y="4436"/>
                  </a:lnTo>
                  <a:lnTo>
                    <a:pt x="33039" y="4332"/>
                  </a:lnTo>
                  <a:lnTo>
                    <a:pt x="33018" y="4227"/>
                  </a:lnTo>
                  <a:lnTo>
                    <a:pt x="32976" y="4123"/>
                  </a:lnTo>
                  <a:lnTo>
                    <a:pt x="32872" y="4143"/>
                  </a:lnTo>
                  <a:lnTo>
                    <a:pt x="32872" y="4081"/>
                  </a:lnTo>
                  <a:lnTo>
                    <a:pt x="32872" y="3997"/>
                  </a:lnTo>
                  <a:lnTo>
                    <a:pt x="32934" y="3913"/>
                  </a:lnTo>
                  <a:lnTo>
                    <a:pt x="32934" y="3871"/>
                  </a:lnTo>
                  <a:lnTo>
                    <a:pt x="32872" y="3851"/>
                  </a:lnTo>
                  <a:lnTo>
                    <a:pt x="32851" y="3851"/>
                  </a:lnTo>
                  <a:lnTo>
                    <a:pt x="32767" y="3892"/>
                  </a:lnTo>
                  <a:lnTo>
                    <a:pt x="32725" y="3892"/>
                  </a:lnTo>
                  <a:lnTo>
                    <a:pt x="32642" y="3913"/>
                  </a:lnTo>
                  <a:lnTo>
                    <a:pt x="32558" y="3892"/>
                  </a:lnTo>
                  <a:lnTo>
                    <a:pt x="32516" y="3871"/>
                  </a:lnTo>
                  <a:lnTo>
                    <a:pt x="32453" y="3851"/>
                  </a:lnTo>
                  <a:lnTo>
                    <a:pt x="32432" y="3809"/>
                  </a:lnTo>
                  <a:lnTo>
                    <a:pt x="32307" y="3767"/>
                  </a:lnTo>
                  <a:lnTo>
                    <a:pt x="32307" y="3704"/>
                  </a:lnTo>
                  <a:lnTo>
                    <a:pt x="32244" y="3662"/>
                  </a:lnTo>
                  <a:lnTo>
                    <a:pt x="32202" y="3662"/>
                  </a:lnTo>
                  <a:lnTo>
                    <a:pt x="32139" y="3599"/>
                  </a:lnTo>
                  <a:lnTo>
                    <a:pt x="32139" y="3558"/>
                  </a:lnTo>
                  <a:lnTo>
                    <a:pt x="32077" y="3558"/>
                  </a:lnTo>
                  <a:lnTo>
                    <a:pt x="32014" y="3474"/>
                  </a:lnTo>
                  <a:lnTo>
                    <a:pt x="31993" y="3432"/>
                  </a:lnTo>
                  <a:lnTo>
                    <a:pt x="31930" y="3369"/>
                  </a:lnTo>
                  <a:lnTo>
                    <a:pt x="31888" y="3369"/>
                  </a:lnTo>
                  <a:lnTo>
                    <a:pt x="31846" y="3453"/>
                  </a:lnTo>
                  <a:lnTo>
                    <a:pt x="31805" y="3432"/>
                  </a:lnTo>
                  <a:lnTo>
                    <a:pt x="31763" y="3453"/>
                  </a:lnTo>
                  <a:lnTo>
                    <a:pt x="31721" y="3495"/>
                  </a:lnTo>
                  <a:lnTo>
                    <a:pt x="31658" y="3453"/>
                  </a:lnTo>
                  <a:lnTo>
                    <a:pt x="31616" y="3390"/>
                  </a:lnTo>
                  <a:lnTo>
                    <a:pt x="31574" y="3369"/>
                  </a:lnTo>
                  <a:lnTo>
                    <a:pt x="31449" y="3369"/>
                  </a:lnTo>
                  <a:lnTo>
                    <a:pt x="31386" y="3348"/>
                  </a:lnTo>
                  <a:lnTo>
                    <a:pt x="31449" y="3286"/>
                  </a:lnTo>
                  <a:lnTo>
                    <a:pt x="31449" y="3244"/>
                  </a:lnTo>
                  <a:lnTo>
                    <a:pt x="31365" y="3244"/>
                  </a:lnTo>
                  <a:lnTo>
                    <a:pt x="31302" y="3286"/>
                  </a:lnTo>
                  <a:lnTo>
                    <a:pt x="31177" y="3286"/>
                  </a:lnTo>
                  <a:lnTo>
                    <a:pt x="31135" y="3327"/>
                  </a:lnTo>
                  <a:lnTo>
                    <a:pt x="31072" y="3265"/>
                  </a:lnTo>
                  <a:lnTo>
                    <a:pt x="31030" y="3286"/>
                  </a:lnTo>
                  <a:lnTo>
                    <a:pt x="30947" y="3286"/>
                  </a:lnTo>
                  <a:lnTo>
                    <a:pt x="30884" y="3223"/>
                  </a:lnTo>
                  <a:lnTo>
                    <a:pt x="30800" y="3181"/>
                  </a:lnTo>
                  <a:lnTo>
                    <a:pt x="30675" y="3055"/>
                  </a:lnTo>
                  <a:lnTo>
                    <a:pt x="30633" y="2930"/>
                  </a:lnTo>
                  <a:lnTo>
                    <a:pt x="30633" y="2846"/>
                  </a:lnTo>
                  <a:lnTo>
                    <a:pt x="30612" y="2742"/>
                  </a:lnTo>
                  <a:lnTo>
                    <a:pt x="30549" y="2742"/>
                  </a:lnTo>
                  <a:lnTo>
                    <a:pt x="30465" y="2721"/>
                  </a:lnTo>
                  <a:lnTo>
                    <a:pt x="30465" y="2574"/>
                  </a:lnTo>
                  <a:lnTo>
                    <a:pt x="30424" y="2553"/>
                  </a:lnTo>
                  <a:lnTo>
                    <a:pt x="30403" y="2428"/>
                  </a:lnTo>
                  <a:lnTo>
                    <a:pt x="30361" y="2323"/>
                  </a:lnTo>
                  <a:lnTo>
                    <a:pt x="30152" y="2198"/>
                  </a:lnTo>
                  <a:lnTo>
                    <a:pt x="30047" y="2030"/>
                  </a:lnTo>
                  <a:lnTo>
                    <a:pt x="30026" y="1988"/>
                  </a:lnTo>
                  <a:lnTo>
                    <a:pt x="29984" y="1884"/>
                  </a:lnTo>
                  <a:lnTo>
                    <a:pt x="29921" y="1905"/>
                  </a:lnTo>
                  <a:lnTo>
                    <a:pt x="29901" y="1905"/>
                  </a:lnTo>
                  <a:lnTo>
                    <a:pt x="29901" y="1821"/>
                  </a:lnTo>
                  <a:lnTo>
                    <a:pt x="29921" y="1779"/>
                  </a:lnTo>
                  <a:lnTo>
                    <a:pt x="29838" y="1716"/>
                  </a:lnTo>
                  <a:lnTo>
                    <a:pt x="29796" y="1612"/>
                  </a:lnTo>
                  <a:lnTo>
                    <a:pt x="29733" y="1591"/>
                  </a:lnTo>
                  <a:lnTo>
                    <a:pt x="29712" y="1507"/>
                  </a:lnTo>
                  <a:lnTo>
                    <a:pt x="29670" y="1444"/>
                  </a:lnTo>
                  <a:lnTo>
                    <a:pt x="29608" y="1340"/>
                  </a:lnTo>
                  <a:lnTo>
                    <a:pt x="29482" y="1256"/>
                  </a:lnTo>
                  <a:lnTo>
                    <a:pt x="29461" y="1193"/>
                  </a:lnTo>
                  <a:lnTo>
                    <a:pt x="29503" y="1130"/>
                  </a:lnTo>
                  <a:lnTo>
                    <a:pt x="29482" y="1047"/>
                  </a:lnTo>
                  <a:lnTo>
                    <a:pt x="29315" y="1047"/>
                  </a:lnTo>
                  <a:lnTo>
                    <a:pt x="29294" y="984"/>
                  </a:lnTo>
                  <a:lnTo>
                    <a:pt x="29294" y="942"/>
                  </a:lnTo>
                  <a:lnTo>
                    <a:pt x="29273" y="879"/>
                  </a:lnTo>
                  <a:lnTo>
                    <a:pt x="29273" y="817"/>
                  </a:lnTo>
                  <a:lnTo>
                    <a:pt x="29231" y="733"/>
                  </a:lnTo>
                  <a:lnTo>
                    <a:pt x="29168" y="712"/>
                  </a:lnTo>
                  <a:lnTo>
                    <a:pt x="29168" y="649"/>
                  </a:lnTo>
                  <a:lnTo>
                    <a:pt x="29147" y="607"/>
                  </a:lnTo>
                  <a:lnTo>
                    <a:pt x="29085" y="628"/>
                  </a:lnTo>
                  <a:lnTo>
                    <a:pt x="28980" y="607"/>
                  </a:lnTo>
                  <a:lnTo>
                    <a:pt x="28959" y="545"/>
                  </a:lnTo>
                  <a:lnTo>
                    <a:pt x="28980" y="482"/>
                  </a:lnTo>
                  <a:lnTo>
                    <a:pt x="28959" y="440"/>
                  </a:lnTo>
                  <a:lnTo>
                    <a:pt x="28875" y="419"/>
                  </a:lnTo>
                  <a:lnTo>
                    <a:pt x="28833" y="461"/>
                  </a:lnTo>
                  <a:lnTo>
                    <a:pt x="28792" y="419"/>
                  </a:lnTo>
                  <a:lnTo>
                    <a:pt x="28750" y="419"/>
                  </a:lnTo>
                  <a:lnTo>
                    <a:pt x="28708" y="356"/>
                  </a:lnTo>
                  <a:lnTo>
                    <a:pt x="28750" y="293"/>
                  </a:lnTo>
                  <a:lnTo>
                    <a:pt x="28687" y="231"/>
                  </a:lnTo>
                  <a:lnTo>
                    <a:pt x="28624" y="210"/>
                  </a:lnTo>
                  <a:lnTo>
                    <a:pt x="28561" y="231"/>
                  </a:lnTo>
                  <a:lnTo>
                    <a:pt x="28520" y="147"/>
                  </a:lnTo>
                  <a:lnTo>
                    <a:pt x="28457" y="189"/>
                  </a:lnTo>
                  <a:lnTo>
                    <a:pt x="28373" y="189"/>
                  </a:lnTo>
                  <a:lnTo>
                    <a:pt x="28331" y="147"/>
                  </a:lnTo>
                  <a:lnTo>
                    <a:pt x="28268" y="189"/>
                  </a:lnTo>
                  <a:lnTo>
                    <a:pt x="28268" y="252"/>
                  </a:lnTo>
                  <a:lnTo>
                    <a:pt x="28248" y="293"/>
                  </a:lnTo>
                  <a:lnTo>
                    <a:pt x="28143" y="231"/>
                  </a:lnTo>
                  <a:lnTo>
                    <a:pt x="28101" y="189"/>
                  </a:lnTo>
                  <a:lnTo>
                    <a:pt x="28017" y="210"/>
                  </a:lnTo>
                  <a:lnTo>
                    <a:pt x="27892" y="210"/>
                  </a:lnTo>
                  <a:lnTo>
                    <a:pt x="27892" y="189"/>
                  </a:lnTo>
                  <a:lnTo>
                    <a:pt x="27808" y="105"/>
                  </a:lnTo>
                  <a:lnTo>
                    <a:pt x="27620" y="84"/>
                  </a:lnTo>
                  <a:lnTo>
                    <a:pt x="27536" y="21"/>
                  </a:lnTo>
                  <a:lnTo>
                    <a:pt x="27432" y="21"/>
                  </a:lnTo>
                  <a:lnTo>
                    <a:pt x="2739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1" name="Google Shape;7805;p67">
              <a:extLst>
                <a:ext uri="{FF2B5EF4-FFF2-40B4-BE49-F238E27FC236}">
                  <a16:creationId xmlns:a16="http://schemas.microsoft.com/office/drawing/2014/main" id="{B254B4E2-D0BF-122E-12A4-B46E19CA20BE}"/>
                </a:ext>
              </a:extLst>
            </p:cNvPr>
            <p:cNvSpPr/>
            <p:nvPr/>
          </p:nvSpPr>
          <p:spPr>
            <a:xfrm>
              <a:off x="5150925" y="2903250"/>
              <a:ext cx="1600" cy="2125"/>
            </a:xfrm>
            <a:custGeom>
              <a:avLst/>
              <a:gdLst/>
              <a:ahLst/>
              <a:cxnLst/>
              <a:rect l="l" t="t" r="r" b="b"/>
              <a:pathLst>
                <a:path w="64" h="85" extrusionOk="0">
                  <a:moveTo>
                    <a:pt x="63" y="85"/>
                  </a:move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2" name="Google Shape;7806;p67">
              <a:extLst>
                <a:ext uri="{FF2B5EF4-FFF2-40B4-BE49-F238E27FC236}">
                  <a16:creationId xmlns:a16="http://schemas.microsoft.com/office/drawing/2014/main" id="{0202C71F-40A0-E12B-8380-D722C737F017}"/>
                </a:ext>
              </a:extLst>
            </p:cNvPr>
            <p:cNvSpPr/>
            <p:nvPr/>
          </p:nvSpPr>
          <p:spPr>
            <a:xfrm>
              <a:off x="5134200" y="2918425"/>
              <a:ext cx="2625" cy="2650"/>
            </a:xfrm>
            <a:custGeom>
              <a:avLst/>
              <a:gdLst/>
              <a:ahLst/>
              <a:cxnLst/>
              <a:rect l="l" t="t" r="r" b="b"/>
              <a:pathLst>
                <a:path w="105" h="106" extrusionOk="0">
                  <a:moveTo>
                    <a:pt x="0" y="105"/>
                  </a:moveTo>
                  <a:lnTo>
                    <a:pt x="105" y="1"/>
                  </a:lnTo>
                  <a:lnTo>
                    <a:pt x="10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3" name="Google Shape;7807;p67">
              <a:extLst>
                <a:ext uri="{FF2B5EF4-FFF2-40B4-BE49-F238E27FC236}">
                  <a16:creationId xmlns:a16="http://schemas.microsoft.com/office/drawing/2014/main" id="{18F67150-BBD4-684F-4DBE-261B785A70F6}"/>
                </a:ext>
              </a:extLst>
            </p:cNvPr>
            <p:cNvSpPr/>
            <p:nvPr/>
          </p:nvSpPr>
          <p:spPr>
            <a:xfrm>
              <a:off x="4608475" y="2660550"/>
              <a:ext cx="5275" cy="1600"/>
            </a:xfrm>
            <a:custGeom>
              <a:avLst/>
              <a:gdLst/>
              <a:ahLst/>
              <a:cxnLst/>
              <a:rect l="l" t="t" r="r" b="b"/>
              <a:pathLst>
                <a:path w="211" h="64" extrusionOk="0">
                  <a:moveTo>
                    <a:pt x="210" y="0"/>
                  </a:moveTo>
                  <a:lnTo>
                    <a:pt x="1" y="63"/>
                  </a:lnTo>
                  <a:lnTo>
                    <a:pt x="22" y="63"/>
                  </a:lnTo>
                  <a:lnTo>
                    <a:pt x="21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4" name="Google Shape;7808;p67">
              <a:extLst>
                <a:ext uri="{FF2B5EF4-FFF2-40B4-BE49-F238E27FC236}">
                  <a16:creationId xmlns:a16="http://schemas.microsoft.com/office/drawing/2014/main" id="{8A7C4C64-CF50-0A38-551E-DD892C1EFBD4}"/>
                </a:ext>
              </a:extLst>
            </p:cNvPr>
            <p:cNvSpPr/>
            <p:nvPr/>
          </p:nvSpPr>
          <p:spPr>
            <a:xfrm>
              <a:off x="4302475" y="2310075"/>
              <a:ext cx="547700" cy="287725"/>
            </a:xfrm>
            <a:custGeom>
              <a:avLst/>
              <a:gdLst/>
              <a:ahLst/>
              <a:cxnLst/>
              <a:rect l="l" t="t" r="r" b="b"/>
              <a:pathLst>
                <a:path w="21908" h="11509" extrusionOk="0">
                  <a:moveTo>
                    <a:pt x="10860" y="0"/>
                  </a:moveTo>
                  <a:lnTo>
                    <a:pt x="10755" y="84"/>
                  </a:lnTo>
                  <a:lnTo>
                    <a:pt x="10713" y="189"/>
                  </a:lnTo>
                  <a:lnTo>
                    <a:pt x="10567" y="189"/>
                  </a:lnTo>
                  <a:lnTo>
                    <a:pt x="10483" y="252"/>
                  </a:lnTo>
                  <a:lnTo>
                    <a:pt x="10546" y="314"/>
                  </a:lnTo>
                  <a:lnTo>
                    <a:pt x="10546" y="398"/>
                  </a:lnTo>
                  <a:lnTo>
                    <a:pt x="10400" y="419"/>
                  </a:lnTo>
                  <a:lnTo>
                    <a:pt x="10337" y="419"/>
                  </a:lnTo>
                  <a:lnTo>
                    <a:pt x="10253" y="524"/>
                  </a:lnTo>
                  <a:lnTo>
                    <a:pt x="10128" y="524"/>
                  </a:lnTo>
                  <a:lnTo>
                    <a:pt x="10044" y="586"/>
                  </a:lnTo>
                  <a:lnTo>
                    <a:pt x="9981" y="586"/>
                  </a:lnTo>
                  <a:lnTo>
                    <a:pt x="9751" y="733"/>
                  </a:lnTo>
                  <a:lnTo>
                    <a:pt x="9625" y="796"/>
                  </a:lnTo>
                  <a:lnTo>
                    <a:pt x="9521" y="837"/>
                  </a:lnTo>
                  <a:lnTo>
                    <a:pt x="9437" y="837"/>
                  </a:lnTo>
                  <a:lnTo>
                    <a:pt x="9353" y="775"/>
                  </a:lnTo>
                  <a:lnTo>
                    <a:pt x="9312" y="837"/>
                  </a:lnTo>
                  <a:lnTo>
                    <a:pt x="9291" y="921"/>
                  </a:lnTo>
                  <a:lnTo>
                    <a:pt x="9144" y="921"/>
                  </a:lnTo>
                  <a:lnTo>
                    <a:pt x="9102" y="984"/>
                  </a:lnTo>
                  <a:lnTo>
                    <a:pt x="9102" y="1088"/>
                  </a:lnTo>
                  <a:lnTo>
                    <a:pt x="9040" y="1130"/>
                  </a:lnTo>
                  <a:lnTo>
                    <a:pt x="8977" y="1109"/>
                  </a:lnTo>
                  <a:lnTo>
                    <a:pt x="8893" y="1109"/>
                  </a:lnTo>
                  <a:lnTo>
                    <a:pt x="8789" y="1151"/>
                  </a:lnTo>
                  <a:lnTo>
                    <a:pt x="8663" y="1172"/>
                  </a:lnTo>
                  <a:lnTo>
                    <a:pt x="8496" y="1256"/>
                  </a:lnTo>
                  <a:lnTo>
                    <a:pt x="8475" y="1319"/>
                  </a:lnTo>
                  <a:lnTo>
                    <a:pt x="8307" y="1340"/>
                  </a:lnTo>
                  <a:lnTo>
                    <a:pt x="8182" y="1402"/>
                  </a:lnTo>
                  <a:lnTo>
                    <a:pt x="8035" y="1423"/>
                  </a:lnTo>
                  <a:lnTo>
                    <a:pt x="7847" y="1465"/>
                  </a:lnTo>
                  <a:lnTo>
                    <a:pt x="7826" y="1549"/>
                  </a:lnTo>
                  <a:lnTo>
                    <a:pt x="7763" y="1632"/>
                  </a:lnTo>
                  <a:lnTo>
                    <a:pt x="7721" y="1528"/>
                  </a:lnTo>
                  <a:lnTo>
                    <a:pt x="7617" y="1528"/>
                  </a:lnTo>
                  <a:lnTo>
                    <a:pt x="7512" y="1570"/>
                  </a:lnTo>
                  <a:lnTo>
                    <a:pt x="7512" y="1653"/>
                  </a:lnTo>
                  <a:lnTo>
                    <a:pt x="7449" y="1695"/>
                  </a:lnTo>
                  <a:lnTo>
                    <a:pt x="7345" y="1653"/>
                  </a:lnTo>
                  <a:lnTo>
                    <a:pt x="7219" y="1653"/>
                  </a:lnTo>
                  <a:lnTo>
                    <a:pt x="7198" y="1612"/>
                  </a:lnTo>
                  <a:lnTo>
                    <a:pt x="7115" y="1612"/>
                  </a:lnTo>
                  <a:lnTo>
                    <a:pt x="7031" y="1653"/>
                  </a:lnTo>
                  <a:lnTo>
                    <a:pt x="6926" y="1674"/>
                  </a:lnTo>
                  <a:lnTo>
                    <a:pt x="6884" y="1695"/>
                  </a:lnTo>
                  <a:lnTo>
                    <a:pt x="6926" y="1842"/>
                  </a:lnTo>
                  <a:lnTo>
                    <a:pt x="6884" y="1925"/>
                  </a:lnTo>
                  <a:lnTo>
                    <a:pt x="6989" y="1946"/>
                  </a:lnTo>
                  <a:lnTo>
                    <a:pt x="7136" y="1925"/>
                  </a:lnTo>
                  <a:lnTo>
                    <a:pt x="7198" y="2051"/>
                  </a:lnTo>
                  <a:lnTo>
                    <a:pt x="7031" y="2051"/>
                  </a:lnTo>
                  <a:lnTo>
                    <a:pt x="6989" y="2093"/>
                  </a:lnTo>
                  <a:lnTo>
                    <a:pt x="6989" y="2156"/>
                  </a:lnTo>
                  <a:lnTo>
                    <a:pt x="7136" y="2176"/>
                  </a:lnTo>
                  <a:lnTo>
                    <a:pt x="7240" y="2197"/>
                  </a:lnTo>
                  <a:lnTo>
                    <a:pt x="7324" y="2156"/>
                  </a:lnTo>
                  <a:lnTo>
                    <a:pt x="7408" y="2156"/>
                  </a:lnTo>
                  <a:lnTo>
                    <a:pt x="7512" y="2260"/>
                  </a:lnTo>
                  <a:lnTo>
                    <a:pt x="7617" y="2281"/>
                  </a:lnTo>
                  <a:lnTo>
                    <a:pt x="7617" y="2386"/>
                  </a:lnTo>
                  <a:lnTo>
                    <a:pt x="7554" y="2449"/>
                  </a:lnTo>
                  <a:lnTo>
                    <a:pt x="7449" y="2407"/>
                  </a:lnTo>
                  <a:lnTo>
                    <a:pt x="7219" y="2449"/>
                  </a:lnTo>
                  <a:lnTo>
                    <a:pt x="7094" y="2553"/>
                  </a:lnTo>
                  <a:lnTo>
                    <a:pt x="6947" y="2741"/>
                  </a:lnTo>
                  <a:lnTo>
                    <a:pt x="6947" y="2867"/>
                  </a:lnTo>
                  <a:lnTo>
                    <a:pt x="7031" y="2888"/>
                  </a:lnTo>
                  <a:lnTo>
                    <a:pt x="7052" y="3013"/>
                  </a:lnTo>
                  <a:lnTo>
                    <a:pt x="6989" y="3118"/>
                  </a:lnTo>
                  <a:lnTo>
                    <a:pt x="6947" y="3244"/>
                  </a:lnTo>
                  <a:lnTo>
                    <a:pt x="6843" y="3244"/>
                  </a:lnTo>
                  <a:lnTo>
                    <a:pt x="6843" y="3306"/>
                  </a:lnTo>
                  <a:lnTo>
                    <a:pt x="6884" y="3390"/>
                  </a:lnTo>
                  <a:lnTo>
                    <a:pt x="6884" y="3453"/>
                  </a:lnTo>
                  <a:lnTo>
                    <a:pt x="7031" y="3453"/>
                  </a:lnTo>
                  <a:lnTo>
                    <a:pt x="7115" y="3537"/>
                  </a:lnTo>
                  <a:lnTo>
                    <a:pt x="7240" y="3557"/>
                  </a:lnTo>
                  <a:lnTo>
                    <a:pt x="7240" y="3620"/>
                  </a:lnTo>
                  <a:lnTo>
                    <a:pt x="7366" y="3704"/>
                  </a:lnTo>
                  <a:lnTo>
                    <a:pt x="7533" y="3725"/>
                  </a:lnTo>
                  <a:lnTo>
                    <a:pt x="7575" y="3746"/>
                  </a:lnTo>
                  <a:lnTo>
                    <a:pt x="7617" y="4227"/>
                  </a:lnTo>
                  <a:lnTo>
                    <a:pt x="7554" y="4290"/>
                  </a:lnTo>
                  <a:lnTo>
                    <a:pt x="7366" y="4373"/>
                  </a:lnTo>
                  <a:lnTo>
                    <a:pt x="7219" y="4353"/>
                  </a:lnTo>
                  <a:lnTo>
                    <a:pt x="7031" y="4248"/>
                  </a:lnTo>
                  <a:lnTo>
                    <a:pt x="6947" y="4290"/>
                  </a:lnTo>
                  <a:lnTo>
                    <a:pt x="6947" y="4394"/>
                  </a:lnTo>
                  <a:lnTo>
                    <a:pt x="6905" y="4541"/>
                  </a:lnTo>
                  <a:lnTo>
                    <a:pt x="6780" y="4562"/>
                  </a:lnTo>
                  <a:lnTo>
                    <a:pt x="6571" y="4457"/>
                  </a:lnTo>
                  <a:lnTo>
                    <a:pt x="6403" y="4457"/>
                  </a:lnTo>
                  <a:lnTo>
                    <a:pt x="6320" y="4394"/>
                  </a:lnTo>
                  <a:lnTo>
                    <a:pt x="6278" y="4436"/>
                  </a:lnTo>
                  <a:lnTo>
                    <a:pt x="6173" y="4394"/>
                  </a:lnTo>
                  <a:lnTo>
                    <a:pt x="6048" y="4269"/>
                  </a:lnTo>
                  <a:lnTo>
                    <a:pt x="6152" y="4227"/>
                  </a:lnTo>
                  <a:lnTo>
                    <a:pt x="6173" y="4143"/>
                  </a:lnTo>
                  <a:lnTo>
                    <a:pt x="6089" y="4122"/>
                  </a:lnTo>
                  <a:lnTo>
                    <a:pt x="5964" y="4039"/>
                  </a:lnTo>
                  <a:lnTo>
                    <a:pt x="5880" y="4122"/>
                  </a:lnTo>
                  <a:lnTo>
                    <a:pt x="5755" y="4081"/>
                  </a:lnTo>
                  <a:lnTo>
                    <a:pt x="5671" y="4122"/>
                  </a:lnTo>
                  <a:lnTo>
                    <a:pt x="5692" y="4269"/>
                  </a:lnTo>
                  <a:lnTo>
                    <a:pt x="5545" y="4290"/>
                  </a:lnTo>
                  <a:lnTo>
                    <a:pt x="5483" y="4227"/>
                  </a:lnTo>
                  <a:lnTo>
                    <a:pt x="5336" y="4060"/>
                  </a:lnTo>
                  <a:lnTo>
                    <a:pt x="5211" y="4081"/>
                  </a:lnTo>
                  <a:lnTo>
                    <a:pt x="5148" y="4185"/>
                  </a:lnTo>
                  <a:lnTo>
                    <a:pt x="5064" y="4081"/>
                  </a:lnTo>
                  <a:lnTo>
                    <a:pt x="5001" y="4122"/>
                  </a:lnTo>
                  <a:lnTo>
                    <a:pt x="5001" y="4248"/>
                  </a:lnTo>
                  <a:lnTo>
                    <a:pt x="4855" y="4248"/>
                  </a:lnTo>
                  <a:lnTo>
                    <a:pt x="4834" y="4457"/>
                  </a:lnTo>
                  <a:lnTo>
                    <a:pt x="4708" y="4562"/>
                  </a:lnTo>
                  <a:lnTo>
                    <a:pt x="4625" y="4541"/>
                  </a:lnTo>
                  <a:lnTo>
                    <a:pt x="4541" y="4436"/>
                  </a:lnTo>
                  <a:lnTo>
                    <a:pt x="4332" y="4394"/>
                  </a:lnTo>
                  <a:lnTo>
                    <a:pt x="4269" y="4269"/>
                  </a:lnTo>
                  <a:lnTo>
                    <a:pt x="4123" y="4353"/>
                  </a:lnTo>
                  <a:lnTo>
                    <a:pt x="4164" y="4478"/>
                  </a:lnTo>
                  <a:lnTo>
                    <a:pt x="4081" y="4604"/>
                  </a:lnTo>
                  <a:lnTo>
                    <a:pt x="3997" y="4583"/>
                  </a:lnTo>
                  <a:lnTo>
                    <a:pt x="3997" y="4457"/>
                  </a:lnTo>
                  <a:lnTo>
                    <a:pt x="3955" y="4373"/>
                  </a:lnTo>
                  <a:lnTo>
                    <a:pt x="3871" y="4373"/>
                  </a:lnTo>
                  <a:lnTo>
                    <a:pt x="3704" y="4248"/>
                  </a:lnTo>
                  <a:lnTo>
                    <a:pt x="3599" y="4122"/>
                  </a:lnTo>
                  <a:lnTo>
                    <a:pt x="3474" y="4122"/>
                  </a:lnTo>
                  <a:lnTo>
                    <a:pt x="3369" y="3976"/>
                  </a:lnTo>
                  <a:lnTo>
                    <a:pt x="3286" y="3955"/>
                  </a:lnTo>
                  <a:lnTo>
                    <a:pt x="3244" y="3871"/>
                  </a:lnTo>
                  <a:lnTo>
                    <a:pt x="3160" y="3871"/>
                  </a:lnTo>
                  <a:lnTo>
                    <a:pt x="2951" y="3955"/>
                  </a:lnTo>
                  <a:lnTo>
                    <a:pt x="2825" y="3850"/>
                  </a:lnTo>
                  <a:lnTo>
                    <a:pt x="2742" y="3704"/>
                  </a:lnTo>
                  <a:lnTo>
                    <a:pt x="2637" y="3704"/>
                  </a:lnTo>
                  <a:lnTo>
                    <a:pt x="2532" y="3809"/>
                  </a:lnTo>
                  <a:lnTo>
                    <a:pt x="2407" y="3809"/>
                  </a:lnTo>
                  <a:lnTo>
                    <a:pt x="2407" y="3871"/>
                  </a:lnTo>
                  <a:lnTo>
                    <a:pt x="2323" y="3955"/>
                  </a:lnTo>
                  <a:lnTo>
                    <a:pt x="2323" y="3850"/>
                  </a:lnTo>
                  <a:lnTo>
                    <a:pt x="2239" y="3913"/>
                  </a:lnTo>
                  <a:lnTo>
                    <a:pt x="2218" y="3976"/>
                  </a:lnTo>
                  <a:lnTo>
                    <a:pt x="2114" y="4060"/>
                  </a:lnTo>
                  <a:lnTo>
                    <a:pt x="2030" y="3976"/>
                  </a:lnTo>
                  <a:lnTo>
                    <a:pt x="2114" y="3913"/>
                  </a:lnTo>
                  <a:lnTo>
                    <a:pt x="2135" y="3829"/>
                  </a:lnTo>
                  <a:lnTo>
                    <a:pt x="2009" y="3767"/>
                  </a:lnTo>
                  <a:lnTo>
                    <a:pt x="1821" y="3662"/>
                  </a:lnTo>
                  <a:lnTo>
                    <a:pt x="1800" y="3746"/>
                  </a:lnTo>
                  <a:lnTo>
                    <a:pt x="1821" y="3850"/>
                  </a:lnTo>
                  <a:lnTo>
                    <a:pt x="1821" y="3955"/>
                  </a:lnTo>
                  <a:lnTo>
                    <a:pt x="1695" y="3913"/>
                  </a:lnTo>
                  <a:lnTo>
                    <a:pt x="1612" y="3976"/>
                  </a:lnTo>
                  <a:lnTo>
                    <a:pt x="1570" y="4143"/>
                  </a:lnTo>
                  <a:lnTo>
                    <a:pt x="1486" y="4143"/>
                  </a:lnTo>
                  <a:lnTo>
                    <a:pt x="1298" y="4248"/>
                  </a:lnTo>
                  <a:lnTo>
                    <a:pt x="1277" y="4373"/>
                  </a:lnTo>
                  <a:lnTo>
                    <a:pt x="1361" y="4478"/>
                  </a:lnTo>
                  <a:lnTo>
                    <a:pt x="1361" y="4604"/>
                  </a:lnTo>
                  <a:lnTo>
                    <a:pt x="1172" y="4604"/>
                  </a:lnTo>
                  <a:lnTo>
                    <a:pt x="984" y="4645"/>
                  </a:lnTo>
                  <a:lnTo>
                    <a:pt x="1130" y="5106"/>
                  </a:lnTo>
                  <a:lnTo>
                    <a:pt x="1047" y="5169"/>
                  </a:lnTo>
                  <a:lnTo>
                    <a:pt x="1068" y="5336"/>
                  </a:lnTo>
                  <a:lnTo>
                    <a:pt x="879" y="5336"/>
                  </a:lnTo>
                  <a:lnTo>
                    <a:pt x="733" y="5231"/>
                  </a:lnTo>
                  <a:lnTo>
                    <a:pt x="670" y="5127"/>
                  </a:lnTo>
                  <a:lnTo>
                    <a:pt x="356" y="4876"/>
                  </a:lnTo>
                  <a:lnTo>
                    <a:pt x="294" y="4980"/>
                  </a:lnTo>
                  <a:lnTo>
                    <a:pt x="294" y="5106"/>
                  </a:lnTo>
                  <a:lnTo>
                    <a:pt x="126" y="5315"/>
                  </a:lnTo>
                  <a:lnTo>
                    <a:pt x="22" y="5378"/>
                  </a:lnTo>
                  <a:lnTo>
                    <a:pt x="42" y="5629"/>
                  </a:lnTo>
                  <a:lnTo>
                    <a:pt x="126" y="5734"/>
                  </a:lnTo>
                  <a:lnTo>
                    <a:pt x="105" y="6068"/>
                  </a:lnTo>
                  <a:lnTo>
                    <a:pt x="1" y="6278"/>
                  </a:lnTo>
                  <a:lnTo>
                    <a:pt x="231" y="6382"/>
                  </a:lnTo>
                  <a:lnTo>
                    <a:pt x="335" y="6550"/>
                  </a:lnTo>
                  <a:lnTo>
                    <a:pt x="314" y="6633"/>
                  </a:lnTo>
                  <a:lnTo>
                    <a:pt x="503" y="6780"/>
                  </a:lnTo>
                  <a:lnTo>
                    <a:pt x="545" y="6696"/>
                  </a:lnTo>
                  <a:lnTo>
                    <a:pt x="921" y="6801"/>
                  </a:lnTo>
                  <a:lnTo>
                    <a:pt x="1172" y="7052"/>
                  </a:lnTo>
                  <a:lnTo>
                    <a:pt x="1402" y="7428"/>
                  </a:lnTo>
                  <a:lnTo>
                    <a:pt x="1172" y="7428"/>
                  </a:lnTo>
                  <a:lnTo>
                    <a:pt x="1172" y="7533"/>
                  </a:lnTo>
                  <a:lnTo>
                    <a:pt x="1382" y="7679"/>
                  </a:lnTo>
                  <a:lnTo>
                    <a:pt x="1549" y="7617"/>
                  </a:lnTo>
                  <a:lnTo>
                    <a:pt x="1674" y="7721"/>
                  </a:lnTo>
                  <a:lnTo>
                    <a:pt x="1716" y="7721"/>
                  </a:lnTo>
                  <a:lnTo>
                    <a:pt x="1758" y="7784"/>
                  </a:lnTo>
                  <a:lnTo>
                    <a:pt x="1821" y="7784"/>
                  </a:lnTo>
                  <a:lnTo>
                    <a:pt x="1863" y="7721"/>
                  </a:lnTo>
                  <a:lnTo>
                    <a:pt x="1905" y="7721"/>
                  </a:lnTo>
                  <a:lnTo>
                    <a:pt x="1967" y="7784"/>
                  </a:lnTo>
                  <a:lnTo>
                    <a:pt x="2009" y="7721"/>
                  </a:lnTo>
                  <a:lnTo>
                    <a:pt x="2009" y="7638"/>
                  </a:lnTo>
                  <a:lnTo>
                    <a:pt x="2072" y="7679"/>
                  </a:lnTo>
                  <a:lnTo>
                    <a:pt x="2177" y="7596"/>
                  </a:lnTo>
                  <a:lnTo>
                    <a:pt x="2218" y="7512"/>
                  </a:lnTo>
                  <a:lnTo>
                    <a:pt x="2281" y="7512"/>
                  </a:lnTo>
                  <a:lnTo>
                    <a:pt x="2344" y="7428"/>
                  </a:lnTo>
                  <a:lnTo>
                    <a:pt x="2407" y="7428"/>
                  </a:lnTo>
                  <a:lnTo>
                    <a:pt x="2428" y="7470"/>
                  </a:lnTo>
                  <a:lnTo>
                    <a:pt x="2491" y="7428"/>
                  </a:lnTo>
                  <a:lnTo>
                    <a:pt x="2511" y="7366"/>
                  </a:lnTo>
                  <a:lnTo>
                    <a:pt x="2595" y="7282"/>
                  </a:lnTo>
                  <a:lnTo>
                    <a:pt x="2721" y="7282"/>
                  </a:lnTo>
                  <a:lnTo>
                    <a:pt x="2763" y="7303"/>
                  </a:lnTo>
                  <a:lnTo>
                    <a:pt x="2846" y="7303"/>
                  </a:lnTo>
                  <a:lnTo>
                    <a:pt x="2909" y="7282"/>
                  </a:lnTo>
                  <a:lnTo>
                    <a:pt x="2930" y="7303"/>
                  </a:lnTo>
                  <a:lnTo>
                    <a:pt x="2930" y="7386"/>
                  </a:lnTo>
                  <a:lnTo>
                    <a:pt x="2972" y="7470"/>
                  </a:lnTo>
                  <a:lnTo>
                    <a:pt x="3014" y="7407"/>
                  </a:lnTo>
                  <a:lnTo>
                    <a:pt x="3076" y="7407"/>
                  </a:lnTo>
                  <a:lnTo>
                    <a:pt x="3076" y="7470"/>
                  </a:lnTo>
                  <a:lnTo>
                    <a:pt x="3160" y="7491"/>
                  </a:lnTo>
                  <a:lnTo>
                    <a:pt x="3223" y="7470"/>
                  </a:lnTo>
                  <a:lnTo>
                    <a:pt x="3244" y="7407"/>
                  </a:lnTo>
                  <a:lnTo>
                    <a:pt x="3286" y="7386"/>
                  </a:lnTo>
                  <a:lnTo>
                    <a:pt x="3286" y="7324"/>
                  </a:lnTo>
                  <a:lnTo>
                    <a:pt x="3369" y="7303"/>
                  </a:lnTo>
                  <a:lnTo>
                    <a:pt x="3453" y="7324"/>
                  </a:lnTo>
                  <a:lnTo>
                    <a:pt x="3662" y="7324"/>
                  </a:lnTo>
                  <a:lnTo>
                    <a:pt x="3662" y="7386"/>
                  </a:lnTo>
                  <a:lnTo>
                    <a:pt x="3704" y="7470"/>
                  </a:lnTo>
                  <a:lnTo>
                    <a:pt x="3788" y="7491"/>
                  </a:lnTo>
                  <a:lnTo>
                    <a:pt x="3788" y="7512"/>
                  </a:lnTo>
                  <a:lnTo>
                    <a:pt x="3746" y="7596"/>
                  </a:lnTo>
                  <a:lnTo>
                    <a:pt x="3767" y="7638"/>
                  </a:lnTo>
                  <a:lnTo>
                    <a:pt x="3871" y="7742"/>
                  </a:lnTo>
                  <a:lnTo>
                    <a:pt x="3851" y="7826"/>
                  </a:lnTo>
                  <a:lnTo>
                    <a:pt x="3788" y="7951"/>
                  </a:lnTo>
                  <a:lnTo>
                    <a:pt x="3809" y="8014"/>
                  </a:lnTo>
                  <a:lnTo>
                    <a:pt x="3851" y="8056"/>
                  </a:lnTo>
                  <a:lnTo>
                    <a:pt x="3871" y="8098"/>
                  </a:lnTo>
                  <a:lnTo>
                    <a:pt x="3851" y="8140"/>
                  </a:lnTo>
                  <a:lnTo>
                    <a:pt x="3767" y="8161"/>
                  </a:lnTo>
                  <a:lnTo>
                    <a:pt x="3746" y="8307"/>
                  </a:lnTo>
                  <a:lnTo>
                    <a:pt x="3809" y="8454"/>
                  </a:lnTo>
                  <a:lnTo>
                    <a:pt x="3913" y="8475"/>
                  </a:lnTo>
                  <a:lnTo>
                    <a:pt x="3997" y="8516"/>
                  </a:lnTo>
                  <a:lnTo>
                    <a:pt x="3997" y="8558"/>
                  </a:lnTo>
                  <a:lnTo>
                    <a:pt x="3871" y="8621"/>
                  </a:lnTo>
                  <a:lnTo>
                    <a:pt x="3788" y="8621"/>
                  </a:lnTo>
                  <a:lnTo>
                    <a:pt x="3683" y="8516"/>
                  </a:lnTo>
                  <a:lnTo>
                    <a:pt x="3599" y="8516"/>
                  </a:lnTo>
                  <a:lnTo>
                    <a:pt x="3558" y="8558"/>
                  </a:lnTo>
                  <a:lnTo>
                    <a:pt x="3495" y="8516"/>
                  </a:lnTo>
                  <a:lnTo>
                    <a:pt x="3432" y="8516"/>
                  </a:lnTo>
                  <a:lnTo>
                    <a:pt x="3286" y="8558"/>
                  </a:lnTo>
                  <a:lnTo>
                    <a:pt x="3223" y="8516"/>
                  </a:lnTo>
                  <a:lnTo>
                    <a:pt x="3118" y="8537"/>
                  </a:lnTo>
                  <a:lnTo>
                    <a:pt x="2972" y="8579"/>
                  </a:lnTo>
                  <a:lnTo>
                    <a:pt x="2930" y="8663"/>
                  </a:lnTo>
                  <a:lnTo>
                    <a:pt x="2930" y="8726"/>
                  </a:lnTo>
                  <a:lnTo>
                    <a:pt x="2930" y="8788"/>
                  </a:lnTo>
                  <a:lnTo>
                    <a:pt x="2867" y="8830"/>
                  </a:lnTo>
                  <a:lnTo>
                    <a:pt x="2867" y="8893"/>
                  </a:lnTo>
                  <a:lnTo>
                    <a:pt x="3014" y="9039"/>
                  </a:lnTo>
                  <a:lnTo>
                    <a:pt x="3014" y="9102"/>
                  </a:lnTo>
                  <a:lnTo>
                    <a:pt x="3035" y="9144"/>
                  </a:lnTo>
                  <a:lnTo>
                    <a:pt x="3139" y="9102"/>
                  </a:lnTo>
                  <a:lnTo>
                    <a:pt x="3160" y="9186"/>
                  </a:lnTo>
                  <a:lnTo>
                    <a:pt x="3139" y="9207"/>
                  </a:lnTo>
                  <a:lnTo>
                    <a:pt x="3055" y="9165"/>
                  </a:lnTo>
                  <a:lnTo>
                    <a:pt x="3014" y="9186"/>
                  </a:lnTo>
                  <a:lnTo>
                    <a:pt x="2930" y="9249"/>
                  </a:lnTo>
                  <a:lnTo>
                    <a:pt x="2867" y="9207"/>
                  </a:lnTo>
                  <a:lnTo>
                    <a:pt x="2825" y="9207"/>
                  </a:lnTo>
                  <a:lnTo>
                    <a:pt x="2763" y="9186"/>
                  </a:lnTo>
                  <a:lnTo>
                    <a:pt x="2616" y="9207"/>
                  </a:lnTo>
                  <a:lnTo>
                    <a:pt x="2532" y="9186"/>
                  </a:lnTo>
                  <a:lnTo>
                    <a:pt x="2491" y="9249"/>
                  </a:lnTo>
                  <a:lnTo>
                    <a:pt x="2491" y="9291"/>
                  </a:lnTo>
                  <a:lnTo>
                    <a:pt x="2553" y="9395"/>
                  </a:lnTo>
                  <a:lnTo>
                    <a:pt x="2637" y="9395"/>
                  </a:lnTo>
                  <a:lnTo>
                    <a:pt x="2742" y="9416"/>
                  </a:lnTo>
                  <a:lnTo>
                    <a:pt x="2804" y="9521"/>
                  </a:lnTo>
                  <a:lnTo>
                    <a:pt x="2846" y="9563"/>
                  </a:lnTo>
                  <a:lnTo>
                    <a:pt x="2909" y="9688"/>
                  </a:lnTo>
                  <a:lnTo>
                    <a:pt x="2951" y="9709"/>
                  </a:lnTo>
                  <a:lnTo>
                    <a:pt x="2972" y="9772"/>
                  </a:lnTo>
                  <a:lnTo>
                    <a:pt x="3139" y="9939"/>
                  </a:lnTo>
                  <a:lnTo>
                    <a:pt x="3139" y="10086"/>
                  </a:lnTo>
                  <a:lnTo>
                    <a:pt x="3139" y="10211"/>
                  </a:lnTo>
                  <a:lnTo>
                    <a:pt x="3181" y="10211"/>
                  </a:lnTo>
                  <a:lnTo>
                    <a:pt x="3286" y="10190"/>
                  </a:lnTo>
                  <a:lnTo>
                    <a:pt x="3327" y="10190"/>
                  </a:lnTo>
                  <a:lnTo>
                    <a:pt x="3369" y="10211"/>
                  </a:lnTo>
                  <a:lnTo>
                    <a:pt x="3432" y="10295"/>
                  </a:lnTo>
                  <a:lnTo>
                    <a:pt x="3474" y="10337"/>
                  </a:lnTo>
                  <a:lnTo>
                    <a:pt x="3537" y="10441"/>
                  </a:lnTo>
                  <a:lnTo>
                    <a:pt x="3579" y="10441"/>
                  </a:lnTo>
                  <a:lnTo>
                    <a:pt x="3662" y="10420"/>
                  </a:lnTo>
                  <a:lnTo>
                    <a:pt x="3767" y="10441"/>
                  </a:lnTo>
                  <a:lnTo>
                    <a:pt x="3871" y="10462"/>
                  </a:lnTo>
                  <a:lnTo>
                    <a:pt x="3976" y="10462"/>
                  </a:lnTo>
                  <a:lnTo>
                    <a:pt x="4018" y="10504"/>
                  </a:lnTo>
                  <a:lnTo>
                    <a:pt x="3997" y="10546"/>
                  </a:lnTo>
                  <a:lnTo>
                    <a:pt x="3997" y="10609"/>
                  </a:lnTo>
                  <a:lnTo>
                    <a:pt x="3997" y="10755"/>
                  </a:lnTo>
                  <a:lnTo>
                    <a:pt x="3913" y="10923"/>
                  </a:lnTo>
                  <a:lnTo>
                    <a:pt x="3955" y="11048"/>
                  </a:lnTo>
                  <a:lnTo>
                    <a:pt x="3976" y="11195"/>
                  </a:lnTo>
                  <a:lnTo>
                    <a:pt x="4311" y="10881"/>
                  </a:lnTo>
                  <a:lnTo>
                    <a:pt x="4604" y="10776"/>
                  </a:lnTo>
                  <a:lnTo>
                    <a:pt x="4959" y="10839"/>
                  </a:lnTo>
                  <a:lnTo>
                    <a:pt x="5378" y="11069"/>
                  </a:lnTo>
                  <a:lnTo>
                    <a:pt x="5755" y="11508"/>
                  </a:lnTo>
                  <a:lnTo>
                    <a:pt x="5985" y="11467"/>
                  </a:lnTo>
                  <a:lnTo>
                    <a:pt x="6068" y="11446"/>
                  </a:lnTo>
                  <a:lnTo>
                    <a:pt x="5629" y="8726"/>
                  </a:lnTo>
                  <a:lnTo>
                    <a:pt x="7136" y="8433"/>
                  </a:lnTo>
                  <a:lnTo>
                    <a:pt x="8056" y="9060"/>
                  </a:lnTo>
                  <a:lnTo>
                    <a:pt x="8391" y="9186"/>
                  </a:lnTo>
                  <a:lnTo>
                    <a:pt x="8893" y="9479"/>
                  </a:lnTo>
                  <a:lnTo>
                    <a:pt x="9751" y="9395"/>
                  </a:lnTo>
                  <a:lnTo>
                    <a:pt x="10693" y="9395"/>
                  </a:lnTo>
                  <a:lnTo>
                    <a:pt x="10985" y="9604"/>
                  </a:lnTo>
                  <a:lnTo>
                    <a:pt x="11132" y="9981"/>
                  </a:lnTo>
                  <a:lnTo>
                    <a:pt x="11320" y="9897"/>
                  </a:lnTo>
                  <a:lnTo>
                    <a:pt x="11341" y="10713"/>
                  </a:lnTo>
                  <a:lnTo>
                    <a:pt x="11760" y="10755"/>
                  </a:lnTo>
                  <a:lnTo>
                    <a:pt x="11990" y="11446"/>
                  </a:lnTo>
                  <a:lnTo>
                    <a:pt x="12115" y="11446"/>
                  </a:lnTo>
                  <a:lnTo>
                    <a:pt x="12366" y="11299"/>
                  </a:lnTo>
                  <a:lnTo>
                    <a:pt x="12555" y="11278"/>
                  </a:lnTo>
                  <a:lnTo>
                    <a:pt x="12743" y="11299"/>
                  </a:lnTo>
                  <a:lnTo>
                    <a:pt x="12994" y="11446"/>
                  </a:lnTo>
                  <a:lnTo>
                    <a:pt x="13078" y="11467"/>
                  </a:lnTo>
                  <a:lnTo>
                    <a:pt x="13287" y="11257"/>
                  </a:lnTo>
                  <a:lnTo>
                    <a:pt x="13413" y="11048"/>
                  </a:lnTo>
                  <a:lnTo>
                    <a:pt x="13475" y="10964"/>
                  </a:lnTo>
                  <a:lnTo>
                    <a:pt x="13538" y="10818"/>
                  </a:lnTo>
                  <a:lnTo>
                    <a:pt x="13789" y="10525"/>
                  </a:lnTo>
                  <a:lnTo>
                    <a:pt x="13894" y="10504"/>
                  </a:lnTo>
                  <a:lnTo>
                    <a:pt x="13998" y="10337"/>
                  </a:lnTo>
                  <a:lnTo>
                    <a:pt x="14040" y="10337"/>
                  </a:lnTo>
                  <a:lnTo>
                    <a:pt x="14040" y="10295"/>
                  </a:lnTo>
                  <a:lnTo>
                    <a:pt x="14166" y="10211"/>
                  </a:lnTo>
                  <a:lnTo>
                    <a:pt x="14145" y="10148"/>
                  </a:lnTo>
                  <a:lnTo>
                    <a:pt x="14250" y="10023"/>
                  </a:lnTo>
                  <a:lnTo>
                    <a:pt x="14438" y="10044"/>
                  </a:lnTo>
                  <a:lnTo>
                    <a:pt x="14543" y="10107"/>
                  </a:lnTo>
                  <a:lnTo>
                    <a:pt x="14961" y="10148"/>
                  </a:lnTo>
                  <a:lnTo>
                    <a:pt x="15317" y="10148"/>
                  </a:lnTo>
                  <a:lnTo>
                    <a:pt x="15505" y="10107"/>
                  </a:lnTo>
                  <a:lnTo>
                    <a:pt x="15484" y="9981"/>
                  </a:lnTo>
                  <a:lnTo>
                    <a:pt x="15463" y="9835"/>
                  </a:lnTo>
                  <a:lnTo>
                    <a:pt x="15463" y="9709"/>
                  </a:lnTo>
                  <a:lnTo>
                    <a:pt x="15505" y="9667"/>
                  </a:lnTo>
                  <a:lnTo>
                    <a:pt x="15610" y="9688"/>
                  </a:lnTo>
                  <a:lnTo>
                    <a:pt x="15777" y="9709"/>
                  </a:lnTo>
                  <a:lnTo>
                    <a:pt x="15819" y="9667"/>
                  </a:lnTo>
                  <a:lnTo>
                    <a:pt x="16007" y="9667"/>
                  </a:lnTo>
                  <a:lnTo>
                    <a:pt x="16133" y="9730"/>
                  </a:lnTo>
                  <a:lnTo>
                    <a:pt x="16342" y="9793"/>
                  </a:lnTo>
                  <a:lnTo>
                    <a:pt x="16677" y="9835"/>
                  </a:lnTo>
                  <a:lnTo>
                    <a:pt x="16781" y="9793"/>
                  </a:lnTo>
                  <a:lnTo>
                    <a:pt x="16886" y="9709"/>
                  </a:lnTo>
                  <a:lnTo>
                    <a:pt x="17032" y="9730"/>
                  </a:lnTo>
                  <a:lnTo>
                    <a:pt x="17158" y="9730"/>
                  </a:lnTo>
                  <a:lnTo>
                    <a:pt x="17451" y="9667"/>
                  </a:lnTo>
                  <a:lnTo>
                    <a:pt x="17723" y="9730"/>
                  </a:lnTo>
                  <a:lnTo>
                    <a:pt x="17911" y="9688"/>
                  </a:lnTo>
                  <a:lnTo>
                    <a:pt x="18246" y="9688"/>
                  </a:lnTo>
                  <a:lnTo>
                    <a:pt x="18497" y="9793"/>
                  </a:lnTo>
                  <a:lnTo>
                    <a:pt x="18602" y="9772"/>
                  </a:lnTo>
                  <a:lnTo>
                    <a:pt x="18853" y="10044"/>
                  </a:lnTo>
                  <a:lnTo>
                    <a:pt x="19083" y="10107"/>
                  </a:lnTo>
                  <a:lnTo>
                    <a:pt x="19229" y="10044"/>
                  </a:lnTo>
                  <a:lnTo>
                    <a:pt x="19188" y="9897"/>
                  </a:lnTo>
                  <a:lnTo>
                    <a:pt x="19313" y="9814"/>
                  </a:lnTo>
                  <a:lnTo>
                    <a:pt x="19313" y="9772"/>
                  </a:lnTo>
                  <a:lnTo>
                    <a:pt x="19376" y="9730"/>
                  </a:lnTo>
                  <a:lnTo>
                    <a:pt x="19271" y="9625"/>
                  </a:lnTo>
                  <a:lnTo>
                    <a:pt x="19313" y="9521"/>
                  </a:lnTo>
                  <a:lnTo>
                    <a:pt x="19397" y="9458"/>
                  </a:lnTo>
                  <a:lnTo>
                    <a:pt x="19355" y="9207"/>
                  </a:lnTo>
                  <a:lnTo>
                    <a:pt x="19229" y="9144"/>
                  </a:lnTo>
                  <a:lnTo>
                    <a:pt x="19188" y="9039"/>
                  </a:lnTo>
                  <a:lnTo>
                    <a:pt x="19083" y="8851"/>
                  </a:lnTo>
                  <a:lnTo>
                    <a:pt x="19062" y="8747"/>
                  </a:lnTo>
                  <a:lnTo>
                    <a:pt x="19020" y="8663"/>
                  </a:lnTo>
                  <a:lnTo>
                    <a:pt x="19020" y="8579"/>
                  </a:lnTo>
                  <a:lnTo>
                    <a:pt x="18957" y="8412"/>
                  </a:lnTo>
                  <a:lnTo>
                    <a:pt x="19041" y="8328"/>
                  </a:lnTo>
                  <a:lnTo>
                    <a:pt x="19041" y="8265"/>
                  </a:lnTo>
                  <a:lnTo>
                    <a:pt x="18916" y="8244"/>
                  </a:lnTo>
                  <a:lnTo>
                    <a:pt x="18748" y="8265"/>
                  </a:lnTo>
                  <a:lnTo>
                    <a:pt x="18644" y="8202"/>
                  </a:lnTo>
                  <a:lnTo>
                    <a:pt x="18644" y="8119"/>
                  </a:lnTo>
                  <a:lnTo>
                    <a:pt x="18748" y="8014"/>
                  </a:lnTo>
                  <a:lnTo>
                    <a:pt x="18853" y="7951"/>
                  </a:lnTo>
                  <a:lnTo>
                    <a:pt x="18916" y="8014"/>
                  </a:lnTo>
                  <a:lnTo>
                    <a:pt x="19020" y="8014"/>
                  </a:lnTo>
                  <a:lnTo>
                    <a:pt x="19167" y="7930"/>
                  </a:lnTo>
                  <a:lnTo>
                    <a:pt x="19439" y="7889"/>
                  </a:lnTo>
                  <a:lnTo>
                    <a:pt x="19564" y="7847"/>
                  </a:lnTo>
                  <a:lnTo>
                    <a:pt x="19648" y="7826"/>
                  </a:lnTo>
                  <a:lnTo>
                    <a:pt x="19711" y="7889"/>
                  </a:lnTo>
                  <a:lnTo>
                    <a:pt x="19794" y="7889"/>
                  </a:lnTo>
                  <a:lnTo>
                    <a:pt x="19878" y="7826"/>
                  </a:lnTo>
                  <a:lnTo>
                    <a:pt x="19962" y="7826"/>
                  </a:lnTo>
                  <a:lnTo>
                    <a:pt x="19962" y="7742"/>
                  </a:lnTo>
                  <a:lnTo>
                    <a:pt x="20004" y="7617"/>
                  </a:lnTo>
                  <a:lnTo>
                    <a:pt x="19878" y="7575"/>
                  </a:lnTo>
                  <a:lnTo>
                    <a:pt x="19815" y="7512"/>
                  </a:lnTo>
                  <a:lnTo>
                    <a:pt x="19836" y="7428"/>
                  </a:lnTo>
                  <a:lnTo>
                    <a:pt x="19836" y="7177"/>
                  </a:lnTo>
                  <a:lnTo>
                    <a:pt x="19899" y="6842"/>
                  </a:lnTo>
                  <a:lnTo>
                    <a:pt x="19899" y="6696"/>
                  </a:lnTo>
                  <a:lnTo>
                    <a:pt x="19962" y="6550"/>
                  </a:lnTo>
                  <a:lnTo>
                    <a:pt x="20004" y="6278"/>
                  </a:lnTo>
                  <a:lnTo>
                    <a:pt x="20213" y="6278"/>
                  </a:lnTo>
                  <a:lnTo>
                    <a:pt x="20422" y="6361"/>
                  </a:lnTo>
                  <a:lnTo>
                    <a:pt x="20589" y="6382"/>
                  </a:lnTo>
                  <a:lnTo>
                    <a:pt x="20820" y="6340"/>
                  </a:lnTo>
                  <a:lnTo>
                    <a:pt x="20882" y="6340"/>
                  </a:lnTo>
                  <a:lnTo>
                    <a:pt x="20924" y="6424"/>
                  </a:lnTo>
                  <a:lnTo>
                    <a:pt x="21008" y="6424"/>
                  </a:lnTo>
                  <a:lnTo>
                    <a:pt x="21071" y="6382"/>
                  </a:lnTo>
                  <a:lnTo>
                    <a:pt x="21154" y="6278"/>
                  </a:lnTo>
                  <a:lnTo>
                    <a:pt x="21280" y="6236"/>
                  </a:lnTo>
                  <a:lnTo>
                    <a:pt x="21447" y="6068"/>
                  </a:lnTo>
                  <a:lnTo>
                    <a:pt x="21447" y="6006"/>
                  </a:lnTo>
                  <a:lnTo>
                    <a:pt x="21343" y="5838"/>
                  </a:lnTo>
                  <a:lnTo>
                    <a:pt x="21238" y="5608"/>
                  </a:lnTo>
                  <a:lnTo>
                    <a:pt x="21238" y="5378"/>
                  </a:lnTo>
                  <a:lnTo>
                    <a:pt x="21259" y="5231"/>
                  </a:lnTo>
                  <a:lnTo>
                    <a:pt x="21343" y="5169"/>
                  </a:lnTo>
                  <a:lnTo>
                    <a:pt x="21531" y="5106"/>
                  </a:lnTo>
                  <a:lnTo>
                    <a:pt x="21594" y="4980"/>
                  </a:lnTo>
                  <a:lnTo>
                    <a:pt x="21552" y="4917"/>
                  </a:lnTo>
                  <a:lnTo>
                    <a:pt x="21573" y="4813"/>
                  </a:lnTo>
                  <a:lnTo>
                    <a:pt x="21698" y="4666"/>
                  </a:lnTo>
                  <a:lnTo>
                    <a:pt x="21803" y="4604"/>
                  </a:lnTo>
                  <a:lnTo>
                    <a:pt x="21908" y="4499"/>
                  </a:lnTo>
                  <a:lnTo>
                    <a:pt x="21887" y="4478"/>
                  </a:lnTo>
                  <a:lnTo>
                    <a:pt x="21866" y="4457"/>
                  </a:lnTo>
                  <a:lnTo>
                    <a:pt x="21698" y="4394"/>
                  </a:lnTo>
                  <a:lnTo>
                    <a:pt x="21573" y="4269"/>
                  </a:lnTo>
                  <a:lnTo>
                    <a:pt x="21489" y="4269"/>
                  </a:lnTo>
                  <a:lnTo>
                    <a:pt x="21447" y="4164"/>
                  </a:lnTo>
                  <a:lnTo>
                    <a:pt x="21489" y="4039"/>
                  </a:lnTo>
                  <a:lnTo>
                    <a:pt x="21447" y="3976"/>
                  </a:lnTo>
                  <a:lnTo>
                    <a:pt x="21343" y="4060"/>
                  </a:lnTo>
                  <a:lnTo>
                    <a:pt x="21259" y="4164"/>
                  </a:lnTo>
                  <a:lnTo>
                    <a:pt x="21154" y="4185"/>
                  </a:lnTo>
                  <a:lnTo>
                    <a:pt x="20861" y="4227"/>
                  </a:lnTo>
                  <a:lnTo>
                    <a:pt x="20799" y="4269"/>
                  </a:lnTo>
                  <a:lnTo>
                    <a:pt x="20757" y="4332"/>
                  </a:lnTo>
                  <a:lnTo>
                    <a:pt x="20652" y="4269"/>
                  </a:lnTo>
                  <a:lnTo>
                    <a:pt x="20548" y="4227"/>
                  </a:lnTo>
                  <a:lnTo>
                    <a:pt x="20506" y="4227"/>
                  </a:lnTo>
                  <a:lnTo>
                    <a:pt x="20485" y="4185"/>
                  </a:lnTo>
                  <a:lnTo>
                    <a:pt x="20422" y="4143"/>
                  </a:lnTo>
                  <a:lnTo>
                    <a:pt x="20401" y="4060"/>
                  </a:lnTo>
                  <a:lnTo>
                    <a:pt x="20359" y="3976"/>
                  </a:lnTo>
                  <a:lnTo>
                    <a:pt x="20401" y="3934"/>
                  </a:lnTo>
                  <a:lnTo>
                    <a:pt x="20401" y="3850"/>
                  </a:lnTo>
                  <a:lnTo>
                    <a:pt x="20317" y="3809"/>
                  </a:lnTo>
                  <a:lnTo>
                    <a:pt x="20276" y="3809"/>
                  </a:lnTo>
                  <a:lnTo>
                    <a:pt x="20129" y="3725"/>
                  </a:lnTo>
                  <a:lnTo>
                    <a:pt x="20004" y="3704"/>
                  </a:lnTo>
                  <a:lnTo>
                    <a:pt x="19962" y="3704"/>
                  </a:lnTo>
                  <a:lnTo>
                    <a:pt x="19899" y="3557"/>
                  </a:lnTo>
                  <a:lnTo>
                    <a:pt x="19794" y="3390"/>
                  </a:lnTo>
                  <a:lnTo>
                    <a:pt x="19648" y="3244"/>
                  </a:lnTo>
                  <a:lnTo>
                    <a:pt x="19460" y="3223"/>
                  </a:lnTo>
                  <a:lnTo>
                    <a:pt x="19250" y="3223"/>
                  </a:lnTo>
                  <a:lnTo>
                    <a:pt x="19062" y="3244"/>
                  </a:lnTo>
                  <a:lnTo>
                    <a:pt x="19041" y="3306"/>
                  </a:lnTo>
                  <a:lnTo>
                    <a:pt x="19083" y="3348"/>
                  </a:lnTo>
                  <a:lnTo>
                    <a:pt x="19062" y="3411"/>
                  </a:lnTo>
                  <a:lnTo>
                    <a:pt x="18936" y="3453"/>
                  </a:lnTo>
                  <a:lnTo>
                    <a:pt x="18853" y="3432"/>
                  </a:lnTo>
                  <a:lnTo>
                    <a:pt x="18727" y="3495"/>
                  </a:lnTo>
                  <a:lnTo>
                    <a:pt x="18560" y="3411"/>
                  </a:lnTo>
                  <a:lnTo>
                    <a:pt x="18497" y="3432"/>
                  </a:lnTo>
                  <a:lnTo>
                    <a:pt x="18413" y="3495"/>
                  </a:lnTo>
                  <a:lnTo>
                    <a:pt x="18309" y="3495"/>
                  </a:lnTo>
                  <a:lnTo>
                    <a:pt x="18204" y="3411"/>
                  </a:lnTo>
                  <a:lnTo>
                    <a:pt x="18079" y="3348"/>
                  </a:lnTo>
                  <a:lnTo>
                    <a:pt x="18079" y="3285"/>
                  </a:lnTo>
                  <a:lnTo>
                    <a:pt x="18100" y="3202"/>
                  </a:lnTo>
                  <a:lnTo>
                    <a:pt x="17911" y="3118"/>
                  </a:lnTo>
                  <a:lnTo>
                    <a:pt x="17828" y="3181"/>
                  </a:lnTo>
                  <a:lnTo>
                    <a:pt x="17828" y="3306"/>
                  </a:lnTo>
                  <a:lnTo>
                    <a:pt x="17869" y="3327"/>
                  </a:lnTo>
                  <a:lnTo>
                    <a:pt x="17828" y="3390"/>
                  </a:lnTo>
                  <a:lnTo>
                    <a:pt x="17744" y="3453"/>
                  </a:lnTo>
                  <a:lnTo>
                    <a:pt x="17597" y="3453"/>
                  </a:lnTo>
                  <a:lnTo>
                    <a:pt x="16175" y="1695"/>
                  </a:lnTo>
                  <a:lnTo>
                    <a:pt x="15170" y="921"/>
                  </a:lnTo>
                  <a:lnTo>
                    <a:pt x="15107" y="837"/>
                  </a:lnTo>
                  <a:lnTo>
                    <a:pt x="15191" y="816"/>
                  </a:lnTo>
                  <a:lnTo>
                    <a:pt x="15296" y="712"/>
                  </a:lnTo>
                  <a:lnTo>
                    <a:pt x="15296" y="607"/>
                  </a:lnTo>
                  <a:lnTo>
                    <a:pt x="15254" y="565"/>
                  </a:lnTo>
                  <a:lnTo>
                    <a:pt x="15087" y="607"/>
                  </a:lnTo>
                  <a:lnTo>
                    <a:pt x="14961" y="628"/>
                  </a:lnTo>
                  <a:lnTo>
                    <a:pt x="14877" y="733"/>
                  </a:lnTo>
                  <a:lnTo>
                    <a:pt x="14773" y="775"/>
                  </a:lnTo>
                  <a:lnTo>
                    <a:pt x="14647" y="900"/>
                  </a:lnTo>
                  <a:lnTo>
                    <a:pt x="14647" y="984"/>
                  </a:lnTo>
                  <a:lnTo>
                    <a:pt x="14563" y="1047"/>
                  </a:lnTo>
                  <a:lnTo>
                    <a:pt x="14522" y="1151"/>
                  </a:lnTo>
                  <a:lnTo>
                    <a:pt x="14417" y="1235"/>
                  </a:lnTo>
                  <a:lnTo>
                    <a:pt x="14229" y="1235"/>
                  </a:lnTo>
                  <a:lnTo>
                    <a:pt x="14124" y="1298"/>
                  </a:lnTo>
                  <a:lnTo>
                    <a:pt x="14145" y="1423"/>
                  </a:lnTo>
                  <a:lnTo>
                    <a:pt x="14061" y="1465"/>
                  </a:lnTo>
                  <a:lnTo>
                    <a:pt x="14019" y="1423"/>
                  </a:lnTo>
                  <a:lnTo>
                    <a:pt x="13789" y="1360"/>
                  </a:lnTo>
                  <a:lnTo>
                    <a:pt x="13643" y="1423"/>
                  </a:lnTo>
                  <a:lnTo>
                    <a:pt x="13601" y="1507"/>
                  </a:lnTo>
                  <a:lnTo>
                    <a:pt x="13517" y="1507"/>
                  </a:lnTo>
                  <a:lnTo>
                    <a:pt x="13434" y="1402"/>
                  </a:lnTo>
                  <a:lnTo>
                    <a:pt x="13434" y="1235"/>
                  </a:lnTo>
                  <a:lnTo>
                    <a:pt x="13517" y="1172"/>
                  </a:lnTo>
                  <a:lnTo>
                    <a:pt x="13538" y="1088"/>
                  </a:lnTo>
                  <a:lnTo>
                    <a:pt x="13496" y="1026"/>
                  </a:lnTo>
                  <a:lnTo>
                    <a:pt x="13413" y="1109"/>
                  </a:lnTo>
                  <a:lnTo>
                    <a:pt x="13329" y="1109"/>
                  </a:lnTo>
                  <a:lnTo>
                    <a:pt x="13120" y="1005"/>
                  </a:lnTo>
                  <a:lnTo>
                    <a:pt x="12994" y="1026"/>
                  </a:lnTo>
                  <a:lnTo>
                    <a:pt x="13015" y="1109"/>
                  </a:lnTo>
                  <a:lnTo>
                    <a:pt x="13078" y="1130"/>
                  </a:lnTo>
                  <a:lnTo>
                    <a:pt x="12994" y="1214"/>
                  </a:lnTo>
                  <a:lnTo>
                    <a:pt x="12952" y="1214"/>
                  </a:lnTo>
                  <a:lnTo>
                    <a:pt x="12869" y="1088"/>
                  </a:lnTo>
                  <a:lnTo>
                    <a:pt x="12848" y="900"/>
                  </a:lnTo>
                  <a:lnTo>
                    <a:pt x="12638" y="733"/>
                  </a:lnTo>
                  <a:lnTo>
                    <a:pt x="12597" y="775"/>
                  </a:lnTo>
                  <a:lnTo>
                    <a:pt x="12638" y="900"/>
                  </a:lnTo>
                  <a:lnTo>
                    <a:pt x="12638" y="984"/>
                  </a:lnTo>
                  <a:lnTo>
                    <a:pt x="12555" y="984"/>
                  </a:lnTo>
                  <a:lnTo>
                    <a:pt x="12513" y="879"/>
                  </a:lnTo>
                  <a:lnTo>
                    <a:pt x="12450" y="900"/>
                  </a:lnTo>
                  <a:lnTo>
                    <a:pt x="12429" y="1005"/>
                  </a:lnTo>
                  <a:lnTo>
                    <a:pt x="12366" y="1026"/>
                  </a:lnTo>
                  <a:lnTo>
                    <a:pt x="12262" y="942"/>
                  </a:lnTo>
                  <a:lnTo>
                    <a:pt x="12136" y="1026"/>
                  </a:lnTo>
                  <a:lnTo>
                    <a:pt x="12074" y="984"/>
                  </a:lnTo>
                  <a:lnTo>
                    <a:pt x="12032" y="879"/>
                  </a:lnTo>
                  <a:lnTo>
                    <a:pt x="12115" y="837"/>
                  </a:lnTo>
                  <a:lnTo>
                    <a:pt x="12136" y="796"/>
                  </a:lnTo>
                  <a:lnTo>
                    <a:pt x="12115" y="691"/>
                  </a:lnTo>
                  <a:lnTo>
                    <a:pt x="12136" y="586"/>
                  </a:lnTo>
                  <a:lnTo>
                    <a:pt x="12115" y="524"/>
                  </a:lnTo>
                  <a:lnTo>
                    <a:pt x="12032" y="482"/>
                  </a:lnTo>
                  <a:lnTo>
                    <a:pt x="11948" y="398"/>
                  </a:lnTo>
                  <a:lnTo>
                    <a:pt x="11927" y="272"/>
                  </a:lnTo>
                  <a:lnTo>
                    <a:pt x="11864" y="252"/>
                  </a:lnTo>
                  <a:lnTo>
                    <a:pt x="11822" y="84"/>
                  </a:lnTo>
                  <a:lnTo>
                    <a:pt x="11718" y="84"/>
                  </a:lnTo>
                  <a:lnTo>
                    <a:pt x="11592" y="126"/>
                  </a:lnTo>
                  <a:lnTo>
                    <a:pt x="11446" y="126"/>
                  </a:lnTo>
                  <a:lnTo>
                    <a:pt x="11299" y="42"/>
                  </a:lnTo>
                  <a:lnTo>
                    <a:pt x="11132" y="63"/>
                  </a:lnTo>
                  <a:lnTo>
                    <a:pt x="11006" y="0"/>
                  </a:lnTo>
                  <a:lnTo>
                    <a:pt x="10902" y="42"/>
                  </a:lnTo>
                  <a:lnTo>
                    <a:pt x="1086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5" name="Google Shape;7809;p67">
              <a:extLst>
                <a:ext uri="{FF2B5EF4-FFF2-40B4-BE49-F238E27FC236}">
                  <a16:creationId xmlns:a16="http://schemas.microsoft.com/office/drawing/2014/main" id="{100FCFD1-6D26-7F75-86EF-E27304F515B4}"/>
                </a:ext>
              </a:extLst>
            </p:cNvPr>
            <p:cNvSpPr/>
            <p:nvPr/>
          </p:nvSpPr>
          <p:spPr>
            <a:xfrm>
              <a:off x="4443200" y="2520875"/>
              <a:ext cx="231750" cy="144400"/>
            </a:xfrm>
            <a:custGeom>
              <a:avLst/>
              <a:gdLst/>
              <a:ahLst/>
              <a:cxnLst/>
              <a:rect l="l" t="t" r="r" b="b"/>
              <a:pathLst>
                <a:path w="9270" h="5776" extrusionOk="0">
                  <a:moveTo>
                    <a:pt x="1507" y="1"/>
                  </a:moveTo>
                  <a:lnTo>
                    <a:pt x="0" y="294"/>
                  </a:lnTo>
                  <a:lnTo>
                    <a:pt x="439" y="3014"/>
                  </a:lnTo>
                  <a:lnTo>
                    <a:pt x="732" y="3014"/>
                  </a:lnTo>
                  <a:lnTo>
                    <a:pt x="963" y="3035"/>
                  </a:lnTo>
                  <a:lnTo>
                    <a:pt x="1004" y="2909"/>
                  </a:lnTo>
                  <a:lnTo>
                    <a:pt x="900" y="2804"/>
                  </a:lnTo>
                  <a:lnTo>
                    <a:pt x="879" y="2595"/>
                  </a:lnTo>
                  <a:lnTo>
                    <a:pt x="983" y="2344"/>
                  </a:lnTo>
                  <a:lnTo>
                    <a:pt x="1172" y="2323"/>
                  </a:lnTo>
                  <a:lnTo>
                    <a:pt x="1276" y="2198"/>
                  </a:lnTo>
                  <a:lnTo>
                    <a:pt x="1402" y="2114"/>
                  </a:lnTo>
                  <a:lnTo>
                    <a:pt x="1527" y="2198"/>
                  </a:lnTo>
                  <a:lnTo>
                    <a:pt x="1611" y="2135"/>
                  </a:lnTo>
                  <a:lnTo>
                    <a:pt x="1507" y="2009"/>
                  </a:lnTo>
                  <a:lnTo>
                    <a:pt x="1779" y="2030"/>
                  </a:lnTo>
                  <a:lnTo>
                    <a:pt x="2155" y="2219"/>
                  </a:lnTo>
                  <a:lnTo>
                    <a:pt x="2511" y="2428"/>
                  </a:lnTo>
                  <a:lnTo>
                    <a:pt x="2532" y="2553"/>
                  </a:lnTo>
                  <a:lnTo>
                    <a:pt x="2971" y="2804"/>
                  </a:lnTo>
                  <a:lnTo>
                    <a:pt x="3306" y="2951"/>
                  </a:lnTo>
                  <a:lnTo>
                    <a:pt x="3390" y="2909"/>
                  </a:lnTo>
                  <a:lnTo>
                    <a:pt x="3515" y="2930"/>
                  </a:lnTo>
                  <a:lnTo>
                    <a:pt x="3766" y="3076"/>
                  </a:lnTo>
                  <a:lnTo>
                    <a:pt x="3871" y="3432"/>
                  </a:lnTo>
                  <a:lnTo>
                    <a:pt x="3976" y="3537"/>
                  </a:lnTo>
                  <a:lnTo>
                    <a:pt x="4017" y="3662"/>
                  </a:lnTo>
                  <a:lnTo>
                    <a:pt x="4143" y="3913"/>
                  </a:lnTo>
                  <a:lnTo>
                    <a:pt x="4352" y="3997"/>
                  </a:lnTo>
                  <a:lnTo>
                    <a:pt x="4729" y="4227"/>
                  </a:lnTo>
                  <a:lnTo>
                    <a:pt x="5126" y="4520"/>
                  </a:lnTo>
                  <a:lnTo>
                    <a:pt x="5545" y="4708"/>
                  </a:lnTo>
                  <a:lnTo>
                    <a:pt x="5921" y="5001"/>
                  </a:lnTo>
                  <a:lnTo>
                    <a:pt x="6235" y="5022"/>
                  </a:lnTo>
                  <a:lnTo>
                    <a:pt x="6319" y="5106"/>
                  </a:lnTo>
                  <a:lnTo>
                    <a:pt x="6403" y="5106"/>
                  </a:lnTo>
                  <a:lnTo>
                    <a:pt x="6612" y="5232"/>
                  </a:lnTo>
                  <a:lnTo>
                    <a:pt x="6612" y="5378"/>
                  </a:lnTo>
                  <a:lnTo>
                    <a:pt x="6633" y="5650"/>
                  </a:lnTo>
                  <a:lnTo>
                    <a:pt x="6821" y="5587"/>
                  </a:lnTo>
                  <a:lnTo>
                    <a:pt x="6926" y="5671"/>
                  </a:lnTo>
                  <a:lnTo>
                    <a:pt x="7009" y="5776"/>
                  </a:lnTo>
                  <a:lnTo>
                    <a:pt x="7072" y="5776"/>
                  </a:lnTo>
                  <a:lnTo>
                    <a:pt x="7177" y="5671"/>
                  </a:lnTo>
                  <a:lnTo>
                    <a:pt x="7281" y="5692"/>
                  </a:lnTo>
                  <a:lnTo>
                    <a:pt x="7323" y="5755"/>
                  </a:lnTo>
                  <a:lnTo>
                    <a:pt x="7365" y="5378"/>
                  </a:lnTo>
                  <a:lnTo>
                    <a:pt x="7491" y="5106"/>
                  </a:lnTo>
                  <a:lnTo>
                    <a:pt x="7553" y="5043"/>
                  </a:lnTo>
                  <a:lnTo>
                    <a:pt x="7533" y="4897"/>
                  </a:lnTo>
                  <a:lnTo>
                    <a:pt x="7407" y="4834"/>
                  </a:lnTo>
                  <a:lnTo>
                    <a:pt x="7344" y="4688"/>
                  </a:lnTo>
                  <a:lnTo>
                    <a:pt x="7386" y="4541"/>
                  </a:lnTo>
                  <a:lnTo>
                    <a:pt x="7365" y="4416"/>
                  </a:lnTo>
                  <a:lnTo>
                    <a:pt x="7219" y="4436"/>
                  </a:lnTo>
                  <a:lnTo>
                    <a:pt x="7114" y="4499"/>
                  </a:lnTo>
                  <a:lnTo>
                    <a:pt x="6947" y="4269"/>
                  </a:lnTo>
                  <a:lnTo>
                    <a:pt x="6947" y="4102"/>
                  </a:lnTo>
                  <a:lnTo>
                    <a:pt x="7072" y="3997"/>
                  </a:lnTo>
                  <a:lnTo>
                    <a:pt x="7344" y="4018"/>
                  </a:lnTo>
                  <a:lnTo>
                    <a:pt x="7449" y="3997"/>
                  </a:lnTo>
                  <a:lnTo>
                    <a:pt x="7449" y="3872"/>
                  </a:lnTo>
                  <a:lnTo>
                    <a:pt x="7679" y="3788"/>
                  </a:lnTo>
                  <a:lnTo>
                    <a:pt x="7637" y="3704"/>
                  </a:lnTo>
                  <a:lnTo>
                    <a:pt x="7574" y="3662"/>
                  </a:lnTo>
                  <a:lnTo>
                    <a:pt x="7846" y="3600"/>
                  </a:lnTo>
                  <a:lnTo>
                    <a:pt x="8014" y="3537"/>
                  </a:lnTo>
                  <a:lnTo>
                    <a:pt x="8056" y="3390"/>
                  </a:lnTo>
                  <a:lnTo>
                    <a:pt x="7867" y="3328"/>
                  </a:lnTo>
                  <a:lnTo>
                    <a:pt x="7867" y="3181"/>
                  </a:lnTo>
                  <a:lnTo>
                    <a:pt x="8014" y="3139"/>
                  </a:lnTo>
                  <a:lnTo>
                    <a:pt x="8181" y="3014"/>
                  </a:lnTo>
                  <a:lnTo>
                    <a:pt x="8286" y="3035"/>
                  </a:lnTo>
                  <a:lnTo>
                    <a:pt x="8453" y="2825"/>
                  </a:lnTo>
                  <a:lnTo>
                    <a:pt x="8600" y="2951"/>
                  </a:lnTo>
                  <a:lnTo>
                    <a:pt x="8621" y="3056"/>
                  </a:lnTo>
                  <a:lnTo>
                    <a:pt x="8914" y="3014"/>
                  </a:lnTo>
                  <a:lnTo>
                    <a:pt x="9123" y="3014"/>
                  </a:lnTo>
                  <a:lnTo>
                    <a:pt x="9269" y="2825"/>
                  </a:lnTo>
                  <a:lnTo>
                    <a:pt x="9248" y="2721"/>
                  </a:lnTo>
                  <a:lnTo>
                    <a:pt x="8955" y="2491"/>
                  </a:lnTo>
                  <a:lnTo>
                    <a:pt x="8893" y="2491"/>
                  </a:lnTo>
                  <a:lnTo>
                    <a:pt x="8893" y="2637"/>
                  </a:lnTo>
                  <a:lnTo>
                    <a:pt x="8788" y="2742"/>
                  </a:lnTo>
                  <a:lnTo>
                    <a:pt x="8683" y="2721"/>
                  </a:lnTo>
                  <a:lnTo>
                    <a:pt x="8579" y="2616"/>
                  </a:lnTo>
                  <a:lnTo>
                    <a:pt x="8307" y="2532"/>
                  </a:lnTo>
                  <a:lnTo>
                    <a:pt x="8202" y="2449"/>
                  </a:lnTo>
                  <a:lnTo>
                    <a:pt x="8286" y="2323"/>
                  </a:lnTo>
                  <a:lnTo>
                    <a:pt x="8453" y="2030"/>
                  </a:lnTo>
                  <a:lnTo>
                    <a:pt x="8453" y="1905"/>
                  </a:lnTo>
                  <a:lnTo>
                    <a:pt x="8369" y="1905"/>
                  </a:lnTo>
                  <a:lnTo>
                    <a:pt x="8265" y="2072"/>
                  </a:lnTo>
                  <a:lnTo>
                    <a:pt x="8160" y="2093"/>
                  </a:lnTo>
                  <a:lnTo>
                    <a:pt x="7909" y="2386"/>
                  </a:lnTo>
                  <a:lnTo>
                    <a:pt x="7846" y="2532"/>
                  </a:lnTo>
                  <a:lnTo>
                    <a:pt x="7784" y="2616"/>
                  </a:lnTo>
                  <a:lnTo>
                    <a:pt x="7658" y="2825"/>
                  </a:lnTo>
                  <a:lnTo>
                    <a:pt x="7449" y="3035"/>
                  </a:lnTo>
                  <a:lnTo>
                    <a:pt x="7365" y="3014"/>
                  </a:lnTo>
                  <a:lnTo>
                    <a:pt x="7114" y="2867"/>
                  </a:lnTo>
                  <a:lnTo>
                    <a:pt x="6926" y="2846"/>
                  </a:lnTo>
                  <a:lnTo>
                    <a:pt x="6737" y="2867"/>
                  </a:lnTo>
                  <a:lnTo>
                    <a:pt x="6486" y="3014"/>
                  </a:lnTo>
                  <a:lnTo>
                    <a:pt x="6361" y="3014"/>
                  </a:lnTo>
                  <a:lnTo>
                    <a:pt x="6131" y="2323"/>
                  </a:lnTo>
                  <a:lnTo>
                    <a:pt x="5712" y="2281"/>
                  </a:lnTo>
                  <a:lnTo>
                    <a:pt x="5691" y="1465"/>
                  </a:lnTo>
                  <a:lnTo>
                    <a:pt x="5503" y="1549"/>
                  </a:lnTo>
                  <a:lnTo>
                    <a:pt x="5356" y="1172"/>
                  </a:lnTo>
                  <a:lnTo>
                    <a:pt x="5064" y="963"/>
                  </a:lnTo>
                  <a:lnTo>
                    <a:pt x="4122" y="963"/>
                  </a:lnTo>
                  <a:lnTo>
                    <a:pt x="3264" y="1047"/>
                  </a:lnTo>
                  <a:lnTo>
                    <a:pt x="2762" y="754"/>
                  </a:lnTo>
                  <a:lnTo>
                    <a:pt x="2427" y="628"/>
                  </a:lnTo>
                  <a:lnTo>
                    <a:pt x="150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6" name="Google Shape;7810;p67">
              <a:extLst>
                <a:ext uri="{FF2B5EF4-FFF2-40B4-BE49-F238E27FC236}">
                  <a16:creationId xmlns:a16="http://schemas.microsoft.com/office/drawing/2014/main" id="{16D2F907-B6D5-A2BA-7DC5-BF33D6110B48}"/>
                </a:ext>
              </a:extLst>
            </p:cNvPr>
            <p:cNvSpPr/>
            <p:nvPr/>
          </p:nvSpPr>
          <p:spPr>
            <a:xfrm>
              <a:off x="4401875" y="2571100"/>
              <a:ext cx="207150" cy="130275"/>
            </a:xfrm>
            <a:custGeom>
              <a:avLst/>
              <a:gdLst/>
              <a:ahLst/>
              <a:cxnLst/>
              <a:rect l="l" t="t" r="r" b="b"/>
              <a:pathLst>
                <a:path w="8286" h="5211" extrusionOk="0">
                  <a:moveTo>
                    <a:pt x="3160" y="0"/>
                  </a:moveTo>
                  <a:lnTo>
                    <a:pt x="3264" y="126"/>
                  </a:lnTo>
                  <a:lnTo>
                    <a:pt x="3180" y="189"/>
                  </a:lnTo>
                  <a:lnTo>
                    <a:pt x="3055" y="105"/>
                  </a:lnTo>
                  <a:lnTo>
                    <a:pt x="2929" y="189"/>
                  </a:lnTo>
                  <a:lnTo>
                    <a:pt x="2825" y="314"/>
                  </a:lnTo>
                  <a:lnTo>
                    <a:pt x="2636" y="335"/>
                  </a:lnTo>
                  <a:lnTo>
                    <a:pt x="2532" y="586"/>
                  </a:lnTo>
                  <a:lnTo>
                    <a:pt x="2553" y="795"/>
                  </a:lnTo>
                  <a:lnTo>
                    <a:pt x="2657" y="900"/>
                  </a:lnTo>
                  <a:lnTo>
                    <a:pt x="2616" y="1026"/>
                  </a:lnTo>
                  <a:lnTo>
                    <a:pt x="2385" y="1005"/>
                  </a:lnTo>
                  <a:lnTo>
                    <a:pt x="2092" y="1005"/>
                  </a:lnTo>
                  <a:lnTo>
                    <a:pt x="2009" y="1026"/>
                  </a:lnTo>
                  <a:lnTo>
                    <a:pt x="1779" y="1067"/>
                  </a:lnTo>
                  <a:lnTo>
                    <a:pt x="1402" y="628"/>
                  </a:lnTo>
                  <a:lnTo>
                    <a:pt x="983" y="398"/>
                  </a:lnTo>
                  <a:lnTo>
                    <a:pt x="628" y="335"/>
                  </a:lnTo>
                  <a:lnTo>
                    <a:pt x="335" y="440"/>
                  </a:lnTo>
                  <a:lnTo>
                    <a:pt x="0" y="754"/>
                  </a:lnTo>
                  <a:lnTo>
                    <a:pt x="0" y="816"/>
                  </a:lnTo>
                  <a:lnTo>
                    <a:pt x="84" y="900"/>
                  </a:lnTo>
                  <a:lnTo>
                    <a:pt x="126" y="963"/>
                  </a:lnTo>
                  <a:lnTo>
                    <a:pt x="209" y="1047"/>
                  </a:lnTo>
                  <a:lnTo>
                    <a:pt x="251" y="1151"/>
                  </a:lnTo>
                  <a:lnTo>
                    <a:pt x="356" y="1360"/>
                  </a:lnTo>
                  <a:lnTo>
                    <a:pt x="335" y="1528"/>
                  </a:lnTo>
                  <a:lnTo>
                    <a:pt x="293" y="1653"/>
                  </a:lnTo>
                  <a:lnTo>
                    <a:pt x="314" y="1946"/>
                  </a:lnTo>
                  <a:lnTo>
                    <a:pt x="356" y="2009"/>
                  </a:lnTo>
                  <a:lnTo>
                    <a:pt x="398" y="2093"/>
                  </a:lnTo>
                  <a:lnTo>
                    <a:pt x="607" y="2302"/>
                  </a:lnTo>
                  <a:lnTo>
                    <a:pt x="565" y="2218"/>
                  </a:lnTo>
                  <a:lnTo>
                    <a:pt x="523" y="2155"/>
                  </a:lnTo>
                  <a:lnTo>
                    <a:pt x="544" y="2114"/>
                  </a:lnTo>
                  <a:lnTo>
                    <a:pt x="732" y="2155"/>
                  </a:lnTo>
                  <a:lnTo>
                    <a:pt x="816" y="2093"/>
                  </a:lnTo>
                  <a:lnTo>
                    <a:pt x="858" y="2114"/>
                  </a:lnTo>
                  <a:lnTo>
                    <a:pt x="837" y="2260"/>
                  </a:lnTo>
                  <a:lnTo>
                    <a:pt x="858" y="2365"/>
                  </a:lnTo>
                  <a:lnTo>
                    <a:pt x="942" y="2323"/>
                  </a:lnTo>
                  <a:lnTo>
                    <a:pt x="983" y="2427"/>
                  </a:lnTo>
                  <a:lnTo>
                    <a:pt x="963" y="2490"/>
                  </a:lnTo>
                  <a:lnTo>
                    <a:pt x="858" y="2469"/>
                  </a:lnTo>
                  <a:lnTo>
                    <a:pt x="816" y="2469"/>
                  </a:lnTo>
                  <a:lnTo>
                    <a:pt x="753" y="2427"/>
                  </a:lnTo>
                  <a:lnTo>
                    <a:pt x="649" y="2511"/>
                  </a:lnTo>
                  <a:lnTo>
                    <a:pt x="649" y="2616"/>
                  </a:lnTo>
                  <a:lnTo>
                    <a:pt x="732" y="2699"/>
                  </a:lnTo>
                  <a:lnTo>
                    <a:pt x="711" y="2574"/>
                  </a:lnTo>
                  <a:lnTo>
                    <a:pt x="774" y="2574"/>
                  </a:lnTo>
                  <a:lnTo>
                    <a:pt x="837" y="2595"/>
                  </a:lnTo>
                  <a:lnTo>
                    <a:pt x="921" y="2616"/>
                  </a:lnTo>
                  <a:lnTo>
                    <a:pt x="963" y="2720"/>
                  </a:lnTo>
                  <a:lnTo>
                    <a:pt x="1130" y="2804"/>
                  </a:lnTo>
                  <a:lnTo>
                    <a:pt x="1172" y="2909"/>
                  </a:lnTo>
                  <a:lnTo>
                    <a:pt x="1151" y="3097"/>
                  </a:lnTo>
                  <a:lnTo>
                    <a:pt x="1172" y="3160"/>
                  </a:lnTo>
                  <a:lnTo>
                    <a:pt x="1172" y="3453"/>
                  </a:lnTo>
                  <a:lnTo>
                    <a:pt x="1235" y="3662"/>
                  </a:lnTo>
                  <a:lnTo>
                    <a:pt x="1339" y="3955"/>
                  </a:lnTo>
                  <a:lnTo>
                    <a:pt x="1444" y="3871"/>
                  </a:lnTo>
                  <a:lnTo>
                    <a:pt x="1716" y="3871"/>
                  </a:lnTo>
                  <a:lnTo>
                    <a:pt x="1779" y="3725"/>
                  </a:lnTo>
                  <a:lnTo>
                    <a:pt x="1862" y="3620"/>
                  </a:lnTo>
                  <a:lnTo>
                    <a:pt x="1967" y="3620"/>
                  </a:lnTo>
                  <a:lnTo>
                    <a:pt x="2197" y="3411"/>
                  </a:lnTo>
                  <a:lnTo>
                    <a:pt x="2427" y="3348"/>
                  </a:lnTo>
                  <a:lnTo>
                    <a:pt x="2636" y="3411"/>
                  </a:lnTo>
                  <a:lnTo>
                    <a:pt x="2699" y="3264"/>
                  </a:lnTo>
                  <a:lnTo>
                    <a:pt x="2804" y="3243"/>
                  </a:lnTo>
                  <a:lnTo>
                    <a:pt x="2929" y="3306"/>
                  </a:lnTo>
                  <a:lnTo>
                    <a:pt x="3055" y="3264"/>
                  </a:lnTo>
                  <a:lnTo>
                    <a:pt x="3264" y="3453"/>
                  </a:lnTo>
                  <a:lnTo>
                    <a:pt x="3432" y="3515"/>
                  </a:lnTo>
                  <a:lnTo>
                    <a:pt x="3766" y="3725"/>
                  </a:lnTo>
                  <a:lnTo>
                    <a:pt x="3871" y="3725"/>
                  </a:lnTo>
                  <a:lnTo>
                    <a:pt x="3955" y="3641"/>
                  </a:lnTo>
                  <a:lnTo>
                    <a:pt x="4185" y="3746"/>
                  </a:lnTo>
                  <a:lnTo>
                    <a:pt x="4310" y="3767"/>
                  </a:lnTo>
                  <a:lnTo>
                    <a:pt x="4331" y="3934"/>
                  </a:lnTo>
                  <a:lnTo>
                    <a:pt x="4394" y="3976"/>
                  </a:lnTo>
                  <a:lnTo>
                    <a:pt x="4520" y="3955"/>
                  </a:lnTo>
                  <a:lnTo>
                    <a:pt x="4729" y="3997"/>
                  </a:lnTo>
                  <a:lnTo>
                    <a:pt x="4959" y="4311"/>
                  </a:lnTo>
                  <a:lnTo>
                    <a:pt x="5231" y="4352"/>
                  </a:lnTo>
                  <a:lnTo>
                    <a:pt x="5357" y="4394"/>
                  </a:lnTo>
                  <a:lnTo>
                    <a:pt x="5461" y="4562"/>
                  </a:lnTo>
                  <a:lnTo>
                    <a:pt x="5419" y="4666"/>
                  </a:lnTo>
                  <a:lnTo>
                    <a:pt x="5461" y="4792"/>
                  </a:lnTo>
                  <a:lnTo>
                    <a:pt x="5461" y="4876"/>
                  </a:lnTo>
                  <a:lnTo>
                    <a:pt x="5524" y="4980"/>
                  </a:lnTo>
                  <a:lnTo>
                    <a:pt x="5566" y="4938"/>
                  </a:lnTo>
                  <a:lnTo>
                    <a:pt x="5691" y="4980"/>
                  </a:lnTo>
                  <a:lnTo>
                    <a:pt x="5775" y="5043"/>
                  </a:lnTo>
                  <a:lnTo>
                    <a:pt x="5880" y="5043"/>
                  </a:lnTo>
                  <a:lnTo>
                    <a:pt x="5963" y="4980"/>
                  </a:lnTo>
                  <a:lnTo>
                    <a:pt x="6047" y="4980"/>
                  </a:lnTo>
                  <a:lnTo>
                    <a:pt x="6173" y="5085"/>
                  </a:lnTo>
                  <a:lnTo>
                    <a:pt x="6214" y="5148"/>
                  </a:lnTo>
                  <a:lnTo>
                    <a:pt x="6277" y="5210"/>
                  </a:lnTo>
                  <a:lnTo>
                    <a:pt x="6319" y="5148"/>
                  </a:lnTo>
                  <a:lnTo>
                    <a:pt x="6486" y="5127"/>
                  </a:lnTo>
                  <a:lnTo>
                    <a:pt x="6570" y="5022"/>
                  </a:lnTo>
                  <a:lnTo>
                    <a:pt x="6591" y="4938"/>
                  </a:lnTo>
                  <a:lnTo>
                    <a:pt x="6675" y="4896"/>
                  </a:lnTo>
                  <a:lnTo>
                    <a:pt x="6633" y="4813"/>
                  </a:lnTo>
                  <a:lnTo>
                    <a:pt x="6821" y="4708"/>
                  </a:lnTo>
                  <a:lnTo>
                    <a:pt x="7030" y="4666"/>
                  </a:lnTo>
                  <a:lnTo>
                    <a:pt x="7051" y="4604"/>
                  </a:lnTo>
                  <a:lnTo>
                    <a:pt x="7135" y="4520"/>
                  </a:lnTo>
                  <a:lnTo>
                    <a:pt x="7240" y="4499"/>
                  </a:lnTo>
                  <a:lnTo>
                    <a:pt x="7261" y="4373"/>
                  </a:lnTo>
                  <a:lnTo>
                    <a:pt x="7261" y="4206"/>
                  </a:lnTo>
                  <a:lnTo>
                    <a:pt x="7407" y="4080"/>
                  </a:lnTo>
                  <a:lnTo>
                    <a:pt x="7407" y="3955"/>
                  </a:lnTo>
                  <a:lnTo>
                    <a:pt x="7344" y="3892"/>
                  </a:lnTo>
                  <a:lnTo>
                    <a:pt x="7365" y="3850"/>
                  </a:lnTo>
                  <a:lnTo>
                    <a:pt x="7428" y="3829"/>
                  </a:lnTo>
                  <a:lnTo>
                    <a:pt x="7470" y="3767"/>
                  </a:lnTo>
                  <a:lnTo>
                    <a:pt x="7637" y="3725"/>
                  </a:lnTo>
                  <a:lnTo>
                    <a:pt x="7679" y="3725"/>
                  </a:lnTo>
                  <a:lnTo>
                    <a:pt x="7846" y="3620"/>
                  </a:lnTo>
                  <a:lnTo>
                    <a:pt x="7993" y="3557"/>
                  </a:lnTo>
                  <a:lnTo>
                    <a:pt x="8098" y="3641"/>
                  </a:lnTo>
                  <a:lnTo>
                    <a:pt x="8244" y="3620"/>
                  </a:lnTo>
                  <a:lnTo>
                    <a:pt x="8265" y="3641"/>
                  </a:lnTo>
                  <a:lnTo>
                    <a:pt x="8286" y="3641"/>
                  </a:lnTo>
                  <a:lnTo>
                    <a:pt x="8265" y="3369"/>
                  </a:lnTo>
                  <a:lnTo>
                    <a:pt x="8265" y="3223"/>
                  </a:lnTo>
                  <a:lnTo>
                    <a:pt x="8056" y="3097"/>
                  </a:lnTo>
                  <a:lnTo>
                    <a:pt x="7972" y="3097"/>
                  </a:lnTo>
                  <a:lnTo>
                    <a:pt x="7888" y="3013"/>
                  </a:lnTo>
                  <a:lnTo>
                    <a:pt x="7574" y="2992"/>
                  </a:lnTo>
                  <a:lnTo>
                    <a:pt x="7198" y="2699"/>
                  </a:lnTo>
                  <a:lnTo>
                    <a:pt x="6779" y="2511"/>
                  </a:lnTo>
                  <a:lnTo>
                    <a:pt x="6382" y="2218"/>
                  </a:lnTo>
                  <a:lnTo>
                    <a:pt x="6005" y="1988"/>
                  </a:lnTo>
                  <a:lnTo>
                    <a:pt x="5796" y="1904"/>
                  </a:lnTo>
                  <a:lnTo>
                    <a:pt x="5670" y="1653"/>
                  </a:lnTo>
                  <a:lnTo>
                    <a:pt x="5629" y="1528"/>
                  </a:lnTo>
                  <a:lnTo>
                    <a:pt x="5524" y="1423"/>
                  </a:lnTo>
                  <a:lnTo>
                    <a:pt x="5419" y="1067"/>
                  </a:lnTo>
                  <a:lnTo>
                    <a:pt x="5168" y="921"/>
                  </a:lnTo>
                  <a:lnTo>
                    <a:pt x="5043" y="900"/>
                  </a:lnTo>
                  <a:lnTo>
                    <a:pt x="4959" y="942"/>
                  </a:lnTo>
                  <a:lnTo>
                    <a:pt x="4624" y="795"/>
                  </a:lnTo>
                  <a:lnTo>
                    <a:pt x="4185" y="544"/>
                  </a:lnTo>
                  <a:lnTo>
                    <a:pt x="4164" y="419"/>
                  </a:lnTo>
                  <a:lnTo>
                    <a:pt x="3808" y="210"/>
                  </a:lnTo>
                  <a:lnTo>
                    <a:pt x="3432" y="21"/>
                  </a:lnTo>
                  <a:lnTo>
                    <a:pt x="316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67" name="Google Shape;7811;p67">
              <a:extLst>
                <a:ext uri="{FF2B5EF4-FFF2-40B4-BE49-F238E27FC236}">
                  <a16:creationId xmlns:a16="http://schemas.microsoft.com/office/drawing/2014/main" id="{0674DF87-F56E-0330-61B7-8BF44C006F12}"/>
                </a:ext>
              </a:extLst>
            </p:cNvPr>
            <p:cNvGrpSpPr/>
            <p:nvPr/>
          </p:nvGrpSpPr>
          <p:grpSpPr>
            <a:xfrm>
              <a:off x="4842300" y="3099950"/>
              <a:ext cx="31425" cy="59650"/>
              <a:chOff x="4842300" y="3099950"/>
              <a:chExt cx="31425" cy="59650"/>
            </a:xfrm>
            <a:grpFill/>
          </p:grpSpPr>
          <p:sp>
            <p:nvSpPr>
              <p:cNvPr id="761" name="Google Shape;7812;p67">
                <a:extLst>
                  <a:ext uri="{FF2B5EF4-FFF2-40B4-BE49-F238E27FC236}">
                    <a16:creationId xmlns:a16="http://schemas.microsoft.com/office/drawing/2014/main" id="{B2284D70-A69E-91CB-5D4A-1CAF5A007902}"/>
                  </a:ext>
                </a:extLst>
              </p:cNvPr>
              <p:cNvSpPr/>
              <p:nvPr/>
            </p:nvSpPr>
            <p:spPr>
              <a:xfrm>
                <a:off x="4842300" y="3122950"/>
                <a:ext cx="2125" cy="6825"/>
              </a:xfrm>
              <a:custGeom>
                <a:avLst/>
                <a:gdLst/>
                <a:ahLst/>
                <a:cxnLst/>
                <a:rect l="l" t="t" r="r" b="b"/>
                <a:pathLst>
                  <a:path w="85" h="273" extrusionOk="0">
                    <a:moveTo>
                      <a:pt x="84" y="1"/>
                    </a:moveTo>
                    <a:lnTo>
                      <a:pt x="1" y="22"/>
                    </a:lnTo>
                    <a:lnTo>
                      <a:pt x="43" y="126"/>
                    </a:lnTo>
                    <a:lnTo>
                      <a:pt x="1" y="273"/>
                    </a:lnTo>
                    <a:lnTo>
                      <a:pt x="64" y="126"/>
                    </a:lnTo>
                    <a:lnTo>
                      <a:pt x="43" y="22"/>
                    </a:lnTo>
                    <a:lnTo>
                      <a:pt x="84" y="22"/>
                    </a:lnTo>
                    <a:lnTo>
                      <a:pt x="84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62" name="Google Shape;7813;p67">
                <a:extLst>
                  <a:ext uri="{FF2B5EF4-FFF2-40B4-BE49-F238E27FC236}">
                    <a16:creationId xmlns:a16="http://schemas.microsoft.com/office/drawing/2014/main" id="{F3B41B82-5579-B7A5-242E-5743EF3E43D0}"/>
                  </a:ext>
                </a:extLst>
              </p:cNvPr>
              <p:cNvSpPr/>
              <p:nvPr/>
            </p:nvSpPr>
            <p:spPr>
              <a:xfrm>
                <a:off x="4842300" y="3106225"/>
                <a:ext cx="31425" cy="533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2135" extrusionOk="0">
                    <a:moveTo>
                      <a:pt x="273" y="0"/>
                    </a:moveTo>
                    <a:lnTo>
                      <a:pt x="273" y="21"/>
                    </a:lnTo>
                    <a:lnTo>
                      <a:pt x="294" y="42"/>
                    </a:lnTo>
                    <a:lnTo>
                      <a:pt x="273" y="63"/>
                    </a:lnTo>
                    <a:lnTo>
                      <a:pt x="252" y="105"/>
                    </a:lnTo>
                    <a:lnTo>
                      <a:pt x="252" y="126"/>
                    </a:lnTo>
                    <a:lnTo>
                      <a:pt x="252" y="209"/>
                    </a:lnTo>
                    <a:lnTo>
                      <a:pt x="189" y="314"/>
                    </a:lnTo>
                    <a:lnTo>
                      <a:pt x="147" y="272"/>
                    </a:lnTo>
                    <a:lnTo>
                      <a:pt x="84" y="230"/>
                    </a:lnTo>
                    <a:lnTo>
                      <a:pt x="1" y="230"/>
                    </a:lnTo>
                    <a:lnTo>
                      <a:pt x="1" y="251"/>
                    </a:lnTo>
                    <a:lnTo>
                      <a:pt x="84" y="272"/>
                    </a:lnTo>
                    <a:lnTo>
                      <a:pt x="105" y="335"/>
                    </a:lnTo>
                    <a:lnTo>
                      <a:pt x="84" y="356"/>
                    </a:lnTo>
                    <a:lnTo>
                      <a:pt x="147" y="461"/>
                    </a:lnTo>
                    <a:lnTo>
                      <a:pt x="147" y="628"/>
                    </a:lnTo>
                    <a:lnTo>
                      <a:pt x="84" y="691"/>
                    </a:lnTo>
                    <a:lnTo>
                      <a:pt x="64" y="942"/>
                    </a:lnTo>
                    <a:lnTo>
                      <a:pt x="84" y="1005"/>
                    </a:lnTo>
                    <a:lnTo>
                      <a:pt x="43" y="1046"/>
                    </a:lnTo>
                    <a:lnTo>
                      <a:pt x="84" y="1277"/>
                    </a:lnTo>
                    <a:lnTo>
                      <a:pt x="84" y="1360"/>
                    </a:lnTo>
                    <a:lnTo>
                      <a:pt x="168" y="1611"/>
                    </a:lnTo>
                    <a:lnTo>
                      <a:pt x="252" y="1925"/>
                    </a:lnTo>
                    <a:lnTo>
                      <a:pt x="315" y="2051"/>
                    </a:lnTo>
                    <a:lnTo>
                      <a:pt x="461" y="2134"/>
                    </a:lnTo>
                    <a:lnTo>
                      <a:pt x="587" y="2113"/>
                    </a:lnTo>
                    <a:lnTo>
                      <a:pt x="775" y="2093"/>
                    </a:lnTo>
                    <a:lnTo>
                      <a:pt x="942" y="2030"/>
                    </a:lnTo>
                    <a:lnTo>
                      <a:pt x="1131" y="1821"/>
                    </a:lnTo>
                    <a:lnTo>
                      <a:pt x="1214" y="1674"/>
                    </a:lnTo>
                    <a:lnTo>
                      <a:pt x="1256" y="1569"/>
                    </a:lnTo>
                    <a:lnTo>
                      <a:pt x="1235" y="1486"/>
                    </a:lnTo>
                    <a:lnTo>
                      <a:pt x="1256" y="1423"/>
                    </a:lnTo>
                    <a:lnTo>
                      <a:pt x="1256" y="1277"/>
                    </a:lnTo>
                    <a:lnTo>
                      <a:pt x="1235" y="1214"/>
                    </a:lnTo>
                    <a:lnTo>
                      <a:pt x="1256" y="1109"/>
                    </a:lnTo>
                    <a:lnTo>
                      <a:pt x="1152" y="1046"/>
                    </a:lnTo>
                    <a:lnTo>
                      <a:pt x="1089" y="795"/>
                    </a:lnTo>
                    <a:lnTo>
                      <a:pt x="1005" y="628"/>
                    </a:lnTo>
                    <a:lnTo>
                      <a:pt x="900" y="628"/>
                    </a:lnTo>
                    <a:lnTo>
                      <a:pt x="900" y="586"/>
                    </a:lnTo>
                    <a:lnTo>
                      <a:pt x="796" y="586"/>
                    </a:lnTo>
                    <a:lnTo>
                      <a:pt x="921" y="544"/>
                    </a:lnTo>
                    <a:lnTo>
                      <a:pt x="900" y="481"/>
                    </a:lnTo>
                    <a:lnTo>
                      <a:pt x="838" y="461"/>
                    </a:lnTo>
                    <a:lnTo>
                      <a:pt x="775" y="335"/>
                    </a:lnTo>
                    <a:lnTo>
                      <a:pt x="712" y="335"/>
                    </a:lnTo>
                    <a:lnTo>
                      <a:pt x="691" y="230"/>
                    </a:lnTo>
                    <a:lnTo>
                      <a:pt x="670" y="168"/>
                    </a:lnTo>
                    <a:lnTo>
                      <a:pt x="670" y="126"/>
                    </a:lnTo>
                    <a:lnTo>
                      <a:pt x="482" y="42"/>
                    </a:lnTo>
                    <a:lnTo>
                      <a:pt x="461" y="105"/>
                    </a:lnTo>
                    <a:lnTo>
                      <a:pt x="377" y="63"/>
                    </a:lnTo>
                    <a:lnTo>
                      <a:pt x="398" y="21"/>
                    </a:lnTo>
                    <a:lnTo>
                      <a:pt x="273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63" name="Google Shape;7814;p67">
                <a:extLst>
                  <a:ext uri="{FF2B5EF4-FFF2-40B4-BE49-F238E27FC236}">
                    <a16:creationId xmlns:a16="http://schemas.microsoft.com/office/drawing/2014/main" id="{8BDB22ED-39A9-162E-449F-940ADD89EA5B}"/>
                  </a:ext>
                </a:extLst>
              </p:cNvPr>
              <p:cNvSpPr/>
              <p:nvPr/>
            </p:nvSpPr>
            <p:spPr>
              <a:xfrm>
                <a:off x="4844400" y="3099950"/>
                <a:ext cx="5250" cy="4725"/>
              </a:xfrm>
              <a:custGeom>
                <a:avLst/>
                <a:gdLst/>
                <a:ahLst/>
                <a:cxnLst/>
                <a:rect l="l" t="t" r="r" b="b"/>
                <a:pathLst>
                  <a:path w="210" h="189" extrusionOk="0">
                    <a:moveTo>
                      <a:pt x="189" y="0"/>
                    </a:moveTo>
                    <a:lnTo>
                      <a:pt x="0" y="42"/>
                    </a:lnTo>
                    <a:lnTo>
                      <a:pt x="0" y="105"/>
                    </a:lnTo>
                    <a:lnTo>
                      <a:pt x="126" y="188"/>
                    </a:lnTo>
                    <a:lnTo>
                      <a:pt x="126" y="147"/>
                    </a:lnTo>
                    <a:lnTo>
                      <a:pt x="168" y="147"/>
                    </a:lnTo>
                    <a:lnTo>
                      <a:pt x="210" y="42"/>
                    </a:lnTo>
                    <a:lnTo>
                      <a:pt x="18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64" name="Google Shape;7815;p67">
                <a:extLst>
                  <a:ext uri="{FF2B5EF4-FFF2-40B4-BE49-F238E27FC236}">
                    <a16:creationId xmlns:a16="http://schemas.microsoft.com/office/drawing/2014/main" id="{BF093FB5-81DB-CC0B-C1C7-9493A90C7E67}"/>
                  </a:ext>
                </a:extLst>
              </p:cNvPr>
              <p:cNvSpPr/>
              <p:nvPr/>
            </p:nvSpPr>
            <p:spPr>
              <a:xfrm>
                <a:off x="4849625" y="3101500"/>
                <a:ext cx="7875" cy="6300"/>
              </a:xfrm>
              <a:custGeom>
                <a:avLst/>
                <a:gdLst/>
                <a:ahLst/>
                <a:cxnLst/>
                <a:rect l="l" t="t" r="r" b="b"/>
                <a:pathLst>
                  <a:path w="315" h="252" extrusionOk="0">
                    <a:moveTo>
                      <a:pt x="43" y="1"/>
                    </a:moveTo>
                    <a:lnTo>
                      <a:pt x="43" y="43"/>
                    </a:lnTo>
                    <a:lnTo>
                      <a:pt x="84" y="85"/>
                    </a:lnTo>
                    <a:lnTo>
                      <a:pt x="1" y="85"/>
                    </a:lnTo>
                    <a:lnTo>
                      <a:pt x="1" y="105"/>
                    </a:lnTo>
                    <a:lnTo>
                      <a:pt x="126" y="147"/>
                    </a:lnTo>
                    <a:lnTo>
                      <a:pt x="189" y="210"/>
                    </a:lnTo>
                    <a:lnTo>
                      <a:pt x="273" y="210"/>
                    </a:lnTo>
                    <a:lnTo>
                      <a:pt x="315" y="252"/>
                    </a:lnTo>
                    <a:lnTo>
                      <a:pt x="294" y="210"/>
                    </a:lnTo>
                    <a:lnTo>
                      <a:pt x="168" y="105"/>
                    </a:lnTo>
                    <a:lnTo>
                      <a:pt x="168" y="22"/>
                    </a:lnTo>
                    <a:lnTo>
                      <a:pt x="43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68" name="Google Shape;7816;p67">
              <a:extLst>
                <a:ext uri="{FF2B5EF4-FFF2-40B4-BE49-F238E27FC236}">
                  <a16:creationId xmlns:a16="http://schemas.microsoft.com/office/drawing/2014/main" id="{F5326E9E-DD33-D179-9884-8EF7BB9658C6}"/>
                </a:ext>
              </a:extLst>
            </p:cNvPr>
            <p:cNvSpPr/>
            <p:nvPr/>
          </p:nvSpPr>
          <p:spPr>
            <a:xfrm>
              <a:off x="4663400" y="2731150"/>
              <a:ext cx="405425" cy="396025"/>
            </a:xfrm>
            <a:custGeom>
              <a:avLst/>
              <a:gdLst/>
              <a:ahLst/>
              <a:cxnLst/>
              <a:rect l="l" t="t" r="r" b="b"/>
              <a:pathLst>
                <a:path w="16217" h="15841" extrusionOk="0">
                  <a:moveTo>
                    <a:pt x="6906" y="15150"/>
                  </a:moveTo>
                  <a:lnTo>
                    <a:pt x="6927" y="15212"/>
                  </a:lnTo>
                  <a:lnTo>
                    <a:pt x="6927" y="15171"/>
                  </a:lnTo>
                  <a:lnTo>
                    <a:pt x="6906" y="15150"/>
                  </a:lnTo>
                  <a:close/>
                  <a:moveTo>
                    <a:pt x="3997" y="1"/>
                  </a:moveTo>
                  <a:lnTo>
                    <a:pt x="3914" y="147"/>
                  </a:lnTo>
                  <a:lnTo>
                    <a:pt x="3788" y="147"/>
                  </a:lnTo>
                  <a:lnTo>
                    <a:pt x="3600" y="294"/>
                  </a:lnTo>
                  <a:lnTo>
                    <a:pt x="3453" y="587"/>
                  </a:lnTo>
                  <a:lnTo>
                    <a:pt x="3391" y="629"/>
                  </a:lnTo>
                  <a:lnTo>
                    <a:pt x="3286" y="733"/>
                  </a:lnTo>
                  <a:lnTo>
                    <a:pt x="3223" y="733"/>
                  </a:lnTo>
                  <a:lnTo>
                    <a:pt x="3119" y="817"/>
                  </a:lnTo>
                  <a:lnTo>
                    <a:pt x="3014" y="838"/>
                  </a:lnTo>
                  <a:lnTo>
                    <a:pt x="2826" y="1026"/>
                  </a:lnTo>
                  <a:lnTo>
                    <a:pt x="2846" y="1089"/>
                  </a:lnTo>
                  <a:lnTo>
                    <a:pt x="2930" y="1298"/>
                  </a:lnTo>
                  <a:lnTo>
                    <a:pt x="2867" y="1570"/>
                  </a:lnTo>
                  <a:lnTo>
                    <a:pt x="2867" y="1717"/>
                  </a:lnTo>
                  <a:lnTo>
                    <a:pt x="2763" y="1779"/>
                  </a:lnTo>
                  <a:lnTo>
                    <a:pt x="2616" y="1968"/>
                  </a:lnTo>
                  <a:lnTo>
                    <a:pt x="2700" y="2031"/>
                  </a:lnTo>
                  <a:lnTo>
                    <a:pt x="2700" y="2135"/>
                  </a:lnTo>
                  <a:lnTo>
                    <a:pt x="2637" y="2261"/>
                  </a:lnTo>
                  <a:lnTo>
                    <a:pt x="2428" y="2365"/>
                  </a:lnTo>
                  <a:lnTo>
                    <a:pt x="2323" y="2554"/>
                  </a:lnTo>
                  <a:lnTo>
                    <a:pt x="2302" y="2721"/>
                  </a:lnTo>
                  <a:lnTo>
                    <a:pt x="2219" y="2867"/>
                  </a:lnTo>
                  <a:lnTo>
                    <a:pt x="1968" y="3035"/>
                  </a:lnTo>
                  <a:lnTo>
                    <a:pt x="1863" y="3391"/>
                  </a:lnTo>
                  <a:lnTo>
                    <a:pt x="1675" y="3600"/>
                  </a:lnTo>
                  <a:lnTo>
                    <a:pt x="1361" y="3600"/>
                  </a:lnTo>
                  <a:lnTo>
                    <a:pt x="1152" y="3725"/>
                  </a:lnTo>
                  <a:lnTo>
                    <a:pt x="1068" y="3704"/>
                  </a:lnTo>
                  <a:lnTo>
                    <a:pt x="1047" y="3600"/>
                  </a:lnTo>
                  <a:lnTo>
                    <a:pt x="922" y="3537"/>
                  </a:lnTo>
                  <a:lnTo>
                    <a:pt x="838" y="3600"/>
                  </a:lnTo>
                  <a:lnTo>
                    <a:pt x="733" y="3642"/>
                  </a:lnTo>
                  <a:lnTo>
                    <a:pt x="691" y="3746"/>
                  </a:lnTo>
                  <a:lnTo>
                    <a:pt x="545" y="3956"/>
                  </a:lnTo>
                  <a:lnTo>
                    <a:pt x="461" y="3976"/>
                  </a:lnTo>
                  <a:lnTo>
                    <a:pt x="357" y="4228"/>
                  </a:lnTo>
                  <a:lnTo>
                    <a:pt x="357" y="4374"/>
                  </a:lnTo>
                  <a:lnTo>
                    <a:pt x="461" y="4353"/>
                  </a:lnTo>
                  <a:lnTo>
                    <a:pt x="608" y="4395"/>
                  </a:lnTo>
                  <a:lnTo>
                    <a:pt x="670" y="4374"/>
                  </a:lnTo>
                  <a:lnTo>
                    <a:pt x="775" y="4374"/>
                  </a:lnTo>
                  <a:lnTo>
                    <a:pt x="859" y="4562"/>
                  </a:lnTo>
                  <a:lnTo>
                    <a:pt x="838" y="4688"/>
                  </a:lnTo>
                  <a:lnTo>
                    <a:pt x="859" y="4897"/>
                  </a:lnTo>
                  <a:lnTo>
                    <a:pt x="1068" y="5023"/>
                  </a:lnTo>
                  <a:lnTo>
                    <a:pt x="1173" y="5023"/>
                  </a:lnTo>
                  <a:lnTo>
                    <a:pt x="1256" y="5085"/>
                  </a:lnTo>
                  <a:lnTo>
                    <a:pt x="1214" y="5169"/>
                  </a:lnTo>
                  <a:lnTo>
                    <a:pt x="1340" y="5316"/>
                  </a:lnTo>
                  <a:lnTo>
                    <a:pt x="1466" y="5692"/>
                  </a:lnTo>
                  <a:lnTo>
                    <a:pt x="1445" y="5755"/>
                  </a:lnTo>
                  <a:lnTo>
                    <a:pt x="1486" y="5818"/>
                  </a:lnTo>
                  <a:lnTo>
                    <a:pt x="1382" y="5860"/>
                  </a:lnTo>
                  <a:lnTo>
                    <a:pt x="1256" y="5943"/>
                  </a:lnTo>
                  <a:lnTo>
                    <a:pt x="1194" y="5860"/>
                  </a:lnTo>
                  <a:lnTo>
                    <a:pt x="1256" y="5797"/>
                  </a:lnTo>
                  <a:lnTo>
                    <a:pt x="1256" y="5797"/>
                  </a:lnTo>
                  <a:lnTo>
                    <a:pt x="1131" y="5818"/>
                  </a:lnTo>
                  <a:lnTo>
                    <a:pt x="1068" y="5860"/>
                  </a:lnTo>
                  <a:lnTo>
                    <a:pt x="838" y="5964"/>
                  </a:lnTo>
                  <a:lnTo>
                    <a:pt x="440" y="5943"/>
                  </a:lnTo>
                  <a:lnTo>
                    <a:pt x="336" y="6006"/>
                  </a:lnTo>
                  <a:lnTo>
                    <a:pt x="252" y="5964"/>
                  </a:lnTo>
                  <a:lnTo>
                    <a:pt x="210" y="6111"/>
                  </a:lnTo>
                  <a:lnTo>
                    <a:pt x="126" y="6132"/>
                  </a:lnTo>
                  <a:lnTo>
                    <a:pt x="22" y="6215"/>
                  </a:lnTo>
                  <a:lnTo>
                    <a:pt x="1" y="6362"/>
                  </a:lnTo>
                  <a:lnTo>
                    <a:pt x="168" y="6257"/>
                  </a:lnTo>
                  <a:lnTo>
                    <a:pt x="336" y="6236"/>
                  </a:lnTo>
                  <a:lnTo>
                    <a:pt x="210" y="6320"/>
                  </a:lnTo>
                  <a:lnTo>
                    <a:pt x="106" y="6445"/>
                  </a:lnTo>
                  <a:lnTo>
                    <a:pt x="85" y="6571"/>
                  </a:lnTo>
                  <a:lnTo>
                    <a:pt x="147" y="6592"/>
                  </a:lnTo>
                  <a:lnTo>
                    <a:pt x="336" y="6780"/>
                  </a:lnTo>
                  <a:lnTo>
                    <a:pt x="691" y="6906"/>
                  </a:lnTo>
                  <a:lnTo>
                    <a:pt x="817" y="6885"/>
                  </a:lnTo>
                  <a:lnTo>
                    <a:pt x="963" y="6885"/>
                  </a:lnTo>
                  <a:lnTo>
                    <a:pt x="1194" y="6780"/>
                  </a:lnTo>
                  <a:lnTo>
                    <a:pt x="1194" y="6738"/>
                  </a:lnTo>
                  <a:lnTo>
                    <a:pt x="1194" y="6697"/>
                  </a:lnTo>
                  <a:lnTo>
                    <a:pt x="1214" y="6697"/>
                  </a:lnTo>
                  <a:lnTo>
                    <a:pt x="1340" y="6738"/>
                  </a:lnTo>
                  <a:lnTo>
                    <a:pt x="1298" y="6843"/>
                  </a:lnTo>
                  <a:lnTo>
                    <a:pt x="1256" y="6843"/>
                  </a:lnTo>
                  <a:lnTo>
                    <a:pt x="1152" y="6989"/>
                  </a:lnTo>
                  <a:lnTo>
                    <a:pt x="1068" y="6989"/>
                  </a:lnTo>
                  <a:lnTo>
                    <a:pt x="838" y="7178"/>
                  </a:lnTo>
                  <a:lnTo>
                    <a:pt x="838" y="7220"/>
                  </a:lnTo>
                  <a:lnTo>
                    <a:pt x="754" y="7199"/>
                  </a:lnTo>
                  <a:lnTo>
                    <a:pt x="733" y="7199"/>
                  </a:lnTo>
                  <a:lnTo>
                    <a:pt x="650" y="7261"/>
                  </a:lnTo>
                  <a:lnTo>
                    <a:pt x="566" y="7220"/>
                  </a:lnTo>
                  <a:lnTo>
                    <a:pt x="566" y="7115"/>
                  </a:lnTo>
                  <a:lnTo>
                    <a:pt x="503" y="7115"/>
                  </a:lnTo>
                  <a:lnTo>
                    <a:pt x="461" y="7094"/>
                  </a:lnTo>
                  <a:lnTo>
                    <a:pt x="419" y="7094"/>
                  </a:lnTo>
                  <a:lnTo>
                    <a:pt x="398" y="7178"/>
                  </a:lnTo>
                  <a:lnTo>
                    <a:pt x="419" y="7261"/>
                  </a:lnTo>
                  <a:lnTo>
                    <a:pt x="650" y="7492"/>
                  </a:lnTo>
                  <a:lnTo>
                    <a:pt x="733" y="7533"/>
                  </a:lnTo>
                  <a:lnTo>
                    <a:pt x="775" y="7533"/>
                  </a:lnTo>
                  <a:lnTo>
                    <a:pt x="817" y="7575"/>
                  </a:lnTo>
                  <a:lnTo>
                    <a:pt x="984" y="7826"/>
                  </a:lnTo>
                  <a:lnTo>
                    <a:pt x="1403" y="8161"/>
                  </a:lnTo>
                  <a:lnTo>
                    <a:pt x="1612" y="8224"/>
                  </a:lnTo>
                  <a:lnTo>
                    <a:pt x="1779" y="8161"/>
                  </a:lnTo>
                  <a:lnTo>
                    <a:pt x="2072" y="7994"/>
                  </a:lnTo>
                  <a:lnTo>
                    <a:pt x="2261" y="7889"/>
                  </a:lnTo>
                  <a:lnTo>
                    <a:pt x="2261" y="7826"/>
                  </a:lnTo>
                  <a:lnTo>
                    <a:pt x="2344" y="7722"/>
                  </a:lnTo>
                  <a:lnTo>
                    <a:pt x="2386" y="7513"/>
                  </a:lnTo>
                  <a:lnTo>
                    <a:pt x="2302" y="7408"/>
                  </a:lnTo>
                  <a:lnTo>
                    <a:pt x="2386" y="7199"/>
                  </a:lnTo>
                  <a:lnTo>
                    <a:pt x="2386" y="7094"/>
                  </a:lnTo>
                  <a:lnTo>
                    <a:pt x="2407" y="7010"/>
                  </a:lnTo>
                  <a:lnTo>
                    <a:pt x="2428" y="7094"/>
                  </a:lnTo>
                  <a:lnTo>
                    <a:pt x="2595" y="7094"/>
                  </a:lnTo>
                  <a:lnTo>
                    <a:pt x="2637" y="7115"/>
                  </a:lnTo>
                  <a:lnTo>
                    <a:pt x="2742" y="7073"/>
                  </a:lnTo>
                  <a:lnTo>
                    <a:pt x="2721" y="7115"/>
                  </a:lnTo>
                  <a:lnTo>
                    <a:pt x="2616" y="7220"/>
                  </a:lnTo>
                  <a:lnTo>
                    <a:pt x="2533" y="7199"/>
                  </a:lnTo>
                  <a:lnTo>
                    <a:pt x="2512" y="7220"/>
                  </a:lnTo>
                  <a:lnTo>
                    <a:pt x="2491" y="7366"/>
                  </a:lnTo>
                  <a:lnTo>
                    <a:pt x="2533" y="7429"/>
                  </a:lnTo>
                  <a:lnTo>
                    <a:pt x="2533" y="7533"/>
                  </a:lnTo>
                  <a:lnTo>
                    <a:pt x="2595" y="7575"/>
                  </a:lnTo>
                  <a:lnTo>
                    <a:pt x="2742" y="7533"/>
                  </a:lnTo>
                  <a:lnTo>
                    <a:pt x="2826" y="7575"/>
                  </a:lnTo>
                  <a:lnTo>
                    <a:pt x="2742" y="7575"/>
                  </a:lnTo>
                  <a:lnTo>
                    <a:pt x="2700" y="7617"/>
                  </a:lnTo>
                  <a:lnTo>
                    <a:pt x="2554" y="7701"/>
                  </a:lnTo>
                  <a:lnTo>
                    <a:pt x="2616" y="7952"/>
                  </a:lnTo>
                  <a:lnTo>
                    <a:pt x="2700" y="8015"/>
                  </a:lnTo>
                  <a:lnTo>
                    <a:pt x="2742" y="8203"/>
                  </a:lnTo>
                  <a:lnTo>
                    <a:pt x="2742" y="8349"/>
                  </a:lnTo>
                  <a:lnTo>
                    <a:pt x="2700" y="8475"/>
                  </a:lnTo>
                  <a:lnTo>
                    <a:pt x="2700" y="8580"/>
                  </a:lnTo>
                  <a:lnTo>
                    <a:pt x="2784" y="8642"/>
                  </a:lnTo>
                  <a:lnTo>
                    <a:pt x="2700" y="8684"/>
                  </a:lnTo>
                  <a:lnTo>
                    <a:pt x="2721" y="8873"/>
                  </a:lnTo>
                  <a:lnTo>
                    <a:pt x="2867" y="9186"/>
                  </a:lnTo>
                  <a:lnTo>
                    <a:pt x="2909" y="9291"/>
                  </a:lnTo>
                  <a:lnTo>
                    <a:pt x="2951" y="9375"/>
                  </a:lnTo>
                  <a:lnTo>
                    <a:pt x="2867" y="9396"/>
                  </a:lnTo>
                  <a:lnTo>
                    <a:pt x="2867" y="9521"/>
                  </a:lnTo>
                  <a:lnTo>
                    <a:pt x="3035" y="9730"/>
                  </a:lnTo>
                  <a:lnTo>
                    <a:pt x="2909" y="9730"/>
                  </a:lnTo>
                  <a:lnTo>
                    <a:pt x="3035" y="9919"/>
                  </a:lnTo>
                  <a:lnTo>
                    <a:pt x="3035" y="10086"/>
                  </a:lnTo>
                  <a:lnTo>
                    <a:pt x="3265" y="10546"/>
                  </a:lnTo>
                  <a:lnTo>
                    <a:pt x="3265" y="10860"/>
                  </a:lnTo>
                  <a:lnTo>
                    <a:pt x="3370" y="11132"/>
                  </a:lnTo>
                  <a:lnTo>
                    <a:pt x="3453" y="11174"/>
                  </a:lnTo>
                  <a:lnTo>
                    <a:pt x="3495" y="11342"/>
                  </a:lnTo>
                  <a:lnTo>
                    <a:pt x="3579" y="11383"/>
                  </a:lnTo>
                  <a:lnTo>
                    <a:pt x="3579" y="11467"/>
                  </a:lnTo>
                  <a:lnTo>
                    <a:pt x="3704" y="11697"/>
                  </a:lnTo>
                  <a:lnTo>
                    <a:pt x="3767" y="11718"/>
                  </a:lnTo>
                  <a:lnTo>
                    <a:pt x="3767" y="11781"/>
                  </a:lnTo>
                  <a:lnTo>
                    <a:pt x="3893" y="11969"/>
                  </a:lnTo>
                  <a:lnTo>
                    <a:pt x="3955" y="11969"/>
                  </a:lnTo>
                  <a:lnTo>
                    <a:pt x="3955" y="12178"/>
                  </a:lnTo>
                  <a:lnTo>
                    <a:pt x="3997" y="12241"/>
                  </a:lnTo>
                  <a:lnTo>
                    <a:pt x="4081" y="12388"/>
                  </a:lnTo>
                  <a:lnTo>
                    <a:pt x="4102" y="12555"/>
                  </a:lnTo>
                  <a:lnTo>
                    <a:pt x="4207" y="12827"/>
                  </a:lnTo>
                  <a:lnTo>
                    <a:pt x="4269" y="12932"/>
                  </a:lnTo>
                  <a:lnTo>
                    <a:pt x="4290" y="13162"/>
                  </a:lnTo>
                  <a:lnTo>
                    <a:pt x="4332" y="13225"/>
                  </a:lnTo>
                  <a:lnTo>
                    <a:pt x="4416" y="13371"/>
                  </a:lnTo>
                  <a:lnTo>
                    <a:pt x="4583" y="13539"/>
                  </a:lnTo>
                  <a:lnTo>
                    <a:pt x="4604" y="13539"/>
                  </a:lnTo>
                  <a:lnTo>
                    <a:pt x="4709" y="13685"/>
                  </a:lnTo>
                  <a:lnTo>
                    <a:pt x="4876" y="13894"/>
                  </a:lnTo>
                  <a:lnTo>
                    <a:pt x="4939" y="14083"/>
                  </a:lnTo>
                  <a:lnTo>
                    <a:pt x="5002" y="14229"/>
                  </a:lnTo>
                  <a:lnTo>
                    <a:pt x="5043" y="14271"/>
                  </a:lnTo>
                  <a:lnTo>
                    <a:pt x="5043" y="14375"/>
                  </a:lnTo>
                  <a:lnTo>
                    <a:pt x="5169" y="14606"/>
                  </a:lnTo>
                  <a:lnTo>
                    <a:pt x="5232" y="14815"/>
                  </a:lnTo>
                  <a:lnTo>
                    <a:pt x="5232" y="15045"/>
                  </a:lnTo>
                  <a:lnTo>
                    <a:pt x="5441" y="15484"/>
                  </a:lnTo>
                  <a:lnTo>
                    <a:pt x="5629" y="15673"/>
                  </a:lnTo>
                  <a:lnTo>
                    <a:pt x="5776" y="15798"/>
                  </a:lnTo>
                  <a:lnTo>
                    <a:pt x="5985" y="15840"/>
                  </a:lnTo>
                  <a:lnTo>
                    <a:pt x="6194" y="15673"/>
                  </a:lnTo>
                  <a:lnTo>
                    <a:pt x="6257" y="15547"/>
                  </a:lnTo>
                  <a:lnTo>
                    <a:pt x="6215" y="15484"/>
                  </a:lnTo>
                  <a:lnTo>
                    <a:pt x="6257" y="15464"/>
                  </a:lnTo>
                  <a:lnTo>
                    <a:pt x="6278" y="15422"/>
                  </a:lnTo>
                  <a:lnTo>
                    <a:pt x="6320" y="15317"/>
                  </a:lnTo>
                  <a:lnTo>
                    <a:pt x="6529" y="15212"/>
                  </a:lnTo>
                  <a:lnTo>
                    <a:pt x="6571" y="15212"/>
                  </a:lnTo>
                  <a:lnTo>
                    <a:pt x="6822" y="15129"/>
                  </a:lnTo>
                  <a:lnTo>
                    <a:pt x="6906" y="15150"/>
                  </a:lnTo>
                  <a:lnTo>
                    <a:pt x="6717" y="15045"/>
                  </a:lnTo>
                  <a:lnTo>
                    <a:pt x="6696" y="14961"/>
                  </a:lnTo>
                  <a:lnTo>
                    <a:pt x="6738" y="14919"/>
                  </a:lnTo>
                  <a:lnTo>
                    <a:pt x="6906" y="14710"/>
                  </a:lnTo>
                  <a:lnTo>
                    <a:pt x="6885" y="14647"/>
                  </a:lnTo>
                  <a:lnTo>
                    <a:pt x="6927" y="14543"/>
                  </a:lnTo>
                  <a:lnTo>
                    <a:pt x="7094" y="14522"/>
                  </a:lnTo>
                  <a:lnTo>
                    <a:pt x="7136" y="14543"/>
                  </a:lnTo>
                  <a:lnTo>
                    <a:pt x="7261" y="14522"/>
                  </a:lnTo>
                  <a:lnTo>
                    <a:pt x="7261" y="14375"/>
                  </a:lnTo>
                  <a:lnTo>
                    <a:pt x="7220" y="13894"/>
                  </a:lnTo>
                  <a:lnTo>
                    <a:pt x="7157" y="13811"/>
                  </a:lnTo>
                  <a:lnTo>
                    <a:pt x="7157" y="13580"/>
                  </a:lnTo>
                  <a:lnTo>
                    <a:pt x="7303" y="13329"/>
                  </a:lnTo>
                  <a:lnTo>
                    <a:pt x="7429" y="12953"/>
                  </a:lnTo>
                  <a:lnTo>
                    <a:pt x="7429" y="12660"/>
                  </a:lnTo>
                  <a:lnTo>
                    <a:pt x="7261" y="12618"/>
                  </a:lnTo>
                  <a:lnTo>
                    <a:pt x="7261" y="12178"/>
                  </a:lnTo>
                  <a:lnTo>
                    <a:pt x="7240" y="12011"/>
                  </a:lnTo>
                  <a:lnTo>
                    <a:pt x="7345" y="11906"/>
                  </a:lnTo>
                  <a:lnTo>
                    <a:pt x="7240" y="11614"/>
                  </a:lnTo>
                  <a:lnTo>
                    <a:pt x="7240" y="11404"/>
                  </a:lnTo>
                  <a:lnTo>
                    <a:pt x="7303" y="11300"/>
                  </a:lnTo>
                  <a:lnTo>
                    <a:pt x="7492" y="11132"/>
                  </a:lnTo>
                  <a:lnTo>
                    <a:pt x="7533" y="11132"/>
                  </a:lnTo>
                  <a:lnTo>
                    <a:pt x="7617" y="11195"/>
                  </a:lnTo>
                  <a:lnTo>
                    <a:pt x="7680" y="11237"/>
                  </a:lnTo>
                  <a:lnTo>
                    <a:pt x="7847" y="11028"/>
                  </a:lnTo>
                  <a:lnTo>
                    <a:pt x="7847" y="10881"/>
                  </a:lnTo>
                  <a:lnTo>
                    <a:pt x="7952" y="10818"/>
                  </a:lnTo>
                  <a:lnTo>
                    <a:pt x="8203" y="10839"/>
                  </a:lnTo>
                  <a:lnTo>
                    <a:pt x="8349" y="10756"/>
                  </a:lnTo>
                  <a:lnTo>
                    <a:pt x="8454" y="10609"/>
                  </a:lnTo>
                  <a:lnTo>
                    <a:pt x="8412" y="10463"/>
                  </a:lnTo>
                  <a:lnTo>
                    <a:pt x="8454" y="10358"/>
                  </a:lnTo>
                  <a:lnTo>
                    <a:pt x="8600" y="10212"/>
                  </a:lnTo>
                  <a:lnTo>
                    <a:pt x="8810" y="10149"/>
                  </a:lnTo>
                  <a:lnTo>
                    <a:pt x="8935" y="10023"/>
                  </a:lnTo>
                  <a:lnTo>
                    <a:pt x="9019" y="9877"/>
                  </a:lnTo>
                  <a:lnTo>
                    <a:pt x="9542" y="9479"/>
                  </a:lnTo>
                  <a:lnTo>
                    <a:pt x="9626" y="9186"/>
                  </a:lnTo>
                  <a:lnTo>
                    <a:pt x="10023" y="8852"/>
                  </a:lnTo>
                  <a:lnTo>
                    <a:pt x="9961" y="8831"/>
                  </a:lnTo>
                  <a:lnTo>
                    <a:pt x="9940" y="8852"/>
                  </a:lnTo>
                  <a:lnTo>
                    <a:pt x="9856" y="8893"/>
                  </a:lnTo>
                  <a:lnTo>
                    <a:pt x="9877" y="8747"/>
                  </a:lnTo>
                  <a:lnTo>
                    <a:pt x="9940" y="8747"/>
                  </a:lnTo>
                  <a:lnTo>
                    <a:pt x="10044" y="8663"/>
                  </a:lnTo>
                  <a:lnTo>
                    <a:pt x="10065" y="8663"/>
                  </a:lnTo>
                  <a:lnTo>
                    <a:pt x="10086" y="8684"/>
                  </a:lnTo>
                  <a:lnTo>
                    <a:pt x="10086" y="8747"/>
                  </a:lnTo>
                  <a:lnTo>
                    <a:pt x="10149" y="8789"/>
                  </a:lnTo>
                  <a:lnTo>
                    <a:pt x="10463" y="8621"/>
                  </a:lnTo>
                  <a:lnTo>
                    <a:pt x="10463" y="8559"/>
                  </a:lnTo>
                  <a:lnTo>
                    <a:pt x="10672" y="8412"/>
                  </a:lnTo>
                  <a:lnTo>
                    <a:pt x="10630" y="8329"/>
                  </a:lnTo>
                  <a:lnTo>
                    <a:pt x="10714" y="8329"/>
                  </a:lnTo>
                  <a:lnTo>
                    <a:pt x="10756" y="8224"/>
                  </a:lnTo>
                  <a:lnTo>
                    <a:pt x="10881" y="8119"/>
                  </a:lnTo>
                  <a:lnTo>
                    <a:pt x="10818" y="8098"/>
                  </a:lnTo>
                  <a:lnTo>
                    <a:pt x="10860" y="8057"/>
                  </a:lnTo>
                  <a:lnTo>
                    <a:pt x="10777" y="7931"/>
                  </a:lnTo>
                  <a:lnTo>
                    <a:pt x="10777" y="7847"/>
                  </a:lnTo>
                  <a:lnTo>
                    <a:pt x="10818" y="7743"/>
                  </a:lnTo>
                  <a:lnTo>
                    <a:pt x="10860" y="7680"/>
                  </a:lnTo>
                  <a:lnTo>
                    <a:pt x="10902" y="7617"/>
                  </a:lnTo>
                  <a:lnTo>
                    <a:pt x="11279" y="7492"/>
                  </a:lnTo>
                  <a:lnTo>
                    <a:pt x="11341" y="7387"/>
                  </a:lnTo>
                  <a:lnTo>
                    <a:pt x="11341" y="7303"/>
                  </a:lnTo>
                  <a:lnTo>
                    <a:pt x="11404" y="7220"/>
                  </a:lnTo>
                  <a:lnTo>
                    <a:pt x="11425" y="7178"/>
                  </a:lnTo>
                  <a:lnTo>
                    <a:pt x="11383" y="7115"/>
                  </a:lnTo>
                  <a:lnTo>
                    <a:pt x="11321" y="7115"/>
                  </a:lnTo>
                  <a:lnTo>
                    <a:pt x="11300" y="7073"/>
                  </a:lnTo>
                  <a:lnTo>
                    <a:pt x="11404" y="7073"/>
                  </a:lnTo>
                  <a:lnTo>
                    <a:pt x="11488" y="7157"/>
                  </a:lnTo>
                  <a:lnTo>
                    <a:pt x="11488" y="7261"/>
                  </a:lnTo>
                  <a:lnTo>
                    <a:pt x="11509" y="7387"/>
                  </a:lnTo>
                  <a:lnTo>
                    <a:pt x="11593" y="7408"/>
                  </a:lnTo>
                  <a:lnTo>
                    <a:pt x="11676" y="7408"/>
                  </a:lnTo>
                  <a:lnTo>
                    <a:pt x="11718" y="7366"/>
                  </a:lnTo>
                  <a:lnTo>
                    <a:pt x="11739" y="7387"/>
                  </a:lnTo>
                  <a:lnTo>
                    <a:pt x="11739" y="7324"/>
                  </a:lnTo>
                  <a:lnTo>
                    <a:pt x="11760" y="7282"/>
                  </a:lnTo>
                  <a:lnTo>
                    <a:pt x="11802" y="7324"/>
                  </a:lnTo>
                  <a:lnTo>
                    <a:pt x="11823" y="7492"/>
                  </a:lnTo>
                  <a:lnTo>
                    <a:pt x="11906" y="7513"/>
                  </a:lnTo>
                  <a:lnTo>
                    <a:pt x="11906" y="7429"/>
                  </a:lnTo>
                  <a:lnTo>
                    <a:pt x="11969" y="7533"/>
                  </a:lnTo>
                  <a:lnTo>
                    <a:pt x="12032" y="7429"/>
                  </a:lnTo>
                  <a:lnTo>
                    <a:pt x="11969" y="7303"/>
                  </a:lnTo>
                  <a:lnTo>
                    <a:pt x="12011" y="7303"/>
                  </a:lnTo>
                  <a:lnTo>
                    <a:pt x="11969" y="7115"/>
                  </a:lnTo>
                  <a:lnTo>
                    <a:pt x="11948" y="7010"/>
                  </a:lnTo>
                  <a:lnTo>
                    <a:pt x="11948" y="6864"/>
                  </a:lnTo>
                  <a:lnTo>
                    <a:pt x="11760" y="6634"/>
                  </a:lnTo>
                  <a:lnTo>
                    <a:pt x="11739" y="6445"/>
                  </a:lnTo>
                  <a:lnTo>
                    <a:pt x="11760" y="6341"/>
                  </a:lnTo>
                  <a:lnTo>
                    <a:pt x="11718" y="6215"/>
                  </a:lnTo>
                  <a:lnTo>
                    <a:pt x="11718" y="6027"/>
                  </a:lnTo>
                  <a:lnTo>
                    <a:pt x="11551" y="5839"/>
                  </a:lnTo>
                  <a:lnTo>
                    <a:pt x="11425" y="5797"/>
                  </a:lnTo>
                  <a:lnTo>
                    <a:pt x="11300" y="5629"/>
                  </a:lnTo>
                  <a:lnTo>
                    <a:pt x="11300" y="5399"/>
                  </a:lnTo>
                  <a:lnTo>
                    <a:pt x="11404" y="5378"/>
                  </a:lnTo>
                  <a:lnTo>
                    <a:pt x="11446" y="5211"/>
                  </a:lnTo>
                  <a:lnTo>
                    <a:pt x="11530" y="5169"/>
                  </a:lnTo>
                  <a:lnTo>
                    <a:pt x="11613" y="5190"/>
                  </a:lnTo>
                  <a:lnTo>
                    <a:pt x="11676" y="5127"/>
                  </a:lnTo>
                  <a:lnTo>
                    <a:pt x="11634" y="4981"/>
                  </a:lnTo>
                  <a:lnTo>
                    <a:pt x="11655" y="4918"/>
                  </a:lnTo>
                  <a:lnTo>
                    <a:pt x="11530" y="4897"/>
                  </a:lnTo>
                  <a:lnTo>
                    <a:pt x="11425" y="4960"/>
                  </a:lnTo>
                  <a:lnTo>
                    <a:pt x="11132" y="4855"/>
                  </a:lnTo>
                  <a:lnTo>
                    <a:pt x="11153" y="4709"/>
                  </a:lnTo>
                  <a:lnTo>
                    <a:pt x="11279" y="4583"/>
                  </a:lnTo>
                  <a:lnTo>
                    <a:pt x="11321" y="4437"/>
                  </a:lnTo>
                  <a:lnTo>
                    <a:pt x="11279" y="4374"/>
                  </a:lnTo>
                  <a:lnTo>
                    <a:pt x="11279" y="4290"/>
                  </a:lnTo>
                  <a:lnTo>
                    <a:pt x="11321" y="4290"/>
                  </a:lnTo>
                  <a:lnTo>
                    <a:pt x="11341" y="4228"/>
                  </a:lnTo>
                  <a:lnTo>
                    <a:pt x="11404" y="4269"/>
                  </a:lnTo>
                  <a:lnTo>
                    <a:pt x="11488" y="4374"/>
                  </a:lnTo>
                  <a:lnTo>
                    <a:pt x="11488" y="4437"/>
                  </a:lnTo>
                  <a:lnTo>
                    <a:pt x="11551" y="4541"/>
                  </a:lnTo>
                  <a:lnTo>
                    <a:pt x="11676" y="4562"/>
                  </a:lnTo>
                  <a:lnTo>
                    <a:pt x="11739" y="4541"/>
                  </a:lnTo>
                  <a:lnTo>
                    <a:pt x="11655" y="4479"/>
                  </a:lnTo>
                  <a:lnTo>
                    <a:pt x="11676" y="4395"/>
                  </a:lnTo>
                  <a:lnTo>
                    <a:pt x="11739" y="4395"/>
                  </a:lnTo>
                  <a:lnTo>
                    <a:pt x="11823" y="4479"/>
                  </a:lnTo>
                  <a:lnTo>
                    <a:pt x="11865" y="4541"/>
                  </a:lnTo>
                  <a:lnTo>
                    <a:pt x="11969" y="4583"/>
                  </a:lnTo>
                  <a:lnTo>
                    <a:pt x="12011" y="4541"/>
                  </a:lnTo>
                  <a:lnTo>
                    <a:pt x="12053" y="4541"/>
                  </a:lnTo>
                  <a:lnTo>
                    <a:pt x="12137" y="4667"/>
                  </a:lnTo>
                  <a:lnTo>
                    <a:pt x="12158" y="4792"/>
                  </a:lnTo>
                  <a:lnTo>
                    <a:pt x="12158" y="4876"/>
                  </a:lnTo>
                  <a:lnTo>
                    <a:pt x="12199" y="5002"/>
                  </a:lnTo>
                  <a:lnTo>
                    <a:pt x="12199" y="5085"/>
                  </a:lnTo>
                  <a:lnTo>
                    <a:pt x="12325" y="5127"/>
                  </a:lnTo>
                  <a:lnTo>
                    <a:pt x="12430" y="5106"/>
                  </a:lnTo>
                  <a:lnTo>
                    <a:pt x="12555" y="5169"/>
                  </a:lnTo>
                  <a:lnTo>
                    <a:pt x="12911" y="5169"/>
                  </a:lnTo>
                  <a:lnTo>
                    <a:pt x="13099" y="5190"/>
                  </a:lnTo>
                  <a:lnTo>
                    <a:pt x="13308" y="5169"/>
                  </a:lnTo>
                  <a:lnTo>
                    <a:pt x="13392" y="5169"/>
                  </a:lnTo>
                  <a:lnTo>
                    <a:pt x="13434" y="5190"/>
                  </a:lnTo>
                  <a:lnTo>
                    <a:pt x="13497" y="5169"/>
                  </a:lnTo>
                  <a:lnTo>
                    <a:pt x="13601" y="5274"/>
                  </a:lnTo>
                  <a:lnTo>
                    <a:pt x="13643" y="5295"/>
                  </a:lnTo>
                  <a:lnTo>
                    <a:pt x="13601" y="5420"/>
                  </a:lnTo>
                  <a:lnTo>
                    <a:pt x="13580" y="5546"/>
                  </a:lnTo>
                  <a:lnTo>
                    <a:pt x="13497" y="5755"/>
                  </a:lnTo>
                  <a:lnTo>
                    <a:pt x="13434" y="5797"/>
                  </a:lnTo>
                  <a:lnTo>
                    <a:pt x="13434" y="5860"/>
                  </a:lnTo>
                  <a:lnTo>
                    <a:pt x="13392" y="5922"/>
                  </a:lnTo>
                  <a:lnTo>
                    <a:pt x="13308" y="5922"/>
                  </a:lnTo>
                  <a:lnTo>
                    <a:pt x="13287" y="5860"/>
                  </a:lnTo>
                  <a:lnTo>
                    <a:pt x="13183" y="5943"/>
                  </a:lnTo>
                  <a:lnTo>
                    <a:pt x="13162" y="6027"/>
                  </a:lnTo>
                  <a:lnTo>
                    <a:pt x="13099" y="6048"/>
                  </a:lnTo>
                  <a:lnTo>
                    <a:pt x="13099" y="6132"/>
                  </a:lnTo>
                  <a:lnTo>
                    <a:pt x="13162" y="6278"/>
                  </a:lnTo>
                  <a:lnTo>
                    <a:pt x="13225" y="6341"/>
                  </a:lnTo>
                  <a:lnTo>
                    <a:pt x="13225" y="6383"/>
                  </a:lnTo>
                  <a:lnTo>
                    <a:pt x="13329" y="6487"/>
                  </a:lnTo>
                  <a:lnTo>
                    <a:pt x="13413" y="6592"/>
                  </a:lnTo>
                  <a:lnTo>
                    <a:pt x="13497" y="6592"/>
                  </a:lnTo>
                  <a:lnTo>
                    <a:pt x="13497" y="6529"/>
                  </a:lnTo>
                  <a:lnTo>
                    <a:pt x="13476" y="6466"/>
                  </a:lnTo>
                  <a:lnTo>
                    <a:pt x="13518" y="6383"/>
                  </a:lnTo>
                  <a:lnTo>
                    <a:pt x="13518" y="6341"/>
                  </a:lnTo>
                  <a:lnTo>
                    <a:pt x="13538" y="6278"/>
                  </a:lnTo>
                  <a:lnTo>
                    <a:pt x="13518" y="6236"/>
                  </a:lnTo>
                  <a:lnTo>
                    <a:pt x="13580" y="6173"/>
                  </a:lnTo>
                  <a:lnTo>
                    <a:pt x="13643" y="6236"/>
                  </a:lnTo>
                  <a:lnTo>
                    <a:pt x="13727" y="6236"/>
                  </a:lnTo>
                  <a:lnTo>
                    <a:pt x="13769" y="6278"/>
                  </a:lnTo>
                  <a:lnTo>
                    <a:pt x="13831" y="6362"/>
                  </a:lnTo>
                  <a:lnTo>
                    <a:pt x="13852" y="6529"/>
                  </a:lnTo>
                  <a:lnTo>
                    <a:pt x="13852" y="6655"/>
                  </a:lnTo>
                  <a:lnTo>
                    <a:pt x="13915" y="6738"/>
                  </a:lnTo>
                  <a:lnTo>
                    <a:pt x="13936" y="6969"/>
                  </a:lnTo>
                  <a:lnTo>
                    <a:pt x="13999" y="7115"/>
                  </a:lnTo>
                  <a:lnTo>
                    <a:pt x="14020" y="7199"/>
                  </a:lnTo>
                  <a:lnTo>
                    <a:pt x="14041" y="7261"/>
                  </a:lnTo>
                  <a:lnTo>
                    <a:pt x="14041" y="7303"/>
                  </a:lnTo>
                  <a:lnTo>
                    <a:pt x="14062" y="7366"/>
                  </a:lnTo>
                  <a:lnTo>
                    <a:pt x="14103" y="7387"/>
                  </a:lnTo>
                  <a:lnTo>
                    <a:pt x="14103" y="7303"/>
                  </a:lnTo>
                  <a:lnTo>
                    <a:pt x="14124" y="7199"/>
                  </a:lnTo>
                  <a:lnTo>
                    <a:pt x="14166" y="7220"/>
                  </a:lnTo>
                  <a:lnTo>
                    <a:pt x="14250" y="7199"/>
                  </a:lnTo>
                  <a:lnTo>
                    <a:pt x="14292" y="6989"/>
                  </a:lnTo>
                  <a:lnTo>
                    <a:pt x="14271" y="6885"/>
                  </a:lnTo>
                  <a:lnTo>
                    <a:pt x="14292" y="6759"/>
                  </a:lnTo>
                  <a:lnTo>
                    <a:pt x="14271" y="6592"/>
                  </a:lnTo>
                  <a:lnTo>
                    <a:pt x="14417" y="6592"/>
                  </a:lnTo>
                  <a:lnTo>
                    <a:pt x="14417" y="6383"/>
                  </a:lnTo>
                  <a:lnTo>
                    <a:pt x="14417" y="6257"/>
                  </a:lnTo>
                  <a:lnTo>
                    <a:pt x="14354" y="5964"/>
                  </a:lnTo>
                  <a:lnTo>
                    <a:pt x="14459" y="5964"/>
                  </a:lnTo>
                  <a:lnTo>
                    <a:pt x="14564" y="6006"/>
                  </a:lnTo>
                  <a:lnTo>
                    <a:pt x="14731" y="6006"/>
                  </a:lnTo>
                  <a:lnTo>
                    <a:pt x="14794" y="5797"/>
                  </a:lnTo>
                  <a:lnTo>
                    <a:pt x="14857" y="5546"/>
                  </a:lnTo>
                  <a:lnTo>
                    <a:pt x="14982" y="5232"/>
                  </a:lnTo>
                  <a:lnTo>
                    <a:pt x="14857" y="5190"/>
                  </a:lnTo>
                  <a:lnTo>
                    <a:pt x="14857" y="5085"/>
                  </a:lnTo>
                  <a:lnTo>
                    <a:pt x="15003" y="4813"/>
                  </a:lnTo>
                  <a:lnTo>
                    <a:pt x="15087" y="4583"/>
                  </a:lnTo>
                  <a:lnTo>
                    <a:pt x="15045" y="4541"/>
                  </a:lnTo>
                  <a:lnTo>
                    <a:pt x="15066" y="4374"/>
                  </a:lnTo>
                  <a:lnTo>
                    <a:pt x="15254" y="4081"/>
                  </a:lnTo>
                  <a:lnTo>
                    <a:pt x="15380" y="4039"/>
                  </a:lnTo>
                  <a:lnTo>
                    <a:pt x="15505" y="3872"/>
                  </a:lnTo>
                  <a:lnTo>
                    <a:pt x="15568" y="3725"/>
                  </a:lnTo>
                  <a:lnTo>
                    <a:pt x="15777" y="3663"/>
                  </a:lnTo>
                  <a:lnTo>
                    <a:pt x="15924" y="3558"/>
                  </a:lnTo>
                  <a:lnTo>
                    <a:pt x="16007" y="3642"/>
                  </a:lnTo>
                  <a:lnTo>
                    <a:pt x="16133" y="3704"/>
                  </a:lnTo>
                  <a:lnTo>
                    <a:pt x="16112" y="3600"/>
                  </a:lnTo>
                  <a:lnTo>
                    <a:pt x="16112" y="3432"/>
                  </a:lnTo>
                  <a:lnTo>
                    <a:pt x="16217" y="3328"/>
                  </a:lnTo>
                  <a:lnTo>
                    <a:pt x="16196" y="3244"/>
                  </a:lnTo>
                  <a:lnTo>
                    <a:pt x="16154" y="3223"/>
                  </a:lnTo>
                  <a:lnTo>
                    <a:pt x="16091" y="3119"/>
                  </a:lnTo>
                  <a:lnTo>
                    <a:pt x="15987" y="3077"/>
                  </a:lnTo>
                  <a:lnTo>
                    <a:pt x="15903" y="3119"/>
                  </a:lnTo>
                  <a:lnTo>
                    <a:pt x="15777" y="3098"/>
                  </a:lnTo>
                  <a:lnTo>
                    <a:pt x="15735" y="2993"/>
                  </a:lnTo>
                  <a:lnTo>
                    <a:pt x="15840" y="2888"/>
                  </a:lnTo>
                  <a:lnTo>
                    <a:pt x="15840" y="2805"/>
                  </a:lnTo>
                  <a:lnTo>
                    <a:pt x="15777" y="2700"/>
                  </a:lnTo>
                  <a:lnTo>
                    <a:pt x="15735" y="2616"/>
                  </a:lnTo>
                  <a:lnTo>
                    <a:pt x="15673" y="2658"/>
                  </a:lnTo>
                  <a:lnTo>
                    <a:pt x="15589" y="2658"/>
                  </a:lnTo>
                  <a:lnTo>
                    <a:pt x="15526" y="2575"/>
                  </a:lnTo>
                  <a:lnTo>
                    <a:pt x="15610" y="2407"/>
                  </a:lnTo>
                  <a:lnTo>
                    <a:pt x="15589" y="2365"/>
                  </a:lnTo>
                  <a:lnTo>
                    <a:pt x="15505" y="2365"/>
                  </a:lnTo>
                  <a:lnTo>
                    <a:pt x="15463" y="2282"/>
                  </a:lnTo>
                  <a:lnTo>
                    <a:pt x="15380" y="2261"/>
                  </a:lnTo>
                  <a:lnTo>
                    <a:pt x="15108" y="2407"/>
                  </a:lnTo>
                  <a:lnTo>
                    <a:pt x="15150" y="2512"/>
                  </a:lnTo>
                  <a:lnTo>
                    <a:pt x="15066" y="2575"/>
                  </a:lnTo>
                  <a:lnTo>
                    <a:pt x="14857" y="2491"/>
                  </a:lnTo>
                  <a:lnTo>
                    <a:pt x="14689" y="2554"/>
                  </a:lnTo>
                  <a:lnTo>
                    <a:pt x="14585" y="2386"/>
                  </a:lnTo>
                  <a:lnTo>
                    <a:pt x="14459" y="2491"/>
                  </a:lnTo>
                  <a:lnTo>
                    <a:pt x="14375" y="2491"/>
                  </a:lnTo>
                  <a:lnTo>
                    <a:pt x="14375" y="2616"/>
                  </a:lnTo>
                  <a:lnTo>
                    <a:pt x="14271" y="2784"/>
                  </a:lnTo>
                  <a:lnTo>
                    <a:pt x="14041" y="2826"/>
                  </a:lnTo>
                  <a:lnTo>
                    <a:pt x="13936" y="2867"/>
                  </a:lnTo>
                  <a:lnTo>
                    <a:pt x="13831" y="2972"/>
                  </a:lnTo>
                  <a:lnTo>
                    <a:pt x="13769" y="3098"/>
                  </a:lnTo>
                  <a:lnTo>
                    <a:pt x="13685" y="3119"/>
                  </a:lnTo>
                  <a:lnTo>
                    <a:pt x="13685" y="3202"/>
                  </a:lnTo>
                  <a:lnTo>
                    <a:pt x="13580" y="3181"/>
                  </a:lnTo>
                  <a:lnTo>
                    <a:pt x="13497" y="3223"/>
                  </a:lnTo>
                  <a:lnTo>
                    <a:pt x="13434" y="3391"/>
                  </a:lnTo>
                  <a:lnTo>
                    <a:pt x="13329" y="3391"/>
                  </a:lnTo>
                  <a:lnTo>
                    <a:pt x="13120" y="3432"/>
                  </a:lnTo>
                  <a:lnTo>
                    <a:pt x="13057" y="3432"/>
                  </a:lnTo>
                  <a:lnTo>
                    <a:pt x="13015" y="3600"/>
                  </a:lnTo>
                  <a:lnTo>
                    <a:pt x="13015" y="3704"/>
                  </a:lnTo>
                  <a:lnTo>
                    <a:pt x="13204" y="3767"/>
                  </a:lnTo>
                  <a:lnTo>
                    <a:pt x="13204" y="3935"/>
                  </a:lnTo>
                  <a:lnTo>
                    <a:pt x="13204" y="4039"/>
                  </a:lnTo>
                  <a:lnTo>
                    <a:pt x="12974" y="4123"/>
                  </a:lnTo>
                  <a:lnTo>
                    <a:pt x="12806" y="4081"/>
                  </a:lnTo>
                  <a:lnTo>
                    <a:pt x="12597" y="4144"/>
                  </a:lnTo>
                  <a:lnTo>
                    <a:pt x="12492" y="4081"/>
                  </a:lnTo>
                  <a:lnTo>
                    <a:pt x="12367" y="4123"/>
                  </a:lnTo>
                  <a:lnTo>
                    <a:pt x="12262" y="4248"/>
                  </a:lnTo>
                  <a:lnTo>
                    <a:pt x="12116" y="4248"/>
                  </a:lnTo>
                  <a:lnTo>
                    <a:pt x="11823" y="4081"/>
                  </a:lnTo>
                  <a:lnTo>
                    <a:pt x="11739" y="4144"/>
                  </a:lnTo>
                  <a:lnTo>
                    <a:pt x="11530" y="4123"/>
                  </a:lnTo>
                  <a:lnTo>
                    <a:pt x="11425" y="3935"/>
                  </a:lnTo>
                  <a:lnTo>
                    <a:pt x="11488" y="3830"/>
                  </a:lnTo>
                  <a:lnTo>
                    <a:pt x="11488" y="3704"/>
                  </a:lnTo>
                  <a:lnTo>
                    <a:pt x="11383" y="3621"/>
                  </a:lnTo>
                  <a:lnTo>
                    <a:pt x="11341" y="3453"/>
                  </a:lnTo>
                  <a:lnTo>
                    <a:pt x="11300" y="3349"/>
                  </a:lnTo>
                  <a:lnTo>
                    <a:pt x="11153" y="3349"/>
                  </a:lnTo>
                  <a:lnTo>
                    <a:pt x="11069" y="3453"/>
                  </a:lnTo>
                  <a:lnTo>
                    <a:pt x="11028" y="3453"/>
                  </a:lnTo>
                  <a:lnTo>
                    <a:pt x="11090" y="3600"/>
                  </a:lnTo>
                  <a:lnTo>
                    <a:pt x="11028" y="3851"/>
                  </a:lnTo>
                  <a:lnTo>
                    <a:pt x="11132" y="4081"/>
                  </a:lnTo>
                  <a:lnTo>
                    <a:pt x="11090" y="4353"/>
                  </a:lnTo>
                  <a:lnTo>
                    <a:pt x="10756" y="4437"/>
                  </a:lnTo>
                  <a:lnTo>
                    <a:pt x="10505" y="4290"/>
                  </a:lnTo>
                  <a:lnTo>
                    <a:pt x="10400" y="4374"/>
                  </a:lnTo>
                  <a:lnTo>
                    <a:pt x="9919" y="4186"/>
                  </a:lnTo>
                  <a:lnTo>
                    <a:pt x="9709" y="4186"/>
                  </a:lnTo>
                  <a:lnTo>
                    <a:pt x="9584" y="4248"/>
                  </a:lnTo>
                  <a:lnTo>
                    <a:pt x="9291" y="4165"/>
                  </a:lnTo>
                  <a:lnTo>
                    <a:pt x="9124" y="4039"/>
                  </a:lnTo>
                  <a:lnTo>
                    <a:pt x="9103" y="3872"/>
                  </a:lnTo>
                  <a:lnTo>
                    <a:pt x="8810" y="3830"/>
                  </a:lnTo>
                  <a:lnTo>
                    <a:pt x="8517" y="3914"/>
                  </a:lnTo>
                  <a:lnTo>
                    <a:pt x="8412" y="3830"/>
                  </a:lnTo>
                  <a:lnTo>
                    <a:pt x="8140" y="3830"/>
                  </a:lnTo>
                  <a:lnTo>
                    <a:pt x="7952" y="3725"/>
                  </a:lnTo>
                  <a:lnTo>
                    <a:pt x="7784" y="3725"/>
                  </a:lnTo>
                  <a:lnTo>
                    <a:pt x="7680" y="3642"/>
                  </a:lnTo>
                  <a:lnTo>
                    <a:pt x="7450" y="3600"/>
                  </a:lnTo>
                  <a:lnTo>
                    <a:pt x="7261" y="3391"/>
                  </a:lnTo>
                  <a:lnTo>
                    <a:pt x="7010" y="3202"/>
                  </a:lnTo>
                  <a:lnTo>
                    <a:pt x="6801" y="3139"/>
                  </a:lnTo>
                  <a:lnTo>
                    <a:pt x="6717" y="3077"/>
                  </a:lnTo>
                  <a:lnTo>
                    <a:pt x="6613" y="3077"/>
                  </a:lnTo>
                  <a:lnTo>
                    <a:pt x="6508" y="2993"/>
                  </a:lnTo>
                  <a:lnTo>
                    <a:pt x="6383" y="2972"/>
                  </a:lnTo>
                  <a:lnTo>
                    <a:pt x="6362" y="2826"/>
                  </a:lnTo>
                  <a:lnTo>
                    <a:pt x="6487" y="2616"/>
                  </a:lnTo>
                  <a:lnTo>
                    <a:pt x="6487" y="2449"/>
                  </a:lnTo>
                  <a:lnTo>
                    <a:pt x="6571" y="2135"/>
                  </a:lnTo>
                  <a:lnTo>
                    <a:pt x="6571" y="1926"/>
                  </a:lnTo>
                  <a:lnTo>
                    <a:pt x="6529" y="1947"/>
                  </a:lnTo>
                  <a:lnTo>
                    <a:pt x="6508" y="1842"/>
                  </a:lnTo>
                  <a:lnTo>
                    <a:pt x="6404" y="1842"/>
                  </a:lnTo>
                  <a:lnTo>
                    <a:pt x="6320" y="1675"/>
                  </a:lnTo>
                  <a:lnTo>
                    <a:pt x="6257" y="1654"/>
                  </a:lnTo>
                  <a:lnTo>
                    <a:pt x="6152" y="1549"/>
                  </a:lnTo>
                  <a:lnTo>
                    <a:pt x="6006" y="1528"/>
                  </a:lnTo>
                  <a:lnTo>
                    <a:pt x="5964" y="1445"/>
                  </a:lnTo>
                  <a:lnTo>
                    <a:pt x="5839" y="1445"/>
                  </a:lnTo>
                  <a:lnTo>
                    <a:pt x="5755" y="1549"/>
                  </a:lnTo>
                  <a:lnTo>
                    <a:pt x="5629" y="1507"/>
                  </a:lnTo>
                  <a:lnTo>
                    <a:pt x="5587" y="1361"/>
                  </a:lnTo>
                  <a:lnTo>
                    <a:pt x="5546" y="1361"/>
                  </a:lnTo>
                  <a:lnTo>
                    <a:pt x="5546" y="1256"/>
                  </a:lnTo>
                  <a:lnTo>
                    <a:pt x="5462" y="1152"/>
                  </a:lnTo>
                  <a:lnTo>
                    <a:pt x="5399" y="1131"/>
                  </a:lnTo>
                  <a:lnTo>
                    <a:pt x="5441" y="1047"/>
                  </a:lnTo>
                  <a:lnTo>
                    <a:pt x="5378" y="943"/>
                  </a:lnTo>
                  <a:lnTo>
                    <a:pt x="5399" y="712"/>
                  </a:lnTo>
                  <a:lnTo>
                    <a:pt x="5253" y="629"/>
                  </a:lnTo>
                  <a:lnTo>
                    <a:pt x="5232" y="566"/>
                  </a:lnTo>
                  <a:lnTo>
                    <a:pt x="5211" y="482"/>
                  </a:lnTo>
                  <a:lnTo>
                    <a:pt x="4960" y="357"/>
                  </a:lnTo>
                  <a:lnTo>
                    <a:pt x="4813" y="357"/>
                  </a:lnTo>
                  <a:lnTo>
                    <a:pt x="4751" y="189"/>
                  </a:lnTo>
                  <a:lnTo>
                    <a:pt x="4604" y="106"/>
                  </a:lnTo>
                  <a:lnTo>
                    <a:pt x="4437" y="210"/>
                  </a:lnTo>
                  <a:lnTo>
                    <a:pt x="412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9" name="Google Shape;7817;p67">
              <a:extLst>
                <a:ext uri="{FF2B5EF4-FFF2-40B4-BE49-F238E27FC236}">
                  <a16:creationId xmlns:a16="http://schemas.microsoft.com/office/drawing/2014/main" id="{CD9A43A0-A79D-CF2C-C9C6-8B051EEADC9B}"/>
                </a:ext>
              </a:extLst>
            </p:cNvPr>
            <p:cNvSpPr/>
            <p:nvPr/>
          </p:nvSpPr>
          <p:spPr>
            <a:xfrm>
              <a:off x="4822425" y="2778250"/>
              <a:ext cx="119300" cy="63825"/>
            </a:xfrm>
            <a:custGeom>
              <a:avLst/>
              <a:gdLst/>
              <a:ahLst/>
              <a:cxnLst/>
              <a:rect l="l" t="t" r="r" b="b"/>
              <a:pathLst>
                <a:path w="4772" h="2553" extrusionOk="0">
                  <a:moveTo>
                    <a:pt x="231" y="0"/>
                  </a:moveTo>
                  <a:lnTo>
                    <a:pt x="210" y="42"/>
                  </a:lnTo>
                  <a:lnTo>
                    <a:pt x="210" y="251"/>
                  </a:lnTo>
                  <a:lnTo>
                    <a:pt x="126" y="565"/>
                  </a:lnTo>
                  <a:lnTo>
                    <a:pt x="126" y="732"/>
                  </a:lnTo>
                  <a:lnTo>
                    <a:pt x="1" y="942"/>
                  </a:lnTo>
                  <a:lnTo>
                    <a:pt x="22" y="1088"/>
                  </a:lnTo>
                  <a:lnTo>
                    <a:pt x="147" y="1109"/>
                  </a:lnTo>
                  <a:lnTo>
                    <a:pt x="252" y="1193"/>
                  </a:lnTo>
                  <a:lnTo>
                    <a:pt x="356" y="1193"/>
                  </a:lnTo>
                  <a:lnTo>
                    <a:pt x="440" y="1255"/>
                  </a:lnTo>
                  <a:lnTo>
                    <a:pt x="649" y="1318"/>
                  </a:lnTo>
                  <a:lnTo>
                    <a:pt x="900" y="1507"/>
                  </a:lnTo>
                  <a:lnTo>
                    <a:pt x="1089" y="1716"/>
                  </a:lnTo>
                  <a:lnTo>
                    <a:pt x="1319" y="1758"/>
                  </a:lnTo>
                  <a:lnTo>
                    <a:pt x="1423" y="1841"/>
                  </a:lnTo>
                  <a:lnTo>
                    <a:pt x="1591" y="1841"/>
                  </a:lnTo>
                  <a:lnTo>
                    <a:pt x="1779" y="1946"/>
                  </a:lnTo>
                  <a:lnTo>
                    <a:pt x="2051" y="1946"/>
                  </a:lnTo>
                  <a:lnTo>
                    <a:pt x="2156" y="2030"/>
                  </a:lnTo>
                  <a:lnTo>
                    <a:pt x="2449" y="1946"/>
                  </a:lnTo>
                  <a:lnTo>
                    <a:pt x="2742" y="1988"/>
                  </a:lnTo>
                  <a:lnTo>
                    <a:pt x="2763" y="2155"/>
                  </a:lnTo>
                  <a:lnTo>
                    <a:pt x="2930" y="2281"/>
                  </a:lnTo>
                  <a:lnTo>
                    <a:pt x="3223" y="2364"/>
                  </a:lnTo>
                  <a:lnTo>
                    <a:pt x="3348" y="2302"/>
                  </a:lnTo>
                  <a:lnTo>
                    <a:pt x="3558" y="2302"/>
                  </a:lnTo>
                  <a:lnTo>
                    <a:pt x="4039" y="2490"/>
                  </a:lnTo>
                  <a:lnTo>
                    <a:pt x="4144" y="2406"/>
                  </a:lnTo>
                  <a:lnTo>
                    <a:pt x="4395" y="2553"/>
                  </a:lnTo>
                  <a:lnTo>
                    <a:pt x="4729" y="2469"/>
                  </a:lnTo>
                  <a:lnTo>
                    <a:pt x="4771" y="2197"/>
                  </a:lnTo>
                  <a:lnTo>
                    <a:pt x="4667" y="1967"/>
                  </a:lnTo>
                  <a:lnTo>
                    <a:pt x="4729" y="1716"/>
                  </a:lnTo>
                  <a:lnTo>
                    <a:pt x="4667" y="1569"/>
                  </a:lnTo>
                  <a:lnTo>
                    <a:pt x="4562" y="1569"/>
                  </a:lnTo>
                  <a:lnTo>
                    <a:pt x="4416" y="1632"/>
                  </a:lnTo>
                  <a:lnTo>
                    <a:pt x="4353" y="1611"/>
                  </a:lnTo>
                  <a:lnTo>
                    <a:pt x="4206" y="1653"/>
                  </a:lnTo>
                  <a:lnTo>
                    <a:pt x="4123" y="1632"/>
                  </a:lnTo>
                  <a:lnTo>
                    <a:pt x="3997" y="1465"/>
                  </a:lnTo>
                  <a:lnTo>
                    <a:pt x="3830" y="1402"/>
                  </a:lnTo>
                  <a:lnTo>
                    <a:pt x="3788" y="1255"/>
                  </a:lnTo>
                  <a:lnTo>
                    <a:pt x="3662" y="1193"/>
                  </a:lnTo>
                  <a:lnTo>
                    <a:pt x="3453" y="1193"/>
                  </a:lnTo>
                  <a:lnTo>
                    <a:pt x="3348" y="1297"/>
                  </a:lnTo>
                  <a:lnTo>
                    <a:pt x="3202" y="1318"/>
                  </a:lnTo>
                  <a:lnTo>
                    <a:pt x="3139" y="1402"/>
                  </a:lnTo>
                  <a:lnTo>
                    <a:pt x="2972" y="1318"/>
                  </a:lnTo>
                  <a:lnTo>
                    <a:pt x="2867" y="1339"/>
                  </a:lnTo>
                  <a:lnTo>
                    <a:pt x="2825" y="1193"/>
                  </a:lnTo>
                  <a:lnTo>
                    <a:pt x="2846" y="942"/>
                  </a:lnTo>
                  <a:lnTo>
                    <a:pt x="2700" y="942"/>
                  </a:lnTo>
                  <a:lnTo>
                    <a:pt x="2532" y="1004"/>
                  </a:lnTo>
                  <a:lnTo>
                    <a:pt x="2365" y="879"/>
                  </a:lnTo>
                  <a:lnTo>
                    <a:pt x="2365" y="711"/>
                  </a:lnTo>
                  <a:lnTo>
                    <a:pt x="2239" y="628"/>
                  </a:lnTo>
                  <a:lnTo>
                    <a:pt x="2114" y="628"/>
                  </a:lnTo>
                  <a:lnTo>
                    <a:pt x="2093" y="586"/>
                  </a:lnTo>
                  <a:lnTo>
                    <a:pt x="2009" y="628"/>
                  </a:lnTo>
                  <a:lnTo>
                    <a:pt x="2009" y="816"/>
                  </a:lnTo>
                  <a:lnTo>
                    <a:pt x="1947" y="837"/>
                  </a:lnTo>
                  <a:lnTo>
                    <a:pt x="1905" y="711"/>
                  </a:lnTo>
                  <a:lnTo>
                    <a:pt x="1800" y="586"/>
                  </a:lnTo>
                  <a:lnTo>
                    <a:pt x="1737" y="523"/>
                  </a:lnTo>
                  <a:lnTo>
                    <a:pt x="1612" y="460"/>
                  </a:lnTo>
                  <a:lnTo>
                    <a:pt x="1486" y="460"/>
                  </a:lnTo>
                  <a:lnTo>
                    <a:pt x="1319" y="272"/>
                  </a:lnTo>
                  <a:lnTo>
                    <a:pt x="1214" y="209"/>
                  </a:lnTo>
                  <a:lnTo>
                    <a:pt x="1089" y="209"/>
                  </a:lnTo>
                  <a:lnTo>
                    <a:pt x="1047" y="147"/>
                  </a:lnTo>
                  <a:lnTo>
                    <a:pt x="838" y="63"/>
                  </a:lnTo>
                  <a:lnTo>
                    <a:pt x="670" y="84"/>
                  </a:lnTo>
                  <a:lnTo>
                    <a:pt x="607" y="188"/>
                  </a:lnTo>
                  <a:lnTo>
                    <a:pt x="545" y="167"/>
                  </a:lnTo>
                  <a:lnTo>
                    <a:pt x="440" y="167"/>
                  </a:lnTo>
                  <a:lnTo>
                    <a:pt x="377" y="84"/>
                  </a:lnTo>
                  <a:lnTo>
                    <a:pt x="23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0" name="Google Shape;7818;p67">
              <a:extLst>
                <a:ext uri="{FF2B5EF4-FFF2-40B4-BE49-F238E27FC236}">
                  <a16:creationId xmlns:a16="http://schemas.microsoft.com/office/drawing/2014/main" id="{DAF57D07-9F2A-CCCA-C69B-7CE9B7DBEFE1}"/>
                </a:ext>
              </a:extLst>
            </p:cNvPr>
            <p:cNvSpPr/>
            <p:nvPr/>
          </p:nvSpPr>
          <p:spPr>
            <a:xfrm>
              <a:off x="4547800" y="2671000"/>
              <a:ext cx="200375" cy="220775"/>
            </a:xfrm>
            <a:custGeom>
              <a:avLst/>
              <a:gdLst/>
              <a:ahLst/>
              <a:cxnLst/>
              <a:rect l="l" t="t" r="r" b="b"/>
              <a:pathLst>
                <a:path w="8015" h="8831" extrusionOk="0">
                  <a:moveTo>
                    <a:pt x="5901" y="1"/>
                  </a:moveTo>
                  <a:lnTo>
                    <a:pt x="5713" y="105"/>
                  </a:lnTo>
                  <a:lnTo>
                    <a:pt x="5587" y="252"/>
                  </a:lnTo>
                  <a:lnTo>
                    <a:pt x="5441" y="252"/>
                  </a:lnTo>
                  <a:lnTo>
                    <a:pt x="5315" y="377"/>
                  </a:lnTo>
                  <a:lnTo>
                    <a:pt x="5232" y="482"/>
                  </a:lnTo>
                  <a:lnTo>
                    <a:pt x="5462" y="838"/>
                  </a:lnTo>
                  <a:lnTo>
                    <a:pt x="5483" y="1110"/>
                  </a:lnTo>
                  <a:lnTo>
                    <a:pt x="5232" y="1444"/>
                  </a:lnTo>
                  <a:lnTo>
                    <a:pt x="5357" y="1570"/>
                  </a:lnTo>
                  <a:lnTo>
                    <a:pt x="5357" y="1737"/>
                  </a:lnTo>
                  <a:lnTo>
                    <a:pt x="5190" y="1968"/>
                  </a:lnTo>
                  <a:lnTo>
                    <a:pt x="4981" y="1968"/>
                  </a:lnTo>
                  <a:lnTo>
                    <a:pt x="4771" y="1884"/>
                  </a:lnTo>
                  <a:lnTo>
                    <a:pt x="4646" y="1968"/>
                  </a:lnTo>
                  <a:lnTo>
                    <a:pt x="4709" y="2135"/>
                  </a:lnTo>
                  <a:lnTo>
                    <a:pt x="4834" y="2198"/>
                  </a:lnTo>
                  <a:lnTo>
                    <a:pt x="4876" y="2365"/>
                  </a:lnTo>
                  <a:lnTo>
                    <a:pt x="4855" y="2449"/>
                  </a:lnTo>
                  <a:lnTo>
                    <a:pt x="4730" y="2512"/>
                  </a:lnTo>
                  <a:lnTo>
                    <a:pt x="4604" y="2553"/>
                  </a:lnTo>
                  <a:lnTo>
                    <a:pt x="4562" y="2616"/>
                  </a:lnTo>
                  <a:lnTo>
                    <a:pt x="4541" y="2825"/>
                  </a:lnTo>
                  <a:lnTo>
                    <a:pt x="4499" y="2972"/>
                  </a:lnTo>
                  <a:lnTo>
                    <a:pt x="4499" y="3035"/>
                  </a:lnTo>
                  <a:lnTo>
                    <a:pt x="4457" y="3097"/>
                  </a:lnTo>
                  <a:lnTo>
                    <a:pt x="4499" y="3328"/>
                  </a:lnTo>
                  <a:lnTo>
                    <a:pt x="4395" y="3537"/>
                  </a:lnTo>
                  <a:lnTo>
                    <a:pt x="4248" y="3390"/>
                  </a:lnTo>
                  <a:lnTo>
                    <a:pt x="4206" y="3390"/>
                  </a:lnTo>
                  <a:lnTo>
                    <a:pt x="4185" y="3453"/>
                  </a:lnTo>
                  <a:lnTo>
                    <a:pt x="4039" y="3453"/>
                  </a:lnTo>
                  <a:lnTo>
                    <a:pt x="3997" y="3411"/>
                  </a:lnTo>
                  <a:lnTo>
                    <a:pt x="3830" y="3432"/>
                  </a:lnTo>
                  <a:lnTo>
                    <a:pt x="3809" y="3495"/>
                  </a:lnTo>
                  <a:lnTo>
                    <a:pt x="3600" y="3662"/>
                  </a:lnTo>
                  <a:lnTo>
                    <a:pt x="3683" y="3704"/>
                  </a:lnTo>
                  <a:lnTo>
                    <a:pt x="3621" y="3767"/>
                  </a:lnTo>
                  <a:lnTo>
                    <a:pt x="3411" y="3872"/>
                  </a:lnTo>
                  <a:lnTo>
                    <a:pt x="3349" y="3830"/>
                  </a:lnTo>
                  <a:lnTo>
                    <a:pt x="3202" y="3851"/>
                  </a:lnTo>
                  <a:lnTo>
                    <a:pt x="3160" y="3934"/>
                  </a:lnTo>
                  <a:lnTo>
                    <a:pt x="3139" y="4039"/>
                  </a:lnTo>
                  <a:lnTo>
                    <a:pt x="3035" y="4060"/>
                  </a:lnTo>
                  <a:lnTo>
                    <a:pt x="2951" y="4165"/>
                  </a:lnTo>
                  <a:lnTo>
                    <a:pt x="2951" y="4332"/>
                  </a:lnTo>
                  <a:lnTo>
                    <a:pt x="2993" y="4499"/>
                  </a:lnTo>
                  <a:lnTo>
                    <a:pt x="2993" y="4646"/>
                  </a:lnTo>
                  <a:lnTo>
                    <a:pt x="3035" y="4750"/>
                  </a:lnTo>
                  <a:lnTo>
                    <a:pt x="3035" y="4855"/>
                  </a:lnTo>
                  <a:lnTo>
                    <a:pt x="2784" y="4960"/>
                  </a:lnTo>
                  <a:lnTo>
                    <a:pt x="2574" y="4960"/>
                  </a:lnTo>
                  <a:lnTo>
                    <a:pt x="2407" y="4981"/>
                  </a:lnTo>
                  <a:lnTo>
                    <a:pt x="2093" y="4981"/>
                  </a:lnTo>
                  <a:lnTo>
                    <a:pt x="1905" y="5022"/>
                  </a:lnTo>
                  <a:lnTo>
                    <a:pt x="1821" y="5106"/>
                  </a:lnTo>
                  <a:lnTo>
                    <a:pt x="1633" y="5085"/>
                  </a:lnTo>
                  <a:lnTo>
                    <a:pt x="1465" y="5127"/>
                  </a:lnTo>
                  <a:lnTo>
                    <a:pt x="775" y="5169"/>
                  </a:lnTo>
                  <a:lnTo>
                    <a:pt x="1" y="4918"/>
                  </a:lnTo>
                  <a:lnTo>
                    <a:pt x="273" y="5336"/>
                  </a:lnTo>
                  <a:lnTo>
                    <a:pt x="356" y="5483"/>
                  </a:lnTo>
                  <a:lnTo>
                    <a:pt x="524" y="5629"/>
                  </a:lnTo>
                  <a:lnTo>
                    <a:pt x="649" y="5713"/>
                  </a:lnTo>
                  <a:lnTo>
                    <a:pt x="691" y="5755"/>
                  </a:lnTo>
                  <a:lnTo>
                    <a:pt x="880" y="5797"/>
                  </a:lnTo>
                  <a:lnTo>
                    <a:pt x="984" y="5818"/>
                  </a:lnTo>
                  <a:lnTo>
                    <a:pt x="1005" y="5901"/>
                  </a:lnTo>
                  <a:lnTo>
                    <a:pt x="1172" y="5901"/>
                  </a:lnTo>
                  <a:lnTo>
                    <a:pt x="1172" y="6110"/>
                  </a:lnTo>
                  <a:lnTo>
                    <a:pt x="1214" y="6236"/>
                  </a:lnTo>
                  <a:lnTo>
                    <a:pt x="1214" y="6382"/>
                  </a:lnTo>
                  <a:lnTo>
                    <a:pt x="1256" y="6487"/>
                  </a:lnTo>
                  <a:lnTo>
                    <a:pt x="1403" y="6466"/>
                  </a:lnTo>
                  <a:lnTo>
                    <a:pt x="1528" y="6571"/>
                  </a:lnTo>
                  <a:lnTo>
                    <a:pt x="1570" y="6801"/>
                  </a:lnTo>
                  <a:lnTo>
                    <a:pt x="1486" y="6885"/>
                  </a:lnTo>
                  <a:lnTo>
                    <a:pt x="1319" y="6843"/>
                  </a:lnTo>
                  <a:lnTo>
                    <a:pt x="1068" y="6906"/>
                  </a:lnTo>
                  <a:lnTo>
                    <a:pt x="984" y="6968"/>
                  </a:lnTo>
                  <a:lnTo>
                    <a:pt x="838" y="7052"/>
                  </a:lnTo>
                  <a:lnTo>
                    <a:pt x="754" y="7157"/>
                  </a:lnTo>
                  <a:lnTo>
                    <a:pt x="796" y="7261"/>
                  </a:lnTo>
                  <a:lnTo>
                    <a:pt x="691" y="7387"/>
                  </a:lnTo>
                  <a:lnTo>
                    <a:pt x="754" y="7512"/>
                  </a:lnTo>
                  <a:lnTo>
                    <a:pt x="733" y="7722"/>
                  </a:lnTo>
                  <a:lnTo>
                    <a:pt x="733" y="7805"/>
                  </a:lnTo>
                  <a:lnTo>
                    <a:pt x="796" y="7805"/>
                  </a:lnTo>
                  <a:lnTo>
                    <a:pt x="796" y="7889"/>
                  </a:lnTo>
                  <a:lnTo>
                    <a:pt x="859" y="7910"/>
                  </a:lnTo>
                  <a:lnTo>
                    <a:pt x="1005" y="7805"/>
                  </a:lnTo>
                  <a:lnTo>
                    <a:pt x="1131" y="7805"/>
                  </a:lnTo>
                  <a:lnTo>
                    <a:pt x="1172" y="7847"/>
                  </a:lnTo>
                  <a:lnTo>
                    <a:pt x="1193" y="7826"/>
                  </a:lnTo>
                  <a:lnTo>
                    <a:pt x="1298" y="7784"/>
                  </a:lnTo>
                  <a:lnTo>
                    <a:pt x="1403" y="7784"/>
                  </a:lnTo>
                  <a:lnTo>
                    <a:pt x="1465" y="7805"/>
                  </a:lnTo>
                  <a:lnTo>
                    <a:pt x="1570" y="7784"/>
                  </a:lnTo>
                  <a:lnTo>
                    <a:pt x="1696" y="7784"/>
                  </a:lnTo>
                  <a:lnTo>
                    <a:pt x="1717" y="7722"/>
                  </a:lnTo>
                  <a:lnTo>
                    <a:pt x="1779" y="7638"/>
                  </a:lnTo>
                  <a:lnTo>
                    <a:pt x="1884" y="7722"/>
                  </a:lnTo>
                  <a:lnTo>
                    <a:pt x="1947" y="7722"/>
                  </a:lnTo>
                  <a:lnTo>
                    <a:pt x="1989" y="7701"/>
                  </a:lnTo>
                  <a:lnTo>
                    <a:pt x="2030" y="7701"/>
                  </a:lnTo>
                  <a:lnTo>
                    <a:pt x="2051" y="7784"/>
                  </a:lnTo>
                  <a:lnTo>
                    <a:pt x="2156" y="7784"/>
                  </a:lnTo>
                  <a:lnTo>
                    <a:pt x="2240" y="7826"/>
                  </a:lnTo>
                  <a:lnTo>
                    <a:pt x="2323" y="7826"/>
                  </a:lnTo>
                  <a:lnTo>
                    <a:pt x="2449" y="7701"/>
                  </a:lnTo>
                  <a:lnTo>
                    <a:pt x="2616" y="7701"/>
                  </a:lnTo>
                  <a:lnTo>
                    <a:pt x="2700" y="7722"/>
                  </a:lnTo>
                  <a:lnTo>
                    <a:pt x="2784" y="7680"/>
                  </a:lnTo>
                  <a:lnTo>
                    <a:pt x="2867" y="7680"/>
                  </a:lnTo>
                  <a:lnTo>
                    <a:pt x="2888" y="7617"/>
                  </a:lnTo>
                  <a:lnTo>
                    <a:pt x="2951" y="7638"/>
                  </a:lnTo>
                  <a:lnTo>
                    <a:pt x="3097" y="7680"/>
                  </a:lnTo>
                  <a:lnTo>
                    <a:pt x="3223" y="7617"/>
                  </a:lnTo>
                  <a:lnTo>
                    <a:pt x="3411" y="7617"/>
                  </a:lnTo>
                  <a:lnTo>
                    <a:pt x="3558" y="7722"/>
                  </a:lnTo>
                  <a:lnTo>
                    <a:pt x="3579" y="7847"/>
                  </a:lnTo>
                  <a:lnTo>
                    <a:pt x="3579" y="7931"/>
                  </a:lnTo>
                  <a:lnTo>
                    <a:pt x="3579" y="7952"/>
                  </a:lnTo>
                  <a:lnTo>
                    <a:pt x="3558" y="7952"/>
                  </a:lnTo>
                  <a:lnTo>
                    <a:pt x="3558" y="8014"/>
                  </a:lnTo>
                  <a:lnTo>
                    <a:pt x="3662" y="8014"/>
                  </a:lnTo>
                  <a:lnTo>
                    <a:pt x="3809" y="7931"/>
                  </a:lnTo>
                  <a:lnTo>
                    <a:pt x="3809" y="8056"/>
                  </a:lnTo>
                  <a:lnTo>
                    <a:pt x="3934" y="8203"/>
                  </a:lnTo>
                  <a:lnTo>
                    <a:pt x="3997" y="8412"/>
                  </a:lnTo>
                  <a:lnTo>
                    <a:pt x="3997" y="8433"/>
                  </a:lnTo>
                  <a:lnTo>
                    <a:pt x="3997" y="8517"/>
                  </a:lnTo>
                  <a:lnTo>
                    <a:pt x="3934" y="8538"/>
                  </a:lnTo>
                  <a:lnTo>
                    <a:pt x="4039" y="8538"/>
                  </a:lnTo>
                  <a:lnTo>
                    <a:pt x="4081" y="8663"/>
                  </a:lnTo>
                  <a:lnTo>
                    <a:pt x="4353" y="8663"/>
                  </a:lnTo>
                  <a:lnTo>
                    <a:pt x="4541" y="8747"/>
                  </a:lnTo>
                  <a:lnTo>
                    <a:pt x="4541" y="8831"/>
                  </a:lnTo>
                  <a:lnTo>
                    <a:pt x="4625" y="8768"/>
                  </a:lnTo>
                  <a:lnTo>
                    <a:pt x="4646" y="8621"/>
                  </a:lnTo>
                  <a:lnTo>
                    <a:pt x="4750" y="8538"/>
                  </a:lnTo>
                  <a:lnTo>
                    <a:pt x="4834" y="8517"/>
                  </a:lnTo>
                  <a:lnTo>
                    <a:pt x="4876" y="8370"/>
                  </a:lnTo>
                  <a:lnTo>
                    <a:pt x="4960" y="8412"/>
                  </a:lnTo>
                  <a:lnTo>
                    <a:pt x="5064" y="8349"/>
                  </a:lnTo>
                  <a:lnTo>
                    <a:pt x="5462" y="8370"/>
                  </a:lnTo>
                  <a:lnTo>
                    <a:pt x="5692" y="8266"/>
                  </a:lnTo>
                  <a:lnTo>
                    <a:pt x="5755" y="8224"/>
                  </a:lnTo>
                  <a:lnTo>
                    <a:pt x="5880" y="8203"/>
                  </a:lnTo>
                  <a:lnTo>
                    <a:pt x="5880" y="8203"/>
                  </a:lnTo>
                  <a:lnTo>
                    <a:pt x="5818" y="8266"/>
                  </a:lnTo>
                  <a:lnTo>
                    <a:pt x="5880" y="8349"/>
                  </a:lnTo>
                  <a:lnTo>
                    <a:pt x="6006" y="8266"/>
                  </a:lnTo>
                  <a:lnTo>
                    <a:pt x="6110" y="8224"/>
                  </a:lnTo>
                  <a:lnTo>
                    <a:pt x="6069" y="8161"/>
                  </a:lnTo>
                  <a:lnTo>
                    <a:pt x="6090" y="8098"/>
                  </a:lnTo>
                  <a:lnTo>
                    <a:pt x="5964" y="7722"/>
                  </a:lnTo>
                  <a:lnTo>
                    <a:pt x="5838" y="7575"/>
                  </a:lnTo>
                  <a:lnTo>
                    <a:pt x="5880" y="7491"/>
                  </a:lnTo>
                  <a:lnTo>
                    <a:pt x="5797" y="7429"/>
                  </a:lnTo>
                  <a:lnTo>
                    <a:pt x="5692" y="7429"/>
                  </a:lnTo>
                  <a:lnTo>
                    <a:pt x="5483" y="7303"/>
                  </a:lnTo>
                  <a:lnTo>
                    <a:pt x="5462" y="7094"/>
                  </a:lnTo>
                  <a:lnTo>
                    <a:pt x="5483" y="6968"/>
                  </a:lnTo>
                  <a:lnTo>
                    <a:pt x="5399" y="6780"/>
                  </a:lnTo>
                  <a:lnTo>
                    <a:pt x="5294" y="6780"/>
                  </a:lnTo>
                  <a:lnTo>
                    <a:pt x="5232" y="6801"/>
                  </a:lnTo>
                  <a:lnTo>
                    <a:pt x="5085" y="6759"/>
                  </a:lnTo>
                  <a:lnTo>
                    <a:pt x="4981" y="6780"/>
                  </a:lnTo>
                  <a:lnTo>
                    <a:pt x="4981" y="6634"/>
                  </a:lnTo>
                  <a:lnTo>
                    <a:pt x="5085" y="6382"/>
                  </a:lnTo>
                  <a:lnTo>
                    <a:pt x="5169" y="6362"/>
                  </a:lnTo>
                  <a:lnTo>
                    <a:pt x="5315" y="6152"/>
                  </a:lnTo>
                  <a:lnTo>
                    <a:pt x="5357" y="6048"/>
                  </a:lnTo>
                  <a:lnTo>
                    <a:pt x="5462" y="6006"/>
                  </a:lnTo>
                  <a:lnTo>
                    <a:pt x="5546" y="5943"/>
                  </a:lnTo>
                  <a:lnTo>
                    <a:pt x="5671" y="6006"/>
                  </a:lnTo>
                  <a:lnTo>
                    <a:pt x="5692" y="6110"/>
                  </a:lnTo>
                  <a:lnTo>
                    <a:pt x="5776" y="6131"/>
                  </a:lnTo>
                  <a:lnTo>
                    <a:pt x="5985" y="6006"/>
                  </a:lnTo>
                  <a:lnTo>
                    <a:pt x="6299" y="6006"/>
                  </a:lnTo>
                  <a:lnTo>
                    <a:pt x="6487" y="5797"/>
                  </a:lnTo>
                  <a:lnTo>
                    <a:pt x="6592" y="5441"/>
                  </a:lnTo>
                  <a:lnTo>
                    <a:pt x="6843" y="5273"/>
                  </a:lnTo>
                  <a:lnTo>
                    <a:pt x="6926" y="5127"/>
                  </a:lnTo>
                  <a:lnTo>
                    <a:pt x="6947" y="4960"/>
                  </a:lnTo>
                  <a:lnTo>
                    <a:pt x="7052" y="4771"/>
                  </a:lnTo>
                  <a:lnTo>
                    <a:pt x="7261" y="4667"/>
                  </a:lnTo>
                  <a:lnTo>
                    <a:pt x="7324" y="4541"/>
                  </a:lnTo>
                  <a:lnTo>
                    <a:pt x="7324" y="4437"/>
                  </a:lnTo>
                  <a:lnTo>
                    <a:pt x="7240" y="4374"/>
                  </a:lnTo>
                  <a:lnTo>
                    <a:pt x="7387" y="4185"/>
                  </a:lnTo>
                  <a:lnTo>
                    <a:pt x="7491" y="4123"/>
                  </a:lnTo>
                  <a:lnTo>
                    <a:pt x="7491" y="3976"/>
                  </a:lnTo>
                  <a:lnTo>
                    <a:pt x="7554" y="3704"/>
                  </a:lnTo>
                  <a:lnTo>
                    <a:pt x="7470" y="3495"/>
                  </a:lnTo>
                  <a:lnTo>
                    <a:pt x="7450" y="3432"/>
                  </a:lnTo>
                  <a:lnTo>
                    <a:pt x="7638" y="3244"/>
                  </a:lnTo>
                  <a:lnTo>
                    <a:pt x="7743" y="3223"/>
                  </a:lnTo>
                  <a:lnTo>
                    <a:pt x="7847" y="3139"/>
                  </a:lnTo>
                  <a:lnTo>
                    <a:pt x="7910" y="3139"/>
                  </a:lnTo>
                  <a:lnTo>
                    <a:pt x="8015" y="3035"/>
                  </a:lnTo>
                  <a:lnTo>
                    <a:pt x="8015" y="2909"/>
                  </a:lnTo>
                  <a:lnTo>
                    <a:pt x="7868" y="2867"/>
                  </a:lnTo>
                  <a:lnTo>
                    <a:pt x="7743" y="2909"/>
                  </a:lnTo>
                  <a:lnTo>
                    <a:pt x="7554" y="2888"/>
                  </a:lnTo>
                  <a:lnTo>
                    <a:pt x="7491" y="2721"/>
                  </a:lnTo>
                  <a:lnTo>
                    <a:pt x="7282" y="2658"/>
                  </a:lnTo>
                  <a:lnTo>
                    <a:pt x="7073" y="2595"/>
                  </a:lnTo>
                  <a:lnTo>
                    <a:pt x="6864" y="2407"/>
                  </a:lnTo>
                  <a:lnTo>
                    <a:pt x="6843" y="2240"/>
                  </a:lnTo>
                  <a:lnTo>
                    <a:pt x="6738" y="1863"/>
                  </a:lnTo>
                  <a:lnTo>
                    <a:pt x="6634" y="1675"/>
                  </a:lnTo>
                  <a:lnTo>
                    <a:pt x="6634" y="1507"/>
                  </a:lnTo>
                  <a:lnTo>
                    <a:pt x="6738" y="1465"/>
                  </a:lnTo>
                  <a:lnTo>
                    <a:pt x="6738" y="1340"/>
                  </a:lnTo>
                  <a:lnTo>
                    <a:pt x="6885" y="1235"/>
                  </a:lnTo>
                  <a:lnTo>
                    <a:pt x="6885" y="1110"/>
                  </a:lnTo>
                  <a:lnTo>
                    <a:pt x="6738" y="1047"/>
                  </a:lnTo>
                  <a:lnTo>
                    <a:pt x="6717" y="921"/>
                  </a:lnTo>
                  <a:lnTo>
                    <a:pt x="6550" y="838"/>
                  </a:lnTo>
                  <a:lnTo>
                    <a:pt x="6403" y="712"/>
                  </a:lnTo>
                  <a:lnTo>
                    <a:pt x="6278" y="566"/>
                  </a:lnTo>
                  <a:lnTo>
                    <a:pt x="6173" y="608"/>
                  </a:lnTo>
                  <a:lnTo>
                    <a:pt x="6090" y="628"/>
                  </a:lnTo>
                  <a:lnTo>
                    <a:pt x="6006" y="566"/>
                  </a:lnTo>
                  <a:lnTo>
                    <a:pt x="5985" y="315"/>
                  </a:lnTo>
                  <a:lnTo>
                    <a:pt x="6236" y="147"/>
                  </a:lnTo>
                  <a:lnTo>
                    <a:pt x="6215" y="64"/>
                  </a:lnTo>
                  <a:lnTo>
                    <a:pt x="6027" y="84"/>
                  </a:lnTo>
                  <a:lnTo>
                    <a:pt x="590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1" name="Google Shape;7819;p67">
              <a:extLst>
                <a:ext uri="{FF2B5EF4-FFF2-40B4-BE49-F238E27FC236}">
                  <a16:creationId xmlns:a16="http://schemas.microsoft.com/office/drawing/2014/main" id="{BC75E35B-BB23-98BC-7CA2-42E2176DF8E5}"/>
                </a:ext>
              </a:extLst>
            </p:cNvPr>
            <p:cNvSpPr/>
            <p:nvPr/>
          </p:nvSpPr>
          <p:spPr>
            <a:xfrm>
              <a:off x="4533150" y="2640675"/>
              <a:ext cx="191475" cy="159550"/>
            </a:xfrm>
            <a:custGeom>
              <a:avLst/>
              <a:gdLst/>
              <a:ahLst/>
              <a:cxnLst/>
              <a:rect l="l" t="t" r="r" b="b"/>
              <a:pathLst>
                <a:path w="7659" h="6382" extrusionOk="0">
                  <a:moveTo>
                    <a:pt x="5295" y="0"/>
                  </a:moveTo>
                  <a:lnTo>
                    <a:pt x="5232" y="105"/>
                  </a:lnTo>
                  <a:lnTo>
                    <a:pt x="5211" y="272"/>
                  </a:lnTo>
                  <a:lnTo>
                    <a:pt x="5127" y="335"/>
                  </a:lnTo>
                  <a:lnTo>
                    <a:pt x="5106" y="419"/>
                  </a:lnTo>
                  <a:lnTo>
                    <a:pt x="5127" y="565"/>
                  </a:lnTo>
                  <a:lnTo>
                    <a:pt x="5043" y="691"/>
                  </a:lnTo>
                  <a:lnTo>
                    <a:pt x="4918" y="691"/>
                  </a:lnTo>
                  <a:lnTo>
                    <a:pt x="4897" y="649"/>
                  </a:lnTo>
                  <a:lnTo>
                    <a:pt x="4834" y="649"/>
                  </a:lnTo>
                  <a:lnTo>
                    <a:pt x="4792" y="691"/>
                  </a:lnTo>
                  <a:lnTo>
                    <a:pt x="4667" y="732"/>
                  </a:lnTo>
                  <a:lnTo>
                    <a:pt x="4667" y="837"/>
                  </a:lnTo>
                  <a:lnTo>
                    <a:pt x="4709" y="879"/>
                  </a:lnTo>
                  <a:lnTo>
                    <a:pt x="4709" y="963"/>
                  </a:lnTo>
                  <a:lnTo>
                    <a:pt x="4520" y="942"/>
                  </a:lnTo>
                  <a:lnTo>
                    <a:pt x="4458" y="858"/>
                  </a:lnTo>
                  <a:lnTo>
                    <a:pt x="4395" y="837"/>
                  </a:lnTo>
                  <a:lnTo>
                    <a:pt x="4332" y="879"/>
                  </a:lnTo>
                  <a:lnTo>
                    <a:pt x="4269" y="900"/>
                  </a:lnTo>
                  <a:lnTo>
                    <a:pt x="4207" y="984"/>
                  </a:lnTo>
                  <a:lnTo>
                    <a:pt x="4081" y="1067"/>
                  </a:lnTo>
                  <a:lnTo>
                    <a:pt x="3893" y="1088"/>
                  </a:lnTo>
                  <a:lnTo>
                    <a:pt x="3788" y="1067"/>
                  </a:lnTo>
                  <a:lnTo>
                    <a:pt x="3683" y="900"/>
                  </a:lnTo>
                  <a:lnTo>
                    <a:pt x="3579" y="879"/>
                  </a:lnTo>
                  <a:lnTo>
                    <a:pt x="3474" y="984"/>
                  </a:lnTo>
                  <a:lnTo>
                    <a:pt x="3411" y="984"/>
                  </a:lnTo>
                  <a:lnTo>
                    <a:pt x="3328" y="879"/>
                  </a:lnTo>
                  <a:lnTo>
                    <a:pt x="3223" y="795"/>
                  </a:lnTo>
                  <a:lnTo>
                    <a:pt x="3014" y="858"/>
                  </a:lnTo>
                  <a:lnTo>
                    <a:pt x="2993" y="837"/>
                  </a:lnTo>
                  <a:lnTo>
                    <a:pt x="2847" y="858"/>
                  </a:lnTo>
                  <a:lnTo>
                    <a:pt x="2742" y="774"/>
                  </a:lnTo>
                  <a:lnTo>
                    <a:pt x="2595" y="837"/>
                  </a:lnTo>
                  <a:lnTo>
                    <a:pt x="2428" y="942"/>
                  </a:lnTo>
                  <a:lnTo>
                    <a:pt x="2386" y="942"/>
                  </a:lnTo>
                  <a:lnTo>
                    <a:pt x="2219" y="984"/>
                  </a:lnTo>
                  <a:lnTo>
                    <a:pt x="2177" y="1046"/>
                  </a:lnTo>
                  <a:lnTo>
                    <a:pt x="2114" y="1067"/>
                  </a:lnTo>
                  <a:lnTo>
                    <a:pt x="2093" y="1109"/>
                  </a:lnTo>
                  <a:lnTo>
                    <a:pt x="2156" y="1172"/>
                  </a:lnTo>
                  <a:lnTo>
                    <a:pt x="2156" y="1297"/>
                  </a:lnTo>
                  <a:lnTo>
                    <a:pt x="2010" y="1423"/>
                  </a:lnTo>
                  <a:lnTo>
                    <a:pt x="2010" y="1590"/>
                  </a:lnTo>
                  <a:lnTo>
                    <a:pt x="1989" y="1716"/>
                  </a:lnTo>
                  <a:lnTo>
                    <a:pt x="1884" y="1737"/>
                  </a:lnTo>
                  <a:lnTo>
                    <a:pt x="1800" y="1821"/>
                  </a:lnTo>
                  <a:lnTo>
                    <a:pt x="1779" y="1883"/>
                  </a:lnTo>
                  <a:lnTo>
                    <a:pt x="1570" y="1925"/>
                  </a:lnTo>
                  <a:lnTo>
                    <a:pt x="1382" y="2030"/>
                  </a:lnTo>
                  <a:lnTo>
                    <a:pt x="1424" y="2113"/>
                  </a:lnTo>
                  <a:lnTo>
                    <a:pt x="1340" y="2155"/>
                  </a:lnTo>
                  <a:lnTo>
                    <a:pt x="1319" y="2239"/>
                  </a:lnTo>
                  <a:lnTo>
                    <a:pt x="1235" y="2344"/>
                  </a:lnTo>
                  <a:lnTo>
                    <a:pt x="1068" y="2365"/>
                  </a:lnTo>
                  <a:lnTo>
                    <a:pt x="1026" y="2427"/>
                  </a:lnTo>
                  <a:lnTo>
                    <a:pt x="963" y="2365"/>
                  </a:lnTo>
                  <a:lnTo>
                    <a:pt x="922" y="2302"/>
                  </a:lnTo>
                  <a:lnTo>
                    <a:pt x="796" y="2197"/>
                  </a:lnTo>
                  <a:lnTo>
                    <a:pt x="712" y="2197"/>
                  </a:lnTo>
                  <a:lnTo>
                    <a:pt x="629" y="2260"/>
                  </a:lnTo>
                  <a:lnTo>
                    <a:pt x="524" y="2260"/>
                  </a:lnTo>
                  <a:lnTo>
                    <a:pt x="440" y="2197"/>
                  </a:lnTo>
                  <a:lnTo>
                    <a:pt x="315" y="2155"/>
                  </a:lnTo>
                  <a:lnTo>
                    <a:pt x="273" y="2197"/>
                  </a:lnTo>
                  <a:lnTo>
                    <a:pt x="273" y="2365"/>
                  </a:lnTo>
                  <a:lnTo>
                    <a:pt x="273" y="2448"/>
                  </a:lnTo>
                  <a:lnTo>
                    <a:pt x="210" y="2532"/>
                  </a:lnTo>
                  <a:lnTo>
                    <a:pt x="294" y="2637"/>
                  </a:lnTo>
                  <a:lnTo>
                    <a:pt x="273" y="2657"/>
                  </a:lnTo>
                  <a:lnTo>
                    <a:pt x="273" y="2741"/>
                  </a:lnTo>
                  <a:lnTo>
                    <a:pt x="126" y="2846"/>
                  </a:lnTo>
                  <a:lnTo>
                    <a:pt x="1" y="2867"/>
                  </a:lnTo>
                  <a:lnTo>
                    <a:pt x="64" y="2950"/>
                  </a:lnTo>
                  <a:lnTo>
                    <a:pt x="168" y="3034"/>
                  </a:lnTo>
                  <a:lnTo>
                    <a:pt x="22" y="3181"/>
                  </a:lnTo>
                  <a:lnTo>
                    <a:pt x="85" y="3181"/>
                  </a:lnTo>
                  <a:lnTo>
                    <a:pt x="106" y="3390"/>
                  </a:lnTo>
                  <a:lnTo>
                    <a:pt x="106" y="3515"/>
                  </a:lnTo>
                  <a:lnTo>
                    <a:pt x="294" y="3557"/>
                  </a:lnTo>
                  <a:lnTo>
                    <a:pt x="336" y="3557"/>
                  </a:lnTo>
                  <a:lnTo>
                    <a:pt x="189" y="3787"/>
                  </a:lnTo>
                  <a:lnTo>
                    <a:pt x="126" y="3934"/>
                  </a:lnTo>
                  <a:lnTo>
                    <a:pt x="294" y="4227"/>
                  </a:lnTo>
                  <a:lnTo>
                    <a:pt x="378" y="4499"/>
                  </a:lnTo>
                  <a:lnTo>
                    <a:pt x="336" y="4562"/>
                  </a:lnTo>
                  <a:lnTo>
                    <a:pt x="398" y="4666"/>
                  </a:lnTo>
                  <a:lnTo>
                    <a:pt x="419" y="4875"/>
                  </a:lnTo>
                  <a:lnTo>
                    <a:pt x="922" y="4917"/>
                  </a:lnTo>
                  <a:lnTo>
                    <a:pt x="1005" y="5085"/>
                  </a:lnTo>
                  <a:lnTo>
                    <a:pt x="1005" y="5252"/>
                  </a:lnTo>
                  <a:lnTo>
                    <a:pt x="1047" y="5482"/>
                  </a:lnTo>
                  <a:lnTo>
                    <a:pt x="1005" y="5566"/>
                  </a:lnTo>
                  <a:lnTo>
                    <a:pt x="587" y="6131"/>
                  </a:lnTo>
                  <a:lnTo>
                    <a:pt x="1361" y="6382"/>
                  </a:lnTo>
                  <a:lnTo>
                    <a:pt x="2051" y="6340"/>
                  </a:lnTo>
                  <a:lnTo>
                    <a:pt x="2219" y="6298"/>
                  </a:lnTo>
                  <a:lnTo>
                    <a:pt x="2407" y="6319"/>
                  </a:lnTo>
                  <a:lnTo>
                    <a:pt x="2491" y="6235"/>
                  </a:lnTo>
                  <a:lnTo>
                    <a:pt x="2679" y="6194"/>
                  </a:lnTo>
                  <a:lnTo>
                    <a:pt x="2993" y="6194"/>
                  </a:lnTo>
                  <a:lnTo>
                    <a:pt x="3160" y="6173"/>
                  </a:lnTo>
                  <a:lnTo>
                    <a:pt x="3370" y="6173"/>
                  </a:lnTo>
                  <a:lnTo>
                    <a:pt x="3621" y="6068"/>
                  </a:lnTo>
                  <a:lnTo>
                    <a:pt x="3621" y="5963"/>
                  </a:lnTo>
                  <a:lnTo>
                    <a:pt x="3579" y="5859"/>
                  </a:lnTo>
                  <a:lnTo>
                    <a:pt x="3579" y="5712"/>
                  </a:lnTo>
                  <a:lnTo>
                    <a:pt x="3537" y="5545"/>
                  </a:lnTo>
                  <a:lnTo>
                    <a:pt x="3537" y="5378"/>
                  </a:lnTo>
                  <a:lnTo>
                    <a:pt x="3621" y="5273"/>
                  </a:lnTo>
                  <a:lnTo>
                    <a:pt x="3725" y="5252"/>
                  </a:lnTo>
                  <a:lnTo>
                    <a:pt x="3746" y="5147"/>
                  </a:lnTo>
                  <a:lnTo>
                    <a:pt x="3788" y="5064"/>
                  </a:lnTo>
                  <a:lnTo>
                    <a:pt x="3935" y="5043"/>
                  </a:lnTo>
                  <a:lnTo>
                    <a:pt x="3997" y="5085"/>
                  </a:lnTo>
                  <a:lnTo>
                    <a:pt x="4207" y="4980"/>
                  </a:lnTo>
                  <a:lnTo>
                    <a:pt x="4269" y="4917"/>
                  </a:lnTo>
                  <a:lnTo>
                    <a:pt x="4186" y="4875"/>
                  </a:lnTo>
                  <a:lnTo>
                    <a:pt x="4395" y="4708"/>
                  </a:lnTo>
                  <a:lnTo>
                    <a:pt x="4416" y="4645"/>
                  </a:lnTo>
                  <a:lnTo>
                    <a:pt x="4583" y="4624"/>
                  </a:lnTo>
                  <a:lnTo>
                    <a:pt x="4625" y="4666"/>
                  </a:lnTo>
                  <a:lnTo>
                    <a:pt x="4771" y="4666"/>
                  </a:lnTo>
                  <a:lnTo>
                    <a:pt x="4792" y="4603"/>
                  </a:lnTo>
                  <a:lnTo>
                    <a:pt x="4834" y="4603"/>
                  </a:lnTo>
                  <a:lnTo>
                    <a:pt x="4981" y="4750"/>
                  </a:lnTo>
                  <a:lnTo>
                    <a:pt x="5085" y="4541"/>
                  </a:lnTo>
                  <a:lnTo>
                    <a:pt x="5043" y="4310"/>
                  </a:lnTo>
                  <a:lnTo>
                    <a:pt x="5085" y="4248"/>
                  </a:lnTo>
                  <a:lnTo>
                    <a:pt x="5085" y="4185"/>
                  </a:lnTo>
                  <a:lnTo>
                    <a:pt x="5127" y="4038"/>
                  </a:lnTo>
                  <a:lnTo>
                    <a:pt x="5148" y="3829"/>
                  </a:lnTo>
                  <a:lnTo>
                    <a:pt x="5190" y="3766"/>
                  </a:lnTo>
                  <a:lnTo>
                    <a:pt x="5316" y="3725"/>
                  </a:lnTo>
                  <a:lnTo>
                    <a:pt x="5441" y="3662"/>
                  </a:lnTo>
                  <a:lnTo>
                    <a:pt x="5462" y="3578"/>
                  </a:lnTo>
                  <a:lnTo>
                    <a:pt x="5420" y="3411"/>
                  </a:lnTo>
                  <a:lnTo>
                    <a:pt x="5295" y="3348"/>
                  </a:lnTo>
                  <a:lnTo>
                    <a:pt x="5232" y="3181"/>
                  </a:lnTo>
                  <a:lnTo>
                    <a:pt x="5357" y="3097"/>
                  </a:lnTo>
                  <a:lnTo>
                    <a:pt x="5567" y="3181"/>
                  </a:lnTo>
                  <a:lnTo>
                    <a:pt x="5776" y="3181"/>
                  </a:lnTo>
                  <a:lnTo>
                    <a:pt x="5943" y="2950"/>
                  </a:lnTo>
                  <a:lnTo>
                    <a:pt x="5943" y="2783"/>
                  </a:lnTo>
                  <a:lnTo>
                    <a:pt x="5818" y="2657"/>
                  </a:lnTo>
                  <a:lnTo>
                    <a:pt x="6069" y="2323"/>
                  </a:lnTo>
                  <a:lnTo>
                    <a:pt x="6048" y="2051"/>
                  </a:lnTo>
                  <a:lnTo>
                    <a:pt x="5818" y="1695"/>
                  </a:lnTo>
                  <a:lnTo>
                    <a:pt x="5901" y="1590"/>
                  </a:lnTo>
                  <a:lnTo>
                    <a:pt x="6027" y="1465"/>
                  </a:lnTo>
                  <a:lnTo>
                    <a:pt x="6173" y="1465"/>
                  </a:lnTo>
                  <a:lnTo>
                    <a:pt x="6299" y="1318"/>
                  </a:lnTo>
                  <a:lnTo>
                    <a:pt x="6487" y="1214"/>
                  </a:lnTo>
                  <a:lnTo>
                    <a:pt x="6613" y="1297"/>
                  </a:lnTo>
                  <a:lnTo>
                    <a:pt x="6801" y="1277"/>
                  </a:lnTo>
                  <a:lnTo>
                    <a:pt x="7199" y="1172"/>
                  </a:lnTo>
                  <a:lnTo>
                    <a:pt x="7450" y="1067"/>
                  </a:lnTo>
                  <a:lnTo>
                    <a:pt x="7596" y="879"/>
                  </a:lnTo>
                  <a:lnTo>
                    <a:pt x="7471" y="858"/>
                  </a:lnTo>
                  <a:lnTo>
                    <a:pt x="7659" y="691"/>
                  </a:lnTo>
                  <a:lnTo>
                    <a:pt x="7638" y="586"/>
                  </a:lnTo>
                  <a:lnTo>
                    <a:pt x="7387" y="586"/>
                  </a:lnTo>
                  <a:lnTo>
                    <a:pt x="7324" y="691"/>
                  </a:lnTo>
                  <a:lnTo>
                    <a:pt x="7094" y="732"/>
                  </a:lnTo>
                  <a:lnTo>
                    <a:pt x="7073" y="586"/>
                  </a:lnTo>
                  <a:lnTo>
                    <a:pt x="6906" y="649"/>
                  </a:lnTo>
                  <a:lnTo>
                    <a:pt x="6655" y="795"/>
                  </a:lnTo>
                  <a:lnTo>
                    <a:pt x="6571" y="858"/>
                  </a:lnTo>
                  <a:lnTo>
                    <a:pt x="6550" y="984"/>
                  </a:lnTo>
                  <a:lnTo>
                    <a:pt x="6424" y="1067"/>
                  </a:lnTo>
                  <a:lnTo>
                    <a:pt x="6257" y="1151"/>
                  </a:lnTo>
                  <a:lnTo>
                    <a:pt x="6236" y="1193"/>
                  </a:lnTo>
                  <a:lnTo>
                    <a:pt x="6132" y="1277"/>
                  </a:lnTo>
                  <a:lnTo>
                    <a:pt x="5985" y="1277"/>
                  </a:lnTo>
                  <a:lnTo>
                    <a:pt x="5880" y="1256"/>
                  </a:lnTo>
                  <a:lnTo>
                    <a:pt x="5880" y="1172"/>
                  </a:lnTo>
                  <a:lnTo>
                    <a:pt x="5776" y="1046"/>
                  </a:lnTo>
                  <a:lnTo>
                    <a:pt x="5776" y="837"/>
                  </a:lnTo>
                  <a:lnTo>
                    <a:pt x="5755" y="691"/>
                  </a:lnTo>
                  <a:lnTo>
                    <a:pt x="5776" y="565"/>
                  </a:lnTo>
                  <a:lnTo>
                    <a:pt x="5734" y="460"/>
                  </a:lnTo>
                  <a:lnTo>
                    <a:pt x="5629" y="460"/>
                  </a:lnTo>
                  <a:lnTo>
                    <a:pt x="5608" y="356"/>
                  </a:lnTo>
                  <a:lnTo>
                    <a:pt x="5629" y="209"/>
                  </a:lnTo>
                  <a:lnTo>
                    <a:pt x="5629" y="126"/>
                  </a:lnTo>
                  <a:lnTo>
                    <a:pt x="5525" y="63"/>
                  </a:lnTo>
                  <a:lnTo>
                    <a:pt x="542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2" name="Google Shape;7820;p67">
              <a:extLst>
                <a:ext uri="{FF2B5EF4-FFF2-40B4-BE49-F238E27FC236}">
                  <a16:creationId xmlns:a16="http://schemas.microsoft.com/office/drawing/2014/main" id="{328E7FB6-FBD2-816F-DD84-36E67DEF9301}"/>
                </a:ext>
              </a:extLst>
            </p:cNvPr>
            <p:cNvSpPr/>
            <p:nvPr/>
          </p:nvSpPr>
          <p:spPr>
            <a:xfrm>
              <a:off x="3978150" y="2401100"/>
              <a:ext cx="237525" cy="148050"/>
            </a:xfrm>
            <a:custGeom>
              <a:avLst/>
              <a:gdLst/>
              <a:ahLst/>
              <a:cxnLst/>
              <a:rect l="l" t="t" r="r" b="b"/>
              <a:pathLst>
                <a:path w="9501" h="5922" extrusionOk="0">
                  <a:moveTo>
                    <a:pt x="5064" y="0"/>
                  </a:moveTo>
                  <a:lnTo>
                    <a:pt x="4960" y="84"/>
                  </a:lnTo>
                  <a:lnTo>
                    <a:pt x="5002" y="209"/>
                  </a:lnTo>
                  <a:lnTo>
                    <a:pt x="4855" y="230"/>
                  </a:lnTo>
                  <a:lnTo>
                    <a:pt x="4751" y="209"/>
                  </a:lnTo>
                  <a:lnTo>
                    <a:pt x="4730" y="209"/>
                  </a:lnTo>
                  <a:lnTo>
                    <a:pt x="4500" y="272"/>
                  </a:lnTo>
                  <a:lnTo>
                    <a:pt x="4332" y="293"/>
                  </a:lnTo>
                  <a:lnTo>
                    <a:pt x="4228" y="502"/>
                  </a:lnTo>
                  <a:lnTo>
                    <a:pt x="4228" y="712"/>
                  </a:lnTo>
                  <a:lnTo>
                    <a:pt x="4102" y="712"/>
                  </a:lnTo>
                  <a:lnTo>
                    <a:pt x="3997" y="628"/>
                  </a:lnTo>
                  <a:lnTo>
                    <a:pt x="3851" y="691"/>
                  </a:lnTo>
                  <a:lnTo>
                    <a:pt x="3746" y="607"/>
                  </a:lnTo>
                  <a:lnTo>
                    <a:pt x="3642" y="628"/>
                  </a:lnTo>
                  <a:lnTo>
                    <a:pt x="3537" y="753"/>
                  </a:lnTo>
                  <a:lnTo>
                    <a:pt x="3432" y="732"/>
                  </a:lnTo>
                  <a:lnTo>
                    <a:pt x="3391" y="607"/>
                  </a:lnTo>
                  <a:lnTo>
                    <a:pt x="3244" y="607"/>
                  </a:lnTo>
                  <a:lnTo>
                    <a:pt x="3056" y="712"/>
                  </a:lnTo>
                  <a:lnTo>
                    <a:pt x="2972" y="649"/>
                  </a:lnTo>
                  <a:lnTo>
                    <a:pt x="2805" y="628"/>
                  </a:lnTo>
                  <a:lnTo>
                    <a:pt x="2763" y="691"/>
                  </a:lnTo>
                  <a:lnTo>
                    <a:pt x="2700" y="691"/>
                  </a:lnTo>
                  <a:lnTo>
                    <a:pt x="2595" y="607"/>
                  </a:lnTo>
                  <a:lnTo>
                    <a:pt x="2386" y="691"/>
                  </a:lnTo>
                  <a:lnTo>
                    <a:pt x="2344" y="628"/>
                  </a:lnTo>
                  <a:lnTo>
                    <a:pt x="2219" y="544"/>
                  </a:lnTo>
                  <a:lnTo>
                    <a:pt x="1884" y="502"/>
                  </a:lnTo>
                  <a:lnTo>
                    <a:pt x="1759" y="419"/>
                  </a:lnTo>
                  <a:lnTo>
                    <a:pt x="1675" y="419"/>
                  </a:lnTo>
                  <a:lnTo>
                    <a:pt x="1570" y="523"/>
                  </a:lnTo>
                  <a:lnTo>
                    <a:pt x="1382" y="523"/>
                  </a:lnTo>
                  <a:lnTo>
                    <a:pt x="963" y="586"/>
                  </a:lnTo>
                  <a:lnTo>
                    <a:pt x="859" y="628"/>
                  </a:lnTo>
                  <a:lnTo>
                    <a:pt x="671" y="544"/>
                  </a:lnTo>
                  <a:lnTo>
                    <a:pt x="608" y="544"/>
                  </a:lnTo>
                  <a:lnTo>
                    <a:pt x="566" y="649"/>
                  </a:lnTo>
                  <a:lnTo>
                    <a:pt x="608" y="921"/>
                  </a:lnTo>
                  <a:lnTo>
                    <a:pt x="650" y="1004"/>
                  </a:lnTo>
                  <a:lnTo>
                    <a:pt x="733" y="1151"/>
                  </a:lnTo>
                  <a:lnTo>
                    <a:pt x="859" y="1235"/>
                  </a:lnTo>
                  <a:lnTo>
                    <a:pt x="817" y="1318"/>
                  </a:lnTo>
                  <a:lnTo>
                    <a:pt x="838" y="1381"/>
                  </a:lnTo>
                  <a:lnTo>
                    <a:pt x="880" y="1465"/>
                  </a:lnTo>
                  <a:lnTo>
                    <a:pt x="838" y="1653"/>
                  </a:lnTo>
                  <a:lnTo>
                    <a:pt x="754" y="1653"/>
                  </a:lnTo>
                  <a:lnTo>
                    <a:pt x="650" y="1737"/>
                  </a:lnTo>
                  <a:lnTo>
                    <a:pt x="629" y="1904"/>
                  </a:lnTo>
                  <a:lnTo>
                    <a:pt x="252" y="2302"/>
                  </a:lnTo>
                  <a:lnTo>
                    <a:pt x="294" y="2469"/>
                  </a:lnTo>
                  <a:lnTo>
                    <a:pt x="294" y="2637"/>
                  </a:lnTo>
                  <a:lnTo>
                    <a:pt x="147" y="2616"/>
                  </a:lnTo>
                  <a:lnTo>
                    <a:pt x="43" y="2888"/>
                  </a:lnTo>
                  <a:lnTo>
                    <a:pt x="22" y="3097"/>
                  </a:lnTo>
                  <a:lnTo>
                    <a:pt x="1" y="3097"/>
                  </a:lnTo>
                  <a:lnTo>
                    <a:pt x="126" y="3222"/>
                  </a:lnTo>
                  <a:lnTo>
                    <a:pt x="294" y="3327"/>
                  </a:lnTo>
                  <a:lnTo>
                    <a:pt x="315" y="3432"/>
                  </a:lnTo>
                  <a:lnTo>
                    <a:pt x="440" y="3432"/>
                  </a:lnTo>
                  <a:lnTo>
                    <a:pt x="524" y="3348"/>
                  </a:lnTo>
                  <a:lnTo>
                    <a:pt x="629" y="3348"/>
                  </a:lnTo>
                  <a:lnTo>
                    <a:pt x="838" y="3453"/>
                  </a:lnTo>
                  <a:lnTo>
                    <a:pt x="984" y="3473"/>
                  </a:lnTo>
                  <a:lnTo>
                    <a:pt x="1152" y="3536"/>
                  </a:lnTo>
                  <a:lnTo>
                    <a:pt x="1194" y="3641"/>
                  </a:lnTo>
                  <a:lnTo>
                    <a:pt x="1340" y="3683"/>
                  </a:lnTo>
                  <a:lnTo>
                    <a:pt x="1487" y="3641"/>
                  </a:lnTo>
                  <a:lnTo>
                    <a:pt x="1612" y="3641"/>
                  </a:lnTo>
                  <a:lnTo>
                    <a:pt x="1717" y="3515"/>
                  </a:lnTo>
                  <a:lnTo>
                    <a:pt x="2114" y="3453"/>
                  </a:lnTo>
                  <a:lnTo>
                    <a:pt x="2240" y="3369"/>
                  </a:lnTo>
                  <a:lnTo>
                    <a:pt x="2386" y="3348"/>
                  </a:lnTo>
                  <a:lnTo>
                    <a:pt x="2344" y="3201"/>
                  </a:lnTo>
                  <a:lnTo>
                    <a:pt x="2386" y="3139"/>
                  </a:lnTo>
                  <a:lnTo>
                    <a:pt x="2344" y="2992"/>
                  </a:lnTo>
                  <a:lnTo>
                    <a:pt x="2428" y="3013"/>
                  </a:lnTo>
                  <a:lnTo>
                    <a:pt x="2449" y="2992"/>
                  </a:lnTo>
                  <a:lnTo>
                    <a:pt x="2554" y="3034"/>
                  </a:lnTo>
                  <a:lnTo>
                    <a:pt x="2616" y="2992"/>
                  </a:lnTo>
                  <a:lnTo>
                    <a:pt x="2742" y="2992"/>
                  </a:lnTo>
                  <a:lnTo>
                    <a:pt x="2763" y="2929"/>
                  </a:lnTo>
                  <a:lnTo>
                    <a:pt x="2867" y="3055"/>
                  </a:lnTo>
                  <a:lnTo>
                    <a:pt x="3014" y="3055"/>
                  </a:lnTo>
                  <a:lnTo>
                    <a:pt x="3181" y="3243"/>
                  </a:lnTo>
                  <a:lnTo>
                    <a:pt x="3370" y="3243"/>
                  </a:lnTo>
                  <a:lnTo>
                    <a:pt x="3391" y="3201"/>
                  </a:lnTo>
                  <a:lnTo>
                    <a:pt x="3453" y="3201"/>
                  </a:lnTo>
                  <a:lnTo>
                    <a:pt x="3642" y="3369"/>
                  </a:lnTo>
                  <a:lnTo>
                    <a:pt x="3788" y="3453"/>
                  </a:lnTo>
                  <a:lnTo>
                    <a:pt x="3809" y="3641"/>
                  </a:lnTo>
                  <a:lnTo>
                    <a:pt x="3809" y="3787"/>
                  </a:lnTo>
                  <a:lnTo>
                    <a:pt x="3956" y="3850"/>
                  </a:lnTo>
                  <a:lnTo>
                    <a:pt x="3956" y="3892"/>
                  </a:lnTo>
                  <a:lnTo>
                    <a:pt x="4102" y="4038"/>
                  </a:lnTo>
                  <a:lnTo>
                    <a:pt x="4269" y="4143"/>
                  </a:lnTo>
                  <a:lnTo>
                    <a:pt x="4290" y="4248"/>
                  </a:lnTo>
                  <a:lnTo>
                    <a:pt x="4269" y="4352"/>
                  </a:lnTo>
                  <a:lnTo>
                    <a:pt x="4332" y="4457"/>
                  </a:lnTo>
                  <a:lnTo>
                    <a:pt x="4311" y="4499"/>
                  </a:lnTo>
                  <a:lnTo>
                    <a:pt x="4123" y="4499"/>
                  </a:lnTo>
                  <a:lnTo>
                    <a:pt x="4060" y="4415"/>
                  </a:lnTo>
                  <a:lnTo>
                    <a:pt x="3893" y="4478"/>
                  </a:lnTo>
                  <a:lnTo>
                    <a:pt x="3788" y="4478"/>
                  </a:lnTo>
                  <a:lnTo>
                    <a:pt x="3767" y="4687"/>
                  </a:lnTo>
                  <a:lnTo>
                    <a:pt x="3767" y="4834"/>
                  </a:lnTo>
                  <a:lnTo>
                    <a:pt x="3704" y="4813"/>
                  </a:lnTo>
                  <a:lnTo>
                    <a:pt x="3600" y="5022"/>
                  </a:lnTo>
                  <a:lnTo>
                    <a:pt x="3600" y="5126"/>
                  </a:lnTo>
                  <a:lnTo>
                    <a:pt x="3495" y="5106"/>
                  </a:lnTo>
                  <a:lnTo>
                    <a:pt x="3432" y="5147"/>
                  </a:lnTo>
                  <a:lnTo>
                    <a:pt x="3537" y="5315"/>
                  </a:lnTo>
                  <a:lnTo>
                    <a:pt x="3684" y="5357"/>
                  </a:lnTo>
                  <a:lnTo>
                    <a:pt x="3893" y="5357"/>
                  </a:lnTo>
                  <a:lnTo>
                    <a:pt x="3976" y="5294"/>
                  </a:lnTo>
                  <a:lnTo>
                    <a:pt x="4165" y="5294"/>
                  </a:lnTo>
                  <a:lnTo>
                    <a:pt x="4269" y="5357"/>
                  </a:lnTo>
                  <a:lnTo>
                    <a:pt x="4290" y="5252"/>
                  </a:lnTo>
                  <a:lnTo>
                    <a:pt x="4228" y="5189"/>
                  </a:lnTo>
                  <a:lnTo>
                    <a:pt x="4228" y="5106"/>
                  </a:lnTo>
                  <a:lnTo>
                    <a:pt x="4228" y="5022"/>
                  </a:lnTo>
                  <a:lnTo>
                    <a:pt x="4290" y="5106"/>
                  </a:lnTo>
                  <a:lnTo>
                    <a:pt x="4374" y="5106"/>
                  </a:lnTo>
                  <a:lnTo>
                    <a:pt x="4583" y="4834"/>
                  </a:lnTo>
                  <a:lnTo>
                    <a:pt x="4541" y="4771"/>
                  </a:lnTo>
                  <a:lnTo>
                    <a:pt x="4604" y="4771"/>
                  </a:lnTo>
                  <a:lnTo>
                    <a:pt x="4730" y="4603"/>
                  </a:lnTo>
                  <a:lnTo>
                    <a:pt x="4730" y="4478"/>
                  </a:lnTo>
                  <a:lnTo>
                    <a:pt x="4813" y="4394"/>
                  </a:lnTo>
                  <a:lnTo>
                    <a:pt x="4939" y="4394"/>
                  </a:lnTo>
                  <a:lnTo>
                    <a:pt x="5064" y="4269"/>
                  </a:lnTo>
                  <a:lnTo>
                    <a:pt x="5127" y="4310"/>
                  </a:lnTo>
                  <a:lnTo>
                    <a:pt x="5127" y="4352"/>
                  </a:lnTo>
                  <a:lnTo>
                    <a:pt x="5232" y="4352"/>
                  </a:lnTo>
                  <a:lnTo>
                    <a:pt x="5274" y="4289"/>
                  </a:lnTo>
                  <a:lnTo>
                    <a:pt x="5336" y="4206"/>
                  </a:lnTo>
                  <a:lnTo>
                    <a:pt x="5357" y="4269"/>
                  </a:lnTo>
                  <a:lnTo>
                    <a:pt x="5441" y="4310"/>
                  </a:lnTo>
                  <a:lnTo>
                    <a:pt x="5525" y="4352"/>
                  </a:lnTo>
                  <a:lnTo>
                    <a:pt x="5692" y="4310"/>
                  </a:lnTo>
                  <a:lnTo>
                    <a:pt x="5567" y="4373"/>
                  </a:lnTo>
                  <a:lnTo>
                    <a:pt x="5483" y="4415"/>
                  </a:lnTo>
                  <a:lnTo>
                    <a:pt x="5378" y="4394"/>
                  </a:lnTo>
                  <a:lnTo>
                    <a:pt x="5211" y="4415"/>
                  </a:lnTo>
                  <a:lnTo>
                    <a:pt x="5064" y="4415"/>
                  </a:lnTo>
                  <a:lnTo>
                    <a:pt x="5127" y="4478"/>
                  </a:lnTo>
                  <a:lnTo>
                    <a:pt x="5336" y="4478"/>
                  </a:lnTo>
                  <a:lnTo>
                    <a:pt x="5483" y="4561"/>
                  </a:lnTo>
                  <a:lnTo>
                    <a:pt x="5462" y="4582"/>
                  </a:lnTo>
                  <a:lnTo>
                    <a:pt x="5420" y="4624"/>
                  </a:lnTo>
                  <a:lnTo>
                    <a:pt x="5483" y="4708"/>
                  </a:lnTo>
                  <a:lnTo>
                    <a:pt x="5567" y="4708"/>
                  </a:lnTo>
                  <a:lnTo>
                    <a:pt x="5671" y="4771"/>
                  </a:lnTo>
                  <a:lnTo>
                    <a:pt x="5797" y="4708"/>
                  </a:lnTo>
                  <a:lnTo>
                    <a:pt x="5943" y="4687"/>
                  </a:lnTo>
                  <a:lnTo>
                    <a:pt x="6069" y="4729"/>
                  </a:lnTo>
                  <a:lnTo>
                    <a:pt x="6173" y="4792"/>
                  </a:lnTo>
                  <a:lnTo>
                    <a:pt x="6194" y="4708"/>
                  </a:lnTo>
                  <a:lnTo>
                    <a:pt x="6257" y="4729"/>
                  </a:lnTo>
                  <a:lnTo>
                    <a:pt x="6278" y="4875"/>
                  </a:lnTo>
                  <a:lnTo>
                    <a:pt x="6362" y="4938"/>
                  </a:lnTo>
                  <a:lnTo>
                    <a:pt x="6299" y="4980"/>
                  </a:lnTo>
                  <a:lnTo>
                    <a:pt x="6111" y="5022"/>
                  </a:lnTo>
                  <a:lnTo>
                    <a:pt x="5943" y="5126"/>
                  </a:lnTo>
                  <a:lnTo>
                    <a:pt x="5797" y="5315"/>
                  </a:lnTo>
                  <a:lnTo>
                    <a:pt x="5901" y="5357"/>
                  </a:lnTo>
                  <a:lnTo>
                    <a:pt x="5985" y="5294"/>
                  </a:lnTo>
                  <a:lnTo>
                    <a:pt x="6111" y="5357"/>
                  </a:lnTo>
                  <a:lnTo>
                    <a:pt x="6173" y="5336"/>
                  </a:lnTo>
                  <a:lnTo>
                    <a:pt x="6362" y="5503"/>
                  </a:lnTo>
                  <a:lnTo>
                    <a:pt x="6383" y="5566"/>
                  </a:lnTo>
                  <a:lnTo>
                    <a:pt x="6299" y="5775"/>
                  </a:lnTo>
                  <a:lnTo>
                    <a:pt x="6278" y="5838"/>
                  </a:lnTo>
                  <a:lnTo>
                    <a:pt x="6383" y="5922"/>
                  </a:lnTo>
                  <a:lnTo>
                    <a:pt x="6592" y="5922"/>
                  </a:lnTo>
                  <a:lnTo>
                    <a:pt x="6780" y="5817"/>
                  </a:lnTo>
                  <a:lnTo>
                    <a:pt x="7031" y="5629"/>
                  </a:lnTo>
                  <a:lnTo>
                    <a:pt x="7220" y="5629"/>
                  </a:lnTo>
                  <a:lnTo>
                    <a:pt x="7324" y="5503"/>
                  </a:lnTo>
                  <a:lnTo>
                    <a:pt x="7450" y="5419"/>
                  </a:lnTo>
                  <a:lnTo>
                    <a:pt x="7680" y="5440"/>
                  </a:lnTo>
                  <a:lnTo>
                    <a:pt x="7889" y="5440"/>
                  </a:lnTo>
                  <a:lnTo>
                    <a:pt x="7952" y="5336"/>
                  </a:lnTo>
                  <a:lnTo>
                    <a:pt x="7889" y="5231"/>
                  </a:lnTo>
                  <a:lnTo>
                    <a:pt x="7952" y="5210"/>
                  </a:lnTo>
                  <a:lnTo>
                    <a:pt x="7994" y="5126"/>
                  </a:lnTo>
                  <a:lnTo>
                    <a:pt x="7847" y="5106"/>
                  </a:lnTo>
                  <a:lnTo>
                    <a:pt x="7659" y="5126"/>
                  </a:lnTo>
                  <a:lnTo>
                    <a:pt x="7638" y="5252"/>
                  </a:lnTo>
                  <a:lnTo>
                    <a:pt x="7513" y="5189"/>
                  </a:lnTo>
                  <a:lnTo>
                    <a:pt x="7450" y="5189"/>
                  </a:lnTo>
                  <a:lnTo>
                    <a:pt x="7345" y="5294"/>
                  </a:lnTo>
                  <a:lnTo>
                    <a:pt x="7303" y="5252"/>
                  </a:lnTo>
                  <a:lnTo>
                    <a:pt x="7010" y="4938"/>
                  </a:lnTo>
                  <a:lnTo>
                    <a:pt x="6948" y="4813"/>
                  </a:lnTo>
                  <a:lnTo>
                    <a:pt x="6885" y="4687"/>
                  </a:lnTo>
                  <a:lnTo>
                    <a:pt x="6822" y="4708"/>
                  </a:lnTo>
                  <a:lnTo>
                    <a:pt x="6885" y="4875"/>
                  </a:lnTo>
                  <a:lnTo>
                    <a:pt x="7094" y="5106"/>
                  </a:lnTo>
                  <a:lnTo>
                    <a:pt x="7261" y="5294"/>
                  </a:lnTo>
                  <a:lnTo>
                    <a:pt x="7220" y="5315"/>
                  </a:lnTo>
                  <a:lnTo>
                    <a:pt x="7094" y="5294"/>
                  </a:lnTo>
                  <a:lnTo>
                    <a:pt x="7031" y="5210"/>
                  </a:lnTo>
                  <a:lnTo>
                    <a:pt x="7010" y="5085"/>
                  </a:lnTo>
                  <a:lnTo>
                    <a:pt x="6927" y="5043"/>
                  </a:lnTo>
                  <a:lnTo>
                    <a:pt x="6885" y="5106"/>
                  </a:lnTo>
                  <a:lnTo>
                    <a:pt x="6885" y="5022"/>
                  </a:lnTo>
                  <a:lnTo>
                    <a:pt x="6822" y="5022"/>
                  </a:lnTo>
                  <a:lnTo>
                    <a:pt x="6780" y="5043"/>
                  </a:lnTo>
                  <a:lnTo>
                    <a:pt x="6780" y="5001"/>
                  </a:lnTo>
                  <a:lnTo>
                    <a:pt x="6822" y="4917"/>
                  </a:lnTo>
                  <a:lnTo>
                    <a:pt x="6801" y="4875"/>
                  </a:lnTo>
                  <a:lnTo>
                    <a:pt x="6717" y="4896"/>
                  </a:lnTo>
                  <a:lnTo>
                    <a:pt x="6676" y="4834"/>
                  </a:lnTo>
                  <a:lnTo>
                    <a:pt x="6592" y="4771"/>
                  </a:lnTo>
                  <a:lnTo>
                    <a:pt x="6404" y="4792"/>
                  </a:lnTo>
                  <a:lnTo>
                    <a:pt x="6320" y="4729"/>
                  </a:lnTo>
                  <a:lnTo>
                    <a:pt x="6362" y="4687"/>
                  </a:lnTo>
                  <a:lnTo>
                    <a:pt x="6487" y="4708"/>
                  </a:lnTo>
                  <a:lnTo>
                    <a:pt x="6529" y="4624"/>
                  </a:lnTo>
                  <a:lnTo>
                    <a:pt x="6634" y="4708"/>
                  </a:lnTo>
                  <a:lnTo>
                    <a:pt x="6738" y="4708"/>
                  </a:lnTo>
                  <a:lnTo>
                    <a:pt x="6780" y="4624"/>
                  </a:lnTo>
                  <a:lnTo>
                    <a:pt x="6885" y="4603"/>
                  </a:lnTo>
                  <a:lnTo>
                    <a:pt x="7052" y="4415"/>
                  </a:lnTo>
                  <a:lnTo>
                    <a:pt x="7052" y="4373"/>
                  </a:lnTo>
                  <a:lnTo>
                    <a:pt x="7136" y="4394"/>
                  </a:lnTo>
                  <a:lnTo>
                    <a:pt x="7136" y="4457"/>
                  </a:lnTo>
                  <a:lnTo>
                    <a:pt x="7031" y="4582"/>
                  </a:lnTo>
                  <a:lnTo>
                    <a:pt x="6989" y="4603"/>
                  </a:lnTo>
                  <a:lnTo>
                    <a:pt x="7010" y="4666"/>
                  </a:lnTo>
                  <a:lnTo>
                    <a:pt x="7094" y="4624"/>
                  </a:lnTo>
                  <a:lnTo>
                    <a:pt x="7220" y="4457"/>
                  </a:lnTo>
                  <a:lnTo>
                    <a:pt x="7241" y="4373"/>
                  </a:lnTo>
                  <a:lnTo>
                    <a:pt x="7157" y="4289"/>
                  </a:lnTo>
                  <a:lnTo>
                    <a:pt x="7136" y="4248"/>
                  </a:lnTo>
                  <a:lnTo>
                    <a:pt x="7199" y="4206"/>
                  </a:lnTo>
                  <a:lnTo>
                    <a:pt x="7261" y="4352"/>
                  </a:lnTo>
                  <a:lnTo>
                    <a:pt x="7345" y="4373"/>
                  </a:lnTo>
                  <a:lnTo>
                    <a:pt x="7450" y="4289"/>
                  </a:lnTo>
                  <a:lnTo>
                    <a:pt x="7617" y="4310"/>
                  </a:lnTo>
                  <a:lnTo>
                    <a:pt x="7722" y="4248"/>
                  </a:lnTo>
                  <a:lnTo>
                    <a:pt x="7868" y="4248"/>
                  </a:lnTo>
                  <a:lnTo>
                    <a:pt x="7973" y="4101"/>
                  </a:lnTo>
                  <a:lnTo>
                    <a:pt x="8057" y="4038"/>
                  </a:lnTo>
                  <a:lnTo>
                    <a:pt x="8182" y="4038"/>
                  </a:lnTo>
                  <a:lnTo>
                    <a:pt x="8203" y="3934"/>
                  </a:lnTo>
                  <a:lnTo>
                    <a:pt x="8287" y="3871"/>
                  </a:lnTo>
                  <a:lnTo>
                    <a:pt x="8454" y="3871"/>
                  </a:lnTo>
                  <a:lnTo>
                    <a:pt x="8580" y="3829"/>
                  </a:lnTo>
                  <a:lnTo>
                    <a:pt x="8663" y="3829"/>
                  </a:lnTo>
                  <a:lnTo>
                    <a:pt x="8663" y="3892"/>
                  </a:lnTo>
                  <a:lnTo>
                    <a:pt x="8768" y="3850"/>
                  </a:lnTo>
                  <a:lnTo>
                    <a:pt x="8789" y="3578"/>
                  </a:lnTo>
                  <a:lnTo>
                    <a:pt x="8873" y="3557"/>
                  </a:lnTo>
                  <a:lnTo>
                    <a:pt x="8998" y="3348"/>
                  </a:lnTo>
                  <a:lnTo>
                    <a:pt x="9291" y="3327"/>
                  </a:lnTo>
                  <a:lnTo>
                    <a:pt x="9396" y="3243"/>
                  </a:lnTo>
                  <a:lnTo>
                    <a:pt x="9354" y="3118"/>
                  </a:lnTo>
                  <a:lnTo>
                    <a:pt x="9438" y="2909"/>
                  </a:lnTo>
                  <a:lnTo>
                    <a:pt x="9417" y="2720"/>
                  </a:lnTo>
                  <a:lnTo>
                    <a:pt x="9228" y="2616"/>
                  </a:lnTo>
                  <a:lnTo>
                    <a:pt x="9291" y="2365"/>
                  </a:lnTo>
                  <a:lnTo>
                    <a:pt x="9396" y="2323"/>
                  </a:lnTo>
                  <a:lnTo>
                    <a:pt x="9500" y="2197"/>
                  </a:lnTo>
                  <a:lnTo>
                    <a:pt x="9500" y="2072"/>
                  </a:lnTo>
                  <a:lnTo>
                    <a:pt x="9417" y="2009"/>
                  </a:lnTo>
                  <a:lnTo>
                    <a:pt x="9354" y="1883"/>
                  </a:lnTo>
                  <a:lnTo>
                    <a:pt x="9291" y="1967"/>
                  </a:lnTo>
                  <a:lnTo>
                    <a:pt x="9103" y="1946"/>
                  </a:lnTo>
                  <a:lnTo>
                    <a:pt x="8935" y="1841"/>
                  </a:lnTo>
                  <a:lnTo>
                    <a:pt x="8810" y="1862"/>
                  </a:lnTo>
                  <a:lnTo>
                    <a:pt x="8705" y="1800"/>
                  </a:lnTo>
                  <a:lnTo>
                    <a:pt x="8559" y="1779"/>
                  </a:lnTo>
                  <a:lnTo>
                    <a:pt x="8349" y="1758"/>
                  </a:lnTo>
                  <a:lnTo>
                    <a:pt x="8266" y="1841"/>
                  </a:lnTo>
                  <a:lnTo>
                    <a:pt x="8203" y="1695"/>
                  </a:lnTo>
                  <a:lnTo>
                    <a:pt x="8057" y="1590"/>
                  </a:lnTo>
                  <a:lnTo>
                    <a:pt x="7931" y="1318"/>
                  </a:lnTo>
                  <a:lnTo>
                    <a:pt x="7826" y="1339"/>
                  </a:lnTo>
                  <a:lnTo>
                    <a:pt x="7638" y="1465"/>
                  </a:lnTo>
                  <a:lnTo>
                    <a:pt x="7513" y="1444"/>
                  </a:lnTo>
                  <a:lnTo>
                    <a:pt x="7366" y="1486"/>
                  </a:lnTo>
                  <a:lnTo>
                    <a:pt x="7220" y="1423"/>
                  </a:lnTo>
                  <a:lnTo>
                    <a:pt x="7115" y="1528"/>
                  </a:lnTo>
                  <a:lnTo>
                    <a:pt x="6843" y="1256"/>
                  </a:lnTo>
                  <a:lnTo>
                    <a:pt x="6780" y="1067"/>
                  </a:lnTo>
                  <a:lnTo>
                    <a:pt x="6780" y="921"/>
                  </a:lnTo>
                  <a:lnTo>
                    <a:pt x="6676" y="921"/>
                  </a:lnTo>
                  <a:lnTo>
                    <a:pt x="6676" y="795"/>
                  </a:lnTo>
                  <a:lnTo>
                    <a:pt x="6529" y="691"/>
                  </a:lnTo>
                  <a:lnTo>
                    <a:pt x="6215" y="732"/>
                  </a:lnTo>
                  <a:lnTo>
                    <a:pt x="6069" y="523"/>
                  </a:lnTo>
                  <a:lnTo>
                    <a:pt x="6111" y="398"/>
                  </a:lnTo>
                  <a:lnTo>
                    <a:pt x="6006" y="293"/>
                  </a:lnTo>
                  <a:lnTo>
                    <a:pt x="5901" y="21"/>
                  </a:lnTo>
                  <a:lnTo>
                    <a:pt x="5776" y="21"/>
                  </a:lnTo>
                  <a:lnTo>
                    <a:pt x="5650" y="105"/>
                  </a:lnTo>
                  <a:lnTo>
                    <a:pt x="5357" y="105"/>
                  </a:lnTo>
                  <a:lnTo>
                    <a:pt x="506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3" name="Google Shape;7821;p67">
              <a:extLst>
                <a:ext uri="{FF2B5EF4-FFF2-40B4-BE49-F238E27FC236}">
                  <a16:creationId xmlns:a16="http://schemas.microsoft.com/office/drawing/2014/main" id="{3A86658F-6064-409E-16E7-D8938113C6A5}"/>
                </a:ext>
              </a:extLst>
            </p:cNvPr>
            <p:cNvSpPr/>
            <p:nvPr/>
          </p:nvSpPr>
          <p:spPr>
            <a:xfrm>
              <a:off x="4036750" y="2474325"/>
              <a:ext cx="49725" cy="55475"/>
            </a:xfrm>
            <a:custGeom>
              <a:avLst/>
              <a:gdLst/>
              <a:ahLst/>
              <a:cxnLst/>
              <a:rect l="l" t="t" r="r" b="b"/>
              <a:pathLst>
                <a:path w="1989" h="2219" extrusionOk="0">
                  <a:moveTo>
                    <a:pt x="419" y="0"/>
                  </a:moveTo>
                  <a:lnTo>
                    <a:pt x="398" y="63"/>
                  </a:lnTo>
                  <a:lnTo>
                    <a:pt x="272" y="63"/>
                  </a:lnTo>
                  <a:lnTo>
                    <a:pt x="210" y="105"/>
                  </a:lnTo>
                  <a:lnTo>
                    <a:pt x="105" y="63"/>
                  </a:lnTo>
                  <a:lnTo>
                    <a:pt x="84" y="84"/>
                  </a:lnTo>
                  <a:lnTo>
                    <a:pt x="0" y="63"/>
                  </a:lnTo>
                  <a:lnTo>
                    <a:pt x="42" y="210"/>
                  </a:lnTo>
                  <a:lnTo>
                    <a:pt x="0" y="272"/>
                  </a:lnTo>
                  <a:lnTo>
                    <a:pt x="42" y="419"/>
                  </a:lnTo>
                  <a:lnTo>
                    <a:pt x="251" y="377"/>
                  </a:lnTo>
                  <a:lnTo>
                    <a:pt x="314" y="628"/>
                  </a:lnTo>
                  <a:lnTo>
                    <a:pt x="565" y="837"/>
                  </a:lnTo>
                  <a:lnTo>
                    <a:pt x="586" y="942"/>
                  </a:lnTo>
                  <a:lnTo>
                    <a:pt x="900" y="1214"/>
                  </a:lnTo>
                  <a:lnTo>
                    <a:pt x="921" y="1360"/>
                  </a:lnTo>
                  <a:lnTo>
                    <a:pt x="1026" y="1528"/>
                  </a:lnTo>
                  <a:lnTo>
                    <a:pt x="1005" y="2072"/>
                  </a:lnTo>
                  <a:lnTo>
                    <a:pt x="1088" y="2218"/>
                  </a:lnTo>
                  <a:lnTo>
                    <a:pt x="1151" y="2177"/>
                  </a:lnTo>
                  <a:lnTo>
                    <a:pt x="1256" y="2197"/>
                  </a:lnTo>
                  <a:lnTo>
                    <a:pt x="1256" y="2093"/>
                  </a:lnTo>
                  <a:lnTo>
                    <a:pt x="1360" y="1884"/>
                  </a:lnTo>
                  <a:lnTo>
                    <a:pt x="1423" y="1905"/>
                  </a:lnTo>
                  <a:lnTo>
                    <a:pt x="1423" y="1758"/>
                  </a:lnTo>
                  <a:lnTo>
                    <a:pt x="1444" y="1549"/>
                  </a:lnTo>
                  <a:lnTo>
                    <a:pt x="1549" y="1549"/>
                  </a:lnTo>
                  <a:lnTo>
                    <a:pt x="1716" y="1486"/>
                  </a:lnTo>
                  <a:lnTo>
                    <a:pt x="1779" y="1570"/>
                  </a:lnTo>
                  <a:lnTo>
                    <a:pt x="1967" y="1570"/>
                  </a:lnTo>
                  <a:lnTo>
                    <a:pt x="1988" y="1528"/>
                  </a:lnTo>
                  <a:lnTo>
                    <a:pt x="1925" y="1423"/>
                  </a:lnTo>
                  <a:lnTo>
                    <a:pt x="1946" y="1319"/>
                  </a:lnTo>
                  <a:lnTo>
                    <a:pt x="1925" y="1214"/>
                  </a:lnTo>
                  <a:lnTo>
                    <a:pt x="1758" y="1109"/>
                  </a:lnTo>
                  <a:lnTo>
                    <a:pt x="1612" y="963"/>
                  </a:lnTo>
                  <a:lnTo>
                    <a:pt x="1612" y="921"/>
                  </a:lnTo>
                  <a:lnTo>
                    <a:pt x="1465" y="858"/>
                  </a:lnTo>
                  <a:lnTo>
                    <a:pt x="1465" y="712"/>
                  </a:lnTo>
                  <a:lnTo>
                    <a:pt x="1444" y="524"/>
                  </a:lnTo>
                  <a:lnTo>
                    <a:pt x="1298" y="440"/>
                  </a:lnTo>
                  <a:lnTo>
                    <a:pt x="1109" y="272"/>
                  </a:lnTo>
                  <a:lnTo>
                    <a:pt x="1047" y="272"/>
                  </a:lnTo>
                  <a:lnTo>
                    <a:pt x="1026" y="314"/>
                  </a:lnTo>
                  <a:lnTo>
                    <a:pt x="837" y="314"/>
                  </a:lnTo>
                  <a:lnTo>
                    <a:pt x="670" y="126"/>
                  </a:lnTo>
                  <a:lnTo>
                    <a:pt x="523" y="126"/>
                  </a:lnTo>
                  <a:lnTo>
                    <a:pt x="41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4" name="Google Shape;7822;p67">
              <a:extLst>
                <a:ext uri="{FF2B5EF4-FFF2-40B4-BE49-F238E27FC236}">
                  <a16:creationId xmlns:a16="http://schemas.microsoft.com/office/drawing/2014/main" id="{1D7126F8-56EA-D908-18DA-5EC981F833A0}"/>
                </a:ext>
              </a:extLst>
            </p:cNvPr>
            <p:cNvSpPr/>
            <p:nvPr/>
          </p:nvSpPr>
          <p:spPr>
            <a:xfrm>
              <a:off x="3957250" y="2483750"/>
              <a:ext cx="127650" cy="81625"/>
            </a:xfrm>
            <a:custGeom>
              <a:avLst/>
              <a:gdLst/>
              <a:ahLst/>
              <a:cxnLst/>
              <a:rect l="l" t="t" r="r" b="b"/>
              <a:pathLst>
                <a:path w="5106" h="3265" extrusionOk="0">
                  <a:moveTo>
                    <a:pt x="3431" y="0"/>
                  </a:moveTo>
                  <a:lnTo>
                    <a:pt x="3076" y="63"/>
                  </a:lnTo>
                  <a:lnTo>
                    <a:pt x="2950" y="147"/>
                  </a:lnTo>
                  <a:lnTo>
                    <a:pt x="2553" y="209"/>
                  </a:lnTo>
                  <a:lnTo>
                    <a:pt x="2448" y="335"/>
                  </a:lnTo>
                  <a:lnTo>
                    <a:pt x="2323" y="335"/>
                  </a:lnTo>
                  <a:lnTo>
                    <a:pt x="2176" y="377"/>
                  </a:lnTo>
                  <a:lnTo>
                    <a:pt x="2030" y="335"/>
                  </a:lnTo>
                  <a:lnTo>
                    <a:pt x="1988" y="230"/>
                  </a:lnTo>
                  <a:lnTo>
                    <a:pt x="1820" y="167"/>
                  </a:lnTo>
                  <a:lnTo>
                    <a:pt x="1674" y="147"/>
                  </a:lnTo>
                  <a:lnTo>
                    <a:pt x="1465" y="42"/>
                  </a:lnTo>
                  <a:lnTo>
                    <a:pt x="1360" y="42"/>
                  </a:lnTo>
                  <a:lnTo>
                    <a:pt x="1276" y="126"/>
                  </a:lnTo>
                  <a:lnTo>
                    <a:pt x="1151" y="126"/>
                  </a:lnTo>
                  <a:lnTo>
                    <a:pt x="1172" y="147"/>
                  </a:lnTo>
                  <a:lnTo>
                    <a:pt x="1130" y="272"/>
                  </a:lnTo>
                  <a:lnTo>
                    <a:pt x="962" y="314"/>
                  </a:lnTo>
                  <a:lnTo>
                    <a:pt x="858" y="544"/>
                  </a:lnTo>
                  <a:lnTo>
                    <a:pt x="732" y="879"/>
                  </a:lnTo>
                  <a:lnTo>
                    <a:pt x="523" y="1193"/>
                  </a:lnTo>
                  <a:lnTo>
                    <a:pt x="544" y="1297"/>
                  </a:lnTo>
                  <a:lnTo>
                    <a:pt x="439" y="1402"/>
                  </a:lnTo>
                  <a:lnTo>
                    <a:pt x="293" y="1381"/>
                  </a:lnTo>
                  <a:lnTo>
                    <a:pt x="230" y="1486"/>
                  </a:lnTo>
                  <a:lnTo>
                    <a:pt x="126" y="1507"/>
                  </a:lnTo>
                  <a:lnTo>
                    <a:pt x="0" y="1632"/>
                  </a:lnTo>
                  <a:lnTo>
                    <a:pt x="126" y="1674"/>
                  </a:lnTo>
                  <a:lnTo>
                    <a:pt x="146" y="1737"/>
                  </a:lnTo>
                  <a:lnTo>
                    <a:pt x="335" y="1946"/>
                  </a:lnTo>
                  <a:lnTo>
                    <a:pt x="356" y="2051"/>
                  </a:lnTo>
                  <a:lnTo>
                    <a:pt x="523" y="2134"/>
                  </a:lnTo>
                  <a:lnTo>
                    <a:pt x="670" y="2260"/>
                  </a:lnTo>
                  <a:lnTo>
                    <a:pt x="607" y="2406"/>
                  </a:lnTo>
                  <a:lnTo>
                    <a:pt x="628" y="2448"/>
                  </a:lnTo>
                  <a:lnTo>
                    <a:pt x="837" y="2532"/>
                  </a:lnTo>
                  <a:lnTo>
                    <a:pt x="879" y="2616"/>
                  </a:lnTo>
                  <a:lnTo>
                    <a:pt x="983" y="2574"/>
                  </a:lnTo>
                  <a:lnTo>
                    <a:pt x="1088" y="2657"/>
                  </a:lnTo>
                  <a:lnTo>
                    <a:pt x="1172" y="2532"/>
                  </a:lnTo>
                  <a:lnTo>
                    <a:pt x="1381" y="2553"/>
                  </a:lnTo>
                  <a:lnTo>
                    <a:pt x="1276" y="2678"/>
                  </a:lnTo>
                  <a:lnTo>
                    <a:pt x="1297" y="2762"/>
                  </a:lnTo>
                  <a:lnTo>
                    <a:pt x="1339" y="2888"/>
                  </a:lnTo>
                  <a:lnTo>
                    <a:pt x="1486" y="2888"/>
                  </a:lnTo>
                  <a:lnTo>
                    <a:pt x="1569" y="2971"/>
                  </a:lnTo>
                  <a:lnTo>
                    <a:pt x="1569" y="3055"/>
                  </a:lnTo>
                  <a:lnTo>
                    <a:pt x="1507" y="3097"/>
                  </a:lnTo>
                  <a:lnTo>
                    <a:pt x="1590" y="3201"/>
                  </a:lnTo>
                  <a:lnTo>
                    <a:pt x="1716" y="3139"/>
                  </a:lnTo>
                  <a:lnTo>
                    <a:pt x="1883" y="3139"/>
                  </a:lnTo>
                  <a:lnTo>
                    <a:pt x="1925" y="3201"/>
                  </a:lnTo>
                  <a:lnTo>
                    <a:pt x="1988" y="3180"/>
                  </a:lnTo>
                  <a:lnTo>
                    <a:pt x="2197" y="3264"/>
                  </a:lnTo>
                  <a:lnTo>
                    <a:pt x="2343" y="3180"/>
                  </a:lnTo>
                  <a:lnTo>
                    <a:pt x="2490" y="3201"/>
                  </a:lnTo>
                  <a:lnTo>
                    <a:pt x="2553" y="3160"/>
                  </a:lnTo>
                  <a:lnTo>
                    <a:pt x="2699" y="3201"/>
                  </a:lnTo>
                  <a:lnTo>
                    <a:pt x="2804" y="3201"/>
                  </a:lnTo>
                  <a:lnTo>
                    <a:pt x="3013" y="3243"/>
                  </a:lnTo>
                  <a:lnTo>
                    <a:pt x="3076" y="3180"/>
                  </a:lnTo>
                  <a:lnTo>
                    <a:pt x="3222" y="3139"/>
                  </a:lnTo>
                  <a:lnTo>
                    <a:pt x="3264" y="3055"/>
                  </a:lnTo>
                  <a:lnTo>
                    <a:pt x="3599" y="2888"/>
                  </a:lnTo>
                  <a:lnTo>
                    <a:pt x="3766" y="2867"/>
                  </a:lnTo>
                  <a:lnTo>
                    <a:pt x="3955" y="2888"/>
                  </a:lnTo>
                  <a:lnTo>
                    <a:pt x="4122" y="2971"/>
                  </a:lnTo>
                  <a:lnTo>
                    <a:pt x="4185" y="3034"/>
                  </a:lnTo>
                  <a:lnTo>
                    <a:pt x="4289" y="2992"/>
                  </a:lnTo>
                  <a:lnTo>
                    <a:pt x="4436" y="3055"/>
                  </a:lnTo>
                  <a:lnTo>
                    <a:pt x="4478" y="3139"/>
                  </a:lnTo>
                  <a:lnTo>
                    <a:pt x="4603" y="3139"/>
                  </a:lnTo>
                  <a:lnTo>
                    <a:pt x="4582" y="2992"/>
                  </a:lnTo>
                  <a:lnTo>
                    <a:pt x="4624" y="2888"/>
                  </a:lnTo>
                  <a:lnTo>
                    <a:pt x="4624" y="2720"/>
                  </a:lnTo>
                  <a:lnTo>
                    <a:pt x="4603" y="2636"/>
                  </a:lnTo>
                  <a:lnTo>
                    <a:pt x="4645" y="2553"/>
                  </a:lnTo>
                  <a:lnTo>
                    <a:pt x="4708" y="2427"/>
                  </a:lnTo>
                  <a:lnTo>
                    <a:pt x="4896" y="2427"/>
                  </a:lnTo>
                  <a:lnTo>
                    <a:pt x="5022" y="2406"/>
                  </a:lnTo>
                  <a:lnTo>
                    <a:pt x="5105" y="2239"/>
                  </a:lnTo>
                  <a:lnTo>
                    <a:pt x="5105" y="2155"/>
                  </a:lnTo>
                  <a:lnTo>
                    <a:pt x="5043" y="2113"/>
                  </a:lnTo>
                  <a:lnTo>
                    <a:pt x="5105" y="2051"/>
                  </a:lnTo>
                  <a:lnTo>
                    <a:pt x="5001" y="1988"/>
                  </a:lnTo>
                  <a:lnTo>
                    <a:pt x="4812" y="1988"/>
                  </a:lnTo>
                  <a:lnTo>
                    <a:pt x="4729" y="2051"/>
                  </a:lnTo>
                  <a:lnTo>
                    <a:pt x="4520" y="2051"/>
                  </a:lnTo>
                  <a:lnTo>
                    <a:pt x="4373" y="2009"/>
                  </a:lnTo>
                  <a:lnTo>
                    <a:pt x="4268" y="1841"/>
                  </a:lnTo>
                  <a:lnTo>
                    <a:pt x="4185" y="1695"/>
                  </a:lnTo>
                  <a:lnTo>
                    <a:pt x="4206" y="1151"/>
                  </a:lnTo>
                  <a:lnTo>
                    <a:pt x="4101" y="983"/>
                  </a:lnTo>
                  <a:lnTo>
                    <a:pt x="4080" y="837"/>
                  </a:lnTo>
                  <a:lnTo>
                    <a:pt x="3766" y="565"/>
                  </a:lnTo>
                  <a:lnTo>
                    <a:pt x="3745" y="460"/>
                  </a:lnTo>
                  <a:lnTo>
                    <a:pt x="3494" y="251"/>
                  </a:lnTo>
                  <a:lnTo>
                    <a:pt x="343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5" name="Google Shape;7823;p67">
              <a:extLst>
                <a:ext uri="{FF2B5EF4-FFF2-40B4-BE49-F238E27FC236}">
                  <a16:creationId xmlns:a16="http://schemas.microsoft.com/office/drawing/2014/main" id="{C3A80B24-4CF6-FD9F-7BA1-2BE6AEEA7DB4}"/>
                </a:ext>
              </a:extLst>
            </p:cNvPr>
            <p:cNvSpPr/>
            <p:nvPr/>
          </p:nvSpPr>
          <p:spPr>
            <a:xfrm>
              <a:off x="3989150" y="2555400"/>
              <a:ext cx="83725" cy="52850"/>
            </a:xfrm>
            <a:custGeom>
              <a:avLst/>
              <a:gdLst/>
              <a:ahLst/>
              <a:cxnLst/>
              <a:rect l="l" t="t" r="r" b="b"/>
              <a:pathLst>
                <a:path w="3349" h="2114" extrusionOk="0">
                  <a:moveTo>
                    <a:pt x="2490" y="1"/>
                  </a:moveTo>
                  <a:lnTo>
                    <a:pt x="2323" y="22"/>
                  </a:lnTo>
                  <a:lnTo>
                    <a:pt x="1988" y="189"/>
                  </a:lnTo>
                  <a:lnTo>
                    <a:pt x="1946" y="273"/>
                  </a:lnTo>
                  <a:lnTo>
                    <a:pt x="1800" y="314"/>
                  </a:lnTo>
                  <a:lnTo>
                    <a:pt x="1737" y="377"/>
                  </a:lnTo>
                  <a:lnTo>
                    <a:pt x="1528" y="335"/>
                  </a:lnTo>
                  <a:lnTo>
                    <a:pt x="1423" y="335"/>
                  </a:lnTo>
                  <a:lnTo>
                    <a:pt x="1277" y="294"/>
                  </a:lnTo>
                  <a:lnTo>
                    <a:pt x="1214" y="335"/>
                  </a:lnTo>
                  <a:lnTo>
                    <a:pt x="1067" y="314"/>
                  </a:lnTo>
                  <a:lnTo>
                    <a:pt x="921" y="398"/>
                  </a:lnTo>
                  <a:lnTo>
                    <a:pt x="712" y="314"/>
                  </a:lnTo>
                  <a:lnTo>
                    <a:pt x="649" y="335"/>
                  </a:lnTo>
                  <a:lnTo>
                    <a:pt x="607" y="273"/>
                  </a:lnTo>
                  <a:lnTo>
                    <a:pt x="440" y="273"/>
                  </a:lnTo>
                  <a:lnTo>
                    <a:pt x="314" y="335"/>
                  </a:lnTo>
                  <a:lnTo>
                    <a:pt x="231" y="231"/>
                  </a:lnTo>
                  <a:lnTo>
                    <a:pt x="293" y="189"/>
                  </a:lnTo>
                  <a:lnTo>
                    <a:pt x="293" y="105"/>
                  </a:lnTo>
                  <a:lnTo>
                    <a:pt x="210" y="22"/>
                  </a:lnTo>
                  <a:lnTo>
                    <a:pt x="63" y="22"/>
                  </a:lnTo>
                  <a:lnTo>
                    <a:pt x="84" y="126"/>
                  </a:lnTo>
                  <a:lnTo>
                    <a:pt x="0" y="210"/>
                  </a:lnTo>
                  <a:lnTo>
                    <a:pt x="63" y="440"/>
                  </a:lnTo>
                  <a:lnTo>
                    <a:pt x="231" y="628"/>
                  </a:lnTo>
                  <a:lnTo>
                    <a:pt x="314" y="754"/>
                  </a:lnTo>
                  <a:lnTo>
                    <a:pt x="272" y="900"/>
                  </a:lnTo>
                  <a:lnTo>
                    <a:pt x="63" y="1068"/>
                  </a:lnTo>
                  <a:lnTo>
                    <a:pt x="84" y="1172"/>
                  </a:lnTo>
                  <a:lnTo>
                    <a:pt x="168" y="1277"/>
                  </a:lnTo>
                  <a:lnTo>
                    <a:pt x="105" y="1382"/>
                  </a:lnTo>
                  <a:lnTo>
                    <a:pt x="335" y="1570"/>
                  </a:lnTo>
                  <a:lnTo>
                    <a:pt x="503" y="1842"/>
                  </a:lnTo>
                  <a:lnTo>
                    <a:pt x="523" y="1988"/>
                  </a:lnTo>
                  <a:lnTo>
                    <a:pt x="523" y="2093"/>
                  </a:lnTo>
                  <a:lnTo>
                    <a:pt x="607" y="2114"/>
                  </a:lnTo>
                  <a:lnTo>
                    <a:pt x="795" y="2114"/>
                  </a:lnTo>
                  <a:lnTo>
                    <a:pt x="942" y="2093"/>
                  </a:lnTo>
                  <a:lnTo>
                    <a:pt x="1026" y="1988"/>
                  </a:lnTo>
                  <a:lnTo>
                    <a:pt x="1172" y="2009"/>
                  </a:lnTo>
                  <a:lnTo>
                    <a:pt x="1319" y="2009"/>
                  </a:lnTo>
                  <a:lnTo>
                    <a:pt x="1339" y="2114"/>
                  </a:lnTo>
                  <a:lnTo>
                    <a:pt x="1444" y="2114"/>
                  </a:lnTo>
                  <a:lnTo>
                    <a:pt x="1528" y="2051"/>
                  </a:lnTo>
                  <a:lnTo>
                    <a:pt x="1653" y="2051"/>
                  </a:lnTo>
                  <a:lnTo>
                    <a:pt x="1737" y="2114"/>
                  </a:lnTo>
                  <a:lnTo>
                    <a:pt x="1863" y="2072"/>
                  </a:lnTo>
                  <a:lnTo>
                    <a:pt x="2093" y="2072"/>
                  </a:lnTo>
                  <a:lnTo>
                    <a:pt x="2176" y="2009"/>
                  </a:lnTo>
                  <a:lnTo>
                    <a:pt x="2114" y="1905"/>
                  </a:lnTo>
                  <a:lnTo>
                    <a:pt x="2114" y="1779"/>
                  </a:lnTo>
                  <a:lnTo>
                    <a:pt x="2281" y="1675"/>
                  </a:lnTo>
                  <a:lnTo>
                    <a:pt x="2323" y="1675"/>
                  </a:lnTo>
                  <a:lnTo>
                    <a:pt x="2427" y="1570"/>
                  </a:lnTo>
                  <a:lnTo>
                    <a:pt x="2511" y="1570"/>
                  </a:lnTo>
                  <a:lnTo>
                    <a:pt x="2595" y="1486"/>
                  </a:lnTo>
                  <a:lnTo>
                    <a:pt x="2741" y="1486"/>
                  </a:lnTo>
                  <a:lnTo>
                    <a:pt x="2909" y="1633"/>
                  </a:lnTo>
                  <a:lnTo>
                    <a:pt x="3013" y="1549"/>
                  </a:lnTo>
                  <a:lnTo>
                    <a:pt x="3118" y="1570"/>
                  </a:lnTo>
                  <a:lnTo>
                    <a:pt x="3034" y="1444"/>
                  </a:lnTo>
                  <a:lnTo>
                    <a:pt x="2930" y="1256"/>
                  </a:lnTo>
                  <a:lnTo>
                    <a:pt x="2825" y="1256"/>
                  </a:lnTo>
                  <a:lnTo>
                    <a:pt x="2804" y="1172"/>
                  </a:lnTo>
                  <a:lnTo>
                    <a:pt x="2951" y="1068"/>
                  </a:lnTo>
                  <a:lnTo>
                    <a:pt x="3013" y="942"/>
                  </a:lnTo>
                  <a:lnTo>
                    <a:pt x="2992" y="712"/>
                  </a:lnTo>
                  <a:lnTo>
                    <a:pt x="3139" y="545"/>
                  </a:lnTo>
                  <a:lnTo>
                    <a:pt x="3244" y="586"/>
                  </a:lnTo>
                  <a:lnTo>
                    <a:pt x="3327" y="503"/>
                  </a:lnTo>
                  <a:lnTo>
                    <a:pt x="3348" y="294"/>
                  </a:lnTo>
                  <a:lnTo>
                    <a:pt x="3327" y="273"/>
                  </a:lnTo>
                  <a:lnTo>
                    <a:pt x="3202" y="273"/>
                  </a:lnTo>
                  <a:lnTo>
                    <a:pt x="3160" y="189"/>
                  </a:lnTo>
                  <a:lnTo>
                    <a:pt x="3013" y="126"/>
                  </a:lnTo>
                  <a:lnTo>
                    <a:pt x="2909" y="168"/>
                  </a:lnTo>
                  <a:lnTo>
                    <a:pt x="2846" y="105"/>
                  </a:lnTo>
                  <a:lnTo>
                    <a:pt x="2679" y="22"/>
                  </a:lnTo>
                  <a:lnTo>
                    <a:pt x="249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76" name="Google Shape;7824;p67">
              <a:extLst>
                <a:ext uri="{FF2B5EF4-FFF2-40B4-BE49-F238E27FC236}">
                  <a16:creationId xmlns:a16="http://schemas.microsoft.com/office/drawing/2014/main" id="{90ED642F-9B43-8FD5-5E9B-F7FF3492CC60}"/>
                </a:ext>
              </a:extLst>
            </p:cNvPr>
            <p:cNvGrpSpPr/>
            <p:nvPr/>
          </p:nvGrpSpPr>
          <p:grpSpPr>
            <a:xfrm>
              <a:off x="3866750" y="2520350"/>
              <a:ext cx="78475" cy="60700"/>
              <a:chOff x="3866750" y="2520350"/>
              <a:chExt cx="78475" cy="60700"/>
            </a:xfrm>
            <a:grpFill/>
          </p:grpSpPr>
          <p:sp>
            <p:nvSpPr>
              <p:cNvPr id="757" name="Google Shape;7825;p67">
                <a:extLst>
                  <a:ext uri="{FF2B5EF4-FFF2-40B4-BE49-F238E27FC236}">
                    <a16:creationId xmlns:a16="http://schemas.microsoft.com/office/drawing/2014/main" id="{B6916552-E98B-7163-47BC-AF8CB8EC3F5E}"/>
                  </a:ext>
                </a:extLst>
              </p:cNvPr>
              <p:cNvSpPr/>
              <p:nvPr/>
            </p:nvSpPr>
            <p:spPr>
              <a:xfrm>
                <a:off x="3877200" y="2546500"/>
                <a:ext cx="4725" cy="6300"/>
              </a:xfrm>
              <a:custGeom>
                <a:avLst/>
                <a:gdLst/>
                <a:ahLst/>
                <a:cxnLst/>
                <a:rect l="l" t="t" r="r" b="b"/>
                <a:pathLst>
                  <a:path w="189" h="252" extrusionOk="0">
                    <a:moveTo>
                      <a:pt x="1" y="1"/>
                    </a:moveTo>
                    <a:lnTo>
                      <a:pt x="84" y="126"/>
                    </a:lnTo>
                    <a:lnTo>
                      <a:pt x="63" y="147"/>
                    </a:lnTo>
                    <a:lnTo>
                      <a:pt x="168" y="252"/>
                    </a:lnTo>
                    <a:lnTo>
                      <a:pt x="189" y="252"/>
                    </a:lnTo>
                    <a:lnTo>
                      <a:pt x="168" y="106"/>
                    </a:lnTo>
                    <a:lnTo>
                      <a:pt x="1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58" name="Google Shape;7826;p67">
                <a:extLst>
                  <a:ext uri="{FF2B5EF4-FFF2-40B4-BE49-F238E27FC236}">
                    <a16:creationId xmlns:a16="http://schemas.microsoft.com/office/drawing/2014/main" id="{C291D0C7-820F-5D09-D15A-99D71FB6F153}"/>
                  </a:ext>
                </a:extLst>
              </p:cNvPr>
              <p:cNvSpPr/>
              <p:nvPr/>
            </p:nvSpPr>
            <p:spPr>
              <a:xfrm>
                <a:off x="3882425" y="2554350"/>
                <a:ext cx="2650" cy="3175"/>
              </a:xfrm>
              <a:custGeom>
                <a:avLst/>
                <a:gdLst/>
                <a:ahLst/>
                <a:cxnLst/>
                <a:rect l="l" t="t" r="r" b="b"/>
                <a:pathLst>
                  <a:path w="106" h="127" extrusionOk="0">
                    <a:moveTo>
                      <a:pt x="1" y="1"/>
                    </a:moveTo>
                    <a:lnTo>
                      <a:pt x="106" y="126"/>
                    </a:lnTo>
                    <a:lnTo>
                      <a:pt x="85" y="43"/>
                    </a:lnTo>
                    <a:lnTo>
                      <a:pt x="1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59" name="Google Shape;7827;p67">
                <a:extLst>
                  <a:ext uri="{FF2B5EF4-FFF2-40B4-BE49-F238E27FC236}">
                    <a16:creationId xmlns:a16="http://schemas.microsoft.com/office/drawing/2014/main" id="{09C48C62-9A6E-EB92-E72E-8772F057FAB9}"/>
                  </a:ext>
                </a:extLst>
              </p:cNvPr>
              <p:cNvSpPr/>
              <p:nvPr/>
            </p:nvSpPr>
            <p:spPr>
              <a:xfrm>
                <a:off x="3866750" y="2520350"/>
                <a:ext cx="78475" cy="60700"/>
              </a:xfrm>
              <a:custGeom>
                <a:avLst/>
                <a:gdLst/>
                <a:ahLst/>
                <a:cxnLst/>
                <a:rect l="l" t="t" r="r" b="b"/>
                <a:pathLst>
                  <a:path w="3139" h="2428" extrusionOk="0">
                    <a:moveTo>
                      <a:pt x="1653" y="1"/>
                    </a:moveTo>
                    <a:lnTo>
                      <a:pt x="1653" y="22"/>
                    </a:lnTo>
                    <a:lnTo>
                      <a:pt x="1402" y="22"/>
                    </a:lnTo>
                    <a:lnTo>
                      <a:pt x="1046" y="210"/>
                    </a:lnTo>
                    <a:lnTo>
                      <a:pt x="1025" y="356"/>
                    </a:lnTo>
                    <a:lnTo>
                      <a:pt x="837" y="440"/>
                    </a:lnTo>
                    <a:lnTo>
                      <a:pt x="816" y="649"/>
                    </a:lnTo>
                    <a:lnTo>
                      <a:pt x="691" y="649"/>
                    </a:lnTo>
                    <a:lnTo>
                      <a:pt x="481" y="545"/>
                    </a:lnTo>
                    <a:lnTo>
                      <a:pt x="356" y="587"/>
                    </a:lnTo>
                    <a:lnTo>
                      <a:pt x="209" y="691"/>
                    </a:lnTo>
                    <a:lnTo>
                      <a:pt x="0" y="691"/>
                    </a:lnTo>
                    <a:lnTo>
                      <a:pt x="0" y="733"/>
                    </a:lnTo>
                    <a:lnTo>
                      <a:pt x="42" y="942"/>
                    </a:lnTo>
                    <a:lnTo>
                      <a:pt x="168" y="1068"/>
                    </a:lnTo>
                    <a:lnTo>
                      <a:pt x="168" y="1110"/>
                    </a:lnTo>
                    <a:lnTo>
                      <a:pt x="209" y="1152"/>
                    </a:lnTo>
                    <a:lnTo>
                      <a:pt x="356" y="942"/>
                    </a:lnTo>
                    <a:lnTo>
                      <a:pt x="377" y="796"/>
                    </a:lnTo>
                    <a:lnTo>
                      <a:pt x="461" y="691"/>
                    </a:lnTo>
                    <a:lnTo>
                      <a:pt x="607" y="691"/>
                    </a:lnTo>
                    <a:lnTo>
                      <a:pt x="628" y="796"/>
                    </a:lnTo>
                    <a:lnTo>
                      <a:pt x="733" y="900"/>
                    </a:lnTo>
                    <a:lnTo>
                      <a:pt x="774" y="1068"/>
                    </a:lnTo>
                    <a:lnTo>
                      <a:pt x="879" y="1256"/>
                    </a:lnTo>
                    <a:lnTo>
                      <a:pt x="1025" y="1403"/>
                    </a:lnTo>
                    <a:lnTo>
                      <a:pt x="1088" y="1403"/>
                    </a:lnTo>
                    <a:lnTo>
                      <a:pt x="1193" y="1507"/>
                    </a:lnTo>
                    <a:lnTo>
                      <a:pt x="1088" y="1486"/>
                    </a:lnTo>
                    <a:lnTo>
                      <a:pt x="1005" y="1507"/>
                    </a:lnTo>
                    <a:lnTo>
                      <a:pt x="942" y="1591"/>
                    </a:lnTo>
                    <a:lnTo>
                      <a:pt x="1005" y="1696"/>
                    </a:lnTo>
                    <a:lnTo>
                      <a:pt x="1130" y="1696"/>
                    </a:lnTo>
                    <a:lnTo>
                      <a:pt x="1256" y="1821"/>
                    </a:lnTo>
                    <a:lnTo>
                      <a:pt x="1360" y="1842"/>
                    </a:lnTo>
                    <a:lnTo>
                      <a:pt x="1423" y="1947"/>
                    </a:lnTo>
                    <a:lnTo>
                      <a:pt x="1465" y="2030"/>
                    </a:lnTo>
                    <a:lnTo>
                      <a:pt x="1611" y="2009"/>
                    </a:lnTo>
                    <a:lnTo>
                      <a:pt x="1862" y="2030"/>
                    </a:lnTo>
                    <a:lnTo>
                      <a:pt x="1988" y="2093"/>
                    </a:lnTo>
                    <a:lnTo>
                      <a:pt x="2281" y="2365"/>
                    </a:lnTo>
                    <a:lnTo>
                      <a:pt x="2197" y="2407"/>
                    </a:lnTo>
                    <a:lnTo>
                      <a:pt x="2072" y="2323"/>
                    </a:lnTo>
                    <a:lnTo>
                      <a:pt x="2155" y="2407"/>
                    </a:lnTo>
                    <a:lnTo>
                      <a:pt x="2260" y="2428"/>
                    </a:lnTo>
                    <a:lnTo>
                      <a:pt x="2302" y="2344"/>
                    </a:lnTo>
                    <a:lnTo>
                      <a:pt x="1925" y="1884"/>
                    </a:lnTo>
                    <a:lnTo>
                      <a:pt x="1444" y="1486"/>
                    </a:lnTo>
                    <a:lnTo>
                      <a:pt x="1423" y="1403"/>
                    </a:lnTo>
                    <a:lnTo>
                      <a:pt x="1465" y="1382"/>
                    </a:lnTo>
                    <a:lnTo>
                      <a:pt x="1402" y="1277"/>
                    </a:lnTo>
                    <a:lnTo>
                      <a:pt x="1360" y="1172"/>
                    </a:lnTo>
                    <a:lnTo>
                      <a:pt x="1235" y="1047"/>
                    </a:lnTo>
                    <a:lnTo>
                      <a:pt x="1193" y="1047"/>
                    </a:lnTo>
                    <a:lnTo>
                      <a:pt x="1151" y="963"/>
                    </a:lnTo>
                    <a:lnTo>
                      <a:pt x="1214" y="900"/>
                    </a:lnTo>
                    <a:lnTo>
                      <a:pt x="1214" y="775"/>
                    </a:lnTo>
                    <a:lnTo>
                      <a:pt x="1256" y="733"/>
                    </a:lnTo>
                    <a:lnTo>
                      <a:pt x="1402" y="838"/>
                    </a:lnTo>
                    <a:lnTo>
                      <a:pt x="1444" y="900"/>
                    </a:lnTo>
                    <a:lnTo>
                      <a:pt x="1528" y="880"/>
                    </a:lnTo>
                    <a:lnTo>
                      <a:pt x="1528" y="796"/>
                    </a:lnTo>
                    <a:lnTo>
                      <a:pt x="1632" y="775"/>
                    </a:lnTo>
                    <a:lnTo>
                      <a:pt x="1716" y="796"/>
                    </a:lnTo>
                    <a:lnTo>
                      <a:pt x="1758" y="733"/>
                    </a:lnTo>
                    <a:lnTo>
                      <a:pt x="1841" y="775"/>
                    </a:lnTo>
                    <a:lnTo>
                      <a:pt x="1883" y="733"/>
                    </a:lnTo>
                    <a:lnTo>
                      <a:pt x="1988" y="754"/>
                    </a:lnTo>
                    <a:lnTo>
                      <a:pt x="2051" y="859"/>
                    </a:lnTo>
                    <a:lnTo>
                      <a:pt x="2093" y="796"/>
                    </a:lnTo>
                    <a:lnTo>
                      <a:pt x="2239" y="859"/>
                    </a:lnTo>
                    <a:lnTo>
                      <a:pt x="2344" y="796"/>
                    </a:lnTo>
                    <a:lnTo>
                      <a:pt x="2365" y="859"/>
                    </a:lnTo>
                    <a:lnTo>
                      <a:pt x="2490" y="838"/>
                    </a:lnTo>
                    <a:lnTo>
                      <a:pt x="2616" y="880"/>
                    </a:lnTo>
                    <a:lnTo>
                      <a:pt x="2699" y="859"/>
                    </a:lnTo>
                    <a:lnTo>
                      <a:pt x="2804" y="963"/>
                    </a:lnTo>
                    <a:lnTo>
                      <a:pt x="2971" y="963"/>
                    </a:lnTo>
                    <a:lnTo>
                      <a:pt x="2992" y="984"/>
                    </a:lnTo>
                    <a:lnTo>
                      <a:pt x="2971" y="880"/>
                    </a:lnTo>
                    <a:lnTo>
                      <a:pt x="3097" y="859"/>
                    </a:lnTo>
                    <a:lnTo>
                      <a:pt x="3139" y="859"/>
                    </a:lnTo>
                    <a:lnTo>
                      <a:pt x="3139" y="796"/>
                    </a:lnTo>
                    <a:lnTo>
                      <a:pt x="3034" y="775"/>
                    </a:lnTo>
                    <a:lnTo>
                      <a:pt x="2971" y="733"/>
                    </a:lnTo>
                    <a:lnTo>
                      <a:pt x="2930" y="566"/>
                    </a:lnTo>
                    <a:lnTo>
                      <a:pt x="2888" y="419"/>
                    </a:lnTo>
                    <a:lnTo>
                      <a:pt x="2804" y="356"/>
                    </a:lnTo>
                    <a:lnTo>
                      <a:pt x="2699" y="482"/>
                    </a:lnTo>
                    <a:lnTo>
                      <a:pt x="2490" y="419"/>
                    </a:lnTo>
                    <a:lnTo>
                      <a:pt x="2197" y="356"/>
                    </a:lnTo>
                    <a:lnTo>
                      <a:pt x="2093" y="273"/>
                    </a:lnTo>
                    <a:lnTo>
                      <a:pt x="1988" y="231"/>
                    </a:lnTo>
                    <a:lnTo>
                      <a:pt x="1737" y="22"/>
                    </a:lnTo>
                    <a:lnTo>
                      <a:pt x="1653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60" name="Google Shape;7828;p67">
                <a:extLst>
                  <a:ext uri="{FF2B5EF4-FFF2-40B4-BE49-F238E27FC236}">
                    <a16:creationId xmlns:a16="http://schemas.microsoft.com/office/drawing/2014/main" id="{0AC2693C-B5B2-B892-58DA-FA9697E96E29}"/>
                  </a:ext>
                </a:extLst>
              </p:cNvPr>
              <p:cNvSpPr/>
              <p:nvPr/>
            </p:nvSpPr>
            <p:spPr>
              <a:xfrm>
                <a:off x="3886100" y="2558550"/>
                <a:ext cx="3675" cy="5250"/>
              </a:xfrm>
              <a:custGeom>
                <a:avLst/>
                <a:gdLst/>
                <a:ahLst/>
                <a:cxnLst/>
                <a:rect l="l" t="t" r="r" b="b"/>
                <a:pathLst>
                  <a:path w="147" h="210" extrusionOk="0">
                    <a:moveTo>
                      <a:pt x="0" y="0"/>
                    </a:moveTo>
                    <a:lnTo>
                      <a:pt x="147" y="209"/>
                    </a:lnTo>
                    <a:lnTo>
                      <a:pt x="126" y="105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77" name="Google Shape;7829;p67">
              <a:extLst>
                <a:ext uri="{FF2B5EF4-FFF2-40B4-BE49-F238E27FC236}">
                  <a16:creationId xmlns:a16="http://schemas.microsoft.com/office/drawing/2014/main" id="{4BCF1466-29ED-D4BC-E627-97BC9F151861}"/>
                </a:ext>
              </a:extLst>
            </p:cNvPr>
            <p:cNvSpPr/>
            <p:nvPr/>
          </p:nvSpPr>
          <p:spPr>
            <a:xfrm>
              <a:off x="3799775" y="2577900"/>
              <a:ext cx="14675" cy="29325"/>
            </a:xfrm>
            <a:custGeom>
              <a:avLst/>
              <a:gdLst/>
              <a:ahLst/>
              <a:cxnLst/>
              <a:rect l="l" t="t" r="r" b="b"/>
              <a:pathLst>
                <a:path w="587" h="1173" extrusionOk="0">
                  <a:moveTo>
                    <a:pt x="461" y="0"/>
                  </a:moveTo>
                  <a:lnTo>
                    <a:pt x="440" y="105"/>
                  </a:lnTo>
                  <a:lnTo>
                    <a:pt x="482" y="147"/>
                  </a:lnTo>
                  <a:lnTo>
                    <a:pt x="461" y="251"/>
                  </a:lnTo>
                  <a:lnTo>
                    <a:pt x="419" y="251"/>
                  </a:lnTo>
                  <a:lnTo>
                    <a:pt x="357" y="210"/>
                  </a:lnTo>
                  <a:lnTo>
                    <a:pt x="273" y="251"/>
                  </a:lnTo>
                  <a:lnTo>
                    <a:pt x="106" y="335"/>
                  </a:lnTo>
                  <a:lnTo>
                    <a:pt x="22" y="461"/>
                  </a:lnTo>
                  <a:lnTo>
                    <a:pt x="106" y="523"/>
                  </a:lnTo>
                  <a:lnTo>
                    <a:pt x="64" y="565"/>
                  </a:lnTo>
                  <a:lnTo>
                    <a:pt x="1" y="565"/>
                  </a:lnTo>
                  <a:lnTo>
                    <a:pt x="22" y="649"/>
                  </a:lnTo>
                  <a:lnTo>
                    <a:pt x="106" y="691"/>
                  </a:lnTo>
                  <a:lnTo>
                    <a:pt x="106" y="754"/>
                  </a:lnTo>
                  <a:lnTo>
                    <a:pt x="64" y="775"/>
                  </a:lnTo>
                  <a:lnTo>
                    <a:pt x="106" y="837"/>
                  </a:lnTo>
                  <a:lnTo>
                    <a:pt x="168" y="879"/>
                  </a:lnTo>
                  <a:lnTo>
                    <a:pt x="168" y="963"/>
                  </a:lnTo>
                  <a:lnTo>
                    <a:pt x="210" y="963"/>
                  </a:lnTo>
                  <a:lnTo>
                    <a:pt x="252" y="1005"/>
                  </a:lnTo>
                  <a:lnTo>
                    <a:pt x="210" y="984"/>
                  </a:lnTo>
                  <a:lnTo>
                    <a:pt x="147" y="1067"/>
                  </a:lnTo>
                  <a:lnTo>
                    <a:pt x="210" y="1109"/>
                  </a:lnTo>
                  <a:lnTo>
                    <a:pt x="357" y="1172"/>
                  </a:lnTo>
                  <a:lnTo>
                    <a:pt x="461" y="1109"/>
                  </a:lnTo>
                  <a:lnTo>
                    <a:pt x="545" y="942"/>
                  </a:lnTo>
                  <a:lnTo>
                    <a:pt x="545" y="795"/>
                  </a:lnTo>
                  <a:lnTo>
                    <a:pt x="587" y="544"/>
                  </a:lnTo>
                  <a:lnTo>
                    <a:pt x="545" y="314"/>
                  </a:lnTo>
                  <a:lnTo>
                    <a:pt x="545" y="147"/>
                  </a:lnTo>
                  <a:lnTo>
                    <a:pt x="52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8" name="Google Shape;7830;p67">
              <a:extLst>
                <a:ext uri="{FF2B5EF4-FFF2-40B4-BE49-F238E27FC236}">
                  <a16:creationId xmlns:a16="http://schemas.microsoft.com/office/drawing/2014/main" id="{E7082C6C-8C82-D8D8-0AEF-664114ED6F6B}"/>
                </a:ext>
              </a:extLst>
            </p:cNvPr>
            <p:cNvSpPr/>
            <p:nvPr/>
          </p:nvSpPr>
          <p:spPr>
            <a:xfrm>
              <a:off x="3567525" y="2564825"/>
              <a:ext cx="160625" cy="134450"/>
            </a:xfrm>
            <a:custGeom>
              <a:avLst/>
              <a:gdLst/>
              <a:ahLst/>
              <a:cxnLst/>
              <a:rect l="l" t="t" r="r" b="b"/>
              <a:pathLst>
                <a:path w="6425" h="5378" extrusionOk="0">
                  <a:moveTo>
                    <a:pt x="817" y="0"/>
                  </a:moveTo>
                  <a:lnTo>
                    <a:pt x="733" y="42"/>
                  </a:lnTo>
                  <a:lnTo>
                    <a:pt x="712" y="21"/>
                  </a:lnTo>
                  <a:lnTo>
                    <a:pt x="503" y="126"/>
                  </a:lnTo>
                  <a:lnTo>
                    <a:pt x="524" y="209"/>
                  </a:lnTo>
                  <a:lnTo>
                    <a:pt x="608" y="251"/>
                  </a:lnTo>
                  <a:lnTo>
                    <a:pt x="524" y="335"/>
                  </a:lnTo>
                  <a:lnTo>
                    <a:pt x="336" y="356"/>
                  </a:lnTo>
                  <a:lnTo>
                    <a:pt x="252" y="335"/>
                  </a:lnTo>
                  <a:lnTo>
                    <a:pt x="43" y="419"/>
                  </a:lnTo>
                  <a:lnTo>
                    <a:pt x="1" y="544"/>
                  </a:lnTo>
                  <a:lnTo>
                    <a:pt x="43" y="670"/>
                  </a:lnTo>
                  <a:lnTo>
                    <a:pt x="126" y="649"/>
                  </a:lnTo>
                  <a:lnTo>
                    <a:pt x="126" y="691"/>
                  </a:lnTo>
                  <a:lnTo>
                    <a:pt x="189" y="733"/>
                  </a:lnTo>
                  <a:lnTo>
                    <a:pt x="147" y="879"/>
                  </a:lnTo>
                  <a:lnTo>
                    <a:pt x="210" y="900"/>
                  </a:lnTo>
                  <a:lnTo>
                    <a:pt x="294" y="837"/>
                  </a:lnTo>
                  <a:lnTo>
                    <a:pt x="252" y="963"/>
                  </a:lnTo>
                  <a:lnTo>
                    <a:pt x="315" y="1005"/>
                  </a:lnTo>
                  <a:lnTo>
                    <a:pt x="252" y="1088"/>
                  </a:lnTo>
                  <a:lnTo>
                    <a:pt x="357" y="1109"/>
                  </a:lnTo>
                  <a:lnTo>
                    <a:pt x="231" y="1256"/>
                  </a:lnTo>
                  <a:lnTo>
                    <a:pt x="231" y="1277"/>
                  </a:lnTo>
                  <a:lnTo>
                    <a:pt x="482" y="1214"/>
                  </a:lnTo>
                  <a:lnTo>
                    <a:pt x="587" y="1256"/>
                  </a:lnTo>
                  <a:lnTo>
                    <a:pt x="566" y="1381"/>
                  </a:lnTo>
                  <a:lnTo>
                    <a:pt x="629" y="1465"/>
                  </a:lnTo>
                  <a:lnTo>
                    <a:pt x="796" y="1360"/>
                  </a:lnTo>
                  <a:lnTo>
                    <a:pt x="1110" y="1423"/>
                  </a:lnTo>
                  <a:lnTo>
                    <a:pt x="1214" y="1318"/>
                  </a:lnTo>
                  <a:lnTo>
                    <a:pt x="1486" y="1360"/>
                  </a:lnTo>
                  <a:lnTo>
                    <a:pt x="1507" y="1486"/>
                  </a:lnTo>
                  <a:lnTo>
                    <a:pt x="1612" y="1632"/>
                  </a:lnTo>
                  <a:lnTo>
                    <a:pt x="1591" y="1737"/>
                  </a:lnTo>
                  <a:lnTo>
                    <a:pt x="1445" y="1737"/>
                  </a:lnTo>
                  <a:lnTo>
                    <a:pt x="1235" y="1946"/>
                  </a:lnTo>
                  <a:lnTo>
                    <a:pt x="1256" y="2114"/>
                  </a:lnTo>
                  <a:lnTo>
                    <a:pt x="1235" y="2469"/>
                  </a:lnTo>
                  <a:lnTo>
                    <a:pt x="1089" y="2616"/>
                  </a:lnTo>
                  <a:lnTo>
                    <a:pt x="1194" y="2720"/>
                  </a:lnTo>
                  <a:lnTo>
                    <a:pt x="1047" y="2930"/>
                  </a:lnTo>
                  <a:lnTo>
                    <a:pt x="942" y="2888"/>
                  </a:lnTo>
                  <a:lnTo>
                    <a:pt x="817" y="2930"/>
                  </a:lnTo>
                  <a:lnTo>
                    <a:pt x="963" y="3202"/>
                  </a:lnTo>
                  <a:lnTo>
                    <a:pt x="1089" y="3285"/>
                  </a:lnTo>
                  <a:lnTo>
                    <a:pt x="1089" y="3515"/>
                  </a:lnTo>
                  <a:lnTo>
                    <a:pt x="922" y="3704"/>
                  </a:lnTo>
                  <a:lnTo>
                    <a:pt x="984" y="3871"/>
                  </a:lnTo>
                  <a:lnTo>
                    <a:pt x="1131" y="3871"/>
                  </a:lnTo>
                  <a:lnTo>
                    <a:pt x="1089" y="3976"/>
                  </a:lnTo>
                  <a:lnTo>
                    <a:pt x="963" y="4080"/>
                  </a:lnTo>
                  <a:lnTo>
                    <a:pt x="838" y="4331"/>
                  </a:lnTo>
                  <a:lnTo>
                    <a:pt x="922" y="4457"/>
                  </a:lnTo>
                  <a:lnTo>
                    <a:pt x="922" y="4603"/>
                  </a:lnTo>
                  <a:lnTo>
                    <a:pt x="1026" y="4624"/>
                  </a:lnTo>
                  <a:lnTo>
                    <a:pt x="1173" y="4645"/>
                  </a:lnTo>
                  <a:lnTo>
                    <a:pt x="1403" y="4875"/>
                  </a:lnTo>
                  <a:lnTo>
                    <a:pt x="1382" y="4917"/>
                  </a:lnTo>
                  <a:lnTo>
                    <a:pt x="1486" y="5168"/>
                  </a:lnTo>
                  <a:lnTo>
                    <a:pt x="1675" y="5357"/>
                  </a:lnTo>
                  <a:lnTo>
                    <a:pt x="1842" y="5378"/>
                  </a:lnTo>
                  <a:lnTo>
                    <a:pt x="2010" y="5273"/>
                  </a:lnTo>
                  <a:lnTo>
                    <a:pt x="2010" y="5168"/>
                  </a:lnTo>
                  <a:lnTo>
                    <a:pt x="2093" y="5085"/>
                  </a:lnTo>
                  <a:lnTo>
                    <a:pt x="2303" y="5064"/>
                  </a:lnTo>
                  <a:lnTo>
                    <a:pt x="2470" y="4875"/>
                  </a:lnTo>
                  <a:lnTo>
                    <a:pt x="2679" y="4855"/>
                  </a:lnTo>
                  <a:lnTo>
                    <a:pt x="2784" y="4813"/>
                  </a:lnTo>
                  <a:lnTo>
                    <a:pt x="3035" y="4875"/>
                  </a:lnTo>
                  <a:lnTo>
                    <a:pt x="3181" y="4917"/>
                  </a:lnTo>
                  <a:lnTo>
                    <a:pt x="3202" y="4855"/>
                  </a:lnTo>
                  <a:lnTo>
                    <a:pt x="3307" y="4855"/>
                  </a:lnTo>
                  <a:lnTo>
                    <a:pt x="3411" y="4938"/>
                  </a:lnTo>
                  <a:lnTo>
                    <a:pt x="3495" y="4855"/>
                  </a:lnTo>
                  <a:lnTo>
                    <a:pt x="3558" y="4750"/>
                  </a:lnTo>
                  <a:lnTo>
                    <a:pt x="3663" y="4855"/>
                  </a:lnTo>
                  <a:lnTo>
                    <a:pt x="3788" y="4917"/>
                  </a:lnTo>
                  <a:lnTo>
                    <a:pt x="3914" y="4708"/>
                  </a:lnTo>
                  <a:lnTo>
                    <a:pt x="3914" y="4603"/>
                  </a:lnTo>
                  <a:lnTo>
                    <a:pt x="4248" y="4436"/>
                  </a:lnTo>
                  <a:lnTo>
                    <a:pt x="4458" y="4436"/>
                  </a:lnTo>
                  <a:lnTo>
                    <a:pt x="4520" y="4352"/>
                  </a:lnTo>
                  <a:lnTo>
                    <a:pt x="4458" y="4311"/>
                  </a:lnTo>
                  <a:lnTo>
                    <a:pt x="4499" y="4143"/>
                  </a:lnTo>
                  <a:lnTo>
                    <a:pt x="4667" y="3892"/>
                  </a:lnTo>
                  <a:lnTo>
                    <a:pt x="4667" y="3766"/>
                  </a:lnTo>
                  <a:lnTo>
                    <a:pt x="4855" y="3704"/>
                  </a:lnTo>
                  <a:lnTo>
                    <a:pt x="4981" y="3578"/>
                  </a:lnTo>
                  <a:lnTo>
                    <a:pt x="4855" y="3390"/>
                  </a:lnTo>
                  <a:lnTo>
                    <a:pt x="4771" y="3348"/>
                  </a:lnTo>
                  <a:lnTo>
                    <a:pt x="4751" y="3243"/>
                  </a:lnTo>
                  <a:lnTo>
                    <a:pt x="4646" y="3076"/>
                  </a:lnTo>
                  <a:lnTo>
                    <a:pt x="4730" y="2992"/>
                  </a:lnTo>
                  <a:lnTo>
                    <a:pt x="4960" y="2637"/>
                  </a:lnTo>
                  <a:lnTo>
                    <a:pt x="5064" y="2574"/>
                  </a:lnTo>
                  <a:lnTo>
                    <a:pt x="5232" y="2302"/>
                  </a:lnTo>
                  <a:lnTo>
                    <a:pt x="5274" y="2323"/>
                  </a:lnTo>
                  <a:lnTo>
                    <a:pt x="5253" y="2344"/>
                  </a:lnTo>
                  <a:lnTo>
                    <a:pt x="5253" y="2365"/>
                  </a:lnTo>
                  <a:lnTo>
                    <a:pt x="5336" y="2323"/>
                  </a:lnTo>
                  <a:lnTo>
                    <a:pt x="5357" y="2197"/>
                  </a:lnTo>
                  <a:lnTo>
                    <a:pt x="5295" y="2134"/>
                  </a:lnTo>
                  <a:lnTo>
                    <a:pt x="5441" y="2051"/>
                  </a:lnTo>
                  <a:lnTo>
                    <a:pt x="5567" y="1946"/>
                  </a:lnTo>
                  <a:lnTo>
                    <a:pt x="5776" y="1946"/>
                  </a:lnTo>
                  <a:lnTo>
                    <a:pt x="5964" y="1883"/>
                  </a:lnTo>
                  <a:lnTo>
                    <a:pt x="6069" y="1737"/>
                  </a:lnTo>
                  <a:lnTo>
                    <a:pt x="6278" y="1611"/>
                  </a:lnTo>
                  <a:lnTo>
                    <a:pt x="6320" y="1507"/>
                  </a:lnTo>
                  <a:lnTo>
                    <a:pt x="6341" y="1381"/>
                  </a:lnTo>
                  <a:lnTo>
                    <a:pt x="6320" y="1193"/>
                  </a:lnTo>
                  <a:lnTo>
                    <a:pt x="6424" y="1151"/>
                  </a:lnTo>
                  <a:lnTo>
                    <a:pt x="6424" y="1088"/>
                  </a:lnTo>
                  <a:lnTo>
                    <a:pt x="6341" y="1067"/>
                  </a:lnTo>
                  <a:lnTo>
                    <a:pt x="6215" y="879"/>
                  </a:lnTo>
                  <a:lnTo>
                    <a:pt x="5964" y="900"/>
                  </a:lnTo>
                  <a:lnTo>
                    <a:pt x="5797" y="837"/>
                  </a:lnTo>
                  <a:lnTo>
                    <a:pt x="5629" y="837"/>
                  </a:lnTo>
                  <a:lnTo>
                    <a:pt x="5525" y="774"/>
                  </a:lnTo>
                  <a:lnTo>
                    <a:pt x="5253" y="774"/>
                  </a:lnTo>
                  <a:lnTo>
                    <a:pt x="5148" y="879"/>
                  </a:lnTo>
                  <a:lnTo>
                    <a:pt x="5064" y="837"/>
                  </a:lnTo>
                  <a:lnTo>
                    <a:pt x="4918" y="837"/>
                  </a:lnTo>
                  <a:lnTo>
                    <a:pt x="4792" y="691"/>
                  </a:lnTo>
                  <a:lnTo>
                    <a:pt x="4688" y="753"/>
                  </a:lnTo>
                  <a:lnTo>
                    <a:pt x="4583" y="649"/>
                  </a:lnTo>
                  <a:lnTo>
                    <a:pt x="4332" y="565"/>
                  </a:lnTo>
                  <a:lnTo>
                    <a:pt x="4186" y="586"/>
                  </a:lnTo>
                  <a:lnTo>
                    <a:pt x="4207" y="523"/>
                  </a:lnTo>
                  <a:lnTo>
                    <a:pt x="4186" y="377"/>
                  </a:lnTo>
                  <a:lnTo>
                    <a:pt x="4102" y="377"/>
                  </a:lnTo>
                  <a:lnTo>
                    <a:pt x="4102" y="356"/>
                  </a:lnTo>
                  <a:lnTo>
                    <a:pt x="3997" y="314"/>
                  </a:lnTo>
                  <a:lnTo>
                    <a:pt x="3955" y="335"/>
                  </a:lnTo>
                  <a:lnTo>
                    <a:pt x="3872" y="335"/>
                  </a:lnTo>
                  <a:lnTo>
                    <a:pt x="3809" y="419"/>
                  </a:lnTo>
                  <a:lnTo>
                    <a:pt x="3495" y="230"/>
                  </a:lnTo>
                  <a:lnTo>
                    <a:pt x="3391" y="230"/>
                  </a:lnTo>
                  <a:lnTo>
                    <a:pt x="3286" y="335"/>
                  </a:lnTo>
                  <a:lnTo>
                    <a:pt x="3077" y="272"/>
                  </a:lnTo>
                  <a:lnTo>
                    <a:pt x="3035" y="168"/>
                  </a:lnTo>
                  <a:lnTo>
                    <a:pt x="2826" y="147"/>
                  </a:lnTo>
                  <a:lnTo>
                    <a:pt x="2533" y="272"/>
                  </a:lnTo>
                  <a:lnTo>
                    <a:pt x="2344" y="230"/>
                  </a:lnTo>
                  <a:lnTo>
                    <a:pt x="1926" y="168"/>
                  </a:lnTo>
                  <a:lnTo>
                    <a:pt x="1779" y="105"/>
                  </a:lnTo>
                  <a:lnTo>
                    <a:pt x="1758" y="42"/>
                  </a:lnTo>
                  <a:lnTo>
                    <a:pt x="1570" y="105"/>
                  </a:lnTo>
                  <a:lnTo>
                    <a:pt x="1403" y="147"/>
                  </a:lnTo>
                  <a:lnTo>
                    <a:pt x="1277" y="105"/>
                  </a:lnTo>
                  <a:lnTo>
                    <a:pt x="1173" y="105"/>
                  </a:lnTo>
                  <a:lnTo>
                    <a:pt x="1068" y="168"/>
                  </a:lnTo>
                  <a:lnTo>
                    <a:pt x="942" y="21"/>
                  </a:lnTo>
                  <a:lnTo>
                    <a:pt x="81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9" name="Google Shape;7831;p67">
              <a:extLst>
                <a:ext uri="{FF2B5EF4-FFF2-40B4-BE49-F238E27FC236}">
                  <a16:creationId xmlns:a16="http://schemas.microsoft.com/office/drawing/2014/main" id="{0CAF4C80-1D05-32FA-6D6F-BE09B7D72814}"/>
                </a:ext>
              </a:extLst>
            </p:cNvPr>
            <p:cNvSpPr/>
            <p:nvPr/>
          </p:nvSpPr>
          <p:spPr>
            <a:xfrm>
              <a:off x="4298300" y="2628625"/>
              <a:ext cx="25125" cy="19925"/>
            </a:xfrm>
            <a:custGeom>
              <a:avLst/>
              <a:gdLst/>
              <a:ahLst/>
              <a:cxnLst/>
              <a:rect l="l" t="t" r="r" b="b"/>
              <a:pathLst>
                <a:path w="1005" h="797" extrusionOk="0">
                  <a:moveTo>
                    <a:pt x="189" y="1"/>
                  </a:moveTo>
                  <a:lnTo>
                    <a:pt x="84" y="64"/>
                  </a:lnTo>
                  <a:lnTo>
                    <a:pt x="0" y="64"/>
                  </a:lnTo>
                  <a:lnTo>
                    <a:pt x="0" y="106"/>
                  </a:lnTo>
                  <a:lnTo>
                    <a:pt x="42" y="106"/>
                  </a:lnTo>
                  <a:lnTo>
                    <a:pt x="105" y="189"/>
                  </a:lnTo>
                  <a:lnTo>
                    <a:pt x="189" y="189"/>
                  </a:lnTo>
                  <a:lnTo>
                    <a:pt x="251" y="294"/>
                  </a:lnTo>
                  <a:lnTo>
                    <a:pt x="209" y="378"/>
                  </a:lnTo>
                  <a:lnTo>
                    <a:pt x="481" y="503"/>
                  </a:lnTo>
                  <a:lnTo>
                    <a:pt x="502" y="629"/>
                  </a:lnTo>
                  <a:lnTo>
                    <a:pt x="670" y="712"/>
                  </a:lnTo>
                  <a:lnTo>
                    <a:pt x="795" y="712"/>
                  </a:lnTo>
                  <a:lnTo>
                    <a:pt x="984" y="796"/>
                  </a:lnTo>
                  <a:lnTo>
                    <a:pt x="1005" y="712"/>
                  </a:lnTo>
                  <a:lnTo>
                    <a:pt x="733" y="315"/>
                  </a:lnTo>
                  <a:lnTo>
                    <a:pt x="586" y="273"/>
                  </a:lnTo>
                  <a:lnTo>
                    <a:pt x="502" y="85"/>
                  </a:lnTo>
                  <a:lnTo>
                    <a:pt x="398" y="85"/>
                  </a:lnTo>
                  <a:lnTo>
                    <a:pt x="356" y="126"/>
                  </a:lnTo>
                  <a:lnTo>
                    <a:pt x="18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0" name="Google Shape;7832;p67">
              <a:extLst>
                <a:ext uri="{FF2B5EF4-FFF2-40B4-BE49-F238E27FC236}">
                  <a16:creationId xmlns:a16="http://schemas.microsoft.com/office/drawing/2014/main" id="{E230C5B6-BCF7-8353-9BCA-797C1C8258D7}"/>
                </a:ext>
              </a:extLst>
            </p:cNvPr>
            <p:cNvSpPr/>
            <p:nvPr/>
          </p:nvSpPr>
          <p:spPr>
            <a:xfrm>
              <a:off x="4292025" y="2631250"/>
              <a:ext cx="295050" cy="237500"/>
            </a:xfrm>
            <a:custGeom>
              <a:avLst/>
              <a:gdLst/>
              <a:ahLst/>
              <a:cxnLst/>
              <a:rect l="l" t="t" r="r" b="b"/>
              <a:pathLst>
                <a:path w="11802" h="9500" extrusionOk="0">
                  <a:moveTo>
                    <a:pt x="502" y="1863"/>
                  </a:moveTo>
                  <a:lnTo>
                    <a:pt x="502" y="1884"/>
                  </a:lnTo>
                  <a:lnTo>
                    <a:pt x="506" y="1864"/>
                  </a:lnTo>
                  <a:lnTo>
                    <a:pt x="506" y="1864"/>
                  </a:lnTo>
                  <a:lnTo>
                    <a:pt x="502" y="1863"/>
                  </a:lnTo>
                  <a:close/>
                  <a:moveTo>
                    <a:pt x="251" y="1"/>
                  </a:moveTo>
                  <a:lnTo>
                    <a:pt x="209" y="63"/>
                  </a:lnTo>
                  <a:lnTo>
                    <a:pt x="147" y="210"/>
                  </a:lnTo>
                  <a:lnTo>
                    <a:pt x="0" y="210"/>
                  </a:lnTo>
                  <a:lnTo>
                    <a:pt x="0" y="273"/>
                  </a:lnTo>
                  <a:lnTo>
                    <a:pt x="42" y="398"/>
                  </a:lnTo>
                  <a:lnTo>
                    <a:pt x="105" y="607"/>
                  </a:lnTo>
                  <a:lnTo>
                    <a:pt x="105" y="712"/>
                  </a:lnTo>
                  <a:lnTo>
                    <a:pt x="105" y="858"/>
                  </a:lnTo>
                  <a:lnTo>
                    <a:pt x="230" y="900"/>
                  </a:lnTo>
                  <a:lnTo>
                    <a:pt x="251" y="942"/>
                  </a:lnTo>
                  <a:lnTo>
                    <a:pt x="188" y="1130"/>
                  </a:lnTo>
                  <a:lnTo>
                    <a:pt x="209" y="1277"/>
                  </a:lnTo>
                  <a:lnTo>
                    <a:pt x="188" y="1361"/>
                  </a:lnTo>
                  <a:lnTo>
                    <a:pt x="335" y="1423"/>
                  </a:lnTo>
                  <a:lnTo>
                    <a:pt x="460" y="1654"/>
                  </a:lnTo>
                  <a:lnTo>
                    <a:pt x="523" y="1779"/>
                  </a:lnTo>
                  <a:lnTo>
                    <a:pt x="506" y="1864"/>
                  </a:lnTo>
                  <a:lnTo>
                    <a:pt x="506" y="1864"/>
                  </a:lnTo>
                  <a:lnTo>
                    <a:pt x="607" y="1884"/>
                  </a:lnTo>
                  <a:lnTo>
                    <a:pt x="670" y="2009"/>
                  </a:lnTo>
                  <a:lnTo>
                    <a:pt x="649" y="2114"/>
                  </a:lnTo>
                  <a:lnTo>
                    <a:pt x="712" y="2260"/>
                  </a:lnTo>
                  <a:lnTo>
                    <a:pt x="816" y="2260"/>
                  </a:lnTo>
                  <a:lnTo>
                    <a:pt x="858" y="2365"/>
                  </a:lnTo>
                  <a:lnTo>
                    <a:pt x="921" y="2490"/>
                  </a:lnTo>
                  <a:lnTo>
                    <a:pt x="1025" y="2532"/>
                  </a:lnTo>
                  <a:lnTo>
                    <a:pt x="1088" y="2574"/>
                  </a:lnTo>
                  <a:lnTo>
                    <a:pt x="1297" y="2679"/>
                  </a:lnTo>
                  <a:lnTo>
                    <a:pt x="1381" y="2700"/>
                  </a:lnTo>
                  <a:lnTo>
                    <a:pt x="1507" y="2679"/>
                  </a:lnTo>
                  <a:lnTo>
                    <a:pt x="1590" y="2721"/>
                  </a:lnTo>
                  <a:lnTo>
                    <a:pt x="1653" y="2742"/>
                  </a:lnTo>
                  <a:lnTo>
                    <a:pt x="1590" y="2783"/>
                  </a:lnTo>
                  <a:lnTo>
                    <a:pt x="1486" y="2825"/>
                  </a:lnTo>
                  <a:lnTo>
                    <a:pt x="1402" y="2825"/>
                  </a:lnTo>
                  <a:lnTo>
                    <a:pt x="1444" y="2993"/>
                  </a:lnTo>
                  <a:lnTo>
                    <a:pt x="1486" y="3014"/>
                  </a:lnTo>
                  <a:lnTo>
                    <a:pt x="1486" y="3223"/>
                  </a:lnTo>
                  <a:lnTo>
                    <a:pt x="1402" y="3244"/>
                  </a:lnTo>
                  <a:lnTo>
                    <a:pt x="1339" y="3244"/>
                  </a:lnTo>
                  <a:lnTo>
                    <a:pt x="1297" y="3432"/>
                  </a:lnTo>
                  <a:lnTo>
                    <a:pt x="1256" y="3474"/>
                  </a:lnTo>
                  <a:lnTo>
                    <a:pt x="1256" y="3683"/>
                  </a:lnTo>
                  <a:lnTo>
                    <a:pt x="1235" y="3767"/>
                  </a:lnTo>
                  <a:lnTo>
                    <a:pt x="1256" y="3830"/>
                  </a:lnTo>
                  <a:lnTo>
                    <a:pt x="1193" y="3871"/>
                  </a:lnTo>
                  <a:lnTo>
                    <a:pt x="1193" y="3955"/>
                  </a:lnTo>
                  <a:lnTo>
                    <a:pt x="1276" y="3976"/>
                  </a:lnTo>
                  <a:lnTo>
                    <a:pt x="1360" y="4060"/>
                  </a:lnTo>
                  <a:lnTo>
                    <a:pt x="1465" y="4081"/>
                  </a:lnTo>
                  <a:lnTo>
                    <a:pt x="1486" y="4164"/>
                  </a:lnTo>
                  <a:lnTo>
                    <a:pt x="1611" y="4269"/>
                  </a:lnTo>
                  <a:lnTo>
                    <a:pt x="1569" y="4394"/>
                  </a:lnTo>
                  <a:lnTo>
                    <a:pt x="1590" y="4415"/>
                  </a:lnTo>
                  <a:lnTo>
                    <a:pt x="1590" y="4499"/>
                  </a:lnTo>
                  <a:lnTo>
                    <a:pt x="1695" y="4583"/>
                  </a:lnTo>
                  <a:lnTo>
                    <a:pt x="1758" y="4562"/>
                  </a:lnTo>
                  <a:lnTo>
                    <a:pt x="1862" y="4520"/>
                  </a:lnTo>
                  <a:lnTo>
                    <a:pt x="2302" y="4813"/>
                  </a:lnTo>
                  <a:lnTo>
                    <a:pt x="2344" y="4792"/>
                  </a:lnTo>
                  <a:lnTo>
                    <a:pt x="2427" y="4834"/>
                  </a:lnTo>
                  <a:lnTo>
                    <a:pt x="2532" y="5043"/>
                  </a:lnTo>
                  <a:lnTo>
                    <a:pt x="2636" y="5106"/>
                  </a:lnTo>
                  <a:lnTo>
                    <a:pt x="2762" y="5357"/>
                  </a:lnTo>
                  <a:lnTo>
                    <a:pt x="2636" y="5462"/>
                  </a:lnTo>
                  <a:lnTo>
                    <a:pt x="2636" y="5650"/>
                  </a:lnTo>
                  <a:lnTo>
                    <a:pt x="2657" y="5817"/>
                  </a:lnTo>
                  <a:lnTo>
                    <a:pt x="2846" y="5817"/>
                  </a:lnTo>
                  <a:lnTo>
                    <a:pt x="2909" y="6152"/>
                  </a:lnTo>
                  <a:lnTo>
                    <a:pt x="3013" y="6236"/>
                  </a:lnTo>
                  <a:lnTo>
                    <a:pt x="3118" y="6278"/>
                  </a:lnTo>
                  <a:lnTo>
                    <a:pt x="3160" y="6299"/>
                  </a:lnTo>
                  <a:lnTo>
                    <a:pt x="3222" y="6278"/>
                  </a:lnTo>
                  <a:lnTo>
                    <a:pt x="3222" y="6340"/>
                  </a:lnTo>
                  <a:lnTo>
                    <a:pt x="3285" y="6445"/>
                  </a:lnTo>
                  <a:lnTo>
                    <a:pt x="3369" y="6445"/>
                  </a:lnTo>
                  <a:lnTo>
                    <a:pt x="3432" y="6382"/>
                  </a:lnTo>
                  <a:lnTo>
                    <a:pt x="3453" y="6257"/>
                  </a:lnTo>
                  <a:lnTo>
                    <a:pt x="3348" y="6194"/>
                  </a:lnTo>
                  <a:lnTo>
                    <a:pt x="3494" y="6194"/>
                  </a:lnTo>
                  <a:lnTo>
                    <a:pt x="3536" y="6173"/>
                  </a:lnTo>
                  <a:lnTo>
                    <a:pt x="3494" y="6236"/>
                  </a:lnTo>
                  <a:lnTo>
                    <a:pt x="3494" y="6299"/>
                  </a:lnTo>
                  <a:lnTo>
                    <a:pt x="3641" y="6361"/>
                  </a:lnTo>
                  <a:lnTo>
                    <a:pt x="3683" y="6340"/>
                  </a:lnTo>
                  <a:lnTo>
                    <a:pt x="3745" y="6445"/>
                  </a:lnTo>
                  <a:lnTo>
                    <a:pt x="3787" y="6445"/>
                  </a:lnTo>
                  <a:lnTo>
                    <a:pt x="3976" y="6299"/>
                  </a:lnTo>
                  <a:lnTo>
                    <a:pt x="4017" y="6340"/>
                  </a:lnTo>
                  <a:lnTo>
                    <a:pt x="4164" y="6487"/>
                  </a:lnTo>
                  <a:lnTo>
                    <a:pt x="4164" y="6591"/>
                  </a:lnTo>
                  <a:lnTo>
                    <a:pt x="4373" y="6863"/>
                  </a:lnTo>
                  <a:lnTo>
                    <a:pt x="4394" y="7031"/>
                  </a:lnTo>
                  <a:lnTo>
                    <a:pt x="4436" y="7073"/>
                  </a:lnTo>
                  <a:lnTo>
                    <a:pt x="4541" y="7073"/>
                  </a:lnTo>
                  <a:lnTo>
                    <a:pt x="4603" y="7177"/>
                  </a:lnTo>
                  <a:lnTo>
                    <a:pt x="4541" y="7177"/>
                  </a:lnTo>
                  <a:lnTo>
                    <a:pt x="4520" y="7135"/>
                  </a:lnTo>
                  <a:lnTo>
                    <a:pt x="4499" y="7177"/>
                  </a:lnTo>
                  <a:lnTo>
                    <a:pt x="4603" y="7240"/>
                  </a:lnTo>
                  <a:lnTo>
                    <a:pt x="4645" y="7219"/>
                  </a:lnTo>
                  <a:lnTo>
                    <a:pt x="4687" y="7324"/>
                  </a:lnTo>
                  <a:lnTo>
                    <a:pt x="4833" y="7721"/>
                  </a:lnTo>
                  <a:lnTo>
                    <a:pt x="4959" y="7763"/>
                  </a:lnTo>
                  <a:lnTo>
                    <a:pt x="5168" y="7763"/>
                  </a:lnTo>
                  <a:lnTo>
                    <a:pt x="5315" y="7805"/>
                  </a:lnTo>
                  <a:lnTo>
                    <a:pt x="5377" y="7868"/>
                  </a:lnTo>
                  <a:lnTo>
                    <a:pt x="5566" y="7868"/>
                  </a:lnTo>
                  <a:lnTo>
                    <a:pt x="5587" y="7931"/>
                  </a:lnTo>
                  <a:lnTo>
                    <a:pt x="5691" y="7931"/>
                  </a:lnTo>
                  <a:lnTo>
                    <a:pt x="5733" y="7972"/>
                  </a:lnTo>
                  <a:lnTo>
                    <a:pt x="5649" y="8035"/>
                  </a:lnTo>
                  <a:lnTo>
                    <a:pt x="5796" y="8224"/>
                  </a:lnTo>
                  <a:lnTo>
                    <a:pt x="5963" y="8244"/>
                  </a:lnTo>
                  <a:lnTo>
                    <a:pt x="6047" y="8328"/>
                  </a:lnTo>
                  <a:lnTo>
                    <a:pt x="6152" y="8328"/>
                  </a:lnTo>
                  <a:lnTo>
                    <a:pt x="6319" y="8496"/>
                  </a:lnTo>
                  <a:lnTo>
                    <a:pt x="6403" y="8475"/>
                  </a:lnTo>
                  <a:lnTo>
                    <a:pt x="6528" y="8454"/>
                  </a:lnTo>
                  <a:lnTo>
                    <a:pt x="6717" y="8496"/>
                  </a:lnTo>
                  <a:lnTo>
                    <a:pt x="6947" y="8663"/>
                  </a:lnTo>
                  <a:lnTo>
                    <a:pt x="7135" y="8475"/>
                  </a:lnTo>
                  <a:lnTo>
                    <a:pt x="7407" y="8349"/>
                  </a:lnTo>
                  <a:lnTo>
                    <a:pt x="7407" y="8328"/>
                  </a:lnTo>
                  <a:lnTo>
                    <a:pt x="7533" y="8328"/>
                  </a:lnTo>
                  <a:lnTo>
                    <a:pt x="7679" y="8224"/>
                  </a:lnTo>
                  <a:lnTo>
                    <a:pt x="7784" y="8161"/>
                  </a:lnTo>
                  <a:lnTo>
                    <a:pt x="7993" y="8182"/>
                  </a:lnTo>
                  <a:lnTo>
                    <a:pt x="7993" y="8244"/>
                  </a:lnTo>
                  <a:lnTo>
                    <a:pt x="8056" y="8244"/>
                  </a:lnTo>
                  <a:lnTo>
                    <a:pt x="8056" y="8286"/>
                  </a:lnTo>
                  <a:lnTo>
                    <a:pt x="8160" y="8454"/>
                  </a:lnTo>
                  <a:lnTo>
                    <a:pt x="8244" y="8663"/>
                  </a:lnTo>
                  <a:lnTo>
                    <a:pt x="8349" y="8872"/>
                  </a:lnTo>
                  <a:lnTo>
                    <a:pt x="8349" y="9019"/>
                  </a:lnTo>
                  <a:lnTo>
                    <a:pt x="8411" y="9081"/>
                  </a:lnTo>
                  <a:lnTo>
                    <a:pt x="8453" y="9123"/>
                  </a:lnTo>
                  <a:lnTo>
                    <a:pt x="8872" y="9123"/>
                  </a:lnTo>
                  <a:lnTo>
                    <a:pt x="8976" y="9207"/>
                  </a:lnTo>
                  <a:lnTo>
                    <a:pt x="9102" y="9081"/>
                  </a:lnTo>
                  <a:lnTo>
                    <a:pt x="9144" y="9102"/>
                  </a:lnTo>
                  <a:lnTo>
                    <a:pt x="9311" y="9228"/>
                  </a:lnTo>
                  <a:lnTo>
                    <a:pt x="9625" y="9207"/>
                  </a:lnTo>
                  <a:lnTo>
                    <a:pt x="9813" y="9291"/>
                  </a:lnTo>
                  <a:lnTo>
                    <a:pt x="10064" y="9312"/>
                  </a:lnTo>
                  <a:lnTo>
                    <a:pt x="10169" y="9332"/>
                  </a:lnTo>
                  <a:lnTo>
                    <a:pt x="10232" y="9312"/>
                  </a:lnTo>
                  <a:lnTo>
                    <a:pt x="10295" y="9395"/>
                  </a:lnTo>
                  <a:lnTo>
                    <a:pt x="10315" y="9395"/>
                  </a:lnTo>
                  <a:lnTo>
                    <a:pt x="10357" y="9291"/>
                  </a:lnTo>
                  <a:lnTo>
                    <a:pt x="10441" y="9291"/>
                  </a:lnTo>
                  <a:lnTo>
                    <a:pt x="10483" y="9374"/>
                  </a:lnTo>
                  <a:lnTo>
                    <a:pt x="10608" y="9416"/>
                  </a:lnTo>
                  <a:lnTo>
                    <a:pt x="10818" y="9500"/>
                  </a:lnTo>
                  <a:lnTo>
                    <a:pt x="10901" y="9437"/>
                  </a:lnTo>
                  <a:lnTo>
                    <a:pt x="10922" y="9395"/>
                  </a:lnTo>
                  <a:lnTo>
                    <a:pt x="10964" y="9395"/>
                  </a:lnTo>
                  <a:lnTo>
                    <a:pt x="10964" y="9312"/>
                  </a:lnTo>
                  <a:lnTo>
                    <a:pt x="10985" y="9102"/>
                  </a:lnTo>
                  <a:lnTo>
                    <a:pt x="10922" y="8977"/>
                  </a:lnTo>
                  <a:lnTo>
                    <a:pt x="11027" y="8851"/>
                  </a:lnTo>
                  <a:lnTo>
                    <a:pt x="10985" y="8747"/>
                  </a:lnTo>
                  <a:lnTo>
                    <a:pt x="11069" y="8642"/>
                  </a:lnTo>
                  <a:lnTo>
                    <a:pt x="11215" y="8558"/>
                  </a:lnTo>
                  <a:lnTo>
                    <a:pt x="11299" y="8496"/>
                  </a:lnTo>
                  <a:lnTo>
                    <a:pt x="11550" y="8433"/>
                  </a:lnTo>
                  <a:lnTo>
                    <a:pt x="11717" y="8475"/>
                  </a:lnTo>
                  <a:lnTo>
                    <a:pt x="11801" y="8391"/>
                  </a:lnTo>
                  <a:lnTo>
                    <a:pt x="11759" y="8161"/>
                  </a:lnTo>
                  <a:lnTo>
                    <a:pt x="11634" y="8056"/>
                  </a:lnTo>
                  <a:lnTo>
                    <a:pt x="11487" y="8077"/>
                  </a:lnTo>
                  <a:lnTo>
                    <a:pt x="11445" y="7972"/>
                  </a:lnTo>
                  <a:lnTo>
                    <a:pt x="11445" y="7826"/>
                  </a:lnTo>
                  <a:lnTo>
                    <a:pt x="11403" y="7700"/>
                  </a:lnTo>
                  <a:lnTo>
                    <a:pt x="11403" y="7491"/>
                  </a:lnTo>
                  <a:lnTo>
                    <a:pt x="11236" y="7491"/>
                  </a:lnTo>
                  <a:lnTo>
                    <a:pt x="11215" y="7408"/>
                  </a:lnTo>
                  <a:lnTo>
                    <a:pt x="11111" y="7387"/>
                  </a:lnTo>
                  <a:lnTo>
                    <a:pt x="10922" y="7345"/>
                  </a:lnTo>
                  <a:lnTo>
                    <a:pt x="10880" y="7303"/>
                  </a:lnTo>
                  <a:lnTo>
                    <a:pt x="10755" y="7219"/>
                  </a:lnTo>
                  <a:lnTo>
                    <a:pt x="10587" y="7073"/>
                  </a:lnTo>
                  <a:lnTo>
                    <a:pt x="10504" y="6926"/>
                  </a:lnTo>
                  <a:lnTo>
                    <a:pt x="10232" y="6508"/>
                  </a:lnTo>
                  <a:lnTo>
                    <a:pt x="10650" y="5943"/>
                  </a:lnTo>
                  <a:lnTo>
                    <a:pt x="10692" y="5859"/>
                  </a:lnTo>
                  <a:lnTo>
                    <a:pt x="10650" y="5629"/>
                  </a:lnTo>
                  <a:lnTo>
                    <a:pt x="10650" y="5462"/>
                  </a:lnTo>
                  <a:lnTo>
                    <a:pt x="10567" y="5294"/>
                  </a:lnTo>
                  <a:lnTo>
                    <a:pt x="10064" y="5252"/>
                  </a:lnTo>
                  <a:lnTo>
                    <a:pt x="10043" y="5043"/>
                  </a:lnTo>
                  <a:lnTo>
                    <a:pt x="9981" y="4939"/>
                  </a:lnTo>
                  <a:lnTo>
                    <a:pt x="10023" y="4876"/>
                  </a:lnTo>
                  <a:lnTo>
                    <a:pt x="9939" y="4604"/>
                  </a:lnTo>
                  <a:lnTo>
                    <a:pt x="9771" y="4311"/>
                  </a:lnTo>
                  <a:lnTo>
                    <a:pt x="9834" y="4164"/>
                  </a:lnTo>
                  <a:lnTo>
                    <a:pt x="9981" y="3934"/>
                  </a:lnTo>
                  <a:lnTo>
                    <a:pt x="9939" y="3934"/>
                  </a:lnTo>
                  <a:lnTo>
                    <a:pt x="9751" y="3892"/>
                  </a:lnTo>
                  <a:lnTo>
                    <a:pt x="9751" y="3767"/>
                  </a:lnTo>
                  <a:lnTo>
                    <a:pt x="9730" y="3558"/>
                  </a:lnTo>
                  <a:lnTo>
                    <a:pt x="9667" y="3558"/>
                  </a:lnTo>
                  <a:lnTo>
                    <a:pt x="9813" y="3411"/>
                  </a:lnTo>
                  <a:lnTo>
                    <a:pt x="9709" y="3327"/>
                  </a:lnTo>
                  <a:lnTo>
                    <a:pt x="9646" y="3244"/>
                  </a:lnTo>
                  <a:lnTo>
                    <a:pt x="9771" y="3223"/>
                  </a:lnTo>
                  <a:lnTo>
                    <a:pt x="9918" y="3118"/>
                  </a:lnTo>
                  <a:lnTo>
                    <a:pt x="9918" y="3034"/>
                  </a:lnTo>
                  <a:lnTo>
                    <a:pt x="9939" y="3014"/>
                  </a:lnTo>
                  <a:lnTo>
                    <a:pt x="9855" y="2909"/>
                  </a:lnTo>
                  <a:lnTo>
                    <a:pt x="9918" y="2825"/>
                  </a:lnTo>
                  <a:lnTo>
                    <a:pt x="9918" y="2742"/>
                  </a:lnTo>
                  <a:lnTo>
                    <a:pt x="9918" y="2574"/>
                  </a:lnTo>
                  <a:lnTo>
                    <a:pt x="9855" y="2470"/>
                  </a:lnTo>
                  <a:lnTo>
                    <a:pt x="9855" y="2386"/>
                  </a:lnTo>
                  <a:lnTo>
                    <a:pt x="9813" y="2260"/>
                  </a:lnTo>
                  <a:lnTo>
                    <a:pt x="9855" y="2156"/>
                  </a:lnTo>
                  <a:lnTo>
                    <a:pt x="9751" y="1988"/>
                  </a:lnTo>
                  <a:lnTo>
                    <a:pt x="9625" y="1946"/>
                  </a:lnTo>
                  <a:lnTo>
                    <a:pt x="9353" y="1905"/>
                  </a:lnTo>
                  <a:lnTo>
                    <a:pt x="9123" y="1591"/>
                  </a:lnTo>
                  <a:lnTo>
                    <a:pt x="8914" y="1549"/>
                  </a:lnTo>
                  <a:lnTo>
                    <a:pt x="8788" y="1570"/>
                  </a:lnTo>
                  <a:lnTo>
                    <a:pt x="8725" y="1528"/>
                  </a:lnTo>
                  <a:lnTo>
                    <a:pt x="8704" y="1361"/>
                  </a:lnTo>
                  <a:lnTo>
                    <a:pt x="8579" y="1340"/>
                  </a:lnTo>
                  <a:lnTo>
                    <a:pt x="8349" y="1235"/>
                  </a:lnTo>
                  <a:lnTo>
                    <a:pt x="8265" y="1319"/>
                  </a:lnTo>
                  <a:lnTo>
                    <a:pt x="8160" y="1319"/>
                  </a:lnTo>
                  <a:lnTo>
                    <a:pt x="7826" y="1109"/>
                  </a:lnTo>
                  <a:lnTo>
                    <a:pt x="7658" y="1047"/>
                  </a:lnTo>
                  <a:lnTo>
                    <a:pt x="7449" y="858"/>
                  </a:lnTo>
                  <a:lnTo>
                    <a:pt x="7323" y="900"/>
                  </a:lnTo>
                  <a:lnTo>
                    <a:pt x="7198" y="837"/>
                  </a:lnTo>
                  <a:lnTo>
                    <a:pt x="7093" y="858"/>
                  </a:lnTo>
                  <a:lnTo>
                    <a:pt x="7030" y="1005"/>
                  </a:lnTo>
                  <a:lnTo>
                    <a:pt x="6821" y="942"/>
                  </a:lnTo>
                  <a:lnTo>
                    <a:pt x="6591" y="1005"/>
                  </a:lnTo>
                  <a:lnTo>
                    <a:pt x="6361" y="1214"/>
                  </a:lnTo>
                  <a:lnTo>
                    <a:pt x="6256" y="1214"/>
                  </a:lnTo>
                  <a:lnTo>
                    <a:pt x="6173" y="1319"/>
                  </a:lnTo>
                  <a:lnTo>
                    <a:pt x="6110" y="1465"/>
                  </a:lnTo>
                  <a:lnTo>
                    <a:pt x="5838" y="1465"/>
                  </a:lnTo>
                  <a:lnTo>
                    <a:pt x="5733" y="1549"/>
                  </a:lnTo>
                  <a:lnTo>
                    <a:pt x="5775" y="1695"/>
                  </a:lnTo>
                  <a:lnTo>
                    <a:pt x="5859" y="1842"/>
                  </a:lnTo>
                  <a:lnTo>
                    <a:pt x="5838" y="1967"/>
                  </a:lnTo>
                  <a:lnTo>
                    <a:pt x="5691" y="1967"/>
                  </a:lnTo>
                  <a:lnTo>
                    <a:pt x="5357" y="1905"/>
                  </a:lnTo>
                  <a:lnTo>
                    <a:pt x="5064" y="1967"/>
                  </a:lnTo>
                  <a:lnTo>
                    <a:pt x="4708" y="2072"/>
                  </a:lnTo>
                  <a:lnTo>
                    <a:pt x="4520" y="2072"/>
                  </a:lnTo>
                  <a:lnTo>
                    <a:pt x="4185" y="1967"/>
                  </a:lnTo>
                  <a:lnTo>
                    <a:pt x="4059" y="1967"/>
                  </a:lnTo>
                  <a:lnTo>
                    <a:pt x="3766" y="1842"/>
                  </a:lnTo>
                  <a:lnTo>
                    <a:pt x="3662" y="1737"/>
                  </a:lnTo>
                  <a:lnTo>
                    <a:pt x="3641" y="1591"/>
                  </a:lnTo>
                  <a:lnTo>
                    <a:pt x="3557" y="1591"/>
                  </a:lnTo>
                  <a:lnTo>
                    <a:pt x="3432" y="1528"/>
                  </a:lnTo>
                  <a:lnTo>
                    <a:pt x="3264" y="1570"/>
                  </a:lnTo>
                  <a:lnTo>
                    <a:pt x="3181" y="1528"/>
                  </a:lnTo>
                  <a:lnTo>
                    <a:pt x="3055" y="1528"/>
                  </a:lnTo>
                  <a:lnTo>
                    <a:pt x="2929" y="1423"/>
                  </a:lnTo>
                  <a:lnTo>
                    <a:pt x="2846" y="1381"/>
                  </a:lnTo>
                  <a:lnTo>
                    <a:pt x="2804" y="1340"/>
                  </a:lnTo>
                  <a:lnTo>
                    <a:pt x="2825" y="1214"/>
                  </a:lnTo>
                  <a:lnTo>
                    <a:pt x="2825" y="1068"/>
                  </a:lnTo>
                  <a:lnTo>
                    <a:pt x="2741" y="942"/>
                  </a:lnTo>
                  <a:lnTo>
                    <a:pt x="2741" y="921"/>
                  </a:lnTo>
                  <a:lnTo>
                    <a:pt x="2699" y="942"/>
                  </a:lnTo>
                  <a:lnTo>
                    <a:pt x="2595" y="921"/>
                  </a:lnTo>
                  <a:lnTo>
                    <a:pt x="2553" y="858"/>
                  </a:lnTo>
                  <a:lnTo>
                    <a:pt x="2448" y="817"/>
                  </a:lnTo>
                  <a:lnTo>
                    <a:pt x="2281" y="607"/>
                  </a:lnTo>
                  <a:lnTo>
                    <a:pt x="2448" y="482"/>
                  </a:lnTo>
                  <a:lnTo>
                    <a:pt x="2323" y="398"/>
                  </a:lnTo>
                  <a:lnTo>
                    <a:pt x="2302" y="335"/>
                  </a:lnTo>
                  <a:lnTo>
                    <a:pt x="2344" y="293"/>
                  </a:lnTo>
                  <a:lnTo>
                    <a:pt x="2281" y="210"/>
                  </a:lnTo>
                  <a:lnTo>
                    <a:pt x="2218" y="105"/>
                  </a:lnTo>
                  <a:lnTo>
                    <a:pt x="2176" y="105"/>
                  </a:lnTo>
                  <a:lnTo>
                    <a:pt x="2176" y="84"/>
                  </a:lnTo>
                  <a:lnTo>
                    <a:pt x="2113" y="84"/>
                  </a:lnTo>
                  <a:lnTo>
                    <a:pt x="1988" y="168"/>
                  </a:lnTo>
                  <a:lnTo>
                    <a:pt x="1904" y="168"/>
                  </a:lnTo>
                  <a:lnTo>
                    <a:pt x="1862" y="273"/>
                  </a:lnTo>
                  <a:lnTo>
                    <a:pt x="1779" y="293"/>
                  </a:lnTo>
                  <a:lnTo>
                    <a:pt x="1674" y="419"/>
                  </a:lnTo>
                  <a:lnTo>
                    <a:pt x="1611" y="440"/>
                  </a:lnTo>
                  <a:lnTo>
                    <a:pt x="1569" y="503"/>
                  </a:lnTo>
                  <a:lnTo>
                    <a:pt x="1569" y="545"/>
                  </a:lnTo>
                  <a:lnTo>
                    <a:pt x="1465" y="607"/>
                  </a:lnTo>
                  <a:lnTo>
                    <a:pt x="1381" y="586"/>
                  </a:lnTo>
                  <a:lnTo>
                    <a:pt x="1256" y="607"/>
                  </a:lnTo>
                  <a:lnTo>
                    <a:pt x="1235" y="691"/>
                  </a:lnTo>
                  <a:lnTo>
                    <a:pt x="1046" y="607"/>
                  </a:lnTo>
                  <a:lnTo>
                    <a:pt x="921" y="607"/>
                  </a:lnTo>
                  <a:lnTo>
                    <a:pt x="753" y="524"/>
                  </a:lnTo>
                  <a:lnTo>
                    <a:pt x="732" y="398"/>
                  </a:lnTo>
                  <a:lnTo>
                    <a:pt x="460" y="273"/>
                  </a:lnTo>
                  <a:lnTo>
                    <a:pt x="502" y="189"/>
                  </a:lnTo>
                  <a:lnTo>
                    <a:pt x="440" y="84"/>
                  </a:lnTo>
                  <a:lnTo>
                    <a:pt x="356" y="84"/>
                  </a:lnTo>
                  <a:lnTo>
                    <a:pt x="29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1" name="Google Shape;7833;p67">
              <a:extLst>
                <a:ext uri="{FF2B5EF4-FFF2-40B4-BE49-F238E27FC236}">
                  <a16:creationId xmlns:a16="http://schemas.microsoft.com/office/drawing/2014/main" id="{6954ED5C-F8D8-F71D-4CE7-39A3C62C766E}"/>
                </a:ext>
              </a:extLst>
            </p:cNvPr>
            <p:cNvSpPr/>
            <p:nvPr/>
          </p:nvSpPr>
          <p:spPr>
            <a:xfrm>
              <a:off x="4277375" y="2602475"/>
              <a:ext cx="51800" cy="43975"/>
            </a:xfrm>
            <a:custGeom>
              <a:avLst/>
              <a:gdLst/>
              <a:ahLst/>
              <a:cxnLst/>
              <a:rect l="l" t="t" r="r" b="b"/>
              <a:pathLst>
                <a:path w="2072" h="1759" extrusionOk="0">
                  <a:moveTo>
                    <a:pt x="419" y="1"/>
                  </a:moveTo>
                  <a:lnTo>
                    <a:pt x="168" y="64"/>
                  </a:lnTo>
                  <a:lnTo>
                    <a:pt x="0" y="105"/>
                  </a:lnTo>
                  <a:lnTo>
                    <a:pt x="84" y="210"/>
                  </a:lnTo>
                  <a:lnTo>
                    <a:pt x="84" y="294"/>
                  </a:lnTo>
                  <a:lnTo>
                    <a:pt x="189" y="315"/>
                  </a:lnTo>
                  <a:lnTo>
                    <a:pt x="272" y="419"/>
                  </a:lnTo>
                  <a:lnTo>
                    <a:pt x="209" y="608"/>
                  </a:lnTo>
                  <a:lnTo>
                    <a:pt x="251" y="838"/>
                  </a:lnTo>
                  <a:lnTo>
                    <a:pt x="398" y="942"/>
                  </a:lnTo>
                  <a:lnTo>
                    <a:pt x="691" y="942"/>
                  </a:lnTo>
                  <a:lnTo>
                    <a:pt x="795" y="1026"/>
                  </a:lnTo>
                  <a:lnTo>
                    <a:pt x="837" y="1110"/>
                  </a:lnTo>
                  <a:lnTo>
                    <a:pt x="921" y="1110"/>
                  </a:lnTo>
                  <a:lnTo>
                    <a:pt x="1026" y="1047"/>
                  </a:lnTo>
                  <a:lnTo>
                    <a:pt x="1193" y="1172"/>
                  </a:lnTo>
                  <a:lnTo>
                    <a:pt x="1235" y="1131"/>
                  </a:lnTo>
                  <a:lnTo>
                    <a:pt x="1339" y="1131"/>
                  </a:lnTo>
                  <a:lnTo>
                    <a:pt x="1423" y="1319"/>
                  </a:lnTo>
                  <a:lnTo>
                    <a:pt x="1570" y="1361"/>
                  </a:lnTo>
                  <a:lnTo>
                    <a:pt x="1842" y="1758"/>
                  </a:lnTo>
                  <a:lnTo>
                    <a:pt x="1967" y="1737"/>
                  </a:lnTo>
                  <a:lnTo>
                    <a:pt x="1967" y="1591"/>
                  </a:lnTo>
                  <a:lnTo>
                    <a:pt x="1988" y="1549"/>
                  </a:lnTo>
                  <a:lnTo>
                    <a:pt x="1925" y="1382"/>
                  </a:lnTo>
                  <a:lnTo>
                    <a:pt x="2072" y="1361"/>
                  </a:lnTo>
                  <a:lnTo>
                    <a:pt x="1946" y="1235"/>
                  </a:lnTo>
                  <a:lnTo>
                    <a:pt x="1758" y="1235"/>
                  </a:lnTo>
                  <a:lnTo>
                    <a:pt x="1507" y="1110"/>
                  </a:lnTo>
                  <a:lnTo>
                    <a:pt x="1423" y="921"/>
                  </a:lnTo>
                  <a:lnTo>
                    <a:pt x="1507" y="838"/>
                  </a:lnTo>
                  <a:lnTo>
                    <a:pt x="1507" y="712"/>
                  </a:lnTo>
                  <a:lnTo>
                    <a:pt x="1256" y="524"/>
                  </a:lnTo>
                  <a:lnTo>
                    <a:pt x="1256" y="419"/>
                  </a:lnTo>
                  <a:lnTo>
                    <a:pt x="1298" y="294"/>
                  </a:lnTo>
                  <a:lnTo>
                    <a:pt x="1193" y="168"/>
                  </a:lnTo>
                  <a:lnTo>
                    <a:pt x="984" y="126"/>
                  </a:lnTo>
                  <a:lnTo>
                    <a:pt x="83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2" name="Google Shape;7834;p67">
              <a:extLst>
                <a:ext uri="{FF2B5EF4-FFF2-40B4-BE49-F238E27FC236}">
                  <a16:creationId xmlns:a16="http://schemas.microsoft.com/office/drawing/2014/main" id="{9676C646-5CC5-6FB8-7145-BAB8A708A0D2}"/>
                </a:ext>
              </a:extLst>
            </p:cNvPr>
            <p:cNvSpPr/>
            <p:nvPr/>
          </p:nvSpPr>
          <p:spPr>
            <a:xfrm>
              <a:off x="4044600" y="2592025"/>
              <a:ext cx="260525" cy="107250"/>
            </a:xfrm>
            <a:custGeom>
              <a:avLst/>
              <a:gdLst/>
              <a:ahLst/>
              <a:cxnLst/>
              <a:rect l="l" t="t" r="r" b="b"/>
              <a:pathLst>
                <a:path w="10421" h="4290" extrusionOk="0">
                  <a:moveTo>
                    <a:pt x="4708" y="0"/>
                  </a:moveTo>
                  <a:lnTo>
                    <a:pt x="4562" y="63"/>
                  </a:lnTo>
                  <a:lnTo>
                    <a:pt x="4373" y="63"/>
                  </a:lnTo>
                  <a:lnTo>
                    <a:pt x="4290" y="21"/>
                  </a:lnTo>
                  <a:lnTo>
                    <a:pt x="4185" y="63"/>
                  </a:lnTo>
                  <a:lnTo>
                    <a:pt x="3913" y="63"/>
                  </a:lnTo>
                  <a:lnTo>
                    <a:pt x="3766" y="84"/>
                  </a:lnTo>
                  <a:lnTo>
                    <a:pt x="3494" y="189"/>
                  </a:lnTo>
                  <a:lnTo>
                    <a:pt x="3390" y="210"/>
                  </a:lnTo>
                  <a:lnTo>
                    <a:pt x="3181" y="230"/>
                  </a:lnTo>
                  <a:lnTo>
                    <a:pt x="3097" y="335"/>
                  </a:lnTo>
                  <a:lnTo>
                    <a:pt x="2992" y="377"/>
                  </a:lnTo>
                  <a:lnTo>
                    <a:pt x="2909" y="440"/>
                  </a:lnTo>
                  <a:lnTo>
                    <a:pt x="2867" y="502"/>
                  </a:lnTo>
                  <a:lnTo>
                    <a:pt x="2804" y="628"/>
                  </a:lnTo>
                  <a:lnTo>
                    <a:pt x="2762" y="649"/>
                  </a:lnTo>
                  <a:lnTo>
                    <a:pt x="2762" y="733"/>
                  </a:lnTo>
                  <a:lnTo>
                    <a:pt x="2553" y="733"/>
                  </a:lnTo>
                  <a:lnTo>
                    <a:pt x="2239" y="628"/>
                  </a:lnTo>
                  <a:lnTo>
                    <a:pt x="2155" y="628"/>
                  </a:lnTo>
                  <a:lnTo>
                    <a:pt x="2072" y="691"/>
                  </a:lnTo>
                  <a:lnTo>
                    <a:pt x="1946" y="649"/>
                  </a:lnTo>
                  <a:lnTo>
                    <a:pt x="1779" y="691"/>
                  </a:lnTo>
                  <a:lnTo>
                    <a:pt x="1674" y="649"/>
                  </a:lnTo>
                  <a:lnTo>
                    <a:pt x="1549" y="712"/>
                  </a:lnTo>
                  <a:lnTo>
                    <a:pt x="1528" y="795"/>
                  </a:lnTo>
                  <a:lnTo>
                    <a:pt x="1632" y="942"/>
                  </a:lnTo>
                  <a:lnTo>
                    <a:pt x="1779" y="963"/>
                  </a:lnTo>
                  <a:lnTo>
                    <a:pt x="1925" y="963"/>
                  </a:lnTo>
                  <a:lnTo>
                    <a:pt x="1883" y="1046"/>
                  </a:lnTo>
                  <a:lnTo>
                    <a:pt x="1653" y="1046"/>
                  </a:lnTo>
                  <a:lnTo>
                    <a:pt x="1444" y="1109"/>
                  </a:lnTo>
                  <a:lnTo>
                    <a:pt x="1402" y="1214"/>
                  </a:lnTo>
                  <a:lnTo>
                    <a:pt x="1423" y="1256"/>
                  </a:lnTo>
                  <a:lnTo>
                    <a:pt x="1528" y="1235"/>
                  </a:lnTo>
                  <a:lnTo>
                    <a:pt x="1570" y="1277"/>
                  </a:lnTo>
                  <a:lnTo>
                    <a:pt x="1507" y="1318"/>
                  </a:lnTo>
                  <a:lnTo>
                    <a:pt x="1214" y="1339"/>
                  </a:lnTo>
                  <a:lnTo>
                    <a:pt x="1109" y="1256"/>
                  </a:lnTo>
                  <a:lnTo>
                    <a:pt x="984" y="1339"/>
                  </a:lnTo>
                  <a:lnTo>
                    <a:pt x="900" y="1235"/>
                  </a:lnTo>
                  <a:lnTo>
                    <a:pt x="837" y="1235"/>
                  </a:lnTo>
                  <a:lnTo>
                    <a:pt x="733" y="1339"/>
                  </a:lnTo>
                  <a:lnTo>
                    <a:pt x="628" y="1339"/>
                  </a:lnTo>
                  <a:lnTo>
                    <a:pt x="502" y="1235"/>
                  </a:lnTo>
                  <a:lnTo>
                    <a:pt x="377" y="1235"/>
                  </a:lnTo>
                  <a:lnTo>
                    <a:pt x="105" y="1444"/>
                  </a:lnTo>
                  <a:lnTo>
                    <a:pt x="63" y="1549"/>
                  </a:lnTo>
                  <a:lnTo>
                    <a:pt x="0" y="1653"/>
                  </a:lnTo>
                  <a:lnTo>
                    <a:pt x="63" y="1695"/>
                  </a:lnTo>
                  <a:lnTo>
                    <a:pt x="63" y="1842"/>
                  </a:lnTo>
                  <a:lnTo>
                    <a:pt x="0" y="1883"/>
                  </a:lnTo>
                  <a:lnTo>
                    <a:pt x="63" y="1946"/>
                  </a:lnTo>
                  <a:lnTo>
                    <a:pt x="209" y="1883"/>
                  </a:lnTo>
                  <a:lnTo>
                    <a:pt x="251" y="1904"/>
                  </a:lnTo>
                  <a:lnTo>
                    <a:pt x="377" y="1883"/>
                  </a:lnTo>
                  <a:lnTo>
                    <a:pt x="502" y="1883"/>
                  </a:lnTo>
                  <a:lnTo>
                    <a:pt x="377" y="2009"/>
                  </a:lnTo>
                  <a:lnTo>
                    <a:pt x="398" y="2093"/>
                  </a:lnTo>
                  <a:lnTo>
                    <a:pt x="461" y="2197"/>
                  </a:lnTo>
                  <a:lnTo>
                    <a:pt x="461" y="2281"/>
                  </a:lnTo>
                  <a:lnTo>
                    <a:pt x="419" y="2302"/>
                  </a:lnTo>
                  <a:lnTo>
                    <a:pt x="481" y="2323"/>
                  </a:lnTo>
                  <a:lnTo>
                    <a:pt x="586" y="2281"/>
                  </a:lnTo>
                  <a:lnTo>
                    <a:pt x="586" y="2323"/>
                  </a:lnTo>
                  <a:lnTo>
                    <a:pt x="502" y="2406"/>
                  </a:lnTo>
                  <a:lnTo>
                    <a:pt x="377" y="2490"/>
                  </a:lnTo>
                  <a:lnTo>
                    <a:pt x="419" y="2532"/>
                  </a:lnTo>
                  <a:lnTo>
                    <a:pt x="502" y="2532"/>
                  </a:lnTo>
                  <a:lnTo>
                    <a:pt x="419" y="2595"/>
                  </a:lnTo>
                  <a:lnTo>
                    <a:pt x="377" y="2699"/>
                  </a:lnTo>
                  <a:lnTo>
                    <a:pt x="293" y="2699"/>
                  </a:lnTo>
                  <a:lnTo>
                    <a:pt x="251" y="2532"/>
                  </a:lnTo>
                  <a:lnTo>
                    <a:pt x="189" y="2511"/>
                  </a:lnTo>
                  <a:lnTo>
                    <a:pt x="189" y="2616"/>
                  </a:lnTo>
                  <a:lnTo>
                    <a:pt x="209" y="2720"/>
                  </a:lnTo>
                  <a:lnTo>
                    <a:pt x="168" y="2783"/>
                  </a:lnTo>
                  <a:lnTo>
                    <a:pt x="189" y="2846"/>
                  </a:lnTo>
                  <a:lnTo>
                    <a:pt x="293" y="2930"/>
                  </a:lnTo>
                  <a:lnTo>
                    <a:pt x="293" y="2888"/>
                  </a:lnTo>
                  <a:lnTo>
                    <a:pt x="419" y="2950"/>
                  </a:lnTo>
                  <a:lnTo>
                    <a:pt x="502" y="2950"/>
                  </a:lnTo>
                  <a:lnTo>
                    <a:pt x="628" y="3034"/>
                  </a:lnTo>
                  <a:lnTo>
                    <a:pt x="670" y="3160"/>
                  </a:lnTo>
                  <a:lnTo>
                    <a:pt x="586" y="3243"/>
                  </a:lnTo>
                  <a:lnTo>
                    <a:pt x="670" y="3327"/>
                  </a:lnTo>
                  <a:lnTo>
                    <a:pt x="670" y="3411"/>
                  </a:lnTo>
                  <a:lnTo>
                    <a:pt x="733" y="3411"/>
                  </a:lnTo>
                  <a:lnTo>
                    <a:pt x="879" y="3536"/>
                  </a:lnTo>
                  <a:lnTo>
                    <a:pt x="816" y="3641"/>
                  </a:lnTo>
                  <a:lnTo>
                    <a:pt x="733" y="3620"/>
                  </a:lnTo>
                  <a:lnTo>
                    <a:pt x="712" y="3662"/>
                  </a:lnTo>
                  <a:lnTo>
                    <a:pt x="795" y="3683"/>
                  </a:lnTo>
                  <a:lnTo>
                    <a:pt x="942" y="3662"/>
                  </a:lnTo>
                  <a:lnTo>
                    <a:pt x="1214" y="3662"/>
                  </a:lnTo>
                  <a:lnTo>
                    <a:pt x="1193" y="3725"/>
                  </a:lnTo>
                  <a:lnTo>
                    <a:pt x="1130" y="3767"/>
                  </a:lnTo>
                  <a:lnTo>
                    <a:pt x="1005" y="3829"/>
                  </a:lnTo>
                  <a:lnTo>
                    <a:pt x="816" y="3829"/>
                  </a:lnTo>
                  <a:lnTo>
                    <a:pt x="774" y="3871"/>
                  </a:lnTo>
                  <a:lnTo>
                    <a:pt x="837" y="3892"/>
                  </a:lnTo>
                  <a:lnTo>
                    <a:pt x="942" y="3871"/>
                  </a:lnTo>
                  <a:lnTo>
                    <a:pt x="1088" y="3871"/>
                  </a:lnTo>
                  <a:lnTo>
                    <a:pt x="1130" y="3829"/>
                  </a:lnTo>
                  <a:lnTo>
                    <a:pt x="1130" y="3934"/>
                  </a:lnTo>
                  <a:lnTo>
                    <a:pt x="1151" y="3955"/>
                  </a:lnTo>
                  <a:lnTo>
                    <a:pt x="1235" y="3871"/>
                  </a:lnTo>
                  <a:lnTo>
                    <a:pt x="1318" y="3767"/>
                  </a:lnTo>
                  <a:lnTo>
                    <a:pt x="1402" y="3767"/>
                  </a:lnTo>
                  <a:lnTo>
                    <a:pt x="1444" y="3829"/>
                  </a:lnTo>
                  <a:lnTo>
                    <a:pt x="1528" y="3829"/>
                  </a:lnTo>
                  <a:lnTo>
                    <a:pt x="1632" y="3892"/>
                  </a:lnTo>
                  <a:lnTo>
                    <a:pt x="1674" y="3829"/>
                  </a:lnTo>
                  <a:lnTo>
                    <a:pt x="1758" y="3850"/>
                  </a:lnTo>
                  <a:lnTo>
                    <a:pt x="1758" y="3892"/>
                  </a:lnTo>
                  <a:lnTo>
                    <a:pt x="1716" y="3934"/>
                  </a:lnTo>
                  <a:lnTo>
                    <a:pt x="1758" y="3997"/>
                  </a:lnTo>
                  <a:lnTo>
                    <a:pt x="1779" y="4080"/>
                  </a:lnTo>
                  <a:lnTo>
                    <a:pt x="1883" y="4185"/>
                  </a:lnTo>
                  <a:lnTo>
                    <a:pt x="1946" y="4164"/>
                  </a:lnTo>
                  <a:lnTo>
                    <a:pt x="2072" y="4206"/>
                  </a:lnTo>
                  <a:lnTo>
                    <a:pt x="2197" y="4185"/>
                  </a:lnTo>
                  <a:lnTo>
                    <a:pt x="2281" y="4143"/>
                  </a:lnTo>
                  <a:lnTo>
                    <a:pt x="2386" y="4143"/>
                  </a:lnTo>
                  <a:lnTo>
                    <a:pt x="2469" y="4080"/>
                  </a:lnTo>
                  <a:lnTo>
                    <a:pt x="2574" y="4143"/>
                  </a:lnTo>
                  <a:lnTo>
                    <a:pt x="2616" y="4080"/>
                  </a:lnTo>
                  <a:lnTo>
                    <a:pt x="2616" y="3955"/>
                  </a:lnTo>
                  <a:lnTo>
                    <a:pt x="2658" y="3871"/>
                  </a:lnTo>
                  <a:lnTo>
                    <a:pt x="2616" y="3767"/>
                  </a:lnTo>
                  <a:lnTo>
                    <a:pt x="2867" y="3746"/>
                  </a:lnTo>
                  <a:lnTo>
                    <a:pt x="3076" y="3746"/>
                  </a:lnTo>
                  <a:lnTo>
                    <a:pt x="3348" y="3892"/>
                  </a:lnTo>
                  <a:lnTo>
                    <a:pt x="3453" y="3892"/>
                  </a:lnTo>
                  <a:lnTo>
                    <a:pt x="3641" y="4143"/>
                  </a:lnTo>
                  <a:lnTo>
                    <a:pt x="3808" y="4248"/>
                  </a:lnTo>
                  <a:lnTo>
                    <a:pt x="4331" y="4185"/>
                  </a:lnTo>
                  <a:lnTo>
                    <a:pt x="4478" y="4101"/>
                  </a:lnTo>
                  <a:lnTo>
                    <a:pt x="4541" y="4101"/>
                  </a:lnTo>
                  <a:lnTo>
                    <a:pt x="4562" y="4143"/>
                  </a:lnTo>
                  <a:lnTo>
                    <a:pt x="4603" y="4080"/>
                  </a:lnTo>
                  <a:lnTo>
                    <a:pt x="4645" y="3976"/>
                  </a:lnTo>
                  <a:lnTo>
                    <a:pt x="4896" y="3725"/>
                  </a:lnTo>
                  <a:lnTo>
                    <a:pt x="4959" y="3683"/>
                  </a:lnTo>
                  <a:lnTo>
                    <a:pt x="5189" y="3767"/>
                  </a:lnTo>
                  <a:lnTo>
                    <a:pt x="5336" y="3850"/>
                  </a:lnTo>
                  <a:lnTo>
                    <a:pt x="5524" y="3787"/>
                  </a:lnTo>
                  <a:lnTo>
                    <a:pt x="5524" y="3746"/>
                  </a:lnTo>
                  <a:lnTo>
                    <a:pt x="5650" y="3662"/>
                  </a:lnTo>
                  <a:lnTo>
                    <a:pt x="5754" y="3683"/>
                  </a:lnTo>
                  <a:lnTo>
                    <a:pt x="5754" y="3767"/>
                  </a:lnTo>
                  <a:lnTo>
                    <a:pt x="5691" y="3934"/>
                  </a:lnTo>
                  <a:lnTo>
                    <a:pt x="5545" y="3997"/>
                  </a:lnTo>
                  <a:lnTo>
                    <a:pt x="5587" y="4059"/>
                  </a:lnTo>
                  <a:lnTo>
                    <a:pt x="5691" y="4185"/>
                  </a:lnTo>
                  <a:lnTo>
                    <a:pt x="5650" y="4269"/>
                  </a:lnTo>
                  <a:lnTo>
                    <a:pt x="5754" y="4290"/>
                  </a:lnTo>
                  <a:lnTo>
                    <a:pt x="5901" y="4269"/>
                  </a:lnTo>
                  <a:lnTo>
                    <a:pt x="6005" y="4206"/>
                  </a:lnTo>
                  <a:lnTo>
                    <a:pt x="5963" y="4080"/>
                  </a:lnTo>
                  <a:lnTo>
                    <a:pt x="6047" y="4059"/>
                  </a:lnTo>
                  <a:lnTo>
                    <a:pt x="6047" y="3829"/>
                  </a:lnTo>
                  <a:lnTo>
                    <a:pt x="6110" y="3746"/>
                  </a:lnTo>
                  <a:lnTo>
                    <a:pt x="6256" y="3787"/>
                  </a:lnTo>
                  <a:lnTo>
                    <a:pt x="6361" y="3829"/>
                  </a:lnTo>
                  <a:lnTo>
                    <a:pt x="6654" y="3683"/>
                  </a:lnTo>
                  <a:lnTo>
                    <a:pt x="6696" y="3683"/>
                  </a:lnTo>
                  <a:lnTo>
                    <a:pt x="6780" y="3641"/>
                  </a:lnTo>
                  <a:lnTo>
                    <a:pt x="7093" y="3620"/>
                  </a:lnTo>
                  <a:lnTo>
                    <a:pt x="7198" y="3641"/>
                  </a:lnTo>
                  <a:lnTo>
                    <a:pt x="7261" y="3683"/>
                  </a:lnTo>
                  <a:lnTo>
                    <a:pt x="7428" y="3746"/>
                  </a:lnTo>
                  <a:lnTo>
                    <a:pt x="7700" y="3746"/>
                  </a:lnTo>
                  <a:lnTo>
                    <a:pt x="7721" y="3683"/>
                  </a:lnTo>
                  <a:lnTo>
                    <a:pt x="7888" y="3641"/>
                  </a:lnTo>
                  <a:lnTo>
                    <a:pt x="7951" y="3557"/>
                  </a:lnTo>
                  <a:lnTo>
                    <a:pt x="8160" y="3474"/>
                  </a:lnTo>
                  <a:lnTo>
                    <a:pt x="8307" y="3474"/>
                  </a:lnTo>
                  <a:lnTo>
                    <a:pt x="8432" y="3453"/>
                  </a:lnTo>
                  <a:lnTo>
                    <a:pt x="8725" y="3474"/>
                  </a:lnTo>
                  <a:lnTo>
                    <a:pt x="8956" y="3411"/>
                  </a:lnTo>
                  <a:lnTo>
                    <a:pt x="9102" y="3411"/>
                  </a:lnTo>
                  <a:lnTo>
                    <a:pt x="9165" y="3432"/>
                  </a:lnTo>
                  <a:lnTo>
                    <a:pt x="9311" y="3306"/>
                  </a:lnTo>
                  <a:lnTo>
                    <a:pt x="9458" y="3306"/>
                  </a:lnTo>
                  <a:lnTo>
                    <a:pt x="9500" y="3264"/>
                  </a:lnTo>
                  <a:lnTo>
                    <a:pt x="9730" y="3264"/>
                  </a:lnTo>
                  <a:lnTo>
                    <a:pt x="9939" y="3327"/>
                  </a:lnTo>
                  <a:lnTo>
                    <a:pt x="10085" y="3264"/>
                  </a:lnTo>
                  <a:lnTo>
                    <a:pt x="10148" y="3327"/>
                  </a:lnTo>
                  <a:lnTo>
                    <a:pt x="10148" y="3432"/>
                  </a:lnTo>
                  <a:lnTo>
                    <a:pt x="10253" y="3474"/>
                  </a:lnTo>
                  <a:lnTo>
                    <a:pt x="10399" y="3453"/>
                  </a:lnTo>
                  <a:lnTo>
                    <a:pt x="10420" y="3348"/>
                  </a:lnTo>
                  <a:lnTo>
                    <a:pt x="10357" y="3223"/>
                  </a:lnTo>
                  <a:lnTo>
                    <a:pt x="10232" y="2992"/>
                  </a:lnTo>
                  <a:lnTo>
                    <a:pt x="10085" y="2930"/>
                  </a:lnTo>
                  <a:lnTo>
                    <a:pt x="10106" y="2846"/>
                  </a:lnTo>
                  <a:lnTo>
                    <a:pt x="10085" y="2699"/>
                  </a:lnTo>
                  <a:lnTo>
                    <a:pt x="10148" y="2511"/>
                  </a:lnTo>
                  <a:lnTo>
                    <a:pt x="10127" y="2469"/>
                  </a:lnTo>
                  <a:lnTo>
                    <a:pt x="10002" y="2427"/>
                  </a:lnTo>
                  <a:lnTo>
                    <a:pt x="10002" y="2281"/>
                  </a:lnTo>
                  <a:lnTo>
                    <a:pt x="10002" y="2176"/>
                  </a:lnTo>
                  <a:lnTo>
                    <a:pt x="9939" y="1967"/>
                  </a:lnTo>
                  <a:lnTo>
                    <a:pt x="9897" y="1842"/>
                  </a:lnTo>
                  <a:lnTo>
                    <a:pt x="9897" y="1779"/>
                  </a:lnTo>
                  <a:lnTo>
                    <a:pt x="10044" y="1779"/>
                  </a:lnTo>
                  <a:lnTo>
                    <a:pt x="10106" y="1632"/>
                  </a:lnTo>
                  <a:lnTo>
                    <a:pt x="10148" y="1570"/>
                  </a:lnTo>
                  <a:lnTo>
                    <a:pt x="10148" y="1528"/>
                  </a:lnTo>
                  <a:lnTo>
                    <a:pt x="10106" y="1444"/>
                  </a:lnTo>
                  <a:lnTo>
                    <a:pt x="10002" y="1360"/>
                  </a:lnTo>
                  <a:lnTo>
                    <a:pt x="9709" y="1360"/>
                  </a:lnTo>
                  <a:lnTo>
                    <a:pt x="9562" y="1256"/>
                  </a:lnTo>
                  <a:lnTo>
                    <a:pt x="9520" y="1026"/>
                  </a:lnTo>
                  <a:lnTo>
                    <a:pt x="9583" y="837"/>
                  </a:lnTo>
                  <a:lnTo>
                    <a:pt x="9500" y="733"/>
                  </a:lnTo>
                  <a:lnTo>
                    <a:pt x="9395" y="712"/>
                  </a:lnTo>
                  <a:lnTo>
                    <a:pt x="9395" y="628"/>
                  </a:lnTo>
                  <a:lnTo>
                    <a:pt x="9290" y="523"/>
                  </a:lnTo>
                  <a:lnTo>
                    <a:pt x="9186" y="502"/>
                  </a:lnTo>
                  <a:lnTo>
                    <a:pt x="8956" y="293"/>
                  </a:lnTo>
                  <a:lnTo>
                    <a:pt x="8851" y="272"/>
                  </a:lnTo>
                  <a:lnTo>
                    <a:pt x="8767" y="335"/>
                  </a:lnTo>
                  <a:lnTo>
                    <a:pt x="8725" y="335"/>
                  </a:lnTo>
                  <a:lnTo>
                    <a:pt x="8558" y="293"/>
                  </a:lnTo>
                  <a:lnTo>
                    <a:pt x="8516" y="377"/>
                  </a:lnTo>
                  <a:lnTo>
                    <a:pt x="8432" y="335"/>
                  </a:lnTo>
                  <a:lnTo>
                    <a:pt x="8412" y="230"/>
                  </a:lnTo>
                  <a:lnTo>
                    <a:pt x="8349" y="230"/>
                  </a:lnTo>
                  <a:lnTo>
                    <a:pt x="8328" y="272"/>
                  </a:lnTo>
                  <a:lnTo>
                    <a:pt x="8244" y="419"/>
                  </a:lnTo>
                  <a:lnTo>
                    <a:pt x="8098" y="502"/>
                  </a:lnTo>
                  <a:lnTo>
                    <a:pt x="7909" y="607"/>
                  </a:lnTo>
                  <a:lnTo>
                    <a:pt x="7888" y="691"/>
                  </a:lnTo>
                  <a:lnTo>
                    <a:pt x="7700" y="712"/>
                  </a:lnTo>
                  <a:lnTo>
                    <a:pt x="7616" y="754"/>
                  </a:lnTo>
                  <a:lnTo>
                    <a:pt x="7386" y="712"/>
                  </a:lnTo>
                  <a:lnTo>
                    <a:pt x="7324" y="649"/>
                  </a:lnTo>
                  <a:lnTo>
                    <a:pt x="7219" y="649"/>
                  </a:lnTo>
                  <a:lnTo>
                    <a:pt x="7198" y="628"/>
                  </a:lnTo>
                  <a:lnTo>
                    <a:pt x="7093" y="691"/>
                  </a:lnTo>
                  <a:lnTo>
                    <a:pt x="6884" y="691"/>
                  </a:lnTo>
                  <a:lnTo>
                    <a:pt x="6633" y="795"/>
                  </a:lnTo>
                  <a:lnTo>
                    <a:pt x="6445" y="754"/>
                  </a:lnTo>
                  <a:lnTo>
                    <a:pt x="6319" y="649"/>
                  </a:lnTo>
                  <a:lnTo>
                    <a:pt x="6235" y="712"/>
                  </a:lnTo>
                  <a:lnTo>
                    <a:pt x="6026" y="607"/>
                  </a:lnTo>
                  <a:lnTo>
                    <a:pt x="5901" y="586"/>
                  </a:lnTo>
                  <a:lnTo>
                    <a:pt x="5712" y="440"/>
                  </a:lnTo>
                  <a:lnTo>
                    <a:pt x="5629" y="440"/>
                  </a:lnTo>
                  <a:lnTo>
                    <a:pt x="5587" y="523"/>
                  </a:lnTo>
                  <a:lnTo>
                    <a:pt x="5503" y="502"/>
                  </a:lnTo>
                  <a:lnTo>
                    <a:pt x="5399" y="377"/>
                  </a:lnTo>
                  <a:lnTo>
                    <a:pt x="5378" y="210"/>
                  </a:lnTo>
                  <a:lnTo>
                    <a:pt x="5273" y="126"/>
                  </a:lnTo>
                  <a:lnTo>
                    <a:pt x="5210" y="168"/>
                  </a:lnTo>
                  <a:lnTo>
                    <a:pt x="5085" y="293"/>
                  </a:lnTo>
                  <a:lnTo>
                    <a:pt x="5022" y="272"/>
                  </a:lnTo>
                  <a:lnTo>
                    <a:pt x="4980" y="314"/>
                  </a:lnTo>
                  <a:lnTo>
                    <a:pt x="4771" y="105"/>
                  </a:lnTo>
                  <a:lnTo>
                    <a:pt x="475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3" name="Google Shape;7835;p67">
              <a:extLst>
                <a:ext uri="{FF2B5EF4-FFF2-40B4-BE49-F238E27FC236}">
                  <a16:creationId xmlns:a16="http://schemas.microsoft.com/office/drawing/2014/main" id="{E2CC89AA-EDD4-2571-54E7-AAED1CF6B3D7}"/>
                </a:ext>
              </a:extLst>
            </p:cNvPr>
            <p:cNvSpPr/>
            <p:nvPr/>
          </p:nvSpPr>
          <p:spPr>
            <a:xfrm>
              <a:off x="4041450" y="2592550"/>
              <a:ext cx="39775" cy="35075"/>
            </a:xfrm>
            <a:custGeom>
              <a:avLst/>
              <a:gdLst/>
              <a:ahLst/>
              <a:cxnLst/>
              <a:rect l="l" t="t" r="r" b="b"/>
              <a:pathLst>
                <a:path w="1591" h="1403" extrusionOk="0">
                  <a:moveTo>
                    <a:pt x="503" y="0"/>
                  </a:moveTo>
                  <a:lnTo>
                    <a:pt x="419" y="84"/>
                  </a:lnTo>
                  <a:lnTo>
                    <a:pt x="335" y="84"/>
                  </a:lnTo>
                  <a:lnTo>
                    <a:pt x="231" y="189"/>
                  </a:lnTo>
                  <a:lnTo>
                    <a:pt x="210" y="356"/>
                  </a:lnTo>
                  <a:lnTo>
                    <a:pt x="335" y="398"/>
                  </a:lnTo>
                  <a:lnTo>
                    <a:pt x="335" y="523"/>
                  </a:lnTo>
                  <a:lnTo>
                    <a:pt x="189" y="628"/>
                  </a:lnTo>
                  <a:lnTo>
                    <a:pt x="210" y="733"/>
                  </a:lnTo>
                  <a:lnTo>
                    <a:pt x="126" y="879"/>
                  </a:lnTo>
                  <a:lnTo>
                    <a:pt x="1" y="921"/>
                  </a:lnTo>
                  <a:lnTo>
                    <a:pt x="22" y="921"/>
                  </a:lnTo>
                  <a:lnTo>
                    <a:pt x="84" y="1025"/>
                  </a:lnTo>
                  <a:lnTo>
                    <a:pt x="168" y="1088"/>
                  </a:lnTo>
                  <a:lnTo>
                    <a:pt x="231" y="1046"/>
                  </a:lnTo>
                  <a:lnTo>
                    <a:pt x="294" y="1088"/>
                  </a:lnTo>
                  <a:lnTo>
                    <a:pt x="398" y="1046"/>
                  </a:lnTo>
                  <a:lnTo>
                    <a:pt x="294" y="1130"/>
                  </a:lnTo>
                  <a:lnTo>
                    <a:pt x="231" y="1130"/>
                  </a:lnTo>
                  <a:lnTo>
                    <a:pt x="168" y="1318"/>
                  </a:lnTo>
                  <a:lnTo>
                    <a:pt x="189" y="1402"/>
                  </a:lnTo>
                  <a:lnTo>
                    <a:pt x="419" y="1193"/>
                  </a:lnTo>
                  <a:lnTo>
                    <a:pt x="712" y="1025"/>
                  </a:lnTo>
                  <a:lnTo>
                    <a:pt x="796" y="879"/>
                  </a:lnTo>
                  <a:lnTo>
                    <a:pt x="900" y="816"/>
                  </a:lnTo>
                  <a:lnTo>
                    <a:pt x="1110" y="837"/>
                  </a:lnTo>
                  <a:lnTo>
                    <a:pt x="1152" y="795"/>
                  </a:lnTo>
                  <a:lnTo>
                    <a:pt x="1277" y="795"/>
                  </a:lnTo>
                  <a:lnTo>
                    <a:pt x="1361" y="816"/>
                  </a:lnTo>
                  <a:lnTo>
                    <a:pt x="1486" y="837"/>
                  </a:lnTo>
                  <a:lnTo>
                    <a:pt x="1591" y="733"/>
                  </a:lnTo>
                  <a:lnTo>
                    <a:pt x="1591" y="670"/>
                  </a:lnTo>
                  <a:lnTo>
                    <a:pt x="1486" y="607"/>
                  </a:lnTo>
                  <a:lnTo>
                    <a:pt x="1361" y="481"/>
                  </a:lnTo>
                  <a:lnTo>
                    <a:pt x="1235" y="461"/>
                  </a:lnTo>
                  <a:lnTo>
                    <a:pt x="1047" y="293"/>
                  </a:lnTo>
                  <a:lnTo>
                    <a:pt x="1026" y="84"/>
                  </a:lnTo>
                  <a:lnTo>
                    <a:pt x="921" y="63"/>
                  </a:lnTo>
                  <a:lnTo>
                    <a:pt x="817" y="147"/>
                  </a:lnTo>
                  <a:lnTo>
                    <a:pt x="64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4" name="Google Shape;7836;p67">
              <a:extLst>
                <a:ext uri="{FF2B5EF4-FFF2-40B4-BE49-F238E27FC236}">
                  <a16:creationId xmlns:a16="http://schemas.microsoft.com/office/drawing/2014/main" id="{6A80F5E6-55A5-155A-1A33-CCE9B62B206B}"/>
                </a:ext>
              </a:extLst>
            </p:cNvPr>
            <p:cNvSpPr/>
            <p:nvPr/>
          </p:nvSpPr>
          <p:spPr>
            <a:xfrm>
              <a:off x="4231325" y="2673625"/>
              <a:ext cx="139700" cy="134450"/>
            </a:xfrm>
            <a:custGeom>
              <a:avLst/>
              <a:gdLst/>
              <a:ahLst/>
              <a:cxnLst/>
              <a:rect l="l" t="t" r="r" b="b"/>
              <a:pathLst>
                <a:path w="5588" h="5378" extrusionOk="0">
                  <a:moveTo>
                    <a:pt x="2031" y="0"/>
                  </a:moveTo>
                  <a:lnTo>
                    <a:pt x="1989" y="42"/>
                  </a:lnTo>
                  <a:lnTo>
                    <a:pt x="1842" y="42"/>
                  </a:lnTo>
                  <a:lnTo>
                    <a:pt x="1696" y="168"/>
                  </a:lnTo>
                  <a:lnTo>
                    <a:pt x="1717" y="189"/>
                  </a:lnTo>
                  <a:lnTo>
                    <a:pt x="1633" y="314"/>
                  </a:lnTo>
                  <a:lnTo>
                    <a:pt x="1591" y="314"/>
                  </a:lnTo>
                  <a:lnTo>
                    <a:pt x="1466" y="419"/>
                  </a:lnTo>
                  <a:lnTo>
                    <a:pt x="1215" y="482"/>
                  </a:lnTo>
                  <a:lnTo>
                    <a:pt x="1110" y="670"/>
                  </a:lnTo>
                  <a:lnTo>
                    <a:pt x="1110" y="837"/>
                  </a:lnTo>
                  <a:lnTo>
                    <a:pt x="1215" y="1047"/>
                  </a:lnTo>
                  <a:lnTo>
                    <a:pt x="1215" y="1235"/>
                  </a:lnTo>
                  <a:lnTo>
                    <a:pt x="1110" y="1444"/>
                  </a:lnTo>
                  <a:lnTo>
                    <a:pt x="1173" y="1549"/>
                  </a:lnTo>
                  <a:lnTo>
                    <a:pt x="1152" y="1716"/>
                  </a:lnTo>
                  <a:lnTo>
                    <a:pt x="1068" y="1842"/>
                  </a:lnTo>
                  <a:lnTo>
                    <a:pt x="1005" y="1925"/>
                  </a:lnTo>
                  <a:lnTo>
                    <a:pt x="1" y="2658"/>
                  </a:lnTo>
                  <a:lnTo>
                    <a:pt x="273" y="3411"/>
                  </a:lnTo>
                  <a:lnTo>
                    <a:pt x="775" y="3453"/>
                  </a:lnTo>
                  <a:lnTo>
                    <a:pt x="3474" y="5336"/>
                  </a:lnTo>
                  <a:lnTo>
                    <a:pt x="4562" y="5378"/>
                  </a:lnTo>
                  <a:lnTo>
                    <a:pt x="4709" y="5106"/>
                  </a:lnTo>
                  <a:lnTo>
                    <a:pt x="4834" y="4855"/>
                  </a:lnTo>
                  <a:lnTo>
                    <a:pt x="5085" y="4708"/>
                  </a:lnTo>
                  <a:lnTo>
                    <a:pt x="5274" y="4792"/>
                  </a:lnTo>
                  <a:lnTo>
                    <a:pt x="5399" y="4750"/>
                  </a:lnTo>
                  <a:lnTo>
                    <a:pt x="5462" y="4771"/>
                  </a:lnTo>
                  <a:lnTo>
                    <a:pt x="5546" y="4645"/>
                  </a:lnTo>
                  <a:lnTo>
                    <a:pt x="5588" y="4604"/>
                  </a:lnTo>
                  <a:lnTo>
                    <a:pt x="5546" y="4583"/>
                  </a:lnTo>
                  <a:lnTo>
                    <a:pt x="5441" y="4541"/>
                  </a:lnTo>
                  <a:lnTo>
                    <a:pt x="5337" y="4457"/>
                  </a:lnTo>
                  <a:lnTo>
                    <a:pt x="5274" y="4122"/>
                  </a:lnTo>
                  <a:lnTo>
                    <a:pt x="5085" y="4122"/>
                  </a:lnTo>
                  <a:lnTo>
                    <a:pt x="5064" y="3955"/>
                  </a:lnTo>
                  <a:lnTo>
                    <a:pt x="5064" y="3767"/>
                  </a:lnTo>
                  <a:lnTo>
                    <a:pt x="5190" y="3662"/>
                  </a:lnTo>
                  <a:lnTo>
                    <a:pt x="5064" y="3411"/>
                  </a:lnTo>
                  <a:lnTo>
                    <a:pt x="4960" y="3348"/>
                  </a:lnTo>
                  <a:lnTo>
                    <a:pt x="4855" y="3139"/>
                  </a:lnTo>
                  <a:lnTo>
                    <a:pt x="4772" y="3097"/>
                  </a:lnTo>
                  <a:lnTo>
                    <a:pt x="4730" y="3118"/>
                  </a:lnTo>
                  <a:lnTo>
                    <a:pt x="4290" y="2825"/>
                  </a:lnTo>
                  <a:lnTo>
                    <a:pt x="4186" y="2867"/>
                  </a:lnTo>
                  <a:lnTo>
                    <a:pt x="4123" y="2888"/>
                  </a:lnTo>
                  <a:lnTo>
                    <a:pt x="4018" y="2804"/>
                  </a:lnTo>
                  <a:lnTo>
                    <a:pt x="4018" y="2720"/>
                  </a:lnTo>
                  <a:lnTo>
                    <a:pt x="3997" y="2699"/>
                  </a:lnTo>
                  <a:lnTo>
                    <a:pt x="4039" y="2574"/>
                  </a:lnTo>
                  <a:lnTo>
                    <a:pt x="3914" y="2469"/>
                  </a:lnTo>
                  <a:lnTo>
                    <a:pt x="3893" y="2386"/>
                  </a:lnTo>
                  <a:lnTo>
                    <a:pt x="3788" y="2365"/>
                  </a:lnTo>
                  <a:lnTo>
                    <a:pt x="3704" y="2281"/>
                  </a:lnTo>
                  <a:lnTo>
                    <a:pt x="3621" y="2260"/>
                  </a:lnTo>
                  <a:lnTo>
                    <a:pt x="3621" y="2176"/>
                  </a:lnTo>
                  <a:lnTo>
                    <a:pt x="3684" y="2135"/>
                  </a:lnTo>
                  <a:lnTo>
                    <a:pt x="3663" y="2072"/>
                  </a:lnTo>
                  <a:lnTo>
                    <a:pt x="3684" y="1988"/>
                  </a:lnTo>
                  <a:lnTo>
                    <a:pt x="3684" y="1779"/>
                  </a:lnTo>
                  <a:lnTo>
                    <a:pt x="3725" y="1737"/>
                  </a:lnTo>
                  <a:lnTo>
                    <a:pt x="3767" y="1549"/>
                  </a:lnTo>
                  <a:lnTo>
                    <a:pt x="3830" y="1549"/>
                  </a:lnTo>
                  <a:lnTo>
                    <a:pt x="3914" y="1528"/>
                  </a:lnTo>
                  <a:lnTo>
                    <a:pt x="3914" y="1319"/>
                  </a:lnTo>
                  <a:lnTo>
                    <a:pt x="3872" y="1298"/>
                  </a:lnTo>
                  <a:lnTo>
                    <a:pt x="3830" y="1130"/>
                  </a:lnTo>
                  <a:lnTo>
                    <a:pt x="3914" y="1130"/>
                  </a:lnTo>
                  <a:lnTo>
                    <a:pt x="4018" y="1088"/>
                  </a:lnTo>
                  <a:lnTo>
                    <a:pt x="4081" y="1047"/>
                  </a:lnTo>
                  <a:lnTo>
                    <a:pt x="4018" y="1026"/>
                  </a:lnTo>
                  <a:lnTo>
                    <a:pt x="3935" y="984"/>
                  </a:lnTo>
                  <a:lnTo>
                    <a:pt x="3809" y="1005"/>
                  </a:lnTo>
                  <a:lnTo>
                    <a:pt x="3725" y="984"/>
                  </a:lnTo>
                  <a:lnTo>
                    <a:pt x="3516" y="879"/>
                  </a:lnTo>
                  <a:lnTo>
                    <a:pt x="3453" y="837"/>
                  </a:lnTo>
                  <a:lnTo>
                    <a:pt x="3349" y="795"/>
                  </a:lnTo>
                  <a:lnTo>
                    <a:pt x="3286" y="670"/>
                  </a:lnTo>
                  <a:lnTo>
                    <a:pt x="3244" y="565"/>
                  </a:lnTo>
                  <a:lnTo>
                    <a:pt x="3140" y="565"/>
                  </a:lnTo>
                  <a:lnTo>
                    <a:pt x="3077" y="419"/>
                  </a:lnTo>
                  <a:lnTo>
                    <a:pt x="3098" y="314"/>
                  </a:lnTo>
                  <a:lnTo>
                    <a:pt x="3035" y="189"/>
                  </a:lnTo>
                  <a:lnTo>
                    <a:pt x="2930" y="168"/>
                  </a:lnTo>
                  <a:lnTo>
                    <a:pt x="2784" y="210"/>
                  </a:lnTo>
                  <a:lnTo>
                    <a:pt x="2679" y="168"/>
                  </a:lnTo>
                  <a:lnTo>
                    <a:pt x="2679" y="63"/>
                  </a:lnTo>
                  <a:lnTo>
                    <a:pt x="2616" y="0"/>
                  </a:lnTo>
                  <a:lnTo>
                    <a:pt x="2470" y="63"/>
                  </a:lnTo>
                  <a:lnTo>
                    <a:pt x="226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5" name="Google Shape;7837;p67">
              <a:extLst>
                <a:ext uri="{FF2B5EF4-FFF2-40B4-BE49-F238E27FC236}">
                  <a16:creationId xmlns:a16="http://schemas.microsoft.com/office/drawing/2014/main" id="{DB9D2EA3-9DA4-407B-A3A7-1A0E9BCB8517}"/>
                </a:ext>
              </a:extLst>
            </p:cNvPr>
            <p:cNvSpPr/>
            <p:nvPr/>
          </p:nvSpPr>
          <p:spPr>
            <a:xfrm>
              <a:off x="4345375" y="2791325"/>
              <a:ext cx="25125" cy="25650"/>
            </a:xfrm>
            <a:custGeom>
              <a:avLst/>
              <a:gdLst/>
              <a:ahLst/>
              <a:cxnLst/>
              <a:rect l="l" t="t" r="r" b="b"/>
              <a:pathLst>
                <a:path w="1005" h="1026" extrusionOk="0">
                  <a:moveTo>
                    <a:pt x="523" y="0"/>
                  </a:moveTo>
                  <a:lnTo>
                    <a:pt x="272" y="147"/>
                  </a:lnTo>
                  <a:lnTo>
                    <a:pt x="147" y="398"/>
                  </a:lnTo>
                  <a:lnTo>
                    <a:pt x="0" y="670"/>
                  </a:lnTo>
                  <a:lnTo>
                    <a:pt x="84" y="670"/>
                  </a:lnTo>
                  <a:lnTo>
                    <a:pt x="607" y="816"/>
                  </a:lnTo>
                  <a:lnTo>
                    <a:pt x="628" y="1025"/>
                  </a:lnTo>
                  <a:lnTo>
                    <a:pt x="1005" y="879"/>
                  </a:lnTo>
                  <a:lnTo>
                    <a:pt x="942" y="795"/>
                  </a:lnTo>
                  <a:lnTo>
                    <a:pt x="942" y="774"/>
                  </a:lnTo>
                  <a:lnTo>
                    <a:pt x="984" y="774"/>
                  </a:lnTo>
                  <a:lnTo>
                    <a:pt x="921" y="691"/>
                  </a:lnTo>
                  <a:lnTo>
                    <a:pt x="921" y="607"/>
                  </a:lnTo>
                  <a:lnTo>
                    <a:pt x="879" y="502"/>
                  </a:lnTo>
                  <a:lnTo>
                    <a:pt x="837" y="565"/>
                  </a:lnTo>
                  <a:lnTo>
                    <a:pt x="607" y="419"/>
                  </a:lnTo>
                  <a:lnTo>
                    <a:pt x="942" y="356"/>
                  </a:lnTo>
                  <a:lnTo>
                    <a:pt x="900" y="84"/>
                  </a:lnTo>
                  <a:lnTo>
                    <a:pt x="900" y="63"/>
                  </a:lnTo>
                  <a:lnTo>
                    <a:pt x="837" y="42"/>
                  </a:lnTo>
                  <a:lnTo>
                    <a:pt x="712" y="84"/>
                  </a:lnTo>
                  <a:lnTo>
                    <a:pt x="52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6" name="Google Shape;7838;p67">
              <a:extLst>
                <a:ext uri="{FF2B5EF4-FFF2-40B4-BE49-F238E27FC236}">
                  <a16:creationId xmlns:a16="http://schemas.microsoft.com/office/drawing/2014/main" id="{C39534EF-3CE4-9739-BF49-833C8DFB049F}"/>
                </a:ext>
              </a:extLst>
            </p:cNvPr>
            <p:cNvSpPr/>
            <p:nvPr/>
          </p:nvSpPr>
          <p:spPr>
            <a:xfrm>
              <a:off x="4136125" y="2704475"/>
              <a:ext cx="32475" cy="18350"/>
            </a:xfrm>
            <a:custGeom>
              <a:avLst/>
              <a:gdLst/>
              <a:ahLst/>
              <a:cxnLst/>
              <a:rect l="l" t="t" r="r" b="b"/>
              <a:pathLst>
                <a:path w="1299" h="734" extrusionOk="0">
                  <a:moveTo>
                    <a:pt x="1194" y="1"/>
                  </a:moveTo>
                  <a:lnTo>
                    <a:pt x="1005" y="105"/>
                  </a:lnTo>
                  <a:lnTo>
                    <a:pt x="775" y="210"/>
                  </a:lnTo>
                  <a:lnTo>
                    <a:pt x="608" y="210"/>
                  </a:lnTo>
                  <a:lnTo>
                    <a:pt x="482" y="168"/>
                  </a:lnTo>
                  <a:lnTo>
                    <a:pt x="378" y="168"/>
                  </a:lnTo>
                  <a:lnTo>
                    <a:pt x="378" y="231"/>
                  </a:lnTo>
                  <a:lnTo>
                    <a:pt x="357" y="315"/>
                  </a:lnTo>
                  <a:lnTo>
                    <a:pt x="273" y="336"/>
                  </a:lnTo>
                  <a:lnTo>
                    <a:pt x="147" y="294"/>
                  </a:lnTo>
                  <a:lnTo>
                    <a:pt x="85" y="377"/>
                  </a:lnTo>
                  <a:lnTo>
                    <a:pt x="1" y="398"/>
                  </a:lnTo>
                  <a:lnTo>
                    <a:pt x="1" y="524"/>
                  </a:lnTo>
                  <a:lnTo>
                    <a:pt x="85" y="629"/>
                  </a:lnTo>
                  <a:lnTo>
                    <a:pt x="210" y="712"/>
                  </a:lnTo>
                  <a:lnTo>
                    <a:pt x="378" y="691"/>
                  </a:lnTo>
                  <a:lnTo>
                    <a:pt x="461" y="733"/>
                  </a:lnTo>
                  <a:lnTo>
                    <a:pt x="503" y="691"/>
                  </a:lnTo>
                  <a:lnTo>
                    <a:pt x="629" y="649"/>
                  </a:lnTo>
                  <a:lnTo>
                    <a:pt x="775" y="545"/>
                  </a:lnTo>
                  <a:lnTo>
                    <a:pt x="838" y="503"/>
                  </a:lnTo>
                  <a:lnTo>
                    <a:pt x="1005" y="524"/>
                  </a:lnTo>
                  <a:lnTo>
                    <a:pt x="1005" y="419"/>
                  </a:lnTo>
                  <a:lnTo>
                    <a:pt x="984" y="315"/>
                  </a:lnTo>
                  <a:lnTo>
                    <a:pt x="1110" y="168"/>
                  </a:lnTo>
                  <a:lnTo>
                    <a:pt x="1235" y="85"/>
                  </a:lnTo>
                  <a:lnTo>
                    <a:pt x="1298" y="22"/>
                  </a:lnTo>
                  <a:lnTo>
                    <a:pt x="125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7" name="Google Shape;7839;p67">
              <a:extLst>
                <a:ext uri="{FF2B5EF4-FFF2-40B4-BE49-F238E27FC236}">
                  <a16:creationId xmlns:a16="http://schemas.microsoft.com/office/drawing/2014/main" id="{5EF0320A-3EB2-FA4A-F2EF-1F2EA85CFD67}"/>
                </a:ext>
              </a:extLst>
            </p:cNvPr>
            <p:cNvSpPr/>
            <p:nvPr/>
          </p:nvSpPr>
          <p:spPr>
            <a:xfrm>
              <a:off x="4184250" y="2677275"/>
              <a:ext cx="90000" cy="80075"/>
            </a:xfrm>
            <a:custGeom>
              <a:avLst/>
              <a:gdLst/>
              <a:ahLst/>
              <a:cxnLst/>
              <a:rect l="l" t="t" r="r" b="b"/>
              <a:pathLst>
                <a:path w="3600" h="3203" extrusionOk="0">
                  <a:moveTo>
                    <a:pt x="3370" y="1"/>
                  </a:moveTo>
                  <a:lnTo>
                    <a:pt x="3139" y="64"/>
                  </a:lnTo>
                  <a:lnTo>
                    <a:pt x="2846" y="43"/>
                  </a:lnTo>
                  <a:lnTo>
                    <a:pt x="2721" y="64"/>
                  </a:lnTo>
                  <a:lnTo>
                    <a:pt x="2574" y="64"/>
                  </a:lnTo>
                  <a:lnTo>
                    <a:pt x="2365" y="147"/>
                  </a:lnTo>
                  <a:lnTo>
                    <a:pt x="2302" y="231"/>
                  </a:lnTo>
                  <a:lnTo>
                    <a:pt x="2135" y="273"/>
                  </a:lnTo>
                  <a:lnTo>
                    <a:pt x="2114" y="336"/>
                  </a:lnTo>
                  <a:lnTo>
                    <a:pt x="1842" y="336"/>
                  </a:lnTo>
                  <a:lnTo>
                    <a:pt x="1675" y="273"/>
                  </a:lnTo>
                  <a:lnTo>
                    <a:pt x="1612" y="231"/>
                  </a:lnTo>
                  <a:lnTo>
                    <a:pt x="1507" y="210"/>
                  </a:lnTo>
                  <a:lnTo>
                    <a:pt x="1194" y="231"/>
                  </a:lnTo>
                  <a:lnTo>
                    <a:pt x="1110" y="273"/>
                  </a:lnTo>
                  <a:lnTo>
                    <a:pt x="1068" y="273"/>
                  </a:lnTo>
                  <a:lnTo>
                    <a:pt x="775" y="419"/>
                  </a:lnTo>
                  <a:lnTo>
                    <a:pt x="670" y="377"/>
                  </a:lnTo>
                  <a:lnTo>
                    <a:pt x="524" y="336"/>
                  </a:lnTo>
                  <a:lnTo>
                    <a:pt x="461" y="419"/>
                  </a:lnTo>
                  <a:lnTo>
                    <a:pt x="461" y="649"/>
                  </a:lnTo>
                  <a:lnTo>
                    <a:pt x="377" y="670"/>
                  </a:lnTo>
                  <a:lnTo>
                    <a:pt x="419" y="796"/>
                  </a:lnTo>
                  <a:lnTo>
                    <a:pt x="315" y="859"/>
                  </a:lnTo>
                  <a:lnTo>
                    <a:pt x="168" y="880"/>
                  </a:lnTo>
                  <a:lnTo>
                    <a:pt x="64" y="859"/>
                  </a:lnTo>
                  <a:lnTo>
                    <a:pt x="1" y="901"/>
                  </a:lnTo>
                  <a:lnTo>
                    <a:pt x="22" y="1068"/>
                  </a:lnTo>
                  <a:lnTo>
                    <a:pt x="105" y="1277"/>
                  </a:lnTo>
                  <a:lnTo>
                    <a:pt x="147" y="1403"/>
                  </a:lnTo>
                  <a:lnTo>
                    <a:pt x="126" y="1528"/>
                  </a:lnTo>
                  <a:lnTo>
                    <a:pt x="105" y="1779"/>
                  </a:lnTo>
                  <a:lnTo>
                    <a:pt x="336" y="1779"/>
                  </a:lnTo>
                  <a:lnTo>
                    <a:pt x="377" y="1905"/>
                  </a:lnTo>
                  <a:lnTo>
                    <a:pt x="482" y="1947"/>
                  </a:lnTo>
                  <a:lnTo>
                    <a:pt x="482" y="2114"/>
                  </a:lnTo>
                  <a:lnTo>
                    <a:pt x="545" y="2198"/>
                  </a:lnTo>
                  <a:lnTo>
                    <a:pt x="461" y="2219"/>
                  </a:lnTo>
                  <a:lnTo>
                    <a:pt x="419" y="2219"/>
                  </a:lnTo>
                  <a:lnTo>
                    <a:pt x="315" y="2302"/>
                  </a:lnTo>
                  <a:lnTo>
                    <a:pt x="252" y="2449"/>
                  </a:lnTo>
                  <a:lnTo>
                    <a:pt x="168" y="2574"/>
                  </a:lnTo>
                  <a:lnTo>
                    <a:pt x="147" y="2574"/>
                  </a:lnTo>
                  <a:lnTo>
                    <a:pt x="168" y="2616"/>
                  </a:lnTo>
                  <a:lnTo>
                    <a:pt x="252" y="2679"/>
                  </a:lnTo>
                  <a:lnTo>
                    <a:pt x="273" y="2888"/>
                  </a:lnTo>
                  <a:lnTo>
                    <a:pt x="252" y="2993"/>
                  </a:lnTo>
                  <a:lnTo>
                    <a:pt x="315" y="2993"/>
                  </a:lnTo>
                  <a:lnTo>
                    <a:pt x="482" y="3077"/>
                  </a:lnTo>
                  <a:lnTo>
                    <a:pt x="629" y="3181"/>
                  </a:lnTo>
                  <a:lnTo>
                    <a:pt x="649" y="3181"/>
                  </a:lnTo>
                  <a:lnTo>
                    <a:pt x="733" y="3202"/>
                  </a:lnTo>
                  <a:lnTo>
                    <a:pt x="1884" y="2512"/>
                  </a:lnTo>
                  <a:lnTo>
                    <a:pt x="2888" y="1779"/>
                  </a:lnTo>
                  <a:lnTo>
                    <a:pt x="2951" y="1696"/>
                  </a:lnTo>
                  <a:lnTo>
                    <a:pt x="3035" y="1570"/>
                  </a:lnTo>
                  <a:lnTo>
                    <a:pt x="3056" y="1403"/>
                  </a:lnTo>
                  <a:lnTo>
                    <a:pt x="2993" y="1298"/>
                  </a:lnTo>
                  <a:lnTo>
                    <a:pt x="3098" y="1089"/>
                  </a:lnTo>
                  <a:lnTo>
                    <a:pt x="3098" y="901"/>
                  </a:lnTo>
                  <a:lnTo>
                    <a:pt x="2993" y="691"/>
                  </a:lnTo>
                  <a:lnTo>
                    <a:pt x="2993" y="524"/>
                  </a:lnTo>
                  <a:lnTo>
                    <a:pt x="3098" y="336"/>
                  </a:lnTo>
                  <a:lnTo>
                    <a:pt x="3349" y="273"/>
                  </a:lnTo>
                  <a:lnTo>
                    <a:pt x="3474" y="168"/>
                  </a:lnTo>
                  <a:lnTo>
                    <a:pt x="3516" y="168"/>
                  </a:lnTo>
                  <a:lnTo>
                    <a:pt x="3600" y="43"/>
                  </a:lnTo>
                  <a:lnTo>
                    <a:pt x="3579" y="22"/>
                  </a:lnTo>
                  <a:lnTo>
                    <a:pt x="351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8" name="Google Shape;7840;p67">
              <a:extLst>
                <a:ext uri="{FF2B5EF4-FFF2-40B4-BE49-F238E27FC236}">
                  <a16:creationId xmlns:a16="http://schemas.microsoft.com/office/drawing/2014/main" id="{F49C7BB4-2054-0D1B-2F6B-36A6BDDF13B3}"/>
                </a:ext>
              </a:extLst>
            </p:cNvPr>
            <p:cNvSpPr/>
            <p:nvPr/>
          </p:nvSpPr>
          <p:spPr>
            <a:xfrm>
              <a:off x="4165950" y="2741625"/>
              <a:ext cx="22000" cy="63850"/>
            </a:xfrm>
            <a:custGeom>
              <a:avLst/>
              <a:gdLst/>
              <a:ahLst/>
              <a:cxnLst/>
              <a:rect l="l" t="t" r="r" b="b"/>
              <a:pathLst>
                <a:path w="880" h="2554" extrusionOk="0">
                  <a:moveTo>
                    <a:pt x="837" y="0"/>
                  </a:moveTo>
                  <a:lnTo>
                    <a:pt x="754" y="105"/>
                  </a:lnTo>
                  <a:lnTo>
                    <a:pt x="565" y="147"/>
                  </a:lnTo>
                  <a:lnTo>
                    <a:pt x="524" y="105"/>
                  </a:lnTo>
                  <a:lnTo>
                    <a:pt x="377" y="252"/>
                  </a:lnTo>
                  <a:lnTo>
                    <a:pt x="335" y="670"/>
                  </a:lnTo>
                  <a:lnTo>
                    <a:pt x="168" y="1005"/>
                  </a:lnTo>
                  <a:lnTo>
                    <a:pt x="1" y="1235"/>
                  </a:lnTo>
                  <a:lnTo>
                    <a:pt x="63" y="1256"/>
                  </a:lnTo>
                  <a:lnTo>
                    <a:pt x="168" y="1444"/>
                  </a:lnTo>
                  <a:lnTo>
                    <a:pt x="231" y="1653"/>
                  </a:lnTo>
                  <a:lnTo>
                    <a:pt x="377" y="1884"/>
                  </a:lnTo>
                  <a:lnTo>
                    <a:pt x="524" y="2197"/>
                  </a:lnTo>
                  <a:lnTo>
                    <a:pt x="461" y="2344"/>
                  </a:lnTo>
                  <a:lnTo>
                    <a:pt x="545" y="2553"/>
                  </a:lnTo>
                  <a:lnTo>
                    <a:pt x="628" y="2448"/>
                  </a:lnTo>
                  <a:lnTo>
                    <a:pt x="628" y="2407"/>
                  </a:lnTo>
                  <a:lnTo>
                    <a:pt x="628" y="2344"/>
                  </a:lnTo>
                  <a:lnTo>
                    <a:pt x="670" y="2281"/>
                  </a:lnTo>
                  <a:lnTo>
                    <a:pt x="670" y="2156"/>
                  </a:lnTo>
                  <a:lnTo>
                    <a:pt x="733" y="1988"/>
                  </a:lnTo>
                  <a:lnTo>
                    <a:pt x="691" y="1842"/>
                  </a:lnTo>
                  <a:lnTo>
                    <a:pt x="754" y="1821"/>
                  </a:lnTo>
                  <a:lnTo>
                    <a:pt x="754" y="1674"/>
                  </a:lnTo>
                  <a:lnTo>
                    <a:pt x="775" y="1549"/>
                  </a:lnTo>
                  <a:lnTo>
                    <a:pt x="775" y="1465"/>
                  </a:lnTo>
                  <a:lnTo>
                    <a:pt x="775" y="1214"/>
                  </a:lnTo>
                  <a:lnTo>
                    <a:pt x="754" y="1235"/>
                  </a:lnTo>
                  <a:lnTo>
                    <a:pt x="670" y="1235"/>
                  </a:lnTo>
                  <a:lnTo>
                    <a:pt x="565" y="1298"/>
                  </a:lnTo>
                  <a:lnTo>
                    <a:pt x="524" y="1235"/>
                  </a:lnTo>
                  <a:lnTo>
                    <a:pt x="545" y="1047"/>
                  </a:lnTo>
                  <a:lnTo>
                    <a:pt x="545" y="796"/>
                  </a:lnTo>
                  <a:lnTo>
                    <a:pt x="524" y="712"/>
                  </a:lnTo>
                  <a:lnTo>
                    <a:pt x="545" y="565"/>
                  </a:lnTo>
                  <a:lnTo>
                    <a:pt x="670" y="565"/>
                  </a:lnTo>
                  <a:lnTo>
                    <a:pt x="691" y="670"/>
                  </a:lnTo>
                  <a:lnTo>
                    <a:pt x="754" y="670"/>
                  </a:lnTo>
                  <a:lnTo>
                    <a:pt x="837" y="607"/>
                  </a:lnTo>
                  <a:lnTo>
                    <a:pt x="837" y="524"/>
                  </a:lnTo>
                  <a:lnTo>
                    <a:pt x="796" y="482"/>
                  </a:lnTo>
                  <a:lnTo>
                    <a:pt x="775" y="377"/>
                  </a:lnTo>
                  <a:lnTo>
                    <a:pt x="837" y="210"/>
                  </a:lnTo>
                  <a:lnTo>
                    <a:pt x="858" y="63"/>
                  </a:lnTo>
                  <a:lnTo>
                    <a:pt x="87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9" name="Google Shape;7841;p67">
              <a:extLst>
                <a:ext uri="{FF2B5EF4-FFF2-40B4-BE49-F238E27FC236}">
                  <a16:creationId xmlns:a16="http://schemas.microsoft.com/office/drawing/2014/main" id="{5E5C50CE-2EF0-30E0-5D54-8F4ED1B2A09E}"/>
                </a:ext>
              </a:extLst>
            </p:cNvPr>
            <p:cNvSpPr/>
            <p:nvPr/>
          </p:nvSpPr>
          <p:spPr>
            <a:xfrm>
              <a:off x="4185300" y="2741625"/>
              <a:ext cx="5775" cy="13100"/>
            </a:xfrm>
            <a:custGeom>
              <a:avLst/>
              <a:gdLst/>
              <a:ahLst/>
              <a:cxnLst/>
              <a:rect l="l" t="t" r="r" b="b"/>
              <a:pathLst>
                <a:path w="231" h="524" extrusionOk="0">
                  <a:moveTo>
                    <a:pt x="105" y="0"/>
                  </a:moveTo>
                  <a:lnTo>
                    <a:pt x="84" y="63"/>
                  </a:lnTo>
                  <a:lnTo>
                    <a:pt x="63" y="210"/>
                  </a:lnTo>
                  <a:lnTo>
                    <a:pt x="1" y="377"/>
                  </a:lnTo>
                  <a:lnTo>
                    <a:pt x="22" y="482"/>
                  </a:lnTo>
                  <a:lnTo>
                    <a:pt x="63" y="524"/>
                  </a:lnTo>
                  <a:lnTo>
                    <a:pt x="84" y="524"/>
                  </a:lnTo>
                  <a:lnTo>
                    <a:pt x="126" y="482"/>
                  </a:lnTo>
                  <a:lnTo>
                    <a:pt x="210" y="419"/>
                  </a:lnTo>
                  <a:lnTo>
                    <a:pt x="231" y="314"/>
                  </a:lnTo>
                  <a:lnTo>
                    <a:pt x="210" y="105"/>
                  </a:lnTo>
                  <a:lnTo>
                    <a:pt x="126" y="42"/>
                  </a:lnTo>
                  <a:lnTo>
                    <a:pt x="10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0" name="Google Shape;7842;p67">
              <a:extLst>
                <a:ext uri="{FF2B5EF4-FFF2-40B4-BE49-F238E27FC236}">
                  <a16:creationId xmlns:a16="http://schemas.microsoft.com/office/drawing/2014/main" id="{04AF39A9-5B06-A7BC-A7D9-90EE42D0ED33}"/>
                </a:ext>
              </a:extLst>
            </p:cNvPr>
            <p:cNvSpPr/>
            <p:nvPr/>
          </p:nvSpPr>
          <p:spPr>
            <a:xfrm>
              <a:off x="4179025" y="2755750"/>
              <a:ext cx="7875" cy="18325"/>
            </a:xfrm>
            <a:custGeom>
              <a:avLst/>
              <a:gdLst/>
              <a:ahLst/>
              <a:cxnLst/>
              <a:rect l="l" t="t" r="r" b="b"/>
              <a:pathLst>
                <a:path w="315" h="733" extrusionOk="0">
                  <a:moveTo>
                    <a:pt x="22" y="0"/>
                  </a:moveTo>
                  <a:lnTo>
                    <a:pt x="1" y="147"/>
                  </a:lnTo>
                  <a:lnTo>
                    <a:pt x="22" y="231"/>
                  </a:lnTo>
                  <a:lnTo>
                    <a:pt x="22" y="482"/>
                  </a:lnTo>
                  <a:lnTo>
                    <a:pt x="1" y="670"/>
                  </a:lnTo>
                  <a:lnTo>
                    <a:pt x="42" y="733"/>
                  </a:lnTo>
                  <a:lnTo>
                    <a:pt x="147" y="670"/>
                  </a:lnTo>
                  <a:lnTo>
                    <a:pt x="231" y="670"/>
                  </a:lnTo>
                  <a:lnTo>
                    <a:pt x="252" y="649"/>
                  </a:lnTo>
                  <a:lnTo>
                    <a:pt x="273" y="440"/>
                  </a:lnTo>
                  <a:lnTo>
                    <a:pt x="273" y="356"/>
                  </a:lnTo>
                  <a:lnTo>
                    <a:pt x="314" y="210"/>
                  </a:lnTo>
                  <a:lnTo>
                    <a:pt x="314" y="147"/>
                  </a:lnTo>
                  <a:lnTo>
                    <a:pt x="314" y="63"/>
                  </a:lnTo>
                  <a:lnTo>
                    <a:pt x="314" y="42"/>
                  </a:lnTo>
                  <a:lnTo>
                    <a:pt x="231" y="105"/>
                  </a:lnTo>
                  <a:lnTo>
                    <a:pt x="168" y="105"/>
                  </a:lnTo>
                  <a:lnTo>
                    <a:pt x="14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1" name="Google Shape;7843;p67">
              <a:extLst>
                <a:ext uri="{FF2B5EF4-FFF2-40B4-BE49-F238E27FC236}">
                  <a16:creationId xmlns:a16="http://schemas.microsoft.com/office/drawing/2014/main" id="{01EF5816-B414-5651-21E9-4B82A64D9238}"/>
                </a:ext>
              </a:extLst>
            </p:cNvPr>
            <p:cNvSpPr/>
            <p:nvPr/>
          </p:nvSpPr>
          <p:spPr>
            <a:xfrm>
              <a:off x="4179025" y="2721750"/>
              <a:ext cx="18850" cy="23550"/>
            </a:xfrm>
            <a:custGeom>
              <a:avLst/>
              <a:gdLst/>
              <a:ahLst/>
              <a:cxnLst/>
              <a:rect l="l" t="t" r="r" b="b"/>
              <a:pathLst>
                <a:path w="754" h="942" extrusionOk="0">
                  <a:moveTo>
                    <a:pt x="314" y="0"/>
                  </a:moveTo>
                  <a:lnTo>
                    <a:pt x="314" y="21"/>
                  </a:lnTo>
                  <a:lnTo>
                    <a:pt x="231" y="21"/>
                  </a:lnTo>
                  <a:lnTo>
                    <a:pt x="210" y="440"/>
                  </a:lnTo>
                  <a:lnTo>
                    <a:pt x="105" y="586"/>
                  </a:lnTo>
                  <a:lnTo>
                    <a:pt x="1" y="733"/>
                  </a:lnTo>
                  <a:lnTo>
                    <a:pt x="1" y="879"/>
                  </a:lnTo>
                  <a:lnTo>
                    <a:pt x="1" y="900"/>
                  </a:lnTo>
                  <a:lnTo>
                    <a:pt x="42" y="942"/>
                  </a:lnTo>
                  <a:lnTo>
                    <a:pt x="231" y="900"/>
                  </a:lnTo>
                  <a:lnTo>
                    <a:pt x="314" y="795"/>
                  </a:lnTo>
                  <a:lnTo>
                    <a:pt x="377" y="795"/>
                  </a:lnTo>
                  <a:lnTo>
                    <a:pt x="461" y="670"/>
                  </a:lnTo>
                  <a:lnTo>
                    <a:pt x="524" y="523"/>
                  </a:lnTo>
                  <a:lnTo>
                    <a:pt x="628" y="440"/>
                  </a:lnTo>
                  <a:lnTo>
                    <a:pt x="670" y="440"/>
                  </a:lnTo>
                  <a:lnTo>
                    <a:pt x="754" y="419"/>
                  </a:lnTo>
                  <a:lnTo>
                    <a:pt x="691" y="335"/>
                  </a:lnTo>
                  <a:lnTo>
                    <a:pt x="691" y="168"/>
                  </a:lnTo>
                  <a:lnTo>
                    <a:pt x="586" y="126"/>
                  </a:lnTo>
                  <a:lnTo>
                    <a:pt x="54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2" name="Google Shape;7844;p67">
              <a:extLst>
                <a:ext uri="{FF2B5EF4-FFF2-40B4-BE49-F238E27FC236}">
                  <a16:creationId xmlns:a16="http://schemas.microsoft.com/office/drawing/2014/main" id="{DCA98010-CD10-987B-B1BA-D1E8E225C924}"/>
                </a:ext>
              </a:extLst>
            </p:cNvPr>
            <p:cNvSpPr/>
            <p:nvPr/>
          </p:nvSpPr>
          <p:spPr>
            <a:xfrm>
              <a:off x="4180075" y="2740050"/>
              <a:ext cx="58075" cy="71700"/>
            </a:xfrm>
            <a:custGeom>
              <a:avLst/>
              <a:gdLst/>
              <a:ahLst/>
              <a:cxnLst/>
              <a:rect l="l" t="t" r="r" b="b"/>
              <a:pathLst>
                <a:path w="2323" h="2868" extrusionOk="0">
                  <a:moveTo>
                    <a:pt x="2051" y="1"/>
                  </a:moveTo>
                  <a:lnTo>
                    <a:pt x="900" y="691"/>
                  </a:lnTo>
                  <a:lnTo>
                    <a:pt x="816" y="670"/>
                  </a:lnTo>
                  <a:lnTo>
                    <a:pt x="796" y="670"/>
                  </a:lnTo>
                  <a:lnTo>
                    <a:pt x="649" y="566"/>
                  </a:lnTo>
                  <a:lnTo>
                    <a:pt x="482" y="482"/>
                  </a:lnTo>
                  <a:lnTo>
                    <a:pt x="419" y="482"/>
                  </a:lnTo>
                  <a:lnTo>
                    <a:pt x="335" y="545"/>
                  </a:lnTo>
                  <a:lnTo>
                    <a:pt x="293" y="587"/>
                  </a:lnTo>
                  <a:lnTo>
                    <a:pt x="272" y="587"/>
                  </a:lnTo>
                  <a:lnTo>
                    <a:pt x="272" y="670"/>
                  </a:lnTo>
                  <a:lnTo>
                    <a:pt x="272" y="691"/>
                  </a:lnTo>
                  <a:lnTo>
                    <a:pt x="272" y="775"/>
                  </a:lnTo>
                  <a:lnTo>
                    <a:pt x="272" y="838"/>
                  </a:lnTo>
                  <a:lnTo>
                    <a:pt x="231" y="984"/>
                  </a:lnTo>
                  <a:lnTo>
                    <a:pt x="231" y="1068"/>
                  </a:lnTo>
                  <a:lnTo>
                    <a:pt x="210" y="1528"/>
                  </a:lnTo>
                  <a:lnTo>
                    <a:pt x="210" y="1612"/>
                  </a:lnTo>
                  <a:lnTo>
                    <a:pt x="189" y="1737"/>
                  </a:lnTo>
                  <a:lnTo>
                    <a:pt x="189" y="1884"/>
                  </a:lnTo>
                  <a:lnTo>
                    <a:pt x="126" y="1905"/>
                  </a:lnTo>
                  <a:lnTo>
                    <a:pt x="168" y="2051"/>
                  </a:lnTo>
                  <a:lnTo>
                    <a:pt x="105" y="2219"/>
                  </a:lnTo>
                  <a:lnTo>
                    <a:pt x="105" y="2344"/>
                  </a:lnTo>
                  <a:lnTo>
                    <a:pt x="63" y="2407"/>
                  </a:lnTo>
                  <a:lnTo>
                    <a:pt x="63" y="2470"/>
                  </a:lnTo>
                  <a:lnTo>
                    <a:pt x="63" y="2553"/>
                  </a:lnTo>
                  <a:lnTo>
                    <a:pt x="0" y="2679"/>
                  </a:lnTo>
                  <a:lnTo>
                    <a:pt x="0" y="2721"/>
                  </a:lnTo>
                  <a:lnTo>
                    <a:pt x="189" y="2721"/>
                  </a:lnTo>
                  <a:lnTo>
                    <a:pt x="754" y="2867"/>
                  </a:lnTo>
                  <a:lnTo>
                    <a:pt x="1172" y="2449"/>
                  </a:lnTo>
                  <a:lnTo>
                    <a:pt x="1633" y="2407"/>
                  </a:lnTo>
                  <a:lnTo>
                    <a:pt x="1653" y="2219"/>
                  </a:lnTo>
                  <a:lnTo>
                    <a:pt x="1884" y="1926"/>
                  </a:lnTo>
                  <a:lnTo>
                    <a:pt x="1235" y="1214"/>
                  </a:lnTo>
                  <a:lnTo>
                    <a:pt x="2093" y="963"/>
                  </a:lnTo>
                  <a:lnTo>
                    <a:pt x="2302" y="754"/>
                  </a:lnTo>
                  <a:lnTo>
                    <a:pt x="2323" y="754"/>
                  </a:lnTo>
                  <a:lnTo>
                    <a:pt x="205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3" name="Google Shape;7845;p67">
              <a:extLst>
                <a:ext uri="{FF2B5EF4-FFF2-40B4-BE49-F238E27FC236}">
                  <a16:creationId xmlns:a16="http://schemas.microsoft.com/office/drawing/2014/main" id="{2A9696BF-4B97-5F2B-C2D2-3A83F44E4359}"/>
                </a:ext>
              </a:extLst>
            </p:cNvPr>
            <p:cNvSpPr/>
            <p:nvPr/>
          </p:nvSpPr>
          <p:spPr>
            <a:xfrm>
              <a:off x="4179025" y="2758875"/>
              <a:ext cx="299225" cy="252175"/>
            </a:xfrm>
            <a:custGeom>
              <a:avLst/>
              <a:gdLst/>
              <a:ahLst/>
              <a:cxnLst/>
              <a:rect l="l" t="t" r="r" b="b"/>
              <a:pathLst>
                <a:path w="11969" h="10087" extrusionOk="0">
                  <a:moveTo>
                    <a:pt x="2344" y="1"/>
                  </a:moveTo>
                  <a:lnTo>
                    <a:pt x="2135" y="210"/>
                  </a:lnTo>
                  <a:lnTo>
                    <a:pt x="1277" y="461"/>
                  </a:lnTo>
                  <a:lnTo>
                    <a:pt x="1926" y="1173"/>
                  </a:lnTo>
                  <a:lnTo>
                    <a:pt x="1695" y="1466"/>
                  </a:lnTo>
                  <a:lnTo>
                    <a:pt x="1675" y="1654"/>
                  </a:lnTo>
                  <a:lnTo>
                    <a:pt x="1214" y="1696"/>
                  </a:lnTo>
                  <a:lnTo>
                    <a:pt x="796" y="2114"/>
                  </a:lnTo>
                  <a:lnTo>
                    <a:pt x="231" y="1968"/>
                  </a:lnTo>
                  <a:lnTo>
                    <a:pt x="42" y="1968"/>
                  </a:lnTo>
                  <a:lnTo>
                    <a:pt x="42" y="2177"/>
                  </a:lnTo>
                  <a:lnTo>
                    <a:pt x="42" y="2407"/>
                  </a:lnTo>
                  <a:lnTo>
                    <a:pt x="1" y="2595"/>
                  </a:lnTo>
                  <a:lnTo>
                    <a:pt x="1" y="2637"/>
                  </a:lnTo>
                  <a:lnTo>
                    <a:pt x="63" y="2616"/>
                  </a:lnTo>
                  <a:lnTo>
                    <a:pt x="105" y="2637"/>
                  </a:lnTo>
                  <a:lnTo>
                    <a:pt x="168" y="2595"/>
                  </a:lnTo>
                  <a:lnTo>
                    <a:pt x="314" y="2658"/>
                  </a:lnTo>
                  <a:lnTo>
                    <a:pt x="273" y="2700"/>
                  </a:lnTo>
                  <a:lnTo>
                    <a:pt x="524" y="2972"/>
                  </a:lnTo>
                  <a:lnTo>
                    <a:pt x="545" y="3119"/>
                  </a:lnTo>
                  <a:lnTo>
                    <a:pt x="628" y="3139"/>
                  </a:lnTo>
                  <a:lnTo>
                    <a:pt x="628" y="3244"/>
                  </a:lnTo>
                  <a:lnTo>
                    <a:pt x="754" y="3349"/>
                  </a:lnTo>
                  <a:lnTo>
                    <a:pt x="838" y="3370"/>
                  </a:lnTo>
                  <a:lnTo>
                    <a:pt x="984" y="3663"/>
                  </a:lnTo>
                  <a:lnTo>
                    <a:pt x="984" y="3746"/>
                  </a:lnTo>
                  <a:lnTo>
                    <a:pt x="1047" y="3851"/>
                  </a:lnTo>
                  <a:lnTo>
                    <a:pt x="1110" y="3851"/>
                  </a:lnTo>
                  <a:lnTo>
                    <a:pt x="1151" y="3997"/>
                  </a:lnTo>
                  <a:lnTo>
                    <a:pt x="1193" y="4081"/>
                  </a:lnTo>
                  <a:lnTo>
                    <a:pt x="1319" y="4123"/>
                  </a:lnTo>
                  <a:lnTo>
                    <a:pt x="1423" y="4416"/>
                  </a:lnTo>
                  <a:lnTo>
                    <a:pt x="1528" y="4479"/>
                  </a:lnTo>
                  <a:lnTo>
                    <a:pt x="1570" y="4625"/>
                  </a:lnTo>
                  <a:lnTo>
                    <a:pt x="1528" y="4709"/>
                  </a:lnTo>
                  <a:lnTo>
                    <a:pt x="1528" y="4792"/>
                  </a:lnTo>
                  <a:lnTo>
                    <a:pt x="1633" y="4897"/>
                  </a:lnTo>
                  <a:lnTo>
                    <a:pt x="1633" y="4960"/>
                  </a:lnTo>
                  <a:lnTo>
                    <a:pt x="1716" y="5023"/>
                  </a:lnTo>
                  <a:lnTo>
                    <a:pt x="1821" y="4939"/>
                  </a:lnTo>
                  <a:lnTo>
                    <a:pt x="1926" y="5043"/>
                  </a:lnTo>
                  <a:lnTo>
                    <a:pt x="2114" y="5127"/>
                  </a:lnTo>
                  <a:lnTo>
                    <a:pt x="2260" y="5274"/>
                  </a:lnTo>
                  <a:lnTo>
                    <a:pt x="2323" y="5378"/>
                  </a:lnTo>
                  <a:lnTo>
                    <a:pt x="2344" y="5420"/>
                  </a:lnTo>
                  <a:lnTo>
                    <a:pt x="2365" y="5546"/>
                  </a:lnTo>
                  <a:lnTo>
                    <a:pt x="2428" y="5588"/>
                  </a:lnTo>
                  <a:lnTo>
                    <a:pt x="2470" y="5797"/>
                  </a:lnTo>
                  <a:lnTo>
                    <a:pt x="2574" y="5880"/>
                  </a:lnTo>
                  <a:lnTo>
                    <a:pt x="2637" y="6090"/>
                  </a:lnTo>
                  <a:lnTo>
                    <a:pt x="2658" y="6173"/>
                  </a:lnTo>
                  <a:lnTo>
                    <a:pt x="2616" y="6362"/>
                  </a:lnTo>
                  <a:lnTo>
                    <a:pt x="2574" y="6383"/>
                  </a:lnTo>
                  <a:lnTo>
                    <a:pt x="2616" y="6487"/>
                  </a:lnTo>
                  <a:lnTo>
                    <a:pt x="2658" y="6696"/>
                  </a:lnTo>
                  <a:lnTo>
                    <a:pt x="2679" y="6906"/>
                  </a:lnTo>
                  <a:lnTo>
                    <a:pt x="2783" y="7010"/>
                  </a:lnTo>
                  <a:lnTo>
                    <a:pt x="2825" y="7094"/>
                  </a:lnTo>
                  <a:lnTo>
                    <a:pt x="3097" y="7408"/>
                  </a:lnTo>
                  <a:lnTo>
                    <a:pt x="3202" y="7429"/>
                  </a:lnTo>
                  <a:lnTo>
                    <a:pt x="3307" y="7450"/>
                  </a:lnTo>
                  <a:lnTo>
                    <a:pt x="3390" y="7554"/>
                  </a:lnTo>
                  <a:lnTo>
                    <a:pt x="3474" y="7554"/>
                  </a:lnTo>
                  <a:lnTo>
                    <a:pt x="3620" y="7680"/>
                  </a:lnTo>
                  <a:lnTo>
                    <a:pt x="3620" y="7784"/>
                  </a:lnTo>
                  <a:lnTo>
                    <a:pt x="3788" y="7826"/>
                  </a:lnTo>
                  <a:lnTo>
                    <a:pt x="3767" y="7889"/>
                  </a:lnTo>
                  <a:lnTo>
                    <a:pt x="3830" y="7931"/>
                  </a:lnTo>
                  <a:lnTo>
                    <a:pt x="3976" y="8412"/>
                  </a:lnTo>
                  <a:lnTo>
                    <a:pt x="4102" y="8496"/>
                  </a:lnTo>
                  <a:lnTo>
                    <a:pt x="4102" y="8663"/>
                  </a:lnTo>
                  <a:lnTo>
                    <a:pt x="4541" y="9082"/>
                  </a:lnTo>
                  <a:lnTo>
                    <a:pt x="4604" y="9082"/>
                  </a:lnTo>
                  <a:lnTo>
                    <a:pt x="4646" y="9333"/>
                  </a:lnTo>
                  <a:lnTo>
                    <a:pt x="4834" y="9396"/>
                  </a:lnTo>
                  <a:lnTo>
                    <a:pt x="4939" y="9668"/>
                  </a:lnTo>
                  <a:lnTo>
                    <a:pt x="5043" y="9709"/>
                  </a:lnTo>
                  <a:lnTo>
                    <a:pt x="5127" y="9730"/>
                  </a:lnTo>
                  <a:lnTo>
                    <a:pt x="5169" y="9626"/>
                  </a:lnTo>
                  <a:lnTo>
                    <a:pt x="5336" y="9521"/>
                  </a:lnTo>
                  <a:lnTo>
                    <a:pt x="5232" y="9312"/>
                  </a:lnTo>
                  <a:lnTo>
                    <a:pt x="5294" y="9040"/>
                  </a:lnTo>
                  <a:lnTo>
                    <a:pt x="5462" y="8977"/>
                  </a:lnTo>
                  <a:lnTo>
                    <a:pt x="5650" y="9124"/>
                  </a:lnTo>
                  <a:lnTo>
                    <a:pt x="5985" y="9124"/>
                  </a:lnTo>
                  <a:lnTo>
                    <a:pt x="6487" y="9333"/>
                  </a:lnTo>
                  <a:lnTo>
                    <a:pt x="7010" y="9563"/>
                  </a:lnTo>
                  <a:lnTo>
                    <a:pt x="7031" y="10086"/>
                  </a:lnTo>
                  <a:lnTo>
                    <a:pt x="8077" y="8684"/>
                  </a:lnTo>
                  <a:lnTo>
                    <a:pt x="10253" y="8036"/>
                  </a:lnTo>
                  <a:lnTo>
                    <a:pt x="11885" y="7554"/>
                  </a:lnTo>
                  <a:lnTo>
                    <a:pt x="11969" y="6299"/>
                  </a:lnTo>
                  <a:lnTo>
                    <a:pt x="11843" y="5839"/>
                  </a:lnTo>
                  <a:lnTo>
                    <a:pt x="11655" y="5985"/>
                  </a:lnTo>
                  <a:lnTo>
                    <a:pt x="9960" y="5755"/>
                  </a:lnTo>
                  <a:lnTo>
                    <a:pt x="9835" y="5274"/>
                  </a:lnTo>
                  <a:lnTo>
                    <a:pt x="9688" y="5127"/>
                  </a:lnTo>
                  <a:lnTo>
                    <a:pt x="9688" y="4939"/>
                  </a:lnTo>
                  <a:lnTo>
                    <a:pt x="9688" y="4918"/>
                  </a:lnTo>
                  <a:lnTo>
                    <a:pt x="9667" y="4939"/>
                  </a:lnTo>
                  <a:lnTo>
                    <a:pt x="9625" y="4855"/>
                  </a:lnTo>
                  <a:lnTo>
                    <a:pt x="9625" y="4792"/>
                  </a:lnTo>
                  <a:lnTo>
                    <a:pt x="9667" y="4730"/>
                  </a:lnTo>
                  <a:lnTo>
                    <a:pt x="9563" y="4730"/>
                  </a:lnTo>
                  <a:lnTo>
                    <a:pt x="9563" y="4709"/>
                  </a:lnTo>
                  <a:lnTo>
                    <a:pt x="9458" y="4709"/>
                  </a:lnTo>
                  <a:lnTo>
                    <a:pt x="9270" y="4604"/>
                  </a:lnTo>
                  <a:lnTo>
                    <a:pt x="9249" y="4541"/>
                  </a:lnTo>
                  <a:lnTo>
                    <a:pt x="9228" y="4583"/>
                  </a:lnTo>
                  <a:lnTo>
                    <a:pt x="9123" y="4437"/>
                  </a:lnTo>
                  <a:lnTo>
                    <a:pt x="9102" y="4290"/>
                  </a:lnTo>
                  <a:lnTo>
                    <a:pt x="8809" y="3914"/>
                  </a:lnTo>
                  <a:lnTo>
                    <a:pt x="8726" y="3788"/>
                  </a:lnTo>
                  <a:lnTo>
                    <a:pt x="8809" y="3788"/>
                  </a:lnTo>
                  <a:lnTo>
                    <a:pt x="8809" y="3746"/>
                  </a:lnTo>
                  <a:lnTo>
                    <a:pt x="8705" y="3453"/>
                  </a:lnTo>
                  <a:lnTo>
                    <a:pt x="8705" y="3391"/>
                  </a:lnTo>
                  <a:lnTo>
                    <a:pt x="8621" y="3265"/>
                  </a:lnTo>
                  <a:lnTo>
                    <a:pt x="8579" y="3265"/>
                  </a:lnTo>
                  <a:lnTo>
                    <a:pt x="8391" y="3014"/>
                  </a:lnTo>
                  <a:lnTo>
                    <a:pt x="8307" y="3014"/>
                  </a:lnTo>
                  <a:lnTo>
                    <a:pt x="8224" y="2909"/>
                  </a:lnTo>
                  <a:lnTo>
                    <a:pt x="8224" y="2867"/>
                  </a:lnTo>
                  <a:lnTo>
                    <a:pt x="8286" y="2867"/>
                  </a:lnTo>
                  <a:lnTo>
                    <a:pt x="8307" y="2909"/>
                  </a:lnTo>
                  <a:lnTo>
                    <a:pt x="8286" y="2826"/>
                  </a:lnTo>
                  <a:lnTo>
                    <a:pt x="8182" y="2805"/>
                  </a:lnTo>
                  <a:lnTo>
                    <a:pt x="7973" y="2763"/>
                  </a:lnTo>
                  <a:lnTo>
                    <a:pt x="7868" y="2449"/>
                  </a:lnTo>
                  <a:lnTo>
                    <a:pt x="7805" y="2323"/>
                  </a:lnTo>
                  <a:lnTo>
                    <a:pt x="7742" y="2303"/>
                  </a:lnTo>
                  <a:lnTo>
                    <a:pt x="7742" y="2198"/>
                  </a:lnTo>
                  <a:lnTo>
                    <a:pt x="7701" y="2219"/>
                  </a:lnTo>
                  <a:lnTo>
                    <a:pt x="7659" y="2177"/>
                  </a:lnTo>
                  <a:lnTo>
                    <a:pt x="7282" y="2323"/>
                  </a:lnTo>
                  <a:lnTo>
                    <a:pt x="7261" y="2114"/>
                  </a:lnTo>
                  <a:lnTo>
                    <a:pt x="6738" y="1968"/>
                  </a:lnTo>
                  <a:lnTo>
                    <a:pt x="6654" y="1968"/>
                  </a:lnTo>
                  <a:lnTo>
                    <a:pt x="5566" y="1926"/>
                  </a:lnTo>
                  <a:lnTo>
                    <a:pt x="2867" y="43"/>
                  </a:lnTo>
                  <a:lnTo>
                    <a:pt x="234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4" name="Google Shape;7846;p67">
              <a:extLst>
                <a:ext uri="{FF2B5EF4-FFF2-40B4-BE49-F238E27FC236}">
                  <a16:creationId xmlns:a16="http://schemas.microsoft.com/office/drawing/2014/main" id="{B997FC53-C9D7-DF23-94D7-6CDDBD86054E}"/>
                </a:ext>
              </a:extLst>
            </p:cNvPr>
            <p:cNvSpPr/>
            <p:nvPr/>
          </p:nvSpPr>
          <p:spPr>
            <a:xfrm>
              <a:off x="4409700" y="2852525"/>
              <a:ext cx="11025" cy="24075"/>
            </a:xfrm>
            <a:custGeom>
              <a:avLst/>
              <a:gdLst/>
              <a:ahLst/>
              <a:cxnLst/>
              <a:rect l="l" t="t" r="r" b="b"/>
              <a:pathLst>
                <a:path w="441" h="963" extrusionOk="0">
                  <a:moveTo>
                    <a:pt x="147" y="0"/>
                  </a:moveTo>
                  <a:lnTo>
                    <a:pt x="147" y="42"/>
                  </a:lnTo>
                  <a:lnTo>
                    <a:pt x="106" y="42"/>
                  </a:lnTo>
                  <a:lnTo>
                    <a:pt x="106" y="105"/>
                  </a:lnTo>
                  <a:lnTo>
                    <a:pt x="43" y="126"/>
                  </a:lnTo>
                  <a:lnTo>
                    <a:pt x="85" y="209"/>
                  </a:lnTo>
                  <a:lnTo>
                    <a:pt x="43" y="209"/>
                  </a:lnTo>
                  <a:lnTo>
                    <a:pt x="85" y="377"/>
                  </a:lnTo>
                  <a:lnTo>
                    <a:pt x="43" y="356"/>
                  </a:lnTo>
                  <a:lnTo>
                    <a:pt x="1" y="356"/>
                  </a:lnTo>
                  <a:lnTo>
                    <a:pt x="1" y="544"/>
                  </a:lnTo>
                  <a:lnTo>
                    <a:pt x="22" y="628"/>
                  </a:lnTo>
                  <a:lnTo>
                    <a:pt x="43" y="670"/>
                  </a:lnTo>
                  <a:lnTo>
                    <a:pt x="43" y="795"/>
                  </a:lnTo>
                  <a:lnTo>
                    <a:pt x="22" y="795"/>
                  </a:lnTo>
                  <a:lnTo>
                    <a:pt x="43" y="858"/>
                  </a:lnTo>
                  <a:lnTo>
                    <a:pt x="231" y="963"/>
                  </a:lnTo>
                  <a:lnTo>
                    <a:pt x="336" y="963"/>
                  </a:lnTo>
                  <a:lnTo>
                    <a:pt x="398" y="942"/>
                  </a:lnTo>
                  <a:lnTo>
                    <a:pt x="440" y="670"/>
                  </a:lnTo>
                  <a:lnTo>
                    <a:pt x="398" y="544"/>
                  </a:lnTo>
                  <a:lnTo>
                    <a:pt x="336" y="544"/>
                  </a:lnTo>
                  <a:lnTo>
                    <a:pt x="315" y="356"/>
                  </a:lnTo>
                  <a:lnTo>
                    <a:pt x="336" y="356"/>
                  </a:lnTo>
                  <a:lnTo>
                    <a:pt x="398" y="168"/>
                  </a:lnTo>
                  <a:lnTo>
                    <a:pt x="357" y="126"/>
                  </a:lnTo>
                  <a:lnTo>
                    <a:pt x="315" y="126"/>
                  </a:lnTo>
                  <a:lnTo>
                    <a:pt x="315" y="63"/>
                  </a:lnTo>
                  <a:lnTo>
                    <a:pt x="21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5" name="Google Shape;7847;p67">
              <a:extLst>
                <a:ext uri="{FF2B5EF4-FFF2-40B4-BE49-F238E27FC236}">
                  <a16:creationId xmlns:a16="http://schemas.microsoft.com/office/drawing/2014/main" id="{3258F9A3-83CF-D194-EF3F-B030387C54A1}"/>
                </a:ext>
              </a:extLst>
            </p:cNvPr>
            <p:cNvSpPr/>
            <p:nvPr/>
          </p:nvSpPr>
          <p:spPr>
            <a:xfrm>
              <a:off x="4421225" y="2854100"/>
              <a:ext cx="69075" cy="54425"/>
            </a:xfrm>
            <a:custGeom>
              <a:avLst/>
              <a:gdLst/>
              <a:ahLst/>
              <a:cxnLst/>
              <a:rect l="l" t="t" r="r" b="b"/>
              <a:pathLst>
                <a:path w="2763" h="2177" extrusionOk="0">
                  <a:moveTo>
                    <a:pt x="2490" y="0"/>
                  </a:moveTo>
                  <a:lnTo>
                    <a:pt x="2490" y="84"/>
                  </a:lnTo>
                  <a:lnTo>
                    <a:pt x="2469" y="146"/>
                  </a:lnTo>
                  <a:lnTo>
                    <a:pt x="2093" y="356"/>
                  </a:lnTo>
                  <a:lnTo>
                    <a:pt x="2093" y="502"/>
                  </a:lnTo>
                  <a:lnTo>
                    <a:pt x="1779" y="795"/>
                  </a:lnTo>
                  <a:lnTo>
                    <a:pt x="1737" y="879"/>
                  </a:lnTo>
                  <a:lnTo>
                    <a:pt x="1779" y="900"/>
                  </a:lnTo>
                  <a:lnTo>
                    <a:pt x="1821" y="983"/>
                  </a:lnTo>
                  <a:lnTo>
                    <a:pt x="1653" y="1130"/>
                  </a:lnTo>
                  <a:lnTo>
                    <a:pt x="1611" y="1046"/>
                  </a:lnTo>
                  <a:lnTo>
                    <a:pt x="1549" y="1088"/>
                  </a:lnTo>
                  <a:lnTo>
                    <a:pt x="1465" y="1088"/>
                  </a:lnTo>
                  <a:lnTo>
                    <a:pt x="1507" y="1193"/>
                  </a:lnTo>
                  <a:lnTo>
                    <a:pt x="1444" y="1193"/>
                  </a:lnTo>
                  <a:lnTo>
                    <a:pt x="1423" y="1234"/>
                  </a:lnTo>
                  <a:lnTo>
                    <a:pt x="1256" y="1255"/>
                  </a:lnTo>
                  <a:lnTo>
                    <a:pt x="1130" y="1297"/>
                  </a:lnTo>
                  <a:lnTo>
                    <a:pt x="1088" y="1214"/>
                  </a:lnTo>
                  <a:lnTo>
                    <a:pt x="837" y="1214"/>
                  </a:lnTo>
                  <a:lnTo>
                    <a:pt x="628" y="1151"/>
                  </a:lnTo>
                  <a:lnTo>
                    <a:pt x="398" y="1339"/>
                  </a:lnTo>
                  <a:lnTo>
                    <a:pt x="314" y="1318"/>
                  </a:lnTo>
                  <a:lnTo>
                    <a:pt x="251" y="1318"/>
                  </a:lnTo>
                  <a:lnTo>
                    <a:pt x="147" y="1360"/>
                  </a:lnTo>
                  <a:lnTo>
                    <a:pt x="105" y="1109"/>
                  </a:lnTo>
                  <a:lnTo>
                    <a:pt x="63" y="1151"/>
                  </a:lnTo>
                  <a:lnTo>
                    <a:pt x="0" y="1130"/>
                  </a:lnTo>
                  <a:lnTo>
                    <a:pt x="0" y="1318"/>
                  </a:lnTo>
                  <a:lnTo>
                    <a:pt x="147" y="1465"/>
                  </a:lnTo>
                  <a:lnTo>
                    <a:pt x="272" y="1946"/>
                  </a:lnTo>
                  <a:lnTo>
                    <a:pt x="1967" y="2176"/>
                  </a:lnTo>
                  <a:lnTo>
                    <a:pt x="2155" y="2030"/>
                  </a:lnTo>
                  <a:lnTo>
                    <a:pt x="2658" y="502"/>
                  </a:lnTo>
                  <a:lnTo>
                    <a:pt x="2762" y="481"/>
                  </a:lnTo>
                  <a:lnTo>
                    <a:pt x="2762" y="314"/>
                  </a:lnTo>
                  <a:lnTo>
                    <a:pt x="2720" y="251"/>
                  </a:lnTo>
                  <a:lnTo>
                    <a:pt x="2678" y="272"/>
                  </a:lnTo>
                  <a:lnTo>
                    <a:pt x="2658" y="251"/>
                  </a:lnTo>
                  <a:lnTo>
                    <a:pt x="2595" y="209"/>
                  </a:lnTo>
                  <a:lnTo>
                    <a:pt x="2574" y="42"/>
                  </a:lnTo>
                  <a:lnTo>
                    <a:pt x="249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6" name="Google Shape;7848;p67">
              <a:extLst>
                <a:ext uri="{FF2B5EF4-FFF2-40B4-BE49-F238E27FC236}">
                  <a16:creationId xmlns:a16="http://schemas.microsoft.com/office/drawing/2014/main" id="{7645E937-1486-8391-417C-1D78AD3A014B}"/>
                </a:ext>
              </a:extLst>
            </p:cNvPr>
            <p:cNvSpPr/>
            <p:nvPr/>
          </p:nvSpPr>
          <p:spPr>
            <a:xfrm>
              <a:off x="4434300" y="2866125"/>
              <a:ext cx="108300" cy="133400"/>
            </a:xfrm>
            <a:custGeom>
              <a:avLst/>
              <a:gdLst/>
              <a:ahLst/>
              <a:cxnLst/>
              <a:rect l="l" t="t" r="r" b="b"/>
              <a:pathLst>
                <a:path w="4332" h="5336" extrusionOk="0">
                  <a:moveTo>
                    <a:pt x="2239" y="0"/>
                  </a:moveTo>
                  <a:lnTo>
                    <a:pt x="2135" y="21"/>
                  </a:lnTo>
                  <a:lnTo>
                    <a:pt x="1632" y="1549"/>
                  </a:lnTo>
                  <a:lnTo>
                    <a:pt x="1758" y="2009"/>
                  </a:lnTo>
                  <a:lnTo>
                    <a:pt x="1674" y="3264"/>
                  </a:lnTo>
                  <a:lnTo>
                    <a:pt x="42" y="3746"/>
                  </a:lnTo>
                  <a:lnTo>
                    <a:pt x="0" y="4018"/>
                  </a:lnTo>
                  <a:lnTo>
                    <a:pt x="523" y="4708"/>
                  </a:lnTo>
                  <a:lnTo>
                    <a:pt x="461" y="4938"/>
                  </a:lnTo>
                  <a:lnTo>
                    <a:pt x="795" y="5336"/>
                  </a:lnTo>
                  <a:lnTo>
                    <a:pt x="879" y="5315"/>
                  </a:lnTo>
                  <a:lnTo>
                    <a:pt x="900" y="5336"/>
                  </a:lnTo>
                  <a:lnTo>
                    <a:pt x="1005" y="5336"/>
                  </a:lnTo>
                  <a:lnTo>
                    <a:pt x="1088" y="5231"/>
                  </a:lnTo>
                  <a:lnTo>
                    <a:pt x="1214" y="5231"/>
                  </a:lnTo>
                  <a:lnTo>
                    <a:pt x="1423" y="5127"/>
                  </a:lnTo>
                  <a:lnTo>
                    <a:pt x="1528" y="5127"/>
                  </a:lnTo>
                  <a:lnTo>
                    <a:pt x="1632" y="5106"/>
                  </a:lnTo>
                  <a:lnTo>
                    <a:pt x="1716" y="5147"/>
                  </a:lnTo>
                  <a:lnTo>
                    <a:pt x="1779" y="5147"/>
                  </a:lnTo>
                  <a:lnTo>
                    <a:pt x="1925" y="4938"/>
                  </a:lnTo>
                  <a:lnTo>
                    <a:pt x="1925" y="4917"/>
                  </a:lnTo>
                  <a:lnTo>
                    <a:pt x="1946" y="4917"/>
                  </a:lnTo>
                  <a:lnTo>
                    <a:pt x="1946" y="4834"/>
                  </a:lnTo>
                  <a:lnTo>
                    <a:pt x="1883" y="4813"/>
                  </a:lnTo>
                  <a:lnTo>
                    <a:pt x="1925" y="4750"/>
                  </a:lnTo>
                  <a:lnTo>
                    <a:pt x="1883" y="4687"/>
                  </a:lnTo>
                  <a:lnTo>
                    <a:pt x="1967" y="4603"/>
                  </a:lnTo>
                  <a:lnTo>
                    <a:pt x="2030" y="4541"/>
                  </a:lnTo>
                  <a:lnTo>
                    <a:pt x="2239" y="4541"/>
                  </a:lnTo>
                  <a:lnTo>
                    <a:pt x="2365" y="4520"/>
                  </a:lnTo>
                  <a:lnTo>
                    <a:pt x="2448" y="4583"/>
                  </a:lnTo>
                  <a:lnTo>
                    <a:pt x="2553" y="4436"/>
                  </a:lnTo>
                  <a:lnTo>
                    <a:pt x="2595" y="4415"/>
                  </a:lnTo>
                  <a:lnTo>
                    <a:pt x="2595" y="4227"/>
                  </a:lnTo>
                  <a:lnTo>
                    <a:pt x="2804" y="3976"/>
                  </a:lnTo>
                  <a:lnTo>
                    <a:pt x="2930" y="3955"/>
                  </a:lnTo>
                  <a:lnTo>
                    <a:pt x="3013" y="3976"/>
                  </a:lnTo>
                  <a:lnTo>
                    <a:pt x="3076" y="3913"/>
                  </a:lnTo>
                  <a:lnTo>
                    <a:pt x="3348" y="3913"/>
                  </a:lnTo>
                  <a:lnTo>
                    <a:pt x="3390" y="3850"/>
                  </a:lnTo>
                  <a:lnTo>
                    <a:pt x="3327" y="3808"/>
                  </a:lnTo>
                  <a:lnTo>
                    <a:pt x="3285" y="3599"/>
                  </a:lnTo>
                  <a:lnTo>
                    <a:pt x="3306" y="3599"/>
                  </a:lnTo>
                  <a:lnTo>
                    <a:pt x="3244" y="3494"/>
                  </a:lnTo>
                  <a:lnTo>
                    <a:pt x="3223" y="3474"/>
                  </a:lnTo>
                  <a:lnTo>
                    <a:pt x="3244" y="3390"/>
                  </a:lnTo>
                  <a:lnTo>
                    <a:pt x="3244" y="3285"/>
                  </a:lnTo>
                  <a:lnTo>
                    <a:pt x="3348" y="3118"/>
                  </a:lnTo>
                  <a:lnTo>
                    <a:pt x="3432" y="3076"/>
                  </a:lnTo>
                  <a:lnTo>
                    <a:pt x="3390" y="3013"/>
                  </a:lnTo>
                  <a:lnTo>
                    <a:pt x="3411" y="3013"/>
                  </a:lnTo>
                  <a:lnTo>
                    <a:pt x="3495" y="2867"/>
                  </a:lnTo>
                  <a:lnTo>
                    <a:pt x="3536" y="2846"/>
                  </a:lnTo>
                  <a:lnTo>
                    <a:pt x="3599" y="2846"/>
                  </a:lnTo>
                  <a:lnTo>
                    <a:pt x="3557" y="2909"/>
                  </a:lnTo>
                  <a:lnTo>
                    <a:pt x="3536" y="2971"/>
                  </a:lnTo>
                  <a:lnTo>
                    <a:pt x="3620" y="3013"/>
                  </a:lnTo>
                  <a:lnTo>
                    <a:pt x="3662" y="3013"/>
                  </a:lnTo>
                  <a:lnTo>
                    <a:pt x="3746" y="2804"/>
                  </a:lnTo>
                  <a:lnTo>
                    <a:pt x="3808" y="2741"/>
                  </a:lnTo>
                  <a:lnTo>
                    <a:pt x="3871" y="2616"/>
                  </a:lnTo>
                  <a:lnTo>
                    <a:pt x="4018" y="2490"/>
                  </a:lnTo>
                  <a:lnTo>
                    <a:pt x="4227" y="2134"/>
                  </a:lnTo>
                  <a:lnTo>
                    <a:pt x="4248" y="2072"/>
                  </a:lnTo>
                  <a:lnTo>
                    <a:pt x="4248" y="1988"/>
                  </a:lnTo>
                  <a:lnTo>
                    <a:pt x="4290" y="1862"/>
                  </a:lnTo>
                  <a:lnTo>
                    <a:pt x="4332" y="1758"/>
                  </a:lnTo>
                  <a:lnTo>
                    <a:pt x="4269" y="1695"/>
                  </a:lnTo>
                  <a:lnTo>
                    <a:pt x="4164" y="1674"/>
                  </a:lnTo>
                  <a:lnTo>
                    <a:pt x="3955" y="1507"/>
                  </a:lnTo>
                  <a:lnTo>
                    <a:pt x="3913" y="1402"/>
                  </a:lnTo>
                  <a:lnTo>
                    <a:pt x="3808" y="1298"/>
                  </a:lnTo>
                  <a:lnTo>
                    <a:pt x="3767" y="1151"/>
                  </a:lnTo>
                  <a:lnTo>
                    <a:pt x="3599" y="942"/>
                  </a:lnTo>
                  <a:lnTo>
                    <a:pt x="3516" y="942"/>
                  </a:lnTo>
                  <a:lnTo>
                    <a:pt x="3390" y="963"/>
                  </a:lnTo>
                  <a:lnTo>
                    <a:pt x="3118" y="921"/>
                  </a:lnTo>
                  <a:lnTo>
                    <a:pt x="3013" y="942"/>
                  </a:lnTo>
                  <a:lnTo>
                    <a:pt x="2930" y="963"/>
                  </a:lnTo>
                  <a:lnTo>
                    <a:pt x="2804" y="921"/>
                  </a:lnTo>
                  <a:lnTo>
                    <a:pt x="2469" y="649"/>
                  </a:lnTo>
                  <a:lnTo>
                    <a:pt x="2469" y="565"/>
                  </a:lnTo>
                  <a:lnTo>
                    <a:pt x="2260" y="335"/>
                  </a:lnTo>
                  <a:lnTo>
                    <a:pt x="223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7" name="Google Shape;7849;p67">
              <a:extLst>
                <a:ext uri="{FF2B5EF4-FFF2-40B4-BE49-F238E27FC236}">
                  <a16:creationId xmlns:a16="http://schemas.microsoft.com/office/drawing/2014/main" id="{FE7BE2F2-9A66-658C-3FA3-7C4FE3EE279C}"/>
                </a:ext>
              </a:extLst>
            </p:cNvPr>
            <p:cNvSpPr/>
            <p:nvPr/>
          </p:nvSpPr>
          <p:spPr>
            <a:xfrm>
              <a:off x="4483475" y="2847275"/>
              <a:ext cx="5775" cy="13125"/>
            </a:xfrm>
            <a:custGeom>
              <a:avLst/>
              <a:gdLst/>
              <a:ahLst/>
              <a:cxnLst/>
              <a:rect l="l" t="t" r="r" b="b"/>
              <a:pathLst>
                <a:path w="231" h="525" extrusionOk="0">
                  <a:moveTo>
                    <a:pt x="209" y="1"/>
                  </a:moveTo>
                  <a:lnTo>
                    <a:pt x="168" y="22"/>
                  </a:lnTo>
                  <a:lnTo>
                    <a:pt x="105" y="22"/>
                  </a:lnTo>
                  <a:lnTo>
                    <a:pt x="84" y="168"/>
                  </a:lnTo>
                  <a:lnTo>
                    <a:pt x="63" y="210"/>
                  </a:lnTo>
                  <a:lnTo>
                    <a:pt x="21" y="168"/>
                  </a:lnTo>
                  <a:lnTo>
                    <a:pt x="0" y="231"/>
                  </a:lnTo>
                  <a:lnTo>
                    <a:pt x="0" y="273"/>
                  </a:lnTo>
                  <a:lnTo>
                    <a:pt x="84" y="315"/>
                  </a:lnTo>
                  <a:lnTo>
                    <a:pt x="105" y="482"/>
                  </a:lnTo>
                  <a:lnTo>
                    <a:pt x="168" y="524"/>
                  </a:lnTo>
                  <a:lnTo>
                    <a:pt x="168" y="440"/>
                  </a:lnTo>
                  <a:lnTo>
                    <a:pt x="209" y="336"/>
                  </a:lnTo>
                  <a:lnTo>
                    <a:pt x="209" y="168"/>
                  </a:lnTo>
                  <a:lnTo>
                    <a:pt x="188" y="168"/>
                  </a:lnTo>
                  <a:lnTo>
                    <a:pt x="209" y="106"/>
                  </a:lnTo>
                  <a:lnTo>
                    <a:pt x="188" y="64"/>
                  </a:lnTo>
                  <a:lnTo>
                    <a:pt x="209" y="43"/>
                  </a:lnTo>
                  <a:lnTo>
                    <a:pt x="230" y="43"/>
                  </a:lnTo>
                  <a:lnTo>
                    <a:pt x="20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8" name="Google Shape;7850;p67">
              <a:extLst>
                <a:ext uri="{FF2B5EF4-FFF2-40B4-BE49-F238E27FC236}">
                  <a16:creationId xmlns:a16="http://schemas.microsoft.com/office/drawing/2014/main" id="{47322637-6FA9-3D90-65EF-399CCDBDFFE1}"/>
                </a:ext>
              </a:extLst>
            </p:cNvPr>
            <p:cNvSpPr/>
            <p:nvPr/>
          </p:nvSpPr>
          <p:spPr>
            <a:xfrm>
              <a:off x="4300375" y="2959750"/>
              <a:ext cx="153825" cy="99925"/>
            </a:xfrm>
            <a:custGeom>
              <a:avLst/>
              <a:gdLst/>
              <a:ahLst/>
              <a:cxnLst/>
              <a:rect l="l" t="t" r="r" b="b"/>
              <a:pathLst>
                <a:path w="6153" h="3997" extrusionOk="0">
                  <a:moveTo>
                    <a:pt x="5399" y="1"/>
                  </a:moveTo>
                  <a:lnTo>
                    <a:pt x="3223" y="649"/>
                  </a:lnTo>
                  <a:lnTo>
                    <a:pt x="2177" y="2051"/>
                  </a:lnTo>
                  <a:lnTo>
                    <a:pt x="2156" y="1528"/>
                  </a:lnTo>
                  <a:lnTo>
                    <a:pt x="1633" y="1298"/>
                  </a:lnTo>
                  <a:lnTo>
                    <a:pt x="1131" y="1089"/>
                  </a:lnTo>
                  <a:lnTo>
                    <a:pt x="796" y="1089"/>
                  </a:lnTo>
                  <a:lnTo>
                    <a:pt x="608" y="942"/>
                  </a:lnTo>
                  <a:lnTo>
                    <a:pt x="440" y="1005"/>
                  </a:lnTo>
                  <a:lnTo>
                    <a:pt x="378" y="1277"/>
                  </a:lnTo>
                  <a:lnTo>
                    <a:pt x="482" y="1486"/>
                  </a:lnTo>
                  <a:lnTo>
                    <a:pt x="315" y="1591"/>
                  </a:lnTo>
                  <a:lnTo>
                    <a:pt x="273" y="1695"/>
                  </a:lnTo>
                  <a:lnTo>
                    <a:pt x="189" y="1674"/>
                  </a:lnTo>
                  <a:lnTo>
                    <a:pt x="85" y="1633"/>
                  </a:lnTo>
                  <a:lnTo>
                    <a:pt x="106" y="1737"/>
                  </a:lnTo>
                  <a:lnTo>
                    <a:pt x="168" y="2030"/>
                  </a:lnTo>
                  <a:lnTo>
                    <a:pt x="168" y="2218"/>
                  </a:lnTo>
                  <a:lnTo>
                    <a:pt x="85" y="2218"/>
                  </a:lnTo>
                  <a:lnTo>
                    <a:pt x="85" y="2260"/>
                  </a:lnTo>
                  <a:lnTo>
                    <a:pt x="1" y="2239"/>
                  </a:lnTo>
                  <a:lnTo>
                    <a:pt x="1" y="2239"/>
                  </a:lnTo>
                  <a:lnTo>
                    <a:pt x="22" y="2344"/>
                  </a:lnTo>
                  <a:lnTo>
                    <a:pt x="106" y="2344"/>
                  </a:lnTo>
                  <a:lnTo>
                    <a:pt x="106" y="2428"/>
                  </a:lnTo>
                  <a:lnTo>
                    <a:pt x="231" y="2616"/>
                  </a:lnTo>
                  <a:lnTo>
                    <a:pt x="315" y="3139"/>
                  </a:lnTo>
                  <a:lnTo>
                    <a:pt x="482" y="3265"/>
                  </a:lnTo>
                  <a:lnTo>
                    <a:pt x="482" y="3453"/>
                  </a:lnTo>
                  <a:lnTo>
                    <a:pt x="419" y="3474"/>
                  </a:lnTo>
                  <a:lnTo>
                    <a:pt x="482" y="3620"/>
                  </a:lnTo>
                  <a:lnTo>
                    <a:pt x="608" y="3767"/>
                  </a:lnTo>
                  <a:lnTo>
                    <a:pt x="608" y="3913"/>
                  </a:lnTo>
                  <a:lnTo>
                    <a:pt x="650" y="3997"/>
                  </a:lnTo>
                  <a:lnTo>
                    <a:pt x="796" y="3997"/>
                  </a:lnTo>
                  <a:lnTo>
                    <a:pt x="817" y="3934"/>
                  </a:lnTo>
                  <a:lnTo>
                    <a:pt x="963" y="3997"/>
                  </a:lnTo>
                  <a:lnTo>
                    <a:pt x="1068" y="3976"/>
                  </a:lnTo>
                  <a:lnTo>
                    <a:pt x="1173" y="3871"/>
                  </a:lnTo>
                  <a:lnTo>
                    <a:pt x="1319" y="3871"/>
                  </a:lnTo>
                  <a:lnTo>
                    <a:pt x="1361" y="3934"/>
                  </a:lnTo>
                  <a:lnTo>
                    <a:pt x="1466" y="3892"/>
                  </a:lnTo>
                  <a:lnTo>
                    <a:pt x="1570" y="3725"/>
                  </a:lnTo>
                  <a:lnTo>
                    <a:pt x="1633" y="3725"/>
                  </a:lnTo>
                  <a:lnTo>
                    <a:pt x="1696" y="3579"/>
                  </a:lnTo>
                  <a:lnTo>
                    <a:pt x="1842" y="3495"/>
                  </a:lnTo>
                  <a:lnTo>
                    <a:pt x="1905" y="3474"/>
                  </a:lnTo>
                  <a:lnTo>
                    <a:pt x="2010" y="3474"/>
                  </a:lnTo>
                  <a:lnTo>
                    <a:pt x="2051" y="3495"/>
                  </a:lnTo>
                  <a:lnTo>
                    <a:pt x="2198" y="3495"/>
                  </a:lnTo>
                  <a:lnTo>
                    <a:pt x="2219" y="3558"/>
                  </a:lnTo>
                  <a:lnTo>
                    <a:pt x="2365" y="3579"/>
                  </a:lnTo>
                  <a:lnTo>
                    <a:pt x="2616" y="3474"/>
                  </a:lnTo>
                  <a:lnTo>
                    <a:pt x="2826" y="3453"/>
                  </a:lnTo>
                  <a:lnTo>
                    <a:pt x="2909" y="3369"/>
                  </a:lnTo>
                  <a:lnTo>
                    <a:pt x="2930" y="3307"/>
                  </a:lnTo>
                  <a:lnTo>
                    <a:pt x="3119" y="3160"/>
                  </a:lnTo>
                  <a:lnTo>
                    <a:pt x="3223" y="3160"/>
                  </a:lnTo>
                  <a:lnTo>
                    <a:pt x="3307" y="3202"/>
                  </a:lnTo>
                  <a:lnTo>
                    <a:pt x="3370" y="3181"/>
                  </a:lnTo>
                  <a:lnTo>
                    <a:pt x="3432" y="3139"/>
                  </a:lnTo>
                  <a:lnTo>
                    <a:pt x="3453" y="3181"/>
                  </a:lnTo>
                  <a:lnTo>
                    <a:pt x="3537" y="3181"/>
                  </a:lnTo>
                  <a:lnTo>
                    <a:pt x="3725" y="3034"/>
                  </a:lnTo>
                  <a:lnTo>
                    <a:pt x="3830" y="2846"/>
                  </a:lnTo>
                  <a:lnTo>
                    <a:pt x="3935" y="2783"/>
                  </a:lnTo>
                  <a:lnTo>
                    <a:pt x="3997" y="2783"/>
                  </a:lnTo>
                  <a:lnTo>
                    <a:pt x="4625" y="2616"/>
                  </a:lnTo>
                  <a:lnTo>
                    <a:pt x="4688" y="2532"/>
                  </a:lnTo>
                  <a:lnTo>
                    <a:pt x="5043" y="2470"/>
                  </a:lnTo>
                  <a:lnTo>
                    <a:pt x="5253" y="2365"/>
                  </a:lnTo>
                  <a:lnTo>
                    <a:pt x="5399" y="2260"/>
                  </a:lnTo>
                  <a:lnTo>
                    <a:pt x="5629" y="2218"/>
                  </a:lnTo>
                  <a:lnTo>
                    <a:pt x="5608" y="2135"/>
                  </a:lnTo>
                  <a:lnTo>
                    <a:pt x="5629" y="2114"/>
                  </a:lnTo>
                  <a:lnTo>
                    <a:pt x="5567" y="2051"/>
                  </a:lnTo>
                  <a:lnTo>
                    <a:pt x="5608" y="1905"/>
                  </a:lnTo>
                  <a:lnTo>
                    <a:pt x="5776" y="1674"/>
                  </a:lnTo>
                  <a:lnTo>
                    <a:pt x="6027" y="1612"/>
                  </a:lnTo>
                  <a:lnTo>
                    <a:pt x="6152" y="1591"/>
                  </a:lnTo>
                  <a:lnTo>
                    <a:pt x="5818" y="1193"/>
                  </a:lnTo>
                  <a:lnTo>
                    <a:pt x="5880" y="963"/>
                  </a:lnTo>
                  <a:lnTo>
                    <a:pt x="5357" y="273"/>
                  </a:lnTo>
                  <a:lnTo>
                    <a:pt x="539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9" name="Google Shape;7851;p67">
              <a:extLst>
                <a:ext uri="{FF2B5EF4-FFF2-40B4-BE49-F238E27FC236}">
                  <a16:creationId xmlns:a16="http://schemas.microsoft.com/office/drawing/2014/main" id="{433C2AA1-111A-B5D7-C07E-B08501754A40}"/>
                </a:ext>
              </a:extLst>
            </p:cNvPr>
            <p:cNvSpPr/>
            <p:nvPr/>
          </p:nvSpPr>
          <p:spPr>
            <a:xfrm>
              <a:off x="4035700" y="2769350"/>
              <a:ext cx="180500" cy="151725"/>
            </a:xfrm>
            <a:custGeom>
              <a:avLst/>
              <a:gdLst/>
              <a:ahLst/>
              <a:cxnLst/>
              <a:rect l="l" t="t" r="r" b="b"/>
              <a:pathLst>
                <a:path w="7220" h="6069" extrusionOk="0">
                  <a:moveTo>
                    <a:pt x="503" y="0"/>
                  </a:moveTo>
                  <a:lnTo>
                    <a:pt x="210" y="21"/>
                  </a:lnTo>
                  <a:lnTo>
                    <a:pt x="147" y="21"/>
                  </a:lnTo>
                  <a:lnTo>
                    <a:pt x="126" y="126"/>
                  </a:lnTo>
                  <a:lnTo>
                    <a:pt x="84" y="356"/>
                  </a:lnTo>
                  <a:lnTo>
                    <a:pt x="126" y="523"/>
                  </a:lnTo>
                  <a:lnTo>
                    <a:pt x="126" y="649"/>
                  </a:lnTo>
                  <a:lnTo>
                    <a:pt x="42" y="858"/>
                  </a:lnTo>
                  <a:lnTo>
                    <a:pt x="1" y="1047"/>
                  </a:lnTo>
                  <a:lnTo>
                    <a:pt x="42" y="1193"/>
                  </a:lnTo>
                  <a:lnTo>
                    <a:pt x="126" y="1486"/>
                  </a:lnTo>
                  <a:lnTo>
                    <a:pt x="314" y="6068"/>
                  </a:lnTo>
                  <a:lnTo>
                    <a:pt x="7219" y="6005"/>
                  </a:lnTo>
                  <a:lnTo>
                    <a:pt x="7219" y="5985"/>
                  </a:lnTo>
                  <a:lnTo>
                    <a:pt x="7115" y="5964"/>
                  </a:lnTo>
                  <a:lnTo>
                    <a:pt x="6989" y="5796"/>
                  </a:lnTo>
                  <a:lnTo>
                    <a:pt x="6947" y="5754"/>
                  </a:lnTo>
                  <a:lnTo>
                    <a:pt x="6822" y="5692"/>
                  </a:lnTo>
                  <a:lnTo>
                    <a:pt x="6738" y="5566"/>
                  </a:lnTo>
                  <a:lnTo>
                    <a:pt x="6675" y="5587"/>
                  </a:lnTo>
                  <a:lnTo>
                    <a:pt x="6571" y="5587"/>
                  </a:lnTo>
                  <a:lnTo>
                    <a:pt x="6403" y="5461"/>
                  </a:lnTo>
                  <a:lnTo>
                    <a:pt x="6299" y="5169"/>
                  </a:lnTo>
                  <a:lnTo>
                    <a:pt x="6319" y="5106"/>
                  </a:lnTo>
                  <a:lnTo>
                    <a:pt x="6319" y="4938"/>
                  </a:lnTo>
                  <a:lnTo>
                    <a:pt x="6278" y="4855"/>
                  </a:lnTo>
                  <a:lnTo>
                    <a:pt x="6299" y="4813"/>
                  </a:lnTo>
                  <a:lnTo>
                    <a:pt x="6319" y="4855"/>
                  </a:lnTo>
                  <a:lnTo>
                    <a:pt x="6508" y="4855"/>
                  </a:lnTo>
                  <a:lnTo>
                    <a:pt x="6424" y="4792"/>
                  </a:lnTo>
                  <a:lnTo>
                    <a:pt x="6382" y="4792"/>
                  </a:lnTo>
                  <a:lnTo>
                    <a:pt x="6299" y="4624"/>
                  </a:lnTo>
                  <a:lnTo>
                    <a:pt x="6257" y="4604"/>
                  </a:lnTo>
                  <a:lnTo>
                    <a:pt x="6257" y="4645"/>
                  </a:lnTo>
                  <a:lnTo>
                    <a:pt x="6173" y="4583"/>
                  </a:lnTo>
                  <a:lnTo>
                    <a:pt x="6110" y="4415"/>
                  </a:lnTo>
                  <a:lnTo>
                    <a:pt x="5901" y="4080"/>
                  </a:lnTo>
                  <a:lnTo>
                    <a:pt x="5796" y="4018"/>
                  </a:lnTo>
                  <a:lnTo>
                    <a:pt x="5775" y="3871"/>
                  </a:lnTo>
                  <a:lnTo>
                    <a:pt x="5420" y="3327"/>
                  </a:lnTo>
                  <a:lnTo>
                    <a:pt x="5420" y="3223"/>
                  </a:lnTo>
                  <a:lnTo>
                    <a:pt x="5357" y="3118"/>
                  </a:lnTo>
                  <a:lnTo>
                    <a:pt x="5336" y="2867"/>
                  </a:lnTo>
                  <a:lnTo>
                    <a:pt x="5273" y="2825"/>
                  </a:lnTo>
                  <a:lnTo>
                    <a:pt x="5273" y="2741"/>
                  </a:lnTo>
                  <a:lnTo>
                    <a:pt x="5064" y="2532"/>
                  </a:lnTo>
                  <a:lnTo>
                    <a:pt x="5064" y="2448"/>
                  </a:lnTo>
                  <a:lnTo>
                    <a:pt x="5106" y="2344"/>
                  </a:lnTo>
                  <a:lnTo>
                    <a:pt x="5043" y="2281"/>
                  </a:lnTo>
                  <a:lnTo>
                    <a:pt x="4708" y="1988"/>
                  </a:lnTo>
                  <a:lnTo>
                    <a:pt x="4687" y="1884"/>
                  </a:lnTo>
                  <a:lnTo>
                    <a:pt x="4478" y="1653"/>
                  </a:lnTo>
                  <a:lnTo>
                    <a:pt x="4478" y="1507"/>
                  </a:lnTo>
                  <a:lnTo>
                    <a:pt x="4332" y="1360"/>
                  </a:lnTo>
                  <a:lnTo>
                    <a:pt x="4374" y="1277"/>
                  </a:lnTo>
                  <a:lnTo>
                    <a:pt x="4374" y="1193"/>
                  </a:lnTo>
                  <a:lnTo>
                    <a:pt x="4395" y="1151"/>
                  </a:lnTo>
                  <a:lnTo>
                    <a:pt x="4395" y="1193"/>
                  </a:lnTo>
                  <a:lnTo>
                    <a:pt x="4478" y="1193"/>
                  </a:lnTo>
                  <a:lnTo>
                    <a:pt x="4499" y="1339"/>
                  </a:lnTo>
                  <a:lnTo>
                    <a:pt x="4541" y="1402"/>
                  </a:lnTo>
                  <a:lnTo>
                    <a:pt x="4583" y="1465"/>
                  </a:lnTo>
                  <a:lnTo>
                    <a:pt x="4792" y="1674"/>
                  </a:lnTo>
                  <a:lnTo>
                    <a:pt x="4792" y="1779"/>
                  </a:lnTo>
                  <a:lnTo>
                    <a:pt x="4834" y="1884"/>
                  </a:lnTo>
                  <a:lnTo>
                    <a:pt x="5001" y="1967"/>
                  </a:lnTo>
                  <a:lnTo>
                    <a:pt x="5022" y="2072"/>
                  </a:lnTo>
                  <a:lnTo>
                    <a:pt x="5315" y="2344"/>
                  </a:lnTo>
                  <a:lnTo>
                    <a:pt x="5462" y="2428"/>
                  </a:lnTo>
                  <a:lnTo>
                    <a:pt x="5462" y="2490"/>
                  </a:lnTo>
                  <a:lnTo>
                    <a:pt x="5483" y="2407"/>
                  </a:lnTo>
                  <a:lnTo>
                    <a:pt x="5566" y="2323"/>
                  </a:lnTo>
                  <a:lnTo>
                    <a:pt x="5629" y="2114"/>
                  </a:lnTo>
                  <a:lnTo>
                    <a:pt x="5566" y="2072"/>
                  </a:lnTo>
                  <a:lnTo>
                    <a:pt x="5650" y="1904"/>
                  </a:lnTo>
                  <a:lnTo>
                    <a:pt x="5650" y="1779"/>
                  </a:lnTo>
                  <a:lnTo>
                    <a:pt x="5734" y="1465"/>
                  </a:lnTo>
                  <a:lnTo>
                    <a:pt x="5755" y="1444"/>
                  </a:lnTo>
                  <a:lnTo>
                    <a:pt x="5671" y="1235"/>
                  </a:lnTo>
                  <a:lnTo>
                    <a:pt x="5734" y="1088"/>
                  </a:lnTo>
                  <a:lnTo>
                    <a:pt x="5587" y="775"/>
                  </a:lnTo>
                  <a:lnTo>
                    <a:pt x="5441" y="544"/>
                  </a:lnTo>
                  <a:lnTo>
                    <a:pt x="5378" y="335"/>
                  </a:lnTo>
                  <a:lnTo>
                    <a:pt x="5273" y="147"/>
                  </a:lnTo>
                  <a:lnTo>
                    <a:pt x="5211" y="126"/>
                  </a:lnTo>
                  <a:lnTo>
                    <a:pt x="5127" y="231"/>
                  </a:lnTo>
                  <a:lnTo>
                    <a:pt x="4959" y="293"/>
                  </a:lnTo>
                  <a:lnTo>
                    <a:pt x="4604" y="231"/>
                  </a:lnTo>
                  <a:lnTo>
                    <a:pt x="4311" y="314"/>
                  </a:lnTo>
                  <a:lnTo>
                    <a:pt x="4102" y="147"/>
                  </a:lnTo>
                  <a:lnTo>
                    <a:pt x="4081" y="251"/>
                  </a:lnTo>
                  <a:lnTo>
                    <a:pt x="4164" y="398"/>
                  </a:lnTo>
                  <a:lnTo>
                    <a:pt x="4164" y="461"/>
                  </a:lnTo>
                  <a:lnTo>
                    <a:pt x="4081" y="335"/>
                  </a:lnTo>
                  <a:lnTo>
                    <a:pt x="3976" y="293"/>
                  </a:lnTo>
                  <a:lnTo>
                    <a:pt x="3955" y="189"/>
                  </a:lnTo>
                  <a:lnTo>
                    <a:pt x="3997" y="147"/>
                  </a:lnTo>
                  <a:lnTo>
                    <a:pt x="3955" y="105"/>
                  </a:lnTo>
                  <a:lnTo>
                    <a:pt x="3850" y="105"/>
                  </a:lnTo>
                  <a:lnTo>
                    <a:pt x="3746" y="84"/>
                  </a:lnTo>
                  <a:lnTo>
                    <a:pt x="3537" y="21"/>
                  </a:lnTo>
                  <a:lnTo>
                    <a:pt x="3495" y="42"/>
                  </a:lnTo>
                  <a:lnTo>
                    <a:pt x="3578" y="84"/>
                  </a:lnTo>
                  <a:lnTo>
                    <a:pt x="3599" y="105"/>
                  </a:lnTo>
                  <a:lnTo>
                    <a:pt x="3495" y="126"/>
                  </a:lnTo>
                  <a:lnTo>
                    <a:pt x="3390" y="105"/>
                  </a:lnTo>
                  <a:lnTo>
                    <a:pt x="3265" y="147"/>
                  </a:lnTo>
                  <a:lnTo>
                    <a:pt x="3223" y="126"/>
                  </a:lnTo>
                  <a:lnTo>
                    <a:pt x="3223" y="105"/>
                  </a:lnTo>
                  <a:lnTo>
                    <a:pt x="3348" y="84"/>
                  </a:lnTo>
                  <a:lnTo>
                    <a:pt x="3432" y="42"/>
                  </a:lnTo>
                  <a:lnTo>
                    <a:pt x="3327" y="42"/>
                  </a:lnTo>
                  <a:lnTo>
                    <a:pt x="3139" y="84"/>
                  </a:lnTo>
                  <a:lnTo>
                    <a:pt x="3076" y="126"/>
                  </a:lnTo>
                  <a:lnTo>
                    <a:pt x="2930" y="210"/>
                  </a:lnTo>
                  <a:lnTo>
                    <a:pt x="2846" y="231"/>
                  </a:lnTo>
                  <a:lnTo>
                    <a:pt x="2700" y="293"/>
                  </a:lnTo>
                  <a:lnTo>
                    <a:pt x="2595" y="419"/>
                  </a:lnTo>
                  <a:lnTo>
                    <a:pt x="2553" y="461"/>
                  </a:lnTo>
                  <a:lnTo>
                    <a:pt x="2386" y="461"/>
                  </a:lnTo>
                  <a:lnTo>
                    <a:pt x="2177" y="335"/>
                  </a:lnTo>
                  <a:lnTo>
                    <a:pt x="2009" y="314"/>
                  </a:lnTo>
                  <a:lnTo>
                    <a:pt x="1821" y="335"/>
                  </a:lnTo>
                  <a:lnTo>
                    <a:pt x="1674" y="231"/>
                  </a:lnTo>
                  <a:lnTo>
                    <a:pt x="1591" y="231"/>
                  </a:lnTo>
                  <a:lnTo>
                    <a:pt x="1507" y="251"/>
                  </a:lnTo>
                  <a:lnTo>
                    <a:pt x="1361" y="147"/>
                  </a:lnTo>
                  <a:lnTo>
                    <a:pt x="1172" y="105"/>
                  </a:lnTo>
                  <a:lnTo>
                    <a:pt x="733" y="84"/>
                  </a:lnTo>
                  <a:lnTo>
                    <a:pt x="50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0" name="Google Shape;7852;p67">
              <a:extLst>
                <a:ext uri="{FF2B5EF4-FFF2-40B4-BE49-F238E27FC236}">
                  <a16:creationId xmlns:a16="http://schemas.microsoft.com/office/drawing/2014/main" id="{3855B599-FAD2-81C1-FB2F-2F322F112AC5}"/>
                </a:ext>
              </a:extLst>
            </p:cNvPr>
            <p:cNvSpPr/>
            <p:nvPr/>
          </p:nvSpPr>
          <p:spPr>
            <a:xfrm>
              <a:off x="4003800" y="2919475"/>
              <a:ext cx="238550" cy="273600"/>
            </a:xfrm>
            <a:custGeom>
              <a:avLst/>
              <a:gdLst/>
              <a:ahLst/>
              <a:cxnLst/>
              <a:rect l="l" t="t" r="r" b="b"/>
              <a:pathLst>
                <a:path w="9542" h="10944" extrusionOk="0">
                  <a:moveTo>
                    <a:pt x="8495" y="0"/>
                  </a:moveTo>
                  <a:lnTo>
                    <a:pt x="1590" y="63"/>
                  </a:lnTo>
                  <a:lnTo>
                    <a:pt x="1632" y="1193"/>
                  </a:lnTo>
                  <a:lnTo>
                    <a:pt x="1088" y="1235"/>
                  </a:lnTo>
                  <a:lnTo>
                    <a:pt x="1088" y="1444"/>
                  </a:lnTo>
                  <a:lnTo>
                    <a:pt x="1151" y="3725"/>
                  </a:lnTo>
                  <a:lnTo>
                    <a:pt x="1046" y="3746"/>
                  </a:lnTo>
                  <a:lnTo>
                    <a:pt x="942" y="3829"/>
                  </a:lnTo>
                  <a:lnTo>
                    <a:pt x="837" y="3767"/>
                  </a:lnTo>
                  <a:lnTo>
                    <a:pt x="691" y="3767"/>
                  </a:lnTo>
                  <a:lnTo>
                    <a:pt x="586" y="3850"/>
                  </a:lnTo>
                  <a:lnTo>
                    <a:pt x="586" y="3976"/>
                  </a:lnTo>
                  <a:lnTo>
                    <a:pt x="649" y="4060"/>
                  </a:lnTo>
                  <a:lnTo>
                    <a:pt x="586" y="4185"/>
                  </a:lnTo>
                  <a:lnTo>
                    <a:pt x="377" y="4457"/>
                  </a:lnTo>
                  <a:lnTo>
                    <a:pt x="335" y="4457"/>
                  </a:lnTo>
                  <a:lnTo>
                    <a:pt x="230" y="4541"/>
                  </a:lnTo>
                  <a:lnTo>
                    <a:pt x="251" y="4645"/>
                  </a:lnTo>
                  <a:lnTo>
                    <a:pt x="314" y="4687"/>
                  </a:lnTo>
                  <a:lnTo>
                    <a:pt x="251" y="4813"/>
                  </a:lnTo>
                  <a:lnTo>
                    <a:pt x="126" y="4897"/>
                  </a:lnTo>
                  <a:lnTo>
                    <a:pt x="105" y="4980"/>
                  </a:lnTo>
                  <a:lnTo>
                    <a:pt x="209" y="5022"/>
                  </a:lnTo>
                  <a:lnTo>
                    <a:pt x="230" y="5127"/>
                  </a:lnTo>
                  <a:lnTo>
                    <a:pt x="168" y="5231"/>
                  </a:lnTo>
                  <a:lnTo>
                    <a:pt x="0" y="5420"/>
                  </a:lnTo>
                  <a:lnTo>
                    <a:pt x="0" y="5545"/>
                  </a:lnTo>
                  <a:lnTo>
                    <a:pt x="63" y="5629"/>
                  </a:lnTo>
                  <a:lnTo>
                    <a:pt x="209" y="5524"/>
                  </a:lnTo>
                  <a:lnTo>
                    <a:pt x="251" y="5545"/>
                  </a:lnTo>
                  <a:lnTo>
                    <a:pt x="251" y="5629"/>
                  </a:lnTo>
                  <a:lnTo>
                    <a:pt x="209" y="5692"/>
                  </a:lnTo>
                  <a:lnTo>
                    <a:pt x="272" y="5734"/>
                  </a:lnTo>
                  <a:lnTo>
                    <a:pt x="230" y="5817"/>
                  </a:lnTo>
                  <a:lnTo>
                    <a:pt x="272" y="5922"/>
                  </a:lnTo>
                  <a:lnTo>
                    <a:pt x="272" y="6047"/>
                  </a:lnTo>
                  <a:lnTo>
                    <a:pt x="314" y="6152"/>
                  </a:lnTo>
                  <a:lnTo>
                    <a:pt x="544" y="6236"/>
                  </a:lnTo>
                  <a:lnTo>
                    <a:pt x="586" y="6319"/>
                  </a:lnTo>
                  <a:lnTo>
                    <a:pt x="544" y="6382"/>
                  </a:lnTo>
                  <a:lnTo>
                    <a:pt x="544" y="6466"/>
                  </a:lnTo>
                  <a:lnTo>
                    <a:pt x="523" y="6487"/>
                  </a:lnTo>
                  <a:lnTo>
                    <a:pt x="586" y="6570"/>
                  </a:lnTo>
                  <a:lnTo>
                    <a:pt x="586" y="6654"/>
                  </a:lnTo>
                  <a:lnTo>
                    <a:pt x="544" y="6675"/>
                  </a:lnTo>
                  <a:lnTo>
                    <a:pt x="670" y="6780"/>
                  </a:lnTo>
                  <a:lnTo>
                    <a:pt x="691" y="6863"/>
                  </a:lnTo>
                  <a:lnTo>
                    <a:pt x="858" y="7052"/>
                  </a:lnTo>
                  <a:lnTo>
                    <a:pt x="963" y="7282"/>
                  </a:lnTo>
                  <a:lnTo>
                    <a:pt x="984" y="7366"/>
                  </a:lnTo>
                  <a:lnTo>
                    <a:pt x="963" y="7491"/>
                  </a:lnTo>
                  <a:lnTo>
                    <a:pt x="942" y="7533"/>
                  </a:lnTo>
                  <a:lnTo>
                    <a:pt x="879" y="7638"/>
                  </a:lnTo>
                  <a:lnTo>
                    <a:pt x="879" y="7826"/>
                  </a:lnTo>
                  <a:lnTo>
                    <a:pt x="984" y="7910"/>
                  </a:lnTo>
                  <a:lnTo>
                    <a:pt x="1109" y="7910"/>
                  </a:lnTo>
                  <a:lnTo>
                    <a:pt x="1172" y="7847"/>
                  </a:lnTo>
                  <a:lnTo>
                    <a:pt x="1318" y="7847"/>
                  </a:lnTo>
                  <a:lnTo>
                    <a:pt x="1402" y="7889"/>
                  </a:lnTo>
                  <a:lnTo>
                    <a:pt x="1360" y="7951"/>
                  </a:lnTo>
                  <a:lnTo>
                    <a:pt x="1381" y="8098"/>
                  </a:lnTo>
                  <a:lnTo>
                    <a:pt x="1465" y="8140"/>
                  </a:lnTo>
                  <a:lnTo>
                    <a:pt x="1590" y="8223"/>
                  </a:lnTo>
                  <a:lnTo>
                    <a:pt x="1695" y="8223"/>
                  </a:lnTo>
                  <a:lnTo>
                    <a:pt x="1779" y="8265"/>
                  </a:lnTo>
                  <a:lnTo>
                    <a:pt x="1821" y="8349"/>
                  </a:lnTo>
                  <a:lnTo>
                    <a:pt x="1925" y="8412"/>
                  </a:lnTo>
                  <a:lnTo>
                    <a:pt x="2030" y="8412"/>
                  </a:lnTo>
                  <a:lnTo>
                    <a:pt x="2093" y="8475"/>
                  </a:lnTo>
                  <a:lnTo>
                    <a:pt x="2051" y="8558"/>
                  </a:lnTo>
                  <a:lnTo>
                    <a:pt x="1988" y="8621"/>
                  </a:lnTo>
                  <a:lnTo>
                    <a:pt x="1946" y="8663"/>
                  </a:lnTo>
                  <a:lnTo>
                    <a:pt x="1904" y="8726"/>
                  </a:lnTo>
                  <a:lnTo>
                    <a:pt x="2030" y="8830"/>
                  </a:lnTo>
                  <a:lnTo>
                    <a:pt x="2134" y="8851"/>
                  </a:lnTo>
                  <a:lnTo>
                    <a:pt x="2155" y="8830"/>
                  </a:lnTo>
                  <a:lnTo>
                    <a:pt x="2260" y="8872"/>
                  </a:lnTo>
                  <a:lnTo>
                    <a:pt x="2323" y="8851"/>
                  </a:lnTo>
                  <a:lnTo>
                    <a:pt x="2511" y="8977"/>
                  </a:lnTo>
                  <a:lnTo>
                    <a:pt x="2532" y="9039"/>
                  </a:lnTo>
                  <a:lnTo>
                    <a:pt x="2553" y="9207"/>
                  </a:lnTo>
                  <a:lnTo>
                    <a:pt x="2616" y="9270"/>
                  </a:lnTo>
                  <a:lnTo>
                    <a:pt x="2720" y="9291"/>
                  </a:lnTo>
                  <a:lnTo>
                    <a:pt x="2762" y="9353"/>
                  </a:lnTo>
                  <a:lnTo>
                    <a:pt x="2741" y="9458"/>
                  </a:lnTo>
                  <a:lnTo>
                    <a:pt x="2783" y="9521"/>
                  </a:lnTo>
                  <a:lnTo>
                    <a:pt x="2992" y="9563"/>
                  </a:lnTo>
                  <a:lnTo>
                    <a:pt x="3076" y="9625"/>
                  </a:lnTo>
                  <a:lnTo>
                    <a:pt x="3076" y="9688"/>
                  </a:lnTo>
                  <a:lnTo>
                    <a:pt x="3076" y="9876"/>
                  </a:lnTo>
                  <a:lnTo>
                    <a:pt x="3160" y="9918"/>
                  </a:lnTo>
                  <a:lnTo>
                    <a:pt x="3264" y="9981"/>
                  </a:lnTo>
                  <a:lnTo>
                    <a:pt x="3306" y="10044"/>
                  </a:lnTo>
                  <a:lnTo>
                    <a:pt x="3306" y="10086"/>
                  </a:lnTo>
                  <a:lnTo>
                    <a:pt x="3348" y="10190"/>
                  </a:lnTo>
                  <a:lnTo>
                    <a:pt x="3390" y="10232"/>
                  </a:lnTo>
                  <a:lnTo>
                    <a:pt x="3474" y="10253"/>
                  </a:lnTo>
                  <a:lnTo>
                    <a:pt x="3515" y="10337"/>
                  </a:lnTo>
                  <a:lnTo>
                    <a:pt x="3662" y="10420"/>
                  </a:lnTo>
                  <a:lnTo>
                    <a:pt x="3766" y="10462"/>
                  </a:lnTo>
                  <a:lnTo>
                    <a:pt x="3829" y="10441"/>
                  </a:lnTo>
                  <a:lnTo>
                    <a:pt x="3871" y="10399"/>
                  </a:lnTo>
                  <a:lnTo>
                    <a:pt x="3934" y="10337"/>
                  </a:lnTo>
                  <a:lnTo>
                    <a:pt x="4143" y="10337"/>
                  </a:lnTo>
                  <a:lnTo>
                    <a:pt x="4185" y="10399"/>
                  </a:lnTo>
                  <a:lnTo>
                    <a:pt x="4227" y="10399"/>
                  </a:lnTo>
                  <a:lnTo>
                    <a:pt x="4331" y="10337"/>
                  </a:lnTo>
                  <a:lnTo>
                    <a:pt x="4394" y="10295"/>
                  </a:lnTo>
                  <a:lnTo>
                    <a:pt x="4436" y="10211"/>
                  </a:lnTo>
                  <a:lnTo>
                    <a:pt x="4562" y="10211"/>
                  </a:lnTo>
                  <a:lnTo>
                    <a:pt x="4624" y="10232"/>
                  </a:lnTo>
                  <a:lnTo>
                    <a:pt x="4708" y="10399"/>
                  </a:lnTo>
                  <a:lnTo>
                    <a:pt x="4750" y="10462"/>
                  </a:lnTo>
                  <a:lnTo>
                    <a:pt x="4813" y="10525"/>
                  </a:lnTo>
                  <a:lnTo>
                    <a:pt x="4938" y="10567"/>
                  </a:lnTo>
                  <a:lnTo>
                    <a:pt x="5022" y="10630"/>
                  </a:lnTo>
                  <a:lnTo>
                    <a:pt x="5043" y="10734"/>
                  </a:lnTo>
                  <a:lnTo>
                    <a:pt x="5085" y="10755"/>
                  </a:lnTo>
                  <a:lnTo>
                    <a:pt x="5126" y="10839"/>
                  </a:lnTo>
                  <a:lnTo>
                    <a:pt x="5126" y="10923"/>
                  </a:lnTo>
                  <a:lnTo>
                    <a:pt x="5294" y="10923"/>
                  </a:lnTo>
                  <a:lnTo>
                    <a:pt x="5336" y="10944"/>
                  </a:lnTo>
                  <a:lnTo>
                    <a:pt x="5357" y="10923"/>
                  </a:lnTo>
                  <a:lnTo>
                    <a:pt x="5336" y="10860"/>
                  </a:lnTo>
                  <a:lnTo>
                    <a:pt x="5336" y="10776"/>
                  </a:lnTo>
                  <a:lnTo>
                    <a:pt x="5398" y="10713"/>
                  </a:lnTo>
                  <a:lnTo>
                    <a:pt x="5503" y="10755"/>
                  </a:lnTo>
                  <a:lnTo>
                    <a:pt x="5671" y="10818"/>
                  </a:lnTo>
                  <a:lnTo>
                    <a:pt x="5754" y="10776"/>
                  </a:lnTo>
                  <a:lnTo>
                    <a:pt x="5859" y="10818"/>
                  </a:lnTo>
                  <a:lnTo>
                    <a:pt x="5859" y="10923"/>
                  </a:lnTo>
                  <a:lnTo>
                    <a:pt x="6005" y="10944"/>
                  </a:lnTo>
                  <a:lnTo>
                    <a:pt x="6068" y="10944"/>
                  </a:lnTo>
                  <a:lnTo>
                    <a:pt x="6068" y="10860"/>
                  </a:lnTo>
                  <a:lnTo>
                    <a:pt x="6131" y="10776"/>
                  </a:lnTo>
                  <a:lnTo>
                    <a:pt x="6215" y="10818"/>
                  </a:lnTo>
                  <a:lnTo>
                    <a:pt x="6235" y="10776"/>
                  </a:lnTo>
                  <a:lnTo>
                    <a:pt x="6340" y="10776"/>
                  </a:lnTo>
                  <a:lnTo>
                    <a:pt x="6487" y="10734"/>
                  </a:lnTo>
                  <a:lnTo>
                    <a:pt x="6696" y="10713"/>
                  </a:lnTo>
                  <a:lnTo>
                    <a:pt x="6821" y="10755"/>
                  </a:lnTo>
                  <a:lnTo>
                    <a:pt x="6947" y="10713"/>
                  </a:lnTo>
                  <a:lnTo>
                    <a:pt x="7010" y="10609"/>
                  </a:lnTo>
                  <a:lnTo>
                    <a:pt x="7135" y="10525"/>
                  </a:lnTo>
                  <a:lnTo>
                    <a:pt x="7219" y="10420"/>
                  </a:lnTo>
                  <a:lnTo>
                    <a:pt x="7261" y="10399"/>
                  </a:lnTo>
                  <a:lnTo>
                    <a:pt x="7323" y="10337"/>
                  </a:lnTo>
                  <a:lnTo>
                    <a:pt x="7428" y="10232"/>
                  </a:lnTo>
                  <a:lnTo>
                    <a:pt x="7470" y="10232"/>
                  </a:lnTo>
                  <a:lnTo>
                    <a:pt x="7595" y="10023"/>
                  </a:lnTo>
                  <a:lnTo>
                    <a:pt x="7805" y="9814"/>
                  </a:lnTo>
                  <a:lnTo>
                    <a:pt x="7763" y="9604"/>
                  </a:lnTo>
                  <a:lnTo>
                    <a:pt x="7700" y="9563"/>
                  </a:lnTo>
                  <a:lnTo>
                    <a:pt x="7679" y="9353"/>
                  </a:lnTo>
                  <a:lnTo>
                    <a:pt x="7595" y="9249"/>
                  </a:lnTo>
                  <a:lnTo>
                    <a:pt x="7554" y="9144"/>
                  </a:lnTo>
                  <a:lnTo>
                    <a:pt x="7470" y="9060"/>
                  </a:lnTo>
                  <a:lnTo>
                    <a:pt x="7365" y="9060"/>
                  </a:lnTo>
                  <a:lnTo>
                    <a:pt x="7323" y="8998"/>
                  </a:lnTo>
                  <a:lnTo>
                    <a:pt x="7323" y="8956"/>
                  </a:lnTo>
                  <a:lnTo>
                    <a:pt x="7219" y="8893"/>
                  </a:lnTo>
                  <a:lnTo>
                    <a:pt x="7114" y="8726"/>
                  </a:lnTo>
                  <a:lnTo>
                    <a:pt x="7072" y="8684"/>
                  </a:lnTo>
                  <a:lnTo>
                    <a:pt x="7051" y="8621"/>
                  </a:lnTo>
                  <a:lnTo>
                    <a:pt x="6947" y="8516"/>
                  </a:lnTo>
                  <a:lnTo>
                    <a:pt x="6905" y="8433"/>
                  </a:lnTo>
                  <a:lnTo>
                    <a:pt x="6633" y="8433"/>
                  </a:lnTo>
                  <a:lnTo>
                    <a:pt x="6549" y="8412"/>
                  </a:lnTo>
                  <a:lnTo>
                    <a:pt x="6507" y="8328"/>
                  </a:lnTo>
                  <a:lnTo>
                    <a:pt x="6591" y="8203"/>
                  </a:lnTo>
                  <a:lnTo>
                    <a:pt x="6654" y="8161"/>
                  </a:lnTo>
                  <a:lnTo>
                    <a:pt x="6654" y="8035"/>
                  </a:lnTo>
                  <a:lnTo>
                    <a:pt x="6800" y="8056"/>
                  </a:lnTo>
                  <a:lnTo>
                    <a:pt x="6905" y="8035"/>
                  </a:lnTo>
                  <a:lnTo>
                    <a:pt x="6947" y="8098"/>
                  </a:lnTo>
                  <a:lnTo>
                    <a:pt x="7031" y="8098"/>
                  </a:lnTo>
                  <a:lnTo>
                    <a:pt x="7051" y="8035"/>
                  </a:lnTo>
                  <a:lnTo>
                    <a:pt x="7135" y="7951"/>
                  </a:lnTo>
                  <a:lnTo>
                    <a:pt x="7156" y="7700"/>
                  </a:lnTo>
                  <a:lnTo>
                    <a:pt x="7135" y="7470"/>
                  </a:lnTo>
                  <a:lnTo>
                    <a:pt x="7177" y="7303"/>
                  </a:lnTo>
                  <a:lnTo>
                    <a:pt x="7282" y="7177"/>
                  </a:lnTo>
                  <a:lnTo>
                    <a:pt x="7282" y="7052"/>
                  </a:lnTo>
                  <a:lnTo>
                    <a:pt x="7240" y="6968"/>
                  </a:lnTo>
                  <a:lnTo>
                    <a:pt x="7282" y="6863"/>
                  </a:lnTo>
                  <a:lnTo>
                    <a:pt x="7386" y="6696"/>
                  </a:lnTo>
                  <a:lnTo>
                    <a:pt x="7428" y="6633"/>
                  </a:lnTo>
                  <a:lnTo>
                    <a:pt x="7470" y="6633"/>
                  </a:lnTo>
                  <a:lnTo>
                    <a:pt x="7533" y="6654"/>
                  </a:lnTo>
                  <a:lnTo>
                    <a:pt x="7658" y="6215"/>
                  </a:lnTo>
                  <a:lnTo>
                    <a:pt x="7700" y="6026"/>
                  </a:lnTo>
                  <a:lnTo>
                    <a:pt x="7888" y="5922"/>
                  </a:lnTo>
                  <a:lnTo>
                    <a:pt x="7888" y="5817"/>
                  </a:lnTo>
                  <a:lnTo>
                    <a:pt x="8014" y="5608"/>
                  </a:lnTo>
                  <a:lnTo>
                    <a:pt x="8056" y="5503"/>
                  </a:lnTo>
                  <a:lnTo>
                    <a:pt x="8160" y="5482"/>
                  </a:lnTo>
                  <a:lnTo>
                    <a:pt x="8202" y="5482"/>
                  </a:lnTo>
                  <a:lnTo>
                    <a:pt x="8265" y="5294"/>
                  </a:lnTo>
                  <a:lnTo>
                    <a:pt x="8412" y="5022"/>
                  </a:lnTo>
                  <a:lnTo>
                    <a:pt x="8412" y="4813"/>
                  </a:lnTo>
                  <a:lnTo>
                    <a:pt x="8495" y="4666"/>
                  </a:lnTo>
                  <a:lnTo>
                    <a:pt x="8516" y="4604"/>
                  </a:lnTo>
                  <a:lnTo>
                    <a:pt x="8495" y="4604"/>
                  </a:lnTo>
                  <a:lnTo>
                    <a:pt x="8474" y="4478"/>
                  </a:lnTo>
                  <a:lnTo>
                    <a:pt x="8391" y="4248"/>
                  </a:lnTo>
                  <a:lnTo>
                    <a:pt x="8412" y="4122"/>
                  </a:lnTo>
                  <a:lnTo>
                    <a:pt x="8474" y="4039"/>
                  </a:lnTo>
                  <a:lnTo>
                    <a:pt x="8474" y="3934"/>
                  </a:lnTo>
                  <a:lnTo>
                    <a:pt x="8579" y="3809"/>
                  </a:lnTo>
                  <a:lnTo>
                    <a:pt x="8621" y="3516"/>
                  </a:lnTo>
                  <a:lnTo>
                    <a:pt x="8684" y="3327"/>
                  </a:lnTo>
                  <a:lnTo>
                    <a:pt x="8725" y="3285"/>
                  </a:lnTo>
                  <a:lnTo>
                    <a:pt x="8684" y="3223"/>
                  </a:lnTo>
                  <a:lnTo>
                    <a:pt x="8621" y="3202"/>
                  </a:lnTo>
                  <a:lnTo>
                    <a:pt x="8704" y="3076"/>
                  </a:lnTo>
                  <a:lnTo>
                    <a:pt x="8704" y="2930"/>
                  </a:lnTo>
                  <a:lnTo>
                    <a:pt x="8746" y="2909"/>
                  </a:lnTo>
                  <a:lnTo>
                    <a:pt x="8914" y="2909"/>
                  </a:lnTo>
                  <a:lnTo>
                    <a:pt x="8914" y="2825"/>
                  </a:lnTo>
                  <a:lnTo>
                    <a:pt x="8914" y="2783"/>
                  </a:lnTo>
                  <a:lnTo>
                    <a:pt x="8914" y="2721"/>
                  </a:lnTo>
                  <a:lnTo>
                    <a:pt x="9018" y="2700"/>
                  </a:lnTo>
                  <a:lnTo>
                    <a:pt x="9102" y="2658"/>
                  </a:lnTo>
                  <a:lnTo>
                    <a:pt x="9228" y="2658"/>
                  </a:lnTo>
                  <a:lnTo>
                    <a:pt x="9248" y="2574"/>
                  </a:lnTo>
                  <a:lnTo>
                    <a:pt x="9353" y="2553"/>
                  </a:lnTo>
                  <a:lnTo>
                    <a:pt x="9458" y="2490"/>
                  </a:lnTo>
                  <a:lnTo>
                    <a:pt x="9541" y="2386"/>
                  </a:lnTo>
                  <a:lnTo>
                    <a:pt x="9479" y="2386"/>
                  </a:lnTo>
                  <a:lnTo>
                    <a:pt x="9479" y="2302"/>
                  </a:lnTo>
                  <a:lnTo>
                    <a:pt x="9353" y="2239"/>
                  </a:lnTo>
                  <a:lnTo>
                    <a:pt x="9248" y="2239"/>
                  </a:lnTo>
                  <a:lnTo>
                    <a:pt x="9248" y="2135"/>
                  </a:lnTo>
                  <a:lnTo>
                    <a:pt x="8997" y="1946"/>
                  </a:lnTo>
                  <a:lnTo>
                    <a:pt x="8914" y="1946"/>
                  </a:lnTo>
                  <a:lnTo>
                    <a:pt x="8809" y="1737"/>
                  </a:lnTo>
                  <a:lnTo>
                    <a:pt x="8725" y="1507"/>
                  </a:lnTo>
                  <a:lnTo>
                    <a:pt x="8746" y="1256"/>
                  </a:lnTo>
                  <a:lnTo>
                    <a:pt x="8725" y="1047"/>
                  </a:lnTo>
                  <a:lnTo>
                    <a:pt x="8579" y="628"/>
                  </a:lnTo>
                  <a:lnTo>
                    <a:pt x="8579" y="524"/>
                  </a:lnTo>
                  <a:lnTo>
                    <a:pt x="8600" y="503"/>
                  </a:lnTo>
                  <a:lnTo>
                    <a:pt x="8621" y="565"/>
                  </a:lnTo>
                  <a:lnTo>
                    <a:pt x="8642" y="607"/>
                  </a:lnTo>
                  <a:lnTo>
                    <a:pt x="8684" y="607"/>
                  </a:lnTo>
                  <a:lnTo>
                    <a:pt x="8684" y="565"/>
                  </a:lnTo>
                  <a:lnTo>
                    <a:pt x="8579" y="419"/>
                  </a:lnTo>
                  <a:lnTo>
                    <a:pt x="8516" y="252"/>
                  </a:lnTo>
                  <a:lnTo>
                    <a:pt x="8495" y="210"/>
                  </a:lnTo>
                  <a:lnTo>
                    <a:pt x="8495" y="189"/>
                  </a:lnTo>
                  <a:lnTo>
                    <a:pt x="8495" y="168"/>
                  </a:lnTo>
                  <a:lnTo>
                    <a:pt x="8495" y="147"/>
                  </a:lnTo>
                  <a:lnTo>
                    <a:pt x="8474" y="84"/>
                  </a:lnTo>
                  <a:lnTo>
                    <a:pt x="8495" y="42"/>
                  </a:lnTo>
                  <a:lnTo>
                    <a:pt x="849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1" name="Google Shape;7853;p67">
              <a:extLst>
                <a:ext uri="{FF2B5EF4-FFF2-40B4-BE49-F238E27FC236}">
                  <a16:creationId xmlns:a16="http://schemas.microsoft.com/office/drawing/2014/main" id="{9299CA0B-513F-6E7E-1CD0-DAF87B5A57CC}"/>
                </a:ext>
              </a:extLst>
            </p:cNvPr>
            <p:cNvSpPr/>
            <p:nvPr/>
          </p:nvSpPr>
          <p:spPr>
            <a:xfrm>
              <a:off x="4166475" y="3025650"/>
              <a:ext cx="219725" cy="166900"/>
            </a:xfrm>
            <a:custGeom>
              <a:avLst/>
              <a:gdLst/>
              <a:ahLst/>
              <a:cxnLst/>
              <a:rect l="l" t="t" r="r" b="b"/>
              <a:pathLst>
                <a:path w="8789" h="6676" extrusionOk="0">
                  <a:moveTo>
                    <a:pt x="2511" y="1"/>
                  </a:moveTo>
                  <a:lnTo>
                    <a:pt x="2344" y="336"/>
                  </a:lnTo>
                  <a:lnTo>
                    <a:pt x="2239" y="336"/>
                  </a:lnTo>
                  <a:lnTo>
                    <a:pt x="2218" y="419"/>
                  </a:lnTo>
                  <a:lnTo>
                    <a:pt x="2093" y="398"/>
                  </a:lnTo>
                  <a:lnTo>
                    <a:pt x="2009" y="357"/>
                  </a:lnTo>
                  <a:lnTo>
                    <a:pt x="1988" y="419"/>
                  </a:lnTo>
                  <a:lnTo>
                    <a:pt x="1905" y="566"/>
                  </a:lnTo>
                  <a:lnTo>
                    <a:pt x="1905" y="775"/>
                  </a:lnTo>
                  <a:lnTo>
                    <a:pt x="1758" y="1047"/>
                  </a:lnTo>
                  <a:lnTo>
                    <a:pt x="1695" y="1235"/>
                  </a:lnTo>
                  <a:lnTo>
                    <a:pt x="1653" y="1235"/>
                  </a:lnTo>
                  <a:lnTo>
                    <a:pt x="1549" y="1256"/>
                  </a:lnTo>
                  <a:lnTo>
                    <a:pt x="1507" y="1361"/>
                  </a:lnTo>
                  <a:lnTo>
                    <a:pt x="1381" y="1570"/>
                  </a:lnTo>
                  <a:lnTo>
                    <a:pt x="1381" y="1675"/>
                  </a:lnTo>
                  <a:lnTo>
                    <a:pt x="1193" y="1779"/>
                  </a:lnTo>
                  <a:lnTo>
                    <a:pt x="1151" y="1968"/>
                  </a:lnTo>
                  <a:lnTo>
                    <a:pt x="1026" y="2407"/>
                  </a:lnTo>
                  <a:lnTo>
                    <a:pt x="963" y="2386"/>
                  </a:lnTo>
                  <a:lnTo>
                    <a:pt x="921" y="2386"/>
                  </a:lnTo>
                  <a:lnTo>
                    <a:pt x="879" y="2449"/>
                  </a:lnTo>
                  <a:lnTo>
                    <a:pt x="775" y="2616"/>
                  </a:lnTo>
                  <a:lnTo>
                    <a:pt x="733" y="2721"/>
                  </a:lnTo>
                  <a:lnTo>
                    <a:pt x="775" y="2805"/>
                  </a:lnTo>
                  <a:lnTo>
                    <a:pt x="775" y="2930"/>
                  </a:lnTo>
                  <a:lnTo>
                    <a:pt x="670" y="3056"/>
                  </a:lnTo>
                  <a:lnTo>
                    <a:pt x="628" y="3223"/>
                  </a:lnTo>
                  <a:lnTo>
                    <a:pt x="649" y="3453"/>
                  </a:lnTo>
                  <a:lnTo>
                    <a:pt x="628" y="3704"/>
                  </a:lnTo>
                  <a:lnTo>
                    <a:pt x="544" y="3788"/>
                  </a:lnTo>
                  <a:lnTo>
                    <a:pt x="524" y="3851"/>
                  </a:lnTo>
                  <a:lnTo>
                    <a:pt x="440" y="3851"/>
                  </a:lnTo>
                  <a:lnTo>
                    <a:pt x="398" y="3788"/>
                  </a:lnTo>
                  <a:lnTo>
                    <a:pt x="293" y="3809"/>
                  </a:lnTo>
                  <a:lnTo>
                    <a:pt x="147" y="3788"/>
                  </a:lnTo>
                  <a:lnTo>
                    <a:pt x="147" y="3914"/>
                  </a:lnTo>
                  <a:lnTo>
                    <a:pt x="84" y="3956"/>
                  </a:lnTo>
                  <a:lnTo>
                    <a:pt x="0" y="4081"/>
                  </a:lnTo>
                  <a:lnTo>
                    <a:pt x="42" y="4165"/>
                  </a:lnTo>
                  <a:lnTo>
                    <a:pt x="126" y="4186"/>
                  </a:lnTo>
                  <a:lnTo>
                    <a:pt x="398" y="4186"/>
                  </a:lnTo>
                  <a:lnTo>
                    <a:pt x="440" y="4269"/>
                  </a:lnTo>
                  <a:lnTo>
                    <a:pt x="544" y="4374"/>
                  </a:lnTo>
                  <a:lnTo>
                    <a:pt x="565" y="4437"/>
                  </a:lnTo>
                  <a:lnTo>
                    <a:pt x="607" y="4479"/>
                  </a:lnTo>
                  <a:lnTo>
                    <a:pt x="712" y="4646"/>
                  </a:lnTo>
                  <a:lnTo>
                    <a:pt x="816" y="4709"/>
                  </a:lnTo>
                  <a:lnTo>
                    <a:pt x="816" y="4751"/>
                  </a:lnTo>
                  <a:lnTo>
                    <a:pt x="858" y="4813"/>
                  </a:lnTo>
                  <a:lnTo>
                    <a:pt x="963" y="4813"/>
                  </a:lnTo>
                  <a:lnTo>
                    <a:pt x="1047" y="4897"/>
                  </a:lnTo>
                  <a:lnTo>
                    <a:pt x="1088" y="5002"/>
                  </a:lnTo>
                  <a:lnTo>
                    <a:pt x="1172" y="5106"/>
                  </a:lnTo>
                  <a:lnTo>
                    <a:pt x="1193" y="5316"/>
                  </a:lnTo>
                  <a:lnTo>
                    <a:pt x="1256" y="5357"/>
                  </a:lnTo>
                  <a:lnTo>
                    <a:pt x="1298" y="5567"/>
                  </a:lnTo>
                  <a:lnTo>
                    <a:pt x="1340" y="5525"/>
                  </a:lnTo>
                  <a:lnTo>
                    <a:pt x="1402" y="5629"/>
                  </a:lnTo>
                  <a:lnTo>
                    <a:pt x="1507" y="5588"/>
                  </a:lnTo>
                  <a:lnTo>
                    <a:pt x="1612" y="5629"/>
                  </a:lnTo>
                  <a:lnTo>
                    <a:pt x="1612" y="5964"/>
                  </a:lnTo>
                  <a:lnTo>
                    <a:pt x="1695" y="6069"/>
                  </a:lnTo>
                  <a:lnTo>
                    <a:pt x="1821" y="6090"/>
                  </a:lnTo>
                  <a:lnTo>
                    <a:pt x="1967" y="6048"/>
                  </a:lnTo>
                  <a:lnTo>
                    <a:pt x="2093" y="6090"/>
                  </a:lnTo>
                  <a:lnTo>
                    <a:pt x="2386" y="6069"/>
                  </a:lnTo>
                  <a:lnTo>
                    <a:pt x="2490" y="6152"/>
                  </a:lnTo>
                  <a:lnTo>
                    <a:pt x="2721" y="6383"/>
                  </a:lnTo>
                  <a:lnTo>
                    <a:pt x="2867" y="6466"/>
                  </a:lnTo>
                  <a:lnTo>
                    <a:pt x="2951" y="6571"/>
                  </a:lnTo>
                  <a:lnTo>
                    <a:pt x="3055" y="6613"/>
                  </a:lnTo>
                  <a:lnTo>
                    <a:pt x="3244" y="6613"/>
                  </a:lnTo>
                  <a:lnTo>
                    <a:pt x="3369" y="6676"/>
                  </a:lnTo>
                  <a:lnTo>
                    <a:pt x="3537" y="6634"/>
                  </a:lnTo>
                  <a:lnTo>
                    <a:pt x="3641" y="6676"/>
                  </a:lnTo>
                  <a:lnTo>
                    <a:pt x="3850" y="6676"/>
                  </a:lnTo>
                  <a:lnTo>
                    <a:pt x="3997" y="6424"/>
                  </a:lnTo>
                  <a:lnTo>
                    <a:pt x="4060" y="6362"/>
                  </a:lnTo>
                  <a:lnTo>
                    <a:pt x="4164" y="6299"/>
                  </a:lnTo>
                  <a:lnTo>
                    <a:pt x="4269" y="6299"/>
                  </a:lnTo>
                  <a:lnTo>
                    <a:pt x="4311" y="6278"/>
                  </a:lnTo>
                  <a:lnTo>
                    <a:pt x="4583" y="6257"/>
                  </a:lnTo>
                  <a:lnTo>
                    <a:pt x="4645" y="6278"/>
                  </a:lnTo>
                  <a:lnTo>
                    <a:pt x="4729" y="6404"/>
                  </a:lnTo>
                  <a:lnTo>
                    <a:pt x="4834" y="6466"/>
                  </a:lnTo>
                  <a:lnTo>
                    <a:pt x="5043" y="6424"/>
                  </a:lnTo>
                  <a:lnTo>
                    <a:pt x="5210" y="6424"/>
                  </a:lnTo>
                  <a:lnTo>
                    <a:pt x="5252" y="6320"/>
                  </a:lnTo>
                  <a:lnTo>
                    <a:pt x="5441" y="6257"/>
                  </a:lnTo>
                  <a:lnTo>
                    <a:pt x="5629" y="6215"/>
                  </a:lnTo>
                  <a:lnTo>
                    <a:pt x="5775" y="6152"/>
                  </a:lnTo>
                  <a:lnTo>
                    <a:pt x="5880" y="6069"/>
                  </a:lnTo>
                  <a:lnTo>
                    <a:pt x="5943" y="5964"/>
                  </a:lnTo>
                  <a:lnTo>
                    <a:pt x="6068" y="5880"/>
                  </a:lnTo>
                  <a:lnTo>
                    <a:pt x="6173" y="5880"/>
                  </a:lnTo>
                  <a:lnTo>
                    <a:pt x="6278" y="5797"/>
                  </a:lnTo>
                  <a:lnTo>
                    <a:pt x="7010" y="5797"/>
                  </a:lnTo>
                  <a:lnTo>
                    <a:pt x="8788" y="4018"/>
                  </a:lnTo>
                  <a:lnTo>
                    <a:pt x="8056" y="4018"/>
                  </a:lnTo>
                  <a:lnTo>
                    <a:pt x="6361" y="3495"/>
                  </a:lnTo>
                  <a:lnTo>
                    <a:pt x="6215" y="3370"/>
                  </a:lnTo>
                  <a:lnTo>
                    <a:pt x="6006" y="3349"/>
                  </a:lnTo>
                  <a:lnTo>
                    <a:pt x="5943" y="3160"/>
                  </a:lnTo>
                  <a:lnTo>
                    <a:pt x="5964" y="3014"/>
                  </a:lnTo>
                  <a:lnTo>
                    <a:pt x="5796" y="2930"/>
                  </a:lnTo>
                  <a:lnTo>
                    <a:pt x="5692" y="2616"/>
                  </a:lnTo>
                  <a:lnTo>
                    <a:pt x="5650" y="2386"/>
                  </a:lnTo>
                  <a:lnTo>
                    <a:pt x="5692" y="2323"/>
                  </a:lnTo>
                  <a:lnTo>
                    <a:pt x="5587" y="2282"/>
                  </a:lnTo>
                  <a:lnTo>
                    <a:pt x="5441" y="2303"/>
                  </a:lnTo>
                  <a:lnTo>
                    <a:pt x="5315" y="2386"/>
                  </a:lnTo>
                  <a:lnTo>
                    <a:pt x="5106" y="2386"/>
                  </a:lnTo>
                  <a:lnTo>
                    <a:pt x="5022" y="2323"/>
                  </a:lnTo>
                  <a:lnTo>
                    <a:pt x="5127" y="2198"/>
                  </a:lnTo>
                  <a:lnTo>
                    <a:pt x="5127" y="2093"/>
                  </a:lnTo>
                  <a:lnTo>
                    <a:pt x="5169" y="1989"/>
                  </a:lnTo>
                  <a:lnTo>
                    <a:pt x="5169" y="1821"/>
                  </a:lnTo>
                  <a:lnTo>
                    <a:pt x="5210" y="1717"/>
                  </a:lnTo>
                  <a:lnTo>
                    <a:pt x="5252" y="1591"/>
                  </a:lnTo>
                  <a:lnTo>
                    <a:pt x="5357" y="1570"/>
                  </a:lnTo>
                  <a:lnTo>
                    <a:pt x="5210" y="1361"/>
                  </a:lnTo>
                  <a:lnTo>
                    <a:pt x="5127" y="1361"/>
                  </a:lnTo>
                  <a:lnTo>
                    <a:pt x="5106" y="1277"/>
                  </a:lnTo>
                  <a:lnTo>
                    <a:pt x="5064" y="1173"/>
                  </a:lnTo>
                  <a:lnTo>
                    <a:pt x="4959" y="1026"/>
                  </a:lnTo>
                  <a:lnTo>
                    <a:pt x="4855" y="984"/>
                  </a:lnTo>
                  <a:lnTo>
                    <a:pt x="4687" y="838"/>
                  </a:lnTo>
                  <a:lnTo>
                    <a:pt x="4541" y="733"/>
                  </a:lnTo>
                  <a:lnTo>
                    <a:pt x="4520" y="671"/>
                  </a:lnTo>
                  <a:lnTo>
                    <a:pt x="4415" y="671"/>
                  </a:lnTo>
                  <a:lnTo>
                    <a:pt x="4394" y="629"/>
                  </a:lnTo>
                  <a:lnTo>
                    <a:pt x="4227" y="629"/>
                  </a:lnTo>
                  <a:lnTo>
                    <a:pt x="4185" y="524"/>
                  </a:lnTo>
                  <a:lnTo>
                    <a:pt x="3976" y="336"/>
                  </a:lnTo>
                  <a:lnTo>
                    <a:pt x="3871" y="315"/>
                  </a:lnTo>
                  <a:lnTo>
                    <a:pt x="3788" y="231"/>
                  </a:lnTo>
                  <a:lnTo>
                    <a:pt x="3662" y="210"/>
                  </a:lnTo>
                  <a:lnTo>
                    <a:pt x="3578" y="231"/>
                  </a:lnTo>
                  <a:lnTo>
                    <a:pt x="3557" y="252"/>
                  </a:lnTo>
                  <a:lnTo>
                    <a:pt x="3369" y="106"/>
                  </a:lnTo>
                  <a:lnTo>
                    <a:pt x="3265" y="106"/>
                  </a:lnTo>
                  <a:lnTo>
                    <a:pt x="3223" y="147"/>
                  </a:lnTo>
                  <a:lnTo>
                    <a:pt x="3139" y="85"/>
                  </a:lnTo>
                  <a:lnTo>
                    <a:pt x="3034" y="106"/>
                  </a:lnTo>
                  <a:lnTo>
                    <a:pt x="2930" y="189"/>
                  </a:lnTo>
                  <a:lnTo>
                    <a:pt x="2825" y="189"/>
                  </a:lnTo>
                  <a:lnTo>
                    <a:pt x="2595" y="106"/>
                  </a:lnTo>
                  <a:lnTo>
                    <a:pt x="2553" y="43"/>
                  </a:lnTo>
                  <a:lnTo>
                    <a:pt x="251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2" name="Google Shape;7854;p67">
              <a:extLst>
                <a:ext uri="{FF2B5EF4-FFF2-40B4-BE49-F238E27FC236}">
                  <a16:creationId xmlns:a16="http://schemas.microsoft.com/office/drawing/2014/main" id="{18D57467-13BA-D725-97D1-DE0B2AE95CE5}"/>
                </a:ext>
              </a:extLst>
            </p:cNvPr>
            <p:cNvSpPr/>
            <p:nvPr/>
          </p:nvSpPr>
          <p:spPr>
            <a:xfrm>
              <a:off x="4213550" y="2979100"/>
              <a:ext cx="96800" cy="85825"/>
            </a:xfrm>
            <a:custGeom>
              <a:avLst/>
              <a:gdLst/>
              <a:ahLst/>
              <a:cxnLst/>
              <a:rect l="l" t="t" r="r" b="b"/>
              <a:pathLst>
                <a:path w="3872" h="3433" extrusionOk="0">
                  <a:moveTo>
                    <a:pt x="1151" y="1"/>
                  </a:moveTo>
                  <a:lnTo>
                    <a:pt x="1068" y="105"/>
                  </a:lnTo>
                  <a:lnTo>
                    <a:pt x="963" y="168"/>
                  </a:lnTo>
                  <a:lnTo>
                    <a:pt x="858" y="189"/>
                  </a:lnTo>
                  <a:lnTo>
                    <a:pt x="838" y="273"/>
                  </a:lnTo>
                  <a:lnTo>
                    <a:pt x="712" y="273"/>
                  </a:lnTo>
                  <a:lnTo>
                    <a:pt x="628" y="315"/>
                  </a:lnTo>
                  <a:lnTo>
                    <a:pt x="524" y="336"/>
                  </a:lnTo>
                  <a:lnTo>
                    <a:pt x="524" y="398"/>
                  </a:lnTo>
                  <a:lnTo>
                    <a:pt x="524" y="440"/>
                  </a:lnTo>
                  <a:lnTo>
                    <a:pt x="524" y="524"/>
                  </a:lnTo>
                  <a:lnTo>
                    <a:pt x="356" y="524"/>
                  </a:lnTo>
                  <a:lnTo>
                    <a:pt x="314" y="545"/>
                  </a:lnTo>
                  <a:lnTo>
                    <a:pt x="314" y="691"/>
                  </a:lnTo>
                  <a:lnTo>
                    <a:pt x="231" y="817"/>
                  </a:lnTo>
                  <a:lnTo>
                    <a:pt x="294" y="838"/>
                  </a:lnTo>
                  <a:lnTo>
                    <a:pt x="335" y="900"/>
                  </a:lnTo>
                  <a:lnTo>
                    <a:pt x="294" y="942"/>
                  </a:lnTo>
                  <a:lnTo>
                    <a:pt x="231" y="1131"/>
                  </a:lnTo>
                  <a:lnTo>
                    <a:pt x="189" y="1424"/>
                  </a:lnTo>
                  <a:lnTo>
                    <a:pt x="84" y="1549"/>
                  </a:lnTo>
                  <a:lnTo>
                    <a:pt x="84" y="1654"/>
                  </a:lnTo>
                  <a:lnTo>
                    <a:pt x="22" y="1737"/>
                  </a:lnTo>
                  <a:lnTo>
                    <a:pt x="1" y="1863"/>
                  </a:lnTo>
                  <a:lnTo>
                    <a:pt x="84" y="2093"/>
                  </a:lnTo>
                  <a:lnTo>
                    <a:pt x="105" y="2219"/>
                  </a:lnTo>
                  <a:lnTo>
                    <a:pt x="126" y="2219"/>
                  </a:lnTo>
                  <a:lnTo>
                    <a:pt x="210" y="2260"/>
                  </a:lnTo>
                  <a:lnTo>
                    <a:pt x="335" y="2281"/>
                  </a:lnTo>
                  <a:lnTo>
                    <a:pt x="356" y="2198"/>
                  </a:lnTo>
                  <a:lnTo>
                    <a:pt x="461" y="2198"/>
                  </a:lnTo>
                  <a:lnTo>
                    <a:pt x="628" y="1863"/>
                  </a:lnTo>
                  <a:lnTo>
                    <a:pt x="670" y="1905"/>
                  </a:lnTo>
                  <a:lnTo>
                    <a:pt x="712" y="1968"/>
                  </a:lnTo>
                  <a:lnTo>
                    <a:pt x="942" y="2051"/>
                  </a:lnTo>
                  <a:lnTo>
                    <a:pt x="1047" y="2051"/>
                  </a:lnTo>
                  <a:lnTo>
                    <a:pt x="1151" y="1968"/>
                  </a:lnTo>
                  <a:lnTo>
                    <a:pt x="1256" y="1947"/>
                  </a:lnTo>
                  <a:lnTo>
                    <a:pt x="1340" y="2009"/>
                  </a:lnTo>
                  <a:lnTo>
                    <a:pt x="1382" y="1968"/>
                  </a:lnTo>
                  <a:lnTo>
                    <a:pt x="1486" y="1968"/>
                  </a:lnTo>
                  <a:lnTo>
                    <a:pt x="1674" y="2114"/>
                  </a:lnTo>
                  <a:lnTo>
                    <a:pt x="1695" y="2093"/>
                  </a:lnTo>
                  <a:lnTo>
                    <a:pt x="1779" y="2072"/>
                  </a:lnTo>
                  <a:lnTo>
                    <a:pt x="1905" y="2093"/>
                  </a:lnTo>
                  <a:lnTo>
                    <a:pt x="1988" y="2177"/>
                  </a:lnTo>
                  <a:lnTo>
                    <a:pt x="2093" y="2198"/>
                  </a:lnTo>
                  <a:lnTo>
                    <a:pt x="2302" y="2386"/>
                  </a:lnTo>
                  <a:lnTo>
                    <a:pt x="2344" y="2491"/>
                  </a:lnTo>
                  <a:lnTo>
                    <a:pt x="2511" y="2491"/>
                  </a:lnTo>
                  <a:lnTo>
                    <a:pt x="2532" y="2533"/>
                  </a:lnTo>
                  <a:lnTo>
                    <a:pt x="2637" y="2533"/>
                  </a:lnTo>
                  <a:lnTo>
                    <a:pt x="2658" y="2595"/>
                  </a:lnTo>
                  <a:lnTo>
                    <a:pt x="2804" y="2700"/>
                  </a:lnTo>
                  <a:lnTo>
                    <a:pt x="2972" y="2846"/>
                  </a:lnTo>
                  <a:lnTo>
                    <a:pt x="3076" y="2888"/>
                  </a:lnTo>
                  <a:lnTo>
                    <a:pt x="3181" y="3035"/>
                  </a:lnTo>
                  <a:lnTo>
                    <a:pt x="3223" y="3139"/>
                  </a:lnTo>
                  <a:lnTo>
                    <a:pt x="3244" y="3223"/>
                  </a:lnTo>
                  <a:lnTo>
                    <a:pt x="3327" y="3223"/>
                  </a:lnTo>
                  <a:lnTo>
                    <a:pt x="3474" y="3432"/>
                  </a:lnTo>
                  <a:lnTo>
                    <a:pt x="3599" y="3369"/>
                  </a:lnTo>
                  <a:lnTo>
                    <a:pt x="3662" y="3328"/>
                  </a:lnTo>
                  <a:lnTo>
                    <a:pt x="3746" y="3307"/>
                  </a:lnTo>
                  <a:lnTo>
                    <a:pt x="3871" y="3202"/>
                  </a:lnTo>
                  <a:lnTo>
                    <a:pt x="3809" y="3160"/>
                  </a:lnTo>
                  <a:lnTo>
                    <a:pt x="3809" y="3139"/>
                  </a:lnTo>
                  <a:lnTo>
                    <a:pt x="3767" y="3202"/>
                  </a:lnTo>
                  <a:lnTo>
                    <a:pt x="3683" y="3139"/>
                  </a:lnTo>
                  <a:lnTo>
                    <a:pt x="3641" y="3139"/>
                  </a:lnTo>
                  <a:lnTo>
                    <a:pt x="3579" y="3035"/>
                  </a:lnTo>
                  <a:lnTo>
                    <a:pt x="3599" y="3014"/>
                  </a:lnTo>
                  <a:lnTo>
                    <a:pt x="3537" y="2909"/>
                  </a:lnTo>
                  <a:lnTo>
                    <a:pt x="3453" y="2888"/>
                  </a:lnTo>
                  <a:lnTo>
                    <a:pt x="3348" y="2637"/>
                  </a:lnTo>
                  <a:lnTo>
                    <a:pt x="3327" y="2595"/>
                  </a:lnTo>
                  <a:lnTo>
                    <a:pt x="3327" y="2616"/>
                  </a:lnTo>
                  <a:lnTo>
                    <a:pt x="3265" y="2616"/>
                  </a:lnTo>
                  <a:lnTo>
                    <a:pt x="3181" y="2512"/>
                  </a:lnTo>
                  <a:lnTo>
                    <a:pt x="3055" y="2470"/>
                  </a:lnTo>
                  <a:lnTo>
                    <a:pt x="2972" y="2323"/>
                  </a:lnTo>
                  <a:lnTo>
                    <a:pt x="2804" y="2093"/>
                  </a:lnTo>
                  <a:lnTo>
                    <a:pt x="2742" y="2051"/>
                  </a:lnTo>
                  <a:lnTo>
                    <a:pt x="2595" y="2009"/>
                  </a:lnTo>
                  <a:lnTo>
                    <a:pt x="2532" y="1947"/>
                  </a:lnTo>
                  <a:lnTo>
                    <a:pt x="2428" y="1800"/>
                  </a:lnTo>
                  <a:lnTo>
                    <a:pt x="2344" y="1842"/>
                  </a:lnTo>
                  <a:lnTo>
                    <a:pt x="2218" y="1842"/>
                  </a:lnTo>
                  <a:lnTo>
                    <a:pt x="2177" y="1863"/>
                  </a:lnTo>
                  <a:lnTo>
                    <a:pt x="2114" y="1800"/>
                  </a:lnTo>
                  <a:lnTo>
                    <a:pt x="2009" y="1654"/>
                  </a:lnTo>
                  <a:lnTo>
                    <a:pt x="2072" y="1633"/>
                  </a:lnTo>
                  <a:lnTo>
                    <a:pt x="1967" y="1465"/>
                  </a:lnTo>
                  <a:lnTo>
                    <a:pt x="1905" y="1486"/>
                  </a:lnTo>
                  <a:lnTo>
                    <a:pt x="1905" y="1591"/>
                  </a:lnTo>
                  <a:lnTo>
                    <a:pt x="1926" y="1591"/>
                  </a:lnTo>
                  <a:lnTo>
                    <a:pt x="1926" y="1758"/>
                  </a:lnTo>
                  <a:lnTo>
                    <a:pt x="1821" y="1737"/>
                  </a:lnTo>
                  <a:lnTo>
                    <a:pt x="1800" y="1549"/>
                  </a:lnTo>
                  <a:lnTo>
                    <a:pt x="1758" y="1444"/>
                  </a:lnTo>
                  <a:lnTo>
                    <a:pt x="1674" y="1424"/>
                  </a:lnTo>
                  <a:lnTo>
                    <a:pt x="1674" y="1361"/>
                  </a:lnTo>
                  <a:lnTo>
                    <a:pt x="1654" y="1214"/>
                  </a:lnTo>
                  <a:lnTo>
                    <a:pt x="1591" y="1172"/>
                  </a:lnTo>
                  <a:lnTo>
                    <a:pt x="1507" y="754"/>
                  </a:lnTo>
                  <a:lnTo>
                    <a:pt x="1277" y="126"/>
                  </a:lnTo>
                  <a:lnTo>
                    <a:pt x="115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3" name="Google Shape;7855;p67">
              <a:extLst>
                <a:ext uri="{FF2B5EF4-FFF2-40B4-BE49-F238E27FC236}">
                  <a16:creationId xmlns:a16="http://schemas.microsoft.com/office/drawing/2014/main" id="{BB007213-6E1C-1D33-63A5-BF6B703AF551}"/>
                </a:ext>
              </a:extLst>
            </p:cNvPr>
            <p:cNvSpPr/>
            <p:nvPr/>
          </p:nvSpPr>
          <p:spPr>
            <a:xfrm>
              <a:off x="4292025" y="3059150"/>
              <a:ext cx="21975" cy="26175"/>
            </a:xfrm>
            <a:custGeom>
              <a:avLst/>
              <a:gdLst/>
              <a:ahLst/>
              <a:cxnLst/>
              <a:rect l="l" t="t" r="r" b="b"/>
              <a:pathLst>
                <a:path w="879" h="1047" extrusionOk="0">
                  <a:moveTo>
                    <a:pt x="732" y="0"/>
                  </a:moveTo>
                  <a:lnTo>
                    <a:pt x="607" y="105"/>
                  </a:lnTo>
                  <a:lnTo>
                    <a:pt x="523" y="126"/>
                  </a:lnTo>
                  <a:lnTo>
                    <a:pt x="460" y="167"/>
                  </a:lnTo>
                  <a:lnTo>
                    <a:pt x="230" y="251"/>
                  </a:lnTo>
                  <a:lnTo>
                    <a:pt x="188" y="377"/>
                  </a:lnTo>
                  <a:lnTo>
                    <a:pt x="147" y="481"/>
                  </a:lnTo>
                  <a:lnTo>
                    <a:pt x="147" y="649"/>
                  </a:lnTo>
                  <a:lnTo>
                    <a:pt x="105" y="753"/>
                  </a:lnTo>
                  <a:lnTo>
                    <a:pt x="105" y="858"/>
                  </a:lnTo>
                  <a:lnTo>
                    <a:pt x="0" y="983"/>
                  </a:lnTo>
                  <a:lnTo>
                    <a:pt x="84" y="1046"/>
                  </a:lnTo>
                  <a:lnTo>
                    <a:pt x="293" y="1046"/>
                  </a:lnTo>
                  <a:lnTo>
                    <a:pt x="419" y="963"/>
                  </a:lnTo>
                  <a:lnTo>
                    <a:pt x="565" y="942"/>
                  </a:lnTo>
                  <a:lnTo>
                    <a:pt x="670" y="983"/>
                  </a:lnTo>
                  <a:lnTo>
                    <a:pt x="670" y="963"/>
                  </a:lnTo>
                  <a:lnTo>
                    <a:pt x="837" y="732"/>
                  </a:lnTo>
                  <a:lnTo>
                    <a:pt x="816" y="670"/>
                  </a:lnTo>
                  <a:lnTo>
                    <a:pt x="649" y="670"/>
                  </a:lnTo>
                  <a:lnTo>
                    <a:pt x="565" y="732"/>
                  </a:lnTo>
                  <a:lnTo>
                    <a:pt x="523" y="691"/>
                  </a:lnTo>
                  <a:lnTo>
                    <a:pt x="460" y="628"/>
                  </a:lnTo>
                  <a:lnTo>
                    <a:pt x="565" y="628"/>
                  </a:lnTo>
                  <a:lnTo>
                    <a:pt x="649" y="544"/>
                  </a:lnTo>
                  <a:lnTo>
                    <a:pt x="732" y="544"/>
                  </a:lnTo>
                  <a:lnTo>
                    <a:pt x="837" y="419"/>
                  </a:lnTo>
                  <a:lnTo>
                    <a:pt x="879" y="377"/>
                  </a:lnTo>
                  <a:lnTo>
                    <a:pt x="858" y="230"/>
                  </a:lnTo>
                  <a:lnTo>
                    <a:pt x="879" y="147"/>
                  </a:lnTo>
                  <a:lnTo>
                    <a:pt x="858" y="147"/>
                  </a:lnTo>
                  <a:lnTo>
                    <a:pt x="732" y="21"/>
                  </a:lnTo>
                  <a:lnTo>
                    <a:pt x="73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4" name="Google Shape;7856;p67">
              <a:extLst>
                <a:ext uri="{FF2B5EF4-FFF2-40B4-BE49-F238E27FC236}">
                  <a16:creationId xmlns:a16="http://schemas.microsoft.com/office/drawing/2014/main" id="{8B5D6889-1EC8-2E2D-32CE-0B7A8C2EDA65}"/>
                </a:ext>
              </a:extLst>
            </p:cNvPr>
            <p:cNvSpPr/>
            <p:nvPr/>
          </p:nvSpPr>
          <p:spPr>
            <a:xfrm>
              <a:off x="4282600" y="3069600"/>
              <a:ext cx="148050" cy="196175"/>
            </a:xfrm>
            <a:custGeom>
              <a:avLst/>
              <a:gdLst/>
              <a:ahLst/>
              <a:cxnLst/>
              <a:rect l="l" t="t" r="r" b="b"/>
              <a:pathLst>
                <a:path w="5922" h="7847" extrusionOk="0">
                  <a:moveTo>
                    <a:pt x="5587" y="1"/>
                  </a:moveTo>
                  <a:lnTo>
                    <a:pt x="5587" y="21"/>
                  </a:lnTo>
                  <a:lnTo>
                    <a:pt x="5545" y="21"/>
                  </a:lnTo>
                  <a:lnTo>
                    <a:pt x="5482" y="105"/>
                  </a:lnTo>
                  <a:lnTo>
                    <a:pt x="5441" y="210"/>
                  </a:lnTo>
                  <a:lnTo>
                    <a:pt x="5420" y="168"/>
                  </a:lnTo>
                  <a:lnTo>
                    <a:pt x="5315" y="273"/>
                  </a:lnTo>
                  <a:lnTo>
                    <a:pt x="5127" y="314"/>
                  </a:lnTo>
                  <a:lnTo>
                    <a:pt x="5127" y="335"/>
                  </a:lnTo>
                  <a:lnTo>
                    <a:pt x="5085" y="314"/>
                  </a:lnTo>
                  <a:lnTo>
                    <a:pt x="4897" y="335"/>
                  </a:lnTo>
                  <a:lnTo>
                    <a:pt x="4792" y="419"/>
                  </a:lnTo>
                  <a:lnTo>
                    <a:pt x="4499" y="461"/>
                  </a:lnTo>
                  <a:lnTo>
                    <a:pt x="4457" y="461"/>
                  </a:lnTo>
                  <a:lnTo>
                    <a:pt x="4394" y="440"/>
                  </a:lnTo>
                  <a:lnTo>
                    <a:pt x="4227" y="440"/>
                  </a:lnTo>
                  <a:lnTo>
                    <a:pt x="4060" y="524"/>
                  </a:lnTo>
                  <a:lnTo>
                    <a:pt x="3913" y="524"/>
                  </a:lnTo>
                  <a:lnTo>
                    <a:pt x="3830" y="545"/>
                  </a:lnTo>
                  <a:lnTo>
                    <a:pt x="3704" y="482"/>
                  </a:lnTo>
                  <a:lnTo>
                    <a:pt x="3599" y="524"/>
                  </a:lnTo>
                  <a:lnTo>
                    <a:pt x="3244" y="733"/>
                  </a:lnTo>
                  <a:lnTo>
                    <a:pt x="3076" y="754"/>
                  </a:lnTo>
                  <a:lnTo>
                    <a:pt x="2972" y="691"/>
                  </a:lnTo>
                  <a:lnTo>
                    <a:pt x="2909" y="733"/>
                  </a:lnTo>
                  <a:lnTo>
                    <a:pt x="2762" y="733"/>
                  </a:lnTo>
                  <a:lnTo>
                    <a:pt x="2700" y="691"/>
                  </a:lnTo>
                  <a:lnTo>
                    <a:pt x="2658" y="691"/>
                  </a:lnTo>
                  <a:lnTo>
                    <a:pt x="2469" y="858"/>
                  </a:lnTo>
                  <a:lnTo>
                    <a:pt x="2365" y="858"/>
                  </a:lnTo>
                  <a:lnTo>
                    <a:pt x="2239" y="942"/>
                  </a:lnTo>
                  <a:lnTo>
                    <a:pt x="2177" y="1005"/>
                  </a:lnTo>
                  <a:lnTo>
                    <a:pt x="1988" y="1047"/>
                  </a:lnTo>
                  <a:lnTo>
                    <a:pt x="1863" y="984"/>
                  </a:lnTo>
                  <a:lnTo>
                    <a:pt x="1716" y="858"/>
                  </a:lnTo>
                  <a:lnTo>
                    <a:pt x="1653" y="858"/>
                  </a:lnTo>
                  <a:lnTo>
                    <a:pt x="1633" y="754"/>
                  </a:lnTo>
                  <a:lnTo>
                    <a:pt x="1256" y="377"/>
                  </a:lnTo>
                  <a:lnTo>
                    <a:pt x="1235" y="356"/>
                  </a:lnTo>
                  <a:lnTo>
                    <a:pt x="1214" y="314"/>
                  </a:lnTo>
                  <a:lnTo>
                    <a:pt x="1047" y="545"/>
                  </a:lnTo>
                  <a:lnTo>
                    <a:pt x="1005" y="628"/>
                  </a:lnTo>
                  <a:lnTo>
                    <a:pt x="1047" y="858"/>
                  </a:lnTo>
                  <a:lnTo>
                    <a:pt x="1151" y="1172"/>
                  </a:lnTo>
                  <a:lnTo>
                    <a:pt x="1319" y="1256"/>
                  </a:lnTo>
                  <a:lnTo>
                    <a:pt x="1298" y="1402"/>
                  </a:lnTo>
                  <a:lnTo>
                    <a:pt x="1361" y="1591"/>
                  </a:lnTo>
                  <a:lnTo>
                    <a:pt x="1570" y="1612"/>
                  </a:lnTo>
                  <a:lnTo>
                    <a:pt x="1716" y="1737"/>
                  </a:lnTo>
                  <a:lnTo>
                    <a:pt x="3411" y="2260"/>
                  </a:lnTo>
                  <a:lnTo>
                    <a:pt x="4143" y="2260"/>
                  </a:lnTo>
                  <a:lnTo>
                    <a:pt x="2365" y="4039"/>
                  </a:lnTo>
                  <a:lnTo>
                    <a:pt x="1633" y="4039"/>
                  </a:lnTo>
                  <a:lnTo>
                    <a:pt x="1528" y="4122"/>
                  </a:lnTo>
                  <a:lnTo>
                    <a:pt x="1423" y="4122"/>
                  </a:lnTo>
                  <a:lnTo>
                    <a:pt x="1298" y="4206"/>
                  </a:lnTo>
                  <a:lnTo>
                    <a:pt x="1235" y="4311"/>
                  </a:lnTo>
                  <a:lnTo>
                    <a:pt x="1130" y="4394"/>
                  </a:lnTo>
                  <a:lnTo>
                    <a:pt x="984" y="4457"/>
                  </a:lnTo>
                  <a:lnTo>
                    <a:pt x="796" y="4499"/>
                  </a:lnTo>
                  <a:lnTo>
                    <a:pt x="607" y="4562"/>
                  </a:lnTo>
                  <a:lnTo>
                    <a:pt x="565" y="4666"/>
                  </a:lnTo>
                  <a:lnTo>
                    <a:pt x="0" y="5169"/>
                  </a:lnTo>
                  <a:lnTo>
                    <a:pt x="0" y="7449"/>
                  </a:lnTo>
                  <a:lnTo>
                    <a:pt x="419" y="7847"/>
                  </a:lnTo>
                  <a:lnTo>
                    <a:pt x="419" y="7805"/>
                  </a:lnTo>
                  <a:lnTo>
                    <a:pt x="900" y="7261"/>
                  </a:lnTo>
                  <a:lnTo>
                    <a:pt x="942" y="7156"/>
                  </a:lnTo>
                  <a:lnTo>
                    <a:pt x="1089" y="7031"/>
                  </a:lnTo>
                  <a:lnTo>
                    <a:pt x="1193" y="7010"/>
                  </a:lnTo>
                  <a:lnTo>
                    <a:pt x="1235" y="6926"/>
                  </a:lnTo>
                  <a:lnTo>
                    <a:pt x="1298" y="6905"/>
                  </a:lnTo>
                  <a:lnTo>
                    <a:pt x="1633" y="6529"/>
                  </a:lnTo>
                  <a:lnTo>
                    <a:pt x="1716" y="6508"/>
                  </a:lnTo>
                  <a:lnTo>
                    <a:pt x="2093" y="6089"/>
                  </a:lnTo>
                  <a:lnTo>
                    <a:pt x="2302" y="5922"/>
                  </a:lnTo>
                  <a:lnTo>
                    <a:pt x="2469" y="5817"/>
                  </a:lnTo>
                  <a:lnTo>
                    <a:pt x="2658" y="5796"/>
                  </a:lnTo>
                  <a:lnTo>
                    <a:pt x="2930" y="5566"/>
                  </a:lnTo>
                  <a:lnTo>
                    <a:pt x="3558" y="4980"/>
                  </a:lnTo>
                  <a:lnTo>
                    <a:pt x="3871" y="4625"/>
                  </a:lnTo>
                  <a:lnTo>
                    <a:pt x="4060" y="4436"/>
                  </a:lnTo>
                  <a:lnTo>
                    <a:pt x="4081" y="4311"/>
                  </a:lnTo>
                  <a:lnTo>
                    <a:pt x="4478" y="3788"/>
                  </a:lnTo>
                  <a:lnTo>
                    <a:pt x="4478" y="3683"/>
                  </a:lnTo>
                  <a:lnTo>
                    <a:pt x="4687" y="3390"/>
                  </a:lnTo>
                  <a:lnTo>
                    <a:pt x="4708" y="3202"/>
                  </a:lnTo>
                  <a:lnTo>
                    <a:pt x="5022" y="2574"/>
                  </a:lnTo>
                  <a:lnTo>
                    <a:pt x="5106" y="2532"/>
                  </a:lnTo>
                  <a:lnTo>
                    <a:pt x="5064" y="2449"/>
                  </a:lnTo>
                  <a:lnTo>
                    <a:pt x="5064" y="2365"/>
                  </a:lnTo>
                  <a:lnTo>
                    <a:pt x="5190" y="2239"/>
                  </a:lnTo>
                  <a:lnTo>
                    <a:pt x="5231" y="2239"/>
                  </a:lnTo>
                  <a:lnTo>
                    <a:pt x="5315" y="2135"/>
                  </a:lnTo>
                  <a:lnTo>
                    <a:pt x="5441" y="1842"/>
                  </a:lnTo>
                  <a:lnTo>
                    <a:pt x="5650" y="1591"/>
                  </a:lnTo>
                  <a:lnTo>
                    <a:pt x="5650" y="1423"/>
                  </a:lnTo>
                  <a:lnTo>
                    <a:pt x="5692" y="1381"/>
                  </a:lnTo>
                  <a:lnTo>
                    <a:pt x="5713" y="1214"/>
                  </a:lnTo>
                  <a:lnTo>
                    <a:pt x="5650" y="1151"/>
                  </a:lnTo>
                  <a:lnTo>
                    <a:pt x="5734" y="1005"/>
                  </a:lnTo>
                  <a:lnTo>
                    <a:pt x="5796" y="984"/>
                  </a:lnTo>
                  <a:lnTo>
                    <a:pt x="5859" y="984"/>
                  </a:lnTo>
                  <a:lnTo>
                    <a:pt x="5901" y="1005"/>
                  </a:lnTo>
                  <a:lnTo>
                    <a:pt x="5922" y="1005"/>
                  </a:lnTo>
                  <a:lnTo>
                    <a:pt x="5901" y="942"/>
                  </a:lnTo>
                  <a:lnTo>
                    <a:pt x="5838" y="942"/>
                  </a:lnTo>
                  <a:lnTo>
                    <a:pt x="5859" y="963"/>
                  </a:lnTo>
                  <a:lnTo>
                    <a:pt x="5796" y="963"/>
                  </a:lnTo>
                  <a:lnTo>
                    <a:pt x="5817" y="879"/>
                  </a:lnTo>
                  <a:lnTo>
                    <a:pt x="5817" y="775"/>
                  </a:lnTo>
                  <a:lnTo>
                    <a:pt x="5754" y="691"/>
                  </a:lnTo>
                  <a:lnTo>
                    <a:pt x="5817" y="586"/>
                  </a:lnTo>
                  <a:lnTo>
                    <a:pt x="5859" y="545"/>
                  </a:lnTo>
                  <a:lnTo>
                    <a:pt x="5859" y="482"/>
                  </a:lnTo>
                  <a:lnTo>
                    <a:pt x="5796" y="482"/>
                  </a:lnTo>
                  <a:lnTo>
                    <a:pt x="5754" y="440"/>
                  </a:lnTo>
                  <a:lnTo>
                    <a:pt x="5796" y="377"/>
                  </a:lnTo>
                  <a:lnTo>
                    <a:pt x="5796" y="314"/>
                  </a:lnTo>
                  <a:lnTo>
                    <a:pt x="5838" y="210"/>
                  </a:lnTo>
                  <a:lnTo>
                    <a:pt x="5901" y="126"/>
                  </a:lnTo>
                  <a:lnTo>
                    <a:pt x="5859" y="105"/>
                  </a:lnTo>
                  <a:lnTo>
                    <a:pt x="5796" y="105"/>
                  </a:lnTo>
                  <a:lnTo>
                    <a:pt x="5650" y="42"/>
                  </a:lnTo>
                  <a:lnTo>
                    <a:pt x="558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5" name="Google Shape;7857;p67">
              <a:extLst>
                <a:ext uri="{FF2B5EF4-FFF2-40B4-BE49-F238E27FC236}">
                  <a16:creationId xmlns:a16="http://schemas.microsoft.com/office/drawing/2014/main" id="{F4FFADDC-43B3-2023-A1C9-F3A12D46C1D2}"/>
                </a:ext>
              </a:extLst>
            </p:cNvPr>
            <p:cNvSpPr/>
            <p:nvPr/>
          </p:nvSpPr>
          <p:spPr>
            <a:xfrm>
              <a:off x="4175375" y="3163750"/>
              <a:ext cx="121375" cy="147025"/>
            </a:xfrm>
            <a:custGeom>
              <a:avLst/>
              <a:gdLst/>
              <a:ahLst/>
              <a:cxnLst/>
              <a:rect l="l" t="t" r="r" b="b"/>
              <a:pathLst>
                <a:path w="4855" h="5881" extrusionOk="0">
                  <a:moveTo>
                    <a:pt x="984" y="1"/>
                  </a:moveTo>
                  <a:lnTo>
                    <a:pt x="942" y="43"/>
                  </a:lnTo>
                  <a:lnTo>
                    <a:pt x="732" y="252"/>
                  </a:lnTo>
                  <a:lnTo>
                    <a:pt x="607" y="461"/>
                  </a:lnTo>
                  <a:lnTo>
                    <a:pt x="565" y="461"/>
                  </a:lnTo>
                  <a:lnTo>
                    <a:pt x="460" y="566"/>
                  </a:lnTo>
                  <a:lnTo>
                    <a:pt x="398" y="628"/>
                  </a:lnTo>
                  <a:lnTo>
                    <a:pt x="356" y="649"/>
                  </a:lnTo>
                  <a:lnTo>
                    <a:pt x="272" y="754"/>
                  </a:lnTo>
                  <a:lnTo>
                    <a:pt x="293" y="733"/>
                  </a:lnTo>
                  <a:lnTo>
                    <a:pt x="356" y="796"/>
                  </a:lnTo>
                  <a:lnTo>
                    <a:pt x="377" y="963"/>
                  </a:lnTo>
                  <a:lnTo>
                    <a:pt x="419" y="984"/>
                  </a:lnTo>
                  <a:lnTo>
                    <a:pt x="419" y="1089"/>
                  </a:lnTo>
                  <a:lnTo>
                    <a:pt x="502" y="1089"/>
                  </a:lnTo>
                  <a:lnTo>
                    <a:pt x="523" y="1214"/>
                  </a:lnTo>
                  <a:lnTo>
                    <a:pt x="523" y="1361"/>
                  </a:lnTo>
                  <a:lnTo>
                    <a:pt x="670" y="1486"/>
                  </a:lnTo>
                  <a:lnTo>
                    <a:pt x="732" y="1633"/>
                  </a:lnTo>
                  <a:lnTo>
                    <a:pt x="816" y="1696"/>
                  </a:lnTo>
                  <a:lnTo>
                    <a:pt x="900" y="1737"/>
                  </a:lnTo>
                  <a:lnTo>
                    <a:pt x="837" y="1800"/>
                  </a:lnTo>
                  <a:lnTo>
                    <a:pt x="921" y="1884"/>
                  </a:lnTo>
                  <a:lnTo>
                    <a:pt x="942" y="2009"/>
                  </a:lnTo>
                  <a:lnTo>
                    <a:pt x="942" y="2114"/>
                  </a:lnTo>
                  <a:lnTo>
                    <a:pt x="816" y="2261"/>
                  </a:lnTo>
                  <a:lnTo>
                    <a:pt x="816" y="2365"/>
                  </a:lnTo>
                  <a:lnTo>
                    <a:pt x="774" y="2512"/>
                  </a:lnTo>
                  <a:lnTo>
                    <a:pt x="565" y="2512"/>
                  </a:lnTo>
                  <a:lnTo>
                    <a:pt x="565" y="2553"/>
                  </a:lnTo>
                  <a:lnTo>
                    <a:pt x="502" y="2616"/>
                  </a:lnTo>
                  <a:lnTo>
                    <a:pt x="460" y="2721"/>
                  </a:lnTo>
                  <a:lnTo>
                    <a:pt x="377" y="2784"/>
                  </a:lnTo>
                  <a:lnTo>
                    <a:pt x="293" y="2930"/>
                  </a:lnTo>
                  <a:lnTo>
                    <a:pt x="188" y="3056"/>
                  </a:lnTo>
                  <a:lnTo>
                    <a:pt x="168" y="3202"/>
                  </a:lnTo>
                  <a:lnTo>
                    <a:pt x="0" y="3767"/>
                  </a:lnTo>
                  <a:lnTo>
                    <a:pt x="188" y="3767"/>
                  </a:lnTo>
                  <a:lnTo>
                    <a:pt x="2281" y="4981"/>
                  </a:lnTo>
                  <a:lnTo>
                    <a:pt x="2406" y="5169"/>
                  </a:lnTo>
                  <a:lnTo>
                    <a:pt x="2385" y="5253"/>
                  </a:lnTo>
                  <a:lnTo>
                    <a:pt x="2406" y="5294"/>
                  </a:lnTo>
                  <a:lnTo>
                    <a:pt x="2469" y="5378"/>
                  </a:lnTo>
                  <a:lnTo>
                    <a:pt x="3181" y="5880"/>
                  </a:lnTo>
                  <a:lnTo>
                    <a:pt x="3222" y="5880"/>
                  </a:lnTo>
                  <a:lnTo>
                    <a:pt x="3327" y="5818"/>
                  </a:lnTo>
                  <a:lnTo>
                    <a:pt x="3536" y="5546"/>
                  </a:lnTo>
                  <a:lnTo>
                    <a:pt x="3641" y="5357"/>
                  </a:lnTo>
                  <a:lnTo>
                    <a:pt x="3641" y="5232"/>
                  </a:lnTo>
                  <a:lnTo>
                    <a:pt x="3725" y="5085"/>
                  </a:lnTo>
                  <a:lnTo>
                    <a:pt x="3829" y="4939"/>
                  </a:lnTo>
                  <a:lnTo>
                    <a:pt x="3808" y="4918"/>
                  </a:lnTo>
                  <a:lnTo>
                    <a:pt x="3808" y="4855"/>
                  </a:lnTo>
                  <a:lnTo>
                    <a:pt x="3871" y="4750"/>
                  </a:lnTo>
                  <a:lnTo>
                    <a:pt x="3871" y="4730"/>
                  </a:lnTo>
                  <a:lnTo>
                    <a:pt x="3955" y="4709"/>
                  </a:lnTo>
                  <a:lnTo>
                    <a:pt x="4122" y="4709"/>
                  </a:lnTo>
                  <a:lnTo>
                    <a:pt x="4227" y="4541"/>
                  </a:lnTo>
                  <a:lnTo>
                    <a:pt x="4436" y="4458"/>
                  </a:lnTo>
                  <a:lnTo>
                    <a:pt x="4394" y="4416"/>
                  </a:lnTo>
                  <a:lnTo>
                    <a:pt x="4457" y="4332"/>
                  </a:lnTo>
                  <a:lnTo>
                    <a:pt x="4499" y="4332"/>
                  </a:lnTo>
                  <a:lnTo>
                    <a:pt x="4687" y="4102"/>
                  </a:lnTo>
                  <a:lnTo>
                    <a:pt x="4708" y="4081"/>
                  </a:lnTo>
                  <a:lnTo>
                    <a:pt x="4289" y="3683"/>
                  </a:lnTo>
                  <a:lnTo>
                    <a:pt x="4289" y="1403"/>
                  </a:lnTo>
                  <a:lnTo>
                    <a:pt x="4854" y="900"/>
                  </a:lnTo>
                  <a:lnTo>
                    <a:pt x="4687" y="900"/>
                  </a:lnTo>
                  <a:lnTo>
                    <a:pt x="4478" y="942"/>
                  </a:lnTo>
                  <a:lnTo>
                    <a:pt x="4373" y="880"/>
                  </a:lnTo>
                  <a:lnTo>
                    <a:pt x="4289" y="754"/>
                  </a:lnTo>
                  <a:lnTo>
                    <a:pt x="4227" y="733"/>
                  </a:lnTo>
                  <a:lnTo>
                    <a:pt x="3955" y="754"/>
                  </a:lnTo>
                  <a:lnTo>
                    <a:pt x="3913" y="775"/>
                  </a:lnTo>
                  <a:lnTo>
                    <a:pt x="3808" y="775"/>
                  </a:lnTo>
                  <a:lnTo>
                    <a:pt x="3704" y="838"/>
                  </a:lnTo>
                  <a:lnTo>
                    <a:pt x="3641" y="900"/>
                  </a:lnTo>
                  <a:lnTo>
                    <a:pt x="3494" y="1152"/>
                  </a:lnTo>
                  <a:lnTo>
                    <a:pt x="3285" y="1152"/>
                  </a:lnTo>
                  <a:lnTo>
                    <a:pt x="3181" y="1110"/>
                  </a:lnTo>
                  <a:lnTo>
                    <a:pt x="3013" y="1152"/>
                  </a:lnTo>
                  <a:lnTo>
                    <a:pt x="2888" y="1089"/>
                  </a:lnTo>
                  <a:lnTo>
                    <a:pt x="2699" y="1089"/>
                  </a:lnTo>
                  <a:lnTo>
                    <a:pt x="2595" y="1047"/>
                  </a:lnTo>
                  <a:lnTo>
                    <a:pt x="2511" y="942"/>
                  </a:lnTo>
                  <a:lnTo>
                    <a:pt x="2365" y="859"/>
                  </a:lnTo>
                  <a:lnTo>
                    <a:pt x="2134" y="628"/>
                  </a:lnTo>
                  <a:lnTo>
                    <a:pt x="2030" y="545"/>
                  </a:lnTo>
                  <a:lnTo>
                    <a:pt x="1737" y="566"/>
                  </a:lnTo>
                  <a:lnTo>
                    <a:pt x="1611" y="524"/>
                  </a:lnTo>
                  <a:lnTo>
                    <a:pt x="1465" y="566"/>
                  </a:lnTo>
                  <a:lnTo>
                    <a:pt x="1339" y="545"/>
                  </a:lnTo>
                  <a:lnTo>
                    <a:pt x="1256" y="440"/>
                  </a:lnTo>
                  <a:lnTo>
                    <a:pt x="1256" y="105"/>
                  </a:lnTo>
                  <a:lnTo>
                    <a:pt x="1151" y="64"/>
                  </a:lnTo>
                  <a:lnTo>
                    <a:pt x="1046" y="105"/>
                  </a:lnTo>
                  <a:lnTo>
                    <a:pt x="98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6" name="Google Shape;7858;p67">
              <a:extLst>
                <a:ext uri="{FF2B5EF4-FFF2-40B4-BE49-F238E27FC236}">
                  <a16:creationId xmlns:a16="http://schemas.microsoft.com/office/drawing/2014/main" id="{B65421F3-328A-3BEB-ED3A-CEF883C509E4}"/>
                </a:ext>
              </a:extLst>
            </p:cNvPr>
            <p:cNvSpPr/>
            <p:nvPr/>
          </p:nvSpPr>
          <p:spPr>
            <a:xfrm>
              <a:off x="4145025" y="3258950"/>
              <a:ext cx="11000" cy="25"/>
            </a:xfrm>
            <a:custGeom>
              <a:avLst/>
              <a:gdLst/>
              <a:ahLst/>
              <a:cxnLst/>
              <a:rect l="l" t="t" r="r" b="b"/>
              <a:pathLst>
                <a:path w="440" h="1" extrusionOk="0">
                  <a:moveTo>
                    <a:pt x="1" y="1"/>
                  </a:moveTo>
                  <a:lnTo>
                    <a:pt x="210" y="1"/>
                  </a:lnTo>
                  <a:lnTo>
                    <a:pt x="440" y="1"/>
                  </a:lnTo>
                  <a:lnTo>
                    <a:pt x="2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7" name="Google Shape;7859;p67">
              <a:extLst>
                <a:ext uri="{FF2B5EF4-FFF2-40B4-BE49-F238E27FC236}">
                  <a16:creationId xmlns:a16="http://schemas.microsoft.com/office/drawing/2014/main" id="{B5C83430-4D72-3402-FAA9-18439E2CC80A}"/>
                </a:ext>
              </a:extLst>
            </p:cNvPr>
            <p:cNvSpPr/>
            <p:nvPr/>
          </p:nvSpPr>
          <p:spPr>
            <a:xfrm>
              <a:off x="4115200" y="3182075"/>
              <a:ext cx="83725" cy="82675"/>
            </a:xfrm>
            <a:custGeom>
              <a:avLst/>
              <a:gdLst/>
              <a:ahLst/>
              <a:cxnLst/>
              <a:rect l="l" t="t" r="r" b="b"/>
              <a:pathLst>
                <a:path w="3349" h="3307" extrusionOk="0">
                  <a:moveTo>
                    <a:pt x="2700" y="0"/>
                  </a:moveTo>
                  <a:lnTo>
                    <a:pt x="2679" y="21"/>
                  </a:lnTo>
                  <a:lnTo>
                    <a:pt x="2554" y="105"/>
                  </a:lnTo>
                  <a:lnTo>
                    <a:pt x="2491" y="209"/>
                  </a:lnTo>
                  <a:lnTo>
                    <a:pt x="2365" y="251"/>
                  </a:lnTo>
                  <a:lnTo>
                    <a:pt x="2240" y="209"/>
                  </a:lnTo>
                  <a:lnTo>
                    <a:pt x="2031" y="230"/>
                  </a:lnTo>
                  <a:lnTo>
                    <a:pt x="1884" y="272"/>
                  </a:lnTo>
                  <a:lnTo>
                    <a:pt x="1779" y="272"/>
                  </a:lnTo>
                  <a:lnTo>
                    <a:pt x="1759" y="314"/>
                  </a:lnTo>
                  <a:lnTo>
                    <a:pt x="1675" y="272"/>
                  </a:lnTo>
                  <a:lnTo>
                    <a:pt x="1612" y="356"/>
                  </a:lnTo>
                  <a:lnTo>
                    <a:pt x="1612" y="440"/>
                  </a:lnTo>
                  <a:lnTo>
                    <a:pt x="1549" y="440"/>
                  </a:lnTo>
                  <a:lnTo>
                    <a:pt x="1403" y="419"/>
                  </a:lnTo>
                  <a:lnTo>
                    <a:pt x="1403" y="314"/>
                  </a:lnTo>
                  <a:lnTo>
                    <a:pt x="1298" y="272"/>
                  </a:lnTo>
                  <a:lnTo>
                    <a:pt x="1215" y="314"/>
                  </a:lnTo>
                  <a:lnTo>
                    <a:pt x="1047" y="251"/>
                  </a:lnTo>
                  <a:lnTo>
                    <a:pt x="942" y="209"/>
                  </a:lnTo>
                  <a:lnTo>
                    <a:pt x="880" y="272"/>
                  </a:lnTo>
                  <a:lnTo>
                    <a:pt x="880" y="356"/>
                  </a:lnTo>
                  <a:lnTo>
                    <a:pt x="901" y="419"/>
                  </a:lnTo>
                  <a:lnTo>
                    <a:pt x="880" y="440"/>
                  </a:lnTo>
                  <a:lnTo>
                    <a:pt x="838" y="544"/>
                  </a:lnTo>
                  <a:lnTo>
                    <a:pt x="796" y="628"/>
                  </a:lnTo>
                  <a:lnTo>
                    <a:pt x="796" y="774"/>
                  </a:lnTo>
                  <a:lnTo>
                    <a:pt x="775" y="984"/>
                  </a:lnTo>
                  <a:lnTo>
                    <a:pt x="733" y="1109"/>
                  </a:lnTo>
                  <a:lnTo>
                    <a:pt x="817" y="1172"/>
                  </a:lnTo>
                  <a:lnTo>
                    <a:pt x="880" y="1256"/>
                  </a:lnTo>
                  <a:lnTo>
                    <a:pt x="922" y="1318"/>
                  </a:lnTo>
                  <a:lnTo>
                    <a:pt x="901" y="1402"/>
                  </a:lnTo>
                  <a:lnTo>
                    <a:pt x="608" y="1800"/>
                  </a:lnTo>
                  <a:lnTo>
                    <a:pt x="419" y="2009"/>
                  </a:lnTo>
                  <a:lnTo>
                    <a:pt x="378" y="2092"/>
                  </a:lnTo>
                  <a:lnTo>
                    <a:pt x="147" y="2511"/>
                  </a:lnTo>
                  <a:lnTo>
                    <a:pt x="106" y="2553"/>
                  </a:lnTo>
                  <a:lnTo>
                    <a:pt x="106" y="2720"/>
                  </a:lnTo>
                  <a:lnTo>
                    <a:pt x="85" y="2929"/>
                  </a:lnTo>
                  <a:lnTo>
                    <a:pt x="1" y="3139"/>
                  </a:lnTo>
                  <a:lnTo>
                    <a:pt x="43" y="3264"/>
                  </a:lnTo>
                  <a:lnTo>
                    <a:pt x="1" y="3285"/>
                  </a:lnTo>
                  <a:lnTo>
                    <a:pt x="43" y="3306"/>
                  </a:lnTo>
                  <a:lnTo>
                    <a:pt x="106" y="3285"/>
                  </a:lnTo>
                  <a:lnTo>
                    <a:pt x="210" y="3201"/>
                  </a:lnTo>
                  <a:lnTo>
                    <a:pt x="273" y="3243"/>
                  </a:lnTo>
                  <a:lnTo>
                    <a:pt x="315" y="3285"/>
                  </a:lnTo>
                  <a:lnTo>
                    <a:pt x="398" y="3285"/>
                  </a:lnTo>
                  <a:lnTo>
                    <a:pt x="461" y="3243"/>
                  </a:lnTo>
                  <a:lnTo>
                    <a:pt x="461" y="3160"/>
                  </a:lnTo>
                  <a:lnTo>
                    <a:pt x="566" y="3160"/>
                  </a:lnTo>
                  <a:lnTo>
                    <a:pt x="566" y="3180"/>
                  </a:lnTo>
                  <a:lnTo>
                    <a:pt x="608" y="3139"/>
                  </a:lnTo>
                  <a:lnTo>
                    <a:pt x="670" y="3139"/>
                  </a:lnTo>
                  <a:lnTo>
                    <a:pt x="712" y="3076"/>
                  </a:lnTo>
                  <a:lnTo>
                    <a:pt x="1633" y="3076"/>
                  </a:lnTo>
                  <a:lnTo>
                    <a:pt x="2407" y="3034"/>
                  </a:lnTo>
                  <a:lnTo>
                    <a:pt x="2575" y="2469"/>
                  </a:lnTo>
                  <a:lnTo>
                    <a:pt x="2595" y="2323"/>
                  </a:lnTo>
                  <a:lnTo>
                    <a:pt x="2700" y="2197"/>
                  </a:lnTo>
                  <a:lnTo>
                    <a:pt x="2784" y="2051"/>
                  </a:lnTo>
                  <a:lnTo>
                    <a:pt x="2867" y="1988"/>
                  </a:lnTo>
                  <a:lnTo>
                    <a:pt x="2909" y="1883"/>
                  </a:lnTo>
                  <a:lnTo>
                    <a:pt x="2972" y="1820"/>
                  </a:lnTo>
                  <a:lnTo>
                    <a:pt x="2972" y="1779"/>
                  </a:lnTo>
                  <a:lnTo>
                    <a:pt x="3181" y="1779"/>
                  </a:lnTo>
                  <a:lnTo>
                    <a:pt x="3223" y="1632"/>
                  </a:lnTo>
                  <a:lnTo>
                    <a:pt x="3223" y="1528"/>
                  </a:lnTo>
                  <a:lnTo>
                    <a:pt x="3349" y="1381"/>
                  </a:lnTo>
                  <a:lnTo>
                    <a:pt x="3349" y="1276"/>
                  </a:lnTo>
                  <a:lnTo>
                    <a:pt x="3328" y="1151"/>
                  </a:lnTo>
                  <a:lnTo>
                    <a:pt x="3244" y="1067"/>
                  </a:lnTo>
                  <a:lnTo>
                    <a:pt x="3307" y="1004"/>
                  </a:lnTo>
                  <a:lnTo>
                    <a:pt x="3223" y="963"/>
                  </a:lnTo>
                  <a:lnTo>
                    <a:pt x="3139" y="900"/>
                  </a:lnTo>
                  <a:lnTo>
                    <a:pt x="3077" y="753"/>
                  </a:lnTo>
                  <a:lnTo>
                    <a:pt x="2930" y="628"/>
                  </a:lnTo>
                  <a:lnTo>
                    <a:pt x="2930" y="481"/>
                  </a:lnTo>
                  <a:lnTo>
                    <a:pt x="2909" y="356"/>
                  </a:lnTo>
                  <a:lnTo>
                    <a:pt x="2826" y="356"/>
                  </a:lnTo>
                  <a:lnTo>
                    <a:pt x="2826" y="251"/>
                  </a:lnTo>
                  <a:lnTo>
                    <a:pt x="2784" y="230"/>
                  </a:lnTo>
                  <a:lnTo>
                    <a:pt x="2763" y="63"/>
                  </a:lnTo>
                  <a:lnTo>
                    <a:pt x="270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8" name="Google Shape;7860;p67">
              <a:extLst>
                <a:ext uri="{FF2B5EF4-FFF2-40B4-BE49-F238E27FC236}">
                  <a16:creationId xmlns:a16="http://schemas.microsoft.com/office/drawing/2014/main" id="{EF57D15E-53A9-37B3-954F-9006DE451D47}"/>
                </a:ext>
              </a:extLst>
            </p:cNvPr>
            <p:cNvSpPr/>
            <p:nvPr/>
          </p:nvSpPr>
          <p:spPr>
            <a:xfrm>
              <a:off x="3898125" y="3081625"/>
              <a:ext cx="188350" cy="127150"/>
            </a:xfrm>
            <a:custGeom>
              <a:avLst/>
              <a:gdLst/>
              <a:ahLst/>
              <a:cxnLst/>
              <a:rect l="l" t="t" r="r" b="b"/>
              <a:pathLst>
                <a:path w="7534" h="5086" extrusionOk="0">
                  <a:moveTo>
                    <a:pt x="4750" y="1"/>
                  </a:moveTo>
                  <a:lnTo>
                    <a:pt x="4708" y="64"/>
                  </a:lnTo>
                  <a:lnTo>
                    <a:pt x="4583" y="147"/>
                  </a:lnTo>
                  <a:lnTo>
                    <a:pt x="4499" y="84"/>
                  </a:lnTo>
                  <a:lnTo>
                    <a:pt x="4374" y="84"/>
                  </a:lnTo>
                  <a:lnTo>
                    <a:pt x="4269" y="168"/>
                  </a:lnTo>
                  <a:lnTo>
                    <a:pt x="4123" y="252"/>
                  </a:lnTo>
                  <a:lnTo>
                    <a:pt x="4081" y="315"/>
                  </a:lnTo>
                  <a:lnTo>
                    <a:pt x="4123" y="398"/>
                  </a:lnTo>
                  <a:lnTo>
                    <a:pt x="4039" y="419"/>
                  </a:lnTo>
                  <a:lnTo>
                    <a:pt x="3934" y="587"/>
                  </a:lnTo>
                  <a:lnTo>
                    <a:pt x="3872" y="587"/>
                  </a:lnTo>
                  <a:lnTo>
                    <a:pt x="3830" y="566"/>
                  </a:lnTo>
                  <a:lnTo>
                    <a:pt x="3746" y="670"/>
                  </a:lnTo>
                  <a:lnTo>
                    <a:pt x="3746" y="733"/>
                  </a:lnTo>
                  <a:lnTo>
                    <a:pt x="3662" y="796"/>
                  </a:lnTo>
                  <a:lnTo>
                    <a:pt x="3641" y="900"/>
                  </a:lnTo>
                  <a:lnTo>
                    <a:pt x="3662" y="984"/>
                  </a:lnTo>
                  <a:lnTo>
                    <a:pt x="3641" y="1089"/>
                  </a:lnTo>
                  <a:lnTo>
                    <a:pt x="3537" y="1131"/>
                  </a:lnTo>
                  <a:lnTo>
                    <a:pt x="3432" y="1214"/>
                  </a:lnTo>
                  <a:lnTo>
                    <a:pt x="3202" y="1235"/>
                  </a:lnTo>
                  <a:lnTo>
                    <a:pt x="3035" y="1256"/>
                  </a:lnTo>
                  <a:lnTo>
                    <a:pt x="2909" y="1235"/>
                  </a:lnTo>
                  <a:lnTo>
                    <a:pt x="2804" y="1193"/>
                  </a:lnTo>
                  <a:lnTo>
                    <a:pt x="2679" y="1214"/>
                  </a:lnTo>
                  <a:lnTo>
                    <a:pt x="2595" y="1193"/>
                  </a:lnTo>
                  <a:lnTo>
                    <a:pt x="2511" y="1235"/>
                  </a:lnTo>
                  <a:lnTo>
                    <a:pt x="2491" y="1340"/>
                  </a:lnTo>
                  <a:lnTo>
                    <a:pt x="2595" y="1445"/>
                  </a:lnTo>
                  <a:lnTo>
                    <a:pt x="2658" y="1445"/>
                  </a:lnTo>
                  <a:lnTo>
                    <a:pt x="2679" y="1528"/>
                  </a:lnTo>
                  <a:lnTo>
                    <a:pt x="2511" y="1633"/>
                  </a:lnTo>
                  <a:lnTo>
                    <a:pt x="2449" y="1737"/>
                  </a:lnTo>
                  <a:lnTo>
                    <a:pt x="2281" y="1737"/>
                  </a:lnTo>
                  <a:lnTo>
                    <a:pt x="1947" y="1821"/>
                  </a:lnTo>
                  <a:lnTo>
                    <a:pt x="1821" y="1926"/>
                  </a:lnTo>
                  <a:lnTo>
                    <a:pt x="1633" y="1968"/>
                  </a:lnTo>
                  <a:lnTo>
                    <a:pt x="1507" y="2072"/>
                  </a:lnTo>
                  <a:lnTo>
                    <a:pt x="1403" y="2093"/>
                  </a:lnTo>
                  <a:lnTo>
                    <a:pt x="1340" y="2051"/>
                  </a:lnTo>
                  <a:lnTo>
                    <a:pt x="1298" y="1926"/>
                  </a:lnTo>
                  <a:lnTo>
                    <a:pt x="1235" y="1863"/>
                  </a:lnTo>
                  <a:lnTo>
                    <a:pt x="1151" y="1926"/>
                  </a:lnTo>
                  <a:lnTo>
                    <a:pt x="1151" y="2051"/>
                  </a:lnTo>
                  <a:lnTo>
                    <a:pt x="1110" y="2177"/>
                  </a:lnTo>
                  <a:lnTo>
                    <a:pt x="942" y="2177"/>
                  </a:lnTo>
                  <a:lnTo>
                    <a:pt x="838" y="2198"/>
                  </a:lnTo>
                  <a:lnTo>
                    <a:pt x="733" y="2198"/>
                  </a:lnTo>
                  <a:lnTo>
                    <a:pt x="712" y="2072"/>
                  </a:lnTo>
                  <a:lnTo>
                    <a:pt x="670" y="2030"/>
                  </a:lnTo>
                  <a:lnTo>
                    <a:pt x="670" y="2051"/>
                  </a:lnTo>
                  <a:lnTo>
                    <a:pt x="566" y="2198"/>
                  </a:lnTo>
                  <a:lnTo>
                    <a:pt x="461" y="2240"/>
                  </a:lnTo>
                  <a:lnTo>
                    <a:pt x="398" y="2365"/>
                  </a:lnTo>
                  <a:lnTo>
                    <a:pt x="294" y="2553"/>
                  </a:lnTo>
                  <a:lnTo>
                    <a:pt x="252" y="2679"/>
                  </a:lnTo>
                  <a:lnTo>
                    <a:pt x="147" y="2867"/>
                  </a:lnTo>
                  <a:lnTo>
                    <a:pt x="63" y="2867"/>
                  </a:lnTo>
                  <a:lnTo>
                    <a:pt x="1" y="2930"/>
                  </a:lnTo>
                  <a:lnTo>
                    <a:pt x="42" y="3077"/>
                  </a:lnTo>
                  <a:lnTo>
                    <a:pt x="84" y="3223"/>
                  </a:lnTo>
                  <a:lnTo>
                    <a:pt x="63" y="3349"/>
                  </a:lnTo>
                  <a:lnTo>
                    <a:pt x="84" y="3516"/>
                  </a:lnTo>
                  <a:lnTo>
                    <a:pt x="105" y="3641"/>
                  </a:lnTo>
                  <a:lnTo>
                    <a:pt x="105" y="3872"/>
                  </a:lnTo>
                  <a:lnTo>
                    <a:pt x="168" y="3934"/>
                  </a:lnTo>
                  <a:lnTo>
                    <a:pt x="314" y="4018"/>
                  </a:lnTo>
                  <a:lnTo>
                    <a:pt x="419" y="4123"/>
                  </a:lnTo>
                  <a:lnTo>
                    <a:pt x="461" y="4248"/>
                  </a:lnTo>
                  <a:lnTo>
                    <a:pt x="607" y="4458"/>
                  </a:lnTo>
                  <a:lnTo>
                    <a:pt x="691" y="4604"/>
                  </a:lnTo>
                  <a:lnTo>
                    <a:pt x="775" y="4688"/>
                  </a:lnTo>
                  <a:lnTo>
                    <a:pt x="942" y="4813"/>
                  </a:lnTo>
                  <a:lnTo>
                    <a:pt x="942" y="4960"/>
                  </a:lnTo>
                  <a:lnTo>
                    <a:pt x="942" y="5022"/>
                  </a:lnTo>
                  <a:lnTo>
                    <a:pt x="984" y="5085"/>
                  </a:lnTo>
                  <a:lnTo>
                    <a:pt x="1005" y="5085"/>
                  </a:lnTo>
                  <a:lnTo>
                    <a:pt x="1256" y="4667"/>
                  </a:lnTo>
                  <a:lnTo>
                    <a:pt x="1403" y="4499"/>
                  </a:lnTo>
                  <a:lnTo>
                    <a:pt x="1507" y="4478"/>
                  </a:lnTo>
                  <a:lnTo>
                    <a:pt x="1549" y="4437"/>
                  </a:lnTo>
                  <a:lnTo>
                    <a:pt x="1779" y="4332"/>
                  </a:lnTo>
                  <a:lnTo>
                    <a:pt x="1884" y="4353"/>
                  </a:lnTo>
                  <a:lnTo>
                    <a:pt x="1947" y="4290"/>
                  </a:lnTo>
                  <a:lnTo>
                    <a:pt x="2135" y="4290"/>
                  </a:lnTo>
                  <a:lnTo>
                    <a:pt x="2156" y="4353"/>
                  </a:lnTo>
                  <a:lnTo>
                    <a:pt x="2260" y="4395"/>
                  </a:lnTo>
                  <a:lnTo>
                    <a:pt x="2302" y="4374"/>
                  </a:lnTo>
                  <a:lnTo>
                    <a:pt x="2386" y="4353"/>
                  </a:lnTo>
                  <a:lnTo>
                    <a:pt x="2386" y="4269"/>
                  </a:lnTo>
                  <a:lnTo>
                    <a:pt x="2407" y="4185"/>
                  </a:lnTo>
                  <a:lnTo>
                    <a:pt x="2470" y="4144"/>
                  </a:lnTo>
                  <a:lnTo>
                    <a:pt x="2365" y="4018"/>
                  </a:lnTo>
                  <a:lnTo>
                    <a:pt x="2365" y="3955"/>
                  </a:lnTo>
                  <a:lnTo>
                    <a:pt x="2449" y="3955"/>
                  </a:lnTo>
                  <a:lnTo>
                    <a:pt x="2491" y="3913"/>
                  </a:lnTo>
                  <a:lnTo>
                    <a:pt x="2491" y="3851"/>
                  </a:lnTo>
                  <a:lnTo>
                    <a:pt x="2553" y="3767"/>
                  </a:lnTo>
                  <a:lnTo>
                    <a:pt x="2553" y="3704"/>
                  </a:lnTo>
                  <a:lnTo>
                    <a:pt x="2595" y="3662"/>
                  </a:lnTo>
                  <a:lnTo>
                    <a:pt x="2679" y="3662"/>
                  </a:lnTo>
                  <a:lnTo>
                    <a:pt x="2763" y="3558"/>
                  </a:lnTo>
                  <a:lnTo>
                    <a:pt x="2867" y="3600"/>
                  </a:lnTo>
                  <a:lnTo>
                    <a:pt x="2867" y="3537"/>
                  </a:lnTo>
                  <a:lnTo>
                    <a:pt x="2930" y="3537"/>
                  </a:lnTo>
                  <a:lnTo>
                    <a:pt x="3014" y="3600"/>
                  </a:lnTo>
                  <a:lnTo>
                    <a:pt x="3076" y="3621"/>
                  </a:lnTo>
                  <a:lnTo>
                    <a:pt x="3244" y="3746"/>
                  </a:lnTo>
                  <a:lnTo>
                    <a:pt x="3327" y="3767"/>
                  </a:lnTo>
                  <a:lnTo>
                    <a:pt x="3495" y="3913"/>
                  </a:lnTo>
                  <a:lnTo>
                    <a:pt x="3516" y="3955"/>
                  </a:lnTo>
                  <a:lnTo>
                    <a:pt x="3641" y="3934"/>
                  </a:lnTo>
                  <a:lnTo>
                    <a:pt x="3767" y="4018"/>
                  </a:lnTo>
                  <a:lnTo>
                    <a:pt x="3913" y="4018"/>
                  </a:lnTo>
                  <a:lnTo>
                    <a:pt x="3976" y="4039"/>
                  </a:lnTo>
                  <a:lnTo>
                    <a:pt x="4060" y="3976"/>
                  </a:lnTo>
                  <a:lnTo>
                    <a:pt x="4144" y="3976"/>
                  </a:lnTo>
                  <a:lnTo>
                    <a:pt x="4248" y="4039"/>
                  </a:lnTo>
                  <a:lnTo>
                    <a:pt x="4374" y="4060"/>
                  </a:lnTo>
                  <a:lnTo>
                    <a:pt x="4436" y="4081"/>
                  </a:lnTo>
                  <a:lnTo>
                    <a:pt x="4562" y="4060"/>
                  </a:lnTo>
                  <a:lnTo>
                    <a:pt x="4583" y="4018"/>
                  </a:lnTo>
                  <a:lnTo>
                    <a:pt x="4541" y="3955"/>
                  </a:lnTo>
                  <a:lnTo>
                    <a:pt x="4499" y="3913"/>
                  </a:lnTo>
                  <a:lnTo>
                    <a:pt x="4604" y="3809"/>
                  </a:lnTo>
                  <a:lnTo>
                    <a:pt x="4688" y="3704"/>
                  </a:lnTo>
                  <a:lnTo>
                    <a:pt x="4792" y="3704"/>
                  </a:lnTo>
                  <a:lnTo>
                    <a:pt x="4897" y="3725"/>
                  </a:lnTo>
                  <a:lnTo>
                    <a:pt x="4980" y="3809"/>
                  </a:lnTo>
                  <a:lnTo>
                    <a:pt x="5064" y="3767"/>
                  </a:lnTo>
                  <a:lnTo>
                    <a:pt x="5294" y="3746"/>
                  </a:lnTo>
                  <a:lnTo>
                    <a:pt x="5336" y="3704"/>
                  </a:lnTo>
                  <a:lnTo>
                    <a:pt x="5420" y="3641"/>
                  </a:lnTo>
                  <a:lnTo>
                    <a:pt x="5650" y="3537"/>
                  </a:lnTo>
                  <a:lnTo>
                    <a:pt x="5734" y="3558"/>
                  </a:lnTo>
                  <a:lnTo>
                    <a:pt x="5755" y="3600"/>
                  </a:lnTo>
                  <a:lnTo>
                    <a:pt x="5796" y="3600"/>
                  </a:lnTo>
                  <a:lnTo>
                    <a:pt x="5817" y="3662"/>
                  </a:lnTo>
                  <a:lnTo>
                    <a:pt x="5859" y="3662"/>
                  </a:lnTo>
                  <a:lnTo>
                    <a:pt x="5943" y="3621"/>
                  </a:lnTo>
                  <a:lnTo>
                    <a:pt x="6068" y="3621"/>
                  </a:lnTo>
                  <a:lnTo>
                    <a:pt x="6152" y="3600"/>
                  </a:lnTo>
                  <a:lnTo>
                    <a:pt x="6236" y="3600"/>
                  </a:lnTo>
                  <a:lnTo>
                    <a:pt x="6320" y="3495"/>
                  </a:lnTo>
                  <a:lnTo>
                    <a:pt x="6278" y="3453"/>
                  </a:lnTo>
                  <a:lnTo>
                    <a:pt x="6278" y="3411"/>
                  </a:lnTo>
                  <a:lnTo>
                    <a:pt x="6361" y="3411"/>
                  </a:lnTo>
                  <a:lnTo>
                    <a:pt x="6445" y="3453"/>
                  </a:lnTo>
                  <a:lnTo>
                    <a:pt x="6633" y="3453"/>
                  </a:lnTo>
                  <a:lnTo>
                    <a:pt x="6675" y="3495"/>
                  </a:lnTo>
                  <a:lnTo>
                    <a:pt x="6759" y="3516"/>
                  </a:lnTo>
                  <a:lnTo>
                    <a:pt x="6843" y="3558"/>
                  </a:lnTo>
                  <a:lnTo>
                    <a:pt x="7073" y="3558"/>
                  </a:lnTo>
                  <a:lnTo>
                    <a:pt x="7094" y="3600"/>
                  </a:lnTo>
                  <a:lnTo>
                    <a:pt x="7282" y="3516"/>
                  </a:lnTo>
                  <a:lnTo>
                    <a:pt x="7408" y="3516"/>
                  </a:lnTo>
                  <a:lnTo>
                    <a:pt x="7512" y="3558"/>
                  </a:lnTo>
                  <a:lnTo>
                    <a:pt x="7533" y="3600"/>
                  </a:lnTo>
                  <a:lnTo>
                    <a:pt x="7533" y="3558"/>
                  </a:lnTo>
                  <a:lnTo>
                    <a:pt x="7491" y="3495"/>
                  </a:lnTo>
                  <a:lnTo>
                    <a:pt x="7387" y="3432"/>
                  </a:lnTo>
                  <a:lnTo>
                    <a:pt x="7303" y="3390"/>
                  </a:lnTo>
                  <a:lnTo>
                    <a:pt x="7303" y="3202"/>
                  </a:lnTo>
                  <a:lnTo>
                    <a:pt x="7303" y="3139"/>
                  </a:lnTo>
                  <a:lnTo>
                    <a:pt x="7219" y="3077"/>
                  </a:lnTo>
                  <a:lnTo>
                    <a:pt x="7010" y="3035"/>
                  </a:lnTo>
                  <a:lnTo>
                    <a:pt x="6968" y="2972"/>
                  </a:lnTo>
                  <a:lnTo>
                    <a:pt x="6989" y="2867"/>
                  </a:lnTo>
                  <a:lnTo>
                    <a:pt x="6947" y="2805"/>
                  </a:lnTo>
                  <a:lnTo>
                    <a:pt x="6843" y="2784"/>
                  </a:lnTo>
                  <a:lnTo>
                    <a:pt x="6780" y="2721"/>
                  </a:lnTo>
                  <a:lnTo>
                    <a:pt x="6759" y="2553"/>
                  </a:lnTo>
                  <a:lnTo>
                    <a:pt x="6738" y="2491"/>
                  </a:lnTo>
                  <a:lnTo>
                    <a:pt x="6550" y="2365"/>
                  </a:lnTo>
                  <a:lnTo>
                    <a:pt x="6487" y="2386"/>
                  </a:lnTo>
                  <a:lnTo>
                    <a:pt x="6382" y="2344"/>
                  </a:lnTo>
                  <a:lnTo>
                    <a:pt x="6361" y="2365"/>
                  </a:lnTo>
                  <a:lnTo>
                    <a:pt x="6257" y="2344"/>
                  </a:lnTo>
                  <a:lnTo>
                    <a:pt x="6131" y="2240"/>
                  </a:lnTo>
                  <a:lnTo>
                    <a:pt x="6173" y="2177"/>
                  </a:lnTo>
                  <a:lnTo>
                    <a:pt x="6215" y="2135"/>
                  </a:lnTo>
                  <a:lnTo>
                    <a:pt x="6278" y="2072"/>
                  </a:lnTo>
                  <a:lnTo>
                    <a:pt x="6320" y="1989"/>
                  </a:lnTo>
                  <a:lnTo>
                    <a:pt x="6257" y="1926"/>
                  </a:lnTo>
                  <a:lnTo>
                    <a:pt x="6152" y="1926"/>
                  </a:lnTo>
                  <a:lnTo>
                    <a:pt x="6048" y="1863"/>
                  </a:lnTo>
                  <a:lnTo>
                    <a:pt x="6006" y="1779"/>
                  </a:lnTo>
                  <a:lnTo>
                    <a:pt x="5922" y="1737"/>
                  </a:lnTo>
                  <a:lnTo>
                    <a:pt x="5817" y="1737"/>
                  </a:lnTo>
                  <a:lnTo>
                    <a:pt x="5692" y="1654"/>
                  </a:lnTo>
                  <a:lnTo>
                    <a:pt x="5608" y="1612"/>
                  </a:lnTo>
                  <a:lnTo>
                    <a:pt x="5587" y="1465"/>
                  </a:lnTo>
                  <a:lnTo>
                    <a:pt x="5629" y="1403"/>
                  </a:lnTo>
                  <a:lnTo>
                    <a:pt x="5545" y="1361"/>
                  </a:lnTo>
                  <a:lnTo>
                    <a:pt x="5399" y="1361"/>
                  </a:lnTo>
                  <a:lnTo>
                    <a:pt x="5336" y="1424"/>
                  </a:lnTo>
                  <a:lnTo>
                    <a:pt x="5211" y="1424"/>
                  </a:lnTo>
                  <a:lnTo>
                    <a:pt x="5106" y="1340"/>
                  </a:lnTo>
                  <a:lnTo>
                    <a:pt x="5106" y="1152"/>
                  </a:lnTo>
                  <a:lnTo>
                    <a:pt x="5169" y="1047"/>
                  </a:lnTo>
                  <a:lnTo>
                    <a:pt x="5190" y="1005"/>
                  </a:lnTo>
                  <a:lnTo>
                    <a:pt x="5211" y="880"/>
                  </a:lnTo>
                  <a:lnTo>
                    <a:pt x="5190" y="796"/>
                  </a:lnTo>
                  <a:lnTo>
                    <a:pt x="5085" y="566"/>
                  </a:lnTo>
                  <a:lnTo>
                    <a:pt x="4918" y="377"/>
                  </a:lnTo>
                  <a:lnTo>
                    <a:pt x="4897" y="294"/>
                  </a:lnTo>
                  <a:lnTo>
                    <a:pt x="4771" y="189"/>
                  </a:lnTo>
                  <a:lnTo>
                    <a:pt x="4813" y="168"/>
                  </a:lnTo>
                  <a:lnTo>
                    <a:pt x="4813" y="84"/>
                  </a:lnTo>
                  <a:lnTo>
                    <a:pt x="475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9" name="Google Shape;7861;p67">
              <a:extLst>
                <a:ext uri="{FF2B5EF4-FFF2-40B4-BE49-F238E27FC236}">
                  <a16:creationId xmlns:a16="http://schemas.microsoft.com/office/drawing/2014/main" id="{09F6F6C7-BD9F-F341-1932-B8FA49D94112}"/>
                </a:ext>
              </a:extLst>
            </p:cNvPr>
            <p:cNvSpPr/>
            <p:nvPr/>
          </p:nvSpPr>
          <p:spPr>
            <a:xfrm>
              <a:off x="3821225" y="2747900"/>
              <a:ext cx="223400" cy="207700"/>
            </a:xfrm>
            <a:custGeom>
              <a:avLst/>
              <a:gdLst/>
              <a:ahLst/>
              <a:cxnLst/>
              <a:rect l="l" t="t" r="r" b="b"/>
              <a:pathLst>
                <a:path w="8936" h="8308" extrusionOk="0">
                  <a:moveTo>
                    <a:pt x="1068" y="1"/>
                  </a:moveTo>
                  <a:lnTo>
                    <a:pt x="1047" y="42"/>
                  </a:lnTo>
                  <a:lnTo>
                    <a:pt x="1089" y="252"/>
                  </a:lnTo>
                  <a:lnTo>
                    <a:pt x="1152" y="314"/>
                  </a:lnTo>
                  <a:lnTo>
                    <a:pt x="1026" y="482"/>
                  </a:lnTo>
                  <a:lnTo>
                    <a:pt x="670" y="691"/>
                  </a:lnTo>
                  <a:lnTo>
                    <a:pt x="670" y="775"/>
                  </a:lnTo>
                  <a:lnTo>
                    <a:pt x="566" y="900"/>
                  </a:lnTo>
                  <a:lnTo>
                    <a:pt x="440" y="900"/>
                  </a:lnTo>
                  <a:lnTo>
                    <a:pt x="357" y="963"/>
                  </a:lnTo>
                  <a:lnTo>
                    <a:pt x="357" y="1047"/>
                  </a:lnTo>
                  <a:lnTo>
                    <a:pt x="336" y="1109"/>
                  </a:lnTo>
                  <a:lnTo>
                    <a:pt x="398" y="1298"/>
                  </a:lnTo>
                  <a:lnTo>
                    <a:pt x="398" y="1423"/>
                  </a:lnTo>
                  <a:lnTo>
                    <a:pt x="357" y="1465"/>
                  </a:lnTo>
                  <a:lnTo>
                    <a:pt x="357" y="1507"/>
                  </a:lnTo>
                  <a:lnTo>
                    <a:pt x="336" y="1570"/>
                  </a:lnTo>
                  <a:lnTo>
                    <a:pt x="294" y="1674"/>
                  </a:lnTo>
                  <a:lnTo>
                    <a:pt x="189" y="1716"/>
                  </a:lnTo>
                  <a:lnTo>
                    <a:pt x="147" y="1737"/>
                  </a:lnTo>
                  <a:lnTo>
                    <a:pt x="85" y="1737"/>
                  </a:lnTo>
                  <a:lnTo>
                    <a:pt x="22" y="1800"/>
                  </a:lnTo>
                  <a:lnTo>
                    <a:pt x="22" y="2009"/>
                  </a:lnTo>
                  <a:lnTo>
                    <a:pt x="85" y="2030"/>
                  </a:lnTo>
                  <a:lnTo>
                    <a:pt x="147" y="2156"/>
                  </a:lnTo>
                  <a:lnTo>
                    <a:pt x="147" y="2553"/>
                  </a:lnTo>
                  <a:lnTo>
                    <a:pt x="189" y="2762"/>
                  </a:lnTo>
                  <a:lnTo>
                    <a:pt x="189" y="2825"/>
                  </a:lnTo>
                  <a:lnTo>
                    <a:pt x="189" y="3139"/>
                  </a:lnTo>
                  <a:lnTo>
                    <a:pt x="252" y="3286"/>
                  </a:lnTo>
                  <a:lnTo>
                    <a:pt x="210" y="3599"/>
                  </a:lnTo>
                  <a:lnTo>
                    <a:pt x="189" y="3662"/>
                  </a:lnTo>
                  <a:lnTo>
                    <a:pt x="231" y="3788"/>
                  </a:lnTo>
                  <a:lnTo>
                    <a:pt x="252" y="3997"/>
                  </a:lnTo>
                  <a:lnTo>
                    <a:pt x="210" y="4081"/>
                  </a:lnTo>
                  <a:lnTo>
                    <a:pt x="85" y="4185"/>
                  </a:lnTo>
                  <a:lnTo>
                    <a:pt x="43" y="4227"/>
                  </a:lnTo>
                  <a:lnTo>
                    <a:pt x="1" y="4290"/>
                  </a:lnTo>
                  <a:lnTo>
                    <a:pt x="85" y="4353"/>
                  </a:lnTo>
                  <a:lnTo>
                    <a:pt x="210" y="4541"/>
                  </a:lnTo>
                  <a:lnTo>
                    <a:pt x="315" y="4771"/>
                  </a:lnTo>
                  <a:lnTo>
                    <a:pt x="357" y="4813"/>
                  </a:lnTo>
                  <a:lnTo>
                    <a:pt x="398" y="4938"/>
                  </a:lnTo>
                  <a:lnTo>
                    <a:pt x="357" y="5022"/>
                  </a:lnTo>
                  <a:lnTo>
                    <a:pt x="398" y="5169"/>
                  </a:lnTo>
                  <a:lnTo>
                    <a:pt x="440" y="5252"/>
                  </a:lnTo>
                  <a:lnTo>
                    <a:pt x="461" y="5357"/>
                  </a:lnTo>
                  <a:lnTo>
                    <a:pt x="545" y="5441"/>
                  </a:lnTo>
                  <a:lnTo>
                    <a:pt x="984" y="5441"/>
                  </a:lnTo>
                  <a:lnTo>
                    <a:pt x="1089" y="5503"/>
                  </a:lnTo>
                  <a:lnTo>
                    <a:pt x="1173" y="5650"/>
                  </a:lnTo>
                  <a:lnTo>
                    <a:pt x="1277" y="5880"/>
                  </a:lnTo>
                  <a:lnTo>
                    <a:pt x="1340" y="5922"/>
                  </a:lnTo>
                  <a:lnTo>
                    <a:pt x="1403" y="6006"/>
                  </a:lnTo>
                  <a:lnTo>
                    <a:pt x="1486" y="6089"/>
                  </a:lnTo>
                  <a:lnTo>
                    <a:pt x="2491" y="6319"/>
                  </a:lnTo>
                  <a:lnTo>
                    <a:pt x="2595" y="6424"/>
                  </a:lnTo>
                  <a:lnTo>
                    <a:pt x="3118" y="6215"/>
                  </a:lnTo>
                  <a:lnTo>
                    <a:pt x="3746" y="5964"/>
                  </a:lnTo>
                  <a:lnTo>
                    <a:pt x="8391" y="8307"/>
                  </a:lnTo>
                  <a:lnTo>
                    <a:pt x="8391" y="8098"/>
                  </a:lnTo>
                  <a:lnTo>
                    <a:pt x="8935" y="8056"/>
                  </a:lnTo>
                  <a:lnTo>
                    <a:pt x="8705" y="2344"/>
                  </a:lnTo>
                  <a:lnTo>
                    <a:pt x="8621" y="2051"/>
                  </a:lnTo>
                  <a:lnTo>
                    <a:pt x="8580" y="1905"/>
                  </a:lnTo>
                  <a:lnTo>
                    <a:pt x="8621" y="1716"/>
                  </a:lnTo>
                  <a:lnTo>
                    <a:pt x="8705" y="1507"/>
                  </a:lnTo>
                  <a:lnTo>
                    <a:pt x="8705" y="1381"/>
                  </a:lnTo>
                  <a:lnTo>
                    <a:pt x="8663" y="1214"/>
                  </a:lnTo>
                  <a:lnTo>
                    <a:pt x="8705" y="984"/>
                  </a:lnTo>
                  <a:lnTo>
                    <a:pt x="8726" y="879"/>
                  </a:lnTo>
                  <a:lnTo>
                    <a:pt x="8684" y="733"/>
                  </a:lnTo>
                  <a:lnTo>
                    <a:pt x="8600" y="649"/>
                  </a:lnTo>
                  <a:lnTo>
                    <a:pt x="8496" y="628"/>
                  </a:lnTo>
                  <a:lnTo>
                    <a:pt x="8391" y="649"/>
                  </a:lnTo>
                  <a:lnTo>
                    <a:pt x="7994" y="586"/>
                  </a:lnTo>
                  <a:lnTo>
                    <a:pt x="7931" y="524"/>
                  </a:lnTo>
                  <a:lnTo>
                    <a:pt x="7764" y="524"/>
                  </a:lnTo>
                  <a:lnTo>
                    <a:pt x="7575" y="461"/>
                  </a:lnTo>
                  <a:lnTo>
                    <a:pt x="7533" y="377"/>
                  </a:lnTo>
                  <a:lnTo>
                    <a:pt x="7575" y="356"/>
                  </a:lnTo>
                  <a:lnTo>
                    <a:pt x="7554" y="314"/>
                  </a:lnTo>
                  <a:lnTo>
                    <a:pt x="7324" y="168"/>
                  </a:lnTo>
                  <a:lnTo>
                    <a:pt x="7199" y="168"/>
                  </a:lnTo>
                  <a:lnTo>
                    <a:pt x="7010" y="126"/>
                  </a:lnTo>
                  <a:lnTo>
                    <a:pt x="6948" y="105"/>
                  </a:lnTo>
                  <a:lnTo>
                    <a:pt x="6885" y="147"/>
                  </a:lnTo>
                  <a:lnTo>
                    <a:pt x="6780" y="63"/>
                  </a:lnTo>
                  <a:lnTo>
                    <a:pt x="6717" y="63"/>
                  </a:lnTo>
                  <a:lnTo>
                    <a:pt x="6529" y="168"/>
                  </a:lnTo>
                  <a:lnTo>
                    <a:pt x="6257" y="210"/>
                  </a:lnTo>
                  <a:lnTo>
                    <a:pt x="6006" y="314"/>
                  </a:lnTo>
                  <a:lnTo>
                    <a:pt x="5880" y="440"/>
                  </a:lnTo>
                  <a:lnTo>
                    <a:pt x="5839" y="586"/>
                  </a:lnTo>
                  <a:lnTo>
                    <a:pt x="5776" y="670"/>
                  </a:lnTo>
                  <a:lnTo>
                    <a:pt x="5755" y="963"/>
                  </a:lnTo>
                  <a:lnTo>
                    <a:pt x="5859" y="1109"/>
                  </a:lnTo>
                  <a:lnTo>
                    <a:pt x="5943" y="1361"/>
                  </a:lnTo>
                  <a:lnTo>
                    <a:pt x="5880" y="1486"/>
                  </a:lnTo>
                  <a:lnTo>
                    <a:pt x="5734" y="1633"/>
                  </a:lnTo>
                  <a:lnTo>
                    <a:pt x="5692" y="1695"/>
                  </a:lnTo>
                  <a:lnTo>
                    <a:pt x="5525" y="1842"/>
                  </a:lnTo>
                  <a:lnTo>
                    <a:pt x="5378" y="1905"/>
                  </a:lnTo>
                  <a:lnTo>
                    <a:pt x="5148" y="1800"/>
                  </a:lnTo>
                  <a:lnTo>
                    <a:pt x="4918" y="1612"/>
                  </a:lnTo>
                  <a:lnTo>
                    <a:pt x="4730" y="1486"/>
                  </a:lnTo>
                  <a:lnTo>
                    <a:pt x="4479" y="1319"/>
                  </a:lnTo>
                  <a:lnTo>
                    <a:pt x="4060" y="1172"/>
                  </a:lnTo>
                  <a:lnTo>
                    <a:pt x="3872" y="1151"/>
                  </a:lnTo>
                  <a:lnTo>
                    <a:pt x="3788" y="1172"/>
                  </a:lnTo>
                  <a:lnTo>
                    <a:pt x="3579" y="1172"/>
                  </a:lnTo>
                  <a:lnTo>
                    <a:pt x="3390" y="1068"/>
                  </a:lnTo>
                  <a:lnTo>
                    <a:pt x="3223" y="733"/>
                  </a:lnTo>
                  <a:lnTo>
                    <a:pt x="3223" y="545"/>
                  </a:lnTo>
                  <a:lnTo>
                    <a:pt x="3056" y="356"/>
                  </a:lnTo>
                  <a:lnTo>
                    <a:pt x="2700" y="314"/>
                  </a:lnTo>
                  <a:lnTo>
                    <a:pt x="2512" y="168"/>
                  </a:lnTo>
                  <a:lnTo>
                    <a:pt x="2198" y="168"/>
                  </a:lnTo>
                  <a:lnTo>
                    <a:pt x="2010" y="105"/>
                  </a:lnTo>
                  <a:lnTo>
                    <a:pt x="1591" y="168"/>
                  </a:lnTo>
                  <a:lnTo>
                    <a:pt x="1298" y="126"/>
                  </a:lnTo>
                  <a:lnTo>
                    <a:pt x="1194" y="21"/>
                  </a:lnTo>
                  <a:lnTo>
                    <a:pt x="106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0" name="Google Shape;7862;p67">
              <a:extLst>
                <a:ext uri="{FF2B5EF4-FFF2-40B4-BE49-F238E27FC236}">
                  <a16:creationId xmlns:a16="http://schemas.microsoft.com/office/drawing/2014/main" id="{DB0D4B64-A5F7-A35B-2C10-BD94E3848D5B}"/>
                </a:ext>
              </a:extLst>
            </p:cNvPr>
            <p:cNvSpPr/>
            <p:nvPr/>
          </p:nvSpPr>
          <p:spPr>
            <a:xfrm>
              <a:off x="3792975" y="2679900"/>
              <a:ext cx="57050" cy="111450"/>
            </a:xfrm>
            <a:custGeom>
              <a:avLst/>
              <a:gdLst/>
              <a:ahLst/>
              <a:cxnLst/>
              <a:rect l="l" t="t" r="r" b="b"/>
              <a:pathLst>
                <a:path w="2282" h="4458" extrusionOk="0">
                  <a:moveTo>
                    <a:pt x="1235" y="0"/>
                  </a:moveTo>
                  <a:lnTo>
                    <a:pt x="1110" y="21"/>
                  </a:lnTo>
                  <a:lnTo>
                    <a:pt x="1110" y="105"/>
                  </a:lnTo>
                  <a:lnTo>
                    <a:pt x="1026" y="21"/>
                  </a:lnTo>
                  <a:lnTo>
                    <a:pt x="859" y="42"/>
                  </a:lnTo>
                  <a:lnTo>
                    <a:pt x="650" y="147"/>
                  </a:lnTo>
                  <a:lnTo>
                    <a:pt x="524" y="272"/>
                  </a:lnTo>
                  <a:lnTo>
                    <a:pt x="503" y="356"/>
                  </a:lnTo>
                  <a:lnTo>
                    <a:pt x="524" y="440"/>
                  </a:lnTo>
                  <a:lnTo>
                    <a:pt x="503" y="586"/>
                  </a:lnTo>
                  <a:lnTo>
                    <a:pt x="503" y="775"/>
                  </a:lnTo>
                  <a:lnTo>
                    <a:pt x="399" y="1047"/>
                  </a:lnTo>
                  <a:lnTo>
                    <a:pt x="440" y="1193"/>
                  </a:lnTo>
                  <a:lnTo>
                    <a:pt x="503" y="1298"/>
                  </a:lnTo>
                  <a:lnTo>
                    <a:pt x="524" y="1319"/>
                  </a:lnTo>
                  <a:lnTo>
                    <a:pt x="482" y="1381"/>
                  </a:lnTo>
                  <a:lnTo>
                    <a:pt x="419" y="1465"/>
                  </a:lnTo>
                  <a:lnTo>
                    <a:pt x="503" y="1528"/>
                  </a:lnTo>
                  <a:lnTo>
                    <a:pt x="440" y="1591"/>
                  </a:lnTo>
                  <a:lnTo>
                    <a:pt x="419" y="1800"/>
                  </a:lnTo>
                  <a:lnTo>
                    <a:pt x="336" y="1842"/>
                  </a:lnTo>
                  <a:lnTo>
                    <a:pt x="294" y="1925"/>
                  </a:lnTo>
                  <a:lnTo>
                    <a:pt x="210" y="1946"/>
                  </a:lnTo>
                  <a:lnTo>
                    <a:pt x="85" y="2114"/>
                  </a:lnTo>
                  <a:lnTo>
                    <a:pt x="1" y="2365"/>
                  </a:lnTo>
                  <a:lnTo>
                    <a:pt x="64" y="2407"/>
                  </a:lnTo>
                  <a:lnTo>
                    <a:pt x="106" y="2553"/>
                  </a:lnTo>
                  <a:lnTo>
                    <a:pt x="85" y="2616"/>
                  </a:lnTo>
                  <a:lnTo>
                    <a:pt x="168" y="2741"/>
                  </a:lnTo>
                  <a:lnTo>
                    <a:pt x="210" y="2741"/>
                  </a:lnTo>
                  <a:lnTo>
                    <a:pt x="399" y="2888"/>
                  </a:lnTo>
                  <a:lnTo>
                    <a:pt x="419" y="3034"/>
                  </a:lnTo>
                  <a:lnTo>
                    <a:pt x="545" y="3076"/>
                  </a:lnTo>
                  <a:lnTo>
                    <a:pt x="608" y="3139"/>
                  </a:lnTo>
                  <a:lnTo>
                    <a:pt x="712" y="3160"/>
                  </a:lnTo>
                  <a:lnTo>
                    <a:pt x="838" y="3306"/>
                  </a:lnTo>
                  <a:lnTo>
                    <a:pt x="1215" y="4457"/>
                  </a:lnTo>
                  <a:lnTo>
                    <a:pt x="1277" y="4457"/>
                  </a:lnTo>
                  <a:lnTo>
                    <a:pt x="1319" y="4436"/>
                  </a:lnTo>
                  <a:lnTo>
                    <a:pt x="1424" y="4394"/>
                  </a:lnTo>
                  <a:lnTo>
                    <a:pt x="1466" y="4290"/>
                  </a:lnTo>
                  <a:lnTo>
                    <a:pt x="1487" y="4227"/>
                  </a:lnTo>
                  <a:lnTo>
                    <a:pt x="1487" y="4185"/>
                  </a:lnTo>
                  <a:lnTo>
                    <a:pt x="1528" y="4143"/>
                  </a:lnTo>
                  <a:lnTo>
                    <a:pt x="1528" y="4018"/>
                  </a:lnTo>
                  <a:lnTo>
                    <a:pt x="1466" y="3829"/>
                  </a:lnTo>
                  <a:lnTo>
                    <a:pt x="1487" y="3767"/>
                  </a:lnTo>
                  <a:lnTo>
                    <a:pt x="1487" y="3683"/>
                  </a:lnTo>
                  <a:lnTo>
                    <a:pt x="1570" y="3620"/>
                  </a:lnTo>
                  <a:lnTo>
                    <a:pt x="1696" y="3620"/>
                  </a:lnTo>
                  <a:lnTo>
                    <a:pt x="1800" y="3495"/>
                  </a:lnTo>
                  <a:lnTo>
                    <a:pt x="1800" y="3411"/>
                  </a:lnTo>
                  <a:lnTo>
                    <a:pt x="2156" y="3202"/>
                  </a:lnTo>
                  <a:lnTo>
                    <a:pt x="2282" y="3034"/>
                  </a:lnTo>
                  <a:lnTo>
                    <a:pt x="2219" y="2972"/>
                  </a:lnTo>
                  <a:lnTo>
                    <a:pt x="2177" y="2762"/>
                  </a:lnTo>
                  <a:lnTo>
                    <a:pt x="2198" y="2721"/>
                  </a:lnTo>
                  <a:lnTo>
                    <a:pt x="2156" y="2679"/>
                  </a:lnTo>
                  <a:lnTo>
                    <a:pt x="1968" y="2574"/>
                  </a:lnTo>
                  <a:lnTo>
                    <a:pt x="1947" y="2532"/>
                  </a:lnTo>
                  <a:lnTo>
                    <a:pt x="1947" y="2448"/>
                  </a:lnTo>
                  <a:lnTo>
                    <a:pt x="1863" y="2407"/>
                  </a:lnTo>
                  <a:lnTo>
                    <a:pt x="1842" y="2428"/>
                  </a:lnTo>
                  <a:lnTo>
                    <a:pt x="1842" y="2469"/>
                  </a:lnTo>
                  <a:lnTo>
                    <a:pt x="1779" y="2511"/>
                  </a:lnTo>
                  <a:lnTo>
                    <a:pt x="1696" y="2469"/>
                  </a:lnTo>
                  <a:lnTo>
                    <a:pt x="1675" y="2365"/>
                  </a:lnTo>
                  <a:lnTo>
                    <a:pt x="1591" y="2407"/>
                  </a:lnTo>
                  <a:lnTo>
                    <a:pt x="1424" y="2260"/>
                  </a:lnTo>
                  <a:lnTo>
                    <a:pt x="1340" y="2114"/>
                  </a:lnTo>
                  <a:lnTo>
                    <a:pt x="1382" y="1925"/>
                  </a:lnTo>
                  <a:lnTo>
                    <a:pt x="1675" y="1737"/>
                  </a:lnTo>
                  <a:lnTo>
                    <a:pt x="1842" y="1570"/>
                  </a:lnTo>
                  <a:lnTo>
                    <a:pt x="1884" y="1507"/>
                  </a:lnTo>
                  <a:lnTo>
                    <a:pt x="1842" y="1465"/>
                  </a:lnTo>
                  <a:lnTo>
                    <a:pt x="1884" y="1381"/>
                  </a:lnTo>
                  <a:lnTo>
                    <a:pt x="1863" y="1298"/>
                  </a:lnTo>
                  <a:lnTo>
                    <a:pt x="1842" y="1277"/>
                  </a:lnTo>
                  <a:lnTo>
                    <a:pt x="1842" y="1088"/>
                  </a:lnTo>
                  <a:lnTo>
                    <a:pt x="1654" y="1005"/>
                  </a:lnTo>
                  <a:lnTo>
                    <a:pt x="1528" y="837"/>
                  </a:lnTo>
                  <a:lnTo>
                    <a:pt x="1549" y="670"/>
                  </a:lnTo>
                  <a:lnTo>
                    <a:pt x="1675" y="586"/>
                  </a:lnTo>
                  <a:lnTo>
                    <a:pt x="1696" y="482"/>
                  </a:lnTo>
                  <a:lnTo>
                    <a:pt x="1800" y="314"/>
                  </a:lnTo>
                  <a:lnTo>
                    <a:pt x="1800" y="210"/>
                  </a:lnTo>
                  <a:lnTo>
                    <a:pt x="1759" y="147"/>
                  </a:lnTo>
                  <a:lnTo>
                    <a:pt x="1549" y="335"/>
                  </a:lnTo>
                  <a:lnTo>
                    <a:pt x="1487" y="419"/>
                  </a:lnTo>
                  <a:lnTo>
                    <a:pt x="1424" y="377"/>
                  </a:lnTo>
                  <a:lnTo>
                    <a:pt x="1340" y="168"/>
                  </a:lnTo>
                  <a:lnTo>
                    <a:pt x="1277" y="168"/>
                  </a:lnTo>
                  <a:lnTo>
                    <a:pt x="1277" y="63"/>
                  </a:lnTo>
                  <a:lnTo>
                    <a:pt x="123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1" name="Google Shape;7863;p67">
              <a:extLst>
                <a:ext uri="{FF2B5EF4-FFF2-40B4-BE49-F238E27FC236}">
                  <a16:creationId xmlns:a16="http://schemas.microsoft.com/office/drawing/2014/main" id="{4D51BBB9-8B8D-C4C0-8EF8-5143FB39E6D0}"/>
                </a:ext>
              </a:extLst>
            </p:cNvPr>
            <p:cNvSpPr/>
            <p:nvPr/>
          </p:nvSpPr>
          <p:spPr>
            <a:xfrm>
              <a:off x="3568575" y="2683550"/>
              <a:ext cx="289825" cy="280400"/>
            </a:xfrm>
            <a:custGeom>
              <a:avLst/>
              <a:gdLst/>
              <a:ahLst/>
              <a:cxnLst/>
              <a:rect l="l" t="t" r="r" b="b"/>
              <a:pathLst>
                <a:path w="11593" h="11216" extrusionOk="0">
                  <a:moveTo>
                    <a:pt x="8307" y="1"/>
                  </a:moveTo>
                  <a:lnTo>
                    <a:pt x="8161" y="22"/>
                  </a:lnTo>
                  <a:lnTo>
                    <a:pt x="8140" y="106"/>
                  </a:lnTo>
                  <a:lnTo>
                    <a:pt x="8035" y="126"/>
                  </a:lnTo>
                  <a:lnTo>
                    <a:pt x="7994" y="210"/>
                  </a:lnTo>
                  <a:lnTo>
                    <a:pt x="7910" y="189"/>
                  </a:lnTo>
                  <a:lnTo>
                    <a:pt x="7805" y="189"/>
                  </a:lnTo>
                  <a:lnTo>
                    <a:pt x="7701" y="294"/>
                  </a:lnTo>
                  <a:lnTo>
                    <a:pt x="7575" y="294"/>
                  </a:lnTo>
                  <a:lnTo>
                    <a:pt x="7491" y="168"/>
                  </a:lnTo>
                  <a:lnTo>
                    <a:pt x="7324" y="168"/>
                  </a:lnTo>
                  <a:lnTo>
                    <a:pt x="7261" y="126"/>
                  </a:lnTo>
                  <a:lnTo>
                    <a:pt x="7115" y="168"/>
                  </a:lnTo>
                  <a:lnTo>
                    <a:pt x="6989" y="126"/>
                  </a:lnTo>
                  <a:lnTo>
                    <a:pt x="6947" y="168"/>
                  </a:lnTo>
                  <a:lnTo>
                    <a:pt x="6843" y="106"/>
                  </a:lnTo>
                  <a:lnTo>
                    <a:pt x="6759" y="126"/>
                  </a:lnTo>
                  <a:lnTo>
                    <a:pt x="6696" y="273"/>
                  </a:lnTo>
                  <a:lnTo>
                    <a:pt x="6571" y="273"/>
                  </a:lnTo>
                  <a:lnTo>
                    <a:pt x="6466" y="210"/>
                  </a:lnTo>
                  <a:lnTo>
                    <a:pt x="6320" y="336"/>
                  </a:lnTo>
                  <a:lnTo>
                    <a:pt x="6236" y="336"/>
                  </a:lnTo>
                  <a:lnTo>
                    <a:pt x="6110" y="273"/>
                  </a:lnTo>
                  <a:lnTo>
                    <a:pt x="5964" y="315"/>
                  </a:lnTo>
                  <a:lnTo>
                    <a:pt x="5629" y="315"/>
                  </a:lnTo>
                  <a:lnTo>
                    <a:pt x="5336" y="524"/>
                  </a:lnTo>
                  <a:lnTo>
                    <a:pt x="5190" y="545"/>
                  </a:lnTo>
                  <a:lnTo>
                    <a:pt x="5106" y="545"/>
                  </a:lnTo>
                  <a:lnTo>
                    <a:pt x="4981" y="629"/>
                  </a:lnTo>
                  <a:lnTo>
                    <a:pt x="4960" y="712"/>
                  </a:lnTo>
                  <a:lnTo>
                    <a:pt x="4897" y="817"/>
                  </a:lnTo>
                  <a:lnTo>
                    <a:pt x="4813" y="817"/>
                  </a:lnTo>
                  <a:lnTo>
                    <a:pt x="4792" y="796"/>
                  </a:lnTo>
                  <a:lnTo>
                    <a:pt x="4709" y="796"/>
                  </a:lnTo>
                  <a:lnTo>
                    <a:pt x="4646" y="817"/>
                  </a:lnTo>
                  <a:lnTo>
                    <a:pt x="4604" y="859"/>
                  </a:lnTo>
                  <a:lnTo>
                    <a:pt x="4457" y="901"/>
                  </a:lnTo>
                  <a:lnTo>
                    <a:pt x="4332" y="942"/>
                  </a:lnTo>
                  <a:lnTo>
                    <a:pt x="4248" y="1026"/>
                  </a:lnTo>
                  <a:lnTo>
                    <a:pt x="4227" y="1068"/>
                  </a:lnTo>
                  <a:lnTo>
                    <a:pt x="4123" y="1214"/>
                  </a:lnTo>
                  <a:lnTo>
                    <a:pt x="3934" y="1256"/>
                  </a:lnTo>
                  <a:lnTo>
                    <a:pt x="3767" y="1256"/>
                  </a:lnTo>
                  <a:lnTo>
                    <a:pt x="3830" y="1340"/>
                  </a:lnTo>
                  <a:lnTo>
                    <a:pt x="3851" y="1382"/>
                  </a:lnTo>
                  <a:lnTo>
                    <a:pt x="3913" y="1486"/>
                  </a:lnTo>
                  <a:lnTo>
                    <a:pt x="3934" y="1591"/>
                  </a:lnTo>
                  <a:lnTo>
                    <a:pt x="3955" y="1633"/>
                  </a:lnTo>
                  <a:lnTo>
                    <a:pt x="3955" y="1800"/>
                  </a:lnTo>
                  <a:lnTo>
                    <a:pt x="3955" y="2051"/>
                  </a:lnTo>
                  <a:lnTo>
                    <a:pt x="3976" y="2114"/>
                  </a:lnTo>
                  <a:lnTo>
                    <a:pt x="4039" y="2575"/>
                  </a:lnTo>
                  <a:lnTo>
                    <a:pt x="4123" y="2721"/>
                  </a:lnTo>
                  <a:lnTo>
                    <a:pt x="4144" y="2847"/>
                  </a:lnTo>
                  <a:lnTo>
                    <a:pt x="4227" y="2847"/>
                  </a:lnTo>
                  <a:lnTo>
                    <a:pt x="4269" y="2909"/>
                  </a:lnTo>
                  <a:lnTo>
                    <a:pt x="4353" y="2930"/>
                  </a:lnTo>
                  <a:lnTo>
                    <a:pt x="4395" y="2951"/>
                  </a:lnTo>
                  <a:lnTo>
                    <a:pt x="4332" y="3119"/>
                  </a:lnTo>
                  <a:lnTo>
                    <a:pt x="4353" y="3160"/>
                  </a:lnTo>
                  <a:lnTo>
                    <a:pt x="4269" y="3265"/>
                  </a:lnTo>
                  <a:lnTo>
                    <a:pt x="3600" y="3265"/>
                  </a:lnTo>
                  <a:lnTo>
                    <a:pt x="3453" y="3307"/>
                  </a:lnTo>
                  <a:lnTo>
                    <a:pt x="3307" y="3516"/>
                  </a:lnTo>
                  <a:lnTo>
                    <a:pt x="3202" y="3621"/>
                  </a:lnTo>
                  <a:lnTo>
                    <a:pt x="3118" y="3746"/>
                  </a:lnTo>
                  <a:lnTo>
                    <a:pt x="3139" y="3935"/>
                  </a:lnTo>
                  <a:lnTo>
                    <a:pt x="3097" y="4060"/>
                  </a:lnTo>
                  <a:lnTo>
                    <a:pt x="2700" y="4311"/>
                  </a:lnTo>
                  <a:lnTo>
                    <a:pt x="2072" y="4688"/>
                  </a:lnTo>
                  <a:lnTo>
                    <a:pt x="1612" y="4939"/>
                  </a:lnTo>
                  <a:lnTo>
                    <a:pt x="1361" y="5002"/>
                  </a:lnTo>
                  <a:lnTo>
                    <a:pt x="1152" y="5002"/>
                  </a:lnTo>
                  <a:lnTo>
                    <a:pt x="1047" y="5043"/>
                  </a:lnTo>
                  <a:lnTo>
                    <a:pt x="880" y="5043"/>
                  </a:lnTo>
                  <a:lnTo>
                    <a:pt x="587" y="5106"/>
                  </a:lnTo>
                  <a:lnTo>
                    <a:pt x="398" y="5211"/>
                  </a:lnTo>
                  <a:lnTo>
                    <a:pt x="294" y="5357"/>
                  </a:lnTo>
                  <a:lnTo>
                    <a:pt x="43" y="5546"/>
                  </a:lnTo>
                  <a:lnTo>
                    <a:pt x="43" y="6048"/>
                  </a:lnTo>
                  <a:lnTo>
                    <a:pt x="1" y="6194"/>
                  </a:lnTo>
                  <a:lnTo>
                    <a:pt x="2093" y="7617"/>
                  </a:lnTo>
                  <a:lnTo>
                    <a:pt x="5901" y="10128"/>
                  </a:lnTo>
                  <a:lnTo>
                    <a:pt x="5943" y="10379"/>
                  </a:lnTo>
                  <a:lnTo>
                    <a:pt x="6069" y="10484"/>
                  </a:lnTo>
                  <a:lnTo>
                    <a:pt x="6278" y="10484"/>
                  </a:lnTo>
                  <a:lnTo>
                    <a:pt x="6445" y="10546"/>
                  </a:lnTo>
                  <a:lnTo>
                    <a:pt x="6550" y="10672"/>
                  </a:lnTo>
                  <a:lnTo>
                    <a:pt x="6696" y="10735"/>
                  </a:lnTo>
                  <a:lnTo>
                    <a:pt x="6801" y="10797"/>
                  </a:lnTo>
                  <a:lnTo>
                    <a:pt x="6801" y="10902"/>
                  </a:lnTo>
                  <a:lnTo>
                    <a:pt x="6738" y="11090"/>
                  </a:lnTo>
                  <a:lnTo>
                    <a:pt x="6780" y="11174"/>
                  </a:lnTo>
                  <a:lnTo>
                    <a:pt x="6906" y="11216"/>
                  </a:lnTo>
                  <a:lnTo>
                    <a:pt x="7178" y="11195"/>
                  </a:lnTo>
                  <a:lnTo>
                    <a:pt x="7408" y="11111"/>
                  </a:lnTo>
                  <a:lnTo>
                    <a:pt x="8266" y="10902"/>
                  </a:lnTo>
                  <a:lnTo>
                    <a:pt x="8998" y="10253"/>
                  </a:lnTo>
                  <a:lnTo>
                    <a:pt x="11592" y="8663"/>
                  </a:lnTo>
                  <a:lnTo>
                    <a:pt x="11509" y="8580"/>
                  </a:lnTo>
                  <a:lnTo>
                    <a:pt x="11446" y="8496"/>
                  </a:lnTo>
                  <a:lnTo>
                    <a:pt x="11383" y="8454"/>
                  </a:lnTo>
                  <a:lnTo>
                    <a:pt x="11279" y="8224"/>
                  </a:lnTo>
                  <a:lnTo>
                    <a:pt x="11195" y="8077"/>
                  </a:lnTo>
                  <a:lnTo>
                    <a:pt x="11090" y="8015"/>
                  </a:lnTo>
                  <a:lnTo>
                    <a:pt x="10651" y="8015"/>
                  </a:lnTo>
                  <a:lnTo>
                    <a:pt x="10567" y="7931"/>
                  </a:lnTo>
                  <a:lnTo>
                    <a:pt x="10546" y="7826"/>
                  </a:lnTo>
                  <a:lnTo>
                    <a:pt x="10504" y="7743"/>
                  </a:lnTo>
                  <a:lnTo>
                    <a:pt x="10463" y="7596"/>
                  </a:lnTo>
                  <a:lnTo>
                    <a:pt x="10504" y="7512"/>
                  </a:lnTo>
                  <a:lnTo>
                    <a:pt x="10463" y="7387"/>
                  </a:lnTo>
                  <a:lnTo>
                    <a:pt x="10421" y="7345"/>
                  </a:lnTo>
                  <a:lnTo>
                    <a:pt x="10316" y="7115"/>
                  </a:lnTo>
                  <a:lnTo>
                    <a:pt x="10191" y="6927"/>
                  </a:lnTo>
                  <a:lnTo>
                    <a:pt x="10107" y="6864"/>
                  </a:lnTo>
                  <a:lnTo>
                    <a:pt x="10149" y="6801"/>
                  </a:lnTo>
                  <a:lnTo>
                    <a:pt x="10191" y="6759"/>
                  </a:lnTo>
                  <a:lnTo>
                    <a:pt x="10316" y="6655"/>
                  </a:lnTo>
                  <a:lnTo>
                    <a:pt x="10358" y="6571"/>
                  </a:lnTo>
                  <a:lnTo>
                    <a:pt x="10337" y="6362"/>
                  </a:lnTo>
                  <a:lnTo>
                    <a:pt x="10295" y="6236"/>
                  </a:lnTo>
                  <a:lnTo>
                    <a:pt x="10316" y="6173"/>
                  </a:lnTo>
                  <a:lnTo>
                    <a:pt x="10358" y="5860"/>
                  </a:lnTo>
                  <a:lnTo>
                    <a:pt x="10295" y="5713"/>
                  </a:lnTo>
                  <a:lnTo>
                    <a:pt x="10295" y="5399"/>
                  </a:lnTo>
                  <a:lnTo>
                    <a:pt x="10295" y="5336"/>
                  </a:lnTo>
                  <a:lnTo>
                    <a:pt x="10253" y="5127"/>
                  </a:lnTo>
                  <a:lnTo>
                    <a:pt x="10253" y="4730"/>
                  </a:lnTo>
                  <a:lnTo>
                    <a:pt x="10191" y="4604"/>
                  </a:lnTo>
                  <a:lnTo>
                    <a:pt x="10128" y="4583"/>
                  </a:lnTo>
                  <a:lnTo>
                    <a:pt x="10128" y="4374"/>
                  </a:lnTo>
                  <a:lnTo>
                    <a:pt x="10191" y="4311"/>
                  </a:lnTo>
                  <a:lnTo>
                    <a:pt x="9814" y="3160"/>
                  </a:lnTo>
                  <a:lnTo>
                    <a:pt x="9688" y="3014"/>
                  </a:lnTo>
                  <a:lnTo>
                    <a:pt x="9584" y="2993"/>
                  </a:lnTo>
                  <a:lnTo>
                    <a:pt x="9521" y="2930"/>
                  </a:lnTo>
                  <a:lnTo>
                    <a:pt x="9395" y="2888"/>
                  </a:lnTo>
                  <a:lnTo>
                    <a:pt x="9375" y="2742"/>
                  </a:lnTo>
                  <a:lnTo>
                    <a:pt x="9186" y="2595"/>
                  </a:lnTo>
                  <a:lnTo>
                    <a:pt x="9144" y="2595"/>
                  </a:lnTo>
                  <a:lnTo>
                    <a:pt x="9061" y="2470"/>
                  </a:lnTo>
                  <a:lnTo>
                    <a:pt x="9082" y="2407"/>
                  </a:lnTo>
                  <a:lnTo>
                    <a:pt x="9040" y="2261"/>
                  </a:lnTo>
                  <a:lnTo>
                    <a:pt x="8977" y="2219"/>
                  </a:lnTo>
                  <a:lnTo>
                    <a:pt x="9061" y="1968"/>
                  </a:lnTo>
                  <a:lnTo>
                    <a:pt x="9186" y="1800"/>
                  </a:lnTo>
                  <a:lnTo>
                    <a:pt x="9270" y="1779"/>
                  </a:lnTo>
                  <a:lnTo>
                    <a:pt x="9312" y="1696"/>
                  </a:lnTo>
                  <a:lnTo>
                    <a:pt x="9395" y="1654"/>
                  </a:lnTo>
                  <a:lnTo>
                    <a:pt x="9416" y="1445"/>
                  </a:lnTo>
                  <a:lnTo>
                    <a:pt x="9479" y="1382"/>
                  </a:lnTo>
                  <a:lnTo>
                    <a:pt x="9395" y="1319"/>
                  </a:lnTo>
                  <a:lnTo>
                    <a:pt x="9458" y="1235"/>
                  </a:lnTo>
                  <a:lnTo>
                    <a:pt x="9500" y="1173"/>
                  </a:lnTo>
                  <a:lnTo>
                    <a:pt x="9479" y="1152"/>
                  </a:lnTo>
                  <a:lnTo>
                    <a:pt x="9416" y="1047"/>
                  </a:lnTo>
                  <a:lnTo>
                    <a:pt x="9375" y="901"/>
                  </a:lnTo>
                  <a:lnTo>
                    <a:pt x="9479" y="629"/>
                  </a:lnTo>
                  <a:lnTo>
                    <a:pt x="9479" y="440"/>
                  </a:lnTo>
                  <a:lnTo>
                    <a:pt x="9500" y="294"/>
                  </a:lnTo>
                  <a:lnTo>
                    <a:pt x="9479" y="210"/>
                  </a:lnTo>
                  <a:lnTo>
                    <a:pt x="9500" y="126"/>
                  </a:lnTo>
                  <a:lnTo>
                    <a:pt x="9479" y="106"/>
                  </a:lnTo>
                  <a:lnTo>
                    <a:pt x="9291" y="126"/>
                  </a:lnTo>
                  <a:lnTo>
                    <a:pt x="9207" y="106"/>
                  </a:lnTo>
                  <a:lnTo>
                    <a:pt x="8977" y="189"/>
                  </a:lnTo>
                  <a:lnTo>
                    <a:pt x="8851" y="85"/>
                  </a:lnTo>
                  <a:lnTo>
                    <a:pt x="8684" y="22"/>
                  </a:lnTo>
                  <a:lnTo>
                    <a:pt x="8684" y="85"/>
                  </a:lnTo>
                  <a:lnTo>
                    <a:pt x="8579" y="189"/>
                  </a:lnTo>
                  <a:lnTo>
                    <a:pt x="8370" y="168"/>
                  </a:lnTo>
                  <a:lnTo>
                    <a:pt x="8370" y="64"/>
                  </a:lnTo>
                  <a:lnTo>
                    <a:pt x="830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2" name="Google Shape;7864;p67">
              <a:extLst>
                <a:ext uri="{FF2B5EF4-FFF2-40B4-BE49-F238E27FC236}">
                  <a16:creationId xmlns:a16="http://schemas.microsoft.com/office/drawing/2014/main" id="{C4905413-7C7B-B433-8210-2782EAAD0A02}"/>
                </a:ext>
              </a:extLst>
            </p:cNvPr>
            <p:cNvSpPr/>
            <p:nvPr/>
          </p:nvSpPr>
          <p:spPr>
            <a:xfrm>
              <a:off x="3511050" y="2702400"/>
              <a:ext cx="167400" cy="132350"/>
            </a:xfrm>
            <a:custGeom>
              <a:avLst/>
              <a:gdLst/>
              <a:ahLst/>
              <a:cxnLst/>
              <a:rect l="l" t="t" r="r" b="b"/>
              <a:pathLst>
                <a:path w="6696" h="5294" extrusionOk="0">
                  <a:moveTo>
                    <a:pt x="4269" y="0"/>
                  </a:moveTo>
                  <a:lnTo>
                    <a:pt x="4164" y="42"/>
                  </a:lnTo>
                  <a:lnTo>
                    <a:pt x="4122" y="84"/>
                  </a:lnTo>
                  <a:lnTo>
                    <a:pt x="4038" y="84"/>
                  </a:lnTo>
                  <a:lnTo>
                    <a:pt x="3913" y="188"/>
                  </a:lnTo>
                  <a:lnTo>
                    <a:pt x="3871" y="502"/>
                  </a:lnTo>
                  <a:lnTo>
                    <a:pt x="3766" y="691"/>
                  </a:lnTo>
                  <a:lnTo>
                    <a:pt x="3745" y="921"/>
                  </a:lnTo>
                  <a:lnTo>
                    <a:pt x="3662" y="1046"/>
                  </a:lnTo>
                  <a:lnTo>
                    <a:pt x="3411" y="1318"/>
                  </a:lnTo>
                  <a:lnTo>
                    <a:pt x="3327" y="1318"/>
                  </a:lnTo>
                  <a:lnTo>
                    <a:pt x="3222" y="1402"/>
                  </a:lnTo>
                  <a:lnTo>
                    <a:pt x="2992" y="1465"/>
                  </a:lnTo>
                  <a:lnTo>
                    <a:pt x="2825" y="1632"/>
                  </a:lnTo>
                  <a:lnTo>
                    <a:pt x="2783" y="1632"/>
                  </a:lnTo>
                  <a:lnTo>
                    <a:pt x="2553" y="1779"/>
                  </a:lnTo>
                  <a:lnTo>
                    <a:pt x="2406" y="1841"/>
                  </a:lnTo>
                  <a:lnTo>
                    <a:pt x="2344" y="1967"/>
                  </a:lnTo>
                  <a:lnTo>
                    <a:pt x="2072" y="2155"/>
                  </a:lnTo>
                  <a:lnTo>
                    <a:pt x="2155" y="2365"/>
                  </a:lnTo>
                  <a:lnTo>
                    <a:pt x="2155" y="2490"/>
                  </a:lnTo>
                  <a:lnTo>
                    <a:pt x="1925" y="2699"/>
                  </a:lnTo>
                  <a:lnTo>
                    <a:pt x="1758" y="3013"/>
                  </a:lnTo>
                  <a:lnTo>
                    <a:pt x="1758" y="3118"/>
                  </a:lnTo>
                  <a:lnTo>
                    <a:pt x="1862" y="3327"/>
                  </a:lnTo>
                  <a:lnTo>
                    <a:pt x="1779" y="3536"/>
                  </a:lnTo>
                  <a:lnTo>
                    <a:pt x="1841" y="3599"/>
                  </a:lnTo>
                  <a:lnTo>
                    <a:pt x="1883" y="3662"/>
                  </a:lnTo>
                  <a:lnTo>
                    <a:pt x="1862" y="3829"/>
                  </a:lnTo>
                  <a:lnTo>
                    <a:pt x="1507" y="4248"/>
                  </a:lnTo>
                  <a:lnTo>
                    <a:pt x="1444" y="4394"/>
                  </a:lnTo>
                  <a:lnTo>
                    <a:pt x="1297" y="4582"/>
                  </a:lnTo>
                  <a:lnTo>
                    <a:pt x="1109" y="4603"/>
                  </a:lnTo>
                  <a:lnTo>
                    <a:pt x="712" y="4959"/>
                  </a:lnTo>
                  <a:lnTo>
                    <a:pt x="147" y="5064"/>
                  </a:lnTo>
                  <a:lnTo>
                    <a:pt x="0" y="5273"/>
                  </a:lnTo>
                  <a:lnTo>
                    <a:pt x="2344" y="5294"/>
                  </a:lnTo>
                  <a:lnTo>
                    <a:pt x="2344" y="4792"/>
                  </a:lnTo>
                  <a:lnTo>
                    <a:pt x="2595" y="4603"/>
                  </a:lnTo>
                  <a:lnTo>
                    <a:pt x="2699" y="4457"/>
                  </a:lnTo>
                  <a:lnTo>
                    <a:pt x="2888" y="4352"/>
                  </a:lnTo>
                  <a:lnTo>
                    <a:pt x="3181" y="4289"/>
                  </a:lnTo>
                  <a:lnTo>
                    <a:pt x="3348" y="4289"/>
                  </a:lnTo>
                  <a:lnTo>
                    <a:pt x="3453" y="4248"/>
                  </a:lnTo>
                  <a:lnTo>
                    <a:pt x="3662" y="4248"/>
                  </a:lnTo>
                  <a:lnTo>
                    <a:pt x="3913" y="4185"/>
                  </a:lnTo>
                  <a:lnTo>
                    <a:pt x="4373" y="3934"/>
                  </a:lnTo>
                  <a:lnTo>
                    <a:pt x="5001" y="3557"/>
                  </a:lnTo>
                  <a:lnTo>
                    <a:pt x="5398" y="3306"/>
                  </a:lnTo>
                  <a:lnTo>
                    <a:pt x="5440" y="3181"/>
                  </a:lnTo>
                  <a:lnTo>
                    <a:pt x="5419" y="2992"/>
                  </a:lnTo>
                  <a:lnTo>
                    <a:pt x="5503" y="2867"/>
                  </a:lnTo>
                  <a:lnTo>
                    <a:pt x="5608" y="2762"/>
                  </a:lnTo>
                  <a:lnTo>
                    <a:pt x="5754" y="2553"/>
                  </a:lnTo>
                  <a:lnTo>
                    <a:pt x="5901" y="2511"/>
                  </a:lnTo>
                  <a:lnTo>
                    <a:pt x="6570" y="2511"/>
                  </a:lnTo>
                  <a:lnTo>
                    <a:pt x="6654" y="2406"/>
                  </a:lnTo>
                  <a:lnTo>
                    <a:pt x="6633" y="2365"/>
                  </a:lnTo>
                  <a:lnTo>
                    <a:pt x="6696" y="2197"/>
                  </a:lnTo>
                  <a:lnTo>
                    <a:pt x="6654" y="2176"/>
                  </a:lnTo>
                  <a:lnTo>
                    <a:pt x="6570" y="2155"/>
                  </a:lnTo>
                  <a:lnTo>
                    <a:pt x="6528" y="2093"/>
                  </a:lnTo>
                  <a:lnTo>
                    <a:pt x="6445" y="2093"/>
                  </a:lnTo>
                  <a:lnTo>
                    <a:pt x="6424" y="1967"/>
                  </a:lnTo>
                  <a:lnTo>
                    <a:pt x="6340" y="1821"/>
                  </a:lnTo>
                  <a:lnTo>
                    <a:pt x="6277" y="1360"/>
                  </a:lnTo>
                  <a:lnTo>
                    <a:pt x="6256" y="1297"/>
                  </a:lnTo>
                  <a:lnTo>
                    <a:pt x="6256" y="1046"/>
                  </a:lnTo>
                  <a:lnTo>
                    <a:pt x="6256" y="879"/>
                  </a:lnTo>
                  <a:lnTo>
                    <a:pt x="6235" y="837"/>
                  </a:lnTo>
                  <a:lnTo>
                    <a:pt x="6214" y="732"/>
                  </a:lnTo>
                  <a:lnTo>
                    <a:pt x="6152" y="628"/>
                  </a:lnTo>
                  <a:lnTo>
                    <a:pt x="6131" y="586"/>
                  </a:lnTo>
                  <a:lnTo>
                    <a:pt x="6068" y="502"/>
                  </a:lnTo>
                  <a:lnTo>
                    <a:pt x="6005" y="523"/>
                  </a:lnTo>
                  <a:lnTo>
                    <a:pt x="5691" y="502"/>
                  </a:lnTo>
                  <a:lnTo>
                    <a:pt x="5608" y="419"/>
                  </a:lnTo>
                  <a:lnTo>
                    <a:pt x="5587" y="314"/>
                  </a:lnTo>
                  <a:lnTo>
                    <a:pt x="5524" y="293"/>
                  </a:lnTo>
                  <a:lnTo>
                    <a:pt x="5419" y="398"/>
                  </a:lnTo>
                  <a:lnTo>
                    <a:pt x="5231" y="460"/>
                  </a:lnTo>
                  <a:lnTo>
                    <a:pt x="5064" y="398"/>
                  </a:lnTo>
                  <a:lnTo>
                    <a:pt x="4959" y="398"/>
                  </a:lnTo>
                  <a:lnTo>
                    <a:pt x="4854" y="460"/>
                  </a:lnTo>
                  <a:lnTo>
                    <a:pt x="4666" y="481"/>
                  </a:lnTo>
                  <a:lnTo>
                    <a:pt x="4541" y="460"/>
                  </a:lnTo>
                  <a:lnTo>
                    <a:pt x="4373" y="293"/>
                  </a:lnTo>
                  <a:lnTo>
                    <a:pt x="4331" y="251"/>
                  </a:lnTo>
                  <a:lnTo>
                    <a:pt x="4290" y="147"/>
                  </a:lnTo>
                  <a:lnTo>
                    <a:pt x="4290" y="84"/>
                  </a:lnTo>
                  <a:lnTo>
                    <a:pt x="4290" y="42"/>
                  </a:lnTo>
                  <a:lnTo>
                    <a:pt x="426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3" name="Google Shape;7865;p67">
              <a:extLst>
                <a:ext uri="{FF2B5EF4-FFF2-40B4-BE49-F238E27FC236}">
                  <a16:creationId xmlns:a16="http://schemas.microsoft.com/office/drawing/2014/main" id="{E2C0B211-1A34-1863-CB62-B7962CE55BFD}"/>
                </a:ext>
              </a:extLst>
            </p:cNvPr>
            <p:cNvSpPr/>
            <p:nvPr/>
          </p:nvSpPr>
          <p:spPr>
            <a:xfrm>
              <a:off x="3450875" y="2834200"/>
              <a:ext cx="118775" cy="95225"/>
            </a:xfrm>
            <a:custGeom>
              <a:avLst/>
              <a:gdLst/>
              <a:ahLst/>
              <a:cxnLst/>
              <a:rect l="l" t="t" r="r" b="b"/>
              <a:pathLst>
                <a:path w="4751" h="3809" extrusionOk="0">
                  <a:moveTo>
                    <a:pt x="2407" y="1"/>
                  </a:moveTo>
                  <a:lnTo>
                    <a:pt x="2177" y="315"/>
                  </a:lnTo>
                  <a:lnTo>
                    <a:pt x="2177" y="524"/>
                  </a:lnTo>
                  <a:lnTo>
                    <a:pt x="2072" y="545"/>
                  </a:lnTo>
                  <a:lnTo>
                    <a:pt x="1675" y="754"/>
                  </a:lnTo>
                  <a:lnTo>
                    <a:pt x="1633" y="859"/>
                  </a:lnTo>
                  <a:lnTo>
                    <a:pt x="1466" y="942"/>
                  </a:lnTo>
                  <a:lnTo>
                    <a:pt x="1528" y="1089"/>
                  </a:lnTo>
                  <a:lnTo>
                    <a:pt x="1194" y="1612"/>
                  </a:lnTo>
                  <a:lnTo>
                    <a:pt x="1152" y="1779"/>
                  </a:lnTo>
                  <a:lnTo>
                    <a:pt x="901" y="2030"/>
                  </a:lnTo>
                  <a:lnTo>
                    <a:pt x="796" y="2093"/>
                  </a:lnTo>
                  <a:lnTo>
                    <a:pt x="671" y="2365"/>
                  </a:lnTo>
                  <a:lnTo>
                    <a:pt x="671" y="2470"/>
                  </a:lnTo>
                  <a:lnTo>
                    <a:pt x="461" y="2763"/>
                  </a:lnTo>
                  <a:lnTo>
                    <a:pt x="419" y="2847"/>
                  </a:lnTo>
                  <a:lnTo>
                    <a:pt x="503" y="2888"/>
                  </a:lnTo>
                  <a:lnTo>
                    <a:pt x="398" y="2930"/>
                  </a:lnTo>
                  <a:lnTo>
                    <a:pt x="210" y="3265"/>
                  </a:lnTo>
                  <a:lnTo>
                    <a:pt x="147" y="3286"/>
                  </a:lnTo>
                  <a:lnTo>
                    <a:pt x="64" y="3370"/>
                  </a:lnTo>
                  <a:lnTo>
                    <a:pt x="85" y="3495"/>
                  </a:lnTo>
                  <a:lnTo>
                    <a:pt x="1" y="3621"/>
                  </a:lnTo>
                  <a:lnTo>
                    <a:pt x="43" y="3809"/>
                  </a:lnTo>
                  <a:lnTo>
                    <a:pt x="2344" y="3809"/>
                  </a:lnTo>
                  <a:lnTo>
                    <a:pt x="2303" y="2742"/>
                  </a:lnTo>
                  <a:lnTo>
                    <a:pt x="2386" y="2575"/>
                  </a:lnTo>
                  <a:lnTo>
                    <a:pt x="2512" y="2512"/>
                  </a:lnTo>
                  <a:lnTo>
                    <a:pt x="2658" y="2470"/>
                  </a:lnTo>
                  <a:lnTo>
                    <a:pt x="2867" y="2470"/>
                  </a:lnTo>
                  <a:lnTo>
                    <a:pt x="2888" y="963"/>
                  </a:lnTo>
                  <a:lnTo>
                    <a:pt x="4709" y="984"/>
                  </a:lnTo>
                  <a:lnTo>
                    <a:pt x="4709" y="168"/>
                  </a:lnTo>
                  <a:lnTo>
                    <a:pt x="4751" y="22"/>
                  </a:lnTo>
                  <a:lnTo>
                    <a:pt x="240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4" name="Google Shape;7866;p67">
              <a:extLst>
                <a:ext uri="{FF2B5EF4-FFF2-40B4-BE49-F238E27FC236}">
                  <a16:creationId xmlns:a16="http://schemas.microsoft.com/office/drawing/2014/main" id="{DFAE6F2D-3937-CECD-6F62-52AAF3510377}"/>
                </a:ext>
              </a:extLst>
            </p:cNvPr>
            <p:cNvSpPr/>
            <p:nvPr/>
          </p:nvSpPr>
          <p:spPr>
            <a:xfrm>
              <a:off x="3450375" y="2838400"/>
              <a:ext cx="170550" cy="187800"/>
            </a:xfrm>
            <a:custGeom>
              <a:avLst/>
              <a:gdLst/>
              <a:ahLst/>
              <a:cxnLst/>
              <a:rect l="l" t="t" r="r" b="b"/>
              <a:pathLst>
                <a:path w="6822" h="7512" extrusionOk="0">
                  <a:moveTo>
                    <a:pt x="4729" y="0"/>
                  </a:moveTo>
                  <a:lnTo>
                    <a:pt x="4729" y="816"/>
                  </a:lnTo>
                  <a:lnTo>
                    <a:pt x="2908" y="795"/>
                  </a:lnTo>
                  <a:lnTo>
                    <a:pt x="2887" y="2302"/>
                  </a:lnTo>
                  <a:lnTo>
                    <a:pt x="2678" y="2302"/>
                  </a:lnTo>
                  <a:lnTo>
                    <a:pt x="2532" y="2344"/>
                  </a:lnTo>
                  <a:lnTo>
                    <a:pt x="2406" y="2407"/>
                  </a:lnTo>
                  <a:lnTo>
                    <a:pt x="2323" y="2574"/>
                  </a:lnTo>
                  <a:lnTo>
                    <a:pt x="2364" y="3641"/>
                  </a:lnTo>
                  <a:lnTo>
                    <a:pt x="63" y="3641"/>
                  </a:lnTo>
                  <a:lnTo>
                    <a:pt x="63" y="3662"/>
                  </a:lnTo>
                  <a:lnTo>
                    <a:pt x="0" y="3808"/>
                  </a:lnTo>
                  <a:lnTo>
                    <a:pt x="0" y="4039"/>
                  </a:lnTo>
                  <a:lnTo>
                    <a:pt x="126" y="3871"/>
                  </a:lnTo>
                  <a:lnTo>
                    <a:pt x="188" y="4018"/>
                  </a:lnTo>
                  <a:lnTo>
                    <a:pt x="209" y="4039"/>
                  </a:lnTo>
                  <a:lnTo>
                    <a:pt x="293" y="3976"/>
                  </a:lnTo>
                  <a:lnTo>
                    <a:pt x="439" y="4248"/>
                  </a:lnTo>
                  <a:lnTo>
                    <a:pt x="398" y="4331"/>
                  </a:lnTo>
                  <a:lnTo>
                    <a:pt x="418" y="4436"/>
                  </a:lnTo>
                  <a:lnTo>
                    <a:pt x="398" y="4645"/>
                  </a:lnTo>
                  <a:lnTo>
                    <a:pt x="314" y="4645"/>
                  </a:lnTo>
                  <a:lnTo>
                    <a:pt x="230" y="4687"/>
                  </a:lnTo>
                  <a:lnTo>
                    <a:pt x="418" y="4917"/>
                  </a:lnTo>
                  <a:lnTo>
                    <a:pt x="523" y="5524"/>
                  </a:lnTo>
                  <a:lnTo>
                    <a:pt x="481" y="5943"/>
                  </a:lnTo>
                  <a:lnTo>
                    <a:pt x="335" y="6131"/>
                  </a:lnTo>
                  <a:lnTo>
                    <a:pt x="272" y="6487"/>
                  </a:lnTo>
                  <a:lnTo>
                    <a:pt x="209" y="6738"/>
                  </a:lnTo>
                  <a:lnTo>
                    <a:pt x="314" y="6654"/>
                  </a:lnTo>
                  <a:lnTo>
                    <a:pt x="398" y="6654"/>
                  </a:lnTo>
                  <a:lnTo>
                    <a:pt x="523" y="6549"/>
                  </a:lnTo>
                  <a:lnTo>
                    <a:pt x="837" y="6487"/>
                  </a:lnTo>
                  <a:lnTo>
                    <a:pt x="1130" y="6382"/>
                  </a:lnTo>
                  <a:lnTo>
                    <a:pt x="1235" y="6382"/>
                  </a:lnTo>
                  <a:lnTo>
                    <a:pt x="1486" y="6466"/>
                  </a:lnTo>
                  <a:lnTo>
                    <a:pt x="1653" y="6487"/>
                  </a:lnTo>
                  <a:lnTo>
                    <a:pt x="1779" y="6654"/>
                  </a:lnTo>
                  <a:lnTo>
                    <a:pt x="1779" y="6738"/>
                  </a:lnTo>
                  <a:lnTo>
                    <a:pt x="1862" y="6759"/>
                  </a:lnTo>
                  <a:lnTo>
                    <a:pt x="1946" y="6696"/>
                  </a:lnTo>
                  <a:lnTo>
                    <a:pt x="1988" y="6738"/>
                  </a:lnTo>
                  <a:lnTo>
                    <a:pt x="2071" y="6738"/>
                  </a:lnTo>
                  <a:lnTo>
                    <a:pt x="2113" y="6780"/>
                  </a:lnTo>
                  <a:lnTo>
                    <a:pt x="2155" y="6905"/>
                  </a:lnTo>
                  <a:lnTo>
                    <a:pt x="2281" y="7010"/>
                  </a:lnTo>
                  <a:lnTo>
                    <a:pt x="2281" y="7156"/>
                  </a:lnTo>
                  <a:lnTo>
                    <a:pt x="2406" y="7177"/>
                  </a:lnTo>
                  <a:lnTo>
                    <a:pt x="2427" y="7303"/>
                  </a:lnTo>
                  <a:lnTo>
                    <a:pt x="2532" y="7324"/>
                  </a:lnTo>
                  <a:lnTo>
                    <a:pt x="2699" y="7428"/>
                  </a:lnTo>
                  <a:lnTo>
                    <a:pt x="2720" y="7512"/>
                  </a:lnTo>
                  <a:lnTo>
                    <a:pt x="2846" y="7407"/>
                  </a:lnTo>
                  <a:lnTo>
                    <a:pt x="3034" y="7407"/>
                  </a:lnTo>
                  <a:lnTo>
                    <a:pt x="3097" y="7261"/>
                  </a:lnTo>
                  <a:lnTo>
                    <a:pt x="3097" y="7177"/>
                  </a:lnTo>
                  <a:lnTo>
                    <a:pt x="3097" y="6947"/>
                  </a:lnTo>
                  <a:lnTo>
                    <a:pt x="3264" y="6884"/>
                  </a:lnTo>
                  <a:lnTo>
                    <a:pt x="3411" y="6884"/>
                  </a:lnTo>
                  <a:lnTo>
                    <a:pt x="3431" y="7052"/>
                  </a:lnTo>
                  <a:lnTo>
                    <a:pt x="3515" y="7219"/>
                  </a:lnTo>
                  <a:lnTo>
                    <a:pt x="3578" y="7282"/>
                  </a:lnTo>
                  <a:lnTo>
                    <a:pt x="3724" y="6989"/>
                  </a:lnTo>
                  <a:lnTo>
                    <a:pt x="3996" y="6863"/>
                  </a:lnTo>
                  <a:lnTo>
                    <a:pt x="4143" y="6905"/>
                  </a:lnTo>
                  <a:lnTo>
                    <a:pt x="4164" y="7093"/>
                  </a:lnTo>
                  <a:lnTo>
                    <a:pt x="4206" y="7156"/>
                  </a:lnTo>
                  <a:lnTo>
                    <a:pt x="4310" y="7052"/>
                  </a:lnTo>
                  <a:lnTo>
                    <a:pt x="4394" y="7052"/>
                  </a:lnTo>
                  <a:lnTo>
                    <a:pt x="4457" y="7114"/>
                  </a:lnTo>
                  <a:lnTo>
                    <a:pt x="4520" y="7156"/>
                  </a:lnTo>
                  <a:lnTo>
                    <a:pt x="6570" y="7156"/>
                  </a:lnTo>
                  <a:lnTo>
                    <a:pt x="6758" y="6633"/>
                  </a:lnTo>
                  <a:lnTo>
                    <a:pt x="6570" y="6528"/>
                  </a:lnTo>
                  <a:lnTo>
                    <a:pt x="6131" y="1423"/>
                  </a:lnTo>
                  <a:lnTo>
                    <a:pt x="6821" y="1423"/>
                  </a:lnTo>
                  <a:lnTo>
                    <a:pt x="472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5" name="Google Shape;7867;p67">
              <a:extLst>
                <a:ext uri="{FF2B5EF4-FFF2-40B4-BE49-F238E27FC236}">
                  <a16:creationId xmlns:a16="http://schemas.microsoft.com/office/drawing/2014/main" id="{E0BFB80F-D040-742E-388E-5F7B2FF3C8D3}"/>
                </a:ext>
              </a:extLst>
            </p:cNvPr>
            <p:cNvSpPr/>
            <p:nvPr/>
          </p:nvSpPr>
          <p:spPr>
            <a:xfrm>
              <a:off x="3518375" y="2873975"/>
              <a:ext cx="235400" cy="218150"/>
            </a:xfrm>
            <a:custGeom>
              <a:avLst/>
              <a:gdLst/>
              <a:ahLst/>
              <a:cxnLst/>
              <a:rect l="l" t="t" r="r" b="b"/>
              <a:pathLst>
                <a:path w="9416" h="8726" extrusionOk="0">
                  <a:moveTo>
                    <a:pt x="3411" y="0"/>
                  </a:moveTo>
                  <a:lnTo>
                    <a:pt x="3850" y="5105"/>
                  </a:lnTo>
                  <a:lnTo>
                    <a:pt x="4038" y="5210"/>
                  </a:lnTo>
                  <a:lnTo>
                    <a:pt x="3850" y="5733"/>
                  </a:lnTo>
                  <a:lnTo>
                    <a:pt x="1800" y="5733"/>
                  </a:lnTo>
                  <a:lnTo>
                    <a:pt x="1737" y="5691"/>
                  </a:lnTo>
                  <a:lnTo>
                    <a:pt x="1674" y="5629"/>
                  </a:lnTo>
                  <a:lnTo>
                    <a:pt x="1590" y="5629"/>
                  </a:lnTo>
                  <a:lnTo>
                    <a:pt x="1486" y="5733"/>
                  </a:lnTo>
                  <a:lnTo>
                    <a:pt x="1444" y="5670"/>
                  </a:lnTo>
                  <a:lnTo>
                    <a:pt x="1423" y="5482"/>
                  </a:lnTo>
                  <a:lnTo>
                    <a:pt x="1276" y="5440"/>
                  </a:lnTo>
                  <a:lnTo>
                    <a:pt x="1004" y="5566"/>
                  </a:lnTo>
                  <a:lnTo>
                    <a:pt x="858" y="5859"/>
                  </a:lnTo>
                  <a:lnTo>
                    <a:pt x="795" y="5796"/>
                  </a:lnTo>
                  <a:lnTo>
                    <a:pt x="711" y="5629"/>
                  </a:lnTo>
                  <a:lnTo>
                    <a:pt x="691" y="5461"/>
                  </a:lnTo>
                  <a:lnTo>
                    <a:pt x="544" y="5461"/>
                  </a:lnTo>
                  <a:lnTo>
                    <a:pt x="377" y="5524"/>
                  </a:lnTo>
                  <a:lnTo>
                    <a:pt x="377" y="5754"/>
                  </a:lnTo>
                  <a:lnTo>
                    <a:pt x="377" y="5838"/>
                  </a:lnTo>
                  <a:lnTo>
                    <a:pt x="314" y="5984"/>
                  </a:lnTo>
                  <a:lnTo>
                    <a:pt x="126" y="5984"/>
                  </a:lnTo>
                  <a:lnTo>
                    <a:pt x="0" y="6089"/>
                  </a:lnTo>
                  <a:lnTo>
                    <a:pt x="84" y="6173"/>
                  </a:lnTo>
                  <a:lnTo>
                    <a:pt x="84" y="6277"/>
                  </a:lnTo>
                  <a:lnTo>
                    <a:pt x="105" y="6361"/>
                  </a:lnTo>
                  <a:lnTo>
                    <a:pt x="63" y="6591"/>
                  </a:lnTo>
                  <a:lnTo>
                    <a:pt x="84" y="6675"/>
                  </a:lnTo>
                  <a:lnTo>
                    <a:pt x="209" y="6800"/>
                  </a:lnTo>
                  <a:lnTo>
                    <a:pt x="272" y="6926"/>
                  </a:lnTo>
                  <a:lnTo>
                    <a:pt x="335" y="7010"/>
                  </a:lnTo>
                  <a:lnTo>
                    <a:pt x="398" y="6989"/>
                  </a:lnTo>
                  <a:lnTo>
                    <a:pt x="481" y="7030"/>
                  </a:lnTo>
                  <a:lnTo>
                    <a:pt x="502" y="7114"/>
                  </a:lnTo>
                  <a:lnTo>
                    <a:pt x="586" y="7219"/>
                  </a:lnTo>
                  <a:lnTo>
                    <a:pt x="586" y="7261"/>
                  </a:lnTo>
                  <a:lnTo>
                    <a:pt x="523" y="7344"/>
                  </a:lnTo>
                  <a:lnTo>
                    <a:pt x="544" y="7428"/>
                  </a:lnTo>
                  <a:lnTo>
                    <a:pt x="691" y="7512"/>
                  </a:lnTo>
                  <a:lnTo>
                    <a:pt x="691" y="7616"/>
                  </a:lnTo>
                  <a:lnTo>
                    <a:pt x="649" y="7679"/>
                  </a:lnTo>
                  <a:lnTo>
                    <a:pt x="732" y="7721"/>
                  </a:lnTo>
                  <a:lnTo>
                    <a:pt x="837" y="7658"/>
                  </a:lnTo>
                  <a:lnTo>
                    <a:pt x="921" y="7679"/>
                  </a:lnTo>
                  <a:lnTo>
                    <a:pt x="1046" y="7784"/>
                  </a:lnTo>
                  <a:lnTo>
                    <a:pt x="1214" y="7784"/>
                  </a:lnTo>
                  <a:lnTo>
                    <a:pt x="1318" y="7721"/>
                  </a:lnTo>
                  <a:lnTo>
                    <a:pt x="1381" y="7679"/>
                  </a:lnTo>
                  <a:lnTo>
                    <a:pt x="1486" y="7533"/>
                  </a:lnTo>
                  <a:lnTo>
                    <a:pt x="1632" y="7533"/>
                  </a:lnTo>
                  <a:lnTo>
                    <a:pt x="1779" y="7616"/>
                  </a:lnTo>
                  <a:lnTo>
                    <a:pt x="1800" y="7554"/>
                  </a:lnTo>
                  <a:lnTo>
                    <a:pt x="1904" y="7533"/>
                  </a:lnTo>
                  <a:lnTo>
                    <a:pt x="1946" y="7574"/>
                  </a:lnTo>
                  <a:lnTo>
                    <a:pt x="2072" y="7679"/>
                  </a:lnTo>
                  <a:lnTo>
                    <a:pt x="2113" y="7826"/>
                  </a:lnTo>
                  <a:lnTo>
                    <a:pt x="2092" y="7972"/>
                  </a:lnTo>
                  <a:lnTo>
                    <a:pt x="2155" y="8035"/>
                  </a:lnTo>
                  <a:lnTo>
                    <a:pt x="2281" y="8056"/>
                  </a:lnTo>
                  <a:lnTo>
                    <a:pt x="2281" y="8098"/>
                  </a:lnTo>
                  <a:lnTo>
                    <a:pt x="2176" y="8265"/>
                  </a:lnTo>
                  <a:lnTo>
                    <a:pt x="2113" y="8411"/>
                  </a:lnTo>
                  <a:lnTo>
                    <a:pt x="2113" y="8411"/>
                  </a:lnTo>
                  <a:lnTo>
                    <a:pt x="2218" y="8390"/>
                  </a:lnTo>
                  <a:lnTo>
                    <a:pt x="2281" y="8307"/>
                  </a:lnTo>
                  <a:lnTo>
                    <a:pt x="2364" y="8307"/>
                  </a:lnTo>
                  <a:lnTo>
                    <a:pt x="2364" y="8411"/>
                  </a:lnTo>
                  <a:lnTo>
                    <a:pt x="2385" y="8495"/>
                  </a:lnTo>
                  <a:lnTo>
                    <a:pt x="2385" y="8558"/>
                  </a:lnTo>
                  <a:lnTo>
                    <a:pt x="2532" y="8579"/>
                  </a:lnTo>
                  <a:lnTo>
                    <a:pt x="2595" y="8621"/>
                  </a:lnTo>
                  <a:lnTo>
                    <a:pt x="2595" y="8704"/>
                  </a:lnTo>
                  <a:lnTo>
                    <a:pt x="2783" y="8600"/>
                  </a:lnTo>
                  <a:lnTo>
                    <a:pt x="2846" y="8600"/>
                  </a:lnTo>
                  <a:lnTo>
                    <a:pt x="2992" y="8683"/>
                  </a:lnTo>
                  <a:lnTo>
                    <a:pt x="3222" y="8683"/>
                  </a:lnTo>
                  <a:lnTo>
                    <a:pt x="3264" y="8662"/>
                  </a:lnTo>
                  <a:lnTo>
                    <a:pt x="3264" y="8600"/>
                  </a:lnTo>
                  <a:lnTo>
                    <a:pt x="3452" y="8558"/>
                  </a:lnTo>
                  <a:lnTo>
                    <a:pt x="3620" y="8579"/>
                  </a:lnTo>
                  <a:lnTo>
                    <a:pt x="3578" y="8621"/>
                  </a:lnTo>
                  <a:lnTo>
                    <a:pt x="3620" y="8683"/>
                  </a:lnTo>
                  <a:lnTo>
                    <a:pt x="3787" y="8725"/>
                  </a:lnTo>
                  <a:lnTo>
                    <a:pt x="3892" y="8579"/>
                  </a:lnTo>
                  <a:lnTo>
                    <a:pt x="3976" y="8516"/>
                  </a:lnTo>
                  <a:lnTo>
                    <a:pt x="3997" y="8390"/>
                  </a:lnTo>
                  <a:lnTo>
                    <a:pt x="3976" y="8307"/>
                  </a:lnTo>
                  <a:lnTo>
                    <a:pt x="3976" y="8181"/>
                  </a:lnTo>
                  <a:lnTo>
                    <a:pt x="4080" y="8160"/>
                  </a:lnTo>
                  <a:lnTo>
                    <a:pt x="4059" y="7993"/>
                  </a:lnTo>
                  <a:lnTo>
                    <a:pt x="4038" y="7888"/>
                  </a:lnTo>
                  <a:lnTo>
                    <a:pt x="4143" y="7826"/>
                  </a:lnTo>
                  <a:lnTo>
                    <a:pt x="4269" y="7679"/>
                  </a:lnTo>
                  <a:lnTo>
                    <a:pt x="4457" y="7407"/>
                  </a:lnTo>
                  <a:lnTo>
                    <a:pt x="4561" y="7219"/>
                  </a:lnTo>
                  <a:lnTo>
                    <a:pt x="4582" y="7135"/>
                  </a:lnTo>
                  <a:lnTo>
                    <a:pt x="4708" y="6926"/>
                  </a:lnTo>
                  <a:lnTo>
                    <a:pt x="4792" y="6905"/>
                  </a:lnTo>
                  <a:lnTo>
                    <a:pt x="4813" y="6821"/>
                  </a:lnTo>
                  <a:lnTo>
                    <a:pt x="4980" y="6800"/>
                  </a:lnTo>
                  <a:lnTo>
                    <a:pt x="5043" y="6821"/>
                  </a:lnTo>
                  <a:lnTo>
                    <a:pt x="5336" y="6738"/>
                  </a:lnTo>
                  <a:lnTo>
                    <a:pt x="5398" y="6612"/>
                  </a:lnTo>
                  <a:lnTo>
                    <a:pt x="5712" y="6403"/>
                  </a:lnTo>
                  <a:lnTo>
                    <a:pt x="6152" y="6173"/>
                  </a:lnTo>
                  <a:lnTo>
                    <a:pt x="6277" y="6047"/>
                  </a:lnTo>
                  <a:lnTo>
                    <a:pt x="6465" y="5942"/>
                  </a:lnTo>
                  <a:lnTo>
                    <a:pt x="6758" y="5901"/>
                  </a:lnTo>
                  <a:lnTo>
                    <a:pt x="6884" y="5880"/>
                  </a:lnTo>
                  <a:lnTo>
                    <a:pt x="7072" y="5942"/>
                  </a:lnTo>
                  <a:lnTo>
                    <a:pt x="7177" y="5942"/>
                  </a:lnTo>
                  <a:lnTo>
                    <a:pt x="7198" y="5984"/>
                  </a:lnTo>
                  <a:lnTo>
                    <a:pt x="7219" y="5963"/>
                  </a:lnTo>
                  <a:lnTo>
                    <a:pt x="7344" y="5984"/>
                  </a:lnTo>
                  <a:lnTo>
                    <a:pt x="7742" y="5963"/>
                  </a:lnTo>
                  <a:lnTo>
                    <a:pt x="7867" y="5963"/>
                  </a:lnTo>
                  <a:lnTo>
                    <a:pt x="8035" y="5880"/>
                  </a:lnTo>
                  <a:lnTo>
                    <a:pt x="8390" y="5880"/>
                  </a:lnTo>
                  <a:lnTo>
                    <a:pt x="8558" y="5775"/>
                  </a:lnTo>
                  <a:lnTo>
                    <a:pt x="8746" y="5775"/>
                  </a:lnTo>
                  <a:lnTo>
                    <a:pt x="8893" y="5670"/>
                  </a:lnTo>
                  <a:lnTo>
                    <a:pt x="9186" y="5524"/>
                  </a:lnTo>
                  <a:lnTo>
                    <a:pt x="9227" y="5377"/>
                  </a:lnTo>
                  <a:lnTo>
                    <a:pt x="9269" y="5210"/>
                  </a:lnTo>
                  <a:lnTo>
                    <a:pt x="9332" y="5126"/>
                  </a:lnTo>
                  <a:lnTo>
                    <a:pt x="9395" y="4624"/>
                  </a:lnTo>
                  <a:lnTo>
                    <a:pt x="9416" y="3494"/>
                  </a:lnTo>
                  <a:lnTo>
                    <a:pt x="9186" y="3578"/>
                  </a:lnTo>
                  <a:lnTo>
                    <a:pt x="8914" y="3599"/>
                  </a:lnTo>
                  <a:lnTo>
                    <a:pt x="8788" y="3557"/>
                  </a:lnTo>
                  <a:lnTo>
                    <a:pt x="8746" y="3473"/>
                  </a:lnTo>
                  <a:lnTo>
                    <a:pt x="8809" y="3285"/>
                  </a:lnTo>
                  <a:lnTo>
                    <a:pt x="8809" y="3180"/>
                  </a:lnTo>
                  <a:lnTo>
                    <a:pt x="8704" y="3118"/>
                  </a:lnTo>
                  <a:lnTo>
                    <a:pt x="8558" y="3055"/>
                  </a:lnTo>
                  <a:lnTo>
                    <a:pt x="8453" y="2929"/>
                  </a:lnTo>
                  <a:lnTo>
                    <a:pt x="8286" y="2867"/>
                  </a:lnTo>
                  <a:lnTo>
                    <a:pt x="8077" y="2867"/>
                  </a:lnTo>
                  <a:lnTo>
                    <a:pt x="7951" y="2762"/>
                  </a:lnTo>
                  <a:lnTo>
                    <a:pt x="7909" y="2511"/>
                  </a:lnTo>
                  <a:lnTo>
                    <a:pt x="410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6" name="Google Shape;7868;p67">
              <a:extLst>
                <a:ext uri="{FF2B5EF4-FFF2-40B4-BE49-F238E27FC236}">
                  <a16:creationId xmlns:a16="http://schemas.microsoft.com/office/drawing/2014/main" id="{85C86067-3728-91A4-8FF6-87EB06E658D0}"/>
                </a:ext>
              </a:extLst>
            </p:cNvPr>
            <p:cNvSpPr/>
            <p:nvPr/>
          </p:nvSpPr>
          <p:spPr>
            <a:xfrm>
              <a:off x="3617750" y="3020950"/>
              <a:ext cx="108825" cy="79025"/>
            </a:xfrm>
            <a:custGeom>
              <a:avLst/>
              <a:gdLst/>
              <a:ahLst/>
              <a:cxnLst/>
              <a:rect l="l" t="t" r="r" b="b"/>
              <a:pathLst>
                <a:path w="4353" h="3161" extrusionOk="0">
                  <a:moveTo>
                    <a:pt x="2909" y="1"/>
                  </a:moveTo>
                  <a:lnTo>
                    <a:pt x="2783" y="22"/>
                  </a:lnTo>
                  <a:lnTo>
                    <a:pt x="2490" y="63"/>
                  </a:lnTo>
                  <a:lnTo>
                    <a:pt x="2302" y="168"/>
                  </a:lnTo>
                  <a:lnTo>
                    <a:pt x="2177" y="294"/>
                  </a:lnTo>
                  <a:lnTo>
                    <a:pt x="1737" y="524"/>
                  </a:lnTo>
                  <a:lnTo>
                    <a:pt x="1423" y="733"/>
                  </a:lnTo>
                  <a:lnTo>
                    <a:pt x="1361" y="859"/>
                  </a:lnTo>
                  <a:lnTo>
                    <a:pt x="1068" y="942"/>
                  </a:lnTo>
                  <a:lnTo>
                    <a:pt x="1005" y="921"/>
                  </a:lnTo>
                  <a:lnTo>
                    <a:pt x="838" y="942"/>
                  </a:lnTo>
                  <a:lnTo>
                    <a:pt x="817" y="1026"/>
                  </a:lnTo>
                  <a:lnTo>
                    <a:pt x="733" y="1047"/>
                  </a:lnTo>
                  <a:lnTo>
                    <a:pt x="607" y="1256"/>
                  </a:lnTo>
                  <a:lnTo>
                    <a:pt x="586" y="1340"/>
                  </a:lnTo>
                  <a:lnTo>
                    <a:pt x="482" y="1528"/>
                  </a:lnTo>
                  <a:lnTo>
                    <a:pt x="294" y="1800"/>
                  </a:lnTo>
                  <a:lnTo>
                    <a:pt x="168" y="1947"/>
                  </a:lnTo>
                  <a:lnTo>
                    <a:pt x="63" y="2009"/>
                  </a:lnTo>
                  <a:lnTo>
                    <a:pt x="84" y="2114"/>
                  </a:lnTo>
                  <a:lnTo>
                    <a:pt x="105" y="2281"/>
                  </a:lnTo>
                  <a:lnTo>
                    <a:pt x="1" y="2302"/>
                  </a:lnTo>
                  <a:lnTo>
                    <a:pt x="1" y="2428"/>
                  </a:lnTo>
                  <a:lnTo>
                    <a:pt x="22" y="2511"/>
                  </a:lnTo>
                  <a:lnTo>
                    <a:pt x="1" y="2637"/>
                  </a:lnTo>
                  <a:lnTo>
                    <a:pt x="22" y="2637"/>
                  </a:lnTo>
                  <a:lnTo>
                    <a:pt x="189" y="2783"/>
                  </a:lnTo>
                  <a:lnTo>
                    <a:pt x="398" y="2888"/>
                  </a:lnTo>
                  <a:lnTo>
                    <a:pt x="503" y="2888"/>
                  </a:lnTo>
                  <a:lnTo>
                    <a:pt x="545" y="2930"/>
                  </a:lnTo>
                  <a:lnTo>
                    <a:pt x="649" y="2930"/>
                  </a:lnTo>
                  <a:lnTo>
                    <a:pt x="754" y="2993"/>
                  </a:lnTo>
                  <a:lnTo>
                    <a:pt x="838" y="3097"/>
                  </a:lnTo>
                  <a:lnTo>
                    <a:pt x="1026" y="3160"/>
                  </a:lnTo>
                  <a:lnTo>
                    <a:pt x="1151" y="3139"/>
                  </a:lnTo>
                  <a:lnTo>
                    <a:pt x="1256" y="3055"/>
                  </a:lnTo>
                  <a:lnTo>
                    <a:pt x="1340" y="3055"/>
                  </a:lnTo>
                  <a:lnTo>
                    <a:pt x="1423" y="3139"/>
                  </a:lnTo>
                  <a:lnTo>
                    <a:pt x="1549" y="3139"/>
                  </a:lnTo>
                  <a:lnTo>
                    <a:pt x="1549" y="2993"/>
                  </a:lnTo>
                  <a:lnTo>
                    <a:pt x="1465" y="2825"/>
                  </a:lnTo>
                  <a:lnTo>
                    <a:pt x="1423" y="2783"/>
                  </a:lnTo>
                  <a:lnTo>
                    <a:pt x="1361" y="2595"/>
                  </a:lnTo>
                  <a:lnTo>
                    <a:pt x="1382" y="2470"/>
                  </a:lnTo>
                  <a:lnTo>
                    <a:pt x="1591" y="2428"/>
                  </a:lnTo>
                  <a:lnTo>
                    <a:pt x="2365" y="2428"/>
                  </a:lnTo>
                  <a:lnTo>
                    <a:pt x="2574" y="2386"/>
                  </a:lnTo>
                  <a:lnTo>
                    <a:pt x="2721" y="2386"/>
                  </a:lnTo>
                  <a:lnTo>
                    <a:pt x="2846" y="2323"/>
                  </a:lnTo>
                  <a:lnTo>
                    <a:pt x="2930" y="2323"/>
                  </a:lnTo>
                  <a:lnTo>
                    <a:pt x="3537" y="2491"/>
                  </a:lnTo>
                  <a:lnTo>
                    <a:pt x="3558" y="2428"/>
                  </a:lnTo>
                  <a:lnTo>
                    <a:pt x="3683" y="2386"/>
                  </a:lnTo>
                  <a:lnTo>
                    <a:pt x="3683" y="2281"/>
                  </a:lnTo>
                  <a:lnTo>
                    <a:pt x="3767" y="2198"/>
                  </a:lnTo>
                  <a:lnTo>
                    <a:pt x="3767" y="2093"/>
                  </a:lnTo>
                  <a:lnTo>
                    <a:pt x="3871" y="2051"/>
                  </a:lnTo>
                  <a:lnTo>
                    <a:pt x="3955" y="2072"/>
                  </a:lnTo>
                  <a:lnTo>
                    <a:pt x="4143" y="1967"/>
                  </a:lnTo>
                  <a:lnTo>
                    <a:pt x="4206" y="1967"/>
                  </a:lnTo>
                  <a:lnTo>
                    <a:pt x="4353" y="1800"/>
                  </a:lnTo>
                  <a:lnTo>
                    <a:pt x="4353" y="1737"/>
                  </a:lnTo>
                  <a:lnTo>
                    <a:pt x="4311" y="1737"/>
                  </a:lnTo>
                  <a:lnTo>
                    <a:pt x="4185" y="1570"/>
                  </a:lnTo>
                  <a:lnTo>
                    <a:pt x="4248" y="1465"/>
                  </a:lnTo>
                  <a:lnTo>
                    <a:pt x="4248" y="1361"/>
                  </a:lnTo>
                  <a:lnTo>
                    <a:pt x="4185" y="1319"/>
                  </a:lnTo>
                  <a:lnTo>
                    <a:pt x="4185" y="1256"/>
                  </a:lnTo>
                  <a:lnTo>
                    <a:pt x="4102" y="1214"/>
                  </a:lnTo>
                  <a:lnTo>
                    <a:pt x="3871" y="1340"/>
                  </a:lnTo>
                  <a:lnTo>
                    <a:pt x="3662" y="1214"/>
                  </a:lnTo>
                  <a:lnTo>
                    <a:pt x="3662" y="963"/>
                  </a:lnTo>
                  <a:lnTo>
                    <a:pt x="3118" y="607"/>
                  </a:lnTo>
                  <a:lnTo>
                    <a:pt x="3118" y="419"/>
                  </a:lnTo>
                  <a:lnTo>
                    <a:pt x="3202" y="314"/>
                  </a:lnTo>
                  <a:lnTo>
                    <a:pt x="3202" y="168"/>
                  </a:lnTo>
                  <a:lnTo>
                    <a:pt x="3223" y="105"/>
                  </a:lnTo>
                  <a:lnTo>
                    <a:pt x="3202" y="63"/>
                  </a:lnTo>
                  <a:lnTo>
                    <a:pt x="3097" y="63"/>
                  </a:lnTo>
                  <a:lnTo>
                    <a:pt x="290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7" name="Google Shape;7869;p67">
              <a:extLst>
                <a:ext uri="{FF2B5EF4-FFF2-40B4-BE49-F238E27FC236}">
                  <a16:creationId xmlns:a16="http://schemas.microsoft.com/office/drawing/2014/main" id="{1A06E9FE-4A24-CECF-A095-3FD5DFCE7466}"/>
                </a:ext>
              </a:extLst>
            </p:cNvPr>
            <p:cNvSpPr/>
            <p:nvPr/>
          </p:nvSpPr>
          <p:spPr>
            <a:xfrm>
              <a:off x="3442525" y="2997925"/>
              <a:ext cx="93125" cy="68050"/>
            </a:xfrm>
            <a:custGeom>
              <a:avLst/>
              <a:gdLst/>
              <a:ahLst/>
              <a:cxnLst/>
              <a:rect l="l" t="t" r="r" b="b"/>
              <a:pathLst>
                <a:path w="3725" h="2722" extrusionOk="0">
                  <a:moveTo>
                    <a:pt x="1444" y="1"/>
                  </a:moveTo>
                  <a:lnTo>
                    <a:pt x="1151" y="106"/>
                  </a:lnTo>
                  <a:lnTo>
                    <a:pt x="837" y="168"/>
                  </a:lnTo>
                  <a:lnTo>
                    <a:pt x="712" y="273"/>
                  </a:lnTo>
                  <a:lnTo>
                    <a:pt x="628" y="273"/>
                  </a:lnTo>
                  <a:lnTo>
                    <a:pt x="523" y="357"/>
                  </a:lnTo>
                  <a:lnTo>
                    <a:pt x="502" y="524"/>
                  </a:lnTo>
                  <a:lnTo>
                    <a:pt x="377" y="817"/>
                  </a:lnTo>
                  <a:lnTo>
                    <a:pt x="0" y="1131"/>
                  </a:lnTo>
                  <a:lnTo>
                    <a:pt x="188" y="1298"/>
                  </a:lnTo>
                  <a:lnTo>
                    <a:pt x="314" y="1528"/>
                  </a:lnTo>
                  <a:lnTo>
                    <a:pt x="419" y="1528"/>
                  </a:lnTo>
                  <a:lnTo>
                    <a:pt x="419" y="1654"/>
                  </a:lnTo>
                  <a:lnTo>
                    <a:pt x="398" y="1654"/>
                  </a:lnTo>
                  <a:lnTo>
                    <a:pt x="523" y="1759"/>
                  </a:lnTo>
                  <a:lnTo>
                    <a:pt x="440" y="1821"/>
                  </a:lnTo>
                  <a:lnTo>
                    <a:pt x="481" y="1863"/>
                  </a:lnTo>
                  <a:lnTo>
                    <a:pt x="732" y="1863"/>
                  </a:lnTo>
                  <a:lnTo>
                    <a:pt x="795" y="1842"/>
                  </a:lnTo>
                  <a:lnTo>
                    <a:pt x="900" y="1842"/>
                  </a:lnTo>
                  <a:lnTo>
                    <a:pt x="1109" y="1675"/>
                  </a:lnTo>
                  <a:lnTo>
                    <a:pt x="1256" y="1612"/>
                  </a:lnTo>
                  <a:lnTo>
                    <a:pt x="1360" y="1633"/>
                  </a:lnTo>
                  <a:lnTo>
                    <a:pt x="1486" y="1633"/>
                  </a:lnTo>
                  <a:lnTo>
                    <a:pt x="1674" y="1759"/>
                  </a:lnTo>
                  <a:lnTo>
                    <a:pt x="1779" y="1759"/>
                  </a:lnTo>
                  <a:lnTo>
                    <a:pt x="2051" y="1926"/>
                  </a:lnTo>
                  <a:lnTo>
                    <a:pt x="2093" y="1884"/>
                  </a:lnTo>
                  <a:lnTo>
                    <a:pt x="2155" y="1968"/>
                  </a:lnTo>
                  <a:lnTo>
                    <a:pt x="2093" y="2052"/>
                  </a:lnTo>
                  <a:lnTo>
                    <a:pt x="1967" y="2052"/>
                  </a:lnTo>
                  <a:lnTo>
                    <a:pt x="1779" y="1968"/>
                  </a:lnTo>
                  <a:lnTo>
                    <a:pt x="1632" y="1926"/>
                  </a:lnTo>
                  <a:lnTo>
                    <a:pt x="1528" y="1926"/>
                  </a:lnTo>
                  <a:lnTo>
                    <a:pt x="1381" y="1821"/>
                  </a:lnTo>
                  <a:lnTo>
                    <a:pt x="1318" y="1842"/>
                  </a:lnTo>
                  <a:lnTo>
                    <a:pt x="1235" y="1926"/>
                  </a:lnTo>
                  <a:lnTo>
                    <a:pt x="1214" y="1884"/>
                  </a:lnTo>
                  <a:lnTo>
                    <a:pt x="1130" y="1863"/>
                  </a:lnTo>
                  <a:lnTo>
                    <a:pt x="1005" y="1947"/>
                  </a:lnTo>
                  <a:lnTo>
                    <a:pt x="900" y="1968"/>
                  </a:lnTo>
                  <a:lnTo>
                    <a:pt x="795" y="2093"/>
                  </a:lnTo>
                  <a:lnTo>
                    <a:pt x="419" y="2093"/>
                  </a:lnTo>
                  <a:lnTo>
                    <a:pt x="377" y="2156"/>
                  </a:lnTo>
                  <a:lnTo>
                    <a:pt x="377" y="2282"/>
                  </a:lnTo>
                  <a:lnTo>
                    <a:pt x="314" y="2344"/>
                  </a:lnTo>
                  <a:lnTo>
                    <a:pt x="335" y="2386"/>
                  </a:lnTo>
                  <a:lnTo>
                    <a:pt x="481" y="2303"/>
                  </a:lnTo>
                  <a:lnTo>
                    <a:pt x="691" y="2386"/>
                  </a:lnTo>
                  <a:lnTo>
                    <a:pt x="544" y="2470"/>
                  </a:lnTo>
                  <a:lnTo>
                    <a:pt x="502" y="2449"/>
                  </a:lnTo>
                  <a:lnTo>
                    <a:pt x="398" y="2407"/>
                  </a:lnTo>
                  <a:lnTo>
                    <a:pt x="398" y="2407"/>
                  </a:lnTo>
                  <a:lnTo>
                    <a:pt x="440" y="2470"/>
                  </a:lnTo>
                  <a:lnTo>
                    <a:pt x="419" y="2575"/>
                  </a:lnTo>
                  <a:lnTo>
                    <a:pt x="586" y="2616"/>
                  </a:lnTo>
                  <a:lnTo>
                    <a:pt x="753" y="2512"/>
                  </a:lnTo>
                  <a:lnTo>
                    <a:pt x="1151" y="2554"/>
                  </a:lnTo>
                  <a:lnTo>
                    <a:pt x="1256" y="2407"/>
                  </a:lnTo>
                  <a:lnTo>
                    <a:pt x="1465" y="2344"/>
                  </a:lnTo>
                  <a:lnTo>
                    <a:pt x="1988" y="2344"/>
                  </a:lnTo>
                  <a:lnTo>
                    <a:pt x="2113" y="2386"/>
                  </a:lnTo>
                  <a:lnTo>
                    <a:pt x="2113" y="2365"/>
                  </a:lnTo>
                  <a:lnTo>
                    <a:pt x="2260" y="2344"/>
                  </a:lnTo>
                  <a:lnTo>
                    <a:pt x="2595" y="2365"/>
                  </a:lnTo>
                  <a:lnTo>
                    <a:pt x="2825" y="2470"/>
                  </a:lnTo>
                  <a:lnTo>
                    <a:pt x="2929" y="2554"/>
                  </a:lnTo>
                  <a:lnTo>
                    <a:pt x="3118" y="2554"/>
                  </a:lnTo>
                  <a:lnTo>
                    <a:pt x="3306" y="2616"/>
                  </a:lnTo>
                  <a:lnTo>
                    <a:pt x="3411" y="2554"/>
                  </a:lnTo>
                  <a:lnTo>
                    <a:pt x="3515" y="2575"/>
                  </a:lnTo>
                  <a:lnTo>
                    <a:pt x="3557" y="2616"/>
                  </a:lnTo>
                  <a:lnTo>
                    <a:pt x="3683" y="2616"/>
                  </a:lnTo>
                  <a:lnTo>
                    <a:pt x="3683" y="2721"/>
                  </a:lnTo>
                  <a:lnTo>
                    <a:pt x="3725" y="2658"/>
                  </a:lnTo>
                  <a:lnTo>
                    <a:pt x="3725" y="2554"/>
                  </a:lnTo>
                  <a:lnTo>
                    <a:pt x="3578" y="2470"/>
                  </a:lnTo>
                  <a:lnTo>
                    <a:pt x="3557" y="2386"/>
                  </a:lnTo>
                  <a:lnTo>
                    <a:pt x="3620" y="2303"/>
                  </a:lnTo>
                  <a:lnTo>
                    <a:pt x="3620" y="2261"/>
                  </a:lnTo>
                  <a:lnTo>
                    <a:pt x="3536" y="2156"/>
                  </a:lnTo>
                  <a:lnTo>
                    <a:pt x="3515" y="2072"/>
                  </a:lnTo>
                  <a:lnTo>
                    <a:pt x="3432" y="2031"/>
                  </a:lnTo>
                  <a:lnTo>
                    <a:pt x="3369" y="2052"/>
                  </a:lnTo>
                  <a:lnTo>
                    <a:pt x="3306" y="1968"/>
                  </a:lnTo>
                  <a:lnTo>
                    <a:pt x="3243" y="1842"/>
                  </a:lnTo>
                  <a:lnTo>
                    <a:pt x="3118" y="1717"/>
                  </a:lnTo>
                  <a:lnTo>
                    <a:pt x="3097" y="1633"/>
                  </a:lnTo>
                  <a:lnTo>
                    <a:pt x="3139" y="1403"/>
                  </a:lnTo>
                  <a:lnTo>
                    <a:pt x="3118" y="1319"/>
                  </a:lnTo>
                  <a:lnTo>
                    <a:pt x="3118" y="1215"/>
                  </a:lnTo>
                  <a:lnTo>
                    <a:pt x="3034" y="1131"/>
                  </a:lnTo>
                  <a:lnTo>
                    <a:pt x="3013" y="1047"/>
                  </a:lnTo>
                  <a:lnTo>
                    <a:pt x="2846" y="943"/>
                  </a:lnTo>
                  <a:lnTo>
                    <a:pt x="2741" y="922"/>
                  </a:lnTo>
                  <a:lnTo>
                    <a:pt x="2720" y="796"/>
                  </a:lnTo>
                  <a:lnTo>
                    <a:pt x="2595" y="775"/>
                  </a:lnTo>
                  <a:lnTo>
                    <a:pt x="2595" y="629"/>
                  </a:lnTo>
                  <a:lnTo>
                    <a:pt x="2469" y="524"/>
                  </a:lnTo>
                  <a:lnTo>
                    <a:pt x="2427" y="399"/>
                  </a:lnTo>
                  <a:lnTo>
                    <a:pt x="2385" y="357"/>
                  </a:lnTo>
                  <a:lnTo>
                    <a:pt x="2302" y="357"/>
                  </a:lnTo>
                  <a:lnTo>
                    <a:pt x="2260" y="315"/>
                  </a:lnTo>
                  <a:lnTo>
                    <a:pt x="2176" y="378"/>
                  </a:lnTo>
                  <a:lnTo>
                    <a:pt x="2093" y="357"/>
                  </a:lnTo>
                  <a:lnTo>
                    <a:pt x="2093" y="273"/>
                  </a:lnTo>
                  <a:lnTo>
                    <a:pt x="1967" y="106"/>
                  </a:lnTo>
                  <a:lnTo>
                    <a:pt x="1800" y="85"/>
                  </a:lnTo>
                  <a:lnTo>
                    <a:pt x="154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8" name="Google Shape;7870;p67">
              <a:extLst>
                <a:ext uri="{FF2B5EF4-FFF2-40B4-BE49-F238E27FC236}">
                  <a16:creationId xmlns:a16="http://schemas.microsoft.com/office/drawing/2014/main" id="{BDEA665C-B510-A37A-CF8A-247A258E87D3}"/>
                </a:ext>
              </a:extLst>
            </p:cNvPr>
            <p:cNvSpPr/>
            <p:nvPr/>
          </p:nvSpPr>
          <p:spPr>
            <a:xfrm>
              <a:off x="3452975" y="3056525"/>
              <a:ext cx="44500" cy="26700"/>
            </a:xfrm>
            <a:custGeom>
              <a:avLst/>
              <a:gdLst/>
              <a:ahLst/>
              <a:cxnLst/>
              <a:rect l="l" t="t" r="r" b="b"/>
              <a:pathLst>
                <a:path w="1780" h="1068" extrusionOk="0">
                  <a:moveTo>
                    <a:pt x="1047" y="0"/>
                  </a:moveTo>
                  <a:lnTo>
                    <a:pt x="838" y="63"/>
                  </a:lnTo>
                  <a:lnTo>
                    <a:pt x="733" y="210"/>
                  </a:lnTo>
                  <a:lnTo>
                    <a:pt x="335" y="168"/>
                  </a:lnTo>
                  <a:lnTo>
                    <a:pt x="168" y="272"/>
                  </a:lnTo>
                  <a:lnTo>
                    <a:pt x="1" y="231"/>
                  </a:lnTo>
                  <a:lnTo>
                    <a:pt x="1" y="231"/>
                  </a:lnTo>
                  <a:lnTo>
                    <a:pt x="63" y="314"/>
                  </a:lnTo>
                  <a:lnTo>
                    <a:pt x="273" y="335"/>
                  </a:lnTo>
                  <a:lnTo>
                    <a:pt x="335" y="335"/>
                  </a:lnTo>
                  <a:lnTo>
                    <a:pt x="231" y="419"/>
                  </a:lnTo>
                  <a:lnTo>
                    <a:pt x="335" y="524"/>
                  </a:lnTo>
                  <a:lnTo>
                    <a:pt x="440" y="524"/>
                  </a:lnTo>
                  <a:lnTo>
                    <a:pt x="482" y="586"/>
                  </a:lnTo>
                  <a:lnTo>
                    <a:pt x="545" y="586"/>
                  </a:lnTo>
                  <a:lnTo>
                    <a:pt x="691" y="544"/>
                  </a:lnTo>
                  <a:lnTo>
                    <a:pt x="838" y="524"/>
                  </a:lnTo>
                  <a:lnTo>
                    <a:pt x="1005" y="586"/>
                  </a:lnTo>
                  <a:lnTo>
                    <a:pt x="942" y="649"/>
                  </a:lnTo>
                  <a:lnTo>
                    <a:pt x="649" y="649"/>
                  </a:lnTo>
                  <a:lnTo>
                    <a:pt x="691" y="691"/>
                  </a:lnTo>
                  <a:lnTo>
                    <a:pt x="796" y="691"/>
                  </a:lnTo>
                  <a:lnTo>
                    <a:pt x="838" y="754"/>
                  </a:lnTo>
                  <a:lnTo>
                    <a:pt x="817" y="796"/>
                  </a:lnTo>
                  <a:lnTo>
                    <a:pt x="859" y="796"/>
                  </a:lnTo>
                  <a:lnTo>
                    <a:pt x="733" y="963"/>
                  </a:lnTo>
                  <a:lnTo>
                    <a:pt x="963" y="942"/>
                  </a:lnTo>
                  <a:lnTo>
                    <a:pt x="963" y="1047"/>
                  </a:lnTo>
                  <a:lnTo>
                    <a:pt x="1005" y="1068"/>
                  </a:lnTo>
                  <a:lnTo>
                    <a:pt x="1131" y="1047"/>
                  </a:lnTo>
                  <a:lnTo>
                    <a:pt x="1214" y="879"/>
                  </a:lnTo>
                  <a:lnTo>
                    <a:pt x="1319" y="858"/>
                  </a:lnTo>
                  <a:lnTo>
                    <a:pt x="1465" y="775"/>
                  </a:lnTo>
                  <a:lnTo>
                    <a:pt x="1675" y="733"/>
                  </a:lnTo>
                  <a:lnTo>
                    <a:pt x="1758" y="670"/>
                  </a:lnTo>
                  <a:lnTo>
                    <a:pt x="1779" y="565"/>
                  </a:lnTo>
                  <a:lnTo>
                    <a:pt x="1695" y="482"/>
                  </a:lnTo>
                  <a:lnTo>
                    <a:pt x="1695" y="314"/>
                  </a:lnTo>
                  <a:lnTo>
                    <a:pt x="1737" y="210"/>
                  </a:lnTo>
                  <a:lnTo>
                    <a:pt x="1695" y="42"/>
                  </a:lnTo>
                  <a:lnTo>
                    <a:pt x="157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719" name="Google Shape;7871;p67">
              <a:extLst>
                <a:ext uri="{FF2B5EF4-FFF2-40B4-BE49-F238E27FC236}">
                  <a16:creationId xmlns:a16="http://schemas.microsoft.com/office/drawing/2014/main" id="{8212DD3C-F773-D261-8EE6-6FE4CCD5A288}"/>
                </a:ext>
              </a:extLst>
            </p:cNvPr>
            <p:cNvGrpSpPr/>
            <p:nvPr/>
          </p:nvGrpSpPr>
          <p:grpSpPr>
            <a:xfrm>
              <a:off x="3450375" y="3038225"/>
              <a:ext cx="132875" cy="99400"/>
              <a:chOff x="3450375" y="3038225"/>
              <a:chExt cx="132875" cy="99400"/>
            </a:xfrm>
            <a:grpFill/>
          </p:grpSpPr>
          <p:sp>
            <p:nvSpPr>
              <p:cNvPr id="755" name="Google Shape;7872;p67">
                <a:extLst>
                  <a:ext uri="{FF2B5EF4-FFF2-40B4-BE49-F238E27FC236}">
                    <a16:creationId xmlns:a16="http://schemas.microsoft.com/office/drawing/2014/main" id="{C4B484ED-C546-BA4D-F2A5-A7FCF1906BC5}"/>
                  </a:ext>
                </a:extLst>
              </p:cNvPr>
              <p:cNvSpPr/>
              <p:nvPr/>
            </p:nvSpPr>
            <p:spPr>
              <a:xfrm>
                <a:off x="3450375" y="3038225"/>
                <a:ext cx="46050" cy="13625"/>
              </a:xfrm>
              <a:custGeom>
                <a:avLst/>
                <a:gdLst/>
                <a:ahLst/>
                <a:cxnLst/>
                <a:rect l="l" t="t" r="r" b="b"/>
                <a:pathLst>
                  <a:path w="1842" h="545" extrusionOk="0">
                    <a:moveTo>
                      <a:pt x="942" y="0"/>
                    </a:moveTo>
                    <a:lnTo>
                      <a:pt x="795" y="63"/>
                    </a:lnTo>
                    <a:lnTo>
                      <a:pt x="586" y="230"/>
                    </a:lnTo>
                    <a:lnTo>
                      <a:pt x="481" y="230"/>
                    </a:lnTo>
                    <a:lnTo>
                      <a:pt x="418" y="251"/>
                    </a:lnTo>
                    <a:lnTo>
                      <a:pt x="167" y="251"/>
                    </a:lnTo>
                    <a:lnTo>
                      <a:pt x="188" y="335"/>
                    </a:lnTo>
                    <a:lnTo>
                      <a:pt x="314" y="419"/>
                    </a:lnTo>
                    <a:lnTo>
                      <a:pt x="439" y="377"/>
                    </a:lnTo>
                    <a:lnTo>
                      <a:pt x="439" y="377"/>
                    </a:lnTo>
                    <a:lnTo>
                      <a:pt x="377" y="460"/>
                    </a:lnTo>
                    <a:lnTo>
                      <a:pt x="209" y="460"/>
                    </a:lnTo>
                    <a:lnTo>
                      <a:pt x="105" y="314"/>
                    </a:lnTo>
                    <a:lnTo>
                      <a:pt x="0" y="419"/>
                    </a:lnTo>
                    <a:lnTo>
                      <a:pt x="63" y="481"/>
                    </a:lnTo>
                    <a:lnTo>
                      <a:pt x="63" y="544"/>
                    </a:lnTo>
                    <a:lnTo>
                      <a:pt x="105" y="481"/>
                    </a:lnTo>
                    <a:lnTo>
                      <a:pt x="481" y="481"/>
                    </a:lnTo>
                    <a:lnTo>
                      <a:pt x="586" y="356"/>
                    </a:lnTo>
                    <a:lnTo>
                      <a:pt x="691" y="335"/>
                    </a:lnTo>
                    <a:lnTo>
                      <a:pt x="816" y="251"/>
                    </a:lnTo>
                    <a:lnTo>
                      <a:pt x="900" y="272"/>
                    </a:lnTo>
                    <a:lnTo>
                      <a:pt x="921" y="314"/>
                    </a:lnTo>
                    <a:lnTo>
                      <a:pt x="1004" y="230"/>
                    </a:lnTo>
                    <a:lnTo>
                      <a:pt x="1067" y="209"/>
                    </a:lnTo>
                    <a:lnTo>
                      <a:pt x="1214" y="314"/>
                    </a:lnTo>
                    <a:lnTo>
                      <a:pt x="1318" y="314"/>
                    </a:lnTo>
                    <a:lnTo>
                      <a:pt x="1465" y="356"/>
                    </a:lnTo>
                    <a:lnTo>
                      <a:pt x="1653" y="440"/>
                    </a:lnTo>
                    <a:lnTo>
                      <a:pt x="1779" y="440"/>
                    </a:lnTo>
                    <a:lnTo>
                      <a:pt x="1841" y="356"/>
                    </a:lnTo>
                    <a:lnTo>
                      <a:pt x="1779" y="272"/>
                    </a:lnTo>
                    <a:lnTo>
                      <a:pt x="1737" y="314"/>
                    </a:lnTo>
                    <a:lnTo>
                      <a:pt x="1465" y="147"/>
                    </a:lnTo>
                    <a:lnTo>
                      <a:pt x="1360" y="147"/>
                    </a:lnTo>
                    <a:lnTo>
                      <a:pt x="1172" y="21"/>
                    </a:lnTo>
                    <a:lnTo>
                      <a:pt x="1046" y="21"/>
                    </a:lnTo>
                    <a:lnTo>
                      <a:pt x="942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56" name="Google Shape;7873;p67">
                <a:extLst>
                  <a:ext uri="{FF2B5EF4-FFF2-40B4-BE49-F238E27FC236}">
                    <a16:creationId xmlns:a16="http://schemas.microsoft.com/office/drawing/2014/main" id="{D04E3D7F-88B8-BEF7-F7BD-6264605F1C33}"/>
                  </a:ext>
                </a:extLst>
              </p:cNvPr>
              <p:cNvSpPr/>
              <p:nvPr/>
            </p:nvSpPr>
            <p:spPr>
              <a:xfrm>
                <a:off x="3481225" y="3056525"/>
                <a:ext cx="102025" cy="81100"/>
              </a:xfrm>
              <a:custGeom>
                <a:avLst/>
                <a:gdLst/>
                <a:ahLst/>
                <a:cxnLst/>
                <a:rect l="l" t="t" r="r" b="b"/>
                <a:pathLst>
                  <a:path w="4081" h="3244" extrusionOk="0">
                    <a:moveTo>
                      <a:pt x="712" y="0"/>
                    </a:moveTo>
                    <a:lnTo>
                      <a:pt x="565" y="21"/>
                    </a:lnTo>
                    <a:lnTo>
                      <a:pt x="565" y="42"/>
                    </a:lnTo>
                    <a:lnTo>
                      <a:pt x="607" y="210"/>
                    </a:lnTo>
                    <a:lnTo>
                      <a:pt x="565" y="314"/>
                    </a:lnTo>
                    <a:lnTo>
                      <a:pt x="565" y="482"/>
                    </a:lnTo>
                    <a:lnTo>
                      <a:pt x="649" y="565"/>
                    </a:lnTo>
                    <a:lnTo>
                      <a:pt x="628" y="670"/>
                    </a:lnTo>
                    <a:lnTo>
                      <a:pt x="545" y="733"/>
                    </a:lnTo>
                    <a:lnTo>
                      <a:pt x="335" y="775"/>
                    </a:lnTo>
                    <a:lnTo>
                      <a:pt x="189" y="858"/>
                    </a:lnTo>
                    <a:lnTo>
                      <a:pt x="84" y="879"/>
                    </a:lnTo>
                    <a:lnTo>
                      <a:pt x="1" y="1046"/>
                    </a:lnTo>
                    <a:lnTo>
                      <a:pt x="21" y="1005"/>
                    </a:lnTo>
                    <a:lnTo>
                      <a:pt x="105" y="1109"/>
                    </a:lnTo>
                    <a:lnTo>
                      <a:pt x="42" y="1319"/>
                    </a:lnTo>
                    <a:lnTo>
                      <a:pt x="189" y="1507"/>
                    </a:lnTo>
                    <a:lnTo>
                      <a:pt x="314" y="1528"/>
                    </a:lnTo>
                    <a:lnTo>
                      <a:pt x="398" y="1570"/>
                    </a:lnTo>
                    <a:lnTo>
                      <a:pt x="440" y="1486"/>
                    </a:lnTo>
                    <a:lnTo>
                      <a:pt x="545" y="1528"/>
                    </a:lnTo>
                    <a:lnTo>
                      <a:pt x="503" y="1570"/>
                    </a:lnTo>
                    <a:lnTo>
                      <a:pt x="503" y="1674"/>
                    </a:lnTo>
                    <a:lnTo>
                      <a:pt x="545" y="1716"/>
                    </a:lnTo>
                    <a:lnTo>
                      <a:pt x="670" y="1716"/>
                    </a:lnTo>
                    <a:lnTo>
                      <a:pt x="733" y="1904"/>
                    </a:lnTo>
                    <a:lnTo>
                      <a:pt x="879" y="1988"/>
                    </a:lnTo>
                    <a:lnTo>
                      <a:pt x="963" y="2051"/>
                    </a:lnTo>
                    <a:lnTo>
                      <a:pt x="1047" y="2030"/>
                    </a:lnTo>
                    <a:lnTo>
                      <a:pt x="1235" y="1946"/>
                    </a:lnTo>
                    <a:lnTo>
                      <a:pt x="1235" y="1884"/>
                    </a:lnTo>
                    <a:lnTo>
                      <a:pt x="1381" y="1716"/>
                    </a:lnTo>
                    <a:lnTo>
                      <a:pt x="1486" y="1632"/>
                    </a:lnTo>
                    <a:lnTo>
                      <a:pt x="1612" y="1570"/>
                    </a:lnTo>
                    <a:lnTo>
                      <a:pt x="2114" y="1570"/>
                    </a:lnTo>
                    <a:lnTo>
                      <a:pt x="2197" y="1716"/>
                    </a:lnTo>
                    <a:lnTo>
                      <a:pt x="2239" y="1821"/>
                    </a:lnTo>
                    <a:lnTo>
                      <a:pt x="2407" y="2093"/>
                    </a:lnTo>
                    <a:lnTo>
                      <a:pt x="2386" y="2156"/>
                    </a:lnTo>
                    <a:lnTo>
                      <a:pt x="2490" y="2260"/>
                    </a:lnTo>
                    <a:lnTo>
                      <a:pt x="2490" y="2365"/>
                    </a:lnTo>
                    <a:lnTo>
                      <a:pt x="2407" y="2407"/>
                    </a:lnTo>
                    <a:lnTo>
                      <a:pt x="2407" y="2511"/>
                    </a:lnTo>
                    <a:lnTo>
                      <a:pt x="2449" y="2532"/>
                    </a:lnTo>
                    <a:lnTo>
                      <a:pt x="2449" y="2574"/>
                    </a:lnTo>
                    <a:lnTo>
                      <a:pt x="2595" y="2532"/>
                    </a:lnTo>
                    <a:lnTo>
                      <a:pt x="2637" y="2532"/>
                    </a:lnTo>
                    <a:lnTo>
                      <a:pt x="2867" y="2449"/>
                    </a:lnTo>
                    <a:lnTo>
                      <a:pt x="3014" y="2511"/>
                    </a:lnTo>
                    <a:lnTo>
                      <a:pt x="3055" y="2637"/>
                    </a:lnTo>
                    <a:lnTo>
                      <a:pt x="3181" y="2721"/>
                    </a:lnTo>
                    <a:lnTo>
                      <a:pt x="3160" y="2930"/>
                    </a:lnTo>
                    <a:lnTo>
                      <a:pt x="3139" y="3055"/>
                    </a:lnTo>
                    <a:lnTo>
                      <a:pt x="3286" y="3202"/>
                    </a:lnTo>
                    <a:lnTo>
                      <a:pt x="3369" y="3202"/>
                    </a:lnTo>
                    <a:lnTo>
                      <a:pt x="3537" y="3076"/>
                    </a:lnTo>
                    <a:lnTo>
                      <a:pt x="3578" y="3076"/>
                    </a:lnTo>
                    <a:lnTo>
                      <a:pt x="3683" y="3181"/>
                    </a:lnTo>
                    <a:lnTo>
                      <a:pt x="3704" y="3244"/>
                    </a:lnTo>
                    <a:lnTo>
                      <a:pt x="3704" y="3202"/>
                    </a:lnTo>
                    <a:lnTo>
                      <a:pt x="3809" y="3181"/>
                    </a:lnTo>
                    <a:lnTo>
                      <a:pt x="3976" y="2846"/>
                    </a:lnTo>
                    <a:lnTo>
                      <a:pt x="3976" y="2721"/>
                    </a:lnTo>
                    <a:lnTo>
                      <a:pt x="3955" y="2658"/>
                    </a:lnTo>
                    <a:lnTo>
                      <a:pt x="3850" y="2553"/>
                    </a:lnTo>
                    <a:lnTo>
                      <a:pt x="3850" y="2469"/>
                    </a:lnTo>
                    <a:lnTo>
                      <a:pt x="3913" y="2428"/>
                    </a:lnTo>
                    <a:lnTo>
                      <a:pt x="3997" y="2449"/>
                    </a:lnTo>
                    <a:lnTo>
                      <a:pt x="4018" y="2365"/>
                    </a:lnTo>
                    <a:lnTo>
                      <a:pt x="3955" y="2239"/>
                    </a:lnTo>
                    <a:lnTo>
                      <a:pt x="3871" y="2218"/>
                    </a:lnTo>
                    <a:lnTo>
                      <a:pt x="3871" y="2009"/>
                    </a:lnTo>
                    <a:lnTo>
                      <a:pt x="3892" y="1925"/>
                    </a:lnTo>
                    <a:lnTo>
                      <a:pt x="3871" y="1674"/>
                    </a:lnTo>
                    <a:lnTo>
                      <a:pt x="3809" y="1612"/>
                    </a:lnTo>
                    <a:lnTo>
                      <a:pt x="3809" y="1507"/>
                    </a:lnTo>
                    <a:lnTo>
                      <a:pt x="4060" y="1423"/>
                    </a:lnTo>
                    <a:lnTo>
                      <a:pt x="4081" y="1402"/>
                    </a:lnTo>
                    <a:lnTo>
                      <a:pt x="4081" y="1319"/>
                    </a:lnTo>
                    <a:lnTo>
                      <a:pt x="4018" y="1277"/>
                    </a:lnTo>
                    <a:lnTo>
                      <a:pt x="3871" y="1256"/>
                    </a:lnTo>
                    <a:lnTo>
                      <a:pt x="3871" y="1193"/>
                    </a:lnTo>
                    <a:lnTo>
                      <a:pt x="3850" y="1109"/>
                    </a:lnTo>
                    <a:lnTo>
                      <a:pt x="3850" y="1005"/>
                    </a:lnTo>
                    <a:lnTo>
                      <a:pt x="3767" y="1005"/>
                    </a:lnTo>
                    <a:lnTo>
                      <a:pt x="3704" y="1088"/>
                    </a:lnTo>
                    <a:lnTo>
                      <a:pt x="3599" y="1109"/>
                    </a:lnTo>
                    <a:lnTo>
                      <a:pt x="3599" y="1109"/>
                    </a:lnTo>
                    <a:lnTo>
                      <a:pt x="3662" y="963"/>
                    </a:lnTo>
                    <a:lnTo>
                      <a:pt x="3767" y="796"/>
                    </a:lnTo>
                    <a:lnTo>
                      <a:pt x="3767" y="754"/>
                    </a:lnTo>
                    <a:lnTo>
                      <a:pt x="3641" y="733"/>
                    </a:lnTo>
                    <a:lnTo>
                      <a:pt x="3578" y="670"/>
                    </a:lnTo>
                    <a:lnTo>
                      <a:pt x="3599" y="524"/>
                    </a:lnTo>
                    <a:lnTo>
                      <a:pt x="3558" y="377"/>
                    </a:lnTo>
                    <a:lnTo>
                      <a:pt x="3432" y="272"/>
                    </a:lnTo>
                    <a:lnTo>
                      <a:pt x="3390" y="231"/>
                    </a:lnTo>
                    <a:lnTo>
                      <a:pt x="3286" y="252"/>
                    </a:lnTo>
                    <a:lnTo>
                      <a:pt x="3265" y="314"/>
                    </a:lnTo>
                    <a:lnTo>
                      <a:pt x="3118" y="231"/>
                    </a:lnTo>
                    <a:lnTo>
                      <a:pt x="2972" y="231"/>
                    </a:lnTo>
                    <a:lnTo>
                      <a:pt x="2867" y="377"/>
                    </a:lnTo>
                    <a:lnTo>
                      <a:pt x="2804" y="419"/>
                    </a:lnTo>
                    <a:lnTo>
                      <a:pt x="2700" y="482"/>
                    </a:lnTo>
                    <a:lnTo>
                      <a:pt x="2532" y="482"/>
                    </a:lnTo>
                    <a:lnTo>
                      <a:pt x="2407" y="377"/>
                    </a:lnTo>
                    <a:lnTo>
                      <a:pt x="2323" y="356"/>
                    </a:lnTo>
                    <a:lnTo>
                      <a:pt x="2218" y="419"/>
                    </a:lnTo>
                    <a:lnTo>
                      <a:pt x="2135" y="377"/>
                    </a:lnTo>
                    <a:lnTo>
                      <a:pt x="2135" y="272"/>
                    </a:lnTo>
                    <a:lnTo>
                      <a:pt x="2009" y="272"/>
                    </a:lnTo>
                    <a:lnTo>
                      <a:pt x="1967" y="231"/>
                    </a:lnTo>
                    <a:lnTo>
                      <a:pt x="1863" y="210"/>
                    </a:lnTo>
                    <a:lnTo>
                      <a:pt x="1758" y="272"/>
                    </a:lnTo>
                    <a:lnTo>
                      <a:pt x="1570" y="210"/>
                    </a:lnTo>
                    <a:lnTo>
                      <a:pt x="1381" y="210"/>
                    </a:lnTo>
                    <a:lnTo>
                      <a:pt x="1277" y="126"/>
                    </a:lnTo>
                    <a:lnTo>
                      <a:pt x="1047" y="21"/>
                    </a:lnTo>
                    <a:lnTo>
                      <a:pt x="712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720" name="Google Shape;7874;p67">
              <a:extLst>
                <a:ext uri="{FF2B5EF4-FFF2-40B4-BE49-F238E27FC236}">
                  <a16:creationId xmlns:a16="http://schemas.microsoft.com/office/drawing/2014/main" id="{099F0CD5-5FF9-45E5-11C0-EA931946D954}"/>
                </a:ext>
              </a:extLst>
            </p:cNvPr>
            <p:cNvSpPr/>
            <p:nvPr/>
          </p:nvSpPr>
          <p:spPr>
            <a:xfrm>
              <a:off x="3503200" y="3095750"/>
              <a:ext cx="40300" cy="48150"/>
            </a:xfrm>
            <a:custGeom>
              <a:avLst/>
              <a:gdLst/>
              <a:ahLst/>
              <a:cxnLst/>
              <a:rect l="l" t="t" r="r" b="b"/>
              <a:pathLst>
                <a:path w="1612" h="1926" extrusionOk="0">
                  <a:moveTo>
                    <a:pt x="733" y="1"/>
                  </a:moveTo>
                  <a:lnTo>
                    <a:pt x="607" y="63"/>
                  </a:lnTo>
                  <a:lnTo>
                    <a:pt x="502" y="147"/>
                  </a:lnTo>
                  <a:lnTo>
                    <a:pt x="356" y="315"/>
                  </a:lnTo>
                  <a:lnTo>
                    <a:pt x="356" y="377"/>
                  </a:lnTo>
                  <a:lnTo>
                    <a:pt x="168" y="461"/>
                  </a:lnTo>
                  <a:lnTo>
                    <a:pt x="84" y="482"/>
                  </a:lnTo>
                  <a:lnTo>
                    <a:pt x="42" y="587"/>
                  </a:lnTo>
                  <a:lnTo>
                    <a:pt x="0" y="670"/>
                  </a:lnTo>
                  <a:lnTo>
                    <a:pt x="105" y="733"/>
                  </a:lnTo>
                  <a:lnTo>
                    <a:pt x="42" y="880"/>
                  </a:lnTo>
                  <a:lnTo>
                    <a:pt x="63" y="963"/>
                  </a:lnTo>
                  <a:lnTo>
                    <a:pt x="168" y="984"/>
                  </a:lnTo>
                  <a:lnTo>
                    <a:pt x="251" y="1172"/>
                  </a:lnTo>
                  <a:lnTo>
                    <a:pt x="251" y="1298"/>
                  </a:lnTo>
                  <a:lnTo>
                    <a:pt x="377" y="1424"/>
                  </a:lnTo>
                  <a:lnTo>
                    <a:pt x="482" y="1382"/>
                  </a:lnTo>
                  <a:lnTo>
                    <a:pt x="482" y="1403"/>
                  </a:lnTo>
                  <a:lnTo>
                    <a:pt x="419" y="1507"/>
                  </a:lnTo>
                  <a:lnTo>
                    <a:pt x="502" y="1591"/>
                  </a:lnTo>
                  <a:lnTo>
                    <a:pt x="586" y="1675"/>
                  </a:lnTo>
                  <a:lnTo>
                    <a:pt x="565" y="1737"/>
                  </a:lnTo>
                  <a:lnTo>
                    <a:pt x="691" y="1779"/>
                  </a:lnTo>
                  <a:lnTo>
                    <a:pt x="1005" y="1926"/>
                  </a:lnTo>
                  <a:lnTo>
                    <a:pt x="1046" y="1926"/>
                  </a:lnTo>
                  <a:lnTo>
                    <a:pt x="1088" y="1842"/>
                  </a:lnTo>
                  <a:lnTo>
                    <a:pt x="1151" y="1696"/>
                  </a:lnTo>
                  <a:lnTo>
                    <a:pt x="1298" y="1633"/>
                  </a:lnTo>
                  <a:lnTo>
                    <a:pt x="1402" y="1507"/>
                  </a:lnTo>
                  <a:lnTo>
                    <a:pt x="1402" y="1403"/>
                  </a:lnTo>
                  <a:lnTo>
                    <a:pt x="1444" y="1256"/>
                  </a:lnTo>
                  <a:lnTo>
                    <a:pt x="1528" y="1214"/>
                  </a:lnTo>
                  <a:lnTo>
                    <a:pt x="1528" y="1152"/>
                  </a:lnTo>
                  <a:lnTo>
                    <a:pt x="1549" y="1005"/>
                  </a:lnTo>
                  <a:lnTo>
                    <a:pt x="1570" y="1005"/>
                  </a:lnTo>
                  <a:lnTo>
                    <a:pt x="1570" y="963"/>
                  </a:lnTo>
                  <a:lnTo>
                    <a:pt x="1528" y="942"/>
                  </a:lnTo>
                  <a:lnTo>
                    <a:pt x="1528" y="838"/>
                  </a:lnTo>
                  <a:lnTo>
                    <a:pt x="1611" y="796"/>
                  </a:lnTo>
                  <a:lnTo>
                    <a:pt x="1611" y="691"/>
                  </a:lnTo>
                  <a:lnTo>
                    <a:pt x="1507" y="587"/>
                  </a:lnTo>
                  <a:lnTo>
                    <a:pt x="1528" y="524"/>
                  </a:lnTo>
                  <a:lnTo>
                    <a:pt x="1360" y="252"/>
                  </a:lnTo>
                  <a:lnTo>
                    <a:pt x="1318" y="147"/>
                  </a:lnTo>
                  <a:lnTo>
                    <a:pt x="123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1" name="Google Shape;7875;p67">
              <a:extLst>
                <a:ext uri="{FF2B5EF4-FFF2-40B4-BE49-F238E27FC236}">
                  <a16:creationId xmlns:a16="http://schemas.microsoft.com/office/drawing/2014/main" id="{8E2B2AFB-5A47-FDCD-3E49-8334B2BA7972}"/>
                </a:ext>
              </a:extLst>
            </p:cNvPr>
            <p:cNvSpPr/>
            <p:nvPr/>
          </p:nvSpPr>
          <p:spPr>
            <a:xfrm>
              <a:off x="3529350" y="3117725"/>
              <a:ext cx="58600" cy="62800"/>
            </a:xfrm>
            <a:custGeom>
              <a:avLst/>
              <a:gdLst/>
              <a:ahLst/>
              <a:cxnLst/>
              <a:rect l="l" t="t" r="r" b="b"/>
              <a:pathLst>
                <a:path w="2344" h="2512" extrusionOk="0">
                  <a:moveTo>
                    <a:pt x="942" y="1"/>
                  </a:moveTo>
                  <a:lnTo>
                    <a:pt x="712" y="84"/>
                  </a:lnTo>
                  <a:lnTo>
                    <a:pt x="670" y="84"/>
                  </a:lnTo>
                  <a:lnTo>
                    <a:pt x="524" y="126"/>
                  </a:lnTo>
                  <a:lnTo>
                    <a:pt x="503" y="126"/>
                  </a:lnTo>
                  <a:lnTo>
                    <a:pt x="482" y="273"/>
                  </a:lnTo>
                  <a:lnTo>
                    <a:pt x="482" y="335"/>
                  </a:lnTo>
                  <a:lnTo>
                    <a:pt x="398" y="377"/>
                  </a:lnTo>
                  <a:lnTo>
                    <a:pt x="356" y="524"/>
                  </a:lnTo>
                  <a:lnTo>
                    <a:pt x="356" y="628"/>
                  </a:lnTo>
                  <a:lnTo>
                    <a:pt x="252" y="754"/>
                  </a:lnTo>
                  <a:lnTo>
                    <a:pt x="105" y="817"/>
                  </a:lnTo>
                  <a:lnTo>
                    <a:pt x="42" y="963"/>
                  </a:lnTo>
                  <a:lnTo>
                    <a:pt x="0" y="1047"/>
                  </a:lnTo>
                  <a:lnTo>
                    <a:pt x="168" y="1047"/>
                  </a:lnTo>
                  <a:lnTo>
                    <a:pt x="252" y="1109"/>
                  </a:lnTo>
                  <a:lnTo>
                    <a:pt x="210" y="1172"/>
                  </a:lnTo>
                  <a:lnTo>
                    <a:pt x="293" y="1235"/>
                  </a:lnTo>
                  <a:lnTo>
                    <a:pt x="461" y="1444"/>
                  </a:lnTo>
                  <a:lnTo>
                    <a:pt x="524" y="1444"/>
                  </a:lnTo>
                  <a:lnTo>
                    <a:pt x="775" y="1591"/>
                  </a:lnTo>
                  <a:lnTo>
                    <a:pt x="796" y="1591"/>
                  </a:lnTo>
                  <a:lnTo>
                    <a:pt x="1130" y="1967"/>
                  </a:lnTo>
                  <a:lnTo>
                    <a:pt x="1256" y="1988"/>
                  </a:lnTo>
                  <a:lnTo>
                    <a:pt x="1716" y="2302"/>
                  </a:lnTo>
                  <a:lnTo>
                    <a:pt x="2260" y="2511"/>
                  </a:lnTo>
                  <a:lnTo>
                    <a:pt x="2260" y="2386"/>
                  </a:lnTo>
                  <a:lnTo>
                    <a:pt x="2197" y="2281"/>
                  </a:lnTo>
                  <a:lnTo>
                    <a:pt x="2260" y="2156"/>
                  </a:lnTo>
                  <a:lnTo>
                    <a:pt x="2239" y="2072"/>
                  </a:lnTo>
                  <a:lnTo>
                    <a:pt x="2260" y="1967"/>
                  </a:lnTo>
                  <a:lnTo>
                    <a:pt x="2302" y="1884"/>
                  </a:lnTo>
                  <a:lnTo>
                    <a:pt x="2260" y="1800"/>
                  </a:lnTo>
                  <a:lnTo>
                    <a:pt x="2344" y="1758"/>
                  </a:lnTo>
                  <a:lnTo>
                    <a:pt x="2302" y="1653"/>
                  </a:lnTo>
                  <a:lnTo>
                    <a:pt x="2239" y="1633"/>
                  </a:lnTo>
                  <a:lnTo>
                    <a:pt x="2156" y="1570"/>
                  </a:lnTo>
                  <a:lnTo>
                    <a:pt x="2093" y="1465"/>
                  </a:lnTo>
                  <a:lnTo>
                    <a:pt x="2030" y="1444"/>
                  </a:lnTo>
                  <a:lnTo>
                    <a:pt x="1967" y="1444"/>
                  </a:lnTo>
                  <a:lnTo>
                    <a:pt x="1884" y="1361"/>
                  </a:lnTo>
                  <a:lnTo>
                    <a:pt x="1779" y="1361"/>
                  </a:lnTo>
                  <a:lnTo>
                    <a:pt x="1758" y="1381"/>
                  </a:lnTo>
                  <a:lnTo>
                    <a:pt x="1653" y="1361"/>
                  </a:lnTo>
                  <a:lnTo>
                    <a:pt x="1633" y="1256"/>
                  </a:lnTo>
                  <a:lnTo>
                    <a:pt x="1716" y="1151"/>
                  </a:lnTo>
                  <a:lnTo>
                    <a:pt x="1821" y="942"/>
                  </a:lnTo>
                  <a:lnTo>
                    <a:pt x="1758" y="837"/>
                  </a:lnTo>
                  <a:lnTo>
                    <a:pt x="1779" y="796"/>
                  </a:lnTo>
                  <a:lnTo>
                    <a:pt x="1758" y="733"/>
                  </a:lnTo>
                  <a:lnTo>
                    <a:pt x="1653" y="628"/>
                  </a:lnTo>
                  <a:lnTo>
                    <a:pt x="1612" y="628"/>
                  </a:lnTo>
                  <a:lnTo>
                    <a:pt x="1444" y="754"/>
                  </a:lnTo>
                  <a:lnTo>
                    <a:pt x="1361" y="754"/>
                  </a:lnTo>
                  <a:lnTo>
                    <a:pt x="1214" y="607"/>
                  </a:lnTo>
                  <a:lnTo>
                    <a:pt x="1235" y="482"/>
                  </a:lnTo>
                  <a:lnTo>
                    <a:pt x="1256" y="273"/>
                  </a:lnTo>
                  <a:lnTo>
                    <a:pt x="1130" y="189"/>
                  </a:lnTo>
                  <a:lnTo>
                    <a:pt x="1089" y="63"/>
                  </a:lnTo>
                  <a:lnTo>
                    <a:pt x="94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2" name="Google Shape;7876;p67">
              <a:extLst>
                <a:ext uri="{FF2B5EF4-FFF2-40B4-BE49-F238E27FC236}">
                  <a16:creationId xmlns:a16="http://schemas.microsoft.com/office/drawing/2014/main" id="{1DB0196D-BBB8-5EB3-1F69-A369B5C2F3F5}"/>
                </a:ext>
              </a:extLst>
            </p:cNvPr>
            <p:cNvSpPr/>
            <p:nvPr/>
          </p:nvSpPr>
          <p:spPr>
            <a:xfrm>
              <a:off x="3570150" y="3086875"/>
              <a:ext cx="89475" cy="94175"/>
            </a:xfrm>
            <a:custGeom>
              <a:avLst/>
              <a:gdLst/>
              <a:ahLst/>
              <a:cxnLst/>
              <a:rect l="l" t="t" r="r" b="b"/>
              <a:pathLst>
                <a:path w="3579" h="3767" extrusionOk="0">
                  <a:moveTo>
                    <a:pt x="1905" y="0"/>
                  </a:moveTo>
                  <a:lnTo>
                    <a:pt x="1821" y="63"/>
                  </a:lnTo>
                  <a:lnTo>
                    <a:pt x="1716" y="209"/>
                  </a:lnTo>
                  <a:lnTo>
                    <a:pt x="1549" y="167"/>
                  </a:lnTo>
                  <a:lnTo>
                    <a:pt x="1507" y="105"/>
                  </a:lnTo>
                  <a:lnTo>
                    <a:pt x="1549" y="63"/>
                  </a:lnTo>
                  <a:lnTo>
                    <a:pt x="1381" y="42"/>
                  </a:lnTo>
                  <a:lnTo>
                    <a:pt x="1193" y="84"/>
                  </a:lnTo>
                  <a:lnTo>
                    <a:pt x="1193" y="146"/>
                  </a:lnTo>
                  <a:lnTo>
                    <a:pt x="1151" y="167"/>
                  </a:lnTo>
                  <a:lnTo>
                    <a:pt x="921" y="167"/>
                  </a:lnTo>
                  <a:lnTo>
                    <a:pt x="775" y="84"/>
                  </a:lnTo>
                  <a:lnTo>
                    <a:pt x="712" y="84"/>
                  </a:lnTo>
                  <a:lnTo>
                    <a:pt x="503" y="209"/>
                  </a:lnTo>
                  <a:lnTo>
                    <a:pt x="252" y="293"/>
                  </a:lnTo>
                  <a:lnTo>
                    <a:pt x="252" y="398"/>
                  </a:lnTo>
                  <a:lnTo>
                    <a:pt x="314" y="460"/>
                  </a:lnTo>
                  <a:lnTo>
                    <a:pt x="335" y="711"/>
                  </a:lnTo>
                  <a:lnTo>
                    <a:pt x="314" y="795"/>
                  </a:lnTo>
                  <a:lnTo>
                    <a:pt x="314" y="1004"/>
                  </a:lnTo>
                  <a:lnTo>
                    <a:pt x="398" y="1025"/>
                  </a:lnTo>
                  <a:lnTo>
                    <a:pt x="461" y="1151"/>
                  </a:lnTo>
                  <a:lnTo>
                    <a:pt x="440" y="1235"/>
                  </a:lnTo>
                  <a:lnTo>
                    <a:pt x="356" y="1214"/>
                  </a:lnTo>
                  <a:lnTo>
                    <a:pt x="293" y="1255"/>
                  </a:lnTo>
                  <a:lnTo>
                    <a:pt x="293" y="1339"/>
                  </a:lnTo>
                  <a:lnTo>
                    <a:pt x="398" y="1444"/>
                  </a:lnTo>
                  <a:lnTo>
                    <a:pt x="419" y="1507"/>
                  </a:lnTo>
                  <a:lnTo>
                    <a:pt x="419" y="1632"/>
                  </a:lnTo>
                  <a:lnTo>
                    <a:pt x="252" y="1967"/>
                  </a:lnTo>
                  <a:lnTo>
                    <a:pt x="147" y="1988"/>
                  </a:lnTo>
                  <a:lnTo>
                    <a:pt x="147" y="2030"/>
                  </a:lnTo>
                  <a:lnTo>
                    <a:pt x="126" y="2071"/>
                  </a:lnTo>
                  <a:lnTo>
                    <a:pt x="189" y="2176"/>
                  </a:lnTo>
                  <a:lnTo>
                    <a:pt x="84" y="2385"/>
                  </a:lnTo>
                  <a:lnTo>
                    <a:pt x="1" y="2490"/>
                  </a:lnTo>
                  <a:lnTo>
                    <a:pt x="21" y="2595"/>
                  </a:lnTo>
                  <a:lnTo>
                    <a:pt x="126" y="2615"/>
                  </a:lnTo>
                  <a:lnTo>
                    <a:pt x="147" y="2595"/>
                  </a:lnTo>
                  <a:lnTo>
                    <a:pt x="252" y="2595"/>
                  </a:lnTo>
                  <a:lnTo>
                    <a:pt x="335" y="2678"/>
                  </a:lnTo>
                  <a:lnTo>
                    <a:pt x="398" y="2678"/>
                  </a:lnTo>
                  <a:lnTo>
                    <a:pt x="461" y="2699"/>
                  </a:lnTo>
                  <a:lnTo>
                    <a:pt x="524" y="2804"/>
                  </a:lnTo>
                  <a:lnTo>
                    <a:pt x="607" y="2867"/>
                  </a:lnTo>
                  <a:lnTo>
                    <a:pt x="670" y="2887"/>
                  </a:lnTo>
                  <a:lnTo>
                    <a:pt x="712" y="2992"/>
                  </a:lnTo>
                  <a:lnTo>
                    <a:pt x="628" y="3034"/>
                  </a:lnTo>
                  <a:lnTo>
                    <a:pt x="670" y="3118"/>
                  </a:lnTo>
                  <a:lnTo>
                    <a:pt x="628" y="3201"/>
                  </a:lnTo>
                  <a:lnTo>
                    <a:pt x="607" y="3306"/>
                  </a:lnTo>
                  <a:lnTo>
                    <a:pt x="628" y="3390"/>
                  </a:lnTo>
                  <a:lnTo>
                    <a:pt x="565" y="3515"/>
                  </a:lnTo>
                  <a:lnTo>
                    <a:pt x="628" y="3620"/>
                  </a:lnTo>
                  <a:lnTo>
                    <a:pt x="628" y="3745"/>
                  </a:lnTo>
                  <a:lnTo>
                    <a:pt x="712" y="3766"/>
                  </a:lnTo>
                  <a:lnTo>
                    <a:pt x="879" y="3599"/>
                  </a:lnTo>
                  <a:lnTo>
                    <a:pt x="1026" y="3599"/>
                  </a:lnTo>
                  <a:lnTo>
                    <a:pt x="1068" y="3536"/>
                  </a:lnTo>
                  <a:lnTo>
                    <a:pt x="1465" y="3390"/>
                  </a:lnTo>
                  <a:lnTo>
                    <a:pt x="1465" y="3327"/>
                  </a:lnTo>
                  <a:lnTo>
                    <a:pt x="1674" y="3306"/>
                  </a:lnTo>
                  <a:lnTo>
                    <a:pt x="2449" y="3306"/>
                  </a:lnTo>
                  <a:lnTo>
                    <a:pt x="2742" y="3201"/>
                  </a:lnTo>
                  <a:lnTo>
                    <a:pt x="3014" y="3327"/>
                  </a:lnTo>
                  <a:lnTo>
                    <a:pt x="3034" y="3201"/>
                  </a:lnTo>
                  <a:lnTo>
                    <a:pt x="3139" y="3180"/>
                  </a:lnTo>
                  <a:lnTo>
                    <a:pt x="3223" y="3306"/>
                  </a:lnTo>
                  <a:lnTo>
                    <a:pt x="3244" y="3285"/>
                  </a:lnTo>
                  <a:lnTo>
                    <a:pt x="3348" y="3285"/>
                  </a:lnTo>
                  <a:lnTo>
                    <a:pt x="3453" y="3243"/>
                  </a:lnTo>
                  <a:lnTo>
                    <a:pt x="3453" y="3097"/>
                  </a:lnTo>
                  <a:lnTo>
                    <a:pt x="3390" y="2992"/>
                  </a:lnTo>
                  <a:lnTo>
                    <a:pt x="3265" y="2971"/>
                  </a:lnTo>
                  <a:lnTo>
                    <a:pt x="3244" y="2804"/>
                  </a:lnTo>
                  <a:lnTo>
                    <a:pt x="3160" y="2595"/>
                  </a:lnTo>
                  <a:lnTo>
                    <a:pt x="3076" y="2511"/>
                  </a:lnTo>
                  <a:lnTo>
                    <a:pt x="3118" y="2469"/>
                  </a:lnTo>
                  <a:lnTo>
                    <a:pt x="3139" y="2448"/>
                  </a:lnTo>
                  <a:lnTo>
                    <a:pt x="3139" y="2176"/>
                  </a:lnTo>
                  <a:lnTo>
                    <a:pt x="3181" y="2092"/>
                  </a:lnTo>
                  <a:lnTo>
                    <a:pt x="3223" y="1967"/>
                  </a:lnTo>
                  <a:lnTo>
                    <a:pt x="3244" y="1883"/>
                  </a:lnTo>
                  <a:lnTo>
                    <a:pt x="3244" y="1758"/>
                  </a:lnTo>
                  <a:lnTo>
                    <a:pt x="3432" y="1507"/>
                  </a:lnTo>
                  <a:lnTo>
                    <a:pt x="3537" y="1423"/>
                  </a:lnTo>
                  <a:lnTo>
                    <a:pt x="3537" y="1318"/>
                  </a:lnTo>
                  <a:lnTo>
                    <a:pt x="3578" y="1193"/>
                  </a:lnTo>
                  <a:lnTo>
                    <a:pt x="3537" y="1025"/>
                  </a:lnTo>
                  <a:lnTo>
                    <a:pt x="3453" y="942"/>
                  </a:lnTo>
                  <a:lnTo>
                    <a:pt x="3453" y="879"/>
                  </a:lnTo>
                  <a:lnTo>
                    <a:pt x="3390" y="732"/>
                  </a:lnTo>
                  <a:lnTo>
                    <a:pt x="3453" y="565"/>
                  </a:lnTo>
                  <a:lnTo>
                    <a:pt x="3453" y="502"/>
                  </a:lnTo>
                  <a:lnTo>
                    <a:pt x="3327" y="502"/>
                  </a:lnTo>
                  <a:lnTo>
                    <a:pt x="3244" y="418"/>
                  </a:lnTo>
                  <a:lnTo>
                    <a:pt x="3160" y="418"/>
                  </a:lnTo>
                  <a:lnTo>
                    <a:pt x="3055" y="502"/>
                  </a:lnTo>
                  <a:lnTo>
                    <a:pt x="2930" y="523"/>
                  </a:lnTo>
                  <a:lnTo>
                    <a:pt x="2742" y="460"/>
                  </a:lnTo>
                  <a:lnTo>
                    <a:pt x="2658" y="356"/>
                  </a:lnTo>
                  <a:lnTo>
                    <a:pt x="2553" y="293"/>
                  </a:lnTo>
                  <a:lnTo>
                    <a:pt x="2449" y="293"/>
                  </a:lnTo>
                  <a:lnTo>
                    <a:pt x="2407" y="251"/>
                  </a:lnTo>
                  <a:lnTo>
                    <a:pt x="2302" y="251"/>
                  </a:lnTo>
                  <a:lnTo>
                    <a:pt x="2093" y="146"/>
                  </a:lnTo>
                  <a:lnTo>
                    <a:pt x="192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3" name="Google Shape;7877;p67">
              <a:extLst>
                <a:ext uri="{FF2B5EF4-FFF2-40B4-BE49-F238E27FC236}">
                  <a16:creationId xmlns:a16="http://schemas.microsoft.com/office/drawing/2014/main" id="{CFAB5DAD-7A4B-933A-14FA-07CA3CF8BE55}"/>
                </a:ext>
              </a:extLst>
            </p:cNvPr>
            <p:cNvSpPr/>
            <p:nvPr/>
          </p:nvSpPr>
          <p:spPr>
            <a:xfrm>
              <a:off x="3647050" y="3079025"/>
              <a:ext cx="61225" cy="95750"/>
            </a:xfrm>
            <a:custGeom>
              <a:avLst/>
              <a:gdLst/>
              <a:ahLst/>
              <a:cxnLst/>
              <a:rect l="l" t="t" r="r" b="b"/>
              <a:pathLst>
                <a:path w="2449" h="3830" extrusionOk="0">
                  <a:moveTo>
                    <a:pt x="1674" y="0"/>
                  </a:moveTo>
                  <a:lnTo>
                    <a:pt x="1549" y="63"/>
                  </a:lnTo>
                  <a:lnTo>
                    <a:pt x="1402" y="63"/>
                  </a:lnTo>
                  <a:lnTo>
                    <a:pt x="1193" y="105"/>
                  </a:lnTo>
                  <a:lnTo>
                    <a:pt x="419" y="105"/>
                  </a:lnTo>
                  <a:lnTo>
                    <a:pt x="210" y="147"/>
                  </a:lnTo>
                  <a:lnTo>
                    <a:pt x="189" y="272"/>
                  </a:lnTo>
                  <a:lnTo>
                    <a:pt x="251" y="460"/>
                  </a:lnTo>
                  <a:lnTo>
                    <a:pt x="293" y="502"/>
                  </a:lnTo>
                  <a:lnTo>
                    <a:pt x="377" y="670"/>
                  </a:lnTo>
                  <a:lnTo>
                    <a:pt x="377" y="816"/>
                  </a:lnTo>
                  <a:lnTo>
                    <a:pt x="377" y="879"/>
                  </a:lnTo>
                  <a:lnTo>
                    <a:pt x="314" y="1046"/>
                  </a:lnTo>
                  <a:lnTo>
                    <a:pt x="377" y="1193"/>
                  </a:lnTo>
                  <a:lnTo>
                    <a:pt x="377" y="1256"/>
                  </a:lnTo>
                  <a:lnTo>
                    <a:pt x="461" y="1339"/>
                  </a:lnTo>
                  <a:lnTo>
                    <a:pt x="502" y="1507"/>
                  </a:lnTo>
                  <a:lnTo>
                    <a:pt x="461" y="1632"/>
                  </a:lnTo>
                  <a:lnTo>
                    <a:pt x="461" y="1737"/>
                  </a:lnTo>
                  <a:lnTo>
                    <a:pt x="356" y="1821"/>
                  </a:lnTo>
                  <a:lnTo>
                    <a:pt x="168" y="2072"/>
                  </a:lnTo>
                  <a:lnTo>
                    <a:pt x="168" y="2197"/>
                  </a:lnTo>
                  <a:lnTo>
                    <a:pt x="147" y="2281"/>
                  </a:lnTo>
                  <a:lnTo>
                    <a:pt x="105" y="2406"/>
                  </a:lnTo>
                  <a:lnTo>
                    <a:pt x="63" y="2490"/>
                  </a:lnTo>
                  <a:lnTo>
                    <a:pt x="63" y="2762"/>
                  </a:lnTo>
                  <a:lnTo>
                    <a:pt x="42" y="2783"/>
                  </a:lnTo>
                  <a:lnTo>
                    <a:pt x="0" y="2825"/>
                  </a:lnTo>
                  <a:lnTo>
                    <a:pt x="84" y="2909"/>
                  </a:lnTo>
                  <a:lnTo>
                    <a:pt x="168" y="3118"/>
                  </a:lnTo>
                  <a:lnTo>
                    <a:pt x="189" y="3285"/>
                  </a:lnTo>
                  <a:lnTo>
                    <a:pt x="314" y="3306"/>
                  </a:lnTo>
                  <a:lnTo>
                    <a:pt x="377" y="3411"/>
                  </a:lnTo>
                  <a:lnTo>
                    <a:pt x="377" y="3557"/>
                  </a:lnTo>
                  <a:lnTo>
                    <a:pt x="272" y="3599"/>
                  </a:lnTo>
                  <a:lnTo>
                    <a:pt x="168" y="3599"/>
                  </a:lnTo>
                  <a:lnTo>
                    <a:pt x="147" y="3620"/>
                  </a:lnTo>
                  <a:lnTo>
                    <a:pt x="168" y="3662"/>
                  </a:lnTo>
                  <a:lnTo>
                    <a:pt x="482" y="3725"/>
                  </a:lnTo>
                  <a:lnTo>
                    <a:pt x="712" y="3829"/>
                  </a:lnTo>
                  <a:lnTo>
                    <a:pt x="1214" y="3599"/>
                  </a:lnTo>
                  <a:lnTo>
                    <a:pt x="1549" y="3557"/>
                  </a:lnTo>
                  <a:lnTo>
                    <a:pt x="1863" y="3306"/>
                  </a:lnTo>
                  <a:lnTo>
                    <a:pt x="2135" y="3181"/>
                  </a:lnTo>
                  <a:lnTo>
                    <a:pt x="2448" y="3118"/>
                  </a:lnTo>
                  <a:lnTo>
                    <a:pt x="2386" y="3034"/>
                  </a:lnTo>
                  <a:lnTo>
                    <a:pt x="2302" y="2971"/>
                  </a:lnTo>
                  <a:lnTo>
                    <a:pt x="2260" y="2929"/>
                  </a:lnTo>
                  <a:lnTo>
                    <a:pt x="2197" y="2804"/>
                  </a:lnTo>
                  <a:lnTo>
                    <a:pt x="2176" y="2657"/>
                  </a:lnTo>
                  <a:lnTo>
                    <a:pt x="2197" y="2490"/>
                  </a:lnTo>
                  <a:lnTo>
                    <a:pt x="2197" y="2448"/>
                  </a:lnTo>
                  <a:lnTo>
                    <a:pt x="2260" y="2302"/>
                  </a:lnTo>
                  <a:lnTo>
                    <a:pt x="2260" y="1967"/>
                  </a:lnTo>
                  <a:lnTo>
                    <a:pt x="2197" y="1883"/>
                  </a:lnTo>
                  <a:lnTo>
                    <a:pt x="2239" y="1674"/>
                  </a:lnTo>
                  <a:lnTo>
                    <a:pt x="2176" y="1611"/>
                  </a:lnTo>
                  <a:lnTo>
                    <a:pt x="2239" y="1528"/>
                  </a:lnTo>
                  <a:lnTo>
                    <a:pt x="2197" y="1423"/>
                  </a:lnTo>
                  <a:lnTo>
                    <a:pt x="2155" y="1360"/>
                  </a:lnTo>
                  <a:lnTo>
                    <a:pt x="2176" y="1297"/>
                  </a:lnTo>
                  <a:lnTo>
                    <a:pt x="2197" y="1214"/>
                  </a:lnTo>
                  <a:lnTo>
                    <a:pt x="2197" y="1004"/>
                  </a:lnTo>
                  <a:lnTo>
                    <a:pt x="2155" y="1004"/>
                  </a:lnTo>
                  <a:lnTo>
                    <a:pt x="2093" y="942"/>
                  </a:lnTo>
                  <a:lnTo>
                    <a:pt x="2093" y="732"/>
                  </a:lnTo>
                  <a:lnTo>
                    <a:pt x="2135" y="586"/>
                  </a:lnTo>
                  <a:lnTo>
                    <a:pt x="1988" y="502"/>
                  </a:lnTo>
                  <a:lnTo>
                    <a:pt x="1946" y="419"/>
                  </a:lnTo>
                  <a:lnTo>
                    <a:pt x="1821" y="293"/>
                  </a:lnTo>
                  <a:lnTo>
                    <a:pt x="1821" y="209"/>
                  </a:lnTo>
                  <a:lnTo>
                    <a:pt x="1758" y="168"/>
                  </a:lnTo>
                  <a:lnTo>
                    <a:pt x="171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4" name="Google Shape;7878;p67">
              <a:extLst>
                <a:ext uri="{FF2B5EF4-FFF2-40B4-BE49-F238E27FC236}">
                  <a16:creationId xmlns:a16="http://schemas.microsoft.com/office/drawing/2014/main" id="{CD5C849A-81B7-E085-57BE-51B9464F58C7}"/>
                </a:ext>
              </a:extLst>
            </p:cNvPr>
            <p:cNvSpPr/>
            <p:nvPr/>
          </p:nvSpPr>
          <p:spPr>
            <a:xfrm>
              <a:off x="3689950" y="3079025"/>
              <a:ext cx="29300" cy="77950"/>
            </a:xfrm>
            <a:custGeom>
              <a:avLst/>
              <a:gdLst/>
              <a:ahLst/>
              <a:cxnLst/>
              <a:rect l="l" t="t" r="r" b="b"/>
              <a:pathLst>
                <a:path w="1172" h="3118" extrusionOk="0">
                  <a:moveTo>
                    <a:pt x="0" y="0"/>
                  </a:moveTo>
                  <a:lnTo>
                    <a:pt x="42" y="168"/>
                  </a:lnTo>
                  <a:lnTo>
                    <a:pt x="105" y="209"/>
                  </a:lnTo>
                  <a:lnTo>
                    <a:pt x="105" y="293"/>
                  </a:lnTo>
                  <a:lnTo>
                    <a:pt x="230" y="419"/>
                  </a:lnTo>
                  <a:lnTo>
                    <a:pt x="272" y="502"/>
                  </a:lnTo>
                  <a:lnTo>
                    <a:pt x="419" y="586"/>
                  </a:lnTo>
                  <a:lnTo>
                    <a:pt x="377" y="732"/>
                  </a:lnTo>
                  <a:lnTo>
                    <a:pt x="377" y="942"/>
                  </a:lnTo>
                  <a:lnTo>
                    <a:pt x="439" y="1004"/>
                  </a:lnTo>
                  <a:lnTo>
                    <a:pt x="481" y="1004"/>
                  </a:lnTo>
                  <a:lnTo>
                    <a:pt x="481" y="1214"/>
                  </a:lnTo>
                  <a:lnTo>
                    <a:pt x="460" y="1297"/>
                  </a:lnTo>
                  <a:lnTo>
                    <a:pt x="439" y="1360"/>
                  </a:lnTo>
                  <a:lnTo>
                    <a:pt x="481" y="1423"/>
                  </a:lnTo>
                  <a:lnTo>
                    <a:pt x="523" y="1528"/>
                  </a:lnTo>
                  <a:lnTo>
                    <a:pt x="460" y="1611"/>
                  </a:lnTo>
                  <a:lnTo>
                    <a:pt x="523" y="1674"/>
                  </a:lnTo>
                  <a:lnTo>
                    <a:pt x="481" y="1883"/>
                  </a:lnTo>
                  <a:lnTo>
                    <a:pt x="544" y="1967"/>
                  </a:lnTo>
                  <a:lnTo>
                    <a:pt x="544" y="2302"/>
                  </a:lnTo>
                  <a:lnTo>
                    <a:pt x="481" y="2448"/>
                  </a:lnTo>
                  <a:lnTo>
                    <a:pt x="481" y="2490"/>
                  </a:lnTo>
                  <a:lnTo>
                    <a:pt x="460" y="2657"/>
                  </a:lnTo>
                  <a:lnTo>
                    <a:pt x="481" y="2804"/>
                  </a:lnTo>
                  <a:lnTo>
                    <a:pt x="544" y="2929"/>
                  </a:lnTo>
                  <a:lnTo>
                    <a:pt x="586" y="2971"/>
                  </a:lnTo>
                  <a:lnTo>
                    <a:pt x="670" y="3034"/>
                  </a:lnTo>
                  <a:lnTo>
                    <a:pt x="732" y="3118"/>
                  </a:lnTo>
                  <a:lnTo>
                    <a:pt x="774" y="3118"/>
                  </a:lnTo>
                  <a:lnTo>
                    <a:pt x="1088" y="2929"/>
                  </a:lnTo>
                  <a:lnTo>
                    <a:pt x="1151" y="2929"/>
                  </a:lnTo>
                  <a:lnTo>
                    <a:pt x="1172" y="2825"/>
                  </a:lnTo>
                  <a:lnTo>
                    <a:pt x="1088" y="2699"/>
                  </a:lnTo>
                  <a:lnTo>
                    <a:pt x="1088" y="2553"/>
                  </a:lnTo>
                  <a:lnTo>
                    <a:pt x="1046" y="2385"/>
                  </a:lnTo>
                  <a:lnTo>
                    <a:pt x="1067" y="1716"/>
                  </a:lnTo>
                  <a:lnTo>
                    <a:pt x="1067" y="1611"/>
                  </a:lnTo>
                  <a:lnTo>
                    <a:pt x="1109" y="1528"/>
                  </a:lnTo>
                  <a:lnTo>
                    <a:pt x="1109" y="1402"/>
                  </a:lnTo>
                  <a:lnTo>
                    <a:pt x="1088" y="1297"/>
                  </a:lnTo>
                  <a:lnTo>
                    <a:pt x="1088" y="1130"/>
                  </a:lnTo>
                  <a:lnTo>
                    <a:pt x="1046" y="900"/>
                  </a:lnTo>
                  <a:lnTo>
                    <a:pt x="900" y="586"/>
                  </a:lnTo>
                  <a:lnTo>
                    <a:pt x="858" y="565"/>
                  </a:lnTo>
                  <a:lnTo>
                    <a:pt x="774" y="481"/>
                  </a:lnTo>
                  <a:lnTo>
                    <a:pt x="649" y="398"/>
                  </a:lnTo>
                  <a:lnTo>
                    <a:pt x="628" y="209"/>
                  </a:lnTo>
                  <a:lnTo>
                    <a:pt x="649" y="168"/>
                  </a:lnTo>
                  <a:lnTo>
                    <a:pt x="4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5" name="Google Shape;7879;p67">
              <a:extLst>
                <a:ext uri="{FF2B5EF4-FFF2-40B4-BE49-F238E27FC236}">
                  <a16:creationId xmlns:a16="http://schemas.microsoft.com/office/drawing/2014/main" id="{61DF1E89-E5FD-1F55-65F1-D44DFDABDB4C}"/>
                </a:ext>
              </a:extLst>
            </p:cNvPr>
            <p:cNvSpPr/>
            <p:nvPr/>
          </p:nvSpPr>
          <p:spPr>
            <a:xfrm>
              <a:off x="3705625" y="3059150"/>
              <a:ext cx="45025" cy="94175"/>
            </a:xfrm>
            <a:custGeom>
              <a:avLst/>
              <a:gdLst/>
              <a:ahLst/>
              <a:cxnLst/>
              <a:rect l="l" t="t" r="r" b="b"/>
              <a:pathLst>
                <a:path w="1801" h="3767" extrusionOk="0">
                  <a:moveTo>
                    <a:pt x="1047" y="0"/>
                  </a:moveTo>
                  <a:lnTo>
                    <a:pt x="984" y="105"/>
                  </a:lnTo>
                  <a:lnTo>
                    <a:pt x="1005" y="147"/>
                  </a:lnTo>
                  <a:lnTo>
                    <a:pt x="900" y="209"/>
                  </a:lnTo>
                  <a:lnTo>
                    <a:pt x="838" y="209"/>
                  </a:lnTo>
                  <a:lnTo>
                    <a:pt x="838" y="272"/>
                  </a:lnTo>
                  <a:lnTo>
                    <a:pt x="691" y="439"/>
                  </a:lnTo>
                  <a:lnTo>
                    <a:pt x="628" y="439"/>
                  </a:lnTo>
                  <a:lnTo>
                    <a:pt x="440" y="544"/>
                  </a:lnTo>
                  <a:lnTo>
                    <a:pt x="356" y="523"/>
                  </a:lnTo>
                  <a:lnTo>
                    <a:pt x="252" y="565"/>
                  </a:lnTo>
                  <a:lnTo>
                    <a:pt x="252" y="670"/>
                  </a:lnTo>
                  <a:lnTo>
                    <a:pt x="168" y="753"/>
                  </a:lnTo>
                  <a:lnTo>
                    <a:pt x="168" y="858"/>
                  </a:lnTo>
                  <a:lnTo>
                    <a:pt x="43" y="900"/>
                  </a:lnTo>
                  <a:lnTo>
                    <a:pt x="22" y="963"/>
                  </a:lnTo>
                  <a:lnTo>
                    <a:pt x="1" y="1004"/>
                  </a:lnTo>
                  <a:lnTo>
                    <a:pt x="22" y="1193"/>
                  </a:lnTo>
                  <a:lnTo>
                    <a:pt x="147" y="1276"/>
                  </a:lnTo>
                  <a:lnTo>
                    <a:pt x="231" y="1360"/>
                  </a:lnTo>
                  <a:lnTo>
                    <a:pt x="273" y="1381"/>
                  </a:lnTo>
                  <a:lnTo>
                    <a:pt x="419" y="1695"/>
                  </a:lnTo>
                  <a:lnTo>
                    <a:pt x="461" y="1925"/>
                  </a:lnTo>
                  <a:lnTo>
                    <a:pt x="461" y="2092"/>
                  </a:lnTo>
                  <a:lnTo>
                    <a:pt x="482" y="2197"/>
                  </a:lnTo>
                  <a:lnTo>
                    <a:pt x="482" y="2323"/>
                  </a:lnTo>
                  <a:lnTo>
                    <a:pt x="440" y="2406"/>
                  </a:lnTo>
                  <a:lnTo>
                    <a:pt x="440" y="2511"/>
                  </a:lnTo>
                  <a:lnTo>
                    <a:pt x="419" y="3180"/>
                  </a:lnTo>
                  <a:lnTo>
                    <a:pt x="461" y="3348"/>
                  </a:lnTo>
                  <a:lnTo>
                    <a:pt x="461" y="3494"/>
                  </a:lnTo>
                  <a:lnTo>
                    <a:pt x="545" y="3620"/>
                  </a:lnTo>
                  <a:lnTo>
                    <a:pt x="524" y="3724"/>
                  </a:lnTo>
                  <a:lnTo>
                    <a:pt x="733" y="3766"/>
                  </a:lnTo>
                  <a:lnTo>
                    <a:pt x="1110" y="3620"/>
                  </a:lnTo>
                  <a:lnTo>
                    <a:pt x="1152" y="3620"/>
                  </a:lnTo>
                  <a:lnTo>
                    <a:pt x="1110" y="3515"/>
                  </a:lnTo>
                  <a:lnTo>
                    <a:pt x="1152" y="3243"/>
                  </a:lnTo>
                  <a:lnTo>
                    <a:pt x="1110" y="3139"/>
                  </a:lnTo>
                  <a:lnTo>
                    <a:pt x="1152" y="3055"/>
                  </a:lnTo>
                  <a:lnTo>
                    <a:pt x="1110" y="2825"/>
                  </a:lnTo>
                  <a:lnTo>
                    <a:pt x="1110" y="2720"/>
                  </a:lnTo>
                  <a:lnTo>
                    <a:pt x="1110" y="2657"/>
                  </a:lnTo>
                  <a:lnTo>
                    <a:pt x="1089" y="2616"/>
                  </a:lnTo>
                  <a:lnTo>
                    <a:pt x="1110" y="2553"/>
                  </a:lnTo>
                  <a:lnTo>
                    <a:pt x="1089" y="2469"/>
                  </a:lnTo>
                  <a:lnTo>
                    <a:pt x="1089" y="2427"/>
                  </a:lnTo>
                  <a:lnTo>
                    <a:pt x="1089" y="2302"/>
                  </a:lnTo>
                  <a:lnTo>
                    <a:pt x="1110" y="2218"/>
                  </a:lnTo>
                  <a:lnTo>
                    <a:pt x="1110" y="2113"/>
                  </a:lnTo>
                  <a:lnTo>
                    <a:pt x="1152" y="2051"/>
                  </a:lnTo>
                  <a:lnTo>
                    <a:pt x="1256" y="2009"/>
                  </a:lnTo>
                  <a:lnTo>
                    <a:pt x="1298" y="2009"/>
                  </a:lnTo>
                  <a:lnTo>
                    <a:pt x="1361" y="1946"/>
                  </a:lnTo>
                  <a:lnTo>
                    <a:pt x="1403" y="1841"/>
                  </a:lnTo>
                  <a:lnTo>
                    <a:pt x="1486" y="1716"/>
                  </a:lnTo>
                  <a:lnTo>
                    <a:pt x="1528" y="1611"/>
                  </a:lnTo>
                  <a:lnTo>
                    <a:pt x="1612" y="1569"/>
                  </a:lnTo>
                  <a:lnTo>
                    <a:pt x="1696" y="1569"/>
                  </a:lnTo>
                  <a:lnTo>
                    <a:pt x="1716" y="1507"/>
                  </a:lnTo>
                  <a:lnTo>
                    <a:pt x="1591" y="1381"/>
                  </a:lnTo>
                  <a:lnTo>
                    <a:pt x="1591" y="1318"/>
                  </a:lnTo>
                  <a:lnTo>
                    <a:pt x="1633" y="1255"/>
                  </a:lnTo>
                  <a:lnTo>
                    <a:pt x="1779" y="1255"/>
                  </a:lnTo>
                  <a:lnTo>
                    <a:pt x="1800" y="1172"/>
                  </a:lnTo>
                  <a:lnTo>
                    <a:pt x="1737" y="963"/>
                  </a:lnTo>
                  <a:lnTo>
                    <a:pt x="1716" y="837"/>
                  </a:lnTo>
                  <a:lnTo>
                    <a:pt x="1570" y="691"/>
                  </a:lnTo>
                  <a:lnTo>
                    <a:pt x="1528" y="628"/>
                  </a:lnTo>
                  <a:lnTo>
                    <a:pt x="1570" y="481"/>
                  </a:lnTo>
                  <a:lnTo>
                    <a:pt x="1591" y="481"/>
                  </a:lnTo>
                  <a:lnTo>
                    <a:pt x="1465" y="314"/>
                  </a:lnTo>
                  <a:lnTo>
                    <a:pt x="1319" y="272"/>
                  </a:lnTo>
                  <a:lnTo>
                    <a:pt x="1214" y="147"/>
                  </a:lnTo>
                  <a:lnTo>
                    <a:pt x="104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6" name="Google Shape;7880;p67">
              <a:extLst>
                <a:ext uri="{FF2B5EF4-FFF2-40B4-BE49-F238E27FC236}">
                  <a16:creationId xmlns:a16="http://schemas.microsoft.com/office/drawing/2014/main" id="{524A7055-E813-44E2-0C4F-8A179FDFE972}"/>
                </a:ext>
              </a:extLst>
            </p:cNvPr>
            <p:cNvSpPr/>
            <p:nvPr/>
          </p:nvSpPr>
          <p:spPr>
            <a:xfrm>
              <a:off x="3881925" y="2896975"/>
              <a:ext cx="150650" cy="239600"/>
            </a:xfrm>
            <a:custGeom>
              <a:avLst/>
              <a:gdLst/>
              <a:ahLst/>
              <a:cxnLst/>
              <a:rect l="l" t="t" r="r" b="b"/>
              <a:pathLst>
                <a:path w="6026" h="9584" extrusionOk="0">
                  <a:moveTo>
                    <a:pt x="1318" y="1"/>
                  </a:moveTo>
                  <a:lnTo>
                    <a:pt x="690" y="252"/>
                  </a:lnTo>
                  <a:lnTo>
                    <a:pt x="732" y="336"/>
                  </a:lnTo>
                  <a:lnTo>
                    <a:pt x="1025" y="1110"/>
                  </a:lnTo>
                  <a:lnTo>
                    <a:pt x="1004" y="1277"/>
                  </a:lnTo>
                  <a:lnTo>
                    <a:pt x="962" y="1361"/>
                  </a:lnTo>
                  <a:lnTo>
                    <a:pt x="1360" y="1821"/>
                  </a:lnTo>
                  <a:lnTo>
                    <a:pt x="1339" y="2030"/>
                  </a:lnTo>
                  <a:lnTo>
                    <a:pt x="1255" y="2114"/>
                  </a:lnTo>
                  <a:lnTo>
                    <a:pt x="1109" y="3202"/>
                  </a:lnTo>
                  <a:lnTo>
                    <a:pt x="1130" y="4039"/>
                  </a:lnTo>
                  <a:lnTo>
                    <a:pt x="167" y="5022"/>
                  </a:lnTo>
                  <a:lnTo>
                    <a:pt x="126" y="5085"/>
                  </a:lnTo>
                  <a:lnTo>
                    <a:pt x="0" y="5085"/>
                  </a:lnTo>
                  <a:lnTo>
                    <a:pt x="0" y="5169"/>
                  </a:lnTo>
                  <a:lnTo>
                    <a:pt x="21" y="5901"/>
                  </a:lnTo>
                  <a:lnTo>
                    <a:pt x="105" y="5922"/>
                  </a:lnTo>
                  <a:lnTo>
                    <a:pt x="272" y="6131"/>
                  </a:lnTo>
                  <a:lnTo>
                    <a:pt x="335" y="6278"/>
                  </a:lnTo>
                  <a:lnTo>
                    <a:pt x="628" y="6424"/>
                  </a:lnTo>
                  <a:lnTo>
                    <a:pt x="753" y="6529"/>
                  </a:lnTo>
                  <a:lnTo>
                    <a:pt x="795" y="6717"/>
                  </a:lnTo>
                  <a:lnTo>
                    <a:pt x="837" y="6759"/>
                  </a:lnTo>
                  <a:lnTo>
                    <a:pt x="858" y="6864"/>
                  </a:lnTo>
                  <a:lnTo>
                    <a:pt x="942" y="7031"/>
                  </a:lnTo>
                  <a:lnTo>
                    <a:pt x="942" y="7115"/>
                  </a:lnTo>
                  <a:lnTo>
                    <a:pt x="921" y="7157"/>
                  </a:lnTo>
                  <a:lnTo>
                    <a:pt x="900" y="7219"/>
                  </a:lnTo>
                  <a:lnTo>
                    <a:pt x="962" y="7282"/>
                  </a:lnTo>
                  <a:lnTo>
                    <a:pt x="921" y="7429"/>
                  </a:lnTo>
                  <a:lnTo>
                    <a:pt x="837" y="7491"/>
                  </a:lnTo>
                  <a:lnTo>
                    <a:pt x="858" y="7596"/>
                  </a:lnTo>
                  <a:lnTo>
                    <a:pt x="962" y="7763"/>
                  </a:lnTo>
                  <a:lnTo>
                    <a:pt x="1046" y="7805"/>
                  </a:lnTo>
                  <a:lnTo>
                    <a:pt x="1067" y="7910"/>
                  </a:lnTo>
                  <a:lnTo>
                    <a:pt x="1234" y="8056"/>
                  </a:lnTo>
                  <a:lnTo>
                    <a:pt x="1276" y="8077"/>
                  </a:lnTo>
                  <a:lnTo>
                    <a:pt x="1234" y="8119"/>
                  </a:lnTo>
                  <a:lnTo>
                    <a:pt x="1151" y="8098"/>
                  </a:lnTo>
                  <a:lnTo>
                    <a:pt x="1067" y="8077"/>
                  </a:lnTo>
                  <a:lnTo>
                    <a:pt x="942" y="8056"/>
                  </a:lnTo>
                  <a:lnTo>
                    <a:pt x="900" y="8077"/>
                  </a:lnTo>
                  <a:lnTo>
                    <a:pt x="795" y="8056"/>
                  </a:lnTo>
                  <a:lnTo>
                    <a:pt x="690" y="8077"/>
                  </a:lnTo>
                  <a:lnTo>
                    <a:pt x="628" y="8056"/>
                  </a:lnTo>
                  <a:lnTo>
                    <a:pt x="439" y="8056"/>
                  </a:lnTo>
                  <a:lnTo>
                    <a:pt x="439" y="8161"/>
                  </a:lnTo>
                  <a:lnTo>
                    <a:pt x="418" y="8203"/>
                  </a:lnTo>
                  <a:lnTo>
                    <a:pt x="418" y="8307"/>
                  </a:lnTo>
                  <a:lnTo>
                    <a:pt x="418" y="8370"/>
                  </a:lnTo>
                  <a:lnTo>
                    <a:pt x="502" y="8412"/>
                  </a:lnTo>
                  <a:lnTo>
                    <a:pt x="502" y="8496"/>
                  </a:lnTo>
                  <a:lnTo>
                    <a:pt x="607" y="8517"/>
                  </a:lnTo>
                  <a:lnTo>
                    <a:pt x="816" y="8705"/>
                  </a:lnTo>
                  <a:lnTo>
                    <a:pt x="1025" y="8914"/>
                  </a:lnTo>
                  <a:lnTo>
                    <a:pt x="1109" y="8998"/>
                  </a:lnTo>
                  <a:lnTo>
                    <a:pt x="1214" y="9144"/>
                  </a:lnTo>
                  <a:lnTo>
                    <a:pt x="1276" y="9312"/>
                  </a:lnTo>
                  <a:lnTo>
                    <a:pt x="1318" y="9416"/>
                  </a:lnTo>
                  <a:lnTo>
                    <a:pt x="1360" y="9458"/>
                  </a:lnTo>
                  <a:lnTo>
                    <a:pt x="1381" y="9584"/>
                  </a:lnTo>
                  <a:lnTo>
                    <a:pt x="1486" y="9584"/>
                  </a:lnTo>
                  <a:lnTo>
                    <a:pt x="1590" y="9563"/>
                  </a:lnTo>
                  <a:lnTo>
                    <a:pt x="1758" y="9563"/>
                  </a:lnTo>
                  <a:lnTo>
                    <a:pt x="1799" y="9437"/>
                  </a:lnTo>
                  <a:lnTo>
                    <a:pt x="1799" y="9312"/>
                  </a:lnTo>
                  <a:lnTo>
                    <a:pt x="1883" y="9249"/>
                  </a:lnTo>
                  <a:lnTo>
                    <a:pt x="1946" y="9312"/>
                  </a:lnTo>
                  <a:lnTo>
                    <a:pt x="1988" y="9437"/>
                  </a:lnTo>
                  <a:lnTo>
                    <a:pt x="2051" y="9479"/>
                  </a:lnTo>
                  <a:lnTo>
                    <a:pt x="2155" y="9458"/>
                  </a:lnTo>
                  <a:lnTo>
                    <a:pt x="2281" y="9354"/>
                  </a:lnTo>
                  <a:lnTo>
                    <a:pt x="2469" y="9312"/>
                  </a:lnTo>
                  <a:lnTo>
                    <a:pt x="2595" y="9207"/>
                  </a:lnTo>
                  <a:lnTo>
                    <a:pt x="2929" y="9123"/>
                  </a:lnTo>
                  <a:lnTo>
                    <a:pt x="3097" y="9123"/>
                  </a:lnTo>
                  <a:lnTo>
                    <a:pt x="3159" y="9019"/>
                  </a:lnTo>
                  <a:lnTo>
                    <a:pt x="3327" y="8914"/>
                  </a:lnTo>
                  <a:lnTo>
                    <a:pt x="3306" y="8831"/>
                  </a:lnTo>
                  <a:lnTo>
                    <a:pt x="3243" y="8831"/>
                  </a:lnTo>
                  <a:lnTo>
                    <a:pt x="3139" y="8726"/>
                  </a:lnTo>
                  <a:lnTo>
                    <a:pt x="3159" y="8621"/>
                  </a:lnTo>
                  <a:lnTo>
                    <a:pt x="3243" y="8579"/>
                  </a:lnTo>
                  <a:lnTo>
                    <a:pt x="3327" y="8600"/>
                  </a:lnTo>
                  <a:lnTo>
                    <a:pt x="3452" y="8579"/>
                  </a:lnTo>
                  <a:lnTo>
                    <a:pt x="3557" y="8621"/>
                  </a:lnTo>
                  <a:lnTo>
                    <a:pt x="3683" y="8642"/>
                  </a:lnTo>
                  <a:lnTo>
                    <a:pt x="3850" y="8621"/>
                  </a:lnTo>
                  <a:lnTo>
                    <a:pt x="4080" y="8600"/>
                  </a:lnTo>
                  <a:lnTo>
                    <a:pt x="4185" y="8517"/>
                  </a:lnTo>
                  <a:lnTo>
                    <a:pt x="4289" y="8475"/>
                  </a:lnTo>
                  <a:lnTo>
                    <a:pt x="4310" y="8370"/>
                  </a:lnTo>
                  <a:lnTo>
                    <a:pt x="4289" y="8286"/>
                  </a:lnTo>
                  <a:lnTo>
                    <a:pt x="4310" y="8182"/>
                  </a:lnTo>
                  <a:lnTo>
                    <a:pt x="4394" y="8119"/>
                  </a:lnTo>
                  <a:lnTo>
                    <a:pt x="4394" y="8056"/>
                  </a:lnTo>
                  <a:lnTo>
                    <a:pt x="4478" y="7952"/>
                  </a:lnTo>
                  <a:lnTo>
                    <a:pt x="4520" y="7973"/>
                  </a:lnTo>
                  <a:lnTo>
                    <a:pt x="4582" y="7973"/>
                  </a:lnTo>
                  <a:lnTo>
                    <a:pt x="4687" y="7805"/>
                  </a:lnTo>
                  <a:lnTo>
                    <a:pt x="4771" y="7784"/>
                  </a:lnTo>
                  <a:lnTo>
                    <a:pt x="4729" y="7701"/>
                  </a:lnTo>
                  <a:lnTo>
                    <a:pt x="4771" y="7638"/>
                  </a:lnTo>
                  <a:lnTo>
                    <a:pt x="4917" y="7554"/>
                  </a:lnTo>
                  <a:lnTo>
                    <a:pt x="5022" y="7470"/>
                  </a:lnTo>
                  <a:lnTo>
                    <a:pt x="5147" y="7470"/>
                  </a:lnTo>
                  <a:lnTo>
                    <a:pt x="5231" y="7533"/>
                  </a:lnTo>
                  <a:lnTo>
                    <a:pt x="5356" y="7450"/>
                  </a:lnTo>
                  <a:lnTo>
                    <a:pt x="5398" y="7387"/>
                  </a:lnTo>
                  <a:lnTo>
                    <a:pt x="5419" y="7366"/>
                  </a:lnTo>
                  <a:lnTo>
                    <a:pt x="5419" y="7282"/>
                  </a:lnTo>
                  <a:lnTo>
                    <a:pt x="5461" y="7219"/>
                  </a:lnTo>
                  <a:lnTo>
                    <a:pt x="5419" y="7136"/>
                  </a:lnTo>
                  <a:lnTo>
                    <a:pt x="5189" y="7052"/>
                  </a:lnTo>
                  <a:lnTo>
                    <a:pt x="5147" y="6947"/>
                  </a:lnTo>
                  <a:lnTo>
                    <a:pt x="5147" y="6822"/>
                  </a:lnTo>
                  <a:lnTo>
                    <a:pt x="5105" y="6717"/>
                  </a:lnTo>
                  <a:lnTo>
                    <a:pt x="5147" y="6634"/>
                  </a:lnTo>
                  <a:lnTo>
                    <a:pt x="5084" y="6592"/>
                  </a:lnTo>
                  <a:lnTo>
                    <a:pt x="5126" y="6529"/>
                  </a:lnTo>
                  <a:lnTo>
                    <a:pt x="5126" y="6445"/>
                  </a:lnTo>
                  <a:lnTo>
                    <a:pt x="5084" y="6424"/>
                  </a:lnTo>
                  <a:lnTo>
                    <a:pt x="4938" y="6529"/>
                  </a:lnTo>
                  <a:lnTo>
                    <a:pt x="4875" y="6445"/>
                  </a:lnTo>
                  <a:lnTo>
                    <a:pt x="4875" y="6320"/>
                  </a:lnTo>
                  <a:lnTo>
                    <a:pt x="5043" y="6131"/>
                  </a:lnTo>
                  <a:lnTo>
                    <a:pt x="5105" y="6027"/>
                  </a:lnTo>
                  <a:lnTo>
                    <a:pt x="5084" y="5922"/>
                  </a:lnTo>
                  <a:lnTo>
                    <a:pt x="4980" y="5880"/>
                  </a:lnTo>
                  <a:lnTo>
                    <a:pt x="5001" y="5797"/>
                  </a:lnTo>
                  <a:lnTo>
                    <a:pt x="5126" y="5713"/>
                  </a:lnTo>
                  <a:lnTo>
                    <a:pt x="5189" y="5587"/>
                  </a:lnTo>
                  <a:lnTo>
                    <a:pt x="5126" y="5545"/>
                  </a:lnTo>
                  <a:lnTo>
                    <a:pt x="5105" y="5441"/>
                  </a:lnTo>
                  <a:lnTo>
                    <a:pt x="5210" y="5357"/>
                  </a:lnTo>
                  <a:lnTo>
                    <a:pt x="5252" y="5357"/>
                  </a:lnTo>
                  <a:lnTo>
                    <a:pt x="5461" y="5085"/>
                  </a:lnTo>
                  <a:lnTo>
                    <a:pt x="5524" y="4960"/>
                  </a:lnTo>
                  <a:lnTo>
                    <a:pt x="5461" y="4876"/>
                  </a:lnTo>
                  <a:lnTo>
                    <a:pt x="5461" y="4750"/>
                  </a:lnTo>
                  <a:lnTo>
                    <a:pt x="5566" y="4667"/>
                  </a:lnTo>
                  <a:lnTo>
                    <a:pt x="5712" y="4667"/>
                  </a:lnTo>
                  <a:lnTo>
                    <a:pt x="5817" y="4729"/>
                  </a:lnTo>
                  <a:lnTo>
                    <a:pt x="5921" y="4646"/>
                  </a:lnTo>
                  <a:lnTo>
                    <a:pt x="6026" y="4625"/>
                  </a:lnTo>
                  <a:lnTo>
                    <a:pt x="5963" y="2344"/>
                  </a:lnTo>
                  <a:lnTo>
                    <a:pt x="131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7" name="Google Shape;7881;p67">
              <a:extLst>
                <a:ext uri="{FF2B5EF4-FFF2-40B4-BE49-F238E27FC236}">
                  <a16:creationId xmlns:a16="http://schemas.microsoft.com/office/drawing/2014/main" id="{A2B32659-69E2-3A77-FCDC-8C228D212AAD}"/>
                </a:ext>
              </a:extLst>
            </p:cNvPr>
            <p:cNvSpPr/>
            <p:nvPr/>
          </p:nvSpPr>
          <p:spPr>
            <a:xfrm>
              <a:off x="3863600" y="3051825"/>
              <a:ext cx="4725" cy="2625"/>
            </a:xfrm>
            <a:custGeom>
              <a:avLst/>
              <a:gdLst/>
              <a:ahLst/>
              <a:cxnLst/>
              <a:rect l="l" t="t" r="r" b="b"/>
              <a:pathLst>
                <a:path w="189" h="105" extrusionOk="0">
                  <a:moveTo>
                    <a:pt x="189" y="0"/>
                  </a:moveTo>
                  <a:lnTo>
                    <a:pt x="1" y="42"/>
                  </a:lnTo>
                  <a:lnTo>
                    <a:pt x="63" y="105"/>
                  </a:lnTo>
                  <a:lnTo>
                    <a:pt x="168" y="84"/>
                  </a:lnTo>
                  <a:lnTo>
                    <a:pt x="18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8" name="Google Shape;7882;p67">
              <a:extLst>
                <a:ext uri="{FF2B5EF4-FFF2-40B4-BE49-F238E27FC236}">
                  <a16:creationId xmlns:a16="http://schemas.microsoft.com/office/drawing/2014/main" id="{E77570A6-50F1-744C-719B-2CDC79B22687}"/>
                </a:ext>
              </a:extLst>
            </p:cNvPr>
            <p:cNvSpPr/>
            <p:nvPr/>
          </p:nvSpPr>
          <p:spPr>
            <a:xfrm>
              <a:off x="3695700" y="2900125"/>
              <a:ext cx="220250" cy="171075"/>
            </a:xfrm>
            <a:custGeom>
              <a:avLst/>
              <a:gdLst/>
              <a:ahLst/>
              <a:cxnLst/>
              <a:rect l="l" t="t" r="r" b="b"/>
              <a:pathLst>
                <a:path w="8810" h="6843" extrusionOk="0">
                  <a:moveTo>
                    <a:pt x="6507" y="0"/>
                  </a:moveTo>
                  <a:lnTo>
                    <a:pt x="3913" y="1590"/>
                  </a:lnTo>
                  <a:lnTo>
                    <a:pt x="3181" y="2239"/>
                  </a:lnTo>
                  <a:lnTo>
                    <a:pt x="2323" y="2448"/>
                  </a:lnTo>
                  <a:lnTo>
                    <a:pt x="2302" y="3578"/>
                  </a:lnTo>
                  <a:lnTo>
                    <a:pt x="2239" y="4080"/>
                  </a:lnTo>
                  <a:lnTo>
                    <a:pt x="2176" y="4164"/>
                  </a:lnTo>
                  <a:lnTo>
                    <a:pt x="2134" y="4331"/>
                  </a:lnTo>
                  <a:lnTo>
                    <a:pt x="2093" y="4478"/>
                  </a:lnTo>
                  <a:lnTo>
                    <a:pt x="1800" y="4624"/>
                  </a:lnTo>
                  <a:lnTo>
                    <a:pt x="1653" y="4729"/>
                  </a:lnTo>
                  <a:lnTo>
                    <a:pt x="1465" y="4729"/>
                  </a:lnTo>
                  <a:lnTo>
                    <a:pt x="1297" y="4834"/>
                  </a:lnTo>
                  <a:lnTo>
                    <a:pt x="942" y="4834"/>
                  </a:lnTo>
                  <a:lnTo>
                    <a:pt x="774" y="4917"/>
                  </a:lnTo>
                  <a:lnTo>
                    <a:pt x="649" y="4917"/>
                  </a:lnTo>
                  <a:lnTo>
                    <a:pt x="251" y="4938"/>
                  </a:lnTo>
                  <a:lnTo>
                    <a:pt x="126" y="4917"/>
                  </a:lnTo>
                  <a:lnTo>
                    <a:pt x="84" y="5001"/>
                  </a:lnTo>
                  <a:lnTo>
                    <a:pt x="84" y="5147"/>
                  </a:lnTo>
                  <a:lnTo>
                    <a:pt x="0" y="5252"/>
                  </a:lnTo>
                  <a:lnTo>
                    <a:pt x="0" y="5440"/>
                  </a:lnTo>
                  <a:lnTo>
                    <a:pt x="544" y="5796"/>
                  </a:lnTo>
                  <a:lnTo>
                    <a:pt x="544" y="6047"/>
                  </a:lnTo>
                  <a:lnTo>
                    <a:pt x="753" y="6173"/>
                  </a:lnTo>
                  <a:lnTo>
                    <a:pt x="984" y="6047"/>
                  </a:lnTo>
                  <a:lnTo>
                    <a:pt x="1067" y="6089"/>
                  </a:lnTo>
                  <a:lnTo>
                    <a:pt x="1067" y="6152"/>
                  </a:lnTo>
                  <a:lnTo>
                    <a:pt x="1130" y="6194"/>
                  </a:lnTo>
                  <a:lnTo>
                    <a:pt x="1130" y="6298"/>
                  </a:lnTo>
                  <a:lnTo>
                    <a:pt x="1067" y="6403"/>
                  </a:lnTo>
                  <a:lnTo>
                    <a:pt x="1193" y="6570"/>
                  </a:lnTo>
                  <a:lnTo>
                    <a:pt x="1297" y="6570"/>
                  </a:lnTo>
                  <a:lnTo>
                    <a:pt x="1402" y="6508"/>
                  </a:lnTo>
                  <a:lnTo>
                    <a:pt x="1381" y="6466"/>
                  </a:lnTo>
                  <a:lnTo>
                    <a:pt x="1444" y="6361"/>
                  </a:lnTo>
                  <a:lnTo>
                    <a:pt x="1611" y="6508"/>
                  </a:lnTo>
                  <a:lnTo>
                    <a:pt x="1716" y="6633"/>
                  </a:lnTo>
                  <a:lnTo>
                    <a:pt x="1862" y="6675"/>
                  </a:lnTo>
                  <a:lnTo>
                    <a:pt x="1988" y="6842"/>
                  </a:lnTo>
                  <a:lnTo>
                    <a:pt x="2072" y="6780"/>
                  </a:lnTo>
                  <a:lnTo>
                    <a:pt x="2072" y="6717"/>
                  </a:lnTo>
                  <a:lnTo>
                    <a:pt x="2009" y="6696"/>
                  </a:lnTo>
                  <a:lnTo>
                    <a:pt x="1925" y="6528"/>
                  </a:lnTo>
                  <a:lnTo>
                    <a:pt x="1967" y="6487"/>
                  </a:lnTo>
                  <a:lnTo>
                    <a:pt x="1967" y="6403"/>
                  </a:lnTo>
                  <a:lnTo>
                    <a:pt x="2072" y="6298"/>
                  </a:lnTo>
                  <a:lnTo>
                    <a:pt x="2176" y="6298"/>
                  </a:lnTo>
                  <a:lnTo>
                    <a:pt x="2176" y="6215"/>
                  </a:lnTo>
                  <a:lnTo>
                    <a:pt x="2113" y="6173"/>
                  </a:lnTo>
                  <a:lnTo>
                    <a:pt x="2093" y="6068"/>
                  </a:lnTo>
                  <a:lnTo>
                    <a:pt x="2113" y="6005"/>
                  </a:lnTo>
                  <a:lnTo>
                    <a:pt x="2134" y="5984"/>
                  </a:lnTo>
                  <a:lnTo>
                    <a:pt x="2113" y="5943"/>
                  </a:lnTo>
                  <a:lnTo>
                    <a:pt x="2113" y="5880"/>
                  </a:lnTo>
                  <a:lnTo>
                    <a:pt x="2239" y="5775"/>
                  </a:lnTo>
                  <a:lnTo>
                    <a:pt x="2323" y="5754"/>
                  </a:lnTo>
                  <a:lnTo>
                    <a:pt x="2385" y="5733"/>
                  </a:lnTo>
                  <a:lnTo>
                    <a:pt x="2490" y="5692"/>
                  </a:lnTo>
                  <a:lnTo>
                    <a:pt x="2804" y="5692"/>
                  </a:lnTo>
                  <a:lnTo>
                    <a:pt x="2846" y="5650"/>
                  </a:lnTo>
                  <a:lnTo>
                    <a:pt x="2930" y="5650"/>
                  </a:lnTo>
                  <a:lnTo>
                    <a:pt x="3013" y="5671"/>
                  </a:lnTo>
                  <a:lnTo>
                    <a:pt x="3160" y="5692"/>
                  </a:lnTo>
                  <a:lnTo>
                    <a:pt x="3243" y="5733"/>
                  </a:lnTo>
                  <a:lnTo>
                    <a:pt x="3327" y="5754"/>
                  </a:lnTo>
                  <a:lnTo>
                    <a:pt x="3494" y="5796"/>
                  </a:lnTo>
                  <a:lnTo>
                    <a:pt x="3557" y="5880"/>
                  </a:lnTo>
                  <a:lnTo>
                    <a:pt x="3683" y="6068"/>
                  </a:lnTo>
                  <a:lnTo>
                    <a:pt x="3787" y="6152"/>
                  </a:lnTo>
                  <a:lnTo>
                    <a:pt x="3850" y="6110"/>
                  </a:lnTo>
                  <a:lnTo>
                    <a:pt x="3913" y="6047"/>
                  </a:lnTo>
                  <a:lnTo>
                    <a:pt x="3997" y="6005"/>
                  </a:lnTo>
                  <a:lnTo>
                    <a:pt x="4080" y="5984"/>
                  </a:lnTo>
                  <a:lnTo>
                    <a:pt x="4227" y="5964"/>
                  </a:lnTo>
                  <a:lnTo>
                    <a:pt x="4269" y="5943"/>
                  </a:lnTo>
                  <a:lnTo>
                    <a:pt x="4373" y="5943"/>
                  </a:lnTo>
                  <a:lnTo>
                    <a:pt x="4478" y="6005"/>
                  </a:lnTo>
                  <a:lnTo>
                    <a:pt x="4478" y="6068"/>
                  </a:lnTo>
                  <a:lnTo>
                    <a:pt x="4582" y="6089"/>
                  </a:lnTo>
                  <a:lnTo>
                    <a:pt x="4750" y="6194"/>
                  </a:lnTo>
                  <a:lnTo>
                    <a:pt x="4896" y="6215"/>
                  </a:lnTo>
                  <a:lnTo>
                    <a:pt x="5126" y="6298"/>
                  </a:lnTo>
                  <a:lnTo>
                    <a:pt x="5231" y="6319"/>
                  </a:lnTo>
                  <a:lnTo>
                    <a:pt x="5357" y="6256"/>
                  </a:lnTo>
                  <a:lnTo>
                    <a:pt x="5524" y="6047"/>
                  </a:lnTo>
                  <a:lnTo>
                    <a:pt x="5629" y="5984"/>
                  </a:lnTo>
                  <a:lnTo>
                    <a:pt x="5943" y="6005"/>
                  </a:lnTo>
                  <a:lnTo>
                    <a:pt x="6068" y="5964"/>
                  </a:lnTo>
                  <a:lnTo>
                    <a:pt x="6319" y="5984"/>
                  </a:lnTo>
                  <a:lnTo>
                    <a:pt x="6507" y="6068"/>
                  </a:lnTo>
                  <a:lnTo>
                    <a:pt x="6675" y="6089"/>
                  </a:lnTo>
                  <a:lnTo>
                    <a:pt x="6717" y="6110"/>
                  </a:lnTo>
                  <a:lnTo>
                    <a:pt x="6905" y="6068"/>
                  </a:lnTo>
                  <a:lnTo>
                    <a:pt x="6926" y="6047"/>
                  </a:lnTo>
                  <a:lnTo>
                    <a:pt x="7031" y="5984"/>
                  </a:lnTo>
                  <a:lnTo>
                    <a:pt x="7093" y="5943"/>
                  </a:lnTo>
                  <a:lnTo>
                    <a:pt x="7156" y="5901"/>
                  </a:lnTo>
                  <a:lnTo>
                    <a:pt x="7240" y="5943"/>
                  </a:lnTo>
                  <a:lnTo>
                    <a:pt x="7303" y="5901"/>
                  </a:lnTo>
                  <a:lnTo>
                    <a:pt x="7323" y="5838"/>
                  </a:lnTo>
                  <a:lnTo>
                    <a:pt x="7365" y="5733"/>
                  </a:lnTo>
                  <a:lnTo>
                    <a:pt x="7470" y="5775"/>
                  </a:lnTo>
                  <a:lnTo>
                    <a:pt x="7470" y="5775"/>
                  </a:lnTo>
                  <a:lnTo>
                    <a:pt x="7449" y="5043"/>
                  </a:lnTo>
                  <a:lnTo>
                    <a:pt x="7449" y="4959"/>
                  </a:lnTo>
                  <a:lnTo>
                    <a:pt x="7575" y="4959"/>
                  </a:lnTo>
                  <a:lnTo>
                    <a:pt x="7616" y="4896"/>
                  </a:lnTo>
                  <a:lnTo>
                    <a:pt x="8579" y="3913"/>
                  </a:lnTo>
                  <a:lnTo>
                    <a:pt x="8558" y="3076"/>
                  </a:lnTo>
                  <a:lnTo>
                    <a:pt x="8704" y="1988"/>
                  </a:lnTo>
                  <a:lnTo>
                    <a:pt x="8788" y="1904"/>
                  </a:lnTo>
                  <a:lnTo>
                    <a:pt x="8809" y="1695"/>
                  </a:lnTo>
                  <a:lnTo>
                    <a:pt x="8411" y="1235"/>
                  </a:lnTo>
                  <a:lnTo>
                    <a:pt x="8453" y="1151"/>
                  </a:lnTo>
                  <a:lnTo>
                    <a:pt x="8474" y="984"/>
                  </a:lnTo>
                  <a:lnTo>
                    <a:pt x="8181" y="210"/>
                  </a:lnTo>
                  <a:lnTo>
                    <a:pt x="8139" y="126"/>
                  </a:lnTo>
                  <a:lnTo>
                    <a:pt x="7616" y="335"/>
                  </a:lnTo>
                  <a:lnTo>
                    <a:pt x="7512" y="230"/>
                  </a:lnTo>
                  <a:lnTo>
                    <a:pt x="650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9" name="Google Shape;7883;p67">
              <a:extLst>
                <a:ext uri="{FF2B5EF4-FFF2-40B4-BE49-F238E27FC236}">
                  <a16:creationId xmlns:a16="http://schemas.microsoft.com/office/drawing/2014/main" id="{B5A46257-0048-B57B-6D5A-2C0869D65908}"/>
                </a:ext>
              </a:extLst>
            </p:cNvPr>
            <p:cNvSpPr/>
            <p:nvPr/>
          </p:nvSpPr>
          <p:spPr>
            <a:xfrm>
              <a:off x="3732825" y="3041350"/>
              <a:ext cx="165325" cy="141775"/>
            </a:xfrm>
            <a:custGeom>
              <a:avLst/>
              <a:gdLst/>
              <a:ahLst/>
              <a:cxnLst/>
              <a:rect l="l" t="t" r="r" b="b"/>
              <a:pathLst>
                <a:path w="6613" h="5671" extrusionOk="0">
                  <a:moveTo>
                    <a:pt x="1361" y="1"/>
                  </a:moveTo>
                  <a:lnTo>
                    <a:pt x="1319" y="43"/>
                  </a:lnTo>
                  <a:lnTo>
                    <a:pt x="1005" y="43"/>
                  </a:lnTo>
                  <a:lnTo>
                    <a:pt x="900" y="84"/>
                  </a:lnTo>
                  <a:lnTo>
                    <a:pt x="838" y="105"/>
                  </a:lnTo>
                  <a:lnTo>
                    <a:pt x="754" y="126"/>
                  </a:lnTo>
                  <a:lnTo>
                    <a:pt x="628" y="231"/>
                  </a:lnTo>
                  <a:lnTo>
                    <a:pt x="628" y="294"/>
                  </a:lnTo>
                  <a:lnTo>
                    <a:pt x="649" y="335"/>
                  </a:lnTo>
                  <a:lnTo>
                    <a:pt x="628" y="356"/>
                  </a:lnTo>
                  <a:lnTo>
                    <a:pt x="608" y="419"/>
                  </a:lnTo>
                  <a:lnTo>
                    <a:pt x="628" y="524"/>
                  </a:lnTo>
                  <a:lnTo>
                    <a:pt x="691" y="566"/>
                  </a:lnTo>
                  <a:lnTo>
                    <a:pt x="691" y="649"/>
                  </a:lnTo>
                  <a:lnTo>
                    <a:pt x="587" y="649"/>
                  </a:lnTo>
                  <a:lnTo>
                    <a:pt x="482" y="754"/>
                  </a:lnTo>
                  <a:lnTo>
                    <a:pt x="482" y="838"/>
                  </a:lnTo>
                  <a:lnTo>
                    <a:pt x="440" y="879"/>
                  </a:lnTo>
                  <a:lnTo>
                    <a:pt x="524" y="1047"/>
                  </a:lnTo>
                  <a:lnTo>
                    <a:pt x="587" y="1068"/>
                  </a:lnTo>
                  <a:lnTo>
                    <a:pt x="587" y="1131"/>
                  </a:lnTo>
                  <a:lnTo>
                    <a:pt x="503" y="1193"/>
                  </a:lnTo>
                  <a:lnTo>
                    <a:pt x="482" y="1193"/>
                  </a:lnTo>
                  <a:lnTo>
                    <a:pt x="440" y="1340"/>
                  </a:lnTo>
                  <a:lnTo>
                    <a:pt x="482" y="1403"/>
                  </a:lnTo>
                  <a:lnTo>
                    <a:pt x="628" y="1549"/>
                  </a:lnTo>
                  <a:lnTo>
                    <a:pt x="649" y="1675"/>
                  </a:lnTo>
                  <a:lnTo>
                    <a:pt x="712" y="1884"/>
                  </a:lnTo>
                  <a:lnTo>
                    <a:pt x="691" y="1967"/>
                  </a:lnTo>
                  <a:lnTo>
                    <a:pt x="545" y="1967"/>
                  </a:lnTo>
                  <a:lnTo>
                    <a:pt x="503" y="2030"/>
                  </a:lnTo>
                  <a:lnTo>
                    <a:pt x="503" y="2093"/>
                  </a:lnTo>
                  <a:lnTo>
                    <a:pt x="628" y="2219"/>
                  </a:lnTo>
                  <a:lnTo>
                    <a:pt x="608" y="2281"/>
                  </a:lnTo>
                  <a:lnTo>
                    <a:pt x="524" y="2281"/>
                  </a:lnTo>
                  <a:lnTo>
                    <a:pt x="440" y="2323"/>
                  </a:lnTo>
                  <a:lnTo>
                    <a:pt x="398" y="2428"/>
                  </a:lnTo>
                  <a:lnTo>
                    <a:pt x="315" y="2553"/>
                  </a:lnTo>
                  <a:lnTo>
                    <a:pt x="273" y="2658"/>
                  </a:lnTo>
                  <a:lnTo>
                    <a:pt x="210" y="2721"/>
                  </a:lnTo>
                  <a:lnTo>
                    <a:pt x="168" y="2721"/>
                  </a:lnTo>
                  <a:lnTo>
                    <a:pt x="64" y="2763"/>
                  </a:lnTo>
                  <a:lnTo>
                    <a:pt x="22" y="2825"/>
                  </a:lnTo>
                  <a:lnTo>
                    <a:pt x="22" y="2930"/>
                  </a:lnTo>
                  <a:lnTo>
                    <a:pt x="1" y="3014"/>
                  </a:lnTo>
                  <a:lnTo>
                    <a:pt x="1" y="3139"/>
                  </a:lnTo>
                  <a:lnTo>
                    <a:pt x="1" y="3181"/>
                  </a:lnTo>
                  <a:lnTo>
                    <a:pt x="22" y="3265"/>
                  </a:lnTo>
                  <a:lnTo>
                    <a:pt x="1" y="3328"/>
                  </a:lnTo>
                  <a:lnTo>
                    <a:pt x="22" y="3369"/>
                  </a:lnTo>
                  <a:lnTo>
                    <a:pt x="22" y="3432"/>
                  </a:lnTo>
                  <a:lnTo>
                    <a:pt x="22" y="3537"/>
                  </a:lnTo>
                  <a:lnTo>
                    <a:pt x="64" y="3767"/>
                  </a:lnTo>
                  <a:lnTo>
                    <a:pt x="22" y="3851"/>
                  </a:lnTo>
                  <a:lnTo>
                    <a:pt x="64" y="3955"/>
                  </a:lnTo>
                  <a:lnTo>
                    <a:pt x="22" y="4227"/>
                  </a:lnTo>
                  <a:lnTo>
                    <a:pt x="64" y="4332"/>
                  </a:lnTo>
                  <a:lnTo>
                    <a:pt x="294" y="4395"/>
                  </a:lnTo>
                  <a:lnTo>
                    <a:pt x="482" y="4311"/>
                  </a:lnTo>
                  <a:lnTo>
                    <a:pt x="900" y="4541"/>
                  </a:lnTo>
                  <a:lnTo>
                    <a:pt x="1131" y="4750"/>
                  </a:lnTo>
                  <a:lnTo>
                    <a:pt x="1256" y="5043"/>
                  </a:lnTo>
                  <a:lnTo>
                    <a:pt x="1256" y="5232"/>
                  </a:lnTo>
                  <a:lnTo>
                    <a:pt x="1340" y="5273"/>
                  </a:lnTo>
                  <a:lnTo>
                    <a:pt x="1424" y="5462"/>
                  </a:lnTo>
                  <a:lnTo>
                    <a:pt x="1549" y="5587"/>
                  </a:lnTo>
                  <a:lnTo>
                    <a:pt x="1758" y="5671"/>
                  </a:lnTo>
                  <a:lnTo>
                    <a:pt x="2323" y="5629"/>
                  </a:lnTo>
                  <a:lnTo>
                    <a:pt x="2428" y="5566"/>
                  </a:lnTo>
                  <a:lnTo>
                    <a:pt x="2512" y="5587"/>
                  </a:lnTo>
                  <a:lnTo>
                    <a:pt x="2784" y="5483"/>
                  </a:lnTo>
                  <a:lnTo>
                    <a:pt x="2888" y="5545"/>
                  </a:lnTo>
                  <a:lnTo>
                    <a:pt x="3014" y="5524"/>
                  </a:lnTo>
                  <a:lnTo>
                    <a:pt x="3056" y="5357"/>
                  </a:lnTo>
                  <a:lnTo>
                    <a:pt x="3160" y="5462"/>
                  </a:lnTo>
                  <a:lnTo>
                    <a:pt x="3223" y="5441"/>
                  </a:lnTo>
                  <a:lnTo>
                    <a:pt x="3223" y="5357"/>
                  </a:lnTo>
                  <a:lnTo>
                    <a:pt x="3369" y="5211"/>
                  </a:lnTo>
                  <a:lnTo>
                    <a:pt x="3432" y="5043"/>
                  </a:lnTo>
                  <a:lnTo>
                    <a:pt x="3432" y="4918"/>
                  </a:lnTo>
                  <a:lnTo>
                    <a:pt x="3411" y="4792"/>
                  </a:lnTo>
                  <a:lnTo>
                    <a:pt x="3474" y="4729"/>
                  </a:lnTo>
                  <a:lnTo>
                    <a:pt x="3474" y="4646"/>
                  </a:lnTo>
                  <a:lnTo>
                    <a:pt x="3558" y="4583"/>
                  </a:lnTo>
                  <a:lnTo>
                    <a:pt x="3662" y="4499"/>
                  </a:lnTo>
                  <a:lnTo>
                    <a:pt x="3725" y="4436"/>
                  </a:lnTo>
                  <a:lnTo>
                    <a:pt x="3893" y="4311"/>
                  </a:lnTo>
                  <a:lnTo>
                    <a:pt x="3872" y="4206"/>
                  </a:lnTo>
                  <a:lnTo>
                    <a:pt x="3893" y="4123"/>
                  </a:lnTo>
                  <a:lnTo>
                    <a:pt x="4039" y="4123"/>
                  </a:lnTo>
                  <a:lnTo>
                    <a:pt x="4081" y="4060"/>
                  </a:lnTo>
                  <a:lnTo>
                    <a:pt x="4102" y="4081"/>
                  </a:lnTo>
                  <a:lnTo>
                    <a:pt x="4269" y="4123"/>
                  </a:lnTo>
                  <a:lnTo>
                    <a:pt x="4353" y="4123"/>
                  </a:lnTo>
                  <a:lnTo>
                    <a:pt x="4458" y="4185"/>
                  </a:lnTo>
                  <a:lnTo>
                    <a:pt x="4499" y="4311"/>
                  </a:lnTo>
                  <a:lnTo>
                    <a:pt x="4604" y="4374"/>
                  </a:lnTo>
                  <a:lnTo>
                    <a:pt x="4688" y="4395"/>
                  </a:lnTo>
                  <a:lnTo>
                    <a:pt x="4792" y="4332"/>
                  </a:lnTo>
                  <a:lnTo>
                    <a:pt x="4876" y="4206"/>
                  </a:lnTo>
                  <a:lnTo>
                    <a:pt x="4876" y="4164"/>
                  </a:lnTo>
                  <a:lnTo>
                    <a:pt x="4918" y="4081"/>
                  </a:lnTo>
                  <a:lnTo>
                    <a:pt x="5002" y="4060"/>
                  </a:lnTo>
                  <a:lnTo>
                    <a:pt x="5085" y="3955"/>
                  </a:lnTo>
                  <a:lnTo>
                    <a:pt x="5085" y="3872"/>
                  </a:lnTo>
                  <a:lnTo>
                    <a:pt x="5106" y="3746"/>
                  </a:lnTo>
                  <a:lnTo>
                    <a:pt x="5294" y="3558"/>
                  </a:lnTo>
                  <a:lnTo>
                    <a:pt x="5315" y="3453"/>
                  </a:lnTo>
                  <a:lnTo>
                    <a:pt x="5294" y="3369"/>
                  </a:lnTo>
                  <a:lnTo>
                    <a:pt x="5336" y="3286"/>
                  </a:lnTo>
                  <a:lnTo>
                    <a:pt x="5504" y="3139"/>
                  </a:lnTo>
                  <a:lnTo>
                    <a:pt x="5608" y="3056"/>
                  </a:lnTo>
                  <a:lnTo>
                    <a:pt x="5629" y="2930"/>
                  </a:lnTo>
                  <a:lnTo>
                    <a:pt x="5650" y="2846"/>
                  </a:lnTo>
                  <a:lnTo>
                    <a:pt x="5629" y="2658"/>
                  </a:lnTo>
                  <a:lnTo>
                    <a:pt x="5734" y="2595"/>
                  </a:lnTo>
                  <a:lnTo>
                    <a:pt x="5880" y="2553"/>
                  </a:lnTo>
                  <a:lnTo>
                    <a:pt x="5964" y="2428"/>
                  </a:lnTo>
                  <a:lnTo>
                    <a:pt x="5985" y="2302"/>
                  </a:lnTo>
                  <a:lnTo>
                    <a:pt x="5985" y="2135"/>
                  </a:lnTo>
                  <a:lnTo>
                    <a:pt x="5985" y="2030"/>
                  </a:lnTo>
                  <a:lnTo>
                    <a:pt x="6048" y="1926"/>
                  </a:lnTo>
                  <a:lnTo>
                    <a:pt x="6152" y="1758"/>
                  </a:lnTo>
                  <a:lnTo>
                    <a:pt x="6194" y="1695"/>
                  </a:lnTo>
                  <a:lnTo>
                    <a:pt x="6236" y="1654"/>
                  </a:lnTo>
                  <a:lnTo>
                    <a:pt x="6341" y="1570"/>
                  </a:lnTo>
                  <a:lnTo>
                    <a:pt x="6382" y="1570"/>
                  </a:lnTo>
                  <a:lnTo>
                    <a:pt x="6466" y="1465"/>
                  </a:lnTo>
                  <a:lnTo>
                    <a:pt x="6592" y="1403"/>
                  </a:lnTo>
                  <a:lnTo>
                    <a:pt x="6613" y="1340"/>
                  </a:lnTo>
                  <a:lnTo>
                    <a:pt x="6571" y="1193"/>
                  </a:lnTo>
                  <a:lnTo>
                    <a:pt x="6571" y="1131"/>
                  </a:lnTo>
                  <a:lnTo>
                    <a:pt x="6550" y="1047"/>
                  </a:lnTo>
                  <a:lnTo>
                    <a:pt x="6445" y="984"/>
                  </a:lnTo>
                  <a:lnTo>
                    <a:pt x="6382" y="921"/>
                  </a:lnTo>
                  <a:lnTo>
                    <a:pt x="6382" y="733"/>
                  </a:lnTo>
                  <a:lnTo>
                    <a:pt x="6362" y="628"/>
                  </a:lnTo>
                  <a:lnTo>
                    <a:pt x="6299" y="503"/>
                  </a:lnTo>
                  <a:lnTo>
                    <a:pt x="6236" y="356"/>
                  </a:lnTo>
                  <a:lnTo>
                    <a:pt x="6069" y="147"/>
                  </a:lnTo>
                  <a:lnTo>
                    <a:pt x="5985" y="126"/>
                  </a:lnTo>
                  <a:lnTo>
                    <a:pt x="5880" y="84"/>
                  </a:lnTo>
                  <a:lnTo>
                    <a:pt x="5838" y="189"/>
                  </a:lnTo>
                  <a:lnTo>
                    <a:pt x="5818" y="252"/>
                  </a:lnTo>
                  <a:lnTo>
                    <a:pt x="5755" y="294"/>
                  </a:lnTo>
                  <a:lnTo>
                    <a:pt x="5671" y="252"/>
                  </a:lnTo>
                  <a:lnTo>
                    <a:pt x="5608" y="294"/>
                  </a:lnTo>
                  <a:lnTo>
                    <a:pt x="5546" y="335"/>
                  </a:lnTo>
                  <a:lnTo>
                    <a:pt x="5441" y="398"/>
                  </a:lnTo>
                  <a:lnTo>
                    <a:pt x="5399" y="503"/>
                  </a:lnTo>
                  <a:lnTo>
                    <a:pt x="5294" y="524"/>
                  </a:lnTo>
                  <a:lnTo>
                    <a:pt x="5232" y="461"/>
                  </a:lnTo>
                  <a:lnTo>
                    <a:pt x="5190" y="440"/>
                  </a:lnTo>
                  <a:lnTo>
                    <a:pt x="5022" y="419"/>
                  </a:lnTo>
                  <a:lnTo>
                    <a:pt x="4834" y="335"/>
                  </a:lnTo>
                  <a:lnTo>
                    <a:pt x="4583" y="315"/>
                  </a:lnTo>
                  <a:lnTo>
                    <a:pt x="4458" y="356"/>
                  </a:lnTo>
                  <a:lnTo>
                    <a:pt x="4144" y="335"/>
                  </a:lnTo>
                  <a:lnTo>
                    <a:pt x="4039" y="398"/>
                  </a:lnTo>
                  <a:lnTo>
                    <a:pt x="3872" y="607"/>
                  </a:lnTo>
                  <a:lnTo>
                    <a:pt x="3746" y="670"/>
                  </a:lnTo>
                  <a:lnTo>
                    <a:pt x="3641" y="649"/>
                  </a:lnTo>
                  <a:lnTo>
                    <a:pt x="3411" y="566"/>
                  </a:lnTo>
                  <a:lnTo>
                    <a:pt x="3265" y="545"/>
                  </a:lnTo>
                  <a:lnTo>
                    <a:pt x="3097" y="440"/>
                  </a:lnTo>
                  <a:lnTo>
                    <a:pt x="2993" y="419"/>
                  </a:lnTo>
                  <a:lnTo>
                    <a:pt x="2993" y="356"/>
                  </a:lnTo>
                  <a:lnTo>
                    <a:pt x="2888" y="294"/>
                  </a:lnTo>
                  <a:lnTo>
                    <a:pt x="2784" y="294"/>
                  </a:lnTo>
                  <a:lnTo>
                    <a:pt x="2742" y="315"/>
                  </a:lnTo>
                  <a:lnTo>
                    <a:pt x="2595" y="335"/>
                  </a:lnTo>
                  <a:lnTo>
                    <a:pt x="2512" y="356"/>
                  </a:lnTo>
                  <a:lnTo>
                    <a:pt x="2428" y="398"/>
                  </a:lnTo>
                  <a:lnTo>
                    <a:pt x="2365" y="461"/>
                  </a:lnTo>
                  <a:lnTo>
                    <a:pt x="2302" y="503"/>
                  </a:lnTo>
                  <a:lnTo>
                    <a:pt x="2198" y="419"/>
                  </a:lnTo>
                  <a:lnTo>
                    <a:pt x="2072" y="231"/>
                  </a:lnTo>
                  <a:lnTo>
                    <a:pt x="2009" y="147"/>
                  </a:lnTo>
                  <a:lnTo>
                    <a:pt x="1842" y="105"/>
                  </a:lnTo>
                  <a:lnTo>
                    <a:pt x="1758" y="84"/>
                  </a:lnTo>
                  <a:lnTo>
                    <a:pt x="1675" y="43"/>
                  </a:lnTo>
                  <a:lnTo>
                    <a:pt x="1528" y="22"/>
                  </a:lnTo>
                  <a:lnTo>
                    <a:pt x="144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0" name="Google Shape;7884;p67">
              <a:extLst>
                <a:ext uri="{FF2B5EF4-FFF2-40B4-BE49-F238E27FC236}">
                  <a16:creationId xmlns:a16="http://schemas.microsoft.com/office/drawing/2014/main" id="{499B2307-3496-02C2-0E52-131412B38B37}"/>
                </a:ext>
              </a:extLst>
            </p:cNvPr>
            <p:cNvSpPr/>
            <p:nvPr/>
          </p:nvSpPr>
          <p:spPr>
            <a:xfrm>
              <a:off x="3813400" y="3053900"/>
              <a:ext cx="109850" cy="164800"/>
            </a:xfrm>
            <a:custGeom>
              <a:avLst/>
              <a:gdLst/>
              <a:ahLst/>
              <a:cxnLst/>
              <a:rect l="l" t="t" r="r" b="b"/>
              <a:pathLst>
                <a:path w="4394" h="6592" extrusionOk="0">
                  <a:moveTo>
                    <a:pt x="3076" y="1"/>
                  </a:moveTo>
                  <a:lnTo>
                    <a:pt x="3139" y="126"/>
                  </a:lnTo>
                  <a:lnTo>
                    <a:pt x="3159" y="231"/>
                  </a:lnTo>
                  <a:lnTo>
                    <a:pt x="3159" y="419"/>
                  </a:lnTo>
                  <a:lnTo>
                    <a:pt x="3222" y="482"/>
                  </a:lnTo>
                  <a:lnTo>
                    <a:pt x="3327" y="545"/>
                  </a:lnTo>
                  <a:lnTo>
                    <a:pt x="3348" y="629"/>
                  </a:lnTo>
                  <a:lnTo>
                    <a:pt x="3348" y="691"/>
                  </a:lnTo>
                  <a:lnTo>
                    <a:pt x="3390" y="838"/>
                  </a:lnTo>
                  <a:lnTo>
                    <a:pt x="3369" y="901"/>
                  </a:lnTo>
                  <a:lnTo>
                    <a:pt x="3243" y="963"/>
                  </a:lnTo>
                  <a:lnTo>
                    <a:pt x="3159" y="1068"/>
                  </a:lnTo>
                  <a:lnTo>
                    <a:pt x="3118" y="1068"/>
                  </a:lnTo>
                  <a:lnTo>
                    <a:pt x="3013" y="1152"/>
                  </a:lnTo>
                  <a:lnTo>
                    <a:pt x="2971" y="1193"/>
                  </a:lnTo>
                  <a:lnTo>
                    <a:pt x="2929" y="1256"/>
                  </a:lnTo>
                  <a:lnTo>
                    <a:pt x="2825" y="1424"/>
                  </a:lnTo>
                  <a:lnTo>
                    <a:pt x="2762" y="1528"/>
                  </a:lnTo>
                  <a:lnTo>
                    <a:pt x="2762" y="1633"/>
                  </a:lnTo>
                  <a:lnTo>
                    <a:pt x="2762" y="1800"/>
                  </a:lnTo>
                  <a:lnTo>
                    <a:pt x="2741" y="1926"/>
                  </a:lnTo>
                  <a:lnTo>
                    <a:pt x="2657" y="2051"/>
                  </a:lnTo>
                  <a:lnTo>
                    <a:pt x="2511" y="2093"/>
                  </a:lnTo>
                  <a:lnTo>
                    <a:pt x="2406" y="2156"/>
                  </a:lnTo>
                  <a:lnTo>
                    <a:pt x="2427" y="2344"/>
                  </a:lnTo>
                  <a:lnTo>
                    <a:pt x="2406" y="2428"/>
                  </a:lnTo>
                  <a:lnTo>
                    <a:pt x="2385" y="2554"/>
                  </a:lnTo>
                  <a:lnTo>
                    <a:pt x="2281" y="2637"/>
                  </a:lnTo>
                  <a:lnTo>
                    <a:pt x="2113" y="2784"/>
                  </a:lnTo>
                  <a:lnTo>
                    <a:pt x="2071" y="2867"/>
                  </a:lnTo>
                  <a:lnTo>
                    <a:pt x="2092" y="2951"/>
                  </a:lnTo>
                  <a:lnTo>
                    <a:pt x="2071" y="3056"/>
                  </a:lnTo>
                  <a:lnTo>
                    <a:pt x="1883" y="3244"/>
                  </a:lnTo>
                  <a:lnTo>
                    <a:pt x="1862" y="3370"/>
                  </a:lnTo>
                  <a:lnTo>
                    <a:pt x="1862" y="3453"/>
                  </a:lnTo>
                  <a:lnTo>
                    <a:pt x="1779" y="3558"/>
                  </a:lnTo>
                  <a:lnTo>
                    <a:pt x="1695" y="3579"/>
                  </a:lnTo>
                  <a:lnTo>
                    <a:pt x="1653" y="3662"/>
                  </a:lnTo>
                  <a:lnTo>
                    <a:pt x="1653" y="3704"/>
                  </a:lnTo>
                  <a:lnTo>
                    <a:pt x="1569" y="3830"/>
                  </a:lnTo>
                  <a:lnTo>
                    <a:pt x="1465" y="3893"/>
                  </a:lnTo>
                  <a:lnTo>
                    <a:pt x="1381" y="3872"/>
                  </a:lnTo>
                  <a:lnTo>
                    <a:pt x="1276" y="3809"/>
                  </a:lnTo>
                  <a:lnTo>
                    <a:pt x="1235" y="3683"/>
                  </a:lnTo>
                  <a:lnTo>
                    <a:pt x="1130" y="3621"/>
                  </a:lnTo>
                  <a:lnTo>
                    <a:pt x="1046" y="3621"/>
                  </a:lnTo>
                  <a:lnTo>
                    <a:pt x="879" y="3579"/>
                  </a:lnTo>
                  <a:lnTo>
                    <a:pt x="858" y="3558"/>
                  </a:lnTo>
                  <a:lnTo>
                    <a:pt x="816" y="3621"/>
                  </a:lnTo>
                  <a:lnTo>
                    <a:pt x="670" y="3621"/>
                  </a:lnTo>
                  <a:lnTo>
                    <a:pt x="649" y="3704"/>
                  </a:lnTo>
                  <a:lnTo>
                    <a:pt x="670" y="3809"/>
                  </a:lnTo>
                  <a:lnTo>
                    <a:pt x="502" y="3934"/>
                  </a:lnTo>
                  <a:lnTo>
                    <a:pt x="439" y="3997"/>
                  </a:lnTo>
                  <a:lnTo>
                    <a:pt x="335" y="4081"/>
                  </a:lnTo>
                  <a:lnTo>
                    <a:pt x="251" y="4144"/>
                  </a:lnTo>
                  <a:lnTo>
                    <a:pt x="251" y="4227"/>
                  </a:lnTo>
                  <a:lnTo>
                    <a:pt x="188" y="4290"/>
                  </a:lnTo>
                  <a:lnTo>
                    <a:pt x="209" y="4416"/>
                  </a:lnTo>
                  <a:lnTo>
                    <a:pt x="209" y="4541"/>
                  </a:lnTo>
                  <a:lnTo>
                    <a:pt x="146" y="4709"/>
                  </a:lnTo>
                  <a:lnTo>
                    <a:pt x="0" y="4855"/>
                  </a:lnTo>
                  <a:lnTo>
                    <a:pt x="0" y="4939"/>
                  </a:lnTo>
                  <a:lnTo>
                    <a:pt x="84" y="4960"/>
                  </a:lnTo>
                  <a:lnTo>
                    <a:pt x="188" y="4918"/>
                  </a:lnTo>
                  <a:lnTo>
                    <a:pt x="230" y="5274"/>
                  </a:lnTo>
                  <a:lnTo>
                    <a:pt x="335" y="5274"/>
                  </a:lnTo>
                  <a:lnTo>
                    <a:pt x="398" y="5357"/>
                  </a:lnTo>
                  <a:lnTo>
                    <a:pt x="565" y="5274"/>
                  </a:lnTo>
                  <a:lnTo>
                    <a:pt x="649" y="5399"/>
                  </a:lnTo>
                  <a:lnTo>
                    <a:pt x="628" y="5483"/>
                  </a:lnTo>
                  <a:lnTo>
                    <a:pt x="628" y="5650"/>
                  </a:lnTo>
                  <a:lnTo>
                    <a:pt x="732" y="5797"/>
                  </a:lnTo>
                  <a:lnTo>
                    <a:pt x="732" y="6006"/>
                  </a:lnTo>
                  <a:lnTo>
                    <a:pt x="649" y="6215"/>
                  </a:lnTo>
                  <a:lnTo>
                    <a:pt x="753" y="6299"/>
                  </a:lnTo>
                  <a:lnTo>
                    <a:pt x="649" y="6403"/>
                  </a:lnTo>
                  <a:lnTo>
                    <a:pt x="649" y="6403"/>
                  </a:lnTo>
                  <a:lnTo>
                    <a:pt x="732" y="6383"/>
                  </a:lnTo>
                  <a:lnTo>
                    <a:pt x="816" y="6383"/>
                  </a:lnTo>
                  <a:lnTo>
                    <a:pt x="837" y="6403"/>
                  </a:lnTo>
                  <a:lnTo>
                    <a:pt x="1507" y="6403"/>
                  </a:lnTo>
                  <a:lnTo>
                    <a:pt x="1548" y="6383"/>
                  </a:lnTo>
                  <a:lnTo>
                    <a:pt x="1590" y="6341"/>
                  </a:lnTo>
                  <a:lnTo>
                    <a:pt x="1653" y="6383"/>
                  </a:lnTo>
                  <a:lnTo>
                    <a:pt x="1695" y="6320"/>
                  </a:lnTo>
                  <a:lnTo>
                    <a:pt x="1862" y="6341"/>
                  </a:lnTo>
                  <a:lnTo>
                    <a:pt x="1904" y="6320"/>
                  </a:lnTo>
                  <a:lnTo>
                    <a:pt x="2092" y="6320"/>
                  </a:lnTo>
                  <a:lnTo>
                    <a:pt x="2134" y="6341"/>
                  </a:lnTo>
                  <a:lnTo>
                    <a:pt x="2239" y="6320"/>
                  </a:lnTo>
                  <a:lnTo>
                    <a:pt x="2323" y="6320"/>
                  </a:lnTo>
                  <a:lnTo>
                    <a:pt x="2323" y="6341"/>
                  </a:lnTo>
                  <a:lnTo>
                    <a:pt x="2490" y="6383"/>
                  </a:lnTo>
                  <a:lnTo>
                    <a:pt x="2511" y="6341"/>
                  </a:lnTo>
                  <a:lnTo>
                    <a:pt x="2553" y="6341"/>
                  </a:lnTo>
                  <a:lnTo>
                    <a:pt x="2595" y="6403"/>
                  </a:lnTo>
                  <a:lnTo>
                    <a:pt x="3327" y="6403"/>
                  </a:lnTo>
                  <a:lnTo>
                    <a:pt x="3390" y="6424"/>
                  </a:lnTo>
                  <a:lnTo>
                    <a:pt x="3431" y="6403"/>
                  </a:lnTo>
                  <a:lnTo>
                    <a:pt x="3452" y="6403"/>
                  </a:lnTo>
                  <a:lnTo>
                    <a:pt x="3536" y="6487"/>
                  </a:lnTo>
                  <a:lnTo>
                    <a:pt x="3578" y="6445"/>
                  </a:lnTo>
                  <a:lnTo>
                    <a:pt x="3662" y="6487"/>
                  </a:lnTo>
                  <a:lnTo>
                    <a:pt x="3683" y="6529"/>
                  </a:lnTo>
                  <a:lnTo>
                    <a:pt x="3745" y="6508"/>
                  </a:lnTo>
                  <a:lnTo>
                    <a:pt x="3766" y="6487"/>
                  </a:lnTo>
                  <a:lnTo>
                    <a:pt x="3808" y="6487"/>
                  </a:lnTo>
                  <a:lnTo>
                    <a:pt x="3892" y="6550"/>
                  </a:lnTo>
                  <a:lnTo>
                    <a:pt x="3955" y="6529"/>
                  </a:lnTo>
                  <a:lnTo>
                    <a:pt x="4059" y="6529"/>
                  </a:lnTo>
                  <a:lnTo>
                    <a:pt x="4101" y="6550"/>
                  </a:lnTo>
                  <a:lnTo>
                    <a:pt x="4206" y="6550"/>
                  </a:lnTo>
                  <a:lnTo>
                    <a:pt x="4206" y="6592"/>
                  </a:lnTo>
                  <a:lnTo>
                    <a:pt x="4289" y="6592"/>
                  </a:lnTo>
                  <a:lnTo>
                    <a:pt x="4310" y="6529"/>
                  </a:lnTo>
                  <a:lnTo>
                    <a:pt x="4268" y="6424"/>
                  </a:lnTo>
                  <a:lnTo>
                    <a:pt x="4268" y="6403"/>
                  </a:lnTo>
                  <a:lnTo>
                    <a:pt x="4331" y="6299"/>
                  </a:lnTo>
                  <a:lnTo>
                    <a:pt x="4373" y="6215"/>
                  </a:lnTo>
                  <a:lnTo>
                    <a:pt x="4394" y="6194"/>
                  </a:lnTo>
                  <a:lnTo>
                    <a:pt x="4373" y="6194"/>
                  </a:lnTo>
                  <a:lnTo>
                    <a:pt x="4331" y="6131"/>
                  </a:lnTo>
                  <a:lnTo>
                    <a:pt x="4331" y="6069"/>
                  </a:lnTo>
                  <a:lnTo>
                    <a:pt x="4331" y="5922"/>
                  </a:lnTo>
                  <a:lnTo>
                    <a:pt x="4164" y="5797"/>
                  </a:lnTo>
                  <a:lnTo>
                    <a:pt x="4080" y="5713"/>
                  </a:lnTo>
                  <a:lnTo>
                    <a:pt x="3996" y="5567"/>
                  </a:lnTo>
                  <a:lnTo>
                    <a:pt x="3850" y="5357"/>
                  </a:lnTo>
                  <a:lnTo>
                    <a:pt x="3808" y="5232"/>
                  </a:lnTo>
                  <a:lnTo>
                    <a:pt x="3703" y="5127"/>
                  </a:lnTo>
                  <a:lnTo>
                    <a:pt x="3557" y="5043"/>
                  </a:lnTo>
                  <a:lnTo>
                    <a:pt x="3494" y="4981"/>
                  </a:lnTo>
                  <a:lnTo>
                    <a:pt x="3494" y="4750"/>
                  </a:lnTo>
                  <a:lnTo>
                    <a:pt x="3473" y="4625"/>
                  </a:lnTo>
                  <a:lnTo>
                    <a:pt x="3452" y="4458"/>
                  </a:lnTo>
                  <a:lnTo>
                    <a:pt x="3473" y="4332"/>
                  </a:lnTo>
                  <a:lnTo>
                    <a:pt x="3431" y="4186"/>
                  </a:lnTo>
                  <a:lnTo>
                    <a:pt x="3390" y="4039"/>
                  </a:lnTo>
                  <a:lnTo>
                    <a:pt x="3452" y="3976"/>
                  </a:lnTo>
                  <a:lnTo>
                    <a:pt x="3536" y="3976"/>
                  </a:lnTo>
                  <a:lnTo>
                    <a:pt x="3641" y="3788"/>
                  </a:lnTo>
                  <a:lnTo>
                    <a:pt x="3683" y="3662"/>
                  </a:lnTo>
                  <a:lnTo>
                    <a:pt x="3787" y="3474"/>
                  </a:lnTo>
                  <a:lnTo>
                    <a:pt x="3850" y="3349"/>
                  </a:lnTo>
                  <a:lnTo>
                    <a:pt x="3955" y="3307"/>
                  </a:lnTo>
                  <a:lnTo>
                    <a:pt x="4059" y="3160"/>
                  </a:lnTo>
                  <a:lnTo>
                    <a:pt x="4059" y="3139"/>
                  </a:lnTo>
                  <a:lnTo>
                    <a:pt x="4017" y="3035"/>
                  </a:lnTo>
                  <a:lnTo>
                    <a:pt x="3955" y="2867"/>
                  </a:lnTo>
                  <a:lnTo>
                    <a:pt x="3850" y="2721"/>
                  </a:lnTo>
                  <a:lnTo>
                    <a:pt x="3766" y="2637"/>
                  </a:lnTo>
                  <a:lnTo>
                    <a:pt x="3557" y="2428"/>
                  </a:lnTo>
                  <a:lnTo>
                    <a:pt x="3348" y="2240"/>
                  </a:lnTo>
                  <a:lnTo>
                    <a:pt x="3243" y="2219"/>
                  </a:lnTo>
                  <a:lnTo>
                    <a:pt x="3243" y="2135"/>
                  </a:lnTo>
                  <a:lnTo>
                    <a:pt x="3159" y="2093"/>
                  </a:lnTo>
                  <a:lnTo>
                    <a:pt x="3159" y="2030"/>
                  </a:lnTo>
                  <a:lnTo>
                    <a:pt x="3159" y="1926"/>
                  </a:lnTo>
                  <a:lnTo>
                    <a:pt x="3180" y="1884"/>
                  </a:lnTo>
                  <a:lnTo>
                    <a:pt x="3180" y="1779"/>
                  </a:lnTo>
                  <a:lnTo>
                    <a:pt x="3369" y="1779"/>
                  </a:lnTo>
                  <a:lnTo>
                    <a:pt x="3431" y="1800"/>
                  </a:lnTo>
                  <a:lnTo>
                    <a:pt x="3536" y="1779"/>
                  </a:lnTo>
                  <a:lnTo>
                    <a:pt x="3641" y="1800"/>
                  </a:lnTo>
                  <a:lnTo>
                    <a:pt x="3683" y="1779"/>
                  </a:lnTo>
                  <a:lnTo>
                    <a:pt x="3808" y="1800"/>
                  </a:lnTo>
                  <a:lnTo>
                    <a:pt x="3892" y="1821"/>
                  </a:lnTo>
                  <a:lnTo>
                    <a:pt x="3975" y="1842"/>
                  </a:lnTo>
                  <a:lnTo>
                    <a:pt x="4017" y="1800"/>
                  </a:lnTo>
                  <a:lnTo>
                    <a:pt x="3975" y="1779"/>
                  </a:lnTo>
                  <a:lnTo>
                    <a:pt x="3808" y="1633"/>
                  </a:lnTo>
                  <a:lnTo>
                    <a:pt x="3787" y="1528"/>
                  </a:lnTo>
                  <a:lnTo>
                    <a:pt x="3703" y="1486"/>
                  </a:lnTo>
                  <a:lnTo>
                    <a:pt x="3599" y="1319"/>
                  </a:lnTo>
                  <a:lnTo>
                    <a:pt x="3578" y="1214"/>
                  </a:lnTo>
                  <a:lnTo>
                    <a:pt x="3662" y="1152"/>
                  </a:lnTo>
                  <a:lnTo>
                    <a:pt x="3703" y="1005"/>
                  </a:lnTo>
                  <a:lnTo>
                    <a:pt x="3641" y="942"/>
                  </a:lnTo>
                  <a:lnTo>
                    <a:pt x="3662" y="880"/>
                  </a:lnTo>
                  <a:lnTo>
                    <a:pt x="3683" y="838"/>
                  </a:lnTo>
                  <a:lnTo>
                    <a:pt x="3683" y="754"/>
                  </a:lnTo>
                  <a:lnTo>
                    <a:pt x="3599" y="587"/>
                  </a:lnTo>
                  <a:lnTo>
                    <a:pt x="3578" y="482"/>
                  </a:lnTo>
                  <a:lnTo>
                    <a:pt x="3536" y="440"/>
                  </a:lnTo>
                  <a:lnTo>
                    <a:pt x="3494" y="252"/>
                  </a:lnTo>
                  <a:lnTo>
                    <a:pt x="3369" y="147"/>
                  </a:lnTo>
                  <a:lnTo>
                    <a:pt x="307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1" name="Google Shape;7885;p67">
              <a:extLst>
                <a:ext uri="{FF2B5EF4-FFF2-40B4-BE49-F238E27FC236}">
                  <a16:creationId xmlns:a16="http://schemas.microsoft.com/office/drawing/2014/main" id="{B8FE020F-DFCD-6E57-02B1-7EBCD17B3AAC}"/>
                </a:ext>
              </a:extLst>
            </p:cNvPr>
            <p:cNvSpPr/>
            <p:nvPr/>
          </p:nvSpPr>
          <p:spPr>
            <a:xfrm>
              <a:off x="3813900" y="3211875"/>
              <a:ext cx="82675" cy="89475"/>
            </a:xfrm>
            <a:custGeom>
              <a:avLst/>
              <a:gdLst/>
              <a:ahLst/>
              <a:cxnLst/>
              <a:rect l="l" t="t" r="r" b="b"/>
              <a:pathLst>
                <a:path w="3307" h="3579" extrusionOk="0">
                  <a:moveTo>
                    <a:pt x="1675" y="1"/>
                  </a:moveTo>
                  <a:lnTo>
                    <a:pt x="1633" y="64"/>
                  </a:lnTo>
                  <a:lnTo>
                    <a:pt x="1570" y="22"/>
                  </a:lnTo>
                  <a:lnTo>
                    <a:pt x="1528" y="64"/>
                  </a:lnTo>
                  <a:lnTo>
                    <a:pt x="1487" y="84"/>
                  </a:lnTo>
                  <a:lnTo>
                    <a:pt x="1487" y="754"/>
                  </a:lnTo>
                  <a:lnTo>
                    <a:pt x="712" y="754"/>
                  </a:lnTo>
                  <a:lnTo>
                    <a:pt x="691" y="733"/>
                  </a:lnTo>
                  <a:lnTo>
                    <a:pt x="608" y="754"/>
                  </a:lnTo>
                  <a:lnTo>
                    <a:pt x="524" y="817"/>
                  </a:lnTo>
                  <a:lnTo>
                    <a:pt x="482" y="796"/>
                  </a:lnTo>
                  <a:lnTo>
                    <a:pt x="482" y="921"/>
                  </a:lnTo>
                  <a:lnTo>
                    <a:pt x="336" y="942"/>
                  </a:lnTo>
                  <a:lnTo>
                    <a:pt x="440" y="1131"/>
                  </a:lnTo>
                  <a:lnTo>
                    <a:pt x="629" y="1172"/>
                  </a:lnTo>
                  <a:lnTo>
                    <a:pt x="378" y="1235"/>
                  </a:lnTo>
                  <a:lnTo>
                    <a:pt x="315" y="1152"/>
                  </a:lnTo>
                  <a:lnTo>
                    <a:pt x="294" y="1340"/>
                  </a:lnTo>
                  <a:lnTo>
                    <a:pt x="273" y="1654"/>
                  </a:lnTo>
                  <a:lnTo>
                    <a:pt x="168" y="1737"/>
                  </a:lnTo>
                  <a:lnTo>
                    <a:pt x="22" y="1675"/>
                  </a:lnTo>
                  <a:lnTo>
                    <a:pt x="1" y="1758"/>
                  </a:lnTo>
                  <a:lnTo>
                    <a:pt x="126" y="1988"/>
                  </a:lnTo>
                  <a:lnTo>
                    <a:pt x="210" y="2051"/>
                  </a:lnTo>
                  <a:lnTo>
                    <a:pt x="210" y="2156"/>
                  </a:lnTo>
                  <a:lnTo>
                    <a:pt x="315" y="2281"/>
                  </a:lnTo>
                  <a:lnTo>
                    <a:pt x="315" y="2470"/>
                  </a:lnTo>
                  <a:lnTo>
                    <a:pt x="398" y="2533"/>
                  </a:lnTo>
                  <a:lnTo>
                    <a:pt x="440" y="2679"/>
                  </a:lnTo>
                  <a:lnTo>
                    <a:pt x="608" y="2805"/>
                  </a:lnTo>
                  <a:lnTo>
                    <a:pt x="545" y="2825"/>
                  </a:lnTo>
                  <a:lnTo>
                    <a:pt x="712" y="2993"/>
                  </a:lnTo>
                  <a:lnTo>
                    <a:pt x="963" y="3202"/>
                  </a:lnTo>
                  <a:lnTo>
                    <a:pt x="1026" y="3328"/>
                  </a:lnTo>
                  <a:lnTo>
                    <a:pt x="1235" y="3432"/>
                  </a:lnTo>
                  <a:lnTo>
                    <a:pt x="1256" y="3537"/>
                  </a:lnTo>
                  <a:lnTo>
                    <a:pt x="1361" y="3558"/>
                  </a:lnTo>
                  <a:lnTo>
                    <a:pt x="1382" y="3579"/>
                  </a:lnTo>
                  <a:lnTo>
                    <a:pt x="1466" y="3474"/>
                  </a:lnTo>
                  <a:lnTo>
                    <a:pt x="1466" y="3411"/>
                  </a:lnTo>
                  <a:lnTo>
                    <a:pt x="1528" y="3369"/>
                  </a:lnTo>
                  <a:lnTo>
                    <a:pt x="1633" y="3369"/>
                  </a:lnTo>
                  <a:lnTo>
                    <a:pt x="1675" y="3307"/>
                  </a:lnTo>
                  <a:lnTo>
                    <a:pt x="1696" y="3307"/>
                  </a:lnTo>
                  <a:lnTo>
                    <a:pt x="1884" y="3432"/>
                  </a:lnTo>
                  <a:lnTo>
                    <a:pt x="1884" y="3328"/>
                  </a:lnTo>
                  <a:lnTo>
                    <a:pt x="1863" y="3035"/>
                  </a:lnTo>
                  <a:lnTo>
                    <a:pt x="1779" y="2951"/>
                  </a:lnTo>
                  <a:lnTo>
                    <a:pt x="1696" y="2930"/>
                  </a:lnTo>
                  <a:lnTo>
                    <a:pt x="1633" y="2951"/>
                  </a:lnTo>
                  <a:lnTo>
                    <a:pt x="1549" y="2993"/>
                  </a:lnTo>
                  <a:lnTo>
                    <a:pt x="1549" y="2846"/>
                  </a:lnTo>
                  <a:lnTo>
                    <a:pt x="1528" y="2784"/>
                  </a:lnTo>
                  <a:lnTo>
                    <a:pt x="1570" y="2721"/>
                  </a:lnTo>
                  <a:lnTo>
                    <a:pt x="1675" y="2721"/>
                  </a:lnTo>
                  <a:lnTo>
                    <a:pt x="1800" y="2784"/>
                  </a:lnTo>
                  <a:lnTo>
                    <a:pt x="1863" y="2721"/>
                  </a:lnTo>
                  <a:lnTo>
                    <a:pt x="1884" y="2679"/>
                  </a:lnTo>
                  <a:lnTo>
                    <a:pt x="1968" y="2679"/>
                  </a:lnTo>
                  <a:lnTo>
                    <a:pt x="2177" y="2637"/>
                  </a:lnTo>
                  <a:lnTo>
                    <a:pt x="2198" y="2574"/>
                  </a:lnTo>
                  <a:lnTo>
                    <a:pt x="2177" y="2407"/>
                  </a:lnTo>
                  <a:lnTo>
                    <a:pt x="2219" y="2365"/>
                  </a:lnTo>
                  <a:lnTo>
                    <a:pt x="2365" y="2365"/>
                  </a:lnTo>
                  <a:lnTo>
                    <a:pt x="2428" y="2595"/>
                  </a:lnTo>
                  <a:lnTo>
                    <a:pt x="2512" y="2700"/>
                  </a:lnTo>
                  <a:lnTo>
                    <a:pt x="2637" y="2637"/>
                  </a:lnTo>
                  <a:lnTo>
                    <a:pt x="2721" y="2679"/>
                  </a:lnTo>
                  <a:lnTo>
                    <a:pt x="2805" y="2616"/>
                  </a:lnTo>
                  <a:lnTo>
                    <a:pt x="2909" y="2616"/>
                  </a:lnTo>
                  <a:lnTo>
                    <a:pt x="3035" y="2679"/>
                  </a:lnTo>
                  <a:lnTo>
                    <a:pt x="3056" y="2742"/>
                  </a:lnTo>
                  <a:lnTo>
                    <a:pt x="3119" y="2742"/>
                  </a:lnTo>
                  <a:lnTo>
                    <a:pt x="3119" y="2637"/>
                  </a:lnTo>
                  <a:lnTo>
                    <a:pt x="3098" y="2533"/>
                  </a:lnTo>
                  <a:lnTo>
                    <a:pt x="3244" y="2114"/>
                  </a:lnTo>
                  <a:lnTo>
                    <a:pt x="3307" y="1884"/>
                  </a:lnTo>
                  <a:lnTo>
                    <a:pt x="3307" y="1779"/>
                  </a:lnTo>
                  <a:lnTo>
                    <a:pt x="3244" y="1696"/>
                  </a:lnTo>
                  <a:lnTo>
                    <a:pt x="3223" y="1654"/>
                  </a:lnTo>
                  <a:lnTo>
                    <a:pt x="3139" y="1570"/>
                  </a:lnTo>
                  <a:lnTo>
                    <a:pt x="3119" y="1528"/>
                  </a:lnTo>
                  <a:lnTo>
                    <a:pt x="3035" y="1486"/>
                  </a:lnTo>
                  <a:lnTo>
                    <a:pt x="3014" y="1444"/>
                  </a:lnTo>
                  <a:lnTo>
                    <a:pt x="2993" y="1382"/>
                  </a:lnTo>
                  <a:lnTo>
                    <a:pt x="2993" y="1340"/>
                  </a:lnTo>
                  <a:lnTo>
                    <a:pt x="3035" y="1319"/>
                  </a:lnTo>
                  <a:lnTo>
                    <a:pt x="3056" y="1277"/>
                  </a:lnTo>
                  <a:lnTo>
                    <a:pt x="3119" y="1277"/>
                  </a:lnTo>
                  <a:lnTo>
                    <a:pt x="3098" y="1214"/>
                  </a:lnTo>
                  <a:lnTo>
                    <a:pt x="3056" y="1172"/>
                  </a:lnTo>
                  <a:lnTo>
                    <a:pt x="3056" y="1110"/>
                  </a:lnTo>
                  <a:lnTo>
                    <a:pt x="3202" y="1026"/>
                  </a:lnTo>
                  <a:lnTo>
                    <a:pt x="3307" y="1005"/>
                  </a:lnTo>
                  <a:lnTo>
                    <a:pt x="3307" y="900"/>
                  </a:lnTo>
                  <a:lnTo>
                    <a:pt x="3265" y="838"/>
                  </a:lnTo>
                  <a:lnTo>
                    <a:pt x="3307" y="754"/>
                  </a:lnTo>
                  <a:lnTo>
                    <a:pt x="3307" y="587"/>
                  </a:lnTo>
                  <a:lnTo>
                    <a:pt x="3244" y="545"/>
                  </a:lnTo>
                  <a:lnTo>
                    <a:pt x="3056" y="524"/>
                  </a:lnTo>
                  <a:lnTo>
                    <a:pt x="2930" y="587"/>
                  </a:lnTo>
                  <a:lnTo>
                    <a:pt x="2805" y="628"/>
                  </a:lnTo>
                  <a:lnTo>
                    <a:pt x="2721" y="608"/>
                  </a:lnTo>
                  <a:lnTo>
                    <a:pt x="2616" y="649"/>
                  </a:lnTo>
                  <a:lnTo>
                    <a:pt x="2575" y="608"/>
                  </a:lnTo>
                  <a:lnTo>
                    <a:pt x="2595" y="545"/>
                  </a:lnTo>
                  <a:lnTo>
                    <a:pt x="2575" y="440"/>
                  </a:lnTo>
                  <a:lnTo>
                    <a:pt x="2575" y="315"/>
                  </a:lnTo>
                  <a:lnTo>
                    <a:pt x="2533" y="189"/>
                  </a:lnTo>
                  <a:lnTo>
                    <a:pt x="2575" y="84"/>
                  </a:lnTo>
                  <a:lnTo>
                    <a:pt x="2533" y="22"/>
                  </a:lnTo>
                  <a:lnTo>
                    <a:pt x="2491" y="22"/>
                  </a:lnTo>
                  <a:lnTo>
                    <a:pt x="2470" y="64"/>
                  </a:lnTo>
                  <a:lnTo>
                    <a:pt x="2303" y="22"/>
                  </a:lnTo>
                  <a:lnTo>
                    <a:pt x="2303" y="1"/>
                  </a:lnTo>
                  <a:lnTo>
                    <a:pt x="2219" y="1"/>
                  </a:lnTo>
                  <a:lnTo>
                    <a:pt x="2114" y="22"/>
                  </a:lnTo>
                  <a:lnTo>
                    <a:pt x="2072" y="1"/>
                  </a:lnTo>
                  <a:lnTo>
                    <a:pt x="1884" y="1"/>
                  </a:lnTo>
                  <a:lnTo>
                    <a:pt x="1842" y="22"/>
                  </a:lnTo>
                  <a:lnTo>
                    <a:pt x="167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2" name="Google Shape;7886;p67">
              <a:extLst>
                <a:ext uri="{FF2B5EF4-FFF2-40B4-BE49-F238E27FC236}">
                  <a16:creationId xmlns:a16="http://schemas.microsoft.com/office/drawing/2014/main" id="{975143A4-88B8-55D0-B2A9-DEB2DCD21A8E}"/>
                </a:ext>
              </a:extLst>
            </p:cNvPr>
            <p:cNvSpPr/>
            <p:nvPr/>
          </p:nvSpPr>
          <p:spPr>
            <a:xfrm>
              <a:off x="3821750" y="3213450"/>
              <a:ext cx="29325" cy="18850"/>
            </a:xfrm>
            <a:custGeom>
              <a:avLst/>
              <a:gdLst/>
              <a:ahLst/>
              <a:cxnLst/>
              <a:rect l="l" t="t" r="r" b="b"/>
              <a:pathLst>
                <a:path w="1173" h="754" extrusionOk="0">
                  <a:moveTo>
                    <a:pt x="398" y="1"/>
                  </a:moveTo>
                  <a:lnTo>
                    <a:pt x="315" y="21"/>
                  </a:lnTo>
                  <a:lnTo>
                    <a:pt x="294" y="42"/>
                  </a:lnTo>
                  <a:lnTo>
                    <a:pt x="336" y="147"/>
                  </a:lnTo>
                  <a:lnTo>
                    <a:pt x="168" y="335"/>
                  </a:lnTo>
                  <a:lnTo>
                    <a:pt x="1" y="628"/>
                  </a:lnTo>
                  <a:lnTo>
                    <a:pt x="168" y="691"/>
                  </a:lnTo>
                  <a:lnTo>
                    <a:pt x="168" y="733"/>
                  </a:lnTo>
                  <a:lnTo>
                    <a:pt x="210" y="754"/>
                  </a:lnTo>
                  <a:lnTo>
                    <a:pt x="294" y="691"/>
                  </a:lnTo>
                  <a:lnTo>
                    <a:pt x="377" y="670"/>
                  </a:lnTo>
                  <a:lnTo>
                    <a:pt x="398" y="691"/>
                  </a:lnTo>
                  <a:lnTo>
                    <a:pt x="1173" y="691"/>
                  </a:lnTo>
                  <a:lnTo>
                    <a:pt x="1173" y="21"/>
                  </a:lnTo>
                  <a:lnTo>
                    <a:pt x="503" y="21"/>
                  </a:lnTo>
                  <a:lnTo>
                    <a:pt x="48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3" name="Google Shape;7887;p67">
              <a:extLst>
                <a:ext uri="{FF2B5EF4-FFF2-40B4-BE49-F238E27FC236}">
                  <a16:creationId xmlns:a16="http://schemas.microsoft.com/office/drawing/2014/main" id="{5C64C859-DA3A-2B4D-B57D-878204E62321}"/>
                </a:ext>
              </a:extLst>
            </p:cNvPr>
            <p:cNvSpPr/>
            <p:nvPr/>
          </p:nvSpPr>
          <p:spPr>
            <a:xfrm>
              <a:off x="3848425" y="3188875"/>
              <a:ext cx="110925" cy="129750"/>
            </a:xfrm>
            <a:custGeom>
              <a:avLst/>
              <a:gdLst/>
              <a:ahLst/>
              <a:cxnLst/>
              <a:rect l="l" t="t" r="r" b="b"/>
              <a:pathLst>
                <a:path w="4437" h="5190" extrusionOk="0">
                  <a:moveTo>
                    <a:pt x="3935" y="0"/>
                  </a:moveTo>
                  <a:lnTo>
                    <a:pt x="3872" y="63"/>
                  </a:lnTo>
                  <a:lnTo>
                    <a:pt x="3767" y="42"/>
                  </a:lnTo>
                  <a:lnTo>
                    <a:pt x="3537" y="147"/>
                  </a:lnTo>
                  <a:lnTo>
                    <a:pt x="3495" y="188"/>
                  </a:lnTo>
                  <a:lnTo>
                    <a:pt x="3391" y="209"/>
                  </a:lnTo>
                  <a:lnTo>
                    <a:pt x="3244" y="377"/>
                  </a:lnTo>
                  <a:lnTo>
                    <a:pt x="2972" y="816"/>
                  </a:lnTo>
                  <a:lnTo>
                    <a:pt x="2930" y="900"/>
                  </a:lnTo>
                  <a:lnTo>
                    <a:pt x="2867" y="1004"/>
                  </a:lnTo>
                  <a:lnTo>
                    <a:pt x="2867" y="1025"/>
                  </a:lnTo>
                  <a:lnTo>
                    <a:pt x="2909" y="1130"/>
                  </a:lnTo>
                  <a:lnTo>
                    <a:pt x="2888" y="1193"/>
                  </a:lnTo>
                  <a:lnTo>
                    <a:pt x="2805" y="1193"/>
                  </a:lnTo>
                  <a:lnTo>
                    <a:pt x="2805" y="1151"/>
                  </a:lnTo>
                  <a:lnTo>
                    <a:pt x="2700" y="1151"/>
                  </a:lnTo>
                  <a:lnTo>
                    <a:pt x="2658" y="1130"/>
                  </a:lnTo>
                  <a:lnTo>
                    <a:pt x="2554" y="1130"/>
                  </a:lnTo>
                  <a:lnTo>
                    <a:pt x="2491" y="1151"/>
                  </a:lnTo>
                  <a:lnTo>
                    <a:pt x="2407" y="1088"/>
                  </a:lnTo>
                  <a:lnTo>
                    <a:pt x="2365" y="1088"/>
                  </a:lnTo>
                  <a:lnTo>
                    <a:pt x="2344" y="1109"/>
                  </a:lnTo>
                  <a:lnTo>
                    <a:pt x="2282" y="1130"/>
                  </a:lnTo>
                  <a:lnTo>
                    <a:pt x="2261" y="1088"/>
                  </a:lnTo>
                  <a:lnTo>
                    <a:pt x="2177" y="1046"/>
                  </a:lnTo>
                  <a:lnTo>
                    <a:pt x="2135" y="1088"/>
                  </a:lnTo>
                  <a:lnTo>
                    <a:pt x="2051" y="1004"/>
                  </a:lnTo>
                  <a:lnTo>
                    <a:pt x="2030" y="1004"/>
                  </a:lnTo>
                  <a:lnTo>
                    <a:pt x="1989" y="1025"/>
                  </a:lnTo>
                  <a:lnTo>
                    <a:pt x="1926" y="1004"/>
                  </a:lnTo>
                  <a:lnTo>
                    <a:pt x="1194" y="1004"/>
                  </a:lnTo>
                  <a:lnTo>
                    <a:pt x="1152" y="1109"/>
                  </a:lnTo>
                  <a:lnTo>
                    <a:pt x="1194" y="1235"/>
                  </a:lnTo>
                  <a:lnTo>
                    <a:pt x="1194" y="1360"/>
                  </a:lnTo>
                  <a:lnTo>
                    <a:pt x="1214" y="1465"/>
                  </a:lnTo>
                  <a:lnTo>
                    <a:pt x="1194" y="1528"/>
                  </a:lnTo>
                  <a:lnTo>
                    <a:pt x="1235" y="1569"/>
                  </a:lnTo>
                  <a:lnTo>
                    <a:pt x="1340" y="1528"/>
                  </a:lnTo>
                  <a:lnTo>
                    <a:pt x="1424" y="1548"/>
                  </a:lnTo>
                  <a:lnTo>
                    <a:pt x="1549" y="1507"/>
                  </a:lnTo>
                  <a:lnTo>
                    <a:pt x="1675" y="1444"/>
                  </a:lnTo>
                  <a:lnTo>
                    <a:pt x="1863" y="1465"/>
                  </a:lnTo>
                  <a:lnTo>
                    <a:pt x="1926" y="1507"/>
                  </a:lnTo>
                  <a:lnTo>
                    <a:pt x="1926" y="1674"/>
                  </a:lnTo>
                  <a:lnTo>
                    <a:pt x="1884" y="1758"/>
                  </a:lnTo>
                  <a:lnTo>
                    <a:pt x="1926" y="1820"/>
                  </a:lnTo>
                  <a:lnTo>
                    <a:pt x="1926" y="1925"/>
                  </a:lnTo>
                  <a:lnTo>
                    <a:pt x="1821" y="1946"/>
                  </a:lnTo>
                  <a:lnTo>
                    <a:pt x="1675" y="2030"/>
                  </a:lnTo>
                  <a:lnTo>
                    <a:pt x="1675" y="2092"/>
                  </a:lnTo>
                  <a:lnTo>
                    <a:pt x="1717" y="2134"/>
                  </a:lnTo>
                  <a:lnTo>
                    <a:pt x="1738" y="2197"/>
                  </a:lnTo>
                  <a:lnTo>
                    <a:pt x="1675" y="2197"/>
                  </a:lnTo>
                  <a:lnTo>
                    <a:pt x="1654" y="2239"/>
                  </a:lnTo>
                  <a:lnTo>
                    <a:pt x="1612" y="2260"/>
                  </a:lnTo>
                  <a:lnTo>
                    <a:pt x="1612" y="2302"/>
                  </a:lnTo>
                  <a:lnTo>
                    <a:pt x="1633" y="2364"/>
                  </a:lnTo>
                  <a:lnTo>
                    <a:pt x="1654" y="2406"/>
                  </a:lnTo>
                  <a:lnTo>
                    <a:pt x="1738" y="2448"/>
                  </a:lnTo>
                  <a:lnTo>
                    <a:pt x="1758" y="2490"/>
                  </a:lnTo>
                  <a:lnTo>
                    <a:pt x="1842" y="2574"/>
                  </a:lnTo>
                  <a:lnTo>
                    <a:pt x="1863" y="2616"/>
                  </a:lnTo>
                  <a:lnTo>
                    <a:pt x="1926" y="2699"/>
                  </a:lnTo>
                  <a:lnTo>
                    <a:pt x="1926" y="2804"/>
                  </a:lnTo>
                  <a:lnTo>
                    <a:pt x="1863" y="3034"/>
                  </a:lnTo>
                  <a:lnTo>
                    <a:pt x="1717" y="3453"/>
                  </a:lnTo>
                  <a:lnTo>
                    <a:pt x="1738" y="3557"/>
                  </a:lnTo>
                  <a:lnTo>
                    <a:pt x="1738" y="3662"/>
                  </a:lnTo>
                  <a:lnTo>
                    <a:pt x="1675" y="3662"/>
                  </a:lnTo>
                  <a:lnTo>
                    <a:pt x="1654" y="3599"/>
                  </a:lnTo>
                  <a:lnTo>
                    <a:pt x="1528" y="3536"/>
                  </a:lnTo>
                  <a:lnTo>
                    <a:pt x="1424" y="3536"/>
                  </a:lnTo>
                  <a:lnTo>
                    <a:pt x="1340" y="3599"/>
                  </a:lnTo>
                  <a:lnTo>
                    <a:pt x="1256" y="3557"/>
                  </a:lnTo>
                  <a:lnTo>
                    <a:pt x="1131" y="3620"/>
                  </a:lnTo>
                  <a:lnTo>
                    <a:pt x="1047" y="3515"/>
                  </a:lnTo>
                  <a:lnTo>
                    <a:pt x="984" y="3285"/>
                  </a:lnTo>
                  <a:lnTo>
                    <a:pt x="838" y="3285"/>
                  </a:lnTo>
                  <a:lnTo>
                    <a:pt x="796" y="3327"/>
                  </a:lnTo>
                  <a:lnTo>
                    <a:pt x="817" y="3494"/>
                  </a:lnTo>
                  <a:lnTo>
                    <a:pt x="796" y="3557"/>
                  </a:lnTo>
                  <a:lnTo>
                    <a:pt x="587" y="3599"/>
                  </a:lnTo>
                  <a:lnTo>
                    <a:pt x="503" y="3599"/>
                  </a:lnTo>
                  <a:lnTo>
                    <a:pt x="482" y="3641"/>
                  </a:lnTo>
                  <a:lnTo>
                    <a:pt x="419" y="3704"/>
                  </a:lnTo>
                  <a:lnTo>
                    <a:pt x="294" y="3641"/>
                  </a:lnTo>
                  <a:lnTo>
                    <a:pt x="189" y="3641"/>
                  </a:lnTo>
                  <a:lnTo>
                    <a:pt x="147" y="3704"/>
                  </a:lnTo>
                  <a:lnTo>
                    <a:pt x="168" y="3766"/>
                  </a:lnTo>
                  <a:lnTo>
                    <a:pt x="168" y="3913"/>
                  </a:lnTo>
                  <a:lnTo>
                    <a:pt x="252" y="3871"/>
                  </a:lnTo>
                  <a:lnTo>
                    <a:pt x="315" y="3850"/>
                  </a:lnTo>
                  <a:lnTo>
                    <a:pt x="398" y="3871"/>
                  </a:lnTo>
                  <a:lnTo>
                    <a:pt x="482" y="3955"/>
                  </a:lnTo>
                  <a:lnTo>
                    <a:pt x="503" y="4248"/>
                  </a:lnTo>
                  <a:lnTo>
                    <a:pt x="503" y="4352"/>
                  </a:lnTo>
                  <a:lnTo>
                    <a:pt x="315" y="4227"/>
                  </a:lnTo>
                  <a:lnTo>
                    <a:pt x="294" y="4227"/>
                  </a:lnTo>
                  <a:lnTo>
                    <a:pt x="252" y="4289"/>
                  </a:lnTo>
                  <a:lnTo>
                    <a:pt x="147" y="4289"/>
                  </a:lnTo>
                  <a:lnTo>
                    <a:pt x="85" y="4331"/>
                  </a:lnTo>
                  <a:lnTo>
                    <a:pt x="85" y="4394"/>
                  </a:lnTo>
                  <a:lnTo>
                    <a:pt x="1" y="4499"/>
                  </a:lnTo>
                  <a:lnTo>
                    <a:pt x="106" y="4603"/>
                  </a:lnTo>
                  <a:lnTo>
                    <a:pt x="168" y="4687"/>
                  </a:lnTo>
                  <a:lnTo>
                    <a:pt x="315" y="4792"/>
                  </a:lnTo>
                  <a:lnTo>
                    <a:pt x="315" y="4896"/>
                  </a:lnTo>
                  <a:lnTo>
                    <a:pt x="419" y="5001"/>
                  </a:lnTo>
                  <a:lnTo>
                    <a:pt x="419" y="5126"/>
                  </a:lnTo>
                  <a:lnTo>
                    <a:pt x="482" y="5189"/>
                  </a:lnTo>
                  <a:lnTo>
                    <a:pt x="524" y="5168"/>
                  </a:lnTo>
                  <a:lnTo>
                    <a:pt x="608" y="5022"/>
                  </a:lnTo>
                  <a:lnTo>
                    <a:pt x="629" y="5022"/>
                  </a:lnTo>
                  <a:lnTo>
                    <a:pt x="712" y="4980"/>
                  </a:lnTo>
                  <a:lnTo>
                    <a:pt x="775" y="4875"/>
                  </a:lnTo>
                  <a:lnTo>
                    <a:pt x="838" y="4854"/>
                  </a:lnTo>
                  <a:lnTo>
                    <a:pt x="942" y="4771"/>
                  </a:lnTo>
                  <a:lnTo>
                    <a:pt x="1005" y="4771"/>
                  </a:lnTo>
                  <a:lnTo>
                    <a:pt x="1047" y="4813"/>
                  </a:lnTo>
                  <a:lnTo>
                    <a:pt x="1110" y="4896"/>
                  </a:lnTo>
                  <a:lnTo>
                    <a:pt x="1110" y="5001"/>
                  </a:lnTo>
                  <a:lnTo>
                    <a:pt x="1131" y="4980"/>
                  </a:lnTo>
                  <a:lnTo>
                    <a:pt x="1194" y="5001"/>
                  </a:lnTo>
                  <a:lnTo>
                    <a:pt x="1298" y="4959"/>
                  </a:lnTo>
                  <a:lnTo>
                    <a:pt x="1319" y="5001"/>
                  </a:lnTo>
                  <a:lnTo>
                    <a:pt x="1319" y="5064"/>
                  </a:lnTo>
                  <a:lnTo>
                    <a:pt x="1424" y="5064"/>
                  </a:lnTo>
                  <a:lnTo>
                    <a:pt x="1507" y="4980"/>
                  </a:lnTo>
                  <a:lnTo>
                    <a:pt x="1507" y="4875"/>
                  </a:lnTo>
                  <a:lnTo>
                    <a:pt x="1570" y="4854"/>
                  </a:lnTo>
                  <a:lnTo>
                    <a:pt x="1654" y="4875"/>
                  </a:lnTo>
                  <a:lnTo>
                    <a:pt x="1758" y="4771"/>
                  </a:lnTo>
                  <a:lnTo>
                    <a:pt x="1947" y="4708"/>
                  </a:lnTo>
                  <a:lnTo>
                    <a:pt x="1947" y="4771"/>
                  </a:lnTo>
                  <a:lnTo>
                    <a:pt x="1863" y="4896"/>
                  </a:lnTo>
                  <a:lnTo>
                    <a:pt x="1884" y="4917"/>
                  </a:lnTo>
                  <a:lnTo>
                    <a:pt x="1947" y="5022"/>
                  </a:lnTo>
                  <a:lnTo>
                    <a:pt x="2072" y="5105"/>
                  </a:lnTo>
                  <a:lnTo>
                    <a:pt x="2198" y="5022"/>
                  </a:lnTo>
                  <a:lnTo>
                    <a:pt x="2282" y="4917"/>
                  </a:lnTo>
                  <a:lnTo>
                    <a:pt x="2512" y="4687"/>
                  </a:lnTo>
                  <a:lnTo>
                    <a:pt x="2574" y="4603"/>
                  </a:lnTo>
                  <a:lnTo>
                    <a:pt x="2658" y="4541"/>
                  </a:lnTo>
                  <a:lnTo>
                    <a:pt x="2763" y="4499"/>
                  </a:lnTo>
                  <a:lnTo>
                    <a:pt x="2867" y="4352"/>
                  </a:lnTo>
                  <a:lnTo>
                    <a:pt x="2867" y="4248"/>
                  </a:lnTo>
                  <a:lnTo>
                    <a:pt x="2888" y="4080"/>
                  </a:lnTo>
                  <a:lnTo>
                    <a:pt x="2909" y="3766"/>
                  </a:lnTo>
                  <a:lnTo>
                    <a:pt x="2888" y="3745"/>
                  </a:lnTo>
                  <a:lnTo>
                    <a:pt x="2867" y="3557"/>
                  </a:lnTo>
                  <a:lnTo>
                    <a:pt x="2909" y="3453"/>
                  </a:lnTo>
                  <a:lnTo>
                    <a:pt x="3098" y="3285"/>
                  </a:lnTo>
                  <a:lnTo>
                    <a:pt x="3098" y="3139"/>
                  </a:lnTo>
                  <a:lnTo>
                    <a:pt x="3202" y="3013"/>
                  </a:lnTo>
                  <a:lnTo>
                    <a:pt x="3328" y="2908"/>
                  </a:lnTo>
                  <a:lnTo>
                    <a:pt x="3411" y="2929"/>
                  </a:lnTo>
                  <a:lnTo>
                    <a:pt x="3516" y="2867"/>
                  </a:lnTo>
                  <a:lnTo>
                    <a:pt x="3621" y="2825"/>
                  </a:lnTo>
                  <a:lnTo>
                    <a:pt x="3809" y="2511"/>
                  </a:lnTo>
                  <a:lnTo>
                    <a:pt x="3809" y="2344"/>
                  </a:lnTo>
                  <a:lnTo>
                    <a:pt x="3851" y="2155"/>
                  </a:lnTo>
                  <a:lnTo>
                    <a:pt x="3935" y="2092"/>
                  </a:lnTo>
                  <a:lnTo>
                    <a:pt x="3955" y="1946"/>
                  </a:lnTo>
                  <a:lnTo>
                    <a:pt x="3935" y="1925"/>
                  </a:lnTo>
                  <a:lnTo>
                    <a:pt x="3955" y="1737"/>
                  </a:lnTo>
                  <a:lnTo>
                    <a:pt x="3955" y="1653"/>
                  </a:lnTo>
                  <a:lnTo>
                    <a:pt x="3955" y="1507"/>
                  </a:lnTo>
                  <a:lnTo>
                    <a:pt x="4060" y="1402"/>
                  </a:lnTo>
                  <a:lnTo>
                    <a:pt x="4060" y="1256"/>
                  </a:lnTo>
                  <a:lnTo>
                    <a:pt x="4081" y="1130"/>
                  </a:lnTo>
                  <a:lnTo>
                    <a:pt x="4039" y="921"/>
                  </a:lnTo>
                  <a:lnTo>
                    <a:pt x="4290" y="607"/>
                  </a:lnTo>
                  <a:lnTo>
                    <a:pt x="4332" y="502"/>
                  </a:lnTo>
                  <a:lnTo>
                    <a:pt x="4437" y="460"/>
                  </a:lnTo>
                  <a:lnTo>
                    <a:pt x="4437" y="209"/>
                  </a:lnTo>
                  <a:lnTo>
                    <a:pt x="4374" y="105"/>
                  </a:lnTo>
                  <a:lnTo>
                    <a:pt x="4374" y="63"/>
                  </a:lnTo>
                  <a:lnTo>
                    <a:pt x="4290" y="84"/>
                  </a:lnTo>
                  <a:lnTo>
                    <a:pt x="4248" y="105"/>
                  </a:lnTo>
                  <a:lnTo>
                    <a:pt x="4144" y="63"/>
                  </a:lnTo>
                  <a:lnTo>
                    <a:pt x="412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4" name="Google Shape;7888;p67">
              <a:extLst>
                <a:ext uri="{FF2B5EF4-FFF2-40B4-BE49-F238E27FC236}">
                  <a16:creationId xmlns:a16="http://schemas.microsoft.com/office/drawing/2014/main" id="{8FCBCD50-4617-6318-F2AB-F30CC5069C5C}"/>
                </a:ext>
              </a:extLst>
            </p:cNvPr>
            <p:cNvSpPr/>
            <p:nvPr/>
          </p:nvSpPr>
          <p:spPr>
            <a:xfrm>
              <a:off x="3860475" y="3308125"/>
              <a:ext cx="15700" cy="21475"/>
            </a:xfrm>
            <a:custGeom>
              <a:avLst/>
              <a:gdLst/>
              <a:ahLst/>
              <a:cxnLst/>
              <a:rect l="l" t="t" r="r" b="b"/>
              <a:pathLst>
                <a:path w="628" h="859" extrusionOk="0">
                  <a:moveTo>
                    <a:pt x="460" y="1"/>
                  </a:moveTo>
                  <a:lnTo>
                    <a:pt x="356" y="84"/>
                  </a:lnTo>
                  <a:lnTo>
                    <a:pt x="293" y="105"/>
                  </a:lnTo>
                  <a:lnTo>
                    <a:pt x="230" y="210"/>
                  </a:lnTo>
                  <a:lnTo>
                    <a:pt x="147" y="252"/>
                  </a:lnTo>
                  <a:lnTo>
                    <a:pt x="126" y="252"/>
                  </a:lnTo>
                  <a:lnTo>
                    <a:pt x="42" y="398"/>
                  </a:lnTo>
                  <a:lnTo>
                    <a:pt x="0" y="419"/>
                  </a:lnTo>
                  <a:lnTo>
                    <a:pt x="84" y="503"/>
                  </a:lnTo>
                  <a:lnTo>
                    <a:pt x="105" y="670"/>
                  </a:lnTo>
                  <a:lnTo>
                    <a:pt x="42" y="775"/>
                  </a:lnTo>
                  <a:lnTo>
                    <a:pt x="84" y="859"/>
                  </a:lnTo>
                  <a:lnTo>
                    <a:pt x="188" y="775"/>
                  </a:lnTo>
                  <a:lnTo>
                    <a:pt x="293" y="775"/>
                  </a:lnTo>
                  <a:lnTo>
                    <a:pt x="356" y="712"/>
                  </a:lnTo>
                  <a:lnTo>
                    <a:pt x="335" y="503"/>
                  </a:lnTo>
                  <a:lnTo>
                    <a:pt x="398" y="440"/>
                  </a:lnTo>
                  <a:lnTo>
                    <a:pt x="523" y="335"/>
                  </a:lnTo>
                  <a:lnTo>
                    <a:pt x="628" y="231"/>
                  </a:lnTo>
                  <a:lnTo>
                    <a:pt x="628" y="126"/>
                  </a:lnTo>
                  <a:lnTo>
                    <a:pt x="565" y="43"/>
                  </a:lnTo>
                  <a:lnTo>
                    <a:pt x="52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5" name="Google Shape;7889;p67">
              <a:extLst>
                <a:ext uri="{FF2B5EF4-FFF2-40B4-BE49-F238E27FC236}">
                  <a16:creationId xmlns:a16="http://schemas.microsoft.com/office/drawing/2014/main" id="{2757C491-4018-5ACF-29A2-652D18FE2143}"/>
                </a:ext>
              </a:extLst>
            </p:cNvPr>
            <p:cNvSpPr/>
            <p:nvPr/>
          </p:nvSpPr>
          <p:spPr>
            <a:xfrm>
              <a:off x="4111550" y="3257925"/>
              <a:ext cx="161650" cy="164775"/>
            </a:xfrm>
            <a:custGeom>
              <a:avLst/>
              <a:gdLst/>
              <a:ahLst/>
              <a:cxnLst/>
              <a:rect l="l" t="t" r="r" b="b"/>
              <a:pathLst>
                <a:path w="6466" h="6591" extrusionOk="0">
                  <a:moveTo>
                    <a:pt x="2553" y="0"/>
                  </a:moveTo>
                  <a:lnTo>
                    <a:pt x="1779" y="42"/>
                  </a:lnTo>
                  <a:lnTo>
                    <a:pt x="858" y="42"/>
                  </a:lnTo>
                  <a:lnTo>
                    <a:pt x="816" y="105"/>
                  </a:lnTo>
                  <a:lnTo>
                    <a:pt x="754" y="105"/>
                  </a:lnTo>
                  <a:lnTo>
                    <a:pt x="712" y="146"/>
                  </a:lnTo>
                  <a:lnTo>
                    <a:pt x="775" y="230"/>
                  </a:lnTo>
                  <a:lnTo>
                    <a:pt x="858" y="314"/>
                  </a:lnTo>
                  <a:lnTo>
                    <a:pt x="858" y="356"/>
                  </a:lnTo>
                  <a:lnTo>
                    <a:pt x="921" y="439"/>
                  </a:lnTo>
                  <a:lnTo>
                    <a:pt x="963" y="628"/>
                  </a:lnTo>
                  <a:lnTo>
                    <a:pt x="984" y="732"/>
                  </a:lnTo>
                  <a:lnTo>
                    <a:pt x="942" y="795"/>
                  </a:lnTo>
                  <a:lnTo>
                    <a:pt x="942" y="879"/>
                  </a:lnTo>
                  <a:lnTo>
                    <a:pt x="879" y="942"/>
                  </a:lnTo>
                  <a:lnTo>
                    <a:pt x="816" y="963"/>
                  </a:lnTo>
                  <a:lnTo>
                    <a:pt x="754" y="963"/>
                  </a:lnTo>
                  <a:lnTo>
                    <a:pt x="733" y="942"/>
                  </a:lnTo>
                  <a:lnTo>
                    <a:pt x="733" y="983"/>
                  </a:lnTo>
                  <a:lnTo>
                    <a:pt x="754" y="1046"/>
                  </a:lnTo>
                  <a:lnTo>
                    <a:pt x="754" y="1109"/>
                  </a:lnTo>
                  <a:lnTo>
                    <a:pt x="858" y="1151"/>
                  </a:lnTo>
                  <a:lnTo>
                    <a:pt x="858" y="1214"/>
                  </a:lnTo>
                  <a:lnTo>
                    <a:pt x="942" y="1214"/>
                  </a:lnTo>
                  <a:lnTo>
                    <a:pt x="963" y="1402"/>
                  </a:lnTo>
                  <a:lnTo>
                    <a:pt x="963" y="1486"/>
                  </a:lnTo>
                  <a:lnTo>
                    <a:pt x="858" y="1590"/>
                  </a:lnTo>
                  <a:lnTo>
                    <a:pt x="775" y="1674"/>
                  </a:lnTo>
                  <a:lnTo>
                    <a:pt x="733" y="1716"/>
                  </a:lnTo>
                  <a:lnTo>
                    <a:pt x="565" y="1883"/>
                  </a:lnTo>
                  <a:lnTo>
                    <a:pt x="461" y="2030"/>
                  </a:lnTo>
                  <a:lnTo>
                    <a:pt x="293" y="2092"/>
                  </a:lnTo>
                  <a:lnTo>
                    <a:pt x="0" y="2092"/>
                  </a:lnTo>
                  <a:lnTo>
                    <a:pt x="84" y="2553"/>
                  </a:lnTo>
                  <a:lnTo>
                    <a:pt x="210" y="3243"/>
                  </a:lnTo>
                  <a:lnTo>
                    <a:pt x="628" y="3808"/>
                  </a:lnTo>
                  <a:lnTo>
                    <a:pt x="754" y="4248"/>
                  </a:lnTo>
                  <a:lnTo>
                    <a:pt x="942" y="4352"/>
                  </a:lnTo>
                  <a:lnTo>
                    <a:pt x="1026" y="4352"/>
                  </a:lnTo>
                  <a:lnTo>
                    <a:pt x="1130" y="4394"/>
                  </a:lnTo>
                  <a:lnTo>
                    <a:pt x="1172" y="4394"/>
                  </a:lnTo>
                  <a:lnTo>
                    <a:pt x="1256" y="4436"/>
                  </a:lnTo>
                  <a:lnTo>
                    <a:pt x="1256" y="4499"/>
                  </a:lnTo>
                  <a:lnTo>
                    <a:pt x="1340" y="4561"/>
                  </a:lnTo>
                  <a:lnTo>
                    <a:pt x="1444" y="4561"/>
                  </a:lnTo>
                  <a:lnTo>
                    <a:pt x="1695" y="4645"/>
                  </a:lnTo>
                  <a:lnTo>
                    <a:pt x="1779" y="4645"/>
                  </a:lnTo>
                  <a:lnTo>
                    <a:pt x="1821" y="4708"/>
                  </a:lnTo>
                  <a:lnTo>
                    <a:pt x="1884" y="4729"/>
                  </a:lnTo>
                  <a:lnTo>
                    <a:pt x="1925" y="4812"/>
                  </a:lnTo>
                  <a:lnTo>
                    <a:pt x="2030" y="4917"/>
                  </a:lnTo>
                  <a:lnTo>
                    <a:pt x="2093" y="4917"/>
                  </a:lnTo>
                  <a:lnTo>
                    <a:pt x="2093" y="4938"/>
                  </a:lnTo>
                  <a:lnTo>
                    <a:pt x="2114" y="4917"/>
                  </a:lnTo>
                  <a:lnTo>
                    <a:pt x="2177" y="4917"/>
                  </a:lnTo>
                  <a:lnTo>
                    <a:pt x="2197" y="4980"/>
                  </a:lnTo>
                  <a:lnTo>
                    <a:pt x="2281" y="4980"/>
                  </a:lnTo>
                  <a:lnTo>
                    <a:pt x="2302" y="5022"/>
                  </a:lnTo>
                  <a:lnTo>
                    <a:pt x="2323" y="4980"/>
                  </a:lnTo>
                  <a:lnTo>
                    <a:pt x="2407" y="5022"/>
                  </a:lnTo>
                  <a:lnTo>
                    <a:pt x="2428" y="5043"/>
                  </a:lnTo>
                  <a:lnTo>
                    <a:pt x="2490" y="5043"/>
                  </a:lnTo>
                  <a:lnTo>
                    <a:pt x="2511" y="5084"/>
                  </a:lnTo>
                  <a:lnTo>
                    <a:pt x="2553" y="5126"/>
                  </a:lnTo>
                  <a:lnTo>
                    <a:pt x="2637" y="5189"/>
                  </a:lnTo>
                  <a:lnTo>
                    <a:pt x="2825" y="5398"/>
                  </a:lnTo>
                  <a:lnTo>
                    <a:pt x="2846" y="5608"/>
                  </a:lnTo>
                  <a:lnTo>
                    <a:pt x="2846" y="6591"/>
                  </a:lnTo>
                  <a:lnTo>
                    <a:pt x="2951" y="6193"/>
                  </a:lnTo>
                  <a:lnTo>
                    <a:pt x="3495" y="6173"/>
                  </a:lnTo>
                  <a:lnTo>
                    <a:pt x="3599" y="6131"/>
                  </a:lnTo>
                  <a:lnTo>
                    <a:pt x="3641" y="6110"/>
                  </a:lnTo>
                  <a:lnTo>
                    <a:pt x="3704" y="6089"/>
                  </a:lnTo>
                  <a:lnTo>
                    <a:pt x="3704" y="6131"/>
                  </a:lnTo>
                  <a:lnTo>
                    <a:pt x="3788" y="6173"/>
                  </a:lnTo>
                  <a:lnTo>
                    <a:pt x="3871" y="6214"/>
                  </a:lnTo>
                  <a:lnTo>
                    <a:pt x="3955" y="6214"/>
                  </a:lnTo>
                  <a:lnTo>
                    <a:pt x="3997" y="6298"/>
                  </a:lnTo>
                  <a:lnTo>
                    <a:pt x="3976" y="6319"/>
                  </a:lnTo>
                  <a:lnTo>
                    <a:pt x="4164" y="6298"/>
                  </a:lnTo>
                  <a:lnTo>
                    <a:pt x="4269" y="6193"/>
                  </a:lnTo>
                  <a:lnTo>
                    <a:pt x="4332" y="6193"/>
                  </a:lnTo>
                  <a:lnTo>
                    <a:pt x="4394" y="6131"/>
                  </a:lnTo>
                  <a:lnTo>
                    <a:pt x="4436" y="6173"/>
                  </a:lnTo>
                  <a:lnTo>
                    <a:pt x="4436" y="6214"/>
                  </a:lnTo>
                  <a:lnTo>
                    <a:pt x="4520" y="6214"/>
                  </a:lnTo>
                  <a:lnTo>
                    <a:pt x="4604" y="6277"/>
                  </a:lnTo>
                  <a:lnTo>
                    <a:pt x="4729" y="6214"/>
                  </a:lnTo>
                  <a:lnTo>
                    <a:pt x="4897" y="6193"/>
                  </a:lnTo>
                  <a:lnTo>
                    <a:pt x="4918" y="6110"/>
                  </a:lnTo>
                  <a:lnTo>
                    <a:pt x="4897" y="6068"/>
                  </a:lnTo>
                  <a:lnTo>
                    <a:pt x="4938" y="6005"/>
                  </a:lnTo>
                  <a:lnTo>
                    <a:pt x="5043" y="6026"/>
                  </a:lnTo>
                  <a:lnTo>
                    <a:pt x="5127" y="6026"/>
                  </a:lnTo>
                  <a:lnTo>
                    <a:pt x="5210" y="6089"/>
                  </a:lnTo>
                  <a:lnTo>
                    <a:pt x="5315" y="6068"/>
                  </a:lnTo>
                  <a:lnTo>
                    <a:pt x="5357" y="6026"/>
                  </a:lnTo>
                  <a:lnTo>
                    <a:pt x="5566" y="5963"/>
                  </a:lnTo>
                  <a:lnTo>
                    <a:pt x="5650" y="5984"/>
                  </a:lnTo>
                  <a:lnTo>
                    <a:pt x="5754" y="5963"/>
                  </a:lnTo>
                  <a:lnTo>
                    <a:pt x="5775" y="5900"/>
                  </a:lnTo>
                  <a:lnTo>
                    <a:pt x="5901" y="5900"/>
                  </a:lnTo>
                  <a:lnTo>
                    <a:pt x="5985" y="5817"/>
                  </a:lnTo>
                  <a:lnTo>
                    <a:pt x="6110" y="5796"/>
                  </a:lnTo>
                  <a:lnTo>
                    <a:pt x="6194" y="5712"/>
                  </a:lnTo>
                  <a:lnTo>
                    <a:pt x="6278" y="5649"/>
                  </a:lnTo>
                  <a:lnTo>
                    <a:pt x="6382" y="5670"/>
                  </a:lnTo>
                  <a:lnTo>
                    <a:pt x="6424" y="5608"/>
                  </a:lnTo>
                  <a:lnTo>
                    <a:pt x="6466" y="5587"/>
                  </a:lnTo>
                  <a:lnTo>
                    <a:pt x="6424" y="5587"/>
                  </a:lnTo>
                  <a:lnTo>
                    <a:pt x="6424" y="5545"/>
                  </a:lnTo>
                  <a:lnTo>
                    <a:pt x="6298" y="5440"/>
                  </a:lnTo>
                  <a:lnTo>
                    <a:pt x="6173" y="5398"/>
                  </a:lnTo>
                  <a:lnTo>
                    <a:pt x="5964" y="5189"/>
                  </a:lnTo>
                  <a:lnTo>
                    <a:pt x="5985" y="5126"/>
                  </a:lnTo>
                  <a:lnTo>
                    <a:pt x="5901" y="4938"/>
                  </a:lnTo>
                  <a:lnTo>
                    <a:pt x="5859" y="4875"/>
                  </a:lnTo>
                  <a:lnTo>
                    <a:pt x="5901" y="4771"/>
                  </a:lnTo>
                  <a:lnTo>
                    <a:pt x="5859" y="4729"/>
                  </a:lnTo>
                  <a:lnTo>
                    <a:pt x="5838" y="4624"/>
                  </a:lnTo>
                  <a:lnTo>
                    <a:pt x="5796" y="4540"/>
                  </a:lnTo>
                  <a:lnTo>
                    <a:pt x="5838" y="4540"/>
                  </a:lnTo>
                  <a:lnTo>
                    <a:pt x="5775" y="4394"/>
                  </a:lnTo>
                  <a:lnTo>
                    <a:pt x="5754" y="4248"/>
                  </a:lnTo>
                  <a:lnTo>
                    <a:pt x="5838" y="4206"/>
                  </a:lnTo>
                  <a:lnTo>
                    <a:pt x="5838" y="4038"/>
                  </a:lnTo>
                  <a:lnTo>
                    <a:pt x="5754" y="3976"/>
                  </a:lnTo>
                  <a:lnTo>
                    <a:pt x="5754" y="3766"/>
                  </a:lnTo>
                  <a:lnTo>
                    <a:pt x="5775" y="3620"/>
                  </a:lnTo>
                  <a:lnTo>
                    <a:pt x="5859" y="3578"/>
                  </a:lnTo>
                  <a:lnTo>
                    <a:pt x="5880" y="3599"/>
                  </a:lnTo>
                  <a:lnTo>
                    <a:pt x="5943" y="3515"/>
                  </a:lnTo>
                  <a:lnTo>
                    <a:pt x="5859" y="3306"/>
                  </a:lnTo>
                  <a:lnTo>
                    <a:pt x="5775" y="3306"/>
                  </a:lnTo>
                  <a:lnTo>
                    <a:pt x="5650" y="3180"/>
                  </a:lnTo>
                  <a:lnTo>
                    <a:pt x="5482" y="3055"/>
                  </a:lnTo>
                  <a:lnTo>
                    <a:pt x="5482" y="2929"/>
                  </a:lnTo>
                  <a:lnTo>
                    <a:pt x="5566" y="2657"/>
                  </a:lnTo>
                  <a:lnTo>
                    <a:pt x="5692" y="2302"/>
                  </a:lnTo>
                  <a:lnTo>
                    <a:pt x="5754" y="2239"/>
                  </a:lnTo>
                  <a:lnTo>
                    <a:pt x="5734" y="2134"/>
                  </a:lnTo>
                  <a:lnTo>
                    <a:pt x="5692" y="2113"/>
                  </a:lnTo>
                  <a:lnTo>
                    <a:pt x="5734" y="2113"/>
                  </a:lnTo>
                  <a:lnTo>
                    <a:pt x="5022" y="1611"/>
                  </a:lnTo>
                  <a:lnTo>
                    <a:pt x="4959" y="1527"/>
                  </a:lnTo>
                  <a:lnTo>
                    <a:pt x="4938" y="1486"/>
                  </a:lnTo>
                  <a:lnTo>
                    <a:pt x="4959" y="1402"/>
                  </a:lnTo>
                  <a:lnTo>
                    <a:pt x="4834" y="1214"/>
                  </a:lnTo>
                  <a:lnTo>
                    <a:pt x="274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6" name="Google Shape;7890;p67">
              <a:extLst>
                <a:ext uri="{FF2B5EF4-FFF2-40B4-BE49-F238E27FC236}">
                  <a16:creationId xmlns:a16="http://schemas.microsoft.com/office/drawing/2014/main" id="{030CCD6E-E345-6DB7-9CCE-75551A77FB35}"/>
                </a:ext>
              </a:extLst>
            </p:cNvPr>
            <p:cNvSpPr/>
            <p:nvPr/>
          </p:nvSpPr>
          <p:spPr>
            <a:xfrm>
              <a:off x="4106850" y="3261050"/>
              <a:ext cx="29300" cy="24100"/>
            </a:xfrm>
            <a:custGeom>
              <a:avLst/>
              <a:gdLst/>
              <a:ahLst/>
              <a:cxnLst/>
              <a:rect l="l" t="t" r="r" b="b"/>
              <a:pathLst>
                <a:path w="1172" h="964" extrusionOk="0">
                  <a:moveTo>
                    <a:pt x="795" y="1"/>
                  </a:moveTo>
                  <a:lnTo>
                    <a:pt x="795" y="84"/>
                  </a:lnTo>
                  <a:lnTo>
                    <a:pt x="732" y="126"/>
                  </a:lnTo>
                  <a:lnTo>
                    <a:pt x="649" y="126"/>
                  </a:lnTo>
                  <a:lnTo>
                    <a:pt x="607" y="84"/>
                  </a:lnTo>
                  <a:lnTo>
                    <a:pt x="544" y="42"/>
                  </a:lnTo>
                  <a:lnTo>
                    <a:pt x="440" y="126"/>
                  </a:lnTo>
                  <a:lnTo>
                    <a:pt x="377" y="147"/>
                  </a:lnTo>
                  <a:lnTo>
                    <a:pt x="335" y="126"/>
                  </a:lnTo>
                  <a:lnTo>
                    <a:pt x="209" y="231"/>
                  </a:lnTo>
                  <a:lnTo>
                    <a:pt x="105" y="356"/>
                  </a:lnTo>
                  <a:lnTo>
                    <a:pt x="0" y="733"/>
                  </a:lnTo>
                  <a:lnTo>
                    <a:pt x="0" y="817"/>
                  </a:lnTo>
                  <a:lnTo>
                    <a:pt x="209" y="817"/>
                  </a:lnTo>
                  <a:lnTo>
                    <a:pt x="272" y="921"/>
                  </a:lnTo>
                  <a:lnTo>
                    <a:pt x="335" y="963"/>
                  </a:lnTo>
                  <a:lnTo>
                    <a:pt x="398" y="921"/>
                  </a:lnTo>
                  <a:lnTo>
                    <a:pt x="419" y="921"/>
                  </a:lnTo>
                  <a:lnTo>
                    <a:pt x="481" y="963"/>
                  </a:lnTo>
                  <a:lnTo>
                    <a:pt x="607" y="921"/>
                  </a:lnTo>
                  <a:lnTo>
                    <a:pt x="607" y="858"/>
                  </a:lnTo>
                  <a:lnTo>
                    <a:pt x="691" y="670"/>
                  </a:lnTo>
                  <a:lnTo>
                    <a:pt x="649" y="566"/>
                  </a:lnTo>
                  <a:lnTo>
                    <a:pt x="712" y="566"/>
                  </a:lnTo>
                  <a:lnTo>
                    <a:pt x="753" y="628"/>
                  </a:lnTo>
                  <a:lnTo>
                    <a:pt x="816" y="628"/>
                  </a:lnTo>
                  <a:lnTo>
                    <a:pt x="858" y="733"/>
                  </a:lnTo>
                  <a:lnTo>
                    <a:pt x="921" y="754"/>
                  </a:lnTo>
                  <a:lnTo>
                    <a:pt x="921" y="817"/>
                  </a:lnTo>
                  <a:lnTo>
                    <a:pt x="942" y="838"/>
                  </a:lnTo>
                  <a:lnTo>
                    <a:pt x="1004" y="838"/>
                  </a:lnTo>
                  <a:lnTo>
                    <a:pt x="1067" y="817"/>
                  </a:lnTo>
                  <a:lnTo>
                    <a:pt x="1130" y="754"/>
                  </a:lnTo>
                  <a:lnTo>
                    <a:pt x="1130" y="670"/>
                  </a:lnTo>
                  <a:lnTo>
                    <a:pt x="1172" y="607"/>
                  </a:lnTo>
                  <a:lnTo>
                    <a:pt x="1151" y="503"/>
                  </a:lnTo>
                  <a:lnTo>
                    <a:pt x="1109" y="314"/>
                  </a:lnTo>
                  <a:lnTo>
                    <a:pt x="1046" y="231"/>
                  </a:lnTo>
                  <a:lnTo>
                    <a:pt x="1046" y="189"/>
                  </a:lnTo>
                  <a:lnTo>
                    <a:pt x="963" y="105"/>
                  </a:lnTo>
                  <a:lnTo>
                    <a:pt x="900" y="21"/>
                  </a:lnTo>
                  <a:lnTo>
                    <a:pt x="90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7" name="Google Shape;7891;p67">
              <a:extLst>
                <a:ext uri="{FF2B5EF4-FFF2-40B4-BE49-F238E27FC236}">
                  <a16:creationId xmlns:a16="http://schemas.microsoft.com/office/drawing/2014/main" id="{B60A7E4D-884A-B9B9-EF1C-ED630E90CAAF}"/>
                </a:ext>
              </a:extLst>
            </p:cNvPr>
            <p:cNvSpPr/>
            <p:nvPr/>
          </p:nvSpPr>
          <p:spPr>
            <a:xfrm>
              <a:off x="4106850" y="3275175"/>
              <a:ext cx="28775" cy="35075"/>
            </a:xfrm>
            <a:custGeom>
              <a:avLst/>
              <a:gdLst/>
              <a:ahLst/>
              <a:cxnLst/>
              <a:rect l="l" t="t" r="r" b="b"/>
              <a:pathLst>
                <a:path w="1151" h="1403" extrusionOk="0">
                  <a:moveTo>
                    <a:pt x="649" y="1"/>
                  </a:moveTo>
                  <a:lnTo>
                    <a:pt x="691" y="105"/>
                  </a:lnTo>
                  <a:lnTo>
                    <a:pt x="607" y="293"/>
                  </a:lnTo>
                  <a:lnTo>
                    <a:pt x="607" y="356"/>
                  </a:lnTo>
                  <a:lnTo>
                    <a:pt x="481" y="398"/>
                  </a:lnTo>
                  <a:lnTo>
                    <a:pt x="419" y="356"/>
                  </a:lnTo>
                  <a:lnTo>
                    <a:pt x="398" y="356"/>
                  </a:lnTo>
                  <a:lnTo>
                    <a:pt x="335" y="398"/>
                  </a:lnTo>
                  <a:lnTo>
                    <a:pt x="272" y="356"/>
                  </a:lnTo>
                  <a:lnTo>
                    <a:pt x="209" y="252"/>
                  </a:lnTo>
                  <a:lnTo>
                    <a:pt x="0" y="252"/>
                  </a:lnTo>
                  <a:lnTo>
                    <a:pt x="0" y="314"/>
                  </a:lnTo>
                  <a:lnTo>
                    <a:pt x="63" y="419"/>
                  </a:lnTo>
                  <a:lnTo>
                    <a:pt x="84" y="565"/>
                  </a:lnTo>
                  <a:lnTo>
                    <a:pt x="84" y="712"/>
                  </a:lnTo>
                  <a:lnTo>
                    <a:pt x="188" y="1402"/>
                  </a:lnTo>
                  <a:lnTo>
                    <a:pt x="481" y="1402"/>
                  </a:lnTo>
                  <a:lnTo>
                    <a:pt x="649" y="1340"/>
                  </a:lnTo>
                  <a:lnTo>
                    <a:pt x="753" y="1193"/>
                  </a:lnTo>
                  <a:lnTo>
                    <a:pt x="921" y="1026"/>
                  </a:lnTo>
                  <a:lnTo>
                    <a:pt x="963" y="984"/>
                  </a:lnTo>
                  <a:lnTo>
                    <a:pt x="1046" y="900"/>
                  </a:lnTo>
                  <a:lnTo>
                    <a:pt x="1151" y="796"/>
                  </a:lnTo>
                  <a:lnTo>
                    <a:pt x="1151" y="712"/>
                  </a:lnTo>
                  <a:lnTo>
                    <a:pt x="1130" y="524"/>
                  </a:lnTo>
                  <a:lnTo>
                    <a:pt x="1046" y="524"/>
                  </a:lnTo>
                  <a:lnTo>
                    <a:pt x="1046" y="461"/>
                  </a:lnTo>
                  <a:lnTo>
                    <a:pt x="942" y="419"/>
                  </a:lnTo>
                  <a:lnTo>
                    <a:pt x="942" y="356"/>
                  </a:lnTo>
                  <a:lnTo>
                    <a:pt x="921" y="293"/>
                  </a:lnTo>
                  <a:lnTo>
                    <a:pt x="921" y="252"/>
                  </a:lnTo>
                  <a:lnTo>
                    <a:pt x="921" y="189"/>
                  </a:lnTo>
                  <a:lnTo>
                    <a:pt x="858" y="168"/>
                  </a:lnTo>
                  <a:lnTo>
                    <a:pt x="816" y="63"/>
                  </a:lnTo>
                  <a:lnTo>
                    <a:pt x="753" y="63"/>
                  </a:lnTo>
                  <a:lnTo>
                    <a:pt x="71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8" name="Google Shape;7892;p67">
              <a:extLst>
                <a:ext uri="{FF2B5EF4-FFF2-40B4-BE49-F238E27FC236}">
                  <a16:creationId xmlns:a16="http://schemas.microsoft.com/office/drawing/2014/main" id="{74D58B7E-87E5-0F54-1F46-F2ACCE0D0F0D}"/>
                </a:ext>
              </a:extLst>
            </p:cNvPr>
            <p:cNvSpPr/>
            <p:nvPr/>
          </p:nvSpPr>
          <p:spPr>
            <a:xfrm>
              <a:off x="3862550" y="3166900"/>
              <a:ext cx="275700" cy="273075"/>
            </a:xfrm>
            <a:custGeom>
              <a:avLst/>
              <a:gdLst/>
              <a:ahLst/>
              <a:cxnLst/>
              <a:rect l="l" t="t" r="r" b="b"/>
              <a:pathLst>
                <a:path w="11028" h="10923" extrusionOk="0">
                  <a:moveTo>
                    <a:pt x="7701" y="0"/>
                  </a:moveTo>
                  <a:lnTo>
                    <a:pt x="7701" y="42"/>
                  </a:lnTo>
                  <a:lnTo>
                    <a:pt x="7743" y="84"/>
                  </a:lnTo>
                  <a:lnTo>
                    <a:pt x="7659" y="189"/>
                  </a:lnTo>
                  <a:lnTo>
                    <a:pt x="7575" y="189"/>
                  </a:lnTo>
                  <a:lnTo>
                    <a:pt x="7491" y="210"/>
                  </a:lnTo>
                  <a:lnTo>
                    <a:pt x="7366" y="210"/>
                  </a:lnTo>
                  <a:lnTo>
                    <a:pt x="7282" y="251"/>
                  </a:lnTo>
                  <a:lnTo>
                    <a:pt x="7240" y="251"/>
                  </a:lnTo>
                  <a:lnTo>
                    <a:pt x="7219" y="189"/>
                  </a:lnTo>
                  <a:lnTo>
                    <a:pt x="7178" y="189"/>
                  </a:lnTo>
                  <a:lnTo>
                    <a:pt x="7157" y="147"/>
                  </a:lnTo>
                  <a:lnTo>
                    <a:pt x="7073" y="126"/>
                  </a:lnTo>
                  <a:lnTo>
                    <a:pt x="6843" y="230"/>
                  </a:lnTo>
                  <a:lnTo>
                    <a:pt x="6759" y="293"/>
                  </a:lnTo>
                  <a:lnTo>
                    <a:pt x="6717" y="335"/>
                  </a:lnTo>
                  <a:lnTo>
                    <a:pt x="6487" y="356"/>
                  </a:lnTo>
                  <a:lnTo>
                    <a:pt x="6403" y="398"/>
                  </a:lnTo>
                  <a:lnTo>
                    <a:pt x="6320" y="314"/>
                  </a:lnTo>
                  <a:lnTo>
                    <a:pt x="6215" y="293"/>
                  </a:lnTo>
                  <a:lnTo>
                    <a:pt x="6111" y="293"/>
                  </a:lnTo>
                  <a:lnTo>
                    <a:pt x="6027" y="398"/>
                  </a:lnTo>
                  <a:lnTo>
                    <a:pt x="5922" y="502"/>
                  </a:lnTo>
                  <a:lnTo>
                    <a:pt x="5964" y="544"/>
                  </a:lnTo>
                  <a:lnTo>
                    <a:pt x="6006" y="607"/>
                  </a:lnTo>
                  <a:lnTo>
                    <a:pt x="5985" y="649"/>
                  </a:lnTo>
                  <a:lnTo>
                    <a:pt x="5859" y="670"/>
                  </a:lnTo>
                  <a:lnTo>
                    <a:pt x="5797" y="649"/>
                  </a:lnTo>
                  <a:lnTo>
                    <a:pt x="5671" y="628"/>
                  </a:lnTo>
                  <a:lnTo>
                    <a:pt x="5567" y="565"/>
                  </a:lnTo>
                  <a:lnTo>
                    <a:pt x="5483" y="565"/>
                  </a:lnTo>
                  <a:lnTo>
                    <a:pt x="5399" y="628"/>
                  </a:lnTo>
                  <a:lnTo>
                    <a:pt x="5336" y="607"/>
                  </a:lnTo>
                  <a:lnTo>
                    <a:pt x="5190" y="607"/>
                  </a:lnTo>
                  <a:lnTo>
                    <a:pt x="5064" y="523"/>
                  </a:lnTo>
                  <a:lnTo>
                    <a:pt x="4939" y="544"/>
                  </a:lnTo>
                  <a:lnTo>
                    <a:pt x="4918" y="502"/>
                  </a:lnTo>
                  <a:lnTo>
                    <a:pt x="4750" y="356"/>
                  </a:lnTo>
                  <a:lnTo>
                    <a:pt x="4667" y="335"/>
                  </a:lnTo>
                  <a:lnTo>
                    <a:pt x="4499" y="210"/>
                  </a:lnTo>
                  <a:lnTo>
                    <a:pt x="4437" y="189"/>
                  </a:lnTo>
                  <a:lnTo>
                    <a:pt x="4353" y="126"/>
                  </a:lnTo>
                  <a:lnTo>
                    <a:pt x="4290" y="126"/>
                  </a:lnTo>
                  <a:lnTo>
                    <a:pt x="4290" y="189"/>
                  </a:lnTo>
                  <a:lnTo>
                    <a:pt x="4186" y="147"/>
                  </a:lnTo>
                  <a:lnTo>
                    <a:pt x="4102" y="251"/>
                  </a:lnTo>
                  <a:lnTo>
                    <a:pt x="4018" y="251"/>
                  </a:lnTo>
                  <a:lnTo>
                    <a:pt x="3976" y="293"/>
                  </a:lnTo>
                  <a:lnTo>
                    <a:pt x="3976" y="356"/>
                  </a:lnTo>
                  <a:lnTo>
                    <a:pt x="3914" y="440"/>
                  </a:lnTo>
                  <a:lnTo>
                    <a:pt x="3914" y="502"/>
                  </a:lnTo>
                  <a:lnTo>
                    <a:pt x="3872" y="544"/>
                  </a:lnTo>
                  <a:lnTo>
                    <a:pt x="3788" y="544"/>
                  </a:lnTo>
                  <a:lnTo>
                    <a:pt x="3788" y="607"/>
                  </a:lnTo>
                  <a:lnTo>
                    <a:pt x="3893" y="733"/>
                  </a:lnTo>
                  <a:lnTo>
                    <a:pt x="3830" y="774"/>
                  </a:lnTo>
                  <a:lnTo>
                    <a:pt x="3809" y="858"/>
                  </a:lnTo>
                  <a:lnTo>
                    <a:pt x="3809" y="984"/>
                  </a:lnTo>
                  <a:lnTo>
                    <a:pt x="3872" y="1088"/>
                  </a:lnTo>
                  <a:lnTo>
                    <a:pt x="3872" y="1339"/>
                  </a:lnTo>
                  <a:lnTo>
                    <a:pt x="3767" y="1381"/>
                  </a:lnTo>
                  <a:lnTo>
                    <a:pt x="3725" y="1486"/>
                  </a:lnTo>
                  <a:lnTo>
                    <a:pt x="3474" y="1800"/>
                  </a:lnTo>
                  <a:lnTo>
                    <a:pt x="3516" y="2009"/>
                  </a:lnTo>
                  <a:lnTo>
                    <a:pt x="3495" y="2135"/>
                  </a:lnTo>
                  <a:lnTo>
                    <a:pt x="3495" y="2281"/>
                  </a:lnTo>
                  <a:lnTo>
                    <a:pt x="3390" y="2386"/>
                  </a:lnTo>
                  <a:lnTo>
                    <a:pt x="3390" y="2532"/>
                  </a:lnTo>
                  <a:lnTo>
                    <a:pt x="3390" y="2616"/>
                  </a:lnTo>
                  <a:lnTo>
                    <a:pt x="3370" y="2804"/>
                  </a:lnTo>
                  <a:lnTo>
                    <a:pt x="3390" y="2825"/>
                  </a:lnTo>
                  <a:lnTo>
                    <a:pt x="3370" y="2971"/>
                  </a:lnTo>
                  <a:lnTo>
                    <a:pt x="3286" y="3034"/>
                  </a:lnTo>
                  <a:lnTo>
                    <a:pt x="3244" y="3223"/>
                  </a:lnTo>
                  <a:lnTo>
                    <a:pt x="3244" y="3390"/>
                  </a:lnTo>
                  <a:lnTo>
                    <a:pt x="3056" y="3704"/>
                  </a:lnTo>
                  <a:lnTo>
                    <a:pt x="2951" y="3746"/>
                  </a:lnTo>
                  <a:lnTo>
                    <a:pt x="2846" y="3808"/>
                  </a:lnTo>
                  <a:lnTo>
                    <a:pt x="2763" y="3787"/>
                  </a:lnTo>
                  <a:lnTo>
                    <a:pt x="2637" y="3892"/>
                  </a:lnTo>
                  <a:lnTo>
                    <a:pt x="2533" y="4018"/>
                  </a:lnTo>
                  <a:lnTo>
                    <a:pt x="2533" y="4164"/>
                  </a:lnTo>
                  <a:lnTo>
                    <a:pt x="2344" y="4332"/>
                  </a:lnTo>
                  <a:lnTo>
                    <a:pt x="2302" y="4436"/>
                  </a:lnTo>
                  <a:lnTo>
                    <a:pt x="2323" y="4624"/>
                  </a:lnTo>
                  <a:lnTo>
                    <a:pt x="2344" y="4645"/>
                  </a:lnTo>
                  <a:lnTo>
                    <a:pt x="2323" y="4959"/>
                  </a:lnTo>
                  <a:lnTo>
                    <a:pt x="2302" y="5127"/>
                  </a:lnTo>
                  <a:lnTo>
                    <a:pt x="2302" y="5231"/>
                  </a:lnTo>
                  <a:lnTo>
                    <a:pt x="2198" y="5378"/>
                  </a:lnTo>
                  <a:lnTo>
                    <a:pt x="2093" y="5420"/>
                  </a:lnTo>
                  <a:lnTo>
                    <a:pt x="2009" y="5482"/>
                  </a:lnTo>
                  <a:lnTo>
                    <a:pt x="1947" y="5566"/>
                  </a:lnTo>
                  <a:lnTo>
                    <a:pt x="1717" y="5796"/>
                  </a:lnTo>
                  <a:lnTo>
                    <a:pt x="1633" y="5901"/>
                  </a:lnTo>
                  <a:lnTo>
                    <a:pt x="1507" y="5984"/>
                  </a:lnTo>
                  <a:lnTo>
                    <a:pt x="1382" y="5901"/>
                  </a:lnTo>
                  <a:lnTo>
                    <a:pt x="1319" y="5796"/>
                  </a:lnTo>
                  <a:lnTo>
                    <a:pt x="1298" y="5775"/>
                  </a:lnTo>
                  <a:lnTo>
                    <a:pt x="1382" y="5650"/>
                  </a:lnTo>
                  <a:lnTo>
                    <a:pt x="1382" y="5587"/>
                  </a:lnTo>
                  <a:lnTo>
                    <a:pt x="1193" y="5650"/>
                  </a:lnTo>
                  <a:lnTo>
                    <a:pt x="1089" y="5754"/>
                  </a:lnTo>
                  <a:lnTo>
                    <a:pt x="1005" y="5733"/>
                  </a:lnTo>
                  <a:lnTo>
                    <a:pt x="942" y="5754"/>
                  </a:lnTo>
                  <a:lnTo>
                    <a:pt x="942" y="5859"/>
                  </a:lnTo>
                  <a:lnTo>
                    <a:pt x="859" y="5943"/>
                  </a:lnTo>
                  <a:lnTo>
                    <a:pt x="754" y="5943"/>
                  </a:lnTo>
                  <a:lnTo>
                    <a:pt x="754" y="5880"/>
                  </a:lnTo>
                  <a:lnTo>
                    <a:pt x="733" y="5838"/>
                  </a:lnTo>
                  <a:lnTo>
                    <a:pt x="629" y="5880"/>
                  </a:lnTo>
                  <a:lnTo>
                    <a:pt x="566" y="5859"/>
                  </a:lnTo>
                  <a:lnTo>
                    <a:pt x="440" y="5984"/>
                  </a:lnTo>
                  <a:lnTo>
                    <a:pt x="315" y="6089"/>
                  </a:lnTo>
                  <a:lnTo>
                    <a:pt x="252" y="6152"/>
                  </a:lnTo>
                  <a:lnTo>
                    <a:pt x="273" y="6361"/>
                  </a:lnTo>
                  <a:lnTo>
                    <a:pt x="210" y="6424"/>
                  </a:lnTo>
                  <a:lnTo>
                    <a:pt x="105" y="6424"/>
                  </a:lnTo>
                  <a:lnTo>
                    <a:pt x="1" y="6508"/>
                  </a:lnTo>
                  <a:lnTo>
                    <a:pt x="22" y="6570"/>
                  </a:lnTo>
                  <a:lnTo>
                    <a:pt x="210" y="6591"/>
                  </a:lnTo>
                  <a:lnTo>
                    <a:pt x="252" y="6633"/>
                  </a:lnTo>
                  <a:lnTo>
                    <a:pt x="273" y="6633"/>
                  </a:lnTo>
                  <a:lnTo>
                    <a:pt x="273" y="6612"/>
                  </a:lnTo>
                  <a:lnTo>
                    <a:pt x="315" y="6591"/>
                  </a:lnTo>
                  <a:lnTo>
                    <a:pt x="377" y="6591"/>
                  </a:lnTo>
                  <a:lnTo>
                    <a:pt x="482" y="6570"/>
                  </a:lnTo>
                  <a:lnTo>
                    <a:pt x="566" y="6528"/>
                  </a:lnTo>
                  <a:lnTo>
                    <a:pt x="1256" y="6528"/>
                  </a:lnTo>
                  <a:lnTo>
                    <a:pt x="1424" y="6570"/>
                  </a:lnTo>
                  <a:lnTo>
                    <a:pt x="1633" y="6528"/>
                  </a:lnTo>
                  <a:lnTo>
                    <a:pt x="2637" y="6528"/>
                  </a:lnTo>
                  <a:lnTo>
                    <a:pt x="2637" y="6612"/>
                  </a:lnTo>
                  <a:lnTo>
                    <a:pt x="2637" y="6633"/>
                  </a:lnTo>
                  <a:lnTo>
                    <a:pt x="2637" y="6717"/>
                  </a:lnTo>
                  <a:lnTo>
                    <a:pt x="2679" y="6780"/>
                  </a:lnTo>
                  <a:lnTo>
                    <a:pt x="2721" y="6842"/>
                  </a:lnTo>
                  <a:lnTo>
                    <a:pt x="2679" y="6905"/>
                  </a:lnTo>
                  <a:lnTo>
                    <a:pt x="2679" y="6989"/>
                  </a:lnTo>
                  <a:lnTo>
                    <a:pt x="2742" y="7093"/>
                  </a:lnTo>
                  <a:lnTo>
                    <a:pt x="2763" y="7219"/>
                  </a:lnTo>
                  <a:lnTo>
                    <a:pt x="2784" y="7261"/>
                  </a:lnTo>
                  <a:lnTo>
                    <a:pt x="2784" y="7345"/>
                  </a:lnTo>
                  <a:lnTo>
                    <a:pt x="2846" y="7365"/>
                  </a:lnTo>
                  <a:lnTo>
                    <a:pt x="2888" y="7449"/>
                  </a:lnTo>
                  <a:lnTo>
                    <a:pt x="2972" y="7554"/>
                  </a:lnTo>
                  <a:lnTo>
                    <a:pt x="2993" y="7763"/>
                  </a:lnTo>
                  <a:lnTo>
                    <a:pt x="3056" y="7784"/>
                  </a:lnTo>
                  <a:lnTo>
                    <a:pt x="3202" y="7784"/>
                  </a:lnTo>
                  <a:lnTo>
                    <a:pt x="3307" y="7763"/>
                  </a:lnTo>
                  <a:lnTo>
                    <a:pt x="3390" y="7784"/>
                  </a:lnTo>
                  <a:lnTo>
                    <a:pt x="3579" y="7826"/>
                  </a:lnTo>
                  <a:lnTo>
                    <a:pt x="3662" y="7763"/>
                  </a:lnTo>
                  <a:lnTo>
                    <a:pt x="4102" y="7742"/>
                  </a:lnTo>
                  <a:lnTo>
                    <a:pt x="4102" y="7575"/>
                  </a:lnTo>
                  <a:lnTo>
                    <a:pt x="4081" y="7470"/>
                  </a:lnTo>
                  <a:lnTo>
                    <a:pt x="4123" y="7449"/>
                  </a:lnTo>
                  <a:lnTo>
                    <a:pt x="4186" y="7345"/>
                  </a:lnTo>
                  <a:lnTo>
                    <a:pt x="4186" y="7198"/>
                  </a:lnTo>
                  <a:lnTo>
                    <a:pt x="4750" y="7156"/>
                  </a:lnTo>
                  <a:lnTo>
                    <a:pt x="4750" y="7114"/>
                  </a:lnTo>
                  <a:lnTo>
                    <a:pt x="4939" y="7135"/>
                  </a:lnTo>
                  <a:lnTo>
                    <a:pt x="4918" y="7219"/>
                  </a:lnTo>
                  <a:lnTo>
                    <a:pt x="4876" y="7261"/>
                  </a:lnTo>
                  <a:lnTo>
                    <a:pt x="4918" y="7324"/>
                  </a:lnTo>
                  <a:lnTo>
                    <a:pt x="5567" y="7365"/>
                  </a:lnTo>
                  <a:lnTo>
                    <a:pt x="5587" y="7449"/>
                  </a:lnTo>
                  <a:lnTo>
                    <a:pt x="5587" y="7533"/>
                  </a:lnTo>
                  <a:lnTo>
                    <a:pt x="5587" y="7617"/>
                  </a:lnTo>
                  <a:lnTo>
                    <a:pt x="5546" y="7721"/>
                  </a:lnTo>
                  <a:lnTo>
                    <a:pt x="5504" y="7826"/>
                  </a:lnTo>
                  <a:lnTo>
                    <a:pt x="5567" y="7889"/>
                  </a:lnTo>
                  <a:lnTo>
                    <a:pt x="5567" y="7972"/>
                  </a:lnTo>
                  <a:lnTo>
                    <a:pt x="5546" y="8035"/>
                  </a:lnTo>
                  <a:lnTo>
                    <a:pt x="5546" y="8056"/>
                  </a:lnTo>
                  <a:lnTo>
                    <a:pt x="5567" y="8140"/>
                  </a:lnTo>
                  <a:lnTo>
                    <a:pt x="5567" y="8349"/>
                  </a:lnTo>
                  <a:lnTo>
                    <a:pt x="5504" y="8453"/>
                  </a:lnTo>
                  <a:lnTo>
                    <a:pt x="5567" y="8495"/>
                  </a:lnTo>
                  <a:lnTo>
                    <a:pt x="5567" y="8579"/>
                  </a:lnTo>
                  <a:lnTo>
                    <a:pt x="5608" y="8621"/>
                  </a:lnTo>
                  <a:lnTo>
                    <a:pt x="5608" y="8705"/>
                  </a:lnTo>
                  <a:lnTo>
                    <a:pt x="5650" y="8725"/>
                  </a:lnTo>
                  <a:lnTo>
                    <a:pt x="5671" y="8788"/>
                  </a:lnTo>
                  <a:lnTo>
                    <a:pt x="5713" y="8809"/>
                  </a:lnTo>
                  <a:lnTo>
                    <a:pt x="5755" y="8872"/>
                  </a:lnTo>
                  <a:lnTo>
                    <a:pt x="5713" y="8935"/>
                  </a:lnTo>
                  <a:lnTo>
                    <a:pt x="5713" y="9018"/>
                  </a:lnTo>
                  <a:lnTo>
                    <a:pt x="5797" y="9081"/>
                  </a:lnTo>
                  <a:lnTo>
                    <a:pt x="5797" y="9144"/>
                  </a:lnTo>
                  <a:lnTo>
                    <a:pt x="5776" y="9186"/>
                  </a:lnTo>
                  <a:lnTo>
                    <a:pt x="5776" y="9311"/>
                  </a:lnTo>
                  <a:lnTo>
                    <a:pt x="5859" y="9353"/>
                  </a:lnTo>
                  <a:lnTo>
                    <a:pt x="5818" y="9437"/>
                  </a:lnTo>
                  <a:lnTo>
                    <a:pt x="5818" y="9458"/>
                  </a:lnTo>
                  <a:lnTo>
                    <a:pt x="5776" y="9500"/>
                  </a:lnTo>
                  <a:lnTo>
                    <a:pt x="5776" y="9625"/>
                  </a:lnTo>
                  <a:lnTo>
                    <a:pt x="5797" y="9646"/>
                  </a:lnTo>
                  <a:lnTo>
                    <a:pt x="5859" y="9646"/>
                  </a:lnTo>
                  <a:lnTo>
                    <a:pt x="5901" y="9625"/>
                  </a:lnTo>
                  <a:lnTo>
                    <a:pt x="5964" y="9604"/>
                  </a:lnTo>
                  <a:lnTo>
                    <a:pt x="5985" y="9562"/>
                  </a:lnTo>
                  <a:lnTo>
                    <a:pt x="6027" y="9562"/>
                  </a:lnTo>
                  <a:lnTo>
                    <a:pt x="6111" y="9625"/>
                  </a:lnTo>
                  <a:lnTo>
                    <a:pt x="6173" y="9646"/>
                  </a:lnTo>
                  <a:lnTo>
                    <a:pt x="6320" y="9646"/>
                  </a:lnTo>
                  <a:lnTo>
                    <a:pt x="6383" y="9667"/>
                  </a:lnTo>
                  <a:lnTo>
                    <a:pt x="6424" y="9646"/>
                  </a:lnTo>
                  <a:lnTo>
                    <a:pt x="6508" y="9625"/>
                  </a:lnTo>
                  <a:lnTo>
                    <a:pt x="6592" y="9562"/>
                  </a:lnTo>
                  <a:lnTo>
                    <a:pt x="6696" y="9541"/>
                  </a:lnTo>
                  <a:lnTo>
                    <a:pt x="6801" y="9541"/>
                  </a:lnTo>
                  <a:lnTo>
                    <a:pt x="6843" y="9604"/>
                  </a:lnTo>
                  <a:lnTo>
                    <a:pt x="6906" y="9562"/>
                  </a:lnTo>
                  <a:lnTo>
                    <a:pt x="7010" y="9625"/>
                  </a:lnTo>
                  <a:lnTo>
                    <a:pt x="7031" y="9646"/>
                  </a:lnTo>
                  <a:lnTo>
                    <a:pt x="7031" y="9751"/>
                  </a:lnTo>
                  <a:lnTo>
                    <a:pt x="7052" y="9772"/>
                  </a:lnTo>
                  <a:lnTo>
                    <a:pt x="7073" y="9814"/>
                  </a:lnTo>
                  <a:lnTo>
                    <a:pt x="7157" y="9751"/>
                  </a:lnTo>
                  <a:lnTo>
                    <a:pt x="7240" y="9709"/>
                  </a:lnTo>
                  <a:lnTo>
                    <a:pt x="7324" y="9709"/>
                  </a:lnTo>
                  <a:lnTo>
                    <a:pt x="7345" y="9667"/>
                  </a:lnTo>
                  <a:lnTo>
                    <a:pt x="7491" y="9625"/>
                  </a:lnTo>
                  <a:lnTo>
                    <a:pt x="7554" y="9625"/>
                  </a:lnTo>
                  <a:lnTo>
                    <a:pt x="7554" y="9751"/>
                  </a:lnTo>
                  <a:lnTo>
                    <a:pt x="7575" y="9814"/>
                  </a:lnTo>
                  <a:lnTo>
                    <a:pt x="7575" y="9876"/>
                  </a:lnTo>
                  <a:lnTo>
                    <a:pt x="7575" y="9939"/>
                  </a:lnTo>
                  <a:lnTo>
                    <a:pt x="7638" y="9939"/>
                  </a:lnTo>
                  <a:lnTo>
                    <a:pt x="7743" y="9981"/>
                  </a:lnTo>
                  <a:lnTo>
                    <a:pt x="7784" y="9981"/>
                  </a:lnTo>
                  <a:lnTo>
                    <a:pt x="7910" y="10065"/>
                  </a:lnTo>
                  <a:lnTo>
                    <a:pt x="8056" y="10086"/>
                  </a:lnTo>
                  <a:lnTo>
                    <a:pt x="8182" y="10127"/>
                  </a:lnTo>
                  <a:lnTo>
                    <a:pt x="8182" y="10148"/>
                  </a:lnTo>
                  <a:lnTo>
                    <a:pt x="8287" y="10148"/>
                  </a:lnTo>
                  <a:lnTo>
                    <a:pt x="8433" y="10086"/>
                  </a:lnTo>
                  <a:lnTo>
                    <a:pt x="8475" y="10044"/>
                  </a:lnTo>
                  <a:lnTo>
                    <a:pt x="8517" y="9876"/>
                  </a:lnTo>
                  <a:lnTo>
                    <a:pt x="8600" y="9876"/>
                  </a:lnTo>
                  <a:lnTo>
                    <a:pt x="8642" y="9855"/>
                  </a:lnTo>
                  <a:lnTo>
                    <a:pt x="8684" y="9855"/>
                  </a:lnTo>
                  <a:lnTo>
                    <a:pt x="8684" y="10023"/>
                  </a:lnTo>
                  <a:lnTo>
                    <a:pt x="8789" y="10127"/>
                  </a:lnTo>
                  <a:lnTo>
                    <a:pt x="8789" y="10190"/>
                  </a:lnTo>
                  <a:lnTo>
                    <a:pt x="8935" y="10274"/>
                  </a:lnTo>
                  <a:lnTo>
                    <a:pt x="9144" y="10337"/>
                  </a:lnTo>
                  <a:lnTo>
                    <a:pt x="9270" y="10441"/>
                  </a:lnTo>
                  <a:lnTo>
                    <a:pt x="9375" y="10588"/>
                  </a:lnTo>
                  <a:lnTo>
                    <a:pt x="9479" y="10671"/>
                  </a:lnTo>
                  <a:lnTo>
                    <a:pt x="9584" y="10797"/>
                  </a:lnTo>
                  <a:lnTo>
                    <a:pt x="9730" y="10922"/>
                  </a:lnTo>
                  <a:lnTo>
                    <a:pt x="9793" y="10922"/>
                  </a:lnTo>
                  <a:lnTo>
                    <a:pt x="9898" y="10902"/>
                  </a:lnTo>
                  <a:lnTo>
                    <a:pt x="9981" y="10860"/>
                  </a:lnTo>
                  <a:lnTo>
                    <a:pt x="10002" y="10881"/>
                  </a:lnTo>
                  <a:lnTo>
                    <a:pt x="10044" y="10902"/>
                  </a:lnTo>
                  <a:lnTo>
                    <a:pt x="10107" y="10922"/>
                  </a:lnTo>
                  <a:lnTo>
                    <a:pt x="10170" y="10881"/>
                  </a:lnTo>
                  <a:lnTo>
                    <a:pt x="10107" y="10253"/>
                  </a:lnTo>
                  <a:lnTo>
                    <a:pt x="10065" y="10232"/>
                  </a:lnTo>
                  <a:lnTo>
                    <a:pt x="9940" y="10253"/>
                  </a:lnTo>
                  <a:lnTo>
                    <a:pt x="9940" y="10337"/>
                  </a:lnTo>
                  <a:lnTo>
                    <a:pt x="9981" y="10378"/>
                  </a:lnTo>
                  <a:lnTo>
                    <a:pt x="9688" y="10378"/>
                  </a:lnTo>
                  <a:lnTo>
                    <a:pt x="9647" y="10295"/>
                  </a:lnTo>
                  <a:lnTo>
                    <a:pt x="9626" y="10232"/>
                  </a:lnTo>
                  <a:lnTo>
                    <a:pt x="9458" y="10065"/>
                  </a:lnTo>
                  <a:lnTo>
                    <a:pt x="9375" y="9981"/>
                  </a:lnTo>
                  <a:lnTo>
                    <a:pt x="9375" y="9855"/>
                  </a:lnTo>
                  <a:lnTo>
                    <a:pt x="9375" y="9521"/>
                  </a:lnTo>
                  <a:lnTo>
                    <a:pt x="9375" y="9437"/>
                  </a:lnTo>
                  <a:lnTo>
                    <a:pt x="9479" y="9332"/>
                  </a:lnTo>
                  <a:lnTo>
                    <a:pt x="9542" y="9290"/>
                  </a:lnTo>
                  <a:lnTo>
                    <a:pt x="9521" y="9249"/>
                  </a:lnTo>
                  <a:lnTo>
                    <a:pt x="9563" y="9228"/>
                  </a:lnTo>
                  <a:lnTo>
                    <a:pt x="9563" y="9102"/>
                  </a:lnTo>
                  <a:lnTo>
                    <a:pt x="9563" y="9018"/>
                  </a:lnTo>
                  <a:lnTo>
                    <a:pt x="9563" y="8935"/>
                  </a:lnTo>
                  <a:lnTo>
                    <a:pt x="9563" y="8872"/>
                  </a:lnTo>
                  <a:lnTo>
                    <a:pt x="9584" y="8809"/>
                  </a:lnTo>
                  <a:lnTo>
                    <a:pt x="9626" y="8767"/>
                  </a:lnTo>
                  <a:lnTo>
                    <a:pt x="9542" y="8725"/>
                  </a:lnTo>
                  <a:lnTo>
                    <a:pt x="9479" y="8663"/>
                  </a:lnTo>
                  <a:lnTo>
                    <a:pt x="9458" y="8558"/>
                  </a:lnTo>
                  <a:lnTo>
                    <a:pt x="9688" y="8077"/>
                  </a:lnTo>
                  <a:lnTo>
                    <a:pt x="10630" y="7868"/>
                  </a:lnTo>
                  <a:lnTo>
                    <a:pt x="10714" y="7889"/>
                  </a:lnTo>
                  <a:lnTo>
                    <a:pt x="10588" y="7449"/>
                  </a:lnTo>
                  <a:lnTo>
                    <a:pt x="10170" y="6884"/>
                  </a:lnTo>
                  <a:lnTo>
                    <a:pt x="10044" y="6194"/>
                  </a:lnTo>
                  <a:lnTo>
                    <a:pt x="9960" y="5733"/>
                  </a:lnTo>
                  <a:lnTo>
                    <a:pt x="9856" y="5043"/>
                  </a:lnTo>
                  <a:lnTo>
                    <a:pt x="9856" y="4896"/>
                  </a:lnTo>
                  <a:lnTo>
                    <a:pt x="9835" y="4750"/>
                  </a:lnTo>
                  <a:lnTo>
                    <a:pt x="9772" y="4645"/>
                  </a:lnTo>
                  <a:lnTo>
                    <a:pt x="9772" y="4583"/>
                  </a:lnTo>
                  <a:lnTo>
                    <a:pt x="9772" y="4499"/>
                  </a:lnTo>
                  <a:lnTo>
                    <a:pt x="9877" y="4122"/>
                  </a:lnTo>
                  <a:lnTo>
                    <a:pt x="9981" y="3997"/>
                  </a:lnTo>
                  <a:lnTo>
                    <a:pt x="10107" y="3892"/>
                  </a:lnTo>
                  <a:lnTo>
                    <a:pt x="10149" y="3871"/>
                  </a:lnTo>
                  <a:lnTo>
                    <a:pt x="10107" y="3746"/>
                  </a:lnTo>
                  <a:lnTo>
                    <a:pt x="10191" y="3536"/>
                  </a:lnTo>
                  <a:lnTo>
                    <a:pt x="10212" y="3327"/>
                  </a:lnTo>
                  <a:lnTo>
                    <a:pt x="10212" y="3160"/>
                  </a:lnTo>
                  <a:lnTo>
                    <a:pt x="10253" y="3118"/>
                  </a:lnTo>
                  <a:lnTo>
                    <a:pt x="10484" y="2699"/>
                  </a:lnTo>
                  <a:lnTo>
                    <a:pt x="10525" y="2616"/>
                  </a:lnTo>
                  <a:lnTo>
                    <a:pt x="10714" y="2407"/>
                  </a:lnTo>
                  <a:lnTo>
                    <a:pt x="11007" y="2009"/>
                  </a:lnTo>
                  <a:lnTo>
                    <a:pt x="11028" y="1925"/>
                  </a:lnTo>
                  <a:lnTo>
                    <a:pt x="10986" y="1863"/>
                  </a:lnTo>
                  <a:lnTo>
                    <a:pt x="10923" y="1779"/>
                  </a:lnTo>
                  <a:lnTo>
                    <a:pt x="10839" y="1716"/>
                  </a:lnTo>
                  <a:lnTo>
                    <a:pt x="10881" y="1591"/>
                  </a:lnTo>
                  <a:lnTo>
                    <a:pt x="10902" y="1381"/>
                  </a:lnTo>
                  <a:lnTo>
                    <a:pt x="10902" y="1235"/>
                  </a:lnTo>
                  <a:lnTo>
                    <a:pt x="10944" y="1151"/>
                  </a:lnTo>
                  <a:lnTo>
                    <a:pt x="10986" y="1047"/>
                  </a:lnTo>
                  <a:lnTo>
                    <a:pt x="10944" y="1026"/>
                  </a:lnTo>
                  <a:lnTo>
                    <a:pt x="10776" y="1026"/>
                  </a:lnTo>
                  <a:lnTo>
                    <a:pt x="10776" y="942"/>
                  </a:lnTo>
                  <a:lnTo>
                    <a:pt x="10735" y="858"/>
                  </a:lnTo>
                  <a:lnTo>
                    <a:pt x="10693" y="837"/>
                  </a:lnTo>
                  <a:lnTo>
                    <a:pt x="10672" y="733"/>
                  </a:lnTo>
                  <a:lnTo>
                    <a:pt x="10588" y="670"/>
                  </a:lnTo>
                  <a:lnTo>
                    <a:pt x="10463" y="628"/>
                  </a:lnTo>
                  <a:lnTo>
                    <a:pt x="10400" y="565"/>
                  </a:lnTo>
                  <a:lnTo>
                    <a:pt x="10358" y="502"/>
                  </a:lnTo>
                  <a:lnTo>
                    <a:pt x="10274" y="335"/>
                  </a:lnTo>
                  <a:lnTo>
                    <a:pt x="10212" y="314"/>
                  </a:lnTo>
                  <a:lnTo>
                    <a:pt x="10086" y="314"/>
                  </a:lnTo>
                  <a:lnTo>
                    <a:pt x="10044" y="398"/>
                  </a:lnTo>
                  <a:lnTo>
                    <a:pt x="9981" y="440"/>
                  </a:lnTo>
                  <a:lnTo>
                    <a:pt x="9877" y="502"/>
                  </a:lnTo>
                  <a:lnTo>
                    <a:pt x="9835" y="502"/>
                  </a:lnTo>
                  <a:lnTo>
                    <a:pt x="9793" y="440"/>
                  </a:lnTo>
                  <a:lnTo>
                    <a:pt x="9584" y="440"/>
                  </a:lnTo>
                  <a:lnTo>
                    <a:pt x="9521" y="502"/>
                  </a:lnTo>
                  <a:lnTo>
                    <a:pt x="9479" y="544"/>
                  </a:lnTo>
                  <a:lnTo>
                    <a:pt x="9416" y="565"/>
                  </a:lnTo>
                  <a:lnTo>
                    <a:pt x="9312" y="523"/>
                  </a:lnTo>
                  <a:lnTo>
                    <a:pt x="9165" y="440"/>
                  </a:lnTo>
                  <a:lnTo>
                    <a:pt x="9124" y="356"/>
                  </a:lnTo>
                  <a:lnTo>
                    <a:pt x="9040" y="335"/>
                  </a:lnTo>
                  <a:lnTo>
                    <a:pt x="8998" y="293"/>
                  </a:lnTo>
                  <a:lnTo>
                    <a:pt x="8956" y="189"/>
                  </a:lnTo>
                  <a:lnTo>
                    <a:pt x="8935" y="147"/>
                  </a:lnTo>
                  <a:lnTo>
                    <a:pt x="8831" y="105"/>
                  </a:lnTo>
                  <a:lnTo>
                    <a:pt x="8705" y="105"/>
                  </a:lnTo>
                  <a:lnTo>
                    <a:pt x="8517" y="189"/>
                  </a:lnTo>
                  <a:lnTo>
                    <a:pt x="8496" y="147"/>
                  </a:lnTo>
                  <a:lnTo>
                    <a:pt x="8266" y="147"/>
                  </a:lnTo>
                  <a:lnTo>
                    <a:pt x="8182" y="105"/>
                  </a:lnTo>
                  <a:lnTo>
                    <a:pt x="8098" y="84"/>
                  </a:lnTo>
                  <a:lnTo>
                    <a:pt x="8056" y="42"/>
                  </a:lnTo>
                  <a:lnTo>
                    <a:pt x="7868" y="42"/>
                  </a:lnTo>
                  <a:lnTo>
                    <a:pt x="778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9" name="Google Shape;7893;p67">
              <a:extLst>
                <a:ext uri="{FF2B5EF4-FFF2-40B4-BE49-F238E27FC236}">
                  <a16:creationId xmlns:a16="http://schemas.microsoft.com/office/drawing/2014/main" id="{41CE5C3A-FBF0-72AD-FF9B-E86747599464}"/>
                </a:ext>
              </a:extLst>
            </p:cNvPr>
            <p:cNvSpPr/>
            <p:nvPr/>
          </p:nvSpPr>
          <p:spPr>
            <a:xfrm>
              <a:off x="4159150" y="3380850"/>
              <a:ext cx="46050" cy="116150"/>
            </a:xfrm>
            <a:custGeom>
              <a:avLst/>
              <a:gdLst/>
              <a:ahLst/>
              <a:cxnLst/>
              <a:rect l="l" t="t" r="r" b="b"/>
              <a:pathLst>
                <a:path w="1842" h="4646" extrusionOk="0">
                  <a:moveTo>
                    <a:pt x="210" y="0"/>
                  </a:moveTo>
                  <a:lnTo>
                    <a:pt x="189" y="21"/>
                  </a:lnTo>
                  <a:lnTo>
                    <a:pt x="210" y="105"/>
                  </a:lnTo>
                  <a:lnTo>
                    <a:pt x="231" y="126"/>
                  </a:lnTo>
                  <a:lnTo>
                    <a:pt x="273" y="209"/>
                  </a:lnTo>
                  <a:lnTo>
                    <a:pt x="377" y="251"/>
                  </a:lnTo>
                  <a:lnTo>
                    <a:pt x="419" y="272"/>
                  </a:lnTo>
                  <a:lnTo>
                    <a:pt x="419" y="314"/>
                  </a:lnTo>
                  <a:lnTo>
                    <a:pt x="377" y="460"/>
                  </a:lnTo>
                  <a:lnTo>
                    <a:pt x="377" y="523"/>
                  </a:lnTo>
                  <a:lnTo>
                    <a:pt x="482" y="586"/>
                  </a:lnTo>
                  <a:lnTo>
                    <a:pt x="503" y="670"/>
                  </a:lnTo>
                  <a:lnTo>
                    <a:pt x="503" y="795"/>
                  </a:lnTo>
                  <a:lnTo>
                    <a:pt x="482" y="837"/>
                  </a:lnTo>
                  <a:lnTo>
                    <a:pt x="482" y="879"/>
                  </a:lnTo>
                  <a:lnTo>
                    <a:pt x="335" y="1004"/>
                  </a:lnTo>
                  <a:lnTo>
                    <a:pt x="335" y="1088"/>
                  </a:lnTo>
                  <a:lnTo>
                    <a:pt x="377" y="1193"/>
                  </a:lnTo>
                  <a:lnTo>
                    <a:pt x="377" y="1276"/>
                  </a:lnTo>
                  <a:lnTo>
                    <a:pt x="398" y="1360"/>
                  </a:lnTo>
                  <a:lnTo>
                    <a:pt x="335" y="1423"/>
                  </a:lnTo>
                  <a:lnTo>
                    <a:pt x="398" y="1507"/>
                  </a:lnTo>
                  <a:lnTo>
                    <a:pt x="398" y="1590"/>
                  </a:lnTo>
                  <a:lnTo>
                    <a:pt x="335" y="1611"/>
                  </a:lnTo>
                  <a:lnTo>
                    <a:pt x="377" y="1695"/>
                  </a:lnTo>
                  <a:lnTo>
                    <a:pt x="398" y="1737"/>
                  </a:lnTo>
                  <a:lnTo>
                    <a:pt x="440" y="1779"/>
                  </a:lnTo>
                  <a:lnTo>
                    <a:pt x="440" y="1820"/>
                  </a:lnTo>
                  <a:lnTo>
                    <a:pt x="398" y="1820"/>
                  </a:lnTo>
                  <a:lnTo>
                    <a:pt x="377" y="1904"/>
                  </a:lnTo>
                  <a:lnTo>
                    <a:pt x="293" y="1925"/>
                  </a:lnTo>
                  <a:lnTo>
                    <a:pt x="168" y="2030"/>
                  </a:lnTo>
                  <a:lnTo>
                    <a:pt x="126" y="2051"/>
                  </a:lnTo>
                  <a:lnTo>
                    <a:pt x="126" y="2134"/>
                  </a:lnTo>
                  <a:lnTo>
                    <a:pt x="168" y="2197"/>
                  </a:lnTo>
                  <a:lnTo>
                    <a:pt x="126" y="2260"/>
                  </a:lnTo>
                  <a:lnTo>
                    <a:pt x="126" y="2344"/>
                  </a:lnTo>
                  <a:lnTo>
                    <a:pt x="63" y="2448"/>
                  </a:lnTo>
                  <a:lnTo>
                    <a:pt x="1" y="2469"/>
                  </a:lnTo>
                  <a:lnTo>
                    <a:pt x="1" y="2532"/>
                  </a:lnTo>
                  <a:lnTo>
                    <a:pt x="84" y="2636"/>
                  </a:lnTo>
                  <a:lnTo>
                    <a:pt x="126" y="2741"/>
                  </a:lnTo>
                  <a:lnTo>
                    <a:pt x="168" y="2783"/>
                  </a:lnTo>
                  <a:lnTo>
                    <a:pt x="314" y="2762"/>
                  </a:lnTo>
                  <a:lnTo>
                    <a:pt x="335" y="2825"/>
                  </a:lnTo>
                  <a:lnTo>
                    <a:pt x="377" y="2867"/>
                  </a:lnTo>
                  <a:lnTo>
                    <a:pt x="419" y="2929"/>
                  </a:lnTo>
                  <a:lnTo>
                    <a:pt x="419" y="2992"/>
                  </a:lnTo>
                  <a:lnTo>
                    <a:pt x="524" y="3055"/>
                  </a:lnTo>
                  <a:lnTo>
                    <a:pt x="586" y="3034"/>
                  </a:lnTo>
                  <a:lnTo>
                    <a:pt x="628" y="3034"/>
                  </a:lnTo>
                  <a:lnTo>
                    <a:pt x="691" y="2971"/>
                  </a:lnTo>
                  <a:lnTo>
                    <a:pt x="817" y="2971"/>
                  </a:lnTo>
                  <a:lnTo>
                    <a:pt x="963" y="2992"/>
                  </a:lnTo>
                  <a:lnTo>
                    <a:pt x="1026" y="3097"/>
                  </a:lnTo>
                  <a:lnTo>
                    <a:pt x="1026" y="3264"/>
                  </a:lnTo>
                  <a:lnTo>
                    <a:pt x="1005" y="3390"/>
                  </a:lnTo>
                  <a:lnTo>
                    <a:pt x="900" y="3515"/>
                  </a:lnTo>
                  <a:lnTo>
                    <a:pt x="837" y="3662"/>
                  </a:lnTo>
                  <a:lnTo>
                    <a:pt x="796" y="3766"/>
                  </a:lnTo>
                  <a:lnTo>
                    <a:pt x="796" y="3871"/>
                  </a:lnTo>
                  <a:lnTo>
                    <a:pt x="837" y="3996"/>
                  </a:lnTo>
                  <a:lnTo>
                    <a:pt x="837" y="4080"/>
                  </a:lnTo>
                  <a:lnTo>
                    <a:pt x="942" y="4206"/>
                  </a:lnTo>
                  <a:lnTo>
                    <a:pt x="1047" y="4289"/>
                  </a:lnTo>
                  <a:lnTo>
                    <a:pt x="1130" y="4331"/>
                  </a:lnTo>
                  <a:lnTo>
                    <a:pt x="1172" y="4394"/>
                  </a:lnTo>
                  <a:lnTo>
                    <a:pt x="1256" y="4499"/>
                  </a:lnTo>
                  <a:lnTo>
                    <a:pt x="1235" y="4541"/>
                  </a:lnTo>
                  <a:lnTo>
                    <a:pt x="1256" y="4645"/>
                  </a:lnTo>
                  <a:lnTo>
                    <a:pt x="1361" y="4624"/>
                  </a:lnTo>
                  <a:lnTo>
                    <a:pt x="1381" y="4499"/>
                  </a:lnTo>
                  <a:lnTo>
                    <a:pt x="1361" y="4352"/>
                  </a:lnTo>
                  <a:lnTo>
                    <a:pt x="1423" y="4248"/>
                  </a:lnTo>
                  <a:lnTo>
                    <a:pt x="1423" y="4143"/>
                  </a:lnTo>
                  <a:lnTo>
                    <a:pt x="1486" y="3996"/>
                  </a:lnTo>
                  <a:lnTo>
                    <a:pt x="1591" y="3976"/>
                  </a:lnTo>
                  <a:lnTo>
                    <a:pt x="1674" y="3913"/>
                  </a:lnTo>
                  <a:lnTo>
                    <a:pt x="1695" y="3808"/>
                  </a:lnTo>
                  <a:lnTo>
                    <a:pt x="1737" y="3599"/>
                  </a:lnTo>
                  <a:lnTo>
                    <a:pt x="1653" y="3515"/>
                  </a:lnTo>
                  <a:lnTo>
                    <a:pt x="1674" y="3473"/>
                  </a:lnTo>
                  <a:lnTo>
                    <a:pt x="1653" y="3452"/>
                  </a:lnTo>
                  <a:lnTo>
                    <a:pt x="1674" y="3390"/>
                  </a:lnTo>
                  <a:lnTo>
                    <a:pt x="1737" y="3390"/>
                  </a:lnTo>
                  <a:lnTo>
                    <a:pt x="1758" y="3306"/>
                  </a:lnTo>
                  <a:lnTo>
                    <a:pt x="1842" y="3306"/>
                  </a:lnTo>
                  <a:lnTo>
                    <a:pt x="1842" y="3243"/>
                  </a:lnTo>
                  <a:lnTo>
                    <a:pt x="1779" y="3160"/>
                  </a:lnTo>
                  <a:lnTo>
                    <a:pt x="1737" y="3034"/>
                  </a:lnTo>
                  <a:lnTo>
                    <a:pt x="1591" y="2846"/>
                  </a:lnTo>
                  <a:lnTo>
                    <a:pt x="1570" y="2741"/>
                  </a:lnTo>
                  <a:lnTo>
                    <a:pt x="1361" y="2553"/>
                  </a:lnTo>
                  <a:lnTo>
                    <a:pt x="1319" y="2532"/>
                  </a:lnTo>
                  <a:lnTo>
                    <a:pt x="1277" y="2469"/>
                  </a:lnTo>
                  <a:lnTo>
                    <a:pt x="1172" y="2406"/>
                  </a:lnTo>
                  <a:lnTo>
                    <a:pt x="1005" y="2323"/>
                  </a:lnTo>
                  <a:lnTo>
                    <a:pt x="921" y="1779"/>
                  </a:lnTo>
                  <a:lnTo>
                    <a:pt x="942" y="1674"/>
                  </a:lnTo>
                  <a:lnTo>
                    <a:pt x="942" y="691"/>
                  </a:lnTo>
                  <a:lnTo>
                    <a:pt x="921" y="481"/>
                  </a:lnTo>
                  <a:lnTo>
                    <a:pt x="733" y="272"/>
                  </a:lnTo>
                  <a:lnTo>
                    <a:pt x="649" y="209"/>
                  </a:lnTo>
                  <a:lnTo>
                    <a:pt x="607" y="167"/>
                  </a:lnTo>
                  <a:lnTo>
                    <a:pt x="586" y="126"/>
                  </a:lnTo>
                  <a:lnTo>
                    <a:pt x="524" y="126"/>
                  </a:lnTo>
                  <a:lnTo>
                    <a:pt x="503" y="105"/>
                  </a:lnTo>
                  <a:lnTo>
                    <a:pt x="419" y="63"/>
                  </a:lnTo>
                  <a:lnTo>
                    <a:pt x="398" y="105"/>
                  </a:lnTo>
                  <a:lnTo>
                    <a:pt x="377" y="63"/>
                  </a:lnTo>
                  <a:lnTo>
                    <a:pt x="293" y="63"/>
                  </a:lnTo>
                  <a:lnTo>
                    <a:pt x="2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0" name="Google Shape;7894;p67">
              <a:extLst>
                <a:ext uri="{FF2B5EF4-FFF2-40B4-BE49-F238E27FC236}">
                  <a16:creationId xmlns:a16="http://schemas.microsoft.com/office/drawing/2014/main" id="{44990575-9079-6530-4D12-9240DA09D519}"/>
                </a:ext>
              </a:extLst>
            </p:cNvPr>
            <p:cNvSpPr/>
            <p:nvPr/>
          </p:nvSpPr>
          <p:spPr>
            <a:xfrm>
              <a:off x="4001175" y="3363575"/>
              <a:ext cx="170550" cy="145450"/>
            </a:xfrm>
            <a:custGeom>
              <a:avLst/>
              <a:gdLst/>
              <a:ahLst/>
              <a:cxnLst/>
              <a:rect l="l" t="t" r="r" b="b"/>
              <a:pathLst>
                <a:path w="6822" h="5818" extrusionOk="0">
                  <a:moveTo>
                    <a:pt x="5085" y="1"/>
                  </a:moveTo>
                  <a:lnTo>
                    <a:pt x="4143" y="210"/>
                  </a:lnTo>
                  <a:lnTo>
                    <a:pt x="3913" y="691"/>
                  </a:lnTo>
                  <a:lnTo>
                    <a:pt x="3934" y="796"/>
                  </a:lnTo>
                  <a:lnTo>
                    <a:pt x="3997" y="858"/>
                  </a:lnTo>
                  <a:lnTo>
                    <a:pt x="4081" y="900"/>
                  </a:lnTo>
                  <a:lnTo>
                    <a:pt x="4039" y="942"/>
                  </a:lnTo>
                  <a:lnTo>
                    <a:pt x="4018" y="1005"/>
                  </a:lnTo>
                  <a:lnTo>
                    <a:pt x="4018" y="1068"/>
                  </a:lnTo>
                  <a:lnTo>
                    <a:pt x="4018" y="1151"/>
                  </a:lnTo>
                  <a:lnTo>
                    <a:pt x="4018" y="1235"/>
                  </a:lnTo>
                  <a:lnTo>
                    <a:pt x="4018" y="1361"/>
                  </a:lnTo>
                  <a:lnTo>
                    <a:pt x="3976" y="1382"/>
                  </a:lnTo>
                  <a:lnTo>
                    <a:pt x="3997" y="1423"/>
                  </a:lnTo>
                  <a:lnTo>
                    <a:pt x="3934" y="1465"/>
                  </a:lnTo>
                  <a:lnTo>
                    <a:pt x="3830" y="1570"/>
                  </a:lnTo>
                  <a:lnTo>
                    <a:pt x="3830" y="1654"/>
                  </a:lnTo>
                  <a:lnTo>
                    <a:pt x="3830" y="1988"/>
                  </a:lnTo>
                  <a:lnTo>
                    <a:pt x="3830" y="2114"/>
                  </a:lnTo>
                  <a:lnTo>
                    <a:pt x="3913" y="2198"/>
                  </a:lnTo>
                  <a:lnTo>
                    <a:pt x="4081" y="2365"/>
                  </a:lnTo>
                  <a:lnTo>
                    <a:pt x="4102" y="2428"/>
                  </a:lnTo>
                  <a:lnTo>
                    <a:pt x="4143" y="2511"/>
                  </a:lnTo>
                  <a:lnTo>
                    <a:pt x="4436" y="2511"/>
                  </a:lnTo>
                  <a:lnTo>
                    <a:pt x="4395" y="2470"/>
                  </a:lnTo>
                  <a:lnTo>
                    <a:pt x="4395" y="2386"/>
                  </a:lnTo>
                  <a:lnTo>
                    <a:pt x="4520" y="2365"/>
                  </a:lnTo>
                  <a:lnTo>
                    <a:pt x="4562" y="2386"/>
                  </a:lnTo>
                  <a:lnTo>
                    <a:pt x="4625" y="3014"/>
                  </a:lnTo>
                  <a:lnTo>
                    <a:pt x="4562" y="3055"/>
                  </a:lnTo>
                  <a:lnTo>
                    <a:pt x="4499" y="3035"/>
                  </a:lnTo>
                  <a:lnTo>
                    <a:pt x="4457" y="3014"/>
                  </a:lnTo>
                  <a:lnTo>
                    <a:pt x="4436" y="2993"/>
                  </a:lnTo>
                  <a:lnTo>
                    <a:pt x="4353" y="3035"/>
                  </a:lnTo>
                  <a:lnTo>
                    <a:pt x="4248" y="3055"/>
                  </a:lnTo>
                  <a:lnTo>
                    <a:pt x="4185" y="3055"/>
                  </a:lnTo>
                  <a:lnTo>
                    <a:pt x="4039" y="2930"/>
                  </a:lnTo>
                  <a:lnTo>
                    <a:pt x="3934" y="2804"/>
                  </a:lnTo>
                  <a:lnTo>
                    <a:pt x="3830" y="2721"/>
                  </a:lnTo>
                  <a:lnTo>
                    <a:pt x="3725" y="2574"/>
                  </a:lnTo>
                  <a:lnTo>
                    <a:pt x="3599" y="2470"/>
                  </a:lnTo>
                  <a:lnTo>
                    <a:pt x="3390" y="2407"/>
                  </a:lnTo>
                  <a:lnTo>
                    <a:pt x="3244" y="2323"/>
                  </a:lnTo>
                  <a:lnTo>
                    <a:pt x="3244" y="2260"/>
                  </a:lnTo>
                  <a:lnTo>
                    <a:pt x="3139" y="2156"/>
                  </a:lnTo>
                  <a:lnTo>
                    <a:pt x="3139" y="1988"/>
                  </a:lnTo>
                  <a:lnTo>
                    <a:pt x="3097" y="1988"/>
                  </a:lnTo>
                  <a:lnTo>
                    <a:pt x="3055" y="2009"/>
                  </a:lnTo>
                  <a:lnTo>
                    <a:pt x="2972" y="2009"/>
                  </a:lnTo>
                  <a:lnTo>
                    <a:pt x="2930" y="2177"/>
                  </a:lnTo>
                  <a:lnTo>
                    <a:pt x="2888" y="2219"/>
                  </a:lnTo>
                  <a:lnTo>
                    <a:pt x="2742" y="2281"/>
                  </a:lnTo>
                  <a:lnTo>
                    <a:pt x="2637" y="2281"/>
                  </a:lnTo>
                  <a:lnTo>
                    <a:pt x="2637" y="2260"/>
                  </a:lnTo>
                  <a:lnTo>
                    <a:pt x="2511" y="2219"/>
                  </a:lnTo>
                  <a:lnTo>
                    <a:pt x="2365" y="2198"/>
                  </a:lnTo>
                  <a:lnTo>
                    <a:pt x="2239" y="2114"/>
                  </a:lnTo>
                  <a:lnTo>
                    <a:pt x="2198" y="2114"/>
                  </a:lnTo>
                  <a:lnTo>
                    <a:pt x="2093" y="2072"/>
                  </a:lnTo>
                  <a:lnTo>
                    <a:pt x="2030" y="2072"/>
                  </a:lnTo>
                  <a:lnTo>
                    <a:pt x="2030" y="2009"/>
                  </a:lnTo>
                  <a:lnTo>
                    <a:pt x="2030" y="1947"/>
                  </a:lnTo>
                  <a:lnTo>
                    <a:pt x="2009" y="1884"/>
                  </a:lnTo>
                  <a:lnTo>
                    <a:pt x="2009" y="1758"/>
                  </a:lnTo>
                  <a:lnTo>
                    <a:pt x="1946" y="1758"/>
                  </a:lnTo>
                  <a:lnTo>
                    <a:pt x="1800" y="1800"/>
                  </a:lnTo>
                  <a:lnTo>
                    <a:pt x="1779" y="1842"/>
                  </a:lnTo>
                  <a:lnTo>
                    <a:pt x="1695" y="1842"/>
                  </a:lnTo>
                  <a:lnTo>
                    <a:pt x="1612" y="1884"/>
                  </a:lnTo>
                  <a:lnTo>
                    <a:pt x="1528" y="1947"/>
                  </a:lnTo>
                  <a:lnTo>
                    <a:pt x="1507" y="1905"/>
                  </a:lnTo>
                  <a:lnTo>
                    <a:pt x="1486" y="1884"/>
                  </a:lnTo>
                  <a:lnTo>
                    <a:pt x="1486" y="1779"/>
                  </a:lnTo>
                  <a:lnTo>
                    <a:pt x="1465" y="1758"/>
                  </a:lnTo>
                  <a:lnTo>
                    <a:pt x="1361" y="1695"/>
                  </a:lnTo>
                  <a:lnTo>
                    <a:pt x="1298" y="1737"/>
                  </a:lnTo>
                  <a:lnTo>
                    <a:pt x="1256" y="1674"/>
                  </a:lnTo>
                  <a:lnTo>
                    <a:pt x="1256" y="1695"/>
                  </a:lnTo>
                  <a:lnTo>
                    <a:pt x="1256" y="1758"/>
                  </a:lnTo>
                  <a:lnTo>
                    <a:pt x="1214" y="1779"/>
                  </a:lnTo>
                  <a:lnTo>
                    <a:pt x="1256" y="2009"/>
                  </a:lnTo>
                  <a:lnTo>
                    <a:pt x="1256" y="2219"/>
                  </a:lnTo>
                  <a:lnTo>
                    <a:pt x="1256" y="2365"/>
                  </a:lnTo>
                  <a:lnTo>
                    <a:pt x="1298" y="2470"/>
                  </a:lnTo>
                  <a:lnTo>
                    <a:pt x="1298" y="2574"/>
                  </a:lnTo>
                  <a:lnTo>
                    <a:pt x="1277" y="2616"/>
                  </a:lnTo>
                  <a:lnTo>
                    <a:pt x="1256" y="2783"/>
                  </a:lnTo>
                  <a:lnTo>
                    <a:pt x="1277" y="2825"/>
                  </a:lnTo>
                  <a:lnTo>
                    <a:pt x="42" y="2825"/>
                  </a:lnTo>
                  <a:lnTo>
                    <a:pt x="1" y="4771"/>
                  </a:lnTo>
                  <a:lnTo>
                    <a:pt x="22" y="4813"/>
                  </a:lnTo>
                  <a:lnTo>
                    <a:pt x="105" y="4918"/>
                  </a:lnTo>
                  <a:lnTo>
                    <a:pt x="168" y="4980"/>
                  </a:lnTo>
                  <a:lnTo>
                    <a:pt x="231" y="5043"/>
                  </a:lnTo>
                  <a:lnTo>
                    <a:pt x="314" y="5085"/>
                  </a:lnTo>
                  <a:lnTo>
                    <a:pt x="419" y="5232"/>
                  </a:lnTo>
                  <a:lnTo>
                    <a:pt x="482" y="5294"/>
                  </a:lnTo>
                  <a:lnTo>
                    <a:pt x="566" y="5336"/>
                  </a:lnTo>
                  <a:lnTo>
                    <a:pt x="628" y="5399"/>
                  </a:lnTo>
                  <a:lnTo>
                    <a:pt x="670" y="5462"/>
                  </a:lnTo>
                  <a:lnTo>
                    <a:pt x="754" y="5504"/>
                  </a:lnTo>
                  <a:lnTo>
                    <a:pt x="775" y="5608"/>
                  </a:lnTo>
                  <a:lnTo>
                    <a:pt x="1319" y="5462"/>
                  </a:lnTo>
                  <a:lnTo>
                    <a:pt x="1402" y="5504"/>
                  </a:lnTo>
                  <a:lnTo>
                    <a:pt x="1528" y="5441"/>
                  </a:lnTo>
                  <a:lnTo>
                    <a:pt x="1570" y="5462"/>
                  </a:lnTo>
                  <a:lnTo>
                    <a:pt x="1591" y="5462"/>
                  </a:lnTo>
                  <a:lnTo>
                    <a:pt x="1612" y="5504"/>
                  </a:lnTo>
                  <a:lnTo>
                    <a:pt x="1695" y="5504"/>
                  </a:lnTo>
                  <a:lnTo>
                    <a:pt x="1716" y="5524"/>
                  </a:lnTo>
                  <a:lnTo>
                    <a:pt x="1737" y="5524"/>
                  </a:lnTo>
                  <a:lnTo>
                    <a:pt x="1821" y="5629"/>
                  </a:lnTo>
                  <a:lnTo>
                    <a:pt x="1884" y="5629"/>
                  </a:lnTo>
                  <a:lnTo>
                    <a:pt x="2030" y="5650"/>
                  </a:lnTo>
                  <a:lnTo>
                    <a:pt x="2135" y="5713"/>
                  </a:lnTo>
                  <a:lnTo>
                    <a:pt x="2198" y="5755"/>
                  </a:lnTo>
                  <a:lnTo>
                    <a:pt x="2239" y="5755"/>
                  </a:lnTo>
                  <a:lnTo>
                    <a:pt x="2344" y="5671"/>
                  </a:lnTo>
                  <a:lnTo>
                    <a:pt x="2470" y="5650"/>
                  </a:lnTo>
                  <a:lnTo>
                    <a:pt x="2532" y="5713"/>
                  </a:lnTo>
                  <a:lnTo>
                    <a:pt x="2553" y="5671"/>
                  </a:lnTo>
                  <a:lnTo>
                    <a:pt x="2574" y="5713"/>
                  </a:lnTo>
                  <a:lnTo>
                    <a:pt x="2616" y="5713"/>
                  </a:lnTo>
                  <a:lnTo>
                    <a:pt x="2679" y="5776"/>
                  </a:lnTo>
                  <a:lnTo>
                    <a:pt x="2783" y="5817"/>
                  </a:lnTo>
                  <a:lnTo>
                    <a:pt x="2951" y="5755"/>
                  </a:lnTo>
                  <a:lnTo>
                    <a:pt x="3139" y="5504"/>
                  </a:lnTo>
                  <a:lnTo>
                    <a:pt x="3390" y="5190"/>
                  </a:lnTo>
                  <a:lnTo>
                    <a:pt x="3725" y="4939"/>
                  </a:lnTo>
                  <a:lnTo>
                    <a:pt x="3934" y="4876"/>
                  </a:lnTo>
                  <a:lnTo>
                    <a:pt x="3976" y="4834"/>
                  </a:lnTo>
                  <a:lnTo>
                    <a:pt x="3997" y="4792"/>
                  </a:lnTo>
                  <a:lnTo>
                    <a:pt x="3976" y="4729"/>
                  </a:lnTo>
                  <a:lnTo>
                    <a:pt x="3997" y="4687"/>
                  </a:lnTo>
                  <a:lnTo>
                    <a:pt x="3997" y="4625"/>
                  </a:lnTo>
                  <a:lnTo>
                    <a:pt x="4039" y="4562"/>
                  </a:lnTo>
                  <a:lnTo>
                    <a:pt x="4206" y="4457"/>
                  </a:lnTo>
                  <a:lnTo>
                    <a:pt x="4290" y="4415"/>
                  </a:lnTo>
                  <a:lnTo>
                    <a:pt x="4353" y="4395"/>
                  </a:lnTo>
                  <a:lnTo>
                    <a:pt x="4499" y="4353"/>
                  </a:lnTo>
                  <a:lnTo>
                    <a:pt x="4646" y="4353"/>
                  </a:lnTo>
                  <a:lnTo>
                    <a:pt x="4667" y="4395"/>
                  </a:lnTo>
                  <a:lnTo>
                    <a:pt x="4729" y="4374"/>
                  </a:lnTo>
                  <a:lnTo>
                    <a:pt x="4855" y="4395"/>
                  </a:lnTo>
                  <a:lnTo>
                    <a:pt x="4918" y="4395"/>
                  </a:lnTo>
                  <a:lnTo>
                    <a:pt x="4918" y="4311"/>
                  </a:lnTo>
                  <a:lnTo>
                    <a:pt x="4876" y="4143"/>
                  </a:lnTo>
                  <a:lnTo>
                    <a:pt x="4918" y="4060"/>
                  </a:lnTo>
                  <a:lnTo>
                    <a:pt x="5148" y="3955"/>
                  </a:lnTo>
                  <a:lnTo>
                    <a:pt x="5273" y="3955"/>
                  </a:lnTo>
                  <a:lnTo>
                    <a:pt x="5859" y="3683"/>
                  </a:lnTo>
                  <a:lnTo>
                    <a:pt x="5964" y="3662"/>
                  </a:lnTo>
                  <a:lnTo>
                    <a:pt x="6299" y="3537"/>
                  </a:lnTo>
                  <a:lnTo>
                    <a:pt x="6487" y="3474"/>
                  </a:lnTo>
                  <a:lnTo>
                    <a:pt x="6445" y="3432"/>
                  </a:lnTo>
                  <a:lnTo>
                    <a:pt x="6403" y="3327"/>
                  </a:lnTo>
                  <a:lnTo>
                    <a:pt x="6320" y="3223"/>
                  </a:lnTo>
                  <a:lnTo>
                    <a:pt x="6320" y="3160"/>
                  </a:lnTo>
                  <a:lnTo>
                    <a:pt x="6382" y="3139"/>
                  </a:lnTo>
                  <a:lnTo>
                    <a:pt x="6445" y="3035"/>
                  </a:lnTo>
                  <a:lnTo>
                    <a:pt x="6445" y="2951"/>
                  </a:lnTo>
                  <a:lnTo>
                    <a:pt x="6487" y="2888"/>
                  </a:lnTo>
                  <a:lnTo>
                    <a:pt x="6445" y="2825"/>
                  </a:lnTo>
                  <a:lnTo>
                    <a:pt x="6445" y="2742"/>
                  </a:lnTo>
                  <a:lnTo>
                    <a:pt x="6487" y="2721"/>
                  </a:lnTo>
                  <a:lnTo>
                    <a:pt x="6612" y="2616"/>
                  </a:lnTo>
                  <a:lnTo>
                    <a:pt x="6696" y="2595"/>
                  </a:lnTo>
                  <a:lnTo>
                    <a:pt x="6717" y="2511"/>
                  </a:lnTo>
                  <a:lnTo>
                    <a:pt x="6759" y="2511"/>
                  </a:lnTo>
                  <a:lnTo>
                    <a:pt x="6759" y="2470"/>
                  </a:lnTo>
                  <a:lnTo>
                    <a:pt x="6717" y="2428"/>
                  </a:lnTo>
                  <a:lnTo>
                    <a:pt x="6696" y="2386"/>
                  </a:lnTo>
                  <a:lnTo>
                    <a:pt x="6654" y="2302"/>
                  </a:lnTo>
                  <a:lnTo>
                    <a:pt x="6717" y="2281"/>
                  </a:lnTo>
                  <a:lnTo>
                    <a:pt x="6717" y="2198"/>
                  </a:lnTo>
                  <a:lnTo>
                    <a:pt x="6654" y="2114"/>
                  </a:lnTo>
                  <a:lnTo>
                    <a:pt x="6717" y="2051"/>
                  </a:lnTo>
                  <a:lnTo>
                    <a:pt x="6696" y="1967"/>
                  </a:lnTo>
                  <a:lnTo>
                    <a:pt x="6696" y="1884"/>
                  </a:lnTo>
                  <a:lnTo>
                    <a:pt x="6654" y="1779"/>
                  </a:lnTo>
                  <a:lnTo>
                    <a:pt x="6654" y="1695"/>
                  </a:lnTo>
                  <a:lnTo>
                    <a:pt x="6801" y="1570"/>
                  </a:lnTo>
                  <a:lnTo>
                    <a:pt x="6801" y="1528"/>
                  </a:lnTo>
                  <a:lnTo>
                    <a:pt x="6822" y="1486"/>
                  </a:lnTo>
                  <a:lnTo>
                    <a:pt x="6822" y="1361"/>
                  </a:lnTo>
                  <a:lnTo>
                    <a:pt x="6801" y="1277"/>
                  </a:lnTo>
                  <a:lnTo>
                    <a:pt x="6696" y="1214"/>
                  </a:lnTo>
                  <a:lnTo>
                    <a:pt x="6696" y="1151"/>
                  </a:lnTo>
                  <a:lnTo>
                    <a:pt x="6738" y="1005"/>
                  </a:lnTo>
                  <a:lnTo>
                    <a:pt x="6738" y="963"/>
                  </a:lnTo>
                  <a:lnTo>
                    <a:pt x="6696" y="942"/>
                  </a:lnTo>
                  <a:lnTo>
                    <a:pt x="6592" y="900"/>
                  </a:lnTo>
                  <a:lnTo>
                    <a:pt x="6550" y="817"/>
                  </a:lnTo>
                  <a:lnTo>
                    <a:pt x="6529" y="796"/>
                  </a:lnTo>
                  <a:lnTo>
                    <a:pt x="6508" y="712"/>
                  </a:lnTo>
                  <a:lnTo>
                    <a:pt x="6508" y="691"/>
                  </a:lnTo>
                  <a:lnTo>
                    <a:pt x="6445" y="691"/>
                  </a:lnTo>
                  <a:lnTo>
                    <a:pt x="6340" y="586"/>
                  </a:lnTo>
                  <a:lnTo>
                    <a:pt x="6299" y="503"/>
                  </a:lnTo>
                  <a:lnTo>
                    <a:pt x="6236" y="482"/>
                  </a:lnTo>
                  <a:lnTo>
                    <a:pt x="6194" y="419"/>
                  </a:lnTo>
                  <a:lnTo>
                    <a:pt x="6110" y="419"/>
                  </a:lnTo>
                  <a:lnTo>
                    <a:pt x="5859" y="335"/>
                  </a:lnTo>
                  <a:lnTo>
                    <a:pt x="5755" y="335"/>
                  </a:lnTo>
                  <a:lnTo>
                    <a:pt x="5671" y="273"/>
                  </a:lnTo>
                  <a:lnTo>
                    <a:pt x="5671" y="210"/>
                  </a:lnTo>
                  <a:lnTo>
                    <a:pt x="5587" y="168"/>
                  </a:lnTo>
                  <a:lnTo>
                    <a:pt x="5545" y="168"/>
                  </a:lnTo>
                  <a:lnTo>
                    <a:pt x="5441" y="126"/>
                  </a:lnTo>
                  <a:lnTo>
                    <a:pt x="5357" y="126"/>
                  </a:lnTo>
                  <a:lnTo>
                    <a:pt x="5169" y="22"/>
                  </a:lnTo>
                  <a:lnTo>
                    <a:pt x="508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1" name="Google Shape;7895;p67">
              <a:extLst>
                <a:ext uri="{FF2B5EF4-FFF2-40B4-BE49-F238E27FC236}">
                  <a16:creationId xmlns:a16="http://schemas.microsoft.com/office/drawing/2014/main" id="{DF0612FE-D435-522D-7387-49354FDD2816}"/>
                </a:ext>
              </a:extLst>
            </p:cNvPr>
            <p:cNvSpPr/>
            <p:nvPr/>
          </p:nvSpPr>
          <p:spPr>
            <a:xfrm>
              <a:off x="3852625" y="3330100"/>
              <a:ext cx="181000" cy="178925"/>
            </a:xfrm>
            <a:custGeom>
              <a:avLst/>
              <a:gdLst/>
              <a:ahLst/>
              <a:cxnLst/>
              <a:rect l="l" t="t" r="r" b="b"/>
              <a:pathLst>
                <a:path w="7240" h="7157" extrusionOk="0">
                  <a:moveTo>
                    <a:pt x="963" y="0"/>
                  </a:moveTo>
                  <a:lnTo>
                    <a:pt x="879" y="42"/>
                  </a:lnTo>
                  <a:lnTo>
                    <a:pt x="774" y="63"/>
                  </a:lnTo>
                  <a:lnTo>
                    <a:pt x="712" y="63"/>
                  </a:lnTo>
                  <a:lnTo>
                    <a:pt x="670" y="84"/>
                  </a:lnTo>
                  <a:lnTo>
                    <a:pt x="670" y="105"/>
                  </a:lnTo>
                  <a:lnTo>
                    <a:pt x="649" y="105"/>
                  </a:lnTo>
                  <a:lnTo>
                    <a:pt x="502" y="189"/>
                  </a:lnTo>
                  <a:lnTo>
                    <a:pt x="544" y="273"/>
                  </a:lnTo>
                  <a:lnTo>
                    <a:pt x="544" y="356"/>
                  </a:lnTo>
                  <a:lnTo>
                    <a:pt x="858" y="712"/>
                  </a:lnTo>
                  <a:lnTo>
                    <a:pt x="879" y="1151"/>
                  </a:lnTo>
                  <a:lnTo>
                    <a:pt x="1046" y="1402"/>
                  </a:lnTo>
                  <a:lnTo>
                    <a:pt x="1026" y="1633"/>
                  </a:lnTo>
                  <a:lnTo>
                    <a:pt x="837" y="1863"/>
                  </a:lnTo>
                  <a:lnTo>
                    <a:pt x="942" y="1925"/>
                  </a:lnTo>
                  <a:lnTo>
                    <a:pt x="942" y="2135"/>
                  </a:lnTo>
                  <a:lnTo>
                    <a:pt x="1046" y="2260"/>
                  </a:lnTo>
                  <a:lnTo>
                    <a:pt x="1046" y="2407"/>
                  </a:lnTo>
                  <a:lnTo>
                    <a:pt x="1256" y="2783"/>
                  </a:lnTo>
                  <a:lnTo>
                    <a:pt x="1256" y="2867"/>
                  </a:lnTo>
                  <a:lnTo>
                    <a:pt x="1339" y="2972"/>
                  </a:lnTo>
                  <a:lnTo>
                    <a:pt x="1339" y="3453"/>
                  </a:lnTo>
                  <a:lnTo>
                    <a:pt x="1088" y="3871"/>
                  </a:lnTo>
                  <a:lnTo>
                    <a:pt x="1026" y="3871"/>
                  </a:lnTo>
                  <a:lnTo>
                    <a:pt x="754" y="4081"/>
                  </a:lnTo>
                  <a:lnTo>
                    <a:pt x="754" y="4227"/>
                  </a:lnTo>
                  <a:lnTo>
                    <a:pt x="440" y="4499"/>
                  </a:lnTo>
                  <a:lnTo>
                    <a:pt x="440" y="4687"/>
                  </a:lnTo>
                  <a:lnTo>
                    <a:pt x="398" y="4750"/>
                  </a:lnTo>
                  <a:lnTo>
                    <a:pt x="398" y="5210"/>
                  </a:lnTo>
                  <a:lnTo>
                    <a:pt x="230" y="5399"/>
                  </a:lnTo>
                  <a:lnTo>
                    <a:pt x="210" y="5608"/>
                  </a:lnTo>
                  <a:lnTo>
                    <a:pt x="42" y="5796"/>
                  </a:lnTo>
                  <a:lnTo>
                    <a:pt x="42" y="6006"/>
                  </a:lnTo>
                  <a:lnTo>
                    <a:pt x="21" y="6173"/>
                  </a:lnTo>
                  <a:lnTo>
                    <a:pt x="21" y="6466"/>
                  </a:lnTo>
                  <a:lnTo>
                    <a:pt x="0" y="6654"/>
                  </a:lnTo>
                  <a:lnTo>
                    <a:pt x="21" y="6696"/>
                  </a:lnTo>
                  <a:lnTo>
                    <a:pt x="105" y="6738"/>
                  </a:lnTo>
                  <a:lnTo>
                    <a:pt x="126" y="6759"/>
                  </a:lnTo>
                  <a:lnTo>
                    <a:pt x="189" y="6738"/>
                  </a:lnTo>
                  <a:lnTo>
                    <a:pt x="210" y="6654"/>
                  </a:lnTo>
                  <a:lnTo>
                    <a:pt x="398" y="6654"/>
                  </a:lnTo>
                  <a:lnTo>
                    <a:pt x="461" y="6696"/>
                  </a:lnTo>
                  <a:lnTo>
                    <a:pt x="523" y="6675"/>
                  </a:lnTo>
                  <a:lnTo>
                    <a:pt x="523" y="6591"/>
                  </a:lnTo>
                  <a:lnTo>
                    <a:pt x="712" y="6466"/>
                  </a:lnTo>
                  <a:lnTo>
                    <a:pt x="754" y="6466"/>
                  </a:lnTo>
                  <a:lnTo>
                    <a:pt x="858" y="6529"/>
                  </a:lnTo>
                  <a:lnTo>
                    <a:pt x="879" y="6529"/>
                  </a:lnTo>
                  <a:lnTo>
                    <a:pt x="921" y="6487"/>
                  </a:lnTo>
                  <a:lnTo>
                    <a:pt x="963" y="6466"/>
                  </a:lnTo>
                  <a:lnTo>
                    <a:pt x="1046" y="6529"/>
                  </a:lnTo>
                  <a:lnTo>
                    <a:pt x="1046" y="6550"/>
                  </a:lnTo>
                  <a:lnTo>
                    <a:pt x="1130" y="6571"/>
                  </a:lnTo>
                  <a:lnTo>
                    <a:pt x="1088" y="6633"/>
                  </a:lnTo>
                  <a:lnTo>
                    <a:pt x="1151" y="6654"/>
                  </a:lnTo>
                  <a:lnTo>
                    <a:pt x="1256" y="6759"/>
                  </a:lnTo>
                  <a:lnTo>
                    <a:pt x="1381" y="6801"/>
                  </a:lnTo>
                  <a:lnTo>
                    <a:pt x="1486" y="6759"/>
                  </a:lnTo>
                  <a:lnTo>
                    <a:pt x="1507" y="6759"/>
                  </a:lnTo>
                  <a:lnTo>
                    <a:pt x="1590" y="6696"/>
                  </a:lnTo>
                  <a:lnTo>
                    <a:pt x="1653" y="6696"/>
                  </a:lnTo>
                  <a:lnTo>
                    <a:pt x="1674" y="6738"/>
                  </a:lnTo>
                  <a:lnTo>
                    <a:pt x="3850" y="6738"/>
                  </a:lnTo>
                  <a:lnTo>
                    <a:pt x="3871" y="6759"/>
                  </a:lnTo>
                  <a:lnTo>
                    <a:pt x="3913" y="6863"/>
                  </a:lnTo>
                  <a:lnTo>
                    <a:pt x="3976" y="6905"/>
                  </a:lnTo>
                  <a:lnTo>
                    <a:pt x="4101" y="6968"/>
                  </a:lnTo>
                  <a:lnTo>
                    <a:pt x="4206" y="6989"/>
                  </a:lnTo>
                  <a:lnTo>
                    <a:pt x="4311" y="6968"/>
                  </a:lnTo>
                  <a:lnTo>
                    <a:pt x="4373" y="6989"/>
                  </a:lnTo>
                  <a:lnTo>
                    <a:pt x="4394" y="7052"/>
                  </a:lnTo>
                  <a:lnTo>
                    <a:pt x="4478" y="7073"/>
                  </a:lnTo>
                  <a:lnTo>
                    <a:pt x="4541" y="7010"/>
                  </a:lnTo>
                  <a:lnTo>
                    <a:pt x="4645" y="6989"/>
                  </a:lnTo>
                  <a:lnTo>
                    <a:pt x="4792" y="7010"/>
                  </a:lnTo>
                  <a:lnTo>
                    <a:pt x="4855" y="7010"/>
                  </a:lnTo>
                  <a:lnTo>
                    <a:pt x="4896" y="6947"/>
                  </a:lnTo>
                  <a:lnTo>
                    <a:pt x="4917" y="6968"/>
                  </a:lnTo>
                  <a:lnTo>
                    <a:pt x="4959" y="6968"/>
                  </a:lnTo>
                  <a:lnTo>
                    <a:pt x="5106" y="7094"/>
                  </a:lnTo>
                  <a:lnTo>
                    <a:pt x="5210" y="7115"/>
                  </a:lnTo>
                  <a:lnTo>
                    <a:pt x="5357" y="7115"/>
                  </a:lnTo>
                  <a:lnTo>
                    <a:pt x="5357" y="7073"/>
                  </a:lnTo>
                  <a:lnTo>
                    <a:pt x="5440" y="7052"/>
                  </a:lnTo>
                  <a:lnTo>
                    <a:pt x="5482" y="7073"/>
                  </a:lnTo>
                  <a:lnTo>
                    <a:pt x="5545" y="7094"/>
                  </a:lnTo>
                  <a:lnTo>
                    <a:pt x="5587" y="7073"/>
                  </a:lnTo>
                  <a:lnTo>
                    <a:pt x="5629" y="7115"/>
                  </a:lnTo>
                  <a:lnTo>
                    <a:pt x="5671" y="7115"/>
                  </a:lnTo>
                  <a:lnTo>
                    <a:pt x="5692" y="7156"/>
                  </a:lnTo>
                  <a:lnTo>
                    <a:pt x="5838" y="7156"/>
                  </a:lnTo>
                  <a:lnTo>
                    <a:pt x="6717" y="6947"/>
                  </a:lnTo>
                  <a:lnTo>
                    <a:pt x="6696" y="6843"/>
                  </a:lnTo>
                  <a:lnTo>
                    <a:pt x="6612" y="6801"/>
                  </a:lnTo>
                  <a:lnTo>
                    <a:pt x="6570" y="6738"/>
                  </a:lnTo>
                  <a:lnTo>
                    <a:pt x="6508" y="6675"/>
                  </a:lnTo>
                  <a:lnTo>
                    <a:pt x="6424" y="6633"/>
                  </a:lnTo>
                  <a:lnTo>
                    <a:pt x="6361" y="6571"/>
                  </a:lnTo>
                  <a:lnTo>
                    <a:pt x="6256" y="6424"/>
                  </a:lnTo>
                  <a:lnTo>
                    <a:pt x="6173" y="6382"/>
                  </a:lnTo>
                  <a:lnTo>
                    <a:pt x="6110" y="6319"/>
                  </a:lnTo>
                  <a:lnTo>
                    <a:pt x="6047" y="6257"/>
                  </a:lnTo>
                  <a:lnTo>
                    <a:pt x="5964" y="6152"/>
                  </a:lnTo>
                  <a:lnTo>
                    <a:pt x="5943" y="6110"/>
                  </a:lnTo>
                  <a:lnTo>
                    <a:pt x="5984" y="4164"/>
                  </a:lnTo>
                  <a:lnTo>
                    <a:pt x="7219" y="4164"/>
                  </a:lnTo>
                  <a:lnTo>
                    <a:pt x="7198" y="4122"/>
                  </a:lnTo>
                  <a:lnTo>
                    <a:pt x="7219" y="3955"/>
                  </a:lnTo>
                  <a:lnTo>
                    <a:pt x="7240" y="3913"/>
                  </a:lnTo>
                  <a:lnTo>
                    <a:pt x="7240" y="3809"/>
                  </a:lnTo>
                  <a:lnTo>
                    <a:pt x="7198" y="3704"/>
                  </a:lnTo>
                  <a:lnTo>
                    <a:pt x="7198" y="3558"/>
                  </a:lnTo>
                  <a:lnTo>
                    <a:pt x="7198" y="3348"/>
                  </a:lnTo>
                  <a:lnTo>
                    <a:pt x="7156" y="3118"/>
                  </a:lnTo>
                  <a:lnTo>
                    <a:pt x="7198" y="3097"/>
                  </a:lnTo>
                  <a:lnTo>
                    <a:pt x="7198" y="3034"/>
                  </a:lnTo>
                  <a:lnTo>
                    <a:pt x="7198" y="3013"/>
                  </a:lnTo>
                  <a:lnTo>
                    <a:pt x="7093" y="3013"/>
                  </a:lnTo>
                  <a:lnTo>
                    <a:pt x="6989" y="3034"/>
                  </a:lnTo>
                  <a:lnTo>
                    <a:pt x="6905" y="3097"/>
                  </a:lnTo>
                  <a:lnTo>
                    <a:pt x="6821" y="3118"/>
                  </a:lnTo>
                  <a:lnTo>
                    <a:pt x="6780" y="3139"/>
                  </a:lnTo>
                  <a:lnTo>
                    <a:pt x="6717" y="3118"/>
                  </a:lnTo>
                  <a:lnTo>
                    <a:pt x="6570" y="3118"/>
                  </a:lnTo>
                  <a:lnTo>
                    <a:pt x="6508" y="3097"/>
                  </a:lnTo>
                  <a:lnTo>
                    <a:pt x="6424" y="3034"/>
                  </a:lnTo>
                  <a:lnTo>
                    <a:pt x="6382" y="3034"/>
                  </a:lnTo>
                  <a:lnTo>
                    <a:pt x="6361" y="3076"/>
                  </a:lnTo>
                  <a:lnTo>
                    <a:pt x="6298" y="3097"/>
                  </a:lnTo>
                  <a:lnTo>
                    <a:pt x="6256" y="3118"/>
                  </a:lnTo>
                  <a:lnTo>
                    <a:pt x="6194" y="3118"/>
                  </a:lnTo>
                  <a:lnTo>
                    <a:pt x="6173" y="3097"/>
                  </a:lnTo>
                  <a:lnTo>
                    <a:pt x="6173" y="2972"/>
                  </a:lnTo>
                  <a:lnTo>
                    <a:pt x="6215" y="2930"/>
                  </a:lnTo>
                  <a:lnTo>
                    <a:pt x="6215" y="2909"/>
                  </a:lnTo>
                  <a:lnTo>
                    <a:pt x="6256" y="2825"/>
                  </a:lnTo>
                  <a:lnTo>
                    <a:pt x="6173" y="2783"/>
                  </a:lnTo>
                  <a:lnTo>
                    <a:pt x="6173" y="2658"/>
                  </a:lnTo>
                  <a:lnTo>
                    <a:pt x="6194" y="2616"/>
                  </a:lnTo>
                  <a:lnTo>
                    <a:pt x="6194" y="2553"/>
                  </a:lnTo>
                  <a:lnTo>
                    <a:pt x="6110" y="2490"/>
                  </a:lnTo>
                  <a:lnTo>
                    <a:pt x="6110" y="2407"/>
                  </a:lnTo>
                  <a:lnTo>
                    <a:pt x="6152" y="2344"/>
                  </a:lnTo>
                  <a:lnTo>
                    <a:pt x="6110" y="2281"/>
                  </a:lnTo>
                  <a:lnTo>
                    <a:pt x="6068" y="2260"/>
                  </a:lnTo>
                  <a:lnTo>
                    <a:pt x="6047" y="2197"/>
                  </a:lnTo>
                  <a:lnTo>
                    <a:pt x="6005" y="2177"/>
                  </a:lnTo>
                  <a:lnTo>
                    <a:pt x="6005" y="2093"/>
                  </a:lnTo>
                  <a:lnTo>
                    <a:pt x="5964" y="2051"/>
                  </a:lnTo>
                  <a:lnTo>
                    <a:pt x="5964" y="1967"/>
                  </a:lnTo>
                  <a:lnTo>
                    <a:pt x="5901" y="1925"/>
                  </a:lnTo>
                  <a:lnTo>
                    <a:pt x="5964" y="1821"/>
                  </a:lnTo>
                  <a:lnTo>
                    <a:pt x="5964" y="1612"/>
                  </a:lnTo>
                  <a:lnTo>
                    <a:pt x="5943" y="1528"/>
                  </a:lnTo>
                  <a:lnTo>
                    <a:pt x="5943" y="1507"/>
                  </a:lnTo>
                  <a:lnTo>
                    <a:pt x="5964" y="1444"/>
                  </a:lnTo>
                  <a:lnTo>
                    <a:pt x="5964" y="1361"/>
                  </a:lnTo>
                  <a:lnTo>
                    <a:pt x="5901" y="1298"/>
                  </a:lnTo>
                  <a:lnTo>
                    <a:pt x="5943" y="1193"/>
                  </a:lnTo>
                  <a:lnTo>
                    <a:pt x="5984" y="1089"/>
                  </a:lnTo>
                  <a:lnTo>
                    <a:pt x="5984" y="1005"/>
                  </a:lnTo>
                  <a:lnTo>
                    <a:pt x="5984" y="921"/>
                  </a:lnTo>
                  <a:lnTo>
                    <a:pt x="5964" y="837"/>
                  </a:lnTo>
                  <a:lnTo>
                    <a:pt x="5315" y="796"/>
                  </a:lnTo>
                  <a:lnTo>
                    <a:pt x="5273" y="733"/>
                  </a:lnTo>
                  <a:lnTo>
                    <a:pt x="5315" y="691"/>
                  </a:lnTo>
                  <a:lnTo>
                    <a:pt x="5336" y="607"/>
                  </a:lnTo>
                  <a:lnTo>
                    <a:pt x="5147" y="586"/>
                  </a:lnTo>
                  <a:lnTo>
                    <a:pt x="5147" y="628"/>
                  </a:lnTo>
                  <a:lnTo>
                    <a:pt x="4583" y="670"/>
                  </a:lnTo>
                  <a:lnTo>
                    <a:pt x="4583" y="817"/>
                  </a:lnTo>
                  <a:lnTo>
                    <a:pt x="4520" y="921"/>
                  </a:lnTo>
                  <a:lnTo>
                    <a:pt x="4478" y="942"/>
                  </a:lnTo>
                  <a:lnTo>
                    <a:pt x="4499" y="1047"/>
                  </a:lnTo>
                  <a:lnTo>
                    <a:pt x="4499" y="1214"/>
                  </a:lnTo>
                  <a:lnTo>
                    <a:pt x="4059" y="1235"/>
                  </a:lnTo>
                  <a:lnTo>
                    <a:pt x="3976" y="1298"/>
                  </a:lnTo>
                  <a:lnTo>
                    <a:pt x="3787" y="1256"/>
                  </a:lnTo>
                  <a:lnTo>
                    <a:pt x="3704" y="1235"/>
                  </a:lnTo>
                  <a:lnTo>
                    <a:pt x="3599" y="1256"/>
                  </a:lnTo>
                  <a:lnTo>
                    <a:pt x="3453" y="1256"/>
                  </a:lnTo>
                  <a:lnTo>
                    <a:pt x="3390" y="1235"/>
                  </a:lnTo>
                  <a:lnTo>
                    <a:pt x="3369" y="1026"/>
                  </a:lnTo>
                  <a:lnTo>
                    <a:pt x="3285" y="921"/>
                  </a:lnTo>
                  <a:lnTo>
                    <a:pt x="3243" y="837"/>
                  </a:lnTo>
                  <a:lnTo>
                    <a:pt x="3181" y="817"/>
                  </a:lnTo>
                  <a:lnTo>
                    <a:pt x="3181" y="733"/>
                  </a:lnTo>
                  <a:lnTo>
                    <a:pt x="3160" y="691"/>
                  </a:lnTo>
                  <a:lnTo>
                    <a:pt x="3139" y="565"/>
                  </a:lnTo>
                  <a:lnTo>
                    <a:pt x="3076" y="461"/>
                  </a:lnTo>
                  <a:lnTo>
                    <a:pt x="3076" y="377"/>
                  </a:lnTo>
                  <a:lnTo>
                    <a:pt x="3118" y="314"/>
                  </a:lnTo>
                  <a:lnTo>
                    <a:pt x="3076" y="252"/>
                  </a:lnTo>
                  <a:lnTo>
                    <a:pt x="3034" y="189"/>
                  </a:lnTo>
                  <a:lnTo>
                    <a:pt x="3034" y="105"/>
                  </a:lnTo>
                  <a:lnTo>
                    <a:pt x="3034" y="84"/>
                  </a:lnTo>
                  <a:lnTo>
                    <a:pt x="3034" y="0"/>
                  </a:lnTo>
                  <a:lnTo>
                    <a:pt x="2030" y="0"/>
                  </a:lnTo>
                  <a:lnTo>
                    <a:pt x="1821" y="42"/>
                  </a:lnTo>
                  <a:lnTo>
                    <a:pt x="165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2" name="Google Shape;7896;p67">
              <a:extLst>
                <a:ext uri="{FF2B5EF4-FFF2-40B4-BE49-F238E27FC236}">
                  <a16:creationId xmlns:a16="http://schemas.microsoft.com/office/drawing/2014/main" id="{0ECD4CEA-031E-BE38-E1D6-98C2178040A0}"/>
                </a:ext>
              </a:extLst>
            </p:cNvPr>
            <p:cNvSpPr/>
            <p:nvPr/>
          </p:nvSpPr>
          <p:spPr>
            <a:xfrm>
              <a:off x="4046675" y="3472375"/>
              <a:ext cx="113025" cy="103075"/>
            </a:xfrm>
            <a:custGeom>
              <a:avLst/>
              <a:gdLst/>
              <a:ahLst/>
              <a:cxnLst/>
              <a:rect l="l" t="t" r="r" b="b"/>
              <a:pathLst>
                <a:path w="4521" h="4123" extrusionOk="0">
                  <a:moveTo>
                    <a:pt x="2679" y="1"/>
                  </a:moveTo>
                  <a:lnTo>
                    <a:pt x="2533" y="43"/>
                  </a:lnTo>
                  <a:lnTo>
                    <a:pt x="2470" y="63"/>
                  </a:lnTo>
                  <a:lnTo>
                    <a:pt x="2386" y="105"/>
                  </a:lnTo>
                  <a:lnTo>
                    <a:pt x="2219" y="210"/>
                  </a:lnTo>
                  <a:lnTo>
                    <a:pt x="2177" y="273"/>
                  </a:lnTo>
                  <a:lnTo>
                    <a:pt x="2177" y="335"/>
                  </a:lnTo>
                  <a:lnTo>
                    <a:pt x="2156" y="377"/>
                  </a:lnTo>
                  <a:lnTo>
                    <a:pt x="2177" y="440"/>
                  </a:lnTo>
                  <a:lnTo>
                    <a:pt x="2156" y="482"/>
                  </a:lnTo>
                  <a:lnTo>
                    <a:pt x="2114" y="524"/>
                  </a:lnTo>
                  <a:lnTo>
                    <a:pt x="1905" y="587"/>
                  </a:lnTo>
                  <a:lnTo>
                    <a:pt x="1570" y="838"/>
                  </a:lnTo>
                  <a:lnTo>
                    <a:pt x="1319" y="1152"/>
                  </a:lnTo>
                  <a:lnTo>
                    <a:pt x="1131" y="1403"/>
                  </a:lnTo>
                  <a:lnTo>
                    <a:pt x="963" y="1465"/>
                  </a:lnTo>
                  <a:lnTo>
                    <a:pt x="859" y="1424"/>
                  </a:lnTo>
                  <a:lnTo>
                    <a:pt x="796" y="1361"/>
                  </a:lnTo>
                  <a:lnTo>
                    <a:pt x="754" y="1361"/>
                  </a:lnTo>
                  <a:lnTo>
                    <a:pt x="733" y="1319"/>
                  </a:lnTo>
                  <a:lnTo>
                    <a:pt x="712" y="1361"/>
                  </a:lnTo>
                  <a:lnTo>
                    <a:pt x="650" y="1298"/>
                  </a:lnTo>
                  <a:lnTo>
                    <a:pt x="524" y="1319"/>
                  </a:lnTo>
                  <a:lnTo>
                    <a:pt x="419" y="1403"/>
                  </a:lnTo>
                  <a:lnTo>
                    <a:pt x="378" y="1403"/>
                  </a:lnTo>
                  <a:lnTo>
                    <a:pt x="315" y="1361"/>
                  </a:lnTo>
                  <a:lnTo>
                    <a:pt x="210" y="1298"/>
                  </a:lnTo>
                  <a:lnTo>
                    <a:pt x="64" y="1277"/>
                  </a:lnTo>
                  <a:lnTo>
                    <a:pt x="1" y="1277"/>
                  </a:lnTo>
                  <a:lnTo>
                    <a:pt x="22" y="1319"/>
                  </a:lnTo>
                  <a:lnTo>
                    <a:pt x="22" y="1382"/>
                  </a:lnTo>
                  <a:lnTo>
                    <a:pt x="22" y="1424"/>
                  </a:lnTo>
                  <a:lnTo>
                    <a:pt x="22" y="1486"/>
                  </a:lnTo>
                  <a:lnTo>
                    <a:pt x="106" y="1570"/>
                  </a:lnTo>
                  <a:lnTo>
                    <a:pt x="168" y="1591"/>
                  </a:lnTo>
                  <a:lnTo>
                    <a:pt x="231" y="1633"/>
                  </a:lnTo>
                  <a:lnTo>
                    <a:pt x="294" y="1716"/>
                  </a:lnTo>
                  <a:lnTo>
                    <a:pt x="294" y="1779"/>
                  </a:lnTo>
                  <a:lnTo>
                    <a:pt x="315" y="1800"/>
                  </a:lnTo>
                  <a:lnTo>
                    <a:pt x="378" y="1884"/>
                  </a:lnTo>
                  <a:lnTo>
                    <a:pt x="398" y="1988"/>
                  </a:lnTo>
                  <a:lnTo>
                    <a:pt x="440" y="2030"/>
                  </a:lnTo>
                  <a:lnTo>
                    <a:pt x="503" y="2114"/>
                  </a:lnTo>
                  <a:lnTo>
                    <a:pt x="545" y="2156"/>
                  </a:lnTo>
                  <a:lnTo>
                    <a:pt x="587" y="2156"/>
                  </a:lnTo>
                  <a:lnTo>
                    <a:pt x="629" y="2240"/>
                  </a:lnTo>
                  <a:lnTo>
                    <a:pt x="796" y="2512"/>
                  </a:lnTo>
                  <a:lnTo>
                    <a:pt x="901" y="2574"/>
                  </a:lnTo>
                  <a:lnTo>
                    <a:pt x="1005" y="2637"/>
                  </a:lnTo>
                  <a:lnTo>
                    <a:pt x="1047" y="2679"/>
                  </a:lnTo>
                  <a:lnTo>
                    <a:pt x="1131" y="2742"/>
                  </a:lnTo>
                  <a:lnTo>
                    <a:pt x="1131" y="2763"/>
                  </a:lnTo>
                  <a:lnTo>
                    <a:pt x="1131" y="2825"/>
                  </a:lnTo>
                  <a:lnTo>
                    <a:pt x="1152" y="2867"/>
                  </a:lnTo>
                  <a:lnTo>
                    <a:pt x="1256" y="2888"/>
                  </a:lnTo>
                  <a:lnTo>
                    <a:pt x="1340" y="2972"/>
                  </a:lnTo>
                  <a:lnTo>
                    <a:pt x="1319" y="3056"/>
                  </a:lnTo>
                  <a:lnTo>
                    <a:pt x="1340" y="3181"/>
                  </a:lnTo>
                  <a:lnTo>
                    <a:pt x="1340" y="3265"/>
                  </a:lnTo>
                  <a:lnTo>
                    <a:pt x="1382" y="3369"/>
                  </a:lnTo>
                  <a:lnTo>
                    <a:pt x="1487" y="3453"/>
                  </a:lnTo>
                  <a:lnTo>
                    <a:pt x="1549" y="3558"/>
                  </a:lnTo>
                  <a:lnTo>
                    <a:pt x="1675" y="3579"/>
                  </a:lnTo>
                  <a:lnTo>
                    <a:pt x="1759" y="3558"/>
                  </a:lnTo>
                  <a:lnTo>
                    <a:pt x="1884" y="3600"/>
                  </a:lnTo>
                  <a:lnTo>
                    <a:pt x="1968" y="3600"/>
                  </a:lnTo>
                  <a:lnTo>
                    <a:pt x="2093" y="3683"/>
                  </a:lnTo>
                  <a:lnTo>
                    <a:pt x="2156" y="3683"/>
                  </a:lnTo>
                  <a:lnTo>
                    <a:pt x="2198" y="3725"/>
                  </a:lnTo>
                  <a:lnTo>
                    <a:pt x="2198" y="3788"/>
                  </a:lnTo>
                  <a:lnTo>
                    <a:pt x="2261" y="3830"/>
                  </a:lnTo>
                  <a:lnTo>
                    <a:pt x="2303" y="3893"/>
                  </a:lnTo>
                  <a:lnTo>
                    <a:pt x="2491" y="3872"/>
                  </a:lnTo>
                  <a:lnTo>
                    <a:pt x="2616" y="3893"/>
                  </a:lnTo>
                  <a:lnTo>
                    <a:pt x="2679" y="3976"/>
                  </a:lnTo>
                  <a:lnTo>
                    <a:pt x="2742" y="3976"/>
                  </a:lnTo>
                  <a:lnTo>
                    <a:pt x="2888" y="4018"/>
                  </a:lnTo>
                  <a:lnTo>
                    <a:pt x="2909" y="4039"/>
                  </a:lnTo>
                  <a:lnTo>
                    <a:pt x="3014" y="4018"/>
                  </a:lnTo>
                  <a:lnTo>
                    <a:pt x="3160" y="3997"/>
                  </a:lnTo>
                  <a:lnTo>
                    <a:pt x="3349" y="4039"/>
                  </a:lnTo>
                  <a:lnTo>
                    <a:pt x="3453" y="4123"/>
                  </a:lnTo>
                  <a:lnTo>
                    <a:pt x="4081" y="3474"/>
                  </a:lnTo>
                  <a:lnTo>
                    <a:pt x="4081" y="3286"/>
                  </a:lnTo>
                  <a:lnTo>
                    <a:pt x="4102" y="3202"/>
                  </a:lnTo>
                  <a:lnTo>
                    <a:pt x="4144" y="3056"/>
                  </a:lnTo>
                  <a:lnTo>
                    <a:pt x="4165" y="2972"/>
                  </a:lnTo>
                  <a:lnTo>
                    <a:pt x="4144" y="2867"/>
                  </a:lnTo>
                  <a:lnTo>
                    <a:pt x="4165" y="2784"/>
                  </a:lnTo>
                  <a:lnTo>
                    <a:pt x="4248" y="2784"/>
                  </a:lnTo>
                  <a:lnTo>
                    <a:pt x="4269" y="2742"/>
                  </a:lnTo>
                  <a:lnTo>
                    <a:pt x="4374" y="2637"/>
                  </a:lnTo>
                  <a:lnTo>
                    <a:pt x="4458" y="2532"/>
                  </a:lnTo>
                  <a:lnTo>
                    <a:pt x="4416" y="2449"/>
                  </a:lnTo>
                  <a:lnTo>
                    <a:pt x="4374" y="2407"/>
                  </a:lnTo>
                  <a:lnTo>
                    <a:pt x="4374" y="2302"/>
                  </a:lnTo>
                  <a:lnTo>
                    <a:pt x="4416" y="2240"/>
                  </a:lnTo>
                  <a:lnTo>
                    <a:pt x="4395" y="2135"/>
                  </a:lnTo>
                  <a:lnTo>
                    <a:pt x="4290" y="2051"/>
                  </a:lnTo>
                  <a:lnTo>
                    <a:pt x="4290" y="2009"/>
                  </a:lnTo>
                  <a:lnTo>
                    <a:pt x="4374" y="1988"/>
                  </a:lnTo>
                  <a:lnTo>
                    <a:pt x="4374" y="1842"/>
                  </a:lnTo>
                  <a:lnTo>
                    <a:pt x="4374" y="1737"/>
                  </a:lnTo>
                  <a:lnTo>
                    <a:pt x="4479" y="1696"/>
                  </a:lnTo>
                  <a:lnTo>
                    <a:pt x="4500" y="1612"/>
                  </a:lnTo>
                  <a:lnTo>
                    <a:pt x="4416" y="1612"/>
                  </a:lnTo>
                  <a:lnTo>
                    <a:pt x="4374" y="1570"/>
                  </a:lnTo>
                  <a:lnTo>
                    <a:pt x="4416" y="1465"/>
                  </a:lnTo>
                  <a:lnTo>
                    <a:pt x="4458" y="1298"/>
                  </a:lnTo>
                  <a:lnTo>
                    <a:pt x="4500" y="1214"/>
                  </a:lnTo>
                  <a:lnTo>
                    <a:pt x="4500" y="1152"/>
                  </a:lnTo>
                  <a:lnTo>
                    <a:pt x="4479" y="1068"/>
                  </a:lnTo>
                  <a:lnTo>
                    <a:pt x="4500" y="984"/>
                  </a:lnTo>
                  <a:lnTo>
                    <a:pt x="4479" y="900"/>
                  </a:lnTo>
                  <a:lnTo>
                    <a:pt x="4520" y="796"/>
                  </a:lnTo>
                  <a:lnTo>
                    <a:pt x="4520" y="733"/>
                  </a:lnTo>
                  <a:lnTo>
                    <a:pt x="4395" y="691"/>
                  </a:lnTo>
                  <a:lnTo>
                    <a:pt x="4353" y="628"/>
                  </a:lnTo>
                  <a:lnTo>
                    <a:pt x="4248" y="545"/>
                  </a:lnTo>
                  <a:lnTo>
                    <a:pt x="4060" y="545"/>
                  </a:lnTo>
                  <a:lnTo>
                    <a:pt x="3956" y="524"/>
                  </a:lnTo>
                  <a:lnTo>
                    <a:pt x="3851" y="377"/>
                  </a:lnTo>
                  <a:lnTo>
                    <a:pt x="3683" y="273"/>
                  </a:lnTo>
                  <a:lnTo>
                    <a:pt x="3537" y="252"/>
                  </a:lnTo>
                  <a:lnTo>
                    <a:pt x="3474" y="315"/>
                  </a:lnTo>
                  <a:lnTo>
                    <a:pt x="3432" y="335"/>
                  </a:lnTo>
                  <a:lnTo>
                    <a:pt x="3411" y="252"/>
                  </a:lnTo>
                  <a:lnTo>
                    <a:pt x="3328" y="252"/>
                  </a:lnTo>
                  <a:lnTo>
                    <a:pt x="3119" y="231"/>
                  </a:lnTo>
                  <a:lnTo>
                    <a:pt x="3098" y="43"/>
                  </a:lnTo>
                  <a:lnTo>
                    <a:pt x="3035" y="43"/>
                  </a:lnTo>
                  <a:lnTo>
                    <a:pt x="2909" y="22"/>
                  </a:lnTo>
                  <a:lnTo>
                    <a:pt x="2847" y="43"/>
                  </a:lnTo>
                  <a:lnTo>
                    <a:pt x="28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3" name="Google Shape;7897;p67">
              <a:extLst>
                <a:ext uri="{FF2B5EF4-FFF2-40B4-BE49-F238E27FC236}">
                  <a16:creationId xmlns:a16="http://schemas.microsoft.com/office/drawing/2014/main" id="{50E341DB-9090-1B0F-5443-1D48B2FC452E}"/>
                </a:ext>
              </a:extLst>
            </p:cNvPr>
            <p:cNvSpPr/>
            <p:nvPr/>
          </p:nvSpPr>
          <p:spPr>
            <a:xfrm>
              <a:off x="3968750" y="3504300"/>
              <a:ext cx="135500" cy="135500"/>
            </a:xfrm>
            <a:custGeom>
              <a:avLst/>
              <a:gdLst/>
              <a:ahLst/>
              <a:cxnLst/>
              <a:rect l="l" t="t" r="r" b="b"/>
              <a:pathLst>
                <a:path w="5420" h="5420" extrusionOk="0">
                  <a:moveTo>
                    <a:pt x="3118" y="0"/>
                  </a:moveTo>
                  <a:lnTo>
                    <a:pt x="3013" y="21"/>
                  </a:lnTo>
                  <a:lnTo>
                    <a:pt x="2825" y="105"/>
                  </a:lnTo>
                  <a:lnTo>
                    <a:pt x="2762" y="147"/>
                  </a:lnTo>
                  <a:lnTo>
                    <a:pt x="2679" y="126"/>
                  </a:lnTo>
                  <a:lnTo>
                    <a:pt x="2658" y="105"/>
                  </a:lnTo>
                  <a:lnTo>
                    <a:pt x="2511" y="105"/>
                  </a:lnTo>
                  <a:lnTo>
                    <a:pt x="2407" y="230"/>
                  </a:lnTo>
                  <a:lnTo>
                    <a:pt x="2281" y="356"/>
                  </a:lnTo>
                  <a:lnTo>
                    <a:pt x="2093" y="502"/>
                  </a:lnTo>
                  <a:lnTo>
                    <a:pt x="2051" y="502"/>
                  </a:lnTo>
                  <a:lnTo>
                    <a:pt x="2072" y="419"/>
                  </a:lnTo>
                  <a:lnTo>
                    <a:pt x="2093" y="356"/>
                  </a:lnTo>
                  <a:lnTo>
                    <a:pt x="2051" y="335"/>
                  </a:lnTo>
                  <a:lnTo>
                    <a:pt x="2030" y="251"/>
                  </a:lnTo>
                  <a:lnTo>
                    <a:pt x="1988" y="230"/>
                  </a:lnTo>
                  <a:lnTo>
                    <a:pt x="1883" y="230"/>
                  </a:lnTo>
                  <a:lnTo>
                    <a:pt x="1716" y="293"/>
                  </a:lnTo>
                  <a:lnTo>
                    <a:pt x="1151" y="419"/>
                  </a:lnTo>
                  <a:lnTo>
                    <a:pt x="733" y="419"/>
                  </a:lnTo>
                  <a:lnTo>
                    <a:pt x="628" y="2490"/>
                  </a:lnTo>
                  <a:lnTo>
                    <a:pt x="105" y="2490"/>
                  </a:lnTo>
                  <a:lnTo>
                    <a:pt x="0" y="4310"/>
                  </a:lnTo>
                  <a:lnTo>
                    <a:pt x="210" y="4436"/>
                  </a:lnTo>
                  <a:lnTo>
                    <a:pt x="272" y="4624"/>
                  </a:lnTo>
                  <a:lnTo>
                    <a:pt x="419" y="4938"/>
                  </a:lnTo>
                  <a:lnTo>
                    <a:pt x="398" y="5105"/>
                  </a:lnTo>
                  <a:lnTo>
                    <a:pt x="314" y="5273"/>
                  </a:lnTo>
                  <a:lnTo>
                    <a:pt x="314" y="5377"/>
                  </a:lnTo>
                  <a:lnTo>
                    <a:pt x="482" y="5357"/>
                  </a:lnTo>
                  <a:lnTo>
                    <a:pt x="628" y="5419"/>
                  </a:lnTo>
                  <a:lnTo>
                    <a:pt x="712" y="5357"/>
                  </a:lnTo>
                  <a:lnTo>
                    <a:pt x="879" y="5377"/>
                  </a:lnTo>
                  <a:lnTo>
                    <a:pt x="942" y="5294"/>
                  </a:lnTo>
                  <a:lnTo>
                    <a:pt x="1088" y="5273"/>
                  </a:lnTo>
                  <a:lnTo>
                    <a:pt x="1193" y="5210"/>
                  </a:lnTo>
                  <a:lnTo>
                    <a:pt x="1235" y="5126"/>
                  </a:lnTo>
                  <a:lnTo>
                    <a:pt x="1423" y="5043"/>
                  </a:lnTo>
                  <a:lnTo>
                    <a:pt x="1528" y="4938"/>
                  </a:lnTo>
                  <a:lnTo>
                    <a:pt x="1611" y="4708"/>
                  </a:lnTo>
                  <a:lnTo>
                    <a:pt x="1758" y="4582"/>
                  </a:lnTo>
                  <a:lnTo>
                    <a:pt x="1925" y="4540"/>
                  </a:lnTo>
                  <a:lnTo>
                    <a:pt x="2093" y="4603"/>
                  </a:lnTo>
                  <a:lnTo>
                    <a:pt x="2155" y="4645"/>
                  </a:lnTo>
                  <a:lnTo>
                    <a:pt x="2239" y="4687"/>
                  </a:lnTo>
                  <a:lnTo>
                    <a:pt x="2448" y="4771"/>
                  </a:lnTo>
                  <a:lnTo>
                    <a:pt x="2511" y="4771"/>
                  </a:lnTo>
                  <a:lnTo>
                    <a:pt x="2616" y="4812"/>
                  </a:lnTo>
                  <a:lnTo>
                    <a:pt x="2762" y="4771"/>
                  </a:lnTo>
                  <a:lnTo>
                    <a:pt x="2888" y="4771"/>
                  </a:lnTo>
                  <a:lnTo>
                    <a:pt x="2992" y="4750"/>
                  </a:lnTo>
                  <a:lnTo>
                    <a:pt x="3013" y="4812"/>
                  </a:lnTo>
                  <a:lnTo>
                    <a:pt x="3097" y="4854"/>
                  </a:lnTo>
                  <a:lnTo>
                    <a:pt x="3223" y="4750"/>
                  </a:lnTo>
                  <a:lnTo>
                    <a:pt x="3202" y="4729"/>
                  </a:lnTo>
                  <a:lnTo>
                    <a:pt x="3223" y="4624"/>
                  </a:lnTo>
                  <a:lnTo>
                    <a:pt x="3223" y="4540"/>
                  </a:lnTo>
                  <a:lnTo>
                    <a:pt x="3285" y="4499"/>
                  </a:lnTo>
                  <a:lnTo>
                    <a:pt x="3285" y="4331"/>
                  </a:lnTo>
                  <a:lnTo>
                    <a:pt x="3327" y="4227"/>
                  </a:lnTo>
                  <a:lnTo>
                    <a:pt x="3432" y="4206"/>
                  </a:lnTo>
                  <a:lnTo>
                    <a:pt x="3515" y="4164"/>
                  </a:lnTo>
                  <a:lnTo>
                    <a:pt x="3599" y="4164"/>
                  </a:lnTo>
                  <a:lnTo>
                    <a:pt x="3641" y="4101"/>
                  </a:lnTo>
                  <a:lnTo>
                    <a:pt x="3662" y="4080"/>
                  </a:lnTo>
                  <a:lnTo>
                    <a:pt x="3704" y="3996"/>
                  </a:lnTo>
                  <a:lnTo>
                    <a:pt x="3767" y="3955"/>
                  </a:lnTo>
                  <a:lnTo>
                    <a:pt x="3850" y="3913"/>
                  </a:lnTo>
                  <a:lnTo>
                    <a:pt x="3871" y="3871"/>
                  </a:lnTo>
                  <a:lnTo>
                    <a:pt x="3955" y="3850"/>
                  </a:lnTo>
                  <a:lnTo>
                    <a:pt x="3955" y="3766"/>
                  </a:lnTo>
                  <a:lnTo>
                    <a:pt x="3934" y="3704"/>
                  </a:lnTo>
                  <a:lnTo>
                    <a:pt x="3955" y="3578"/>
                  </a:lnTo>
                  <a:lnTo>
                    <a:pt x="4080" y="3369"/>
                  </a:lnTo>
                  <a:lnTo>
                    <a:pt x="4185" y="3327"/>
                  </a:lnTo>
                  <a:lnTo>
                    <a:pt x="4248" y="3327"/>
                  </a:lnTo>
                  <a:lnTo>
                    <a:pt x="4290" y="3264"/>
                  </a:lnTo>
                  <a:lnTo>
                    <a:pt x="4373" y="3243"/>
                  </a:lnTo>
                  <a:lnTo>
                    <a:pt x="4394" y="3180"/>
                  </a:lnTo>
                  <a:lnTo>
                    <a:pt x="4457" y="3139"/>
                  </a:lnTo>
                  <a:lnTo>
                    <a:pt x="4541" y="3076"/>
                  </a:lnTo>
                  <a:lnTo>
                    <a:pt x="4645" y="2971"/>
                  </a:lnTo>
                  <a:lnTo>
                    <a:pt x="4771" y="2950"/>
                  </a:lnTo>
                  <a:lnTo>
                    <a:pt x="4792" y="2971"/>
                  </a:lnTo>
                  <a:lnTo>
                    <a:pt x="4855" y="2950"/>
                  </a:lnTo>
                  <a:lnTo>
                    <a:pt x="4959" y="2950"/>
                  </a:lnTo>
                  <a:lnTo>
                    <a:pt x="5022" y="2867"/>
                  </a:lnTo>
                  <a:lnTo>
                    <a:pt x="5106" y="2867"/>
                  </a:lnTo>
                  <a:lnTo>
                    <a:pt x="5127" y="2762"/>
                  </a:lnTo>
                  <a:lnTo>
                    <a:pt x="5127" y="2720"/>
                  </a:lnTo>
                  <a:lnTo>
                    <a:pt x="5189" y="2657"/>
                  </a:lnTo>
                  <a:lnTo>
                    <a:pt x="5294" y="2657"/>
                  </a:lnTo>
                  <a:lnTo>
                    <a:pt x="5336" y="2616"/>
                  </a:lnTo>
                  <a:lnTo>
                    <a:pt x="5420" y="2616"/>
                  </a:lnTo>
                  <a:lnTo>
                    <a:pt x="5378" y="2553"/>
                  </a:lnTo>
                  <a:lnTo>
                    <a:pt x="5315" y="2511"/>
                  </a:lnTo>
                  <a:lnTo>
                    <a:pt x="5315" y="2448"/>
                  </a:lnTo>
                  <a:lnTo>
                    <a:pt x="5273" y="2406"/>
                  </a:lnTo>
                  <a:lnTo>
                    <a:pt x="5210" y="2406"/>
                  </a:lnTo>
                  <a:lnTo>
                    <a:pt x="5085" y="2323"/>
                  </a:lnTo>
                  <a:lnTo>
                    <a:pt x="5001" y="2323"/>
                  </a:lnTo>
                  <a:lnTo>
                    <a:pt x="4876" y="2281"/>
                  </a:lnTo>
                  <a:lnTo>
                    <a:pt x="4792" y="2302"/>
                  </a:lnTo>
                  <a:lnTo>
                    <a:pt x="4666" y="2281"/>
                  </a:lnTo>
                  <a:lnTo>
                    <a:pt x="4604" y="2176"/>
                  </a:lnTo>
                  <a:lnTo>
                    <a:pt x="4499" y="2092"/>
                  </a:lnTo>
                  <a:lnTo>
                    <a:pt x="4457" y="1988"/>
                  </a:lnTo>
                  <a:lnTo>
                    <a:pt x="4457" y="1904"/>
                  </a:lnTo>
                  <a:lnTo>
                    <a:pt x="4436" y="1779"/>
                  </a:lnTo>
                  <a:lnTo>
                    <a:pt x="4457" y="1695"/>
                  </a:lnTo>
                  <a:lnTo>
                    <a:pt x="4373" y="1611"/>
                  </a:lnTo>
                  <a:lnTo>
                    <a:pt x="4269" y="1590"/>
                  </a:lnTo>
                  <a:lnTo>
                    <a:pt x="4248" y="1548"/>
                  </a:lnTo>
                  <a:lnTo>
                    <a:pt x="4248" y="1486"/>
                  </a:lnTo>
                  <a:lnTo>
                    <a:pt x="4248" y="1465"/>
                  </a:lnTo>
                  <a:lnTo>
                    <a:pt x="4164" y="1402"/>
                  </a:lnTo>
                  <a:lnTo>
                    <a:pt x="4122" y="1360"/>
                  </a:lnTo>
                  <a:lnTo>
                    <a:pt x="4018" y="1297"/>
                  </a:lnTo>
                  <a:lnTo>
                    <a:pt x="3913" y="1235"/>
                  </a:lnTo>
                  <a:lnTo>
                    <a:pt x="3746" y="963"/>
                  </a:lnTo>
                  <a:lnTo>
                    <a:pt x="3704" y="879"/>
                  </a:lnTo>
                  <a:lnTo>
                    <a:pt x="3662" y="879"/>
                  </a:lnTo>
                  <a:lnTo>
                    <a:pt x="3620" y="837"/>
                  </a:lnTo>
                  <a:lnTo>
                    <a:pt x="3557" y="753"/>
                  </a:lnTo>
                  <a:lnTo>
                    <a:pt x="3515" y="711"/>
                  </a:lnTo>
                  <a:lnTo>
                    <a:pt x="3495" y="607"/>
                  </a:lnTo>
                  <a:lnTo>
                    <a:pt x="3432" y="523"/>
                  </a:lnTo>
                  <a:lnTo>
                    <a:pt x="3411" y="502"/>
                  </a:lnTo>
                  <a:lnTo>
                    <a:pt x="3411" y="439"/>
                  </a:lnTo>
                  <a:lnTo>
                    <a:pt x="3348" y="356"/>
                  </a:lnTo>
                  <a:lnTo>
                    <a:pt x="3285" y="314"/>
                  </a:lnTo>
                  <a:lnTo>
                    <a:pt x="3223" y="293"/>
                  </a:lnTo>
                  <a:lnTo>
                    <a:pt x="3139" y="209"/>
                  </a:lnTo>
                  <a:lnTo>
                    <a:pt x="3139" y="147"/>
                  </a:lnTo>
                  <a:lnTo>
                    <a:pt x="3139" y="105"/>
                  </a:lnTo>
                  <a:lnTo>
                    <a:pt x="3139" y="42"/>
                  </a:lnTo>
                  <a:lnTo>
                    <a:pt x="311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4" name="Google Shape;7898;p67">
              <a:extLst>
                <a:ext uri="{FF2B5EF4-FFF2-40B4-BE49-F238E27FC236}">
                  <a16:creationId xmlns:a16="http://schemas.microsoft.com/office/drawing/2014/main" id="{580C2448-8328-743E-801B-B5A6737B6488}"/>
                </a:ext>
              </a:extLst>
            </p:cNvPr>
            <p:cNvSpPr/>
            <p:nvPr/>
          </p:nvSpPr>
          <p:spPr>
            <a:xfrm>
              <a:off x="3853150" y="3491725"/>
              <a:ext cx="193550" cy="182075"/>
            </a:xfrm>
            <a:custGeom>
              <a:avLst/>
              <a:gdLst/>
              <a:ahLst/>
              <a:cxnLst/>
              <a:rect l="l" t="t" r="r" b="b"/>
              <a:pathLst>
                <a:path w="7742" h="7283" extrusionOk="0">
                  <a:moveTo>
                    <a:pt x="691" y="1"/>
                  </a:moveTo>
                  <a:lnTo>
                    <a:pt x="502" y="126"/>
                  </a:lnTo>
                  <a:lnTo>
                    <a:pt x="502" y="210"/>
                  </a:lnTo>
                  <a:lnTo>
                    <a:pt x="440" y="231"/>
                  </a:lnTo>
                  <a:lnTo>
                    <a:pt x="377" y="189"/>
                  </a:lnTo>
                  <a:lnTo>
                    <a:pt x="189" y="189"/>
                  </a:lnTo>
                  <a:lnTo>
                    <a:pt x="168" y="273"/>
                  </a:lnTo>
                  <a:lnTo>
                    <a:pt x="105" y="294"/>
                  </a:lnTo>
                  <a:lnTo>
                    <a:pt x="84" y="273"/>
                  </a:lnTo>
                  <a:lnTo>
                    <a:pt x="0" y="231"/>
                  </a:lnTo>
                  <a:lnTo>
                    <a:pt x="21" y="733"/>
                  </a:lnTo>
                  <a:lnTo>
                    <a:pt x="377" y="1068"/>
                  </a:lnTo>
                  <a:lnTo>
                    <a:pt x="544" y="1382"/>
                  </a:lnTo>
                  <a:lnTo>
                    <a:pt x="837" y="2051"/>
                  </a:lnTo>
                  <a:lnTo>
                    <a:pt x="858" y="2302"/>
                  </a:lnTo>
                  <a:lnTo>
                    <a:pt x="1151" y="2700"/>
                  </a:lnTo>
                  <a:lnTo>
                    <a:pt x="1151" y="2847"/>
                  </a:lnTo>
                  <a:lnTo>
                    <a:pt x="1465" y="3307"/>
                  </a:lnTo>
                  <a:lnTo>
                    <a:pt x="1465" y="3537"/>
                  </a:lnTo>
                  <a:lnTo>
                    <a:pt x="1381" y="3579"/>
                  </a:lnTo>
                  <a:lnTo>
                    <a:pt x="1465" y="3872"/>
                  </a:lnTo>
                  <a:lnTo>
                    <a:pt x="1486" y="4311"/>
                  </a:lnTo>
                  <a:lnTo>
                    <a:pt x="1674" y="4751"/>
                  </a:lnTo>
                  <a:lnTo>
                    <a:pt x="1653" y="5023"/>
                  </a:lnTo>
                  <a:lnTo>
                    <a:pt x="1695" y="5190"/>
                  </a:lnTo>
                  <a:lnTo>
                    <a:pt x="1632" y="5232"/>
                  </a:lnTo>
                  <a:lnTo>
                    <a:pt x="1674" y="5315"/>
                  </a:lnTo>
                  <a:lnTo>
                    <a:pt x="1737" y="5629"/>
                  </a:lnTo>
                  <a:lnTo>
                    <a:pt x="1800" y="5650"/>
                  </a:lnTo>
                  <a:lnTo>
                    <a:pt x="1862" y="5755"/>
                  </a:lnTo>
                  <a:lnTo>
                    <a:pt x="1800" y="5797"/>
                  </a:lnTo>
                  <a:lnTo>
                    <a:pt x="1800" y="5943"/>
                  </a:lnTo>
                  <a:lnTo>
                    <a:pt x="1883" y="6027"/>
                  </a:lnTo>
                  <a:lnTo>
                    <a:pt x="1904" y="6257"/>
                  </a:lnTo>
                  <a:lnTo>
                    <a:pt x="2009" y="6383"/>
                  </a:lnTo>
                  <a:lnTo>
                    <a:pt x="2155" y="6676"/>
                  </a:lnTo>
                  <a:lnTo>
                    <a:pt x="2281" y="6801"/>
                  </a:lnTo>
                  <a:lnTo>
                    <a:pt x="2302" y="6885"/>
                  </a:lnTo>
                  <a:lnTo>
                    <a:pt x="2511" y="7031"/>
                  </a:lnTo>
                  <a:lnTo>
                    <a:pt x="2595" y="6989"/>
                  </a:lnTo>
                  <a:lnTo>
                    <a:pt x="2720" y="6968"/>
                  </a:lnTo>
                  <a:lnTo>
                    <a:pt x="2720" y="6885"/>
                  </a:lnTo>
                  <a:lnTo>
                    <a:pt x="2678" y="6843"/>
                  </a:lnTo>
                  <a:lnTo>
                    <a:pt x="2720" y="6759"/>
                  </a:lnTo>
                  <a:lnTo>
                    <a:pt x="2888" y="6696"/>
                  </a:lnTo>
                  <a:lnTo>
                    <a:pt x="2930" y="6801"/>
                  </a:lnTo>
                  <a:lnTo>
                    <a:pt x="3055" y="6822"/>
                  </a:lnTo>
                  <a:lnTo>
                    <a:pt x="3013" y="6927"/>
                  </a:lnTo>
                  <a:lnTo>
                    <a:pt x="3097" y="7115"/>
                  </a:lnTo>
                  <a:lnTo>
                    <a:pt x="3264" y="7136"/>
                  </a:lnTo>
                  <a:lnTo>
                    <a:pt x="3411" y="7220"/>
                  </a:lnTo>
                  <a:lnTo>
                    <a:pt x="3515" y="7199"/>
                  </a:lnTo>
                  <a:lnTo>
                    <a:pt x="3557" y="7220"/>
                  </a:lnTo>
                  <a:lnTo>
                    <a:pt x="3662" y="7240"/>
                  </a:lnTo>
                  <a:lnTo>
                    <a:pt x="3725" y="7199"/>
                  </a:lnTo>
                  <a:lnTo>
                    <a:pt x="3787" y="7199"/>
                  </a:lnTo>
                  <a:lnTo>
                    <a:pt x="3850" y="7282"/>
                  </a:lnTo>
                  <a:lnTo>
                    <a:pt x="3976" y="7282"/>
                  </a:lnTo>
                  <a:lnTo>
                    <a:pt x="3997" y="7178"/>
                  </a:lnTo>
                  <a:lnTo>
                    <a:pt x="4038" y="7115"/>
                  </a:lnTo>
                  <a:lnTo>
                    <a:pt x="4101" y="7094"/>
                  </a:lnTo>
                  <a:lnTo>
                    <a:pt x="4164" y="6968"/>
                  </a:lnTo>
                  <a:lnTo>
                    <a:pt x="4310" y="6885"/>
                  </a:lnTo>
                  <a:lnTo>
                    <a:pt x="4499" y="6906"/>
                  </a:lnTo>
                  <a:lnTo>
                    <a:pt x="4562" y="6906"/>
                  </a:lnTo>
                  <a:lnTo>
                    <a:pt x="4624" y="4813"/>
                  </a:lnTo>
                  <a:lnTo>
                    <a:pt x="4729" y="2993"/>
                  </a:lnTo>
                  <a:lnTo>
                    <a:pt x="5252" y="2993"/>
                  </a:lnTo>
                  <a:lnTo>
                    <a:pt x="5357" y="922"/>
                  </a:lnTo>
                  <a:lnTo>
                    <a:pt x="5775" y="922"/>
                  </a:lnTo>
                  <a:lnTo>
                    <a:pt x="6340" y="796"/>
                  </a:lnTo>
                  <a:lnTo>
                    <a:pt x="6507" y="733"/>
                  </a:lnTo>
                  <a:lnTo>
                    <a:pt x="6612" y="733"/>
                  </a:lnTo>
                  <a:lnTo>
                    <a:pt x="6654" y="754"/>
                  </a:lnTo>
                  <a:lnTo>
                    <a:pt x="6675" y="838"/>
                  </a:lnTo>
                  <a:lnTo>
                    <a:pt x="6717" y="859"/>
                  </a:lnTo>
                  <a:lnTo>
                    <a:pt x="6696" y="922"/>
                  </a:lnTo>
                  <a:lnTo>
                    <a:pt x="6675" y="1005"/>
                  </a:lnTo>
                  <a:lnTo>
                    <a:pt x="6717" y="1005"/>
                  </a:lnTo>
                  <a:lnTo>
                    <a:pt x="6905" y="859"/>
                  </a:lnTo>
                  <a:lnTo>
                    <a:pt x="7031" y="733"/>
                  </a:lnTo>
                  <a:lnTo>
                    <a:pt x="7135" y="608"/>
                  </a:lnTo>
                  <a:lnTo>
                    <a:pt x="7282" y="608"/>
                  </a:lnTo>
                  <a:lnTo>
                    <a:pt x="7303" y="629"/>
                  </a:lnTo>
                  <a:lnTo>
                    <a:pt x="7386" y="650"/>
                  </a:lnTo>
                  <a:lnTo>
                    <a:pt x="7449" y="608"/>
                  </a:lnTo>
                  <a:lnTo>
                    <a:pt x="7637" y="524"/>
                  </a:lnTo>
                  <a:lnTo>
                    <a:pt x="7742" y="503"/>
                  </a:lnTo>
                  <a:lnTo>
                    <a:pt x="7658" y="398"/>
                  </a:lnTo>
                  <a:lnTo>
                    <a:pt x="7637" y="398"/>
                  </a:lnTo>
                  <a:lnTo>
                    <a:pt x="7616" y="378"/>
                  </a:lnTo>
                  <a:lnTo>
                    <a:pt x="7533" y="378"/>
                  </a:lnTo>
                  <a:lnTo>
                    <a:pt x="7512" y="336"/>
                  </a:lnTo>
                  <a:lnTo>
                    <a:pt x="7491" y="336"/>
                  </a:lnTo>
                  <a:lnTo>
                    <a:pt x="7449" y="315"/>
                  </a:lnTo>
                  <a:lnTo>
                    <a:pt x="7323" y="378"/>
                  </a:lnTo>
                  <a:lnTo>
                    <a:pt x="7240" y="336"/>
                  </a:lnTo>
                  <a:lnTo>
                    <a:pt x="6696" y="482"/>
                  </a:lnTo>
                  <a:lnTo>
                    <a:pt x="5817" y="691"/>
                  </a:lnTo>
                  <a:lnTo>
                    <a:pt x="5671" y="691"/>
                  </a:lnTo>
                  <a:lnTo>
                    <a:pt x="5650" y="650"/>
                  </a:lnTo>
                  <a:lnTo>
                    <a:pt x="5608" y="650"/>
                  </a:lnTo>
                  <a:lnTo>
                    <a:pt x="5566" y="608"/>
                  </a:lnTo>
                  <a:lnTo>
                    <a:pt x="5524" y="629"/>
                  </a:lnTo>
                  <a:lnTo>
                    <a:pt x="5461" y="608"/>
                  </a:lnTo>
                  <a:lnTo>
                    <a:pt x="5419" y="587"/>
                  </a:lnTo>
                  <a:lnTo>
                    <a:pt x="5336" y="608"/>
                  </a:lnTo>
                  <a:lnTo>
                    <a:pt x="5336" y="650"/>
                  </a:lnTo>
                  <a:lnTo>
                    <a:pt x="5189" y="650"/>
                  </a:lnTo>
                  <a:lnTo>
                    <a:pt x="5085" y="629"/>
                  </a:lnTo>
                  <a:lnTo>
                    <a:pt x="4938" y="503"/>
                  </a:lnTo>
                  <a:lnTo>
                    <a:pt x="4896" y="503"/>
                  </a:lnTo>
                  <a:lnTo>
                    <a:pt x="4875" y="482"/>
                  </a:lnTo>
                  <a:lnTo>
                    <a:pt x="4834" y="545"/>
                  </a:lnTo>
                  <a:lnTo>
                    <a:pt x="4771" y="545"/>
                  </a:lnTo>
                  <a:lnTo>
                    <a:pt x="4624" y="524"/>
                  </a:lnTo>
                  <a:lnTo>
                    <a:pt x="4520" y="545"/>
                  </a:lnTo>
                  <a:lnTo>
                    <a:pt x="4457" y="608"/>
                  </a:lnTo>
                  <a:lnTo>
                    <a:pt x="4373" y="587"/>
                  </a:lnTo>
                  <a:lnTo>
                    <a:pt x="4352" y="524"/>
                  </a:lnTo>
                  <a:lnTo>
                    <a:pt x="4290" y="503"/>
                  </a:lnTo>
                  <a:lnTo>
                    <a:pt x="4185" y="524"/>
                  </a:lnTo>
                  <a:lnTo>
                    <a:pt x="4080" y="503"/>
                  </a:lnTo>
                  <a:lnTo>
                    <a:pt x="3955" y="440"/>
                  </a:lnTo>
                  <a:lnTo>
                    <a:pt x="3892" y="398"/>
                  </a:lnTo>
                  <a:lnTo>
                    <a:pt x="3850" y="294"/>
                  </a:lnTo>
                  <a:lnTo>
                    <a:pt x="3829" y="273"/>
                  </a:lnTo>
                  <a:lnTo>
                    <a:pt x="1653" y="273"/>
                  </a:lnTo>
                  <a:lnTo>
                    <a:pt x="1632" y="231"/>
                  </a:lnTo>
                  <a:lnTo>
                    <a:pt x="1569" y="231"/>
                  </a:lnTo>
                  <a:lnTo>
                    <a:pt x="1486" y="294"/>
                  </a:lnTo>
                  <a:lnTo>
                    <a:pt x="1465" y="294"/>
                  </a:lnTo>
                  <a:lnTo>
                    <a:pt x="1360" y="336"/>
                  </a:lnTo>
                  <a:lnTo>
                    <a:pt x="1235" y="294"/>
                  </a:lnTo>
                  <a:lnTo>
                    <a:pt x="1130" y="189"/>
                  </a:lnTo>
                  <a:lnTo>
                    <a:pt x="1067" y="168"/>
                  </a:lnTo>
                  <a:lnTo>
                    <a:pt x="1109" y="106"/>
                  </a:lnTo>
                  <a:lnTo>
                    <a:pt x="1025" y="85"/>
                  </a:lnTo>
                  <a:lnTo>
                    <a:pt x="1025" y="64"/>
                  </a:lnTo>
                  <a:lnTo>
                    <a:pt x="942" y="1"/>
                  </a:lnTo>
                  <a:lnTo>
                    <a:pt x="900" y="22"/>
                  </a:lnTo>
                  <a:lnTo>
                    <a:pt x="858" y="64"/>
                  </a:lnTo>
                  <a:lnTo>
                    <a:pt x="837" y="64"/>
                  </a:lnTo>
                  <a:lnTo>
                    <a:pt x="73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5" name="Google Shape;7899;p67">
              <a:extLst>
                <a:ext uri="{FF2B5EF4-FFF2-40B4-BE49-F238E27FC236}">
                  <a16:creationId xmlns:a16="http://schemas.microsoft.com/office/drawing/2014/main" id="{3E93005D-E257-BBB7-AD9D-B72B872F62BF}"/>
                </a:ext>
              </a:extLst>
            </p:cNvPr>
            <p:cNvSpPr/>
            <p:nvPr/>
          </p:nvSpPr>
          <p:spPr>
            <a:xfrm>
              <a:off x="4123050" y="3397575"/>
              <a:ext cx="150675" cy="242750"/>
            </a:xfrm>
            <a:custGeom>
              <a:avLst/>
              <a:gdLst/>
              <a:ahLst/>
              <a:cxnLst/>
              <a:rect l="l" t="t" r="r" b="b"/>
              <a:pathLst>
                <a:path w="6027" h="9710" extrusionOk="0">
                  <a:moveTo>
                    <a:pt x="6006" y="1"/>
                  </a:moveTo>
                  <a:lnTo>
                    <a:pt x="5964" y="22"/>
                  </a:lnTo>
                  <a:lnTo>
                    <a:pt x="5922" y="84"/>
                  </a:lnTo>
                  <a:lnTo>
                    <a:pt x="5818" y="63"/>
                  </a:lnTo>
                  <a:lnTo>
                    <a:pt x="5734" y="126"/>
                  </a:lnTo>
                  <a:lnTo>
                    <a:pt x="5650" y="210"/>
                  </a:lnTo>
                  <a:lnTo>
                    <a:pt x="5525" y="231"/>
                  </a:lnTo>
                  <a:lnTo>
                    <a:pt x="5441" y="314"/>
                  </a:lnTo>
                  <a:lnTo>
                    <a:pt x="5315" y="314"/>
                  </a:lnTo>
                  <a:lnTo>
                    <a:pt x="5294" y="377"/>
                  </a:lnTo>
                  <a:lnTo>
                    <a:pt x="5190" y="398"/>
                  </a:lnTo>
                  <a:lnTo>
                    <a:pt x="5106" y="377"/>
                  </a:lnTo>
                  <a:lnTo>
                    <a:pt x="4897" y="440"/>
                  </a:lnTo>
                  <a:lnTo>
                    <a:pt x="4855" y="482"/>
                  </a:lnTo>
                  <a:lnTo>
                    <a:pt x="4750" y="503"/>
                  </a:lnTo>
                  <a:lnTo>
                    <a:pt x="4667" y="440"/>
                  </a:lnTo>
                  <a:lnTo>
                    <a:pt x="4583" y="440"/>
                  </a:lnTo>
                  <a:lnTo>
                    <a:pt x="4478" y="419"/>
                  </a:lnTo>
                  <a:lnTo>
                    <a:pt x="4437" y="482"/>
                  </a:lnTo>
                  <a:lnTo>
                    <a:pt x="4458" y="524"/>
                  </a:lnTo>
                  <a:lnTo>
                    <a:pt x="4437" y="607"/>
                  </a:lnTo>
                  <a:lnTo>
                    <a:pt x="4269" y="628"/>
                  </a:lnTo>
                  <a:lnTo>
                    <a:pt x="4144" y="691"/>
                  </a:lnTo>
                  <a:lnTo>
                    <a:pt x="4060" y="628"/>
                  </a:lnTo>
                  <a:lnTo>
                    <a:pt x="3976" y="628"/>
                  </a:lnTo>
                  <a:lnTo>
                    <a:pt x="3976" y="587"/>
                  </a:lnTo>
                  <a:lnTo>
                    <a:pt x="3934" y="545"/>
                  </a:lnTo>
                  <a:lnTo>
                    <a:pt x="3872" y="607"/>
                  </a:lnTo>
                  <a:lnTo>
                    <a:pt x="3809" y="607"/>
                  </a:lnTo>
                  <a:lnTo>
                    <a:pt x="3704" y="712"/>
                  </a:lnTo>
                  <a:lnTo>
                    <a:pt x="3516" y="733"/>
                  </a:lnTo>
                  <a:lnTo>
                    <a:pt x="3537" y="712"/>
                  </a:lnTo>
                  <a:lnTo>
                    <a:pt x="3495" y="628"/>
                  </a:lnTo>
                  <a:lnTo>
                    <a:pt x="3411" y="628"/>
                  </a:lnTo>
                  <a:lnTo>
                    <a:pt x="3328" y="587"/>
                  </a:lnTo>
                  <a:lnTo>
                    <a:pt x="3244" y="545"/>
                  </a:lnTo>
                  <a:lnTo>
                    <a:pt x="3244" y="503"/>
                  </a:lnTo>
                  <a:lnTo>
                    <a:pt x="3181" y="524"/>
                  </a:lnTo>
                  <a:lnTo>
                    <a:pt x="3139" y="545"/>
                  </a:lnTo>
                  <a:lnTo>
                    <a:pt x="3035" y="587"/>
                  </a:lnTo>
                  <a:lnTo>
                    <a:pt x="2491" y="607"/>
                  </a:lnTo>
                  <a:lnTo>
                    <a:pt x="2365" y="1110"/>
                  </a:lnTo>
                  <a:lnTo>
                    <a:pt x="2449" y="1654"/>
                  </a:lnTo>
                  <a:lnTo>
                    <a:pt x="2616" y="1737"/>
                  </a:lnTo>
                  <a:lnTo>
                    <a:pt x="2721" y="1800"/>
                  </a:lnTo>
                  <a:lnTo>
                    <a:pt x="2763" y="1863"/>
                  </a:lnTo>
                  <a:lnTo>
                    <a:pt x="2805" y="1884"/>
                  </a:lnTo>
                  <a:lnTo>
                    <a:pt x="3014" y="2072"/>
                  </a:lnTo>
                  <a:lnTo>
                    <a:pt x="3035" y="2177"/>
                  </a:lnTo>
                  <a:lnTo>
                    <a:pt x="3181" y="2365"/>
                  </a:lnTo>
                  <a:lnTo>
                    <a:pt x="3223" y="2491"/>
                  </a:lnTo>
                  <a:lnTo>
                    <a:pt x="3286" y="2574"/>
                  </a:lnTo>
                  <a:lnTo>
                    <a:pt x="3286" y="2637"/>
                  </a:lnTo>
                  <a:lnTo>
                    <a:pt x="3202" y="2637"/>
                  </a:lnTo>
                  <a:lnTo>
                    <a:pt x="3181" y="2721"/>
                  </a:lnTo>
                  <a:lnTo>
                    <a:pt x="3118" y="2721"/>
                  </a:lnTo>
                  <a:lnTo>
                    <a:pt x="3097" y="2783"/>
                  </a:lnTo>
                  <a:lnTo>
                    <a:pt x="3118" y="2804"/>
                  </a:lnTo>
                  <a:lnTo>
                    <a:pt x="3097" y="2846"/>
                  </a:lnTo>
                  <a:lnTo>
                    <a:pt x="3181" y="2930"/>
                  </a:lnTo>
                  <a:lnTo>
                    <a:pt x="3139" y="3139"/>
                  </a:lnTo>
                  <a:lnTo>
                    <a:pt x="3118" y="3244"/>
                  </a:lnTo>
                  <a:lnTo>
                    <a:pt x="3035" y="3307"/>
                  </a:lnTo>
                  <a:lnTo>
                    <a:pt x="2930" y="3327"/>
                  </a:lnTo>
                  <a:lnTo>
                    <a:pt x="2867" y="3474"/>
                  </a:lnTo>
                  <a:lnTo>
                    <a:pt x="2867" y="3579"/>
                  </a:lnTo>
                  <a:lnTo>
                    <a:pt x="2805" y="3683"/>
                  </a:lnTo>
                  <a:lnTo>
                    <a:pt x="2825" y="3830"/>
                  </a:lnTo>
                  <a:lnTo>
                    <a:pt x="2805" y="3955"/>
                  </a:lnTo>
                  <a:lnTo>
                    <a:pt x="2700" y="3976"/>
                  </a:lnTo>
                  <a:lnTo>
                    <a:pt x="2679" y="3872"/>
                  </a:lnTo>
                  <a:lnTo>
                    <a:pt x="2700" y="3830"/>
                  </a:lnTo>
                  <a:lnTo>
                    <a:pt x="2616" y="3725"/>
                  </a:lnTo>
                  <a:lnTo>
                    <a:pt x="2574" y="3662"/>
                  </a:lnTo>
                  <a:lnTo>
                    <a:pt x="2491" y="3620"/>
                  </a:lnTo>
                  <a:lnTo>
                    <a:pt x="2386" y="3537"/>
                  </a:lnTo>
                  <a:lnTo>
                    <a:pt x="2281" y="3411"/>
                  </a:lnTo>
                  <a:lnTo>
                    <a:pt x="2281" y="3327"/>
                  </a:lnTo>
                  <a:lnTo>
                    <a:pt x="2240" y="3202"/>
                  </a:lnTo>
                  <a:lnTo>
                    <a:pt x="2240" y="3097"/>
                  </a:lnTo>
                  <a:lnTo>
                    <a:pt x="2281" y="2993"/>
                  </a:lnTo>
                  <a:lnTo>
                    <a:pt x="2344" y="2846"/>
                  </a:lnTo>
                  <a:lnTo>
                    <a:pt x="2449" y="2721"/>
                  </a:lnTo>
                  <a:lnTo>
                    <a:pt x="2470" y="2595"/>
                  </a:lnTo>
                  <a:lnTo>
                    <a:pt x="2470" y="2428"/>
                  </a:lnTo>
                  <a:lnTo>
                    <a:pt x="2407" y="2323"/>
                  </a:lnTo>
                  <a:lnTo>
                    <a:pt x="2261" y="2302"/>
                  </a:lnTo>
                  <a:lnTo>
                    <a:pt x="2135" y="2302"/>
                  </a:lnTo>
                  <a:lnTo>
                    <a:pt x="2072" y="2365"/>
                  </a:lnTo>
                  <a:lnTo>
                    <a:pt x="2030" y="2365"/>
                  </a:lnTo>
                  <a:lnTo>
                    <a:pt x="1968" y="2386"/>
                  </a:lnTo>
                  <a:lnTo>
                    <a:pt x="1863" y="2323"/>
                  </a:lnTo>
                  <a:lnTo>
                    <a:pt x="1863" y="2260"/>
                  </a:lnTo>
                  <a:lnTo>
                    <a:pt x="1821" y="2198"/>
                  </a:lnTo>
                  <a:lnTo>
                    <a:pt x="1779" y="2156"/>
                  </a:lnTo>
                  <a:lnTo>
                    <a:pt x="1758" y="2093"/>
                  </a:lnTo>
                  <a:lnTo>
                    <a:pt x="1612" y="2114"/>
                  </a:lnTo>
                  <a:lnTo>
                    <a:pt x="1424" y="2177"/>
                  </a:lnTo>
                  <a:lnTo>
                    <a:pt x="1089" y="2302"/>
                  </a:lnTo>
                  <a:lnTo>
                    <a:pt x="984" y="2323"/>
                  </a:lnTo>
                  <a:lnTo>
                    <a:pt x="398" y="2595"/>
                  </a:lnTo>
                  <a:lnTo>
                    <a:pt x="273" y="2595"/>
                  </a:lnTo>
                  <a:lnTo>
                    <a:pt x="43" y="2700"/>
                  </a:lnTo>
                  <a:lnTo>
                    <a:pt x="1" y="2783"/>
                  </a:lnTo>
                  <a:lnTo>
                    <a:pt x="43" y="2951"/>
                  </a:lnTo>
                  <a:lnTo>
                    <a:pt x="43" y="3035"/>
                  </a:lnTo>
                  <a:lnTo>
                    <a:pt x="64" y="3223"/>
                  </a:lnTo>
                  <a:lnTo>
                    <a:pt x="273" y="3244"/>
                  </a:lnTo>
                  <a:lnTo>
                    <a:pt x="356" y="3244"/>
                  </a:lnTo>
                  <a:lnTo>
                    <a:pt x="377" y="3327"/>
                  </a:lnTo>
                  <a:lnTo>
                    <a:pt x="419" y="3307"/>
                  </a:lnTo>
                  <a:lnTo>
                    <a:pt x="482" y="3244"/>
                  </a:lnTo>
                  <a:lnTo>
                    <a:pt x="628" y="3265"/>
                  </a:lnTo>
                  <a:lnTo>
                    <a:pt x="796" y="3369"/>
                  </a:lnTo>
                  <a:lnTo>
                    <a:pt x="901" y="3516"/>
                  </a:lnTo>
                  <a:lnTo>
                    <a:pt x="1005" y="3537"/>
                  </a:lnTo>
                  <a:lnTo>
                    <a:pt x="1193" y="3537"/>
                  </a:lnTo>
                  <a:lnTo>
                    <a:pt x="1298" y="3620"/>
                  </a:lnTo>
                  <a:lnTo>
                    <a:pt x="1340" y="3683"/>
                  </a:lnTo>
                  <a:lnTo>
                    <a:pt x="1465" y="3725"/>
                  </a:lnTo>
                  <a:lnTo>
                    <a:pt x="1465" y="3788"/>
                  </a:lnTo>
                  <a:lnTo>
                    <a:pt x="1424" y="3892"/>
                  </a:lnTo>
                  <a:lnTo>
                    <a:pt x="1445" y="3976"/>
                  </a:lnTo>
                  <a:lnTo>
                    <a:pt x="1424" y="4060"/>
                  </a:lnTo>
                  <a:lnTo>
                    <a:pt x="1445" y="4144"/>
                  </a:lnTo>
                  <a:lnTo>
                    <a:pt x="1445" y="4206"/>
                  </a:lnTo>
                  <a:lnTo>
                    <a:pt x="1403" y="4290"/>
                  </a:lnTo>
                  <a:lnTo>
                    <a:pt x="1361" y="4457"/>
                  </a:lnTo>
                  <a:lnTo>
                    <a:pt x="1319" y="4562"/>
                  </a:lnTo>
                  <a:lnTo>
                    <a:pt x="1361" y="4604"/>
                  </a:lnTo>
                  <a:lnTo>
                    <a:pt x="1445" y="4604"/>
                  </a:lnTo>
                  <a:lnTo>
                    <a:pt x="1424" y="4688"/>
                  </a:lnTo>
                  <a:lnTo>
                    <a:pt x="1319" y="4729"/>
                  </a:lnTo>
                  <a:lnTo>
                    <a:pt x="1319" y="4834"/>
                  </a:lnTo>
                  <a:lnTo>
                    <a:pt x="1319" y="4980"/>
                  </a:lnTo>
                  <a:lnTo>
                    <a:pt x="1235" y="5001"/>
                  </a:lnTo>
                  <a:lnTo>
                    <a:pt x="1235" y="5043"/>
                  </a:lnTo>
                  <a:lnTo>
                    <a:pt x="1340" y="5127"/>
                  </a:lnTo>
                  <a:lnTo>
                    <a:pt x="1361" y="5232"/>
                  </a:lnTo>
                  <a:lnTo>
                    <a:pt x="1319" y="5294"/>
                  </a:lnTo>
                  <a:lnTo>
                    <a:pt x="1319" y="5399"/>
                  </a:lnTo>
                  <a:lnTo>
                    <a:pt x="1361" y="5441"/>
                  </a:lnTo>
                  <a:lnTo>
                    <a:pt x="1403" y="5524"/>
                  </a:lnTo>
                  <a:lnTo>
                    <a:pt x="1319" y="5629"/>
                  </a:lnTo>
                  <a:lnTo>
                    <a:pt x="1214" y="5734"/>
                  </a:lnTo>
                  <a:lnTo>
                    <a:pt x="1193" y="5776"/>
                  </a:lnTo>
                  <a:lnTo>
                    <a:pt x="1110" y="5776"/>
                  </a:lnTo>
                  <a:lnTo>
                    <a:pt x="1089" y="5859"/>
                  </a:lnTo>
                  <a:lnTo>
                    <a:pt x="1110" y="5964"/>
                  </a:lnTo>
                  <a:lnTo>
                    <a:pt x="1089" y="6048"/>
                  </a:lnTo>
                  <a:lnTo>
                    <a:pt x="1047" y="6194"/>
                  </a:lnTo>
                  <a:lnTo>
                    <a:pt x="1026" y="6278"/>
                  </a:lnTo>
                  <a:lnTo>
                    <a:pt x="1026" y="6466"/>
                  </a:lnTo>
                  <a:lnTo>
                    <a:pt x="398" y="7115"/>
                  </a:lnTo>
                  <a:lnTo>
                    <a:pt x="461" y="7282"/>
                  </a:lnTo>
                  <a:lnTo>
                    <a:pt x="482" y="7429"/>
                  </a:lnTo>
                  <a:lnTo>
                    <a:pt x="566" y="7554"/>
                  </a:lnTo>
                  <a:lnTo>
                    <a:pt x="566" y="7847"/>
                  </a:lnTo>
                  <a:lnTo>
                    <a:pt x="524" y="7868"/>
                  </a:lnTo>
                  <a:lnTo>
                    <a:pt x="524" y="7973"/>
                  </a:lnTo>
                  <a:lnTo>
                    <a:pt x="587" y="8077"/>
                  </a:lnTo>
                  <a:lnTo>
                    <a:pt x="608" y="8224"/>
                  </a:lnTo>
                  <a:lnTo>
                    <a:pt x="608" y="8684"/>
                  </a:lnTo>
                  <a:lnTo>
                    <a:pt x="566" y="8851"/>
                  </a:lnTo>
                  <a:lnTo>
                    <a:pt x="566" y="9019"/>
                  </a:lnTo>
                  <a:lnTo>
                    <a:pt x="566" y="9207"/>
                  </a:lnTo>
                  <a:lnTo>
                    <a:pt x="566" y="9228"/>
                  </a:lnTo>
                  <a:lnTo>
                    <a:pt x="628" y="9270"/>
                  </a:lnTo>
                  <a:lnTo>
                    <a:pt x="691" y="9333"/>
                  </a:lnTo>
                  <a:lnTo>
                    <a:pt x="733" y="9395"/>
                  </a:lnTo>
                  <a:lnTo>
                    <a:pt x="712" y="9437"/>
                  </a:lnTo>
                  <a:lnTo>
                    <a:pt x="712" y="9521"/>
                  </a:lnTo>
                  <a:lnTo>
                    <a:pt x="691" y="9626"/>
                  </a:lnTo>
                  <a:lnTo>
                    <a:pt x="691" y="9646"/>
                  </a:lnTo>
                  <a:lnTo>
                    <a:pt x="733" y="9646"/>
                  </a:lnTo>
                  <a:lnTo>
                    <a:pt x="942" y="9709"/>
                  </a:lnTo>
                  <a:lnTo>
                    <a:pt x="1047" y="9709"/>
                  </a:lnTo>
                  <a:lnTo>
                    <a:pt x="1089" y="9605"/>
                  </a:lnTo>
                  <a:lnTo>
                    <a:pt x="1131" y="9500"/>
                  </a:lnTo>
                  <a:lnTo>
                    <a:pt x="1152" y="9333"/>
                  </a:lnTo>
                  <a:lnTo>
                    <a:pt x="1131" y="9291"/>
                  </a:lnTo>
                  <a:lnTo>
                    <a:pt x="1110" y="9291"/>
                  </a:lnTo>
                  <a:lnTo>
                    <a:pt x="1089" y="9395"/>
                  </a:lnTo>
                  <a:lnTo>
                    <a:pt x="1005" y="9374"/>
                  </a:lnTo>
                  <a:lnTo>
                    <a:pt x="942" y="9437"/>
                  </a:lnTo>
                  <a:lnTo>
                    <a:pt x="942" y="9333"/>
                  </a:lnTo>
                  <a:lnTo>
                    <a:pt x="901" y="9228"/>
                  </a:lnTo>
                  <a:lnTo>
                    <a:pt x="880" y="9207"/>
                  </a:lnTo>
                  <a:lnTo>
                    <a:pt x="921" y="9165"/>
                  </a:lnTo>
                  <a:lnTo>
                    <a:pt x="984" y="9165"/>
                  </a:lnTo>
                  <a:lnTo>
                    <a:pt x="1026" y="9019"/>
                  </a:lnTo>
                  <a:lnTo>
                    <a:pt x="1110" y="8977"/>
                  </a:lnTo>
                  <a:lnTo>
                    <a:pt x="1131" y="8893"/>
                  </a:lnTo>
                  <a:lnTo>
                    <a:pt x="1298" y="8872"/>
                  </a:lnTo>
                  <a:lnTo>
                    <a:pt x="1465" y="8663"/>
                  </a:lnTo>
                  <a:lnTo>
                    <a:pt x="1989" y="8579"/>
                  </a:lnTo>
                  <a:lnTo>
                    <a:pt x="2365" y="8391"/>
                  </a:lnTo>
                  <a:lnTo>
                    <a:pt x="2574" y="8182"/>
                  </a:lnTo>
                  <a:lnTo>
                    <a:pt x="2616" y="8035"/>
                  </a:lnTo>
                  <a:lnTo>
                    <a:pt x="2679" y="7931"/>
                  </a:lnTo>
                  <a:lnTo>
                    <a:pt x="2679" y="7847"/>
                  </a:lnTo>
                  <a:lnTo>
                    <a:pt x="2574" y="7910"/>
                  </a:lnTo>
                  <a:lnTo>
                    <a:pt x="2553" y="7805"/>
                  </a:lnTo>
                  <a:lnTo>
                    <a:pt x="2595" y="7805"/>
                  </a:lnTo>
                  <a:lnTo>
                    <a:pt x="2595" y="7701"/>
                  </a:lnTo>
                  <a:lnTo>
                    <a:pt x="2658" y="7617"/>
                  </a:lnTo>
                  <a:lnTo>
                    <a:pt x="2658" y="7533"/>
                  </a:lnTo>
                  <a:lnTo>
                    <a:pt x="2721" y="7345"/>
                  </a:lnTo>
                  <a:lnTo>
                    <a:pt x="2700" y="7324"/>
                  </a:lnTo>
                  <a:lnTo>
                    <a:pt x="2700" y="7177"/>
                  </a:lnTo>
                  <a:lnTo>
                    <a:pt x="2763" y="7115"/>
                  </a:lnTo>
                  <a:lnTo>
                    <a:pt x="2763" y="6968"/>
                  </a:lnTo>
                  <a:lnTo>
                    <a:pt x="2721" y="6968"/>
                  </a:lnTo>
                  <a:lnTo>
                    <a:pt x="2721" y="6822"/>
                  </a:lnTo>
                  <a:lnTo>
                    <a:pt x="2658" y="6968"/>
                  </a:lnTo>
                  <a:lnTo>
                    <a:pt x="2658" y="7073"/>
                  </a:lnTo>
                  <a:lnTo>
                    <a:pt x="2595" y="7094"/>
                  </a:lnTo>
                  <a:lnTo>
                    <a:pt x="2574" y="6968"/>
                  </a:lnTo>
                  <a:lnTo>
                    <a:pt x="2595" y="6592"/>
                  </a:lnTo>
                  <a:lnTo>
                    <a:pt x="2553" y="6466"/>
                  </a:lnTo>
                  <a:lnTo>
                    <a:pt x="2553" y="6340"/>
                  </a:lnTo>
                  <a:lnTo>
                    <a:pt x="2470" y="6236"/>
                  </a:lnTo>
                  <a:lnTo>
                    <a:pt x="2407" y="6194"/>
                  </a:lnTo>
                  <a:lnTo>
                    <a:pt x="2491" y="6152"/>
                  </a:lnTo>
                  <a:lnTo>
                    <a:pt x="2491" y="6068"/>
                  </a:lnTo>
                  <a:lnTo>
                    <a:pt x="2302" y="5838"/>
                  </a:lnTo>
                  <a:lnTo>
                    <a:pt x="2386" y="5755"/>
                  </a:lnTo>
                  <a:lnTo>
                    <a:pt x="2365" y="5650"/>
                  </a:lnTo>
                  <a:lnTo>
                    <a:pt x="2407" y="5608"/>
                  </a:lnTo>
                  <a:lnTo>
                    <a:pt x="2407" y="5524"/>
                  </a:lnTo>
                  <a:lnTo>
                    <a:pt x="2365" y="5441"/>
                  </a:lnTo>
                  <a:lnTo>
                    <a:pt x="2365" y="5399"/>
                  </a:lnTo>
                  <a:lnTo>
                    <a:pt x="2407" y="5399"/>
                  </a:lnTo>
                  <a:lnTo>
                    <a:pt x="2512" y="5462"/>
                  </a:lnTo>
                  <a:lnTo>
                    <a:pt x="2574" y="5399"/>
                  </a:lnTo>
                  <a:lnTo>
                    <a:pt x="2721" y="5399"/>
                  </a:lnTo>
                  <a:lnTo>
                    <a:pt x="2825" y="5315"/>
                  </a:lnTo>
                  <a:lnTo>
                    <a:pt x="2805" y="5190"/>
                  </a:lnTo>
                  <a:lnTo>
                    <a:pt x="3118" y="4980"/>
                  </a:lnTo>
                  <a:lnTo>
                    <a:pt x="3244" y="4980"/>
                  </a:lnTo>
                  <a:lnTo>
                    <a:pt x="3244" y="4897"/>
                  </a:lnTo>
                  <a:lnTo>
                    <a:pt x="3307" y="4876"/>
                  </a:lnTo>
                  <a:lnTo>
                    <a:pt x="3349" y="4813"/>
                  </a:lnTo>
                  <a:lnTo>
                    <a:pt x="3349" y="4771"/>
                  </a:lnTo>
                  <a:lnTo>
                    <a:pt x="3600" y="4625"/>
                  </a:lnTo>
                  <a:lnTo>
                    <a:pt x="3621" y="4562"/>
                  </a:lnTo>
                  <a:lnTo>
                    <a:pt x="3662" y="4520"/>
                  </a:lnTo>
                  <a:lnTo>
                    <a:pt x="3704" y="4374"/>
                  </a:lnTo>
                  <a:lnTo>
                    <a:pt x="3746" y="4478"/>
                  </a:lnTo>
                  <a:lnTo>
                    <a:pt x="3830" y="4416"/>
                  </a:lnTo>
                  <a:lnTo>
                    <a:pt x="3955" y="4269"/>
                  </a:lnTo>
                  <a:lnTo>
                    <a:pt x="3955" y="4185"/>
                  </a:lnTo>
                  <a:lnTo>
                    <a:pt x="4018" y="4248"/>
                  </a:lnTo>
                  <a:lnTo>
                    <a:pt x="4248" y="4081"/>
                  </a:lnTo>
                  <a:lnTo>
                    <a:pt x="4437" y="3997"/>
                  </a:lnTo>
                  <a:lnTo>
                    <a:pt x="4437" y="3976"/>
                  </a:lnTo>
                  <a:lnTo>
                    <a:pt x="4562" y="3976"/>
                  </a:lnTo>
                  <a:lnTo>
                    <a:pt x="4918" y="3788"/>
                  </a:lnTo>
                  <a:lnTo>
                    <a:pt x="4960" y="3725"/>
                  </a:lnTo>
                  <a:lnTo>
                    <a:pt x="5022" y="3683"/>
                  </a:lnTo>
                  <a:lnTo>
                    <a:pt x="5399" y="3474"/>
                  </a:lnTo>
                  <a:lnTo>
                    <a:pt x="5399" y="3369"/>
                  </a:lnTo>
                  <a:lnTo>
                    <a:pt x="5504" y="3369"/>
                  </a:lnTo>
                  <a:lnTo>
                    <a:pt x="5608" y="3223"/>
                  </a:lnTo>
                  <a:lnTo>
                    <a:pt x="5608" y="3139"/>
                  </a:lnTo>
                  <a:lnTo>
                    <a:pt x="5734" y="2993"/>
                  </a:lnTo>
                  <a:lnTo>
                    <a:pt x="5818" y="2951"/>
                  </a:lnTo>
                  <a:lnTo>
                    <a:pt x="5818" y="2846"/>
                  </a:lnTo>
                  <a:lnTo>
                    <a:pt x="5859" y="2783"/>
                  </a:lnTo>
                  <a:lnTo>
                    <a:pt x="5797" y="2783"/>
                  </a:lnTo>
                  <a:lnTo>
                    <a:pt x="5755" y="2804"/>
                  </a:lnTo>
                  <a:lnTo>
                    <a:pt x="5734" y="2742"/>
                  </a:lnTo>
                  <a:lnTo>
                    <a:pt x="5838" y="2679"/>
                  </a:lnTo>
                  <a:lnTo>
                    <a:pt x="5901" y="2679"/>
                  </a:lnTo>
                  <a:lnTo>
                    <a:pt x="5922" y="2616"/>
                  </a:lnTo>
                  <a:lnTo>
                    <a:pt x="5901" y="2574"/>
                  </a:lnTo>
                  <a:lnTo>
                    <a:pt x="5943" y="2532"/>
                  </a:lnTo>
                  <a:lnTo>
                    <a:pt x="6006" y="2470"/>
                  </a:lnTo>
                  <a:lnTo>
                    <a:pt x="5964" y="2219"/>
                  </a:lnTo>
                  <a:lnTo>
                    <a:pt x="5943" y="2198"/>
                  </a:lnTo>
                  <a:lnTo>
                    <a:pt x="5838" y="2198"/>
                  </a:lnTo>
                  <a:lnTo>
                    <a:pt x="5797" y="2177"/>
                  </a:lnTo>
                  <a:lnTo>
                    <a:pt x="5818" y="2114"/>
                  </a:lnTo>
                  <a:lnTo>
                    <a:pt x="5901" y="2114"/>
                  </a:lnTo>
                  <a:lnTo>
                    <a:pt x="5901" y="1863"/>
                  </a:lnTo>
                  <a:lnTo>
                    <a:pt x="5859" y="1800"/>
                  </a:lnTo>
                  <a:lnTo>
                    <a:pt x="5901" y="1800"/>
                  </a:lnTo>
                  <a:lnTo>
                    <a:pt x="5922" y="1528"/>
                  </a:lnTo>
                  <a:lnTo>
                    <a:pt x="5901" y="1361"/>
                  </a:lnTo>
                  <a:lnTo>
                    <a:pt x="5964" y="1319"/>
                  </a:lnTo>
                  <a:lnTo>
                    <a:pt x="5943" y="1151"/>
                  </a:lnTo>
                  <a:lnTo>
                    <a:pt x="5922" y="1131"/>
                  </a:lnTo>
                  <a:lnTo>
                    <a:pt x="5922" y="963"/>
                  </a:lnTo>
                  <a:lnTo>
                    <a:pt x="5964" y="942"/>
                  </a:lnTo>
                  <a:lnTo>
                    <a:pt x="5901" y="817"/>
                  </a:lnTo>
                  <a:lnTo>
                    <a:pt x="5859" y="628"/>
                  </a:lnTo>
                  <a:lnTo>
                    <a:pt x="5922" y="587"/>
                  </a:lnTo>
                  <a:lnTo>
                    <a:pt x="5901" y="545"/>
                  </a:lnTo>
                  <a:lnTo>
                    <a:pt x="5901" y="503"/>
                  </a:lnTo>
                  <a:lnTo>
                    <a:pt x="5901" y="440"/>
                  </a:lnTo>
                  <a:lnTo>
                    <a:pt x="6027" y="273"/>
                  </a:lnTo>
                  <a:lnTo>
                    <a:pt x="5964" y="231"/>
                  </a:lnTo>
                  <a:lnTo>
                    <a:pt x="6027" y="168"/>
                  </a:lnTo>
                  <a:lnTo>
                    <a:pt x="6027" y="22"/>
                  </a:lnTo>
                  <a:lnTo>
                    <a:pt x="600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6" name="Google Shape;7900;p67">
              <a:extLst>
                <a:ext uri="{FF2B5EF4-FFF2-40B4-BE49-F238E27FC236}">
                  <a16:creationId xmlns:a16="http://schemas.microsoft.com/office/drawing/2014/main" id="{EBE7735C-21DB-EE1D-F0DC-98AAE61BB25B}"/>
                </a:ext>
              </a:extLst>
            </p:cNvPr>
            <p:cNvSpPr/>
            <p:nvPr/>
          </p:nvSpPr>
          <p:spPr>
            <a:xfrm>
              <a:off x="4120450" y="3622500"/>
              <a:ext cx="20950" cy="23575"/>
            </a:xfrm>
            <a:custGeom>
              <a:avLst/>
              <a:gdLst/>
              <a:ahLst/>
              <a:cxnLst/>
              <a:rect l="l" t="t" r="r" b="b"/>
              <a:pathLst>
                <a:path w="838" h="943" extrusionOk="0">
                  <a:moveTo>
                    <a:pt x="314" y="1"/>
                  </a:moveTo>
                  <a:lnTo>
                    <a:pt x="209" y="43"/>
                  </a:lnTo>
                  <a:lnTo>
                    <a:pt x="188" y="189"/>
                  </a:lnTo>
                  <a:lnTo>
                    <a:pt x="63" y="440"/>
                  </a:lnTo>
                  <a:lnTo>
                    <a:pt x="0" y="566"/>
                  </a:lnTo>
                  <a:lnTo>
                    <a:pt x="42" y="649"/>
                  </a:lnTo>
                  <a:lnTo>
                    <a:pt x="105" y="712"/>
                  </a:lnTo>
                  <a:lnTo>
                    <a:pt x="168" y="817"/>
                  </a:lnTo>
                  <a:lnTo>
                    <a:pt x="377" y="921"/>
                  </a:lnTo>
                  <a:lnTo>
                    <a:pt x="586" y="942"/>
                  </a:lnTo>
                  <a:lnTo>
                    <a:pt x="670" y="921"/>
                  </a:lnTo>
                  <a:lnTo>
                    <a:pt x="712" y="817"/>
                  </a:lnTo>
                  <a:lnTo>
                    <a:pt x="691" y="712"/>
                  </a:lnTo>
                  <a:lnTo>
                    <a:pt x="774" y="691"/>
                  </a:lnTo>
                  <a:lnTo>
                    <a:pt x="795" y="649"/>
                  </a:lnTo>
                  <a:lnTo>
                    <a:pt x="795" y="629"/>
                  </a:lnTo>
                  <a:lnTo>
                    <a:pt x="816" y="524"/>
                  </a:lnTo>
                  <a:lnTo>
                    <a:pt x="816" y="440"/>
                  </a:lnTo>
                  <a:lnTo>
                    <a:pt x="837" y="398"/>
                  </a:lnTo>
                  <a:lnTo>
                    <a:pt x="795" y="336"/>
                  </a:lnTo>
                  <a:lnTo>
                    <a:pt x="732" y="273"/>
                  </a:lnTo>
                  <a:lnTo>
                    <a:pt x="670" y="231"/>
                  </a:lnTo>
                  <a:lnTo>
                    <a:pt x="670" y="210"/>
                  </a:lnTo>
                  <a:lnTo>
                    <a:pt x="565" y="189"/>
                  </a:lnTo>
                  <a:lnTo>
                    <a:pt x="481" y="105"/>
                  </a:lnTo>
                  <a:lnTo>
                    <a:pt x="31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7" name="Google Shape;7901;p67">
              <a:extLst>
                <a:ext uri="{FF2B5EF4-FFF2-40B4-BE49-F238E27FC236}">
                  <a16:creationId xmlns:a16="http://schemas.microsoft.com/office/drawing/2014/main" id="{166AF85D-C553-2645-A019-137E90406311}"/>
                </a:ext>
              </a:extLst>
            </p:cNvPr>
            <p:cNvSpPr/>
            <p:nvPr/>
          </p:nvSpPr>
          <p:spPr>
            <a:xfrm>
              <a:off x="4064475" y="3669050"/>
              <a:ext cx="33500" cy="31425"/>
            </a:xfrm>
            <a:custGeom>
              <a:avLst/>
              <a:gdLst/>
              <a:ahLst/>
              <a:cxnLst/>
              <a:rect l="l" t="t" r="r" b="b"/>
              <a:pathLst>
                <a:path w="1340" h="1257" extrusionOk="0">
                  <a:moveTo>
                    <a:pt x="775" y="1"/>
                  </a:moveTo>
                  <a:lnTo>
                    <a:pt x="754" y="43"/>
                  </a:lnTo>
                  <a:lnTo>
                    <a:pt x="670" y="106"/>
                  </a:lnTo>
                  <a:lnTo>
                    <a:pt x="628" y="147"/>
                  </a:lnTo>
                  <a:lnTo>
                    <a:pt x="419" y="189"/>
                  </a:lnTo>
                  <a:lnTo>
                    <a:pt x="293" y="315"/>
                  </a:lnTo>
                  <a:lnTo>
                    <a:pt x="231" y="440"/>
                  </a:lnTo>
                  <a:lnTo>
                    <a:pt x="84" y="566"/>
                  </a:lnTo>
                  <a:lnTo>
                    <a:pt x="0" y="629"/>
                  </a:lnTo>
                  <a:lnTo>
                    <a:pt x="42" y="733"/>
                  </a:lnTo>
                  <a:lnTo>
                    <a:pt x="126" y="796"/>
                  </a:lnTo>
                  <a:lnTo>
                    <a:pt x="126" y="859"/>
                  </a:lnTo>
                  <a:lnTo>
                    <a:pt x="210" y="943"/>
                  </a:lnTo>
                  <a:lnTo>
                    <a:pt x="210" y="1047"/>
                  </a:lnTo>
                  <a:lnTo>
                    <a:pt x="293" y="1131"/>
                  </a:lnTo>
                  <a:lnTo>
                    <a:pt x="356" y="1194"/>
                  </a:lnTo>
                  <a:lnTo>
                    <a:pt x="503" y="1256"/>
                  </a:lnTo>
                  <a:lnTo>
                    <a:pt x="607" y="1256"/>
                  </a:lnTo>
                  <a:lnTo>
                    <a:pt x="628" y="1194"/>
                  </a:lnTo>
                  <a:lnTo>
                    <a:pt x="670" y="1152"/>
                  </a:lnTo>
                  <a:lnTo>
                    <a:pt x="712" y="1026"/>
                  </a:lnTo>
                  <a:lnTo>
                    <a:pt x="816" y="984"/>
                  </a:lnTo>
                  <a:lnTo>
                    <a:pt x="879" y="943"/>
                  </a:lnTo>
                  <a:lnTo>
                    <a:pt x="984" y="922"/>
                  </a:lnTo>
                  <a:lnTo>
                    <a:pt x="1067" y="943"/>
                  </a:lnTo>
                  <a:lnTo>
                    <a:pt x="1172" y="859"/>
                  </a:lnTo>
                  <a:lnTo>
                    <a:pt x="1193" y="775"/>
                  </a:lnTo>
                  <a:lnTo>
                    <a:pt x="1151" y="733"/>
                  </a:lnTo>
                  <a:lnTo>
                    <a:pt x="1130" y="650"/>
                  </a:lnTo>
                  <a:lnTo>
                    <a:pt x="1235" y="608"/>
                  </a:lnTo>
                  <a:lnTo>
                    <a:pt x="1339" y="524"/>
                  </a:lnTo>
                  <a:lnTo>
                    <a:pt x="1339" y="399"/>
                  </a:lnTo>
                  <a:lnTo>
                    <a:pt x="1256" y="147"/>
                  </a:lnTo>
                  <a:lnTo>
                    <a:pt x="1130" y="43"/>
                  </a:lnTo>
                  <a:lnTo>
                    <a:pt x="1026" y="85"/>
                  </a:lnTo>
                  <a:lnTo>
                    <a:pt x="942" y="22"/>
                  </a:lnTo>
                  <a:lnTo>
                    <a:pt x="921" y="43"/>
                  </a:lnTo>
                  <a:lnTo>
                    <a:pt x="858" y="22"/>
                  </a:lnTo>
                  <a:lnTo>
                    <a:pt x="77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8" name="Google Shape;7902;p67">
              <a:extLst>
                <a:ext uri="{FF2B5EF4-FFF2-40B4-BE49-F238E27FC236}">
                  <a16:creationId xmlns:a16="http://schemas.microsoft.com/office/drawing/2014/main" id="{325CF6B9-D2E5-46B1-77BD-155ED6F66710}"/>
                </a:ext>
              </a:extLst>
            </p:cNvPr>
            <p:cNvSpPr/>
            <p:nvPr/>
          </p:nvSpPr>
          <p:spPr>
            <a:xfrm>
              <a:off x="4697400" y="2660025"/>
              <a:ext cx="105175" cy="86850"/>
            </a:xfrm>
            <a:custGeom>
              <a:avLst/>
              <a:gdLst/>
              <a:ahLst/>
              <a:cxnLst/>
              <a:rect l="l" t="t" r="r" b="b"/>
              <a:pathLst>
                <a:path w="4207" h="3474" extrusionOk="0">
                  <a:moveTo>
                    <a:pt x="1507" y="0"/>
                  </a:moveTo>
                  <a:lnTo>
                    <a:pt x="1466" y="63"/>
                  </a:lnTo>
                  <a:lnTo>
                    <a:pt x="1403" y="105"/>
                  </a:lnTo>
                  <a:lnTo>
                    <a:pt x="1298" y="105"/>
                  </a:lnTo>
                  <a:lnTo>
                    <a:pt x="1256" y="126"/>
                  </a:lnTo>
                  <a:lnTo>
                    <a:pt x="1152" y="63"/>
                  </a:lnTo>
                  <a:lnTo>
                    <a:pt x="1068" y="63"/>
                  </a:lnTo>
                  <a:lnTo>
                    <a:pt x="1026" y="105"/>
                  </a:lnTo>
                  <a:lnTo>
                    <a:pt x="880" y="293"/>
                  </a:lnTo>
                  <a:lnTo>
                    <a:pt x="629" y="398"/>
                  </a:lnTo>
                  <a:lnTo>
                    <a:pt x="231" y="503"/>
                  </a:lnTo>
                  <a:lnTo>
                    <a:pt x="252" y="586"/>
                  </a:lnTo>
                  <a:lnTo>
                    <a:pt x="1" y="754"/>
                  </a:lnTo>
                  <a:lnTo>
                    <a:pt x="22" y="1005"/>
                  </a:lnTo>
                  <a:lnTo>
                    <a:pt x="106" y="1067"/>
                  </a:lnTo>
                  <a:lnTo>
                    <a:pt x="189" y="1047"/>
                  </a:lnTo>
                  <a:lnTo>
                    <a:pt x="294" y="1005"/>
                  </a:lnTo>
                  <a:lnTo>
                    <a:pt x="419" y="1151"/>
                  </a:lnTo>
                  <a:lnTo>
                    <a:pt x="566" y="1277"/>
                  </a:lnTo>
                  <a:lnTo>
                    <a:pt x="733" y="1360"/>
                  </a:lnTo>
                  <a:lnTo>
                    <a:pt x="754" y="1486"/>
                  </a:lnTo>
                  <a:lnTo>
                    <a:pt x="901" y="1549"/>
                  </a:lnTo>
                  <a:lnTo>
                    <a:pt x="901" y="1674"/>
                  </a:lnTo>
                  <a:lnTo>
                    <a:pt x="754" y="1779"/>
                  </a:lnTo>
                  <a:lnTo>
                    <a:pt x="754" y="1904"/>
                  </a:lnTo>
                  <a:lnTo>
                    <a:pt x="650" y="1946"/>
                  </a:lnTo>
                  <a:lnTo>
                    <a:pt x="650" y="2114"/>
                  </a:lnTo>
                  <a:lnTo>
                    <a:pt x="754" y="2302"/>
                  </a:lnTo>
                  <a:lnTo>
                    <a:pt x="859" y="2679"/>
                  </a:lnTo>
                  <a:lnTo>
                    <a:pt x="880" y="2846"/>
                  </a:lnTo>
                  <a:lnTo>
                    <a:pt x="1089" y="3034"/>
                  </a:lnTo>
                  <a:lnTo>
                    <a:pt x="1298" y="3097"/>
                  </a:lnTo>
                  <a:lnTo>
                    <a:pt x="1507" y="3160"/>
                  </a:lnTo>
                  <a:lnTo>
                    <a:pt x="1570" y="3327"/>
                  </a:lnTo>
                  <a:lnTo>
                    <a:pt x="1759" y="3348"/>
                  </a:lnTo>
                  <a:lnTo>
                    <a:pt x="1884" y="3306"/>
                  </a:lnTo>
                  <a:lnTo>
                    <a:pt x="2031" y="3348"/>
                  </a:lnTo>
                  <a:lnTo>
                    <a:pt x="2031" y="3474"/>
                  </a:lnTo>
                  <a:lnTo>
                    <a:pt x="2093" y="3432"/>
                  </a:lnTo>
                  <a:lnTo>
                    <a:pt x="2240" y="3139"/>
                  </a:lnTo>
                  <a:lnTo>
                    <a:pt x="2428" y="2992"/>
                  </a:lnTo>
                  <a:lnTo>
                    <a:pt x="2554" y="2992"/>
                  </a:lnTo>
                  <a:lnTo>
                    <a:pt x="2637" y="2846"/>
                  </a:lnTo>
                  <a:lnTo>
                    <a:pt x="2763" y="2846"/>
                  </a:lnTo>
                  <a:lnTo>
                    <a:pt x="3077" y="3055"/>
                  </a:lnTo>
                  <a:lnTo>
                    <a:pt x="3244" y="2951"/>
                  </a:lnTo>
                  <a:lnTo>
                    <a:pt x="3391" y="3034"/>
                  </a:lnTo>
                  <a:lnTo>
                    <a:pt x="3453" y="3202"/>
                  </a:lnTo>
                  <a:lnTo>
                    <a:pt x="3600" y="3202"/>
                  </a:lnTo>
                  <a:lnTo>
                    <a:pt x="3851" y="3327"/>
                  </a:lnTo>
                  <a:lnTo>
                    <a:pt x="3997" y="3139"/>
                  </a:lnTo>
                  <a:lnTo>
                    <a:pt x="4102" y="3202"/>
                  </a:lnTo>
                  <a:lnTo>
                    <a:pt x="4123" y="3264"/>
                  </a:lnTo>
                  <a:lnTo>
                    <a:pt x="4207" y="3139"/>
                  </a:lnTo>
                  <a:lnTo>
                    <a:pt x="4165" y="2930"/>
                  </a:lnTo>
                  <a:lnTo>
                    <a:pt x="4102" y="2679"/>
                  </a:lnTo>
                  <a:lnTo>
                    <a:pt x="3955" y="2637"/>
                  </a:lnTo>
                  <a:lnTo>
                    <a:pt x="3851" y="2386"/>
                  </a:lnTo>
                  <a:lnTo>
                    <a:pt x="3851" y="2114"/>
                  </a:lnTo>
                  <a:lnTo>
                    <a:pt x="3767" y="1967"/>
                  </a:lnTo>
                  <a:lnTo>
                    <a:pt x="3579" y="1863"/>
                  </a:lnTo>
                  <a:lnTo>
                    <a:pt x="3432" y="1695"/>
                  </a:lnTo>
                  <a:lnTo>
                    <a:pt x="3328" y="1423"/>
                  </a:lnTo>
                  <a:lnTo>
                    <a:pt x="3139" y="1319"/>
                  </a:lnTo>
                  <a:lnTo>
                    <a:pt x="2909" y="1235"/>
                  </a:lnTo>
                  <a:lnTo>
                    <a:pt x="2867" y="1109"/>
                  </a:lnTo>
                  <a:lnTo>
                    <a:pt x="2763" y="1067"/>
                  </a:lnTo>
                  <a:lnTo>
                    <a:pt x="2554" y="1067"/>
                  </a:lnTo>
                  <a:lnTo>
                    <a:pt x="2323" y="1047"/>
                  </a:lnTo>
                  <a:lnTo>
                    <a:pt x="2240" y="963"/>
                  </a:lnTo>
                  <a:lnTo>
                    <a:pt x="2177" y="900"/>
                  </a:lnTo>
                  <a:lnTo>
                    <a:pt x="2135" y="733"/>
                  </a:lnTo>
                  <a:lnTo>
                    <a:pt x="2010" y="649"/>
                  </a:lnTo>
                  <a:lnTo>
                    <a:pt x="1759" y="272"/>
                  </a:lnTo>
                  <a:lnTo>
                    <a:pt x="1675" y="84"/>
                  </a:lnTo>
                  <a:lnTo>
                    <a:pt x="159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9" name="Google Shape;7903;p67">
              <a:extLst>
                <a:ext uri="{FF2B5EF4-FFF2-40B4-BE49-F238E27FC236}">
                  <a16:creationId xmlns:a16="http://schemas.microsoft.com/office/drawing/2014/main" id="{33F3E5C5-59D8-3F3B-77A1-A60C1FB511EF}"/>
                </a:ext>
              </a:extLst>
            </p:cNvPr>
            <p:cNvSpPr/>
            <p:nvPr/>
          </p:nvSpPr>
          <p:spPr>
            <a:xfrm>
              <a:off x="4697400" y="2660025"/>
              <a:ext cx="105175" cy="86850"/>
            </a:xfrm>
            <a:custGeom>
              <a:avLst/>
              <a:gdLst/>
              <a:ahLst/>
              <a:cxnLst/>
              <a:rect l="l" t="t" r="r" b="b"/>
              <a:pathLst>
                <a:path w="4207" h="3474" extrusionOk="0">
                  <a:moveTo>
                    <a:pt x="1507" y="0"/>
                  </a:moveTo>
                  <a:lnTo>
                    <a:pt x="1466" y="63"/>
                  </a:lnTo>
                  <a:lnTo>
                    <a:pt x="1403" y="105"/>
                  </a:lnTo>
                  <a:lnTo>
                    <a:pt x="1298" y="105"/>
                  </a:lnTo>
                  <a:lnTo>
                    <a:pt x="1256" y="126"/>
                  </a:lnTo>
                  <a:lnTo>
                    <a:pt x="1152" y="63"/>
                  </a:lnTo>
                  <a:lnTo>
                    <a:pt x="1068" y="63"/>
                  </a:lnTo>
                  <a:lnTo>
                    <a:pt x="1026" y="105"/>
                  </a:lnTo>
                  <a:lnTo>
                    <a:pt x="880" y="293"/>
                  </a:lnTo>
                  <a:lnTo>
                    <a:pt x="629" y="398"/>
                  </a:lnTo>
                  <a:lnTo>
                    <a:pt x="231" y="503"/>
                  </a:lnTo>
                  <a:lnTo>
                    <a:pt x="252" y="586"/>
                  </a:lnTo>
                  <a:lnTo>
                    <a:pt x="1" y="754"/>
                  </a:lnTo>
                  <a:lnTo>
                    <a:pt x="22" y="1005"/>
                  </a:lnTo>
                  <a:lnTo>
                    <a:pt x="106" y="1067"/>
                  </a:lnTo>
                  <a:lnTo>
                    <a:pt x="189" y="1047"/>
                  </a:lnTo>
                  <a:lnTo>
                    <a:pt x="294" y="1005"/>
                  </a:lnTo>
                  <a:lnTo>
                    <a:pt x="419" y="1151"/>
                  </a:lnTo>
                  <a:lnTo>
                    <a:pt x="566" y="1277"/>
                  </a:lnTo>
                  <a:lnTo>
                    <a:pt x="733" y="1360"/>
                  </a:lnTo>
                  <a:lnTo>
                    <a:pt x="754" y="1486"/>
                  </a:lnTo>
                  <a:lnTo>
                    <a:pt x="901" y="1549"/>
                  </a:lnTo>
                  <a:lnTo>
                    <a:pt x="901" y="1674"/>
                  </a:lnTo>
                  <a:lnTo>
                    <a:pt x="754" y="1779"/>
                  </a:lnTo>
                  <a:lnTo>
                    <a:pt x="754" y="1904"/>
                  </a:lnTo>
                  <a:lnTo>
                    <a:pt x="650" y="1946"/>
                  </a:lnTo>
                  <a:lnTo>
                    <a:pt x="650" y="2114"/>
                  </a:lnTo>
                  <a:lnTo>
                    <a:pt x="754" y="2302"/>
                  </a:lnTo>
                  <a:lnTo>
                    <a:pt x="859" y="2679"/>
                  </a:lnTo>
                  <a:lnTo>
                    <a:pt x="880" y="2846"/>
                  </a:lnTo>
                  <a:lnTo>
                    <a:pt x="1089" y="3034"/>
                  </a:lnTo>
                  <a:lnTo>
                    <a:pt x="1298" y="3097"/>
                  </a:lnTo>
                  <a:lnTo>
                    <a:pt x="1507" y="3160"/>
                  </a:lnTo>
                  <a:lnTo>
                    <a:pt x="1570" y="3327"/>
                  </a:lnTo>
                  <a:lnTo>
                    <a:pt x="1759" y="3348"/>
                  </a:lnTo>
                  <a:lnTo>
                    <a:pt x="1884" y="3306"/>
                  </a:lnTo>
                  <a:lnTo>
                    <a:pt x="2031" y="3348"/>
                  </a:lnTo>
                  <a:lnTo>
                    <a:pt x="2031" y="3474"/>
                  </a:lnTo>
                  <a:lnTo>
                    <a:pt x="2093" y="3432"/>
                  </a:lnTo>
                  <a:lnTo>
                    <a:pt x="2240" y="3139"/>
                  </a:lnTo>
                  <a:lnTo>
                    <a:pt x="2428" y="2992"/>
                  </a:lnTo>
                  <a:lnTo>
                    <a:pt x="2554" y="2992"/>
                  </a:lnTo>
                  <a:lnTo>
                    <a:pt x="2637" y="2846"/>
                  </a:lnTo>
                  <a:lnTo>
                    <a:pt x="2763" y="2846"/>
                  </a:lnTo>
                  <a:lnTo>
                    <a:pt x="3077" y="3055"/>
                  </a:lnTo>
                  <a:lnTo>
                    <a:pt x="3244" y="2951"/>
                  </a:lnTo>
                  <a:lnTo>
                    <a:pt x="3391" y="3034"/>
                  </a:lnTo>
                  <a:lnTo>
                    <a:pt x="3453" y="3202"/>
                  </a:lnTo>
                  <a:lnTo>
                    <a:pt x="3600" y="3202"/>
                  </a:lnTo>
                  <a:lnTo>
                    <a:pt x="3851" y="3327"/>
                  </a:lnTo>
                  <a:lnTo>
                    <a:pt x="3997" y="3139"/>
                  </a:lnTo>
                  <a:lnTo>
                    <a:pt x="4102" y="3202"/>
                  </a:lnTo>
                  <a:lnTo>
                    <a:pt x="4123" y="3264"/>
                  </a:lnTo>
                  <a:lnTo>
                    <a:pt x="4207" y="3139"/>
                  </a:lnTo>
                  <a:lnTo>
                    <a:pt x="4165" y="2930"/>
                  </a:lnTo>
                  <a:lnTo>
                    <a:pt x="4102" y="2679"/>
                  </a:lnTo>
                  <a:lnTo>
                    <a:pt x="3955" y="2637"/>
                  </a:lnTo>
                  <a:lnTo>
                    <a:pt x="3851" y="2386"/>
                  </a:lnTo>
                  <a:lnTo>
                    <a:pt x="3851" y="2114"/>
                  </a:lnTo>
                  <a:lnTo>
                    <a:pt x="3767" y="1967"/>
                  </a:lnTo>
                  <a:lnTo>
                    <a:pt x="3579" y="1863"/>
                  </a:lnTo>
                  <a:lnTo>
                    <a:pt x="3432" y="1695"/>
                  </a:lnTo>
                  <a:lnTo>
                    <a:pt x="3328" y="1423"/>
                  </a:lnTo>
                  <a:lnTo>
                    <a:pt x="3139" y="1319"/>
                  </a:lnTo>
                  <a:lnTo>
                    <a:pt x="2909" y="1235"/>
                  </a:lnTo>
                  <a:lnTo>
                    <a:pt x="2867" y="1109"/>
                  </a:lnTo>
                  <a:lnTo>
                    <a:pt x="2763" y="1067"/>
                  </a:lnTo>
                  <a:lnTo>
                    <a:pt x="2554" y="1067"/>
                  </a:lnTo>
                  <a:lnTo>
                    <a:pt x="2323" y="1047"/>
                  </a:lnTo>
                  <a:lnTo>
                    <a:pt x="2240" y="963"/>
                  </a:lnTo>
                  <a:lnTo>
                    <a:pt x="2177" y="900"/>
                  </a:lnTo>
                  <a:lnTo>
                    <a:pt x="2135" y="733"/>
                  </a:lnTo>
                  <a:lnTo>
                    <a:pt x="2010" y="649"/>
                  </a:lnTo>
                  <a:lnTo>
                    <a:pt x="1759" y="272"/>
                  </a:lnTo>
                  <a:lnTo>
                    <a:pt x="1675" y="84"/>
                  </a:lnTo>
                  <a:lnTo>
                    <a:pt x="159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50" name="Google Shape;7904;p67">
              <a:extLst>
                <a:ext uri="{FF2B5EF4-FFF2-40B4-BE49-F238E27FC236}">
                  <a16:creationId xmlns:a16="http://schemas.microsoft.com/office/drawing/2014/main" id="{73A8DC95-FB8F-0736-9E08-9A57400E9099}"/>
                </a:ext>
              </a:extLst>
            </p:cNvPr>
            <p:cNvSpPr/>
            <p:nvPr/>
          </p:nvSpPr>
          <p:spPr>
            <a:xfrm>
              <a:off x="4252775" y="2586800"/>
              <a:ext cx="70650" cy="19900"/>
            </a:xfrm>
            <a:custGeom>
              <a:avLst/>
              <a:gdLst/>
              <a:ahLst/>
              <a:cxnLst/>
              <a:rect l="l" t="t" r="r" b="b"/>
              <a:pathLst>
                <a:path w="2826" h="796" extrusionOk="0">
                  <a:moveTo>
                    <a:pt x="2240" y="0"/>
                  </a:moveTo>
                  <a:cubicBezTo>
                    <a:pt x="2240" y="0"/>
                    <a:pt x="1717" y="230"/>
                    <a:pt x="1612" y="230"/>
                  </a:cubicBezTo>
                  <a:cubicBezTo>
                    <a:pt x="1507" y="230"/>
                    <a:pt x="1382" y="105"/>
                    <a:pt x="1382" y="105"/>
                  </a:cubicBezTo>
                  <a:lnTo>
                    <a:pt x="733" y="126"/>
                  </a:lnTo>
                  <a:lnTo>
                    <a:pt x="754" y="293"/>
                  </a:lnTo>
                  <a:cubicBezTo>
                    <a:pt x="775" y="419"/>
                    <a:pt x="231" y="419"/>
                    <a:pt x="22" y="419"/>
                  </a:cubicBezTo>
                  <a:lnTo>
                    <a:pt x="22" y="439"/>
                  </a:lnTo>
                  <a:lnTo>
                    <a:pt x="1" y="481"/>
                  </a:lnTo>
                  <a:lnTo>
                    <a:pt x="85" y="481"/>
                  </a:lnTo>
                  <a:lnTo>
                    <a:pt x="105" y="586"/>
                  </a:lnTo>
                  <a:lnTo>
                    <a:pt x="189" y="586"/>
                  </a:lnTo>
                  <a:lnTo>
                    <a:pt x="231" y="502"/>
                  </a:lnTo>
                  <a:lnTo>
                    <a:pt x="398" y="544"/>
                  </a:lnTo>
                  <a:lnTo>
                    <a:pt x="461" y="544"/>
                  </a:lnTo>
                  <a:lnTo>
                    <a:pt x="545" y="460"/>
                  </a:lnTo>
                  <a:lnTo>
                    <a:pt x="649" y="502"/>
                  </a:lnTo>
                  <a:lnTo>
                    <a:pt x="880" y="711"/>
                  </a:lnTo>
                  <a:lnTo>
                    <a:pt x="984" y="732"/>
                  </a:lnTo>
                  <a:lnTo>
                    <a:pt x="1173" y="691"/>
                  </a:lnTo>
                  <a:lnTo>
                    <a:pt x="1424" y="628"/>
                  </a:lnTo>
                  <a:lnTo>
                    <a:pt x="1507" y="649"/>
                  </a:lnTo>
                  <a:lnTo>
                    <a:pt x="1821" y="649"/>
                  </a:lnTo>
                  <a:lnTo>
                    <a:pt x="1863" y="691"/>
                  </a:lnTo>
                  <a:lnTo>
                    <a:pt x="1863" y="586"/>
                  </a:lnTo>
                  <a:lnTo>
                    <a:pt x="2072" y="502"/>
                  </a:lnTo>
                  <a:lnTo>
                    <a:pt x="2386" y="691"/>
                  </a:lnTo>
                  <a:lnTo>
                    <a:pt x="2595" y="691"/>
                  </a:lnTo>
                  <a:lnTo>
                    <a:pt x="2805" y="795"/>
                  </a:lnTo>
                  <a:lnTo>
                    <a:pt x="2826" y="586"/>
                  </a:lnTo>
                  <a:lnTo>
                    <a:pt x="2742" y="481"/>
                  </a:lnTo>
                  <a:lnTo>
                    <a:pt x="2595" y="377"/>
                  </a:lnTo>
                  <a:lnTo>
                    <a:pt x="2637" y="188"/>
                  </a:lnTo>
                  <a:cubicBezTo>
                    <a:pt x="2628" y="188"/>
                    <a:pt x="2594" y="197"/>
                    <a:pt x="2555" y="197"/>
                  </a:cubicBezTo>
                  <a:cubicBezTo>
                    <a:pt x="2507" y="197"/>
                    <a:pt x="2451" y="184"/>
                    <a:pt x="2428" y="126"/>
                  </a:cubicBezTo>
                  <a:cubicBezTo>
                    <a:pt x="2386" y="21"/>
                    <a:pt x="2240" y="0"/>
                    <a:pt x="22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51" name="Google Shape;7905;p67">
              <a:extLst>
                <a:ext uri="{FF2B5EF4-FFF2-40B4-BE49-F238E27FC236}">
                  <a16:creationId xmlns:a16="http://schemas.microsoft.com/office/drawing/2014/main" id="{40CDB8A5-DFF1-FE09-54C7-7E3D94F180E5}"/>
                </a:ext>
              </a:extLst>
            </p:cNvPr>
            <p:cNvSpPr/>
            <p:nvPr/>
          </p:nvSpPr>
          <p:spPr>
            <a:xfrm>
              <a:off x="4298825" y="2603000"/>
              <a:ext cx="2625" cy="2650"/>
            </a:xfrm>
            <a:custGeom>
              <a:avLst/>
              <a:gdLst/>
              <a:ahLst/>
              <a:cxnLst/>
              <a:rect l="l" t="t" r="r" b="b"/>
              <a:pathLst>
                <a:path w="105" h="106" fill="none" extrusionOk="0">
                  <a:moveTo>
                    <a:pt x="105" y="105"/>
                  </a:moveTo>
                  <a:lnTo>
                    <a:pt x="0" y="1"/>
                  </a:lnTo>
                </a:path>
              </a:pathLst>
            </a:custGeom>
            <a:grpFill/>
            <a:ln w="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52" name="Google Shape;7906;p67">
              <a:extLst>
                <a:ext uri="{FF2B5EF4-FFF2-40B4-BE49-F238E27FC236}">
                  <a16:creationId xmlns:a16="http://schemas.microsoft.com/office/drawing/2014/main" id="{387E4A83-FD23-BAB0-E263-6E5C52CC6CFB}"/>
                </a:ext>
              </a:extLst>
            </p:cNvPr>
            <p:cNvSpPr/>
            <p:nvPr/>
          </p:nvSpPr>
          <p:spPr>
            <a:xfrm>
              <a:off x="4949025" y="2811200"/>
              <a:ext cx="44475" cy="26175"/>
            </a:xfrm>
            <a:custGeom>
              <a:avLst/>
              <a:gdLst/>
              <a:ahLst/>
              <a:cxnLst/>
              <a:rect l="l" t="t" r="r" b="b"/>
              <a:pathLst>
                <a:path w="1779" h="1047" extrusionOk="0">
                  <a:moveTo>
                    <a:pt x="753" y="0"/>
                  </a:moveTo>
                  <a:lnTo>
                    <a:pt x="586" y="21"/>
                  </a:lnTo>
                  <a:lnTo>
                    <a:pt x="314" y="189"/>
                  </a:lnTo>
                  <a:lnTo>
                    <a:pt x="188" y="440"/>
                  </a:lnTo>
                  <a:lnTo>
                    <a:pt x="63" y="502"/>
                  </a:lnTo>
                  <a:lnTo>
                    <a:pt x="63" y="628"/>
                  </a:lnTo>
                  <a:lnTo>
                    <a:pt x="0" y="733"/>
                  </a:lnTo>
                  <a:lnTo>
                    <a:pt x="105" y="921"/>
                  </a:lnTo>
                  <a:lnTo>
                    <a:pt x="314" y="942"/>
                  </a:lnTo>
                  <a:lnTo>
                    <a:pt x="398" y="879"/>
                  </a:lnTo>
                  <a:lnTo>
                    <a:pt x="691" y="1046"/>
                  </a:lnTo>
                  <a:lnTo>
                    <a:pt x="837" y="1046"/>
                  </a:lnTo>
                  <a:lnTo>
                    <a:pt x="942" y="921"/>
                  </a:lnTo>
                  <a:lnTo>
                    <a:pt x="1067" y="879"/>
                  </a:lnTo>
                  <a:lnTo>
                    <a:pt x="1172" y="942"/>
                  </a:lnTo>
                  <a:lnTo>
                    <a:pt x="1381" y="879"/>
                  </a:lnTo>
                  <a:lnTo>
                    <a:pt x="1549" y="921"/>
                  </a:lnTo>
                  <a:lnTo>
                    <a:pt x="1779" y="837"/>
                  </a:lnTo>
                  <a:lnTo>
                    <a:pt x="1779" y="733"/>
                  </a:lnTo>
                  <a:lnTo>
                    <a:pt x="1779" y="565"/>
                  </a:lnTo>
                  <a:lnTo>
                    <a:pt x="1590" y="502"/>
                  </a:lnTo>
                  <a:lnTo>
                    <a:pt x="1590" y="398"/>
                  </a:lnTo>
                  <a:lnTo>
                    <a:pt x="1632" y="230"/>
                  </a:lnTo>
                  <a:lnTo>
                    <a:pt x="1590" y="230"/>
                  </a:lnTo>
                  <a:lnTo>
                    <a:pt x="1528" y="126"/>
                  </a:lnTo>
                  <a:lnTo>
                    <a:pt x="1360" y="105"/>
                  </a:lnTo>
                  <a:lnTo>
                    <a:pt x="1214" y="189"/>
                  </a:lnTo>
                  <a:lnTo>
                    <a:pt x="1109" y="126"/>
                  </a:lnTo>
                  <a:lnTo>
                    <a:pt x="837" y="105"/>
                  </a:lnTo>
                  <a:lnTo>
                    <a:pt x="75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53" name="Google Shape;7907;p67">
              <a:extLst>
                <a:ext uri="{FF2B5EF4-FFF2-40B4-BE49-F238E27FC236}">
                  <a16:creationId xmlns:a16="http://schemas.microsoft.com/office/drawing/2014/main" id="{7C5FBFB0-FEEC-21DC-B5B6-4067FDFA4CB7}"/>
                </a:ext>
              </a:extLst>
            </p:cNvPr>
            <p:cNvSpPr/>
            <p:nvPr/>
          </p:nvSpPr>
          <p:spPr>
            <a:xfrm>
              <a:off x="3967175" y="2589925"/>
              <a:ext cx="35075" cy="29850"/>
            </a:xfrm>
            <a:custGeom>
              <a:avLst/>
              <a:gdLst/>
              <a:ahLst/>
              <a:cxnLst/>
              <a:rect l="l" t="t" r="r" b="b"/>
              <a:pathLst>
                <a:path w="1403" h="1194" extrusionOk="0">
                  <a:moveTo>
                    <a:pt x="900" y="1"/>
                  </a:moveTo>
                  <a:lnTo>
                    <a:pt x="754" y="42"/>
                  </a:lnTo>
                  <a:lnTo>
                    <a:pt x="628" y="42"/>
                  </a:lnTo>
                  <a:lnTo>
                    <a:pt x="419" y="84"/>
                  </a:lnTo>
                  <a:lnTo>
                    <a:pt x="314" y="168"/>
                  </a:lnTo>
                  <a:lnTo>
                    <a:pt x="210" y="189"/>
                  </a:lnTo>
                  <a:lnTo>
                    <a:pt x="42" y="273"/>
                  </a:lnTo>
                  <a:lnTo>
                    <a:pt x="63" y="356"/>
                  </a:lnTo>
                  <a:lnTo>
                    <a:pt x="21" y="398"/>
                  </a:lnTo>
                  <a:lnTo>
                    <a:pt x="21" y="377"/>
                  </a:lnTo>
                  <a:lnTo>
                    <a:pt x="1" y="586"/>
                  </a:lnTo>
                  <a:lnTo>
                    <a:pt x="21" y="796"/>
                  </a:lnTo>
                  <a:lnTo>
                    <a:pt x="126" y="942"/>
                  </a:lnTo>
                  <a:lnTo>
                    <a:pt x="168" y="1089"/>
                  </a:lnTo>
                  <a:lnTo>
                    <a:pt x="314" y="1193"/>
                  </a:lnTo>
                  <a:lnTo>
                    <a:pt x="314" y="1151"/>
                  </a:lnTo>
                  <a:lnTo>
                    <a:pt x="524" y="1026"/>
                  </a:lnTo>
                  <a:lnTo>
                    <a:pt x="691" y="984"/>
                  </a:lnTo>
                  <a:lnTo>
                    <a:pt x="691" y="921"/>
                  </a:lnTo>
                  <a:lnTo>
                    <a:pt x="837" y="838"/>
                  </a:lnTo>
                  <a:lnTo>
                    <a:pt x="1110" y="879"/>
                  </a:lnTo>
                  <a:lnTo>
                    <a:pt x="1256" y="796"/>
                  </a:lnTo>
                  <a:lnTo>
                    <a:pt x="1361" y="775"/>
                  </a:lnTo>
                  <a:lnTo>
                    <a:pt x="1402" y="712"/>
                  </a:lnTo>
                  <a:lnTo>
                    <a:pt x="1402" y="607"/>
                  </a:lnTo>
                  <a:lnTo>
                    <a:pt x="1382" y="461"/>
                  </a:lnTo>
                  <a:lnTo>
                    <a:pt x="1214" y="189"/>
                  </a:lnTo>
                  <a:lnTo>
                    <a:pt x="98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54" name="Google Shape;7908;p67">
              <a:extLst>
                <a:ext uri="{FF2B5EF4-FFF2-40B4-BE49-F238E27FC236}">
                  <a16:creationId xmlns:a16="http://schemas.microsoft.com/office/drawing/2014/main" id="{678BF729-A721-7146-C16A-124ACA086798}"/>
                </a:ext>
              </a:extLst>
            </p:cNvPr>
            <p:cNvSpPr/>
            <p:nvPr/>
          </p:nvSpPr>
          <p:spPr>
            <a:xfrm>
              <a:off x="3938400" y="2522975"/>
              <a:ext cx="58625" cy="76925"/>
            </a:xfrm>
            <a:custGeom>
              <a:avLst/>
              <a:gdLst/>
              <a:ahLst/>
              <a:cxnLst/>
              <a:rect l="l" t="t" r="r" b="b"/>
              <a:pathLst>
                <a:path w="2345" h="3077" extrusionOk="0">
                  <a:moveTo>
                    <a:pt x="461" y="0"/>
                  </a:moveTo>
                  <a:lnTo>
                    <a:pt x="336" y="105"/>
                  </a:lnTo>
                  <a:lnTo>
                    <a:pt x="315" y="147"/>
                  </a:lnTo>
                  <a:lnTo>
                    <a:pt x="210" y="147"/>
                  </a:lnTo>
                  <a:lnTo>
                    <a:pt x="64" y="210"/>
                  </a:lnTo>
                  <a:lnTo>
                    <a:pt x="1" y="272"/>
                  </a:lnTo>
                  <a:lnTo>
                    <a:pt x="22" y="314"/>
                  </a:lnTo>
                  <a:lnTo>
                    <a:pt x="64" y="461"/>
                  </a:lnTo>
                  <a:lnTo>
                    <a:pt x="105" y="628"/>
                  </a:lnTo>
                  <a:lnTo>
                    <a:pt x="168" y="670"/>
                  </a:lnTo>
                  <a:lnTo>
                    <a:pt x="273" y="691"/>
                  </a:lnTo>
                  <a:lnTo>
                    <a:pt x="273" y="754"/>
                  </a:lnTo>
                  <a:lnTo>
                    <a:pt x="231" y="754"/>
                  </a:lnTo>
                  <a:lnTo>
                    <a:pt x="105" y="775"/>
                  </a:lnTo>
                  <a:lnTo>
                    <a:pt x="126" y="879"/>
                  </a:lnTo>
                  <a:lnTo>
                    <a:pt x="147" y="900"/>
                  </a:lnTo>
                  <a:lnTo>
                    <a:pt x="210" y="879"/>
                  </a:lnTo>
                  <a:lnTo>
                    <a:pt x="273" y="879"/>
                  </a:lnTo>
                  <a:lnTo>
                    <a:pt x="252" y="1047"/>
                  </a:lnTo>
                  <a:lnTo>
                    <a:pt x="147" y="1193"/>
                  </a:lnTo>
                  <a:lnTo>
                    <a:pt x="147" y="1277"/>
                  </a:lnTo>
                  <a:lnTo>
                    <a:pt x="315" y="1402"/>
                  </a:lnTo>
                  <a:lnTo>
                    <a:pt x="419" y="1423"/>
                  </a:lnTo>
                  <a:lnTo>
                    <a:pt x="461" y="1486"/>
                  </a:lnTo>
                  <a:lnTo>
                    <a:pt x="440" y="1570"/>
                  </a:lnTo>
                  <a:lnTo>
                    <a:pt x="336" y="1507"/>
                  </a:lnTo>
                  <a:lnTo>
                    <a:pt x="273" y="1528"/>
                  </a:lnTo>
                  <a:lnTo>
                    <a:pt x="273" y="1674"/>
                  </a:lnTo>
                  <a:lnTo>
                    <a:pt x="419" y="1821"/>
                  </a:lnTo>
                  <a:lnTo>
                    <a:pt x="356" y="1842"/>
                  </a:lnTo>
                  <a:lnTo>
                    <a:pt x="482" y="1988"/>
                  </a:lnTo>
                  <a:lnTo>
                    <a:pt x="482" y="2051"/>
                  </a:lnTo>
                  <a:lnTo>
                    <a:pt x="545" y="2135"/>
                  </a:lnTo>
                  <a:lnTo>
                    <a:pt x="670" y="2135"/>
                  </a:lnTo>
                  <a:lnTo>
                    <a:pt x="754" y="2218"/>
                  </a:lnTo>
                  <a:lnTo>
                    <a:pt x="900" y="2239"/>
                  </a:lnTo>
                  <a:lnTo>
                    <a:pt x="900" y="2365"/>
                  </a:lnTo>
                  <a:lnTo>
                    <a:pt x="838" y="2448"/>
                  </a:lnTo>
                  <a:lnTo>
                    <a:pt x="796" y="2511"/>
                  </a:lnTo>
                  <a:lnTo>
                    <a:pt x="859" y="2532"/>
                  </a:lnTo>
                  <a:lnTo>
                    <a:pt x="942" y="2658"/>
                  </a:lnTo>
                  <a:lnTo>
                    <a:pt x="984" y="2658"/>
                  </a:lnTo>
                  <a:lnTo>
                    <a:pt x="1089" y="2741"/>
                  </a:lnTo>
                  <a:lnTo>
                    <a:pt x="1152" y="2846"/>
                  </a:lnTo>
                  <a:lnTo>
                    <a:pt x="1152" y="2992"/>
                  </a:lnTo>
                  <a:lnTo>
                    <a:pt x="1172" y="3076"/>
                  </a:lnTo>
                  <a:lnTo>
                    <a:pt x="1214" y="3034"/>
                  </a:lnTo>
                  <a:lnTo>
                    <a:pt x="1193" y="2951"/>
                  </a:lnTo>
                  <a:lnTo>
                    <a:pt x="1361" y="2867"/>
                  </a:lnTo>
                  <a:lnTo>
                    <a:pt x="1465" y="2846"/>
                  </a:lnTo>
                  <a:lnTo>
                    <a:pt x="1570" y="2762"/>
                  </a:lnTo>
                  <a:lnTo>
                    <a:pt x="1779" y="2720"/>
                  </a:lnTo>
                  <a:lnTo>
                    <a:pt x="1905" y="2720"/>
                  </a:lnTo>
                  <a:lnTo>
                    <a:pt x="2051" y="2679"/>
                  </a:lnTo>
                  <a:lnTo>
                    <a:pt x="2135" y="2679"/>
                  </a:lnTo>
                  <a:lnTo>
                    <a:pt x="2198" y="2574"/>
                  </a:lnTo>
                  <a:lnTo>
                    <a:pt x="2114" y="2469"/>
                  </a:lnTo>
                  <a:lnTo>
                    <a:pt x="2093" y="2365"/>
                  </a:lnTo>
                  <a:lnTo>
                    <a:pt x="2302" y="2197"/>
                  </a:lnTo>
                  <a:lnTo>
                    <a:pt x="2344" y="2051"/>
                  </a:lnTo>
                  <a:lnTo>
                    <a:pt x="2261" y="1925"/>
                  </a:lnTo>
                  <a:lnTo>
                    <a:pt x="2093" y="1737"/>
                  </a:lnTo>
                  <a:lnTo>
                    <a:pt x="2030" y="1507"/>
                  </a:lnTo>
                  <a:lnTo>
                    <a:pt x="2114" y="1423"/>
                  </a:lnTo>
                  <a:lnTo>
                    <a:pt x="2093" y="1319"/>
                  </a:lnTo>
                  <a:lnTo>
                    <a:pt x="2051" y="1193"/>
                  </a:lnTo>
                  <a:lnTo>
                    <a:pt x="2030" y="1109"/>
                  </a:lnTo>
                  <a:lnTo>
                    <a:pt x="2135" y="984"/>
                  </a:lnTo>
                  <a:lnTo>
                    <a:pt x="1926" y="963"/>
                  </a:lnTo>
                  <a:lnTo>
                    <a:pt x="1842" y="1088"/>
                  </a:lnTo>
                  <a:lnTo>
                    <a:pt x="1737" y="1005"/>
                  </a:lnTo>
                  <a:lnTo>
                    <a:pt x="1633" y="1047"/>
                  </a:lnTo>
                  <a:lnTo>
                    <a:pt x="1591" y="963"/>
                  </a:lnTo>
                  <a:lnTo>
                    <a:pt x="1382" y="879"/>
                  </a:lnTo>
                  <a:lnTo>
                    <a:pt x="1361" y="837"/>
                  </a:lnTo>
                  <a:lnTo>
                    <a:pt x="1424" y="691"/>
                  </a:lnTo>
                  <a:lnTo>
                    <a:pt x="1277" y="565"/>
                  </a:lnTo>
                  <a:lnTo>
                    <a:pt x="1110" y="482"/>
                  </a:lnTo>
                  <a:lnTo>
                    <a:pt x="1089" y="377"/>
                  </a:lnTo>
                  <a:lnTo>
                    <a:pt x="900" y="168"/>
                  </a:lnTo>
                  <a:lnTo>
                    <a:pt x="880" y="105"/>
                  </a:lnTo>
                  <a:lnTo>
                    <a:pt x="754" y="63"/>
                  </a:lnTo>
                  <a:lnTo>
                    <a:pt x="670" y="42"/>
                  </a:lnTo>
                  <a:lnTo>
                    <a:pt x="566" y="21"/>
                  </a:lnTo>
                  <a:lnTo>
                    <a:pt x="46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</p:grpSp>
      <p:grpSp>
        <p:nvGrpSpPr>
          <p:cNvPr id="834" name="Google Shape;7910;p67">
            <a:extLst>
              <a:ext uri="{FF2B5EF4-FFF2-40B4-BE49-F238E27FC236}">
                <a16:creationId xmlns:a16="http://schemas.microsoft.com/office/drawing/2014/main" id="{6702034D-B99F-BD0B-6527-49ECE3EE97C6}"/>
              </a:ext>
            </a:extLst>
          </p:cNvPr>
          <p:cNvGrpSpPr/>
          <p:nvPr/>
        </p:nvGrpSpPr>
        <p:grpSpPr>
          <a:xfrm>
            <a:off x="1200907" y="2267405"/>
            <a:ext cx="4666442" cy="2751786"/>
            <a:chOff x="2514225" y="4239175"/>
            <a:chExt cx="2084800" cy="1229400"/>
          </a:xfrm>
          <a:solidFill>
            <a:schemeClr val="tx2"/>
          </a:solidFill>
        </p:grpSpPr>
        <p:sp>
          <p:nvSpPr>
            <p:cNvPr id="835" name="Google Shape;7911;p67">
              <a:extLst>
                <a:ext uri="{FF2B5EF4-FFF2-40B4-BE49-F238E27FC236}">
                  <a16:creationId xmlns:a16="http://schemas.microsoft.com/office/drawing/2014/main" id="{0D5AB939-A0D5-D78D-6D0E-38F0F87CC944}"/>
                </a:ext>
              </a:extLst>
            </p:cNvPr>
            <p:cNvSpPr/>
            <p:nvPr/>
          </p:nvSpPr>
          <p:spPr>
            <a:xfrm>
              <a:off x="4176649" y="5109975"/>
              <a:ext cx="242800" cy="213275"/>
            </a:xfrm>
            <a:custGeom>
              <a:avLst/>
              <a:gdLst/>
              <a:ahLst/>
              <a:cxnLst/>
              <a:rect l="l" t="t" r="r" b="b"/>
              <a:pathLst>
                <a:path w="9712" h="8531" extrusionOk="0">
                  <a:moveTo>
                    <a:pt x="7051" y="0"/>
                  </a:moveTo>
                  <a:cubicBezTo>
                    <a:pt x="7036" y="0"/>
                    <a:pt x="7009" y="41"/>
                    <a:pt x="7001" y="75"/>
                  </a:cubicBezTo>
                  <a:cubicBezTo>
                    <a:pt x="7013" y="149"/>
                    <a:pt x="7001" y="235"/>
                    <a:pt x="6964" y="309"/>
                  </a:cubicBezTo>
                  <a:cubicBezTo>
                    <a:pt x="6902" y="396"/>
                    <a:pt x="6828" y="469"/>
                    <a:pt x="6853" y="482"/>
                  </a:cubicBezTo>
                  <a:cubicBezTo>
                    <a:pt x="6877" y="506"/>
                    <a:pt x="6951" y="506"/>
                    <a:pt x="6914" y="556"/>
                  </a:cubicBezTo>
                  <a:cubicBezTo>
                    <a:pt x="6877" y="617"/>
                    <a:pt x="6853" y="679"/>
                    <a:pt x="6865" y="753"/>
                  </a:cubicBezTo>
                  <a:cubicBezTo>
                    <a:pt x="6865" y="827"/>
                    <a:pt x="6803" y="876"/>
                    <a:pt x="6828" y="901"/>
                  </a:cubicBezTo>
                  <a:cubicBezTo>
                    <a:pt x="6840" y="962"/>
                    <a:pt x="6853" y="1012"/>
                    <a:pt x="6853" y="1073"/>
                  </a:cubicBezTo>
                  <a:cubicBezTo>
                    <a:pt x="6853" y="1110"/>
                    <a:pt x="6853" y="1246"/>
                    <a:pt x="6828" y="1431"/>
                  </a:cubicBezTo>
                  <a:cubicBezTo>
                    <a:pt x="6803" y="1615"/>
                    <a:pt x="6730" y="1886"/>
                    <a:pt x="6631" y="1973"/>
                  </a:cubicBezTo>
                  <a:cubicBezTo>
                    <a:pt x="6594" y="1999"/>
                    <a:pt x="6552" y="2012"/>
                    <a:pt x="6511" y="2012"/>
                  </a:cubicBezTo>
                  <a:cubicBezTo>
                    <a:pt x="6458" y="2012"/>
                    <a:pt x="6407" y="1990"/>
                    <a:pt x="6372" y="1948"/>
                  </a:cubicBezTo>
                  <a:cubicBezTo>
                    <a:pt x="6286" y="1874"/>
                    <a:pt x="6261" y="1776"/>
                    <a:pt x="6212" y="1739"/>
                  </a:cubicBezTo>
                  <a:cubicBezTo>
                    <a:pt x="6101" y="1714"/>
                    <a:pt x="5990" y="1665"/>
                    <a:pt x="5904" y="1591"/>
                  </a:cubicBezTo>
                  <a:cubicBezTo>
                    <a:pt x="5830" y="1504"/>
                    <a:pt x="5793" y="1455"/>
                    <a:pt x="5744" y="1455"/>
                  </a:cubicBezTo>
                  <a:cubicBezTo>
                    <a:pt x="5695" y="1455"/>
                    <a:pt x="5621" y="1369"/>
                    <a:pt x="5584" y="1320"/>
                  </a:cubicBezTo>
                  <a:cubicBezTo>
                    <a:pt x="5534" y="1283"/>
                    <a:pt x="5485" y="1246"/>
                    <a:pt x="5424" y="1209"/>
                  </a:cubicBezTo>
                  <a:cubicBezTo>
                    <a:pt x="5399" y="1184"/>
                    <a:pt x="5337" y="1172"/>
                    <a:pt x="5374" y="1122"/>
                  </a:cubicBezTo>
                  <a:cubicBezTo>
                    <a:pt x="5411" y="1049"/>
                    <a:pt x="5460" y="975"/>
                    <a:pt x="5510" y="901"/>
                  </a:cubicBezTo>
                  <a:cubicBezTo>
                    <a:pt x="5547" y="864"/>
                    <a:pt x="5596" y="851"/>
                    <a:pt x="5547" y="827"/>
                  </a:cubicBezTo>
                  <a:cubicBezTo>
                    <a:pt x="5497" y="802"/>
                    <a:pt x="5522" y="704"/>
                    <a:pt x="5596" y="704"/>
                  </a:cubicBezTo>
                  <a:cubicBezTo>
                    <a:pt x="5658" y="704"/>
                    <a:pt x="5596" y="654"/>
                    <a:pt x="5645" y="580"/>
                  </a:cubicBezTo>
                  <a:cubicBezTo>
                    <a:pt x="5695" y="519"/>
                    <a:pt x="5769" y="457"/>
                    <a:pt x="5732" y="432"/>
                  </a:cubicBezTo>
                  <a:cubicBezTo>
                    <a:pt x="5712" y="413"/>
                    <a:pt x="5685" y="356"/>
                    <a:pt x="5657" y="356"/>
                  </a:cubicBezTo>
                  <a:cubicBezTo>
                    <a:pt x="5649" y="356"/>
                    <a:pt x="5641" y="360"/>
                    <a:pt x="5633" y="371"/>
                  </a:cubicBezTo>
                  <a:cubicBezTo>
                    <a:pt x="5601" y="403"/>
                    <a:pt x="5597" y="474"/>
                    <a:pt x="5571" y="474"/>
                  </a:cubicBezTo>
                  <a:cubicBezTo>
                    <a:pt x="5567" y="474"/>
                    <a:pt x="5564" y="472"/>
                    <a:pt x="5559" y="469"/>
                  </a:cubicBezTo>
                  <a:cubicBezTo>
                    <a:pt x="5534" y="432"/>
                    <a:pt x="5485" y="432"/>
                    <a:pt x="5497" y="383"/>
                  </a:cubicBezTo>
                  <a:cubicBezTo>
                    <a:pt x="5505" y="359"/>
                    <a:pt x="5503" y="335"/>
                    <a:pt x="5486" y="335"/>
                  </a:cubicBezTo>
                  <a:cubicBezTo>
                    <a:pt x="5478" y="335"/>
                    <a:pt x="5465" y="342"/>
                    <a:pt x="5448" y="359"/>
                  </a:cubicBezTo>
                  <a:cubicBezTo>
                    <a:pt x="5412" y="404"/>
                    <a:pt x="5361" y="430"/>
                    <a:pt x="5313" y="430"/>
                  </a:cubicBezTo>
                  <a:cubicBezTo>
                    <a:pt x="5296" y="430"/>
                    <a:pt x="5279" y="427"/>
                    <a:pt x="5263" y="420"/>
                  </a:cubicBezTo>
                  <a:cubicBezTo>
                    <a:pt x="5177" y="408"/>
                    <a:pt x="4931" y="272"/>
                    <a:pt x="4832" y="272"/>
                  </a:cubicBezTo>
                  <a:cubicBezTo>
                    <a:pt x="4734" y="260"/>
                    <a:pt x="4734" y="223"/>
                    <a:pt x="4697" y="186"/>
                  </a:cubicBezTo>
                  <a:cubicBezTo>
                    <a:pt x="4658" y="157"/>
                    <a:pt x="4582" y="113"/>
                    <a:pt x="4550" y="113"/>
                  </a:cubicBezTo>
                  <a:cubicBezTo>
                    <a:pt x="4542" y="113"/>
                    <a:pt x="4536" y="116"/>
                    <a:pt x="4536" y="124"/>
                  </a:cubicBezTo>
                  <a:cubicBezTo>
                    <a:pt x="4536" y="161"/>
                    <a:pt x="4549" y="198"/>
                    <a:pt x="4610" y="211"/>
                  </a:cubicBezTo>
                  <a:cubicBezTo>
                    <a:pt x="4623" y="213"/>
                    <a:pt x="4633" y="214"/>
                    <a:pt x="4643" y="214"/>
                  </a:cubicBezTo>
                  <a:cubicBezTo>
                    <a:pt x="4649" y="214"/>
                    <a:pt x="4655" y="213"/>
                    <a:pt x="4660" y="213"/>
                  </a:cubicBezTo>
                  <a:cubicBezTo>
                    <a:pt x="4686" y="213"/>
                    <a:pt x="4697" y="219"/>
                    <a:pt x="4697" y="285"/>
                  </a:cubicBezTo>
                  <a:cubicBezTo>
                    <a:pt x="4697" y="383"/>
                    <a:pt x="4746" y="408"/>
                    <a:pt x="4684" y="432"/>
                  </a:cubicBezTo>
                  <a:cubicBezTo>
                    <a:pt x="4641" y="445"/>
                    <a:pt x="4601" y="451"/>
                    <a:pt x="4561" y="451"/>
                  </a:cubicBezTo>
                  <a:cubicBezTo>
                    <a:pt x="4521" y="451"/>
                    <a:pt x="4481" y="445"/>
                    <a:pt x="4438" y="432"/>
                  </a:cubicBezTo>
                  <a:cubicBezTo>
                    <a:pt x="4424" y="423"/>
                    <a:pt x="4413" y="419"/>
                    <a:pt x="4403" y="419"/>
                  </a:cubicBezTo>
                  <a:cubicBezTo>
                    <a:pt x="4388" y="419"/>
                    <a:pt x="4374" y="430"/>
                    <a:pt x="4352" y="445"/>
                  </a:cubicBezTo>
                  <a:cubicBezTo>
                    <a:pt x="4315" y="482"/>
                    <a:pt x="4265" y="469"/>
                    <a:pt x="4241" y="494"/>
                  </a:cubicBezTo>
                  <a:cubicBezTo>
                    <a:pt x="4216" y="506"/>
                    <a:pt x="4191" y="580"/>
                    <a:pt x="4167" y="630"/>
                  </a:cubicBezTo>
                  <a:cubicBezTo>
                    <a:pt x="4130" y="679"/>
                    <a:pt x="4117" y="753"/>
                    <a:pt x="4093" y="765"/>
                  </a:cubicBezTo>
                  <a:cubicBezTo>
                    <a:pt x="4068" y="814"/>
                    <a:pt x="4031" y="864"/>
                    <a:pt x="4007" y="925"/>
                  </a:cubicBezTo>
                  <a:cubicBezTo>
                    <a:pt x="3982" y="987"/>
                    <a:pt x="3945" y="987"/>
                    <a:pt x="3957" y="1024"/>
                  </a:cubicBezTo>
                  <a:cubicBezTo>
                    <a:pt x="3970" y="1073"/>
                    <a:pt x="4031" y="1147"/>
                    <a:pt x="4019" y="1184"/>
                  </a:cubicBezTo>
                  <a:cubicBezTo>
                    <a:pt x="4011" y="1214"/>
                    <a:pt x="4004" y="1230"/>
                    <a:pt x="3986" y="1230"/>
                  </a:cubicBezTo>
                  <a:cubicBezTo>
                    <a:pt x="3974" y="1230"/>
                    <a:pt x="3957" y="1223"/>
                    <a:pt x="3933" y="1209"/>
                  </a:cubicBezTo>
                  <a:cubicBezTo>
                    <a:pt x="3892" y="1176"/>
                    <a:pt x="3845" y="1159"/>
                    <a:pt x="3800" y="1159"/>
                  </a:cubicBezTo>
                  <a:cubicBezTo>
                    <a:pt x="3778" y="1159"/>
                    <a:pt x="3756" y="1164"/>
                    <a:pt x="3735" y="1172"/>
                  </a:cubicBezTo>
                  <a:cubicBezTo>
                    <a:pt x="3704" y="1204"/>
                    <a:pt x="3645" y="1344"/>
                    <a:pt x="3629" y="1344"/>
                  </a:cubicBezTo>
                  <a:cubicBezTo>
                    <a:pt x="3626" y="1344"/>
                    <a:pt x="3625" y="1341"/>
                    <a:pt x="3625" y="1332"/>
                  </a:cubicBezTo>
                  <a:cubicBezTo>
                    <a:pt x="3612" y="1209"/>
                    <a:pt x="3575" y="1098"/>
                    <a:pt x="3526" y="999"/>
                  </a:cubicBezTo>
                  <a:cubicBezTo>
                    <a:pt x="3464" y="925"/>
                    <a:pt x="3427" y="962"/>
                    <a:pt x="3403" y="913"/>
                  </a:cubicBezTo>
                  <a:cubicBezTo>
                    <a:pt x="3375" y="885"/>
                    <a:pt x="3375" y="835"/>
                    <a:pt x="3366" y="835"/>
                  </a:cubicBezTo>
                  <a:cubicBezTo>
                    <a:pt x="3363" y="835"/>
                    <a:pt x="3359" y="840"/>
                    <a:pt x="3354" y="851"/>
                  </a:cubicBezTo>
                  <a:cubicBezTo>
                    <a:pt x="3317" y="901"/>
                    <a:pt x="3341" y="962"/>
                    <a:pt x="3292" y="962"/>
                  </a:cubicBezTo>
                  <a:cubicBezTo>
                    <a:pt x="3259" y="962"/>
                    <a:pt x="3226" y="929"/>
                    <a:pt x="3201" y="929"/>
                  </a:cubicBezTo>
                  <a:cubicBezTo>
                    <a:pt x="3188" y="929"/>
                    <a:pt x="3177" y="938"/>
                    <a:pt x="3169" y="962"/>
                  </a:cubicBezTo>
                  <a:cubicBezTo>
                    <a:pt x="3146" y="1020"/>
                    <a:pt x="3155" y="1099"/>
                    <a:pt x="3116" y="1099"/>
                  </a:cubicBezTo>
                  <a:cubicBezTo>
                    <a:pt x="3113" y="1099"/>
                    <a:pt x="3110" y="1099"/>
                    <a:pt x="3107" y="1098"/>
                  </a:cubicBezTo>
                  <a:cubicBezTo>
                    <a:pt x="3070" y="1073"/>
                    <a:pt x="3070" y="1061"/>
                    <a:pt x="3058" y="1036"/>
                  </a:cubicBezTo>
                  <a:cubicBezTo>
                    <a:pt x="3056" y="1033"/>
                    <a:pt x="3054" y="1031"/>
                    <a:pt x="3052" y="1031"/>
                  </a:cubicBezTo>
                  <a:cubicBezTo>
                    <a:pt x="3038" y="1031"/>
                    <a:pt x="3017" y="1086"/>
                    <a:pt x="2996" y="1086"/>
                  </a:cubicBezTo>
                  <a:cubicBezTo>
                    <a:pt x="2994" y="1087"/>
                    <a:pt x="2992" y="1088"/>
                    <a:pt x="2990" y="1088"/>
                  </a:cubicBezTo>
                  <a:cubicBezTo>
                    <a:pt x="2981" y="1088"/>
                    <a:pt x="2968" y="1077"/>
                    <a:pt x="2954" y="1077"/>
                  </a:cubicBezTo>
                  <a:cubicBezTo>
                    <a:pt x="2947" y="1077"/>
                    <a:pt x="2941" y="1079"/>
                    <a:pt x="2935" y="1086"/>
                  </a:cubicBezTo>
                  <a:cubicBezTo>
                    <a:pt x="2910" y="1122"/>
                    <a:pt x="2898" y="1196"/>
                    <a:pt x="2935" y="1196"/>
                  </a:cubicBezTo>
                  <a:cubicBezTo>
                    <a:pt x="2959" y="1196"/>
                    <a:pt x="2984" y="1233"/>
                    <a:pt x="2935" y="1233"/>
                  </a:cubicBezTo>
                  <a:cubicBezTo>
                    <a:pt x="2885" y="1233"/>
                    <a:pt x="2848" y="1270"/>
                    <a:pt x="2873" y="1283"/>
                  </a:cubicBezTo>
                  <a:cubicBezTo>
                    <a:pt x="2898" y="1295"/>
                    <a:pt x="2935" y="1332"/>
                    <a:pt x="2873" y="1332"/>
                  </a:cubicBezTo>
                  <a:cubicBezTo>
                    <a:pt x="2866" y="1331"/>
                    <a:pt x="2860" y="1330"/>
                    <a:pt x="2855" y="1330"/>
                  </a:cubicBezTo>
                  <a:cubicBezTo>
                    <a:pt x="2809" y="1330"/>
                    <a:pt x="2799" y="1373"/>
                    <a:pt x="2799" y="1406"/>
                  </a:cubicBezTo>
                  <a:cubicBezTo>
                    <a:pt x="2799" y="1455"/>
                    <a:pt x="2787" y="1554"/>
                    <a:pt x="2836" y="1566"/>
                  </a:cubicBezTo>
                  <a:cubicBezTo>
                    <a:pt x="2873" y="1578"/>
                    <a:pt x="2898" y="1615"/>
                    <a:pt x="2824" y="1615"/>
                  </a:cubicBezTo>
                  <a:cubicBezTo>
                    <a:pt x="2737" y="1615"/>
                    <a:pt x="2664" y="1603"/>
                    <a:pt x="2590" y="1566"/>
                  </a:cubicBezTo>
                  <a:cubicBezTo>
                    <a:pt x="2586" y="1563"/>
                    <a:pt x="2581" y="1562"/>
                    <a:pt x="2577" y="1562"/>
                  </a:cubicBezTo>
                  <a:cubicBezTo>
                    <a:pt x="2543" y="1562"/>
                    <a:pt x="2507" y="1644"/>
                    <a:pt x="2540" y="1677"/>
                  </a:cubicBezTo>
                  <a:cubicBezTo>
                    <a:pt x="2565" y="1714"/>
                    <a:pt x="2627" y="1739"/>
                    <a:pt x="2627" y="1788"/>
                  </a:cubicBezTo>
                  <a:cubicBezTo>
                    <a:pt x="2627" y="1824"/>
                    <a:pt x="2613" y="1847"/>
                    <a:pt x="2601" y="1847"/>
                  </a:cubicBezTo>
                  <a:cubicBezTo>
                    <a:pt x="2597" y="1847"/>
                    <a:pt x="2593" y="1844"/>
                    <a:pt x="2590" y="1837"/>
                  </a:cubicBezTo>
                  <a:cubicBezTo>
                    <a:pt x="2583" y="1828"/>
                    <a:pt x="2578" y="1824"/>
                    <a:pt x="2573" y="1824"/>
                  </a:cubicBezTo>
                  <a:cubicBezTo>
                    <a:pt x="2560" y="1824"/>
                    <a:pt x="2553" y="1859"/>
                    <a:pt x="2553" y="1886"/>
                  </a:cubicBezTo>
                  <a:cubicBezTo>
                    <a:pt x="2553" y="1897"/>
                    <a:pt x="2548" y="1901"/>
                    <a:pt x="2540" y="1901"/>
                  </a:cubicBezTo>
                  <a:cubicBezTo>
                    <a:pt x="2522" y="1901"/>
                    <a:pt x="2488" y="1872"/>
                    <a:pt x="2479" y="1837"/>
                  </a:cubicBezTo>
                  <a:cubicBezTo>
                    <a:pt x="2454" y="1788"/>
                    <a:pt x="2429" y="1665"/>
                    <a:pt x="2405" y="1665"/>
                  </a:cubicBezTo>
                  <a:cubicBezTo>
                    <a:pt x="2368" y="1665"/>
                    <a:pt x="2282" y="1751"/>
                    <a:pt x="2245" y="1837"/>
                  </a:cubicBezTo>
                  <a:cubicBezTo>
                    <a:pt x="2220" y="1923"/>
                    <a:pt x="2195" y="1997"/>
                    <a:pt x="2208" y="2047"/>
                  </a:cubicBezTo>
                  <a:cubicBezTo>
                    <a:pt x="2220" y="2084"/>
                    <a:pt x="2245" y="2121"/>
                    <a:pt x="2220" y="2145"/>
                  </a:cubicBezTo>
                  <a:cubicBezTo>
                    <a:pt x="2195" y="2157"/>
                    <a:pt x="2097" y="2305"/>
                    <a:pt x="2035" y="2392"/>
                  </a:cubicBezTo>
                  <a:cubicBezTo>
                    <a:pt x="1949" y="2490"/>
                    <a:pt x="1850" y="2564"/>
                    <a:pt x="1727" y="2601"/>
                  </a:cubicBezTo>
                  <a:cubicBezTo>
                    <a:pt x="1629" y="2626"/>
                    <a:pt x="1505" y="2626"/>
                    <a:pt x="1456" y="2650"/>
                  </a:cubicBezTo>
                  <a:cubicBezTo>
                    <a:pt x="1407" y="2663"/>
                    <a:pt x="1431" y="2687"/>
                    <a:pt x="1357" y="2724"/>
                  </a:cubicBezTo>
                  <a:cubicBezTo>
                    <a:pt x="1296" y="2761"/>
                    <a:pt x="1173" y="2786"/>
                    <a:pt x="1123" y="2811"/>
                  </a:cubicBezTo>
                  <a:cubicBezTo>
                    <a:pt x="1086" y="2835"/>
                    <a:pt x="1086" y="2835"/>
                    <a:pt x="1025" y="2835"/>
                  </a:cubicBezTo>
                  <a:cubicBezTo>
                    <a:pt x="914" y="2860"/>
                    <a:pt x="803" y="2909"/>
                    <a:pt x="717" y="2983"/>
                  </a:cubicBezTo>
                  <a:cubicBezTo>
                    <a:pt x="643" y="3057"/>
                    <a:pt x="581" y="3119"/>
                    <a:pt x="532" y="3119"/>
                  </a:cubicBezTo>
                  <a:cubicBezTo>
                    <a:pt x="458" y="3131"/>
                    <a:pt x="384" y="3192"/>
                    <a:pt x="359" y="3266"/>
                  </a:cubicBezTo>
                  <a:cubicBezTo>
                    <a:pt x="350" y="3312"/>
                    <a:pt x="348" y="3379"/>
                    <a:pt x="337" y="3379"/>
                  </a:cubicBezTo>
                  <a:cubicBezTo>
                    <a:pt x="333" y="3379"/>
                    <a:pt x="329" y="3371"/>
                    <a:pt x="322" y="3353"/>
                  </a:cubicBezTo>
                  <a:cubicBezTo>
                    <a:pt x="302" y="3290"/>
                    <a:pt x="325" y="3166"/>
                    <a:pt x="303" y="3166"/>
                  </a:cubicBezTo>
                  <a:cubicBezTo>
                    <a:pt x="299" y="3166"/>
                    <a:pt x="293" y="3171"/>
                    <a:pt x="285" y="3180"/>
                  </a:cubicBezTo>
                  <a:cubicBezTo>
                    <a:pt x="236" y="3254"/>
                    <a:pt x="199" y="3353"/>
                    <a:pt x="199" y="3451"/>
                  </a:cubicBezTo>
                  <a:cubicBezTo>
                    <a:pt x="199" y="3501"/>
                    <a:pt x="236" y="3488"/>
                    <a:pt x="199" y="3562"/>
                  </a:cubicBezTo>
                  <a:cubicBezTo>
                    <a:pt x="162" y="3661"/>
                    <a:pt x="138" y="3759"/>
                    <a:pt x="138" y="3870"/>
                  </a:cubicBezTo>
                  <a:cubicBezTo>
                    <a:pt x="162" y="3993"/>
                    <a:pt x="212" y="4117"/>
                    <a:pt x="261" y="4240"/>
                  </a:cubicBezTo>
                  <a:cubicBezTo>
                    <a:pt x="283" y="4340"/>
                    <a:pt x="315" y="4530"/>
                    <a:pt x="285" y="4530"/>
                  </a:cubicBezTo>
                  <a:cubicBezTo>
                    <a:pt x="282" y="4530"/>
                    <a:pt x="278" y="4528"/>
                    <a:pt x="273" y="4523"/>
                  </a:cubicBezTo>
                  <a:cubicBezTo>
                    <a:pt x="239" y="4466"/>
                    <a:pt x="150" y="4311"/>
                    <a:pt x="139" y="4311"/>
                  </a:cubicBezTo>
                  <a:cubicBezTo>
                    <a:pt x="138" y="4311"/>
                    <a:pt x="138" y="4312"/>
                    <a:pt x="138" y="4314"/>
                  </a:cubicBezTo>
                  <a:cubicBezTo>
                    <a:pt x="138" y="4351"/>
                    <a:pt x="224" y="4499"/>
                    <a:pt x="224" y="4523"/>
                  </a:cubicBezTo>
                  <a:cubicBezTo>
                    <a:pt x="224" y="4532"/>
                    <a:pt x="203" y="4577"/>
                    <a:pt x="177" y="4577"/>
                  </a:cubicBezTo>
                  <a:cubicBezTo>
                    <a:pt x="168" y="4577"/>
                    <a:pt x="159" y="4572"/>
                    <a:pt x="150" y="4560"/>
                  </a:cubicBezTo>
                  <a:cubicBezTo>
                    <a:pt x="116" y="4516"/>
                    <a:pt x="12" y="4319"/>
                    <a:pt x="2" y="4319"/>
                  </a:cubicBezTo>
                  <a:lnTo>
                    <a:pt x="2" y="4319"/>
                  </a:lnTo>
                  <a:cubicBezTo>
                    <a:pt x="1" y="4319"/>
                    <a:pt x="1" y="4321"/>
                    <a:pt x="2" y="4326"/>
                  </a:cubicBezTo>
                  <a:cubicBezTo>
                    <a:pt x="39" y="4437"/>
                    <a:pt x="101" y="4548"/>
                    <a:pt x="175" y="4634"/>
                  </a:cubicBezTo>
                  <a:cubicBezTo>
                    <a:pt x="249" y="4720"/>
                    <a:pt x="285" y="4819"/>
                    <a:pt x="298" y="4930"/>
                  </a:cubicBezTo>
                  <a:cubicBezTo>
                    <a:pt x="298" y="5016"/>
                    <a:pt x="310" y="5102"/>
                    <a:pt x="347" y="5176"/>
                  </a:cubicBezTo>
                  <a:cubicBezTo>
                    <a:pt x="384" y="5238"/>
                    <a:pt x="507" y="5361"/>
                    <a:pt x="507" y="5484"/>
                  </a:cubicBezTo>
                  <a:cubicBezTo>
                    <a:pt x="483" y="5595"/>
                    <a:pt x="495" y="5694"/>
                    <a:pt x="520" y="5805"/>
                  </a:cubicBezTo>
                  <a:cubicBezTo>
                    <a:pt x="594" y="5915"/>
                    <a:pt x="643" y="6051"/>
                    <a:pt x="667" y="6174"/>
                  </a:cubicBezTo>
                  <a:cubicBezTo>
                    <a:pt x="667" y="6285"/>
                    <a:pt x="630" y="6408"/>
                    <a:pt x="630" y="6482"/>
                  </a:cubicBezTo>
                  <a:cubicBezTo>
                    <a:pt x="630" y="6569"/>
                    <a:pt x="667" y="6655"/>
                    <a:pt x="643" y="6679"/>
                  </a:cubicBezTo>
                  <a:cubicBezTo>
                    <a:pt x="630" y="6692"/>
                    <a:pt x="581" y="6679"/>
                    <a:pt x="532" y="6741"/>
                  </a:cubicBezTo>
                  <a:cubicBezTo>
                    <a:pt x="470" y="6815"/>
                    <a:pt x="458" y="6926"/>
                    <a:pt x="495" y="6938"/>
                  </a:cubicBezTo>
                  <a:cubicBezTo>
                    <a:pt x="569" y="6975"/>
                    <a:pt x="643" y="7024"/>
                    <a:pt x="704" y="7074"/>
                  </a:cubicBezTo>
                  <a:cubicBezTo>
                    <a:pt x="791" y="7148"/>
                    <a:pt x="902" y="7197"/>
                    <a:pt x="1012" y="7197"/>
                  </a:cubicBezTo>
                  <a:cubicBezTo>
                    <a:pt x="1148" y="7172"/>
                    <a:pt x="1271" y="7123"/>
                    <a:pt x="1382" y="7049"/>
                  </a:cubicBezTo>
                  <a:cubicBezTo>
                    <a:pt x="1493" y="6987"/>
                    <a:pt x="1530" y="7024"/>
                    <a:pt x="1542" y="6987"/>
                  </a:cubicBezTo>
                  <a:cubicBezTo>
                    <a:pt x="1555" y="6950"/>
                    <a:pt x="1592" y="6864"/>
                    <a:pt x="1665" y="6864"/>
                  </a:cubicBezTo>
                  <a:cubicBezTo>
                    <a:pt x="1727" y="6864"/>
                    <a:pt x="1826" y="6815"/>
                    <a:pt x="1949" y="6815"/>
                  </a:cubicBezTo>
                  <a:cubicBezTo>
                    <a:pt x="2040" y="6815"/>
                    <a:pt x="2282" y="6873"/>
                    <a:pt x="2413" y="6873"/>
                  </a:cubicBezTo>
                  <a:cubicBezTo>
                    <a:pt x="2441" y="6873"/>
                    <a:pt x="2463" y="6871"/>
                    <a:pt x="2479" y="6864"/>
                  </a:cubicBezTo>
                  <a:cubicBezTo>
                    <a:pt x="2553" y="6827"/>
                    <a:pt x="2577" y="6753"/>
                    <a:pt x="2627" y="6667"/>
                  </a:cubicBezTo>
                  <a:cubicBezTo>
                    <a:pt x="2688" y="6581"/>
                    <a:pt x="2787" y="6544"/>
                    <a:pt x="2898" y="6482"/>
                  </a:cubicBezTo>
                  <a:cubicBezTo>
                    <a:pt x="3009" y="6408"/>
                    <a:pt x="3082" y="6359"/>
                    <a:pt x="3144" y="6359"/>
                  </a:cubicBezTo>
                  <a:cubicBezTo>
                    <a:pt x="3165" y="6361"/>
                    <a:pt x="3186" y="6362"/>
                    <a:pt x="3206" y="6362"/>
                  </a:cubicBezTo>
                  <a:cubicBezTo>
                    <a:pt x="3305" y="6362"/>
                    <a:pt x="3397" y="6338"/>
                    <a:pt x="3489" y="6297"/>
                  </a:cubicBezTo>
                  <a:cubicBezTo>
                    <a:pt x="3637" y="6211"/>
                    <a:pt x="3797" y="6150"/>
                    <a:pt x="3982" y="6137"/>
                  </a:cubicBezTo>
                  <a:cubicBezTo>
                    <a:pt x="4150" y="6137"/>
                    <a:pt x="4277" y="6086"/>
                    <a:pt x="4336" y="6086"/>
                  </a:cubicBezTo>
                  <a:cubicBezTo>
                    <a:pt x="4342" y="6086"/>
                    <a:pt x="4347" y="6087"/>
                    <a:pt x="4352" y="6088"/>
                  </a:cubicBezTo>
                  <a:cubicBezTo>
                    <a:pt x="4413" y="6113"/>
                    <a:pt x="4573" y="6248"/>
                    <a:pt x="4660" y="6260"/>
                  </a:cubicBezTo>
                  <a:cubicBezTo>
                    <a:pt x="4758" y="6273"/>
                    <a:pt x="4844" y="6285"/>
                    <a:pt x="4931" y="6322"/>
                  </a:cubicBezTo>
                  <a:cubicBezTo>
                    <a:pt x="5005" y="6359"/>
                    <a:pt x="5115" y="6334"/>
                    <a:pt x="5079" y="6421"/>
                  </a:cubicBezTo>
                  <a:cubicBezTo>
                    <a:pt x="5055" y="6502"/>
                    <a:pt x="5043" y="6594"/>
                    <a:pt x="5073" y="6594"/>
                  </a:cubicBezTo>
                  <a:cubicBezTo>
                    <a:pt x="5074" y="6594"/>
                    <a:pt x="5076" y="6594"/>
                    <a:pt x="5079" y="6593"/>
                  </a:cubicBezTo>
                  <a:cubicBezTo>
                    <a:pt x="5097" y="6581"/>
                    <a:pt x="5100" y="6572"/>
                    <a:pt x="5105" y="6572"/>
                  </a:cubicBezTo>
                  <a:cubicBezTo>
                    <a:pt x="5109" y="6572"/>
                    <a:pt x="5115" y="6581"/>
                    <a:pt x="5140" y="6605"/>
                  </a:cubicBezTo>
                  <a:cubicBezTo>
                    <a:pt x="5189" y="6655"/>
                    <a:pt x="5226" y="6667"/>
                    <a:pt x="5251" y="6729"/>
                  </a:cubicBezTo>
                  <a:cubicBezTo>
                    <a:pt x="5276" y="6790"/>
                    <a:pt x="5325" y="6790"/>
                    <a:pt x="5325" y="6840"/>
                  </a:cubicBezTo>
                  <a:cubicBezTo>
                    <a:pt x="5337" y="6889"/>
                    <a:pt x="5337" y="6938"/>
                    <a:pt x="5337" y="6987"/>
                  </a:cubicBezTo>
                  <a:cubicBezTo>
                    <a:pt x="5374" y="7061"/>
                    <a:pt x="5411" y="7135"/>
                    <a:pt x="5473" y="7185"/>
                  </a:cubicBezTo>
                  <a:cubicBezTo>
                    <a:pt x="5477" y="7188"/>
                    <a:pt x="5480" y="7189"/>
                    <a:pt x="5481" y="7189"/>
                  </a:cubicBezTo>
                  <a:cubicBezTo>
                    <a:pt x="5491" y="7189"/>
                    <a:pt x="5431" y="7116"/>
                    <a:pt x="5485" y="7061"/>
                  </a:cubicBezTo>
                  <a:cubicBezTo>
                    <a:pt x="5571" y="6963"/>
                    <a:pt x="5658" y="6877"/>
                    <a:pt x="5756" y="6790"/>
                  </a:cubicBezTo>
                  <a:cubicBezTo>
                    <a:pt x="5793" y="6766"/>
                    <a:pt x="5781" y="6716"/>
                    <a:pt x="5842" y="6655"/>
                  </a:cubicBezTo>
                  <a:cubicBezTo>
                    <a:pt x="5892" y="6605"/>
                    <a:pt x="5929" y="6544"/>
                    <a:pt x="5953" y="6470"/>
                  </a:cubicBezTo>
                  <a:cubicBezTo>
                    <a:pt x="5953" y="6464"/>
                    <a:pt x="5953" y="6461"/>
                    <a:pt x="5953" y="6461"/>
                  </a:cubicBezTo>
                  <a:cubicBezTo>
                    <a:pt x="5954" y="6461"/>
                    <a:pt x="5956" y="6491"/>
                    <a:pt x="5966" y="6556"/>
                  </a:cubicBezTo>
                  <a:cubicBezTo>
                    <a:pt x="5978" y="6630"/>
                    <a:pt x="5953" y="6630"/>
                    <a:pt x="5966" y="6704"/>
                  </a:cubicBezTo>
                  <a:cubicBezTo>
                    <a:pt x="5966" y="6790"/>
                    <a:pt x="6003" y="6741"/>
                    <a:pt x="5941" y="6815"/>
                  </a:cubicBezTo>
                  <a:cubicBezTo>
                    <a:pt x="5904" y="6889"/>
                    <a:pt x="5879" y="6963"/>
                    <a:pt x="5867" y="7049"/>
                  </a:cubicBezTo>
                  <a:cubicBezTo>
                    <a:pt x="5879" y="7098"/>
                    <a:pt x="5842" y="7160"/>
                    <a:pt x="5781" y="7185"/>
                  </a:cubicBezTo>
                  <a:cubicBezTo>
                    <a:pt x="5732" y="7209"/>
                    <a:pt x="5744" y="7246"/>
                    <a:pt x="5781" y="7246"/>
                  </a:cubicBezTo>
                  <a:cubicBezTo>
                    <a:pt x="5796" y="7246"/>
                    <a:pt x="5815" y="7249"/>
                    <a:pt x="5834" y="7249"/>
                  </a:cubicBezTo>
                  <a:cubicBezTo>
                    <a:pt x="5877" y="7249"/>
                    <a:pt x="5924" y="7237"/>
                    <a:pt x="5941" y="7160"/>
                  </a:cubicBezTo>
                  <a:cubicBezTo>
                    <a:pt x="5963" y="7051"/>
                    <a:pt x="5956" y="6932"/>
                    <a:pt x="5971" y="6932"/>
                  </a:cubicBezTo>
                  <a:cubicBezTo>
                    <a:pt x="5973" y="6932"/>
                    <a:pt x="5975" y="6934"/>
                    <a:pt x="5978" y="6938"/>
                  </a:cubicBezTo>
                  <a:cubicBezTo>
                    <a:pt x="6003" y="6975"/>
                    <a:pt x="6138" y="7111"/>
                    <a:pt x="6113" y="7197"/>
                  </a:cubicBezTo>
                  <a:cubicBezTo>
                    <a:pt x="6089" y="7283"/>
                    <a:pt x="5978" y="7382"/>
                    <a:pt x="6064" y="7394"/>
                  </a:cubicBezTo>
                  <a:cubicBezTo>
                    <a:pt x="6113" y="7394"/>
                    <a:pt x="6135" y="7372"/>
                    <a:pt x="6170" y="7372"/>
                  </a:cubicBezTo>
                  <a:cubicBezTo>
                    <a:pt x="6187" y="7372"/>
                    <a:pt x="6208" y="7378"/>
                    <a:pt x="6237" y="7394"/>
                  </a:cubicBezTo>
                  <a:cubicBezTo>
                    <a:pt x="6311" y="7443"/>
                    <a:pt x="6434" y="7640"/>
                    <a:pt x="6397" y="7727"/>
                  </a:cubicBezTo>
                  <a:cubicBezTo>
                    <a:pt x="6348" y="7801"/>
                    <a:pt x="6360" y="7899"/>
                    <a:pt x="6422" y="7961"/>
                  </a:cubicBezTo>
                  <a:cubicBezTo>
                    <a:pt x="6458" y="8022"/>
                    <a:pt x="6520" y="8084"/>
                    <a:pt x="6582" y="8121"/>
                  </a:cubicBezTo>
                  <a:cubicBezTo>
                    <a:pt x="6705" y="8195"/>
                    <a:pt x="6779" y="8183"/>
                    <a:pt x="6828" y="8232"/>
                  </a:cubicBezTo>
                  <a:cubicBezTo>
                    <a:pt x="6846" y="8246"/>
                    <a:pt x="6855" y="8250"/>
                    <a:pt x="6863" y="8250"/>
                  </a:cubicBezTo>
                  <a:cubicBezTo>
                    <a:pt x="6873" y="8250"/>
                    <a:pt x="6879" y="8243"/>
                    <a:pt x="6897" y="8243"/>
                  </a:cubicBezTo>
                  <a:cubicBezTo>
                    <a:pt x="6912" y="8243"/>
                    <a:pt x="6935" y="8248"/>
                    <a:pt x="6976" y="8269"/>
                  </a:cubicBezTo>
                  <a:cubicBezTo>
                    <a:pt x="7087" y="8313"/>
                    <a:pt x="7207" y="8447"/>
                    <a:pt x="7284" y="8447"/>
                  </a:cubicBezTo>
                  <a:cubicBezTo>
                    <a:pt x="7293" y="8447"/>
                    <a:pt x="7301" y="8445"/>
                    <a:pt x="7309" y="8441"/>
                  </a:cubicBezTo>
                  <a:cubicBezTo>
                    <a:pt x="7407" y="8392"/>
                    <a:pt x="7481" y="8318"/>
                    <a:pt x="7530" y="8232"/>
                  </a:cubicBezTo>
                  <a:cubicBezTo>
                    <a:pt x="7569" y="8165"/>
                    <a:pt x="7615" y="8105"/>
                    <a:pt x="7639" y="8105"/>
                  </a:cubicBezTo>
                  <a:cubicBezTo>
                    <a:pt x="7646" y="8105"/>
                    <a:pt x="7651" y="8110"/>
                    <a:pt x="7654" y="8121"/>
                  </a:cubicBezTo>
                  <a:cubicBezTo>
                    <a:pt x="7678" y="8183"/>
                    <a:pt x="7617" y="8220"/>
                    <a:pt x="7629" y="8257"/>
                  </a:cubicBezTo>
                  <a:cubicBezTo>
                    <a:pt x="7629" y="8283"/>
                    <a:pt x="7654" y="8309"/>
                    <a:pt x="7668" y="8309"/>
                  </a:cubicBezTo>
                  <a:cubicBezTo>
                    <a:pt x="7674" y="8309"/>
                    <a:pt x="7678" y="8304"/>
                    <a:pt x="7678" y="8294"/>
                  </a:cubicBezTo>
                  <a:cubicBezTo>
                    <a:pt x="7688" y="8265"/>
                    <a:pt x="7697" y="8200"/>
                    <a:pt x="7712" y="8200"/>
                  </a:cubicBezTo>
                  <a:cubicBezTo>
                    <a:pt x="7717" y="8200"/>
                    <a:pt x="7722" y="8206"/>
                    <a:pt x="7728" y="8220"/>
                  </a:cubicBezTo>
                  <a:cubicBezTo>
                    <a:pt x="7752" y="8281"/>
                    <a:pt x="7875" y="8343"/>
                    <a:pt x="7937" y="8441"/>
                  </a:cubicBezTo>
                  <a:cubicBezTo>
                    <a:pt x="7968" y="8496"/>
                    <a:pt x="7984" y="8530"/>
                    <a:pt x="7992" y="8530"/>
                  </a:cubicBezTo>
                  <a:cubicBezTo>
                    <a:pt x="7997" y="8530"/>
                    <a:pt x="7999" y="8518"/>
                    <a:pt x="7999" y="8491"/>
                  </a:cubicBezTo>
                  <a:cubicBezTo>
                    <a:pt x="8011" y="8417"/>
                    <a:pt x="8097" y="8417"/>
                    <a:pt x="8171" y="8318"/>
                  </a:cubicBezTo>
                  <a:cubicBezTo>
                    <a:pt x="8245" y="8232"/>
                    <a:pt x="8270" y="8121"/>
                    <a:pt x="8418" y="8109"/>
                  </a:cubicBezTo>
                  <a:cubicBezTo>
                    <a:pt x="8578" y="8109"/>
                    <a:pt x="8812" y="8072"/>
                    <a:pt x="8837" y="7998"/>
                  </a:cubicBezTo>
                  <a:cubicBezTo>
                    <a:pt x="8849" y="7912"/>
                    <a:pt x="8849" y="7776"/>
                    <a:pt x="8861" y="7702"/>
                  </a:cubicBezTo>
                  <a:cubicBezTo>
                    <a:pt x="8873" y="7616"/>
                    <a:pt x="8984" y="7295"/>
                    <a:pt x="9034" y="7172"/>
                  </a:cubicBezTo>
                  <a:cubicBezTo>
                    <a:pt x="9071" y="6987"/>
                    <a:pt x="9145" y="6803"/>
                    <a:pt x="9243" y="6655"/>
                  </a:cubicBezTo>
                  <a:cubicBezTo>
                    <a:pt x="9379" y="6495"/>
                    <a:pt x="9440" y="6421"/>
                    <a:pt x="9440" y="6347"/>
                  </a:cubicBezTo>
                  <a:cubicBezTo>
                    <a:pt x="9453" y="6260"/>
                    <a:pt x="9490" y="6174"/>
                    <a:pt x="9539" y="6100"/>
                  </a:cubicBezTo>
                  <a:cubicBezTo>
                    <a:pt x="9576" y="6039"/>
                    <a:pt x="9551" y="5866"/>
                    <a:pt x="9576" y="5755"/>
                  </a:cubicBezTo>
                  <a:cubicBezTo>
                    <a:pt x="9600" y="5657"/>
                    <a:pt x="9674" y="5558"/>
                    <a:pt x="9662" y="5497"/>
                  </a:cubicBezTo>
                  <a:cubicBezTo>
                    <a:pt x="9637" y="5435"/>
                    <a:pt x="9625" y="5398"/>
                    <a:pt x="9662" y="5373"/>
                  </a:cubicBezTo>
                  <a:cubicBezTo>
                    <a:pt x="9699" y="5287"/>
                    <a:pt x="9711" y="5189"/>
                    <a:pt x="9699" y="5090"/>
                  </a:cubicBezTo>
                  <a:cubicBezTo>
                    <a:pt x="9650" y="5004"/>
                    <a:pt x="9625" y="4905"/>
                    <a:pt x="9613" y="4807"/>
                  </a:cubicBezTo>
                  <a:cubicBezTo>
                    <a:pt x="9600" y="4720"/>
                    <a:pt x="9588" y="4646"/>
                    <a:pt x="9563" y="4572"/>
                  </a:cubicBezTo>
                  <a:cubicBezTo>
                    <a:pt x="9539" y="4474"/>
                    <a:pt x="9613" y="4388"/>
                    <a:pt x="9600" y="4363"/>
                  </a:cubicBezTo>
                  <a:cubicBezTo>
                    <a:pt x="9588" y="4338"/>
                    <a:pt x="9613" y="4301"/>
                    <a:pt x="9613" y="4264"/>
                  </a:cubicBezTo>
                  <a:cubicBezTo>
                    <a:pt x="9637" y="4215"/>
                    <a:pt x="9637" y="4154"/>
                    <a:pt x="9637" y="4104"/>
                  </a:cubicBezTo>
                  <a:lnTo>
                    <a:pt x="9637" y="4104"/>
                  </a:lnTo>
                  <a:cubicBezTo>
                    <a:pt x="9628" y="4122"/>
                    <a:pt x="9593" y="4227"/>
                    <a:pt x="9540" y="4227"/>
                  </a:cubicBezTo>
                  <a:cubicBezTo>
                    <a:pt x="9521" y="4227"/>
                    <a:pt x="9500" y="4214"/>
                    <a:pt x="9477" y="4178"/>
                  </a:cubicBezTo>
                  <a:cubicBezTo>
                    <a:pt x="9379" y="4030"/>
                    <a:pt x="9342" y="3870"/>
                    <a:pt x="9292" y="3845"/>
                  </a:cubicBezTo>
                  <a:cubicBezTo>
                    <a:pt x="9206" y="3809"/>
                    <a:pt x="9120" y="3735"/>
                    <a:pt x="9071" y="3661"/>
                  </a:cubicBezTo>
                  <a:cubicBezTo>
                    <a:pt x="9021" y="3562"/>
                    <a:pt x="9071" y="3414"/>
                    <a:pt x="9009" y="3390"/>
                  </a:cubicBezTo>
                  <a:cubicBezTo>
                    <a:pt x="8966" y="3368"/>
                    <a:pt x="8885" y="3299"/>
                    <a:pt x="8865" y="3299"/>
                  </a:cubicBezTo>
                  <a:cubicBezTo>
                    <a:pt x="8863" y="3299"/>
                    <a:pt x="8861" y="3300"/>
                    <a:pt x="8861" y="3303"/>
                  </a:cubicBezTo>
                  <a:cubicBezTo>
                    <a:pt x="8861" y="3322"/>
                    <a:pt x="8848" y="3354"/>
                    <a:pt x="8825" y="3354"/>
                  </a:cubicBezTo>
                  <a:cubicBezTo>
                    <a:pt x="8818" y="3354"/>
                    <a:pt x="8809" y="3350"/>
                    <a:pt x="8800" y="3340"/>
                  </a:cubicBezTo>
                  <a:cubicBezTo>
                    <a:pt x="8763" y="3316"/>
                    <a:pt x="8787" y="3180"/>
                    <a:pt x="8726" y="3082"/>
                  </a:cubicBezTo>
                  <a:cubicBezTo>
                    <a:pt x="8652" y="2983"/>
                    <a:pt x="8565" y="2884"/>
                    <a:pt x="8565" y="2847"/>
                  </a:cubicBezTo>
                  <a:cubicBezTo>
                    <a:pt x="8565" y="2811"/>
                    <a:pt x="8578" y="2786"/>
                    <a:pt x="8602" y="2786"/>
                  </a:cubicBezTo>
                  <a:cubicBezTo>
                    <a:pt x="8627" y="2786"/>
                    <a:pt x="8541" y="2749"/>
                    <a:pt x="8467" y="2663"/>
                  </a:cubicBezTo>
                  <a:cubicBezTo>
                    <a:pt x="8381" y="2576"/>
                    <a:pt x="8368" y="2613"/>
                    <a:pt x="8319" y="2564"/>
                  </a:cubicBezTo>
                  <a:cubicBezTo>
                    <a:pt x="8257" y="2515"/>
                    <a:pt x="8257" y="2515"/>
                    <a:pt x="8196" y="2515"/>
                  </a:cubicBezTo>
                  <a:cubicBezTo>
                    <a:pt x="8147" y="2502"/>
                    <a:pt x="7986" y="2429"/>
                    <a:pt x="7974" y="2355"/>
                  </a:cubicBezTo>
                  <a:cubicBezTo>
                    <a:pt x="7962" y="2281"/>
                    <a:pt x="7986" y="2244"/>
                    <a:pt x="7949" y="2157"/>
                  </a:cubicBezTo>
                  <a:cubicBezTo>
                    <a:pt x="7900" y="2084"/>
                    <a:pt x="7949" y="2096"/>
                    <a:pt x="7925" y="1997"/>
                  </a:cubicBezTo>
                  <a:cubicBezTo>
                    <a:pt x="7912" y="1899"/>
                    <a:pt x="7925" y="1800"/>
                    <a:pt x="7863" y="1739"/>
                  </a:cubicBezTo>
                  <a:cubicBezTo>
                    <a:pt x="7789" y="1665"/>
                    <a:pt x="7777" y="1702"/>
                    <a:pt x="7765" y="1591"/>
                  </a:cubicBezTo>
                  <a:cubicBezTo>
                    <a:pt x="7765" y="1467"/>
                    <a:pt x="7752" y="1344"/>
                    <a:pt x="7715" y="1233"/>
                  </a:cubicBezTo>
                  <a:cubicBezTo>
                    <a:pt x="7678" y="1159"/>
                    <a:pt x="7580" y="1061"/>
                    <a:pt x="7543" y="1012"/>
                  </a:cubicBezTo>
                  <a:cubicBezTo>
                    <a:pt x="7536" y="995"/>
                    <a:pt x="7531" y="989"/>
                    <a:pt x="7525" y="989"/>
                  </a:cubicBezTo>
                  <a:cubicBezTo>
                    <a:pt x="7510" y="989"/>
                    <a:pt x="7496" y="1036"/>
                    <a:pt x="7469" y="1036"/>
                  </a:cubicBezTo>
                  <a:cubicBezTo>
                    <a:pt x="7383" y="975"/>
                    <a:pt x="7321" y="864"/>
                    <a:pt x="7321" y="741"/>
                  </a:cubicBezTo>
                  <a:cubicBezTo>
                    <a:pt x="7309" y="605"/>
                    <a:pt x="7272" y="482"/>
                    <a:pt x="7198" y="371"/>
                  </a:cubicBezTo>
                  <a:cubicBezTo>
                    <a:pt x="7148" y="260"/>
                    <a:pt x="7099" y="149"/>
                    <a:pt x="7062" y="26"/>
                  </a:cubicBezTo>
                  <a:cubicBezTo>
                    <a:pt x="7062" y="7"/>
                    <a:pt x="7058" y="0"/>
                    <a:pt x="705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36" name="Google Shape;7912;p67">
              <a:extLst>
                <a:ext uri="{FF2B5EF4-FFF2-40B4-BE49-F238E27FC236}">
                  <a16:creationId xmlns:a16="http://schemas.microsoft.com/office/drawing/2014/main" id="{D8298EC5-4D0F-959F-9317-63594983150A}"/>
                </a:ext>
              </a:extLst>
            </p:cNvPr>
            <p:cNvSpPr/>
            <p:nvPr/>
          </p:nvSpPr>
          <p:spPr>
            <a:xfrm>
              <a:off x="3480600" y="4568475"/>
              <a:ext cx="46475" cy="82950"/>
            </a:xfrm>
            <a:custGeom>
              <a:avLst/>
              <a:gdLst/>
              <a:ahLst/>
              <a:cxnLst/>
              <a:rect l="l" t="t" r="r" b="b"/>
              <a:pathLst>
                <a:path w="1859" h="3318" extrusionOk="0">
                  <a:moveTo>
                    <a:pt x="528" y="0"/>
                  </a:moveTo>
                  <a:cubicBezTo>
                    <a:pt x="492" y="18"/>
                    <a:pt x="455" y="30"/>
                    <a:pt x="419" y="30"/>
                  </a:cubicBezTo>
                  <a:cubicBezTo>
                    <a:pt x="406" y="30"/>
                    <a:pt x="393" y="28"/>
                    <a:pt x="380" y="25"/>
                  </a:cubicBezTo>
                  <a:cubicBezTo>
                    <a:pt x="330" y="25"/>
                    <a:pt x="287" y="3"/>
                    <a:pt x="263" y="3"/>
                  </a:cubicBezTo>
                  <a:cubicBezTo>
                    <a:pt x="251" y="3"/>
                    <a:pt x="244" y="8"/>
                    <a:pt x="244" y="25"/>
                  </a:cubicBezTo>
                  <a:cubicBezTo>
                    <a:pt x="232" y="74"/>
                    <a:pt x="269" y="136"/>
                    <a:pt x="195" y="136"/>
                  </a:cubicBezTo>
                  <a:cubicBezTo>
                    <a:pt x="133" y="136"/>
                    <a:pt x="195" y="148"/>
                    <a:pt x="195" y="173"/>
                  </a:cubicBezTo>
                  <a:cubicBezTo>
                    <a:pt x="195" y="185"/>
                    <a:pt x="195" y="271"/>
                    <a:pt x="158" y="284"/>
                  </a:cubicBezTo>
                  <a:cubicBezTo>
                    <a:pt x="96" y="284"/>
                    <a:pt x="59" y="333"/>
                    <a:pt x="72" y="382"/>
                  </a:cubicBezTo>
                  <a:cubicBezTo>
                    <a:pt x="84" y="444"/>
                    <a:pt x="121" y="444"/>
                    <a:pt x="121" y="505"/>
                  </a:cubicBezTo>
                  <a:cubicBezTo>
                    <a:pt x="121" y="567"/>
                    <a:pt x="109" y="641"/>
                    <a:pt x="84" y="703"/>
                  </a:cubicBezTo>
                  <a:cubicBezTo>
                    <a:pt x="72" y="727"/>
                    <a:pt x="84" y="789"/>
                    <a:pt x="121" y="789"/>
                  </a:cubicBezTo>
                  <a:cubicBezTo>
                    <a:pt x="128" y="791"/>
                    <a:pt x="134" y="792"/>
                    <a:pt x="140" y="792"/>
                  </a:cubicBezTo>
                  <a:cubicBezTo>
                    <a:pt x="167" y="792"/>
                    <a:pt x="187" y="772"/>
                    <a:pt x="207" y="752"/>
                  </a:cubicBezTo>
                  <a:cubicBezTo>
                    <a:pt x="212" y="749"/>
                    <a:pt x="214" y="748"/>
                    <a:pt x="215" y="748"/>
                  </a:cubicBezTo>
                  <a:cubicBezTo>
                    <a:pt x="219" y="748"/>
                    <a:pt x="195" y="766"/>
                    <a:pt x="195" y="776"/>
                  </a:cubicBezTo>
                  <a:cubicBezTo>
                    <a:pt x="183" y="776"/>
                    <a:pt x="170" y="838"/>
                    <a:pt x="195" y="850"/>
                  </a:cubicBezTo>
                  <a:cubicBezTo>
                    <a:pt x="220" y="850"/>
                    <a:pt x="220" y="875"/>
                    <a:pt x="183" y="875"/>
                  </a:cubicBezTo>
                  <a:cubicBezTo>
                    <a:pt x="146" y="887"/>
                    <a:pt x="146" y="961"/>
                    <a:pt x="121" y="986"/>
                  </a:cubicBezTo>
                  <a:cubicBezTo>
                    <a:pt x="84" y="998"/>
                    <a:pt x="35" y="998"/>
                    <a:pt x="22" y="1035"/>
                  </a:cubicBezTo>
                  <a:cubicBezTo>
                    <a:pt x="11" y="1058"/>
                    <a:pt x="0" y="1111"/>
                    <a:pt x="17" y="1111"/>
                  </a:cubicBezTo>
                  <a:cubicBezTo>
                    <a:pt x="18" y="1111"/>
                    <a:pt x="20" y="1110"/>
                    <a:pt x="22" y="1109"/>
                  </a:cubicBezTo>
                  <a:cubicBezTo>
                    <a:pt x="41" y="1090"/>
                    <a:pt x="81" y="1043"/>
                    <a:pt x="99" y="1043"/>
                  </a:cubicBezTo>
                  <a:cubicBezTo>
                    <a:pt x="105" y="1043"/>
                    <a:pt x="109" y="1048"/>
                    <a:pt x="109" y="1060"/>
                  </a:cubicBezTo>
                  <a:cubicBezTo>
                    <a:pt x="109" y="1097"/>
                    <a:pt x="146" y="1171"/>
                    <a:pt x="109" y="1183"/>
                  </a:cubicBezTo>
                  <a:cubicBezTo>
                    <a:pt x="74" y="1195"/>
                    <a:pt x="50" y="1295"/>
                    <a:pt x="68" y="1295"/>
                  </a:cubicBezTo>
                  <a:cubicBezTo>
                    <a:pt x="69" y="1295"/>
                    <a:pt x="70" y="1295"/>
                    <a:pt x="72" y="1294"/>
                  </a:cubicBezTo>
                  <a:cubicBezTo>
                    <a:pt x="106" y="1282"/>
                    <a:pt x="151" y="1207"/>
                    <a:pt x="167" y="1207"/>
                  </a:cubicBezTo>
                  <a:cubicBezTo>
                    <a:pt x="169" y="1207"/>
                    <a:pt x="169" y="1207"/>
                    <a:pt x="170" y="1208"/>
                  </a:cubicBezTo>
                  <a:cubicBezTo>
                    <a:pt x="189" y="1226"/>
                    <a:pt x="215" y="1274"/>
                    <a:pt x="226" y="1274"/>
                  </a:cubicBezTo>
                  <a:cubicBezTo>
                    <a:pt x="230" y="1274"/>
                    <a:pt x="232" y="1269"/>
                    <a:pt x="232" y="1257"/>
                  </a:cubicBezTo>
                  <a:cubicBezTo>
                    <a:pt x="244" y="1208"/>
                    <a:pt x="232" y="1220"/>
                    <a:pt x="220" y="1158"/>
                  </a:cubicBezTo>
                  <a:cubicBezTo>
                    <a:pt x="220" y="1097"/>
                    <a:pt x="183" y="1084"/>
                    <a:pt x="170" y="1048"/>
                  </a:cubicBezTo>
                  <a:cubicBezTo>
                    <a:pt x="167" y="1042"/>
                    <a:pt x="168" y="1039"/>
                    <a:pt x="171" y="1039"/>
                  </a:cubicBezTo>
                  <a:cubicBezTo>
                    <a:pt x="180" y="1039"/>
                    <a:pt x="213" y="1063"/>
                    <a:pt x="232" y="1072"/>
                  </a:cubicBezTo>
                  <a:cubicBezTo>
                    <a:pt x="257" y="1072"/>
                    <a:pt x="269" y="1072"/>
                    <a:pt x="306" y="1048"/>
                  </a:cubicBezTo>
                  <a:lnTo>
                    <a:pt x="318" y="1048"/>
                  </a:lnTo>
                  <a:cubicBezTo>
                    <a:pt x="306" y="1060"/>
                    <a:pt x="294" y="1072"/>
                    <a:pt x="294" y="1084"/>
                  </a:cubicBezTo>
                  <a:cubicBezTo>
                    <a:pt x="281" y="1121"/>
                    <a:pt x="281" y="1158"/>
                    <a:pt x="294" y="1183"/>
                  </a:cubicBezTo>
                  <a:cubicBezTo>
                    <a:pt x="318" y="1245"/>
                    <a:pt x="343" y="1306"/>
                    <a:pt x="294" y="1343"/>
                  </a:cubicBezTo>
                  <a:cubicBezTo>
                    <a:pt x="257" y="1380"/>
                    <a:pt x="244" y="1442"/>
                    <a:pt x="269" y="1491"/>
                  </a:cubicBezTo>
                  <a:cubicBezTo>
                    <a:pt x="275" y="1503"/>
                    <a:pt x="287" y="1510"/>
                    <a:pt x="303" y="1510"/>
                  </a:cubicBezTo>
                  <a:cubicBezTo>
                    <a:pt x="318" y="1510"/>
                    <a:pt x="337" y="1503"/>
                    <a:pt x="355" y="1491"/>
                  </a:cubicBezTo>
                  <a:cubicBezTo>
                    <a:pt x="372" y="1487"/>
                    <a:pt x="381" y="1486"/>
                    <a:pt x="389" y="1486"/>
                  </a:cubicBezTo>
                  <a:cubicBezTo>
                    <a:pt x="404" y="1486"/>
                    <a:pt x="413" y="1491"/>
                    <a:pt x="454" y="1491"/>
                  </a:cubicBezTo>
                  <a:cubicBezTo>
                    <a:pt x="511" y="1491"/>
                    <a:pt x="515" y="1428"/>
                    <a:pt x="593" y="1428"/>
                  </a:cubicBezTo>
                  <a:cubicBezTo>
                    <a:pt x="599" y="1428"/>
                    <a:pt x="606" y="1429"/>
                    <a:pt x="614" y="1429"/>
                  </a:cubicBezTo>
                  <a:cubicBezTo>
                    <a:pt x="700" y="1429"/>
                    <a:pt x="737" y="1429"/>
                    <a:pt x="688" y="1466"/>
                  </a:cubicBezTo>
                  <a:cubicBezTo>
                    <a:pt x="639" y="1503"/>
                    <a:pt x="614" y="1577"/>
                    <a:pt x="639" y="1639"/>
                  </a:cubicBezTo>
                  <a:cubicBezTo>
                    <a:pt x="650" y="1694"/>
                    <a:pt x="670" y="1778"/>
                    <a:pt x="683" y="1778"/>
                  </a:cubicBezTo>
                  <a:cubicBezTo>
                    <a:pt x="685" y="1778"/>
                    <a:pt x="686" y="1777"/>
                    <a:pt x="688" y="1774"/>
                  </a:cubicBezTo>
                  <a:cubicBezTo>
                    <a:pt x="696" y="1766"/>
                    <a:pt x="708" y="1764"/>
                    <a:pt x="721" y="1764"/>
                  </a:cubicBezTo>
                  <a:cubicBezTo>
                    <a:pt x="747" y="1764"/>
                    <a:pt x="774" y="1774"/>
                    <a:pt x="774" y="1774"/>
                  </a:cubicBezTo>
                  <a:cubicBezTo>
                    <a:pt x="749" y="1836"/>
                    <a:pt x="737" y="1898"/>
                    <a:pt x="737" y="1972"/>
                  </a:cubicBezTo>
                  <a:cubicBezTo>
                    <a:pt x="737" y="2033"/>
                    <a:pt x="799" y="2058"/>
                    <a:pt x="749" y="2070"/>
                  </a:cubicBezTo>
                  <a:cubicBezTo>
                    <a:pt x="675" y="2095"/>
                    <a:pt x="614" y="2119"/>
                    <a:pt x="540" y="2119"/>
                  </a:cubicBezTo>
                  <a:cubicBezTo>
                    <a:pt x="499" y="2119"/>
                    <a:pt x="469" y="2103"/>
                    <a:pt x="450" y="2103"/>
                  </a:cubicBezTo>
                  <a:cubicBezTo>
                    <a:pt x="440" y="2103"/>
                    <a:pt x="433" y="2107"/>
                    <a:pt x="429" y="2119"/>
                  </a:cubicBezTo>
                  <a:cubicBezTo>
                    <a:pt x="417" y="2169"/>
                    <a:pt x="367" y="2181"/>
                    <a:pt x="380" y="2206"/>
                  </a:cubicBezTo>
                  <a:cubicBezTo>
                    <a:pt x="392" y="2243"/>
                    <a:pt x="454" y="2218"/>
                    <a:pt x="491" y="2255"/>
                  </a:cubicBezTo>
                  <a:cubicBezTo>
                    <a:pt x="528" y="2304"/>
                    <a:pt x="441" y="2304"/>
                    <a:pt x="417" y="2329"/>
                  </a:cubicBezTo>
                  <a:cubicBezTo>
                    <a:pt x="380" y="2354"/>
                    <a:pt x="417" y="2329"/>
                    <a:pt x="441" y="2366"/>
                  </a:cubicBezTo>
                  <a:cubicBezTo>
                    <a:pt x="466" y="2403"/>
                    <a:pt x="429" y="2452"/>
                    <a:pt x="380" y="2501"/>
                  </a:cubicBezTo>
                  <a:cubicBezTo>
                    <a:pt x="330" y="2551"/>
                    <a:pt x="281" y="2588"/>
                    <a:pt x="220" y="2625"/>
                  </a:cubicBezTo>
                  <a:cubicBezTo>
                    <a:pt x="185" y="2659"/>
                    <a:pt x="237" y="2737"/>
                    <a:pt x="284" y="2737"/>
                  </a:cubicBezTo>
                  <a:cubicBezTo>
                    <a:pt x="287" y="2737"/>
                    <a:pt x="290" y="2736"/>
                    <a:pt x="294" y="2736"/>
                  </a:cubicBezTo>
                  <a:cubicBezTo>
                    <a:pt x="343" y="2723"/>
                    <a:pt x="380" y="2662"/>
                    <a:pt x="404" y="2649"/>
                  </a:cubicBezTo>
                  <a:cubicBezTo>
                    <a:pt x="409" y="2648"/>
                    <a:pt x="413" y="2647"/>
                    <a:pt x="415" y="2647"/>
                  </a:cubicBezTo>
                  <a:cubicBezTo>
                    <a:pt x="430" y="2647"/>
                    <a:pt x="397" y="2677"/>
                    <a:pt x="429" y="2699"/>
                  </a:cubicBezTo>
                  <a:cubicBezTo>
                    <a:pt x="466" y="2723"/>
                    <a:pt x="454" y="2711"/>
                    <a:pt x="552" y="2748"/>
                  </a:cubicBezTo>
                  <a:cubicBezTo>
                    <a:pt x="615" y="2766"/>
                    <a:pt x="639" y="2777"/>
                    <a:pt x="666" y="2777"/>
                  </a:cubicBezTo>
                  <a:cubicBezTo>
                    <a:pt x="676" y="2777"/>
                    <a:pt x="687" y="2776"/>
                    <a:pt x="700" y="2773"/>
                  </a:cubicBezTo>
                  <a:cubicBezTo>
                    <a:pt x="739" y="2753"/>
                    <a:pt x="816" y="2664"/>
                    <a:pt x="835" y="2664"/>
                  </a:cubicBezTo>
                  <a:cubicBezTo>
                    <a:pt x="840" y="2664"/>
                    <a:pt x="841" y="2671"/>
                    <a:pt x="836" y="2686"/>
                  </a:cubicBezTo>
                  <a:cubicBezTo>
                    <a:pt x="823" y="2736"/>
                    <a:pt x="799" y="2773"/>
                    <a:pt x="774" y="2822"/>
                  </a:cubicBezTo>
                  <a:cubicBezTo>
                    <a:pt x="737" y="2859"/>
                    <a:pt x="725" y="2883"/>
                    <a:pt x="663" y="2883"/>
                  </a:cubicBezTo>
                  <a:cubicBezTo>
                    <a:pt x="621" y="2883"/>
                    <a:pt x="615" y="2856"/>
                    <a:pt x="583" y="2856"/>
                  </a:cubicBezTo>
                  <a:cubicBezTo>
                    <a:pt x="578" y="2856"/>
                    <a:pt x="572" y="2857"/>
                    <a:pt x="565" y="2859"/>
                  </a:cubicBezTo>
                  <a:cubicBezTo>
                    <a:pt x="522" y="2876"/>
                    <a:pt x="485" y="2899"/>
                    <a:pt x="450" y="2899"/>
                  </a:cubicBezTo>
                  <a:cubicBezTo>
                    <a:pt x="434" y="2899"/>
                    <a:pt x="419" y="2895"/>
                    <a:pt x="404" y="2883"/>
                  </a:cubicBezTo>
                  <a:cubicBezTo>
                    <a:pt x="366" y="2864"/>
                    <a:pt x="380" y="2823"/>
                    <a:pt x="376" y="2823"/>
                  </a:cubicBezTo>
                  <a:lnTo>
                    <a:pt x="376" y="2823"/>
                  </a:lnTo>
                  <a:cubicBezTo>
                    <a:pt x="375" y="2823"/>
                    <a:pt x="373" y="2826"/>
                    <a:pt x="367" y="2834"/>
                  </a:cubicBezTo>
                  <a:cubicBezTo>
                    <a:pt x="343" y="2871"/>
                    <a:pt x="392" y="2970"/>
                    <a:pt x="330" y="3031"/>
                  </a:cubicBezTo>
                  <a:cubicBezTo>
                    <a:pt x="269" y="3093"/>
                    <a:pt x="220" y="3204"/>
                    <a:pt x="170" y="3216"/>
                  </a:cubicBezTo>
                  <a:cubicBezTo>
                    <a:pt x="121" y="3241"/>
                    <a:pt x="72" y="3278"/>
                    <a:pt x="121" y="3278"/>
                  </a:cubicBezTo>
                  <a:cubicBezTo>
                    <a:pt x="170" y="3278"/>
                    <a:pt x="232" y="3290"/>
                    <a:pt x="207" y="3290"/>
                  </a:cubicBezTo>
                  <a:cubicBezTo>
                    <a:pt x="183" y="3290"/>
                    <a:pt x="185" y="3317"/>
                    <a:pt x="201" y="3317"/>
                  </a:cubicBezTo>
                  <a:cubicBezTo>
                    <a:pt x="209" y="3317"/>
                    <a:pt x="220" y="3311"/>
                    <a:pt x="232" y="3290"/>
                  </a:cubicBezTo>
                  <a:cubicBezTo>
                    <a:pt x="269" y="3228"/>
                    <a:pt x="330" y="3191"/>
                    <a:pt x="392" y="3179"/>
                  </a:cubicBezTo>
                  <a:cubicBezTo>
                    <a:pt x="411" y="3167"/>
                    <a:pt x="429" y="3161"/>
                    <a:pt x="446" y="3161"/>
                  </a:cubicBezTo>
                  <a:cubicBezTo>
                    <a:pt x="463" y="3161"/>
                    <a:pt x="478" y="3167"/>
                    <a:pt x="491" y="3179"/>
                  </a:cubicBezTo>
                  <a:cubicBezTo>
                    <a:pt x="500" y="3182"/>
                    <a:pt x="510" y="3184"/>
                    <a:pt x="520" y="3184"/>
                  </a:cubicBezTo>
                  <a:cubicBezTo>
                    <a:pt x="551" y="3184"/>
                    <a:pt x="583" y="3170"/>
                    <a:pt x="602" y="3142"/>
                  </a:cubicBezTo>
                  <a:cubicBezTo>
                    <a:pt x="626" y="3093"/>
                    <a:pt x="626" y="3019"/>
                    <a:pt x="725" y="3019"/>
                  </a:cubicBezTo>
                  <a:cubicBezTo>
                    <a:pt x="806" y="3019"/>
                    <a:pt x="854" y="3077"/>
                    <a:pt x="889" y="3077"/>
                  </a:cubicBezTo>
                  <a:cubicBezTo>
                    <a:pt x="896" y="3077"/>
                    <a:pt x="903" y="3075"/>
                    <a:pt x="910" y="3068"/>
                  </a:cubicBezTo>
                  <a:cubicBezTo>
                    <a:pt x="940" y="3048"/>
                    <a:pt x="970" y="3028"/>
                    <a:pt x="1014" y="3028"/>
                  </a:cubicBezTo>
                  <a:cubicBezTo>
                    <a:pt x="1023" y="3028"/>
                    <a:pt x="1034" y="3029"/>
                    <a:pt x="1045" y="3031"/>
                  </a:cubicBezTo>
                  <a:cubicBezTo>
                    <a:pt x="1083" y="3041"/>
                    <a:pt x="1084" y="3064"/>
                    <a:pt x="1110" y="3064"/>
                  </a:cubicBezTo>
                  <a:cubicBezTo>
                    <a:pt x="1118" y="3064"/>
                    <a:pt x="1129" y="3062"/>
                    <a:pt x="1144" y="3056"/>
                  </a:cubicBezTo>
                  <a:cubicBezTo>
                    <a:pt x="1242" y="3031"/>
                    <a:pt x="1353" y="3007"/>
                    <a:pt x="1452" y="2994"/>
                  </a:cubicBezTo>
                  <a:cubicBezTo>
                    <a:pt x="1464" y="2996"/>
                    <a:pt x="1477" y="2997"/>
                    <a:pt x="1489" y="2997"/>
                  </a:cubicBezTo>
                  <a:cubicBezTo>
                    <a:pt x="1572" y="2997"/>
                    <a:pt x="1646" y="2962"/>
                    <a:pt x="1710" y="2908"/>
                  </a:cubicBezTo>
                  <a:cubicBezTo>
                    <a:pt x="1760" y="2846"/>
                    <a:pt x="1797" y="2834"/>
                    <a:pt x="1735" y="2809"/>
                  </a:cubicBezTo>
                  <a:cubicBezTo>
                    <a:pt x="1674" y="2797"/>
                    <a:pt x="1513" y="2809"/>
                    <a:pt x="1563" y="2773"/>
                  </a:cubicBezTo>
                  <a:cubicBezTo>
                    <a:pt x="1600" y="2736"/>
                    <a:pt x="1674" y="2649"/>
                    <a:pt x="1723" y="2588"/>
                  </a:cubicBezTo>
                  <a:cubicBezTo>
                    <a:pt x="1784" y="2526"/>
                    <a:pt x="1858" y="2415"/>
                    <a:pt x="1834" y="2354"/>
                  </a:cubicBezTo>
                  <a:cubicBezTo>
                    <a:pt x="1822" y="2286"/>
                    <a:pt x="1749" y="2229"/>
                    <a:pt x="1699" y="2229"/>
                  </a:cubicBezTo>
                  <a:cubicBezTo>
                    <a:pt x="1695" y="2229"/>
                    <a:pt x="1690" y="2229"/>
                    <a:pt x="1686" y="2230"/>
                  </a:cubicBezTo>
                  <a:cubicBezTo>
                    <a:pt x="1631" y="2230"/>
                    <a:pt x="1576" y="2269"/>
                    <a:pt x="1522" y="2269"/>
                  </a:cubicBezTo>
                  <a:cubicBezTo>
                    <a:pt x="1515" y="2269"/>
                    <a:pt x="1508" y="2269"/>
                    <a:pt x="1501" y="2267"/>
                  </a:cubicBezTo>
                  <a:cubicBezTo>
                    <a:pt x="1439" y="2255"/>
                    <a:pt x="1452" y="2230"/>
                    <a:pt x="1476" y="2193"/>
                  </a:cubicBezTo>
                  <a:cubicBezTo>
                    <a:pt x="1501" y="2132"/>
                    <a:pt x="1489" y="2058"/>
                    <a:pt x="1439" y="2009"/>
                  </a:cubicBezTo>
                  <a:cubicBezTo>
                    <a:pt x="1378" y="1959"/>
                    <a:pt x="1329" y="1959"/>
                    <a:pt x="1292" y="1935"/>
                  </a:cubicBezTo>
                  <a:cubicBezTo>
                    <a:pt x="1269" y="1912"/>
                    <a:pt x="1296" y="1908"/>
                    <a:pt x="1329" y="1908"/>
                  </a:cubicBezTo>
                  <a:cubicBezTo>
                    <a:pt x="1351" y="1908"/>
                    <a:pt x="1375" y="1910"/>
                    <a:pt x="1390" y="1910"/>
                  </a:cubicBezTo>
                  <a:cubicBezTo>
                    <a:pt x="1427" y="1898"/>
                    <a:pt x="1439" y="1811"/>
                    <a:pt x="1365" y="1750"/>
                  </a:cubicBezTo>
                  <a:cubicBezTo>
                    <a:pt x="1292" y="1688"/>
                    <a:pt x="1205" y="1664"/>
                    <a:pt x="1144" y="1590"/>
                  </a:cubicBezTo>
                  <a:cubicBezTo>
                    <a:pt x="1094" y="1442"/>
                    <a:pt x="1033" y="1306"/>
                    <a:pt x="959" y="1183"/>
                  </a:cubicBezTo>
                  <a:cubicBezTo>
                    <a:pt x="890" y="1103"/>
                    <a:pt x="854" y="1034"/>
                    <a:pt x="809" y="1034"/>
                  </a:cubicBezTo>
                  <a:cubicBezTo>
                    <a:pt x="806" y="1034"/>
                    <a:pt x="802" y="1034"/>
                    <a:pt x="799" y="1035"/>
                  </a:cubicBezTo>
                  <a:cubicBezTo>
                    <a:pt x="765" y="1052"/>
                    <a:pt x="737" y="1081"/>
                    <a:pt x="690" y="1081"/>
                  </a:cubicBezTo>
                  <a:cubicBezTo>
                    <a:pt x="669" y="1081"/>
                    <a:pt x="644" y="1075"/>
                    <a:pt x="614" y="1060"/>
                  </a:cubicBezTo>
                  <a:cubicBezTo>
                    <a:pt x="515" y="1011"/>
                    <a:pt x="565" y="1011"/>
                    <a:pt x="626" y="1011"/>
                  </a:cubicBezTo>
                  <a:cubicBezTo>
                    <a:pt x="675" y="1011"/>
                    <a:pt x="836" y="912"/>
                    <a:pt x="774" y="912"/>
                  </a:cubicBezTo>
                  <a:cubicBezTo>
                    <a:pt x="754" y="912"/>
                    <a:pt x="725" y="913"/>
                    <a:pt x="700" y="913"/>
                  </a:cubicBezTo>
                  <a:cubicBezTo>
                    <a:pt x="649" y="913"/>
                    <a:pt x="614" y="908"/>
                    <a:pt x="688" y="875"/>
                  </a:cubicBezTo>
                  <a:cubicBezTo>
                    <a:pt x="786" y="813"/>
                    <a:pt x="811" y="912"/>
                    <a:pt x="885" y="727"/>
                  </a:cubicBezTo>
                  <a:cubicBezTo>
                    <a:pt x="947" y="542"/>
                    <a:pt x="1033" y="493"/>
                    <a:pt x="996" y="431"/>
                  </a:cubicBezTo>
                  <a:cubicBezTo>
                    <a:pt x="971" y="382"/>
                    <a:pt x="922" y="358"/>
                    <a:pt x="873" y="358"/>
                  </a:cubicBezTo>
                  <a:cubicBezTo>
                    <a:pt x="774" y="358"/>
                    <a:pt x="675" y="358"/>
                    <a:pt x="589" y="370"/>
                  </a:cubicBezTo>
                  <a:cubicBezTo>
                    <a:pt x="552" y="370"/>
                    <a:pt x="478" y="431"/>
                    <a:pt x="441" y="431"/>
                  </a:cubicBezTo>
                  <a:cubicBezTo>
                    <a:pt x="417" y="431"/>
                    <a:pt x="392" y="431"/>
                    <a:pt x="441" y="394"/>
                  </a:cubicBezTo>
                  <a:cubicBezTo>
                    <a:pt x="503" y="370"/>
                    <a:pt x="565" y="382"/>
                    <a:pt x="503" y="333"/>
                  </a:cubicBezTo>
                  <a:cubicBezTo>
                    <a:pt x="466" y="314"/>
                    <a:pt x="432" y="314"/>
                    <a:pt x="415" y="314"/>
                  </a:cubicBezTo>
                  <a:cubicBezTo>
                    <a:pt x="398" y="314"/>
                    <a:pt x="398" y="314"/>
                    <a:pt x="429" y="296"/>
                  </a:cubicBezTo>
                  <a:cubicBezTo>
                    <a:pt x="491" y="259"/>
                    <a:pt x="577" y="185"/>
                    <a:pt x="626" y="148"/>
                  </a:cubicBezTo>
                  <a:cubicBezTo>
                    <a:pt x="675" y="111"/>
                    <a:pt x="786" y="25"/>
                    <a:pt x="675" y="13"/>
                  </a:cubicBezTo>
                  <a:cubicBezTo>
                    <a:pt x="626" y="0"/>
                    <a:pt x="577" y="0"/>
                    <a:pt x="52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37" name="Google Shape;7913;p67">
              <a:extLst>
                <a:ext uri="{FF2B5EF4-FFF2-40B4-BE49-F238E27FC236}">
                  <a16:creationId xmlns:a16="http://schemas.microsoft.com/office/drawing/2014/main" id="{7BC41C8D-0CCA-027B-79F4-20B06B89348F}"/>
                </a:ext>
              </a:extLst>
            </p:cNvPr>
            <p:cNvSpPr/>
            <p:nvPr/>
          </p:nvSpPr>
          <p:spPr>
            <a:xfrm>
              <a:off x="3371275" y="4481975"/>
              <a:ext cx="64300" cy="35375"/>
            </a:xfrm>
            <a:custGeom>
              <a:avLst/>
              <a:gdLst/>
              <a:ahLst/>
              <a:cxnLst/>
              <a:rect l="l" t="t" r="r" b="b"/>
              <a:pathLst>
                <a:path w="2572" h="1415" extrusionOk="0">
                  <a:moveTo>
                    <a:pt x="1888" y="1"/>
                  </a:moveTo>
                  <a:cubicBezTo>
                    <a:pt x="1866" y="1"/>
                    <a:pt x="1857" y="10"/>
                    <a:pt x="1870" y="35"/>
                  </a:cubicBezTo>
                  <a:cubicBezTo>
                    <a:pt x="1882" y="96"/>
                    <a:pt x="1894" y="146"/>
                    <a:pt x="1882" y="170"/>
                  </a:cubicBezTo>
                  <a:cubicBezTo>
                    <a:pt x="1864" y="188"/>
                    <a:pt x="1847" y="205"/>
                    <a:pt x="1830" y="205"/>
                  </a:cubicBezTo>
                  <a:cubicBezTo>
                    <a:pt x="1822" y="205"/>
                    <a:pt x="1815" y="202"/>
                    <a:pt x="1808" y="195"/>
                  </a:cubicBezTo>
                  <a:cubicBezTo>
                    <a:pt x="1794" y="182"/>
                    <a:pt x="1781" y="172"/>
                    <a:pt x="1767" y="172"/>
                  </a:cubicBezTo>
                  <a:cubicBezTo>
                    <a:pt x="1756" y="172"/>
                    <a:pt x="1745" y="178"/>
                    <a:pt x="1734" y="195"/>
                  </a:cubicBezTo>
                  <a:cubicBezTo>
                    <a:pt x="1714" y="215"/>
                    <a:pt x="1678" y="251"/>
                    <a:pt x="1652" y="251"/>
                  </a:cubicBezTo>
                  <a:cubicBezTo>
                    <a:pt x="1646" y="251"/>
                    <a:pt x="1640" y="249"/>
                    <a:pt x="1635" y="244"/>
                  </a:cubicBezTo>
                  <a:cubicBezTo>
                    <a:pt x="1613" y="222"/>
                    <a:pt x="1562" y="181"/>
                    <a:pt x="1525" y="181"/>
                  </a:cubicBezTo>
                  <a:cubicBezTo>
                    <a:pt x="1521" y="181"/>
                    <a:pt x="1516" y="181"/>
                    <a:pt x="1512" y="183"/>
                  </a:cubicBezTo>
                  <a:cubicBezTo>
                    <a:pt x="1475" y="207"/>
                    <a:pt x="1537" y="368"/>
                    <a:pt x="1549" y="405"/>
                  </a:cubicBezTo>
                  <a:cubicBezTo>
                    <a:pt x="1527" y="360"/>
                    <a:pt x="1373" y="164"/>
                    <a:pt x="1289" y="164"/>
                  </a:cubicBezTo>
                  <a:cubicBezTo>
                    <a:pt x="1281" y="164"/>
                    <a:pt x="1273" y="166"/>
                    <a:pt x="1266" y="170"/>
                  </a:cubicBezTo>
                  <a:cubicBezTo>
                    <a:pt x="1204" y="220"/>
                    <a:pt x="1253" y="232"/>
                    <a:pt x="1229" y="257"/>
                  </a:cubicBezTo>
                  <a:cubicBezTo>
                    <a:pt x="1204" y="294"/>
                    <a:pt x="1241" y="380"/>
                    <a:pt x="1192" y="380"/>
                  </a:cubicBezTo>
                  <a:cubicBezTo>
                    <a:pt x="1143" y="380"/>
                    <a:pt x="1118" y="306"/>
                    <a:pt x="1093" y="269"/>
                  </a:cubicBezTo>
                  <a:cubicBezTo>
                    <a:pt x="1056" y="232"/>
                    <a:pt x="1032" y="207"/>
                    <a:pt x="1007" y="207"/>
                  </a:cubicBezTo>
                  <a:cubicBezTo>
                    <a:pt x="982" y="207"/>
                    <a:pt x="1007" y="269"/>
                    <a:pt x="1019" y="306"/>
                  </a:cubicBezTo>
                  <a:cubicBezTo>
                    <a:pt x="1032" y="331"/>
                    <a:pt x="1069" y="417"/>
                    <a:pt x="1019" y="429"/>
                  </a:cubicBezTo>
                  <a:cubicBezTo>
                    <a:pt x="1007" y="441"/>
                    <a:pt x="992" y="448"/>
                    <a:pt x="976" y="448"/>
                  </a:cubicBezTo>
                  <a:cubicBezTo>
                    <a:pt x="961" y="448"/>
                    <a:pt x="945" y="441"/>
                    <a:pt x="933" y="429"/>
                  </a:cubicBezTo>
                  <a:cubicBezTo>
                    <a:pt x="928" y="426"/>
                    <a:pt x="923" y="424"/>
                    <a:pt x="918" y="424"/>
                  </a:cubicBezTo>
                  <a:cubicBezTo>
                    <a:pt x="883" y="424"/>
                    <a:pt x="842" y="488"/>
                    <a:pt x="810" y="552"/>
                  </a:cubicBezTo>
                  <a:cubicBezTo>
                    <a:pt x="802" y="576"/>
                    <a:pt x="799" y="586"/>
                    <a:pt x="797" y="586"/>
                  </a:cubicBezTo>
                  <a:cubicBezTo>
                    <a:pt x="792" y="586"/>
                    <a:pt x="790" y="541"/>
                    <a:pt x="748" y="491"/>
                  </a:cubicBezTo>
                  <a:cubicBezTo>
                    <a:pt x="687" y="417"/>
                    <a:pt x="625" y="380"/>
                    <a:pt x="662" y="380"/>
                  </a:cubicBezTo>
                  <a:cubicBezTo>
                    <a:pt x="711" y="380"/>
                    <a:pt x="798" y="380"/>
                    <a:pt x="748" y="318"/>
                  </a:cubicBezTo>
                  <a:cubicBezTo>
                    <a:pt x="711" y="257"/>
                    <a:pt x="527" y="35"/>
                    <a:pt x="453" y="35"/>
                  </a:cubicBezTo>
                  <a:cubicBezTo>
                    <a:pt x="417" y="28"/>
                    <a:pt x="386" y="13"/>
                    <a:pt x="370" y="13"/>
                  </a:cubicBezTo>
                  <a:cubicBezTo>
                    <a:pt x="359" y="13"/>
                    <a:pt x="356" y="21"/>
                    <a:pt x="366" y="47"/>
                  </a:cubicBezTo>
                  <a:cubicBezTo>
                    <a:pt x="391" y="121"/>
                    <a:pt x="403" y="96"/>
                    <a:pt x="428" y="121"/>
                  </a:cubicBezTo>
                  <a:cubicBezTo>
                    <a:pt x="465" y="146"/>
                    <a:pt x="453" y="158"/>
                    <a:pt x="416" y="158"/>
                  </a:cubicBezTo>
                  <a:cubicBezTo>
                    <a:pt x="379" y="158"/>
                    <a:pt x="403" y="183"/>
                    <a:pt x="428" y="183"/>
                  </a:cubicBezTo>
                  <a:cubicBezTo>
                    <a:pt x="465" y="183"/>
                    <a:pt x="490" y="207"/>
                    <a:pt x="477" y="257"/>
                  </a:cubicBezTo>
                  <a:cubicBezTo>
                    <a:pt x="468" y="295"/>
                    <a:pt x="480" y="363"/>
                    <a:pt x="469" y="363"/>
                  </a:cubicBezTo>
                  <a:cubicBezTo>
                    <a:pt x="466" y="363"/>
                    <a:pt x="461" y="357"/>
                    <a:pt x="453" y="343"/>
                  </a:cubicBezTo>
                  <a:cubicBezTo>
                    <a:pt x="428" y="306"/>
                    <a:pt x="391" y="269"/>
                    <a:pt x="354" y="244"/>
                  </a:cubicBezTo>
                  <a:cubicBezTo>
                    <a:pt x="317" y="220"/>
                    <a:pt x="305" y="170"/>
                    <a:pt x="268" y="170"/>
                  </a:cubicBezTo>
                  <a:cubicBezTo>
                    <a:pt x="231" y="170"/>
                    <a:pt x="169" y="170"/>
                    <a:pt x="194" y="207"/>
                  </a:cubicBezTo>
                  <a:cubicBezTo>
                    <a:pt x="219" y="244"/>
                    <a:pt x="255" y="244"/>
                    <a:pt x="219" y="257"/>
                  </a:cubicBezTo>
                  <a:cubicBezTo>
                    <a:pt x="182" y="257"/>
                    <a:pt x="108" y="257"/>
                    <a:pt x="157" y="281"/>
                  </a:cubicBezTo>
                  <a:cubicBezTo>
                    <a:pt x="206" y="318"/>
                    <a:pt x="292" y="331"/>
                    <a:pt x="243" y="331"/>
                  </a:cubicBezTo>
                  <a:cubicBezTo>
                    <a:pt x="201" y="331"/>
                    <a:pt x="249" y="385"/>
                    <a:pt x="233" y="385"/>
                  </a:cubicBezTo>
                  <a:cubicBezTo>
                    <a:pt x="230" y="385"/>
                    <a:pt x="226" y="383"/>
                    <a:pt x="219" y="380"/>
                  </a:cubicBezTo>
                  <a:cubicBezTo>
                    <a:pt x="169" y="355"/>
                    <a:pt x="157" y="355"/>
                    <a:pt x="120" y="355"/>
                  </a:cubicBezTo>
                  <a:cubicBezTo>
                    <a:pt x="71" y="355"/>
                    <a:pt x="108" y="441"/>
                    <a:pt x="46" y="441"/>
                  </a:cubicBezTo>
                  <a:cubicBezTo>
                    <a:pt x="39" y="440"/>
                    <a:pt x="34" y="440"/>
                    <a:pt x="30" y="440"/>
                  </a:cubicBezTo>
                  <a:cubicBezTo>
                    <a:pt x="0" y="440"/>
                    <a:pt x="65" y="480"/>
                    <a:pt x="120" y="491"/>
                  </a:cubicBezTo>
                  <a:cubicBezTo>
                    <a:pt x="145" y="497"/>
                    <a:pt x="172" y="500"/>
                    <a:pt x="202" y="500"/>
                  </a:cubicBezTo>
                  <a:cubicBezTo>
                    <a:pt x="231" y="500"/>
                    <a:pt x="262" y="497"/>
                    <a:pt x="292" y="491"/>
                  </a:cubicBezTo>
                  <a:lnTo>
                    <a:pt x="453" y="491"/>
                  </a:lnTo>
                  <a:cubicBezTo>
                    <a:pt x="477" y="491"/>
                    <a:pt x="539" y="491"/>
                    <a:pt x="563" y="515"/>
                  </a:cubicBezTo>
                  <a:cubicBezTo>
                    <a:pt x="576" y="540"/>
                    <a:pt x="674" y="528"/>
                    <a:pt x="588" y="552"/>
                  </a:cubicBezTo>
                  <a:cubicBezTo>
                    <a:pt x="502" y="577"/>
                    <a:pt x="502" y="626"/>
                    <a:pt x="539" y="663"/>
                  </a:cubicBezTo>
                  <a:cubicBezTo>
                    <a:pt x="588" y="700"/>
                    <a:pt x="588" y="688"/>
                    <a:pt x="502" y="700"/>
                  </a:cubicBezTo>
                  <a:cubicBezTo>
                    <a:pt x="440" y="725"/>
                    <a:pt x="366" y="737"/>
                    <a:pt x="292" y="737"/>
                  </a:cubicBezTo>
                  <a:cubicBezTo>
                    <a:pt x="182" y="737"/>
                    <a:pt x="58" y="799"/>
                    <a:pt x="182" y="799"/>
                  </a:cubicBezTo>
                  <a:cubicBezTo>
                    <a:pt x="292" y="811"/>
                    <a:pt x="527" y="836"/>
                    <a:pt x="514" y="885"/>
                  </a:cubicBezTo>
                  <a:cubicBezTo>
                    <a:pt x="514" y="926"/>
                    <a:pt x="523" y="950"/>
                    <a:pt x="547" y="950"/>
                  </a:cubicBezTo>
                  <a:cubicBezTo>
                    <a:pt x="552" y="950"/>
                    <a:pt x="557" y="949"/>
                    <a:pt x="563" y="947"/>
                  </a:cubicBezTo>
                  <a:cubicBezTo>
                    <a:pt x="594" y="936"/>
                    <a:pt x="694" y="892"/>
                    <a:pt x="697" y="892"/>
                  </a:cubicBezTo>
                  <a:lnTo>
                    <a:pt x="697" y="892"/>
                  </a:lnTo>
                  <a:cubicBezTo>
                    <a:pt x="698" y="892"/>
                    <a:pt x="695" y="893"/>
                    <a:pt x="687" y="897"/>
                  </a:cubicBezTo>
                  <a:cubicBezTo>
                    <a:pt x="650" y="934"/>
                    <a:pt x="563" y="984"/>
                    <a:pt x="625" y="984"/>
                  </a:cubicBezTo>
                  <a:cubicBezTo>
                    <a:pt x="655" y="984"/>
                    <a:pt x="702" y="970"/>
                    <a:pt x="722" y="970"/>
                  </a:cubicBezTo>
                  <a:cubicBezTo>
                    <a:pt x="735" y="970"/>
                    <a:pt x="736" y="976"/>
                    <a:pt x="711" y="996"/>
                  </a:cubicBezTo>
                  <a:cubicBezTo>
                    <a:pt x="674" y="1045"/>
                    <a:pt x="625" y="1082"/>
                    <a:pt x="563" y="1119"/>
                  </a:cubicBezTo>
                  <a:cubicBezTo>
                    <a:pt x="514" y="1144"/>
                    <a:pt x="453" y="1168"/>
                    <a:pt x="453" y="1205"/>
                  </a:cubicBezTo>
                  <a:cubicBezTo>
                    <a:pt x="453" y="1242"/>
                    <a:pt x="440" y="1255"/>
                    <a:pt x="551" y="1255"/>
                  </a:cubicBezTo>
                  <a:cubicBezTo>
                    <a:pt x="636" y="1255"/>
                    <a:pt x="707" y="1218"/>
                    <a:pt x="763" y="1218"/>
                  </a:cubicBezTo>
                  <a:cubicBezTo>
                    <a:pt x="780" y="1218"/>
                    <a:pt x="796" y="1222"/>
                    <a:pt x="810" y="1230"/>
                  </a:cubicBezTo>
                  <a:cubicBezTo>
                    <a:pt x="884" y="1255"/>
                    <a:pt x="1007" y="1255"/>
                    <a:pt x="982" y="1267"/>
                  </a:cubicBezTo>
                  <a:cubicBezTo>
                    <a:pt x="958" y="1279"/>
                    <a:pt x="945" y="1316"/>
                    <a:pt x="995" y="1329"/>
                  </a:cubicBezTo>
                  <a:cubicBezTo>
                    <a:pt x="1118" y="1390"/>
                    <a:pt x="1253" y="1415"/>
                    <a:pt x="1389" y="1415"/>
                  </a:cubicBezTo>
                  <a:cubicBezTo>
                    <a:pt x="1451" y="1415"/>
                    <a:pt x="1512" y="1378"/>
                    <a:pt x="1549" y="1329"/>
                  </a:cubicBezTo>
                  <a:cubicBezTo>
                    <a:pt x="1562" y="1304"/>
                    <a:pt x="1771" y="1329"/>
                    <a:pt x="1870" y="1242"/>
                  </a:cubicBezTo>
                  <a:cubicBezTo>
                    <a:pt x="1980" y="1156"/>
                    <a:pt x="2030" y="1033"/>
                    <a:pt x="2128" y="1021"/>
                  </a:cubicBezTo>
                  <a:cubicBezTo>
                    <a:pt x="2215" y="1008"/>
                    <a:pt x="2288" y="971"/>
                    <a:pt x="2338" y="897"/>
                  </a:cubicBezTo>
                  <a:cubicBezTo>
                    <a:pt x="2362" y="848"/>
                    <a:pt x="2412" y="823"/>
                    <a:pt x="2461" y="811"/>
                  </a:cubicBezTo>
                  <a:cubicBezTo>
                    <a:pt x="2498" y="799"/>
                    <a:pt x="2510" y="762"/>
                    <a:pt x="2473" y="725"/>
                  </a:cubicBezTo>
                  <a:cubicBezTo>
                    <a:pt x="2436" y="676"/>
                    <a:pt x="2486" y="676"/>
                    <a:pt x="2523" y="676"/>
                  </a:cubicBezTo>
                  <a:cubicBezTo>
                    <a:pt x="2560" y="676"/>
                    <a:pt x="2572" y="639"/>
                    <a:pt x="2523" y="614"/>
                  </a:cubicBezTo>
                  <a:cubicBezTo>
                    <a:pt x="2486" y="589"/>
                    <a:pt x="2473" y="565"/>
                    <a:pt x="2486" y="552"/>
                  </a:cubicBezTo>
                  <a:cubicBezTo>
                    <a:pt x="2498" y="528"/>
                    <a:pt x="2560" y="491"/>
                    <a:pt x="2523" y="478"/>
                  </a:cubicBezTo>
                  <a:cubicBezTo>
                    <a:pt x="2469" y="452"/>
                    <a:pt x="2422" y="432"/>
                    <a:pt x="2396" y="432"/>
                  </a:cubicBezTo>
                  <a:cubicBezTo>
                    <a:pt x="2385" y="432"/>
                    <a:pt x="2378" y="435"/>
                    <a:pt x="2375" y="441"/>
                  </a:cubicBezTo>
                  <a:cubicBezTo>
                    <a:pt x="2372" y="445"/>
                    <a:pt x="2369" y="446"/>
                    <a:pt x="2366" y="446"/>
                  </a:cubicBezTo>
                  <a:cubicBezTo>
                    <a:pt x="2357" y="446"/>
                    <a:pt x="2350" y="432"/>
                    <a:pt x="2350" y="405"/>
                  </a:cubicBezTo>
                  <a:cubicBezTo>
                    <a:pt x="2362" y="380"/>
                    <a:pt x="2387" y="380"/>
                    <a:pt x="2325" y="380"/>
                  </a:cubicBezTo>
                  <a:cubicBezTo>
                    <a:pt x="2264" y="380"/>
                    <a:pt x="2264" y="355"/>
                    <a:pt x="2288" y="318"/>
                  </a:cubicBezTo>
                  <a:cubicBezTo>
                    <a:pt x="2325" y="281"/>
                    <a:pt x="2338" y="257"/>
                    <a:pt x="2288" y="232"/>
                  </a:cubicBezTo>
                  <a:cubicBezTo>
                    <a:pt x="2252" y="195"/>
                    <a:pt x="2153" y="220"/>
                    <a:pt x="2215" y="170"/>
                  </a:cubicBezTo>
                  <a:cubicBezTo>
                    <a:pt x="2257" y="139"/>
                    <a:pt x="2300" y="79"/>
                    <a:pt x="2287" y="79"/>
                  </a:cubicBezTo>
                  <a:cubicBezTo>
                    <a:pt x="2285" y="79"/>
                    <a:pt x="2281" y="81"/>
                    <a:pt x="2276" y="84"/>
                  </a:cubicBezTo>
                  <a:cubicBezTo>
                    <a:pt x="2256" y="104"/>
                    <a:pt x="2156" y="156"/>
                    <a:pt x="2105" y="156"/>
                  </a:cubicBezTo>
                  <a:cubicBezTo>
                    <a:pt x="2093" y="156"/>
                    <a:pt x="2084" y="153"/>
                    <a:pt x="2079" y="146"/>
                  </a:cubicBezTo>
                  <a:cubicBezTo>
                    <a:pt x="2054" y="109"/>
                    <a:pt x="2054" y="47"/>
                    <a:pt x="1980" y="23"/>
                  </a:cubicBezTo>
                  <a:cubicBezTo>
                    <a:pt x="1943" y="10"/>
                    <a:pt x="1910" y="1"/>
                    <a:pt x="188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38" name="Google Shape;7914;p67">
              <a:extLst>
                <a:ext uri="{FF2B5EF4-FFF2-40B4-BE49-F238E27FC236}">
                  <a16:creationId xmlns:a16="http://schemas.microsoft.com/office/drawing/2014/main" id="{FD33FCF8-15C8-EFF0-64C6-282162874B09}"/>
                </a:ext>
              </a:extLst>
            </p:cNvPr>
            <p:cNvSpPr/>
            <p:nvPr/>
          </p:nvSpPr>
          <p:spPr>
            <a:xfrm>
              <a:off x="3579900" y="4298275"/>
              <a:ext cx="63600" cy="52600"/>
            </a:xfrm>
            <a:custGeom>
              <a:avLst/>
              <a:gdLst/>
              <a:ahLst/>
              <a:cxnLst/>
              <a:rect l="l" t="t" r="r" b="b"/>
              <a:pathLst>
                <a:path w="2544" h="2104" extrusionOk="0">
                  <a:moveTo>
                    <a:pt x="1292" y="0"/>
                  </a:moveTo>
                  <a:cubicBezTo>
                    <a:pt x="1289" y="0"/>
                    <a:pt x="1287" y="4"/>
                    <a:pt x="1287" y="15"/>
                  </a:cubicBezTo>
                  <a:cubicBezTo>
                    <a:pt x="1287" y="76"/>
                    <a:pt x="1336" y="126"/>
                    <a:pt x="1287" y="126"/>
                  </a:cubicBezTo>
                  <a:cubicBezTo>
                    <a:pt x="1271" y="126"/>
                    <a:pt x="1260" y="124"/>
                    <a:pt x="1252" y="124"/>
                  </a:cubicBezTo>
                  <a:cubicBezTo>
                    <a:pt x="1238" y="124"/>
                    <a:pt x="1238" y="130"/>
                    <a:pt x="1238" y="163"/>
                  </a:cubicBezTo>
                  <a:lnTo>
                    <a:pt x="1238" y="323"/>
                  </a:lnTo>
                  <a:cubicBezTo>
                    <a:pt x="1238" y="382"/>
                    <a:pt x="1351" y="645"/>
                    <a:pt x="1328" y="645"/>
                  </a:cubicBezTo>
                  <a:cubicBezTo>
                    <a:pt x="1327" y="645"/>
                    <a:pt x="1326" y="644"/>
                    <a:pt x="1324" y="643"/>
                  </a:cubicBezTo>
                  <a:cubicBezTo>
                    <a:pt x="1287" y="631"/>
                    <a:pt x="1262" y="643"/>
                    <a:pt x="1225" y="606"/>
                  </a:cubicBezTo>
                  <a:cubicBezTo>
                    <a:pt x="1176" y="520"/>
                    <a:pt x="1115" y="434"/>
                    <a:pt x="1078" y="335"/>
                  </a:cubicBezTo>
                  <a:cubicBezTo>
                    <a:pt x="1045" y="281"/>
                    <a:pt x="984" y="207"/>
                    <a:pt x="944" y="207"/>
                  </a:cubicBezTo>
                  <a:cubicBezTo>
                    <a:pt x="939" y="207"/>
                    <a:pt x="934" y="209"/>
                    <a:pt x="930" y="212"/>
                  </a:cubicBezTo>
                  <a:cubicBezTo>
                    <a:pt x="905" y="236"/>
                    <a:pt x="880" y="310"/>
                    <a:pt x="831" y="323"/>
                  </a:cubicBezTo>
                  <a:cubicBezTo>
                    <a:pt x="782" y="335"/>
                    <a:pt x="831" y="384"/>
                    <a:pt x="856" y="421"/>
                  </a:cubicBezTo>
                  <a:cubicBezTo>
                    <a:pt x="872" y="446"/>
                    <a:pt x="867" y="486"/>
                    <a:pt x="833" y="486"/>
                  </a:cubicBezTo>
                  <a:cubicBezTo>
                    <a:pt x="816" y="486"/>
                    <a:pt x="791" y="475"/>
                    <a:pt x="757" y="446"/>
                  </a:cubicBezTo>
                  <a:cubicBezTo>
                    <a:pt x="659" y="360"/>
                    <a:pt x="683" y="323"/>
                    <a:pt x="585" y="286"/>
                  </a:cubicBezTo>
                  <a:cubicBezTo>
                    <a:pt x="542" y="273"/>
                    <a:pt x="523" y="273"/>
                    <a:pt x="528" y="273"/>
                  </a:cubicBezTo>
                  <a:cubicBezTo>
                    <a:pt x="532" y="273"/>
                    <a:pt x="560" y="273"/>
                    <a:pt x="609" y="261"/>
                  </a:cubicBezTo>
                  <a:cubicBezTo>
                    <a:pt x="708" y="236"/>
                    <a:pt x="843" y="150"/>
                    <a:pt x="757" y="150"/>
                  </a:cubicBezTo>
                  <a:cubicBezTo>
                    <a:pt x="683" y="150"/>
                    <a:pt x="671" y="187"/>
                    <a:pt x="572" y="187"/>
                  </a:cubicBezTo>
                  <a:cubicBezTo>
                    <a:pt x="507" y="187"/>
                    <a:pt x="452" y="165"/>
                    <a:pt x="423" y="165"/>
                  </a:cubicBezTo>
                  <a:cubicBezTo>
                    <a:pt x="408" y="165"/>
                    <a:pt x="400" y="171"/>
                    <a:pt x="400" y="187"/>
                  </a:cubicBezTo>
                  <a:cubicBezTo>
                    <a:pt x="400" y="232"/>
                    <a:pt x="432" y="290"/>
                    <a:pt x="422" y="290"/>
                  </a:cubicBezTo>
                  <a:cubicBezTo>
                    <a:pt x="418" y="290"/>
                    <a:pt x="408" y="281"/>
                    <a:pt x="388" y="261"/>
                  </a:cubicBezTo>
                  <a:cubicBezTo>
                    <a:pt x="329" y="213"/>
                    <a:pt x="302" y="179"/>
                    <a:pt x="263" y="179"/>
                  </a:cubicBezTo>
                  <a:cubicBezTo>
                    <a:pt x="252" y="179"/>
                    <a:pt x="241" y="182"/>
                    <a:pt x="227" y="187"/>
                  </a:cubicBezTo>
                  <a:cubicBezTo>
                    <a:pt x="186" y="208"/>
                    <a:pt x="170" y="282"/>
                    <a:pt x="144" y="282"/>
                  </a:cubicBezTo>
                  <a:cubicBezTo>
                    <a:pt x="140" y="282"/>
                    <a:pt x="135" y="279"/>
                    <a:pt x="129" y="273"/>
                  </a:cubicBezTo>
                  <a:cubicBezTo>
                    <a:pt x="103" y="248"/>
                    <a:pt x="77" y="216"/>
                    <a:pt x="68" y="216"/>
                  </a:cubicBezTo>
                  <a:cubicBezTo>
                    <a:pt x="64" y="216"/>
                    <a:pt x="64" y="222"/>
                    <a:pt x="67" y="236"/>
                  </a:cubicBezTo>
                  <a:cubicBezTo>
                    <a:pt x="80" y="286"/>
                    <a:pt x="116" y="323"/>
                    <a:pt x="67" y="347"/>
                  </a:cubicBezTo>
                  <a:cubicBezTo>
                    <a:pt x="59" y="351"/>
                    <a:pt x="51" y="352"/>
                    <a:pt x="43" y="352"/>
                  </a:cubicBezTo>
                  <a:cubicBezTo>
                    <a:pt x="20" y="352"/>
                    <a:pt x="3" y="338"/>
                    <a:pt x="2" y="338"/>
                  </a:cubicBezTo>
                  <a:lnTo>
                    <a:pt x="2" y="338"/>
                  </a:lnTo>
                  <a:cubicBezTo>
                    <a:pt x="0" y="338"/>
                    <a:pt x="12" y="350"/>
                    <a:pt x="43" y="397"/>
                  </a:cubicBezTo>
                  <a:cubicBezTo>
                    <a:pt x="117" y="493"/>
                    <a:pt x="127" y="589"/>
                    <a:pt x="161" y="589"/>
                  </a:cubicBezTo>
                  <a:cubicBezTo>
                    <a:pt x="166" y="589"/>
                    <a:pt x="172" y="586"/>
                    <a:pt x="178" y="581"/>
                  </a:cubicBezTo>
                  <a:cubicBezTo>
                    <a:pt x="209" y="551"/>
                    <a:pt x="248" y="486"/>
                    <a:pt x="296" y="486"/>
                  </a:cubicBezTo>
                  <a:cubicBezTo>
                    <a:pt x="305" y="486"/>
                    <a:pt x="315" y="489"/>
                    <a:pt x="326" y="495"/>
                  </a:cubicBezTo>
                  <a:cubicBezTo>
                    <a:pt x="388" y="532"/>
                    <a:pt x="351" y="532"/>
                    <a:pt x="326" y="569"/>
                  </a:cubicBezTo>
                  <a:cubicBezTo>
                    <a:pt x="301" y="606"/>
                    <a:pt x="338" y="655"/>
                    <a:pt x="375" y="692"/>
                  </a:cubicBezTo>
                  <a:cubicBezTo>
                    <a:pt x="405" y="715"/>
                    <a:pt x="412" y="719"/>
                    <a:pt x="387" y="719"/>
                  </a:cubicBezTo>
                  <a:cubicBezTo>
                    <a:pt x="370" y="719"/>
                    <a:pt x="338" y="717"/>
                    <a:pt x="289" y="717"/>
                  </a:cubicBezTo>
                  <a:cubicBezTo>
                    <a:pt x="222" y="709"/>
                    <a:pt x="141" y="697"/>
                    <a:pt x="107" y="697"/>
                  </a:cubicBezTo>
                  <a:cubicBezTo>
                    <a:pt x="85" y="697"/>
                    <a:pt x="83" y="702"/>
                    <a:pt x="116" y="717"/>
                  </a:cubicBezTo>
                  <a:cubicBezTo>
                    <a:pt x="203" y="742"/>
                    <a:pt x="178" y="791"/>
                    <a:pt x="227" y="840"/>
                  </a:cubicBezTo>
                  <a:cubicBezTo>
                    <a:pt x="264" y="889"/>
                    <a:pt x="289" y="889"/>
                    <a:pt x="363" y="902"/>
                  </a:cubicBezTo>
                  <a:cubicBezTo>
                    <a:pt x="437" y="902"/>
                    <a:pt x="572" y="988"/>
                    <a:pt x="498" y="988"/>
                  </a:cubicBezTo>
                  <a:cubicBezTo>
                    <a:pt x="425" y="1000"/>
                    <a:pt x="326" y="1025"/>
                    <a:pt x="412" y="1087"/>
                  </a:cubicBezTo>
                  <a:cubicBezTo>
                    <a:pt x="476" y="1129"/>
                    <a:pt x="559" y="1163"/>
                    <a:pt x="636" y="1163"/>
                  </a:cubicBezTo>
                  <a:cubicBezTo>
                    <a:pt x="648" y="1163"/>
                    <a:pt x="660" y="1162"/>
                    <a:pt x="671" y="1161"/>
                  </a:cubicBezTo>
                  <a:cubicBezTo>
                    <a:pt x="745" y="1136"/>
                    <a:pt x="905" y="1062"/>
                    <a:pt x="880" y="1000"/>
                  </a:cubicBezTo>
                  <a:cubicBezTo>
                    <a:pt x="856" y="926"/>
                    <a:pt x="831" y="877"/>
                    <a:pt x="868" y="853"/>
                  </a:cubicBezTo>
                  <a:cubicBezTo>
                    <a:pt x="871" y="851"/>
                    <a:pt x="874" y="851"/>
                    <a:pt x="878" y="851"/>
                  </a:cubicBezTo>
                  <a:cubicBezTo>
                    <a:pt x="902" y="851"/>
                    <a:pt x="943" y="872"/>
                    <a:pt x="971" y="872"/>
                  </a:cubicBezTo>
                  <a:cubicBezTo>
                    <a:pt x="979" y="872"/>
                    <a:pt x="986" y="870"/>
                    <a:pt x="991" y="865"/>
                  </a:cubicBezTo>
                  <a:cubicBezTo>
                    <a:pt x="1016" y="840"/>
                    <a:pt x="1028" y="779"/>
                    <a:pt x="1053" y="766"/>
                  </a:cubicBezTo>
                  <a:cubicBezTo>
                    <a:pt x="1055" y="765"/>
                    <a:pt x="1057" y="765"/>
                    <a:pt x="1060" y="765"/>
                  </a:cubicBezTo>
                  <a:cubicBezTo>
                    <a:pt x="1084" y="765"/>
                    <a:pt x="1112" y="819"/>
                    <a:pt x="1090" y="853"/>
                  </a:cubicBezTo>
                  <a:cubicBezTo>
                    <a:pt x="1065" y="889"/>
                    <a:pt x="991" y="976"/>
                    <a:pt x="1053" y="976"/>
                  </a:cubicBezTo>
                  <a:cubicBezTo>
                    <a:pt x="1061" y="977"/>
                    <a:pt x="1070" y="978"/>
                    <a:pt x="1079" y="978"/>
                  </a:cubicBezTo>
                  <a:cubicBezTo>
                    <a:pt x="1157" y="978"/>
                    <a:pt x="1277" y="935"/>
                    <a:pt x="1299" y="902"/>
                  </a:cubicBezTo>
                  <a:cubicBezTo>
                    <a:pt x="1315" y="871"/>
                    <a:pt x="1349" y="850"/>
                    <a:pt x="1372" y="850"/>
                  </a:cubicBezTo>
                  <a:cubicBezTo>
                    <a:pt x="1387" y="850"/>
                    <a:pt x="1398" y="858"/>
                    <a:pt x="1398" y="877"/>
                  </a:cubicBezTo>
                  <a:cubicBezTo>
                    <a:pt x="1386" y="939"/>
                    <a:pt x="1299" y="1037"/>
                    <a:pt x="1373" y="1037"/>
                  </a:cubicBezTo>
                  <a:cubicBezTo>
                    <a:pt x="1435" y="1037"/>
                    <a:pt x="1570" y="1037"/>
                    <a:pt x="1472" y="1050"/>
                  </a:cubicBezTo>
                  <a:cubicBezTo>
                    <a:pt x="1386" y="1050"/>
                    <a:pt x="1287" y="1050"/>
                    <a:pt x="1201" y="1074"/>
                  </a:cubicBezTo>
                  <a:cubicBezTo>
                    <a:pt x="1127" y="1136"/>
                    <a:pt x="1053" y="1185"/>
                    <a:pt x="979" y="1210"/>
                  </a:cubicBezTo>
                  <a:cubicBezTo>
                    <a:pt x="964" y="1212"/>
                    <a:pt x="945" y="1213"/>
                    <a:pt x="923" y="1213"/>
                  </a:cubicBezTo>
                  <a:cubicBezTo>
                    <a:pt x="909" y="1213"/>
                    <a:pt x="894" y="1213"/>
                    <a:pt x="878" y="1213"/>
                  </a:cubicBezTo>
                  <a:cubicBezTo>
                    <a:pt x="800" y="1213"/>
                    <a:pt x="712" y="1218"/>
                    <a:pt x="696" y="1284"/>
                  </a:cubicBezTo>
                  <a:cubicBezTo>
                    <a:pt x="673" y="1363"/>
                    <a:pt x="630" y="1421"/>
                    <a:pt x="689" y="1421"/>
                  </a:cubicBezTo>
                  <a:cubicBezTo>
                    <a:pt x="694" y="1421"/>
                    <a:pt x="701" y="1420"/>
                    <a:pt x="708" y="1419"/>
                  </a:cubicBezTo>
                  <a:cubicBezTo>
                    <a:pt x="794" y="1407"/>
                    <a:pt x="930" y="1382"/>
                    <a:pt x="1078" y="1358"/>
                  </a:cubicBezTo>
                  <a:cubicBezTo>
                    <a:pt x="1188" y="1345"/>
                    <a:pt x="1299" y="1345"/>
                    <a:pt x="1398" y="1345"/>
                  </a:cubicBezTo>
                  <a:cubicBezTo>
                    <a:pt x="1435" y="1345"/>
                    <a:pt x="1423" y="1370"/>
                    <a:pt x="1361" y="1382"/>
                  </a:cubicBezTo>
                  <a:cubicBezTo>
                    <a:pt x="1275" y="1407"/>
                    <a:pt x="1201" y="1432"/>
                    <a:pt x="1115" y="1432"/>
                  </a:cubicBezTo>
                  <a:cubicBezTo>
                    <a:pt x="1028" y="1444"/>
                    <a:pt x="942" y="1456"/>
                    <a:pt x="991" y="1493"/>
                  </a:cubicBezTo>
                  <a:cubicBezTo>
                    <a:pt x="1028" y="1530"/>
                    <a:pt x="1201" y="1530"/>
                    <a:pt x="1238" y="1555"/>
                  </a:cubicBezTo>
                  <a:cubicBezTo>
                    <a:pt x="1274" y="1573"/>
                    <a:pt x="1257" y="1584"/>
                    <a:pt x="1192" y="1584"/>
                  </a:cubicBezTo>
                  <a:cubicBezTo>
                    <a:pt x="1169" y="1584"/>
                    <a:pt x="1139" y="1583"/>
                    <a:pt x="1102" y="1579"/>
                  </a:cubicBezTo>
                  <a:cubicBezTo>
                    <a:pt x="982" y="1569"/>
                    <a:pt x="871" y="1528"/>
                    <a:pt x="822" y="1528"/>
                  </a:cubicBezTo>
                  <a:cubicBezTo>
                    <a:pt x="816" y="1528"/>
                    <a:pt x="811" y="1529"/>
                    <a:pt x="806" y="1530"/>
                  </a:cubicBezTo>
                  <a:cubicBezTo>
                    <a:pt x="757" y="1530"/>
                    <a:pt x="720" y="1579"/>
                    <a:pt x="782" y="1629"/>
                  </a:cubicBezTo>
                  <a:cubicBezTo>
                    <a:pt x="856" y="1690"/>
                    <a:pt x="868" y="1826"/>
                    <a:pt x="979" y="1826"/>
                  </a:cubicBezTo>
                  <a:cubicBezTo>
                    <a:pt x="998" y="1828"/>
                    <a:pt x="1017" y="1829"/>
                    <a:pt x="1036" y="1829"/>
                  </a:cubicBezTo>
                  <a:cubicBezTo>
                    <a:pt x="1110" y="1829"/>
                    <a:pt x="1185" y="1817"/>
                    <a:pt x="1228" y="1817"/>
                  </a:cubicBezTo>
                  <a:cubicBezTo>
                    <a:pt x="1247" y="1817"/>
                    <a:pt x="1259" y="1819"/>
                    <a:pt x="1262" y="1826"/>
                  </a:cubicBezTo>
                  <a:cubicBezTo>
                    <a:pt x="1275" y="1863"/>
                    <a:pt x="1188" y="1888"/>
                    <a:pt x="1164" y="1900"/>
                  </a:cubicBezTo>
                  <a:cubicBezTo>
                    <a:pt x="1127" y="1900"/>
                    <a:pt x="1188" y="1937"/>
                    <a:pt x="1238" y="1974"/>
                  </a:cubicBezTo>
                  <a:cubicBezTo>
                    <a:pt x="1278" y="1994"/>
                    <a:pt x="1326" y="2104"/>
                    <a:pt x="1369" y="2104"/>
                  </a:cubicBezTo>
                  <a:cubicBezTo>
                    <a:pt x="1379" y="2104"/>
                    <a:pt x="1389" y="2098"/>
                    <a:pt x="1398" y="2085"/>
                  </a:cubicBezTo>
                  <a:cubicBezTo>
                    <a:pt x="1460" y="1998"/>
                    <a:pt x="1423" y="1961"/>
                    <a:pt x="1484" y="1875"/>
                  </a:cubicBezTo>
                  <a:cubicBezTo>
                    <a:pt x="1546" y="1777"/>
                    <a:pt x="1595" y="1604"/>
                    <a:pt x="1657" y="1567"/>
                  </a:cubicBezTo>
                  <a:cubicBezTo>
                    <a:pt x="1731" y="1506"/>
                    <a:pt x="1780" y="1419"/>
                    <a:pt x="1792" y="1321"/>
                  </a:cubicBezTo>
                  <a:cubicBezTo>
                    <a:pt x="1792" y="1210"/>
                    <a:pt x="1854" y="1259"/>
                    <a:pt x="1878" y="1234"/>
                  </a:cubicBezTo>
                  <a:cubicBezTo>
                    <a:pt x="1915" y="1210"/>
                    <a:pt x="1854" y="1124"/>
                    <a:pt x="1915" y="1050"/>
                  </a:cubicBezTo>
                  <a:cubicBezTo>
                    <a:pt x="1965" y="988"/>
                    <a:pt x="2039" y="939"/>
                    <a:pt x="2113" y="902"/>
                  </a:cubicBezTo>
                  <a:cubicBezTo>
                    <a:pt x="2186" y="877"/>
                    <a:pt x="2273" y="853"/>
                    <a:pt x="2371" y="853"/>
                  </a:cubicBezTo>
                  <a:cubicBezTo>
                    <a:pt x="2458" y="853"/>
                    <a:pt x="2544" y="816"/>
                    <a:pt x="2482" y="766"/>
                  </a:cubicBezTo>
                  <a:cubicBezTo>
                    <a:pt x="2433" y="717"/>
                    <a:pt x="2310" y="742"/>
                    <a:pt x="2285" y="692"/>
                  </a:cubicBezTo>
                  <a:cubicBezTo>
                    <a:pt x="2273" y="643"/>
                    <a:pt x="2334" y="606"/>
                    <a:pt x="2310" y="606"/>
                  </a:cubicBezTo>
                  <a:cubicBezTo>
                    <a:pt x="2291" y="606"/>
                    <a:pt x="2257" y="643"/>
                    <a:pt x="2215" y="643"/>
                  </a:cubicBezTo>
                  <a:cubicBezTo>
                    <a:pt x="2202" y="643"/>
                    <a:pt x="2188" y="639"/>
                    <a:pt x="2174" y="631"/>
                  </a:cubicBezTo>
                  <a:cubicBezTo>
                    <a:pt x="2100" y="594"/>
                    <a:pt x="2026" y="557"/>
                    <a:pt x="1940" y="557"/>
                  </a:cubicBezTo>
                  <a:cubicBezTo>
                    <a:pt x="1854" y="557"/>
                    <a:pt x="1891" y="471"/>
                    <a:pt x="1854" y="384"/>
                  </a:cubicBezTo>
                  <a:cubicBezTo>
                    <a:pt x="1822" y="320"/>
                    <a:pt x="1808" y="283"/>
                    <a:pt x="1772" y="283"/>
                  </a:cubicBezTo>
                  <a:cubicBezTo>
                    <a:pt x="1767" y="283"/>
                    <a:pt x="1761" y="284"/>
                    <a:pt x="1755" y="286"/>
                  </a:cubicBezTo>
                  <a:cubicBezTo>
                    <a:pt x="1725" y="296"/>
                    <a:pt x="1686" y="399"/>
                    <a:pt x="1659" y="399"/>
                  </a:cubicBezTo>
                  <a:cubicBezTo>
                    <a:pt x="1654" y="399"/>
                    <a:pt x="1649" y="395"/>
                    <a:pt x="1644" y="384"/>
                  </a:cubicBezTo>
                  <a:cubicBezTo>
                    <a:pt x="1632" y="347"/>
                    <a:pt x="1632" y="298"/>
                    <a:pt x="1644" y="261"/>
                  </a:cubicBezTo>
                  <a:cubicBezTo>
                    <a:pt x="1657" y="199"/>
                    <a:pt x="1620" y="138"/>
                    <a:pt x="1570" y="113"/>
                  </a:cubicBezTo>
                  <a:cubicBezTo>
                    <a:pt x="1521" y="80"/>
                    <a:pt x="1494" y="58"/>
                    <a:pt x="1474" y="58"/>
                  </a:cubicBezTo>
                  <a:cubicBezTo>
                    <a:pt x="1464" y="58"/>
                    <a:pt x="1455" y="64"/>
                    <a:pt x="1447" y="76"/>
                  </a:cubicBezTo>
                  <a:cubicBezTo>
                    <a:pt x="1422" y="102"/>
                    <a:pt x="1437" y="145"/>
                    <a:pt x="1429" y="145"/>
                  </a:cubicBezTo>
                  <a:cubicBezTo>
                    <a:pt x="1425" y="145"/>
                    <a:pt x="1417" y="136"/>
                    <a:pt x="1398" y="113"/>
                  </a:cubicBezTo>
                  <a:cubicBezTo>
                    <a:pt x="1339" y="64"/>
                    <a:pt x="1304" y="0"/>
                    <a:pt x="129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39" name="Google Shape;7915;p67">
              <a:extLst>
                <a:ext uri="{FF2B5EF4-FFF2-40B4-BE49-F238E27FC236}">
                  <a16:creationId xmlns:a16="http://schemas.microsoft.com/office/drawing/2014/main" id="{04B40728-D5CD-9316-25A0-DACD7785270E}"/>
                </a:ext>
              </a:extLst>
            </p:cNvPr>
            <p:cNvSpPr/>
            <p:nvPr/>
          </p:nvSpPr>
          <p:spPr>
            <a:xfrm>
              <a:off x="3633325" y="4321125"/>
              <a:ext cx="13275" cy="5900"/>
            </a:xfrm>
            <a:custGeom>
              <a:avLst/>
              <a:gdLst/>
              <a:ahLst/>
              <a:cxnLst/>
              <a:rect l="l" t="t" r="r" b="b"/>
              <a:pathLst>
                <a:path w="531" h="236" extrusionOk="0">
                  <a:moveTo>
                    <a:pt x="308" y="0"/>
                  </a:moveTo>
                  <a:cubicBezTo>
                    <a:pt x="247" y="0"/>
                    <a:pt x="0" y="86"/>
                    <a:pt x="37" y="99"/>
                  </a:cubicBezTo>
                  <a:cubicBezTo>
                    <a:pt x="86" y="99"/>
                    <a:pt x="173" y="222"/>
                    <a:pt x="197" y="222"/>
                  </a:cubicBezTo>
                  <a:cubicBezTo>
                    <a:pt x="220" y="222"/>
                    <a:pt x="317" y="235"/>
                    <a:pt x="397" y="235"/>
                  </a:cubicBezTo>
                  <a:cubicBezTo>
                    <a:pt x="450" y="235"/>
                    <a:pt x="496" y="229"/>
                    <a:pt x="505" y="210"/>
                  </a:cubicBezTo>
                  <a:cubicBezTo>
                    <a:pt x="530" y="160"/>
                    <a:pt x="493" y="12"/>
                    <a:pt x="468" y="12"/>
                  </a:cubicBezTo>
                  <a:cubicBezTo>
                    <a:pt x="419" y="0"/>
                    <a:pt x="358" y="0"/>
                    <a:pt x="30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0" name="Google Shape;7916;p67">
              <a:extLst>
                <a:ext uri="{FF2B5EF4-FFF2-40B4-BE49-F238E27FC236}">
                  <a16:creationId xmlns:a16="http://schemas.microsoft.com/office/drawing/2014/main" id="{ECE12DE5-BA7E-0C22-B0DD-2936BC6875F7}"/>
                </a:ext>
              </a:extLst>
            </p:cNvPr>
            <p:cNvSpPr/>
            <p:nvPr/>
          </p:nvSpPr>
          <p:spPr>
            <a:xfrm>
              <a:off x="3637950" y="4327275"/>
              <a:ext cx="24050" cy="13375"/>
            </a:xfrm>
            <a:custGeom>
              <a:avLst/>
              <a:gdLst/>
              <a:ahLst/>
              <a:cxnLst/>
              <a:rect l="l" t="t" r="r" b="b"/>
              <a:pathLst>
                <a:path w="962" h="535" extrusionOk="0">
                  <a:moveTo>
                    <a:pt x="604" y="1"/>
                  </a:moveTo>
                  <a:lnTo>
                    <a:pt x="123" y="13"/>
                  </a:lnTo>
                  <a:cubicBezTo>
                    <a:pt x="74" y="13"/>
                    <a:pt x="25" y="13"/>
                    <a:pt x="86" y="62"/>
                  </a:cubicBezTo>
                  <a:cubicBezTo>
                    <a:pt x="136" y="124"/>
                    <a:pt x="185" y="148"/>
                    <a:pt x="160" y="185"/>
                  </a:cubicBezTo>
                  <a:cubicBezTo>
                    <a:pt x="136" y="210"/>
                    <a:pt x="0" y="407"/>
                    <a:pt x="62" y="407"/>
                  </a:cubicBezTo>
                  <a:cubicBezTo>
                    <a:pt x="91" y="411"/>
                    <a:pt x="118" y="412"/>
                    <a:pt x="146" y="412"/>
                  </a:cubicBezTo>
                  <a:cubicBezTo>
                    <a:pt x="212" y="412"/>
                    <a:pt x="275" y="404"/>
                    <a:pt x="345" y="395"/>
                  </a:cubicBezTo>
                  <a:cubicBezTo>
                    <a:pt x="388" y="383"/>
                    <a:pt x="416" y="373"/>
                    <a:pt x="433" y="373"/>
                  </a:cubicBezTo>
                  <a:cubicBezTo>
                    <a:pt x="450" y="373"/>
                    <a:pt x="456" y="383"/>
                    <a:pt x="456" y="407"/>
                  </a:cubicBezTo>
                  <a:cubicBezTo>
                    <a:pt x="445" y="461"/>
                    <a:pt x="367" y="535"/>
                    <a:pt x="416" y="535"/>
                  </a:cubicBezTo>
                  <a:cubicBezTo>
                    <a:pt x="423" y="535"/>
                    <a:pt x="432" y="533"/>
                    <a:pt x="444" y="530"/>
                  </a:cubicBezTo>
                  <a:cubicBezTo>
                    <a:pt x="542" y="493"/>
                    <a:pt x="678" y="493"/>
                    <a:pt x="739" y="407"/>
                  </a:cubicBezTo>
                  <a:cubicBezTo>
                    <a:pt x="789" y="321"/>
                    <a:pt x="752" y="309"/>
                    <a:pt x="826" y="272"/>
                  </a:cubicBezTo>
                  <a:cubicBezTo>
                    <a:pt x="912" y="235"/>
                    <a:pt x="961" y="235"/>
                    <a:pt x="912" y="222"/>
                  </a:cubicBezTo>
                  <a:cubicBezTo>
                    <a:pt x="863" y="210"/>
                    <a:pt x="579" y="185"/>
                    <a:pt x="579" y="99"/>
                  </a:cubicBezTo>
                  <a:cubicBezTo>
                    <a:pt x="579" y="13"/>
                    <a:pt x="653" y="1"/>
                    <a:pt x="60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1" name="Google Shape;7917;p67">
              <a:extLst>
                <a:ext uri="{FF2B5EF4-FFF2-40B4-BE49-F238E27FC236}">
                  <a16:creationId xmlns:a16="http://schemas.microsoft.com/office/drawing/2014/main" id="{C6895957-4E40-4803-4B15-70D8EDEFA6D9}"/>
                </a:ext>
              </a:extLst>
            </p:cNvPr>
            <p:cNvSpPr/>
            <p:nvPr/>
          </p:nvSpPr>
          <p:spPr>
            <a:xfrm>
              <a:off x="3618525" y="4291175"/>
              <a:ext cx="58250" cy="19875"/>
            </a:xfrm>
            <a:custGeom>
              <a:avLst/>
              <a:gdLst/>
              <a:ahLst/>
              <a:cxnLst/>
              <a:rect l="l" t="t" r="r" b="b"/>
              <a:pathLst>
                <a:path w="2330" h="795" extrusionOk="0">
                  <a:moveTo>
                    <a:pt x="512" y="0"/>
                  </a:moveTo>
                  <a:cubicBezTo>
                    <a:pt x="479" y="0"/>
                    <a:pt x="474" y="28"/>
                    <a:pt x="506" y="28"/>
                  </a:cubicBezTo>
                  <a:cubicBezTo>
                    <a:pt x="543" y="28"/>
                    <a:pt x="592" y="77"/>
                    <a:pt x="580" y="89"/>
                  </a:cubicBezTo>
                  <a:cubicBezTo>
                    <a:pt x="559" y="100"/>
                    <a:pt x="582" y="144"/>
                    <a:pt x="554" y="144"/>
                  </a:cubicBezTo>
                  <a:cubicBezTo>
                    <a:pt x="548" y="144"/>
                    <a:pt x="541" y="143"/>
                    <a:pt x="531" y="138"/>
                  </a:cubicBezTo>
                  <a:cubicBezTo>
                    <a:pt x="477" y="106"/>
                    <a:pt x="424" y="74"/>
                    <a:pt x="403" y="74"/>
                  </a:cubicBezTo>
                  <a:cubicBezTo>
                    <a:pt x="399" y="74"/>
                    <a:pt x="397" y="75"/>
                    <a:pt x="395" y="77"/>
                  </a:cubicBezTo>
                  <a:cubicBezTo>
                    <a:pt x="383" y="89"/>
                    <a:pt x="370" y="77"/>
                    <a:pt x="407" y="138"/>
                  </a:cubicBezTo>
                  <a:cubicBezTo>
                    <a:pt x="438" y="189"/>
                    <a:pt x="451" y="231"/>
                    <a:pt x="428" y="231"/>
                  </a:cubicBezTo>
                  <a:cubicBezTo>
                    <a:pt x="423" y="231"/>
                    <a:pt x="416" y="229"/>
                    <a:pt x="407" y="225"/>
                  </a:cubicBezTo>
                  <a:cubicBezTo>
                    <a:pt x="370" y="200"/>
                    <a:pt x="333" y="175"/>
                    <a:pt x="284" y="163"/>
                  </a:cubicBezTo>
                  <a:cubicBezTo>
                    <a:pt x="260" y="163"/>
                    <a:pt x="223" y="138"/>
                    <a:pt x="272" y="126"/>
                  </a:cubicBezTo>
                  <a:cubicBezTo>
                    <a:pt x="309" y="126"/>
                    <a:pt x="309" y="102"/>
                    <a:pt x="247" y="102"/>
                  </a:cubicBezTo>
                  <a:cubicBezTo>
                    <a:pt x="198" y="102"/>
                    <a:pt x="112" y="102"/>
                    <a:pt x="173" y="114"/>
                  </a:cubicBezTo>
                  <a:cubicBezTo>
                    <a:pt x="223" y="126"/>
                    <a:pt x="260" y="151"/>
                    <a:pt x="210" y="163"/>
                  </a:cubicBezTo>
                  <a:cubicBezTo>
                    <a:pt x="173" y="175"/>
                    <a:pt x="1" y="163"/>
                    <a:pt x="62" y="200"/>
                  </a:cubicBezTo>
                  <a:cubicBezTo>
                    <a:pt x="112" y="225"/>
                    <a:pt x="272" y="249"/>
                    <a:pt x="247" y="262"/>
                  </a:cubicBezTo>
                  <a:cubicBezTo>
                    <a:pt x="235" y="274"/>
                    <a:pt x="247" y="348"/>
                    <a:pt x="235" y="360"/>
                  </a:cubicBezTo>
                  <a:cubicBezTo>
                    <a:pt x="210" y="373"/>
                    <a:pt x="173" y="373"/>
                    <a:pt x="235" y="410"/>
                  </a:cubicBezTo>
                  <a:cubicBezTo>
                    <a:pt x="333" y="447"/>
                    <a:pt x="420" y="471"/>
                    <a:pt x="518" y="471"/>
                  </a:cubicBezTo>
                  <a:cubicBezTo>
                    <a:pt x="629" y="471"/>
                    <a:pt x="728" y="459"/>
                    <a:pt x="826" y="434"/>
                  </a:cubicBezTo>
                  <a:cubicBezTo>
                    <a:pt x="876" y="428"/>
                    <a:pt x="922" y="425"/>
                    <a:pt x="968" y="425"/>
                  </a:cubicBezTo>
                  <a:cubicBezTo>
                    <a:pt x="1014" y="425"/>
                    <a:pt x="1060" y="428"/>
                    <a:pt x="1110" y="434"/>
                  </a:cubicBezTo>
                  <a:cubicBezTo>
                    <a:pt x="1060" y="447"/>
                    <a:pt x="888" y="496"/>
                    <a:pt x="851" y="508"/>
                  </a:cubicBezTo>
                  <a:cubicBezTo>
                    <a:pt x="802" y="520"/>
                    <a:pt x="839" y="582"/>
                    <a:pt x="863" y="582"/>
                  </a:cubicBezTo>
                  <a:cubicBezTo>
                    <a:pt x="893" y="582"/>
                    <a:pt x="899" y="598"/>
                    <a:pt x="818" y="598"/>
                  </a:cubicBezTo>
                  <a:cubicBezTo>
                    <a:pt x="798" y="598"/>
                    <a:pt x="772" y="597"/>
                    <a:pt x="740" y="594"/>
                  </a:cubicBezTo>
                  <a:cubicBezTo>
                    <a:pt x="675" y="590"/>
                    <a:pt x="620" y="585"/>
                    <a:pt x="587" y="585"/>
                  </a:cubicBezTo>
                  <a:cubicBezTo>
                    <a:pt x="534" y="585"/>
                    <a:pt x="539" y="598"/>
                    <a:pt x="654" y="644"/>
                  </a:cubicBezTo>
                  <a:cubicBezTo>
                    <a:pt x="781" y="695"/>
                    <a:pt x="827" y="722"/>
                    <a:pt x="891" y="722"/>
                  </a:cubicBezTo>
                  <a:cubicBezTo>
                    <a:pt x="920" y="722"/>
                    <a:pt x="953" y="717"/>
                    <a:pt x="999" y="705"/>
                  </a:cubicBezTo>
                  <a:cubicBezTo>
                    <a:pt x="1034" y="700"/>
                    <a:pt x="1061" y="697"/>
                    <a:pt x="1082" y="697"/>
                  </a:cubicBezTo>
                  <a:cubicBezTo>
                    <a:pt x="1160" y="697"/>
                    <a:pt x="1171" y="728"/>
                    <a:pt x="1258" y="767"/>
                  </a:cubicBezTo>
                  <a:cubicBezTo>
                    <a:pt x="1313" y="785"/>
                    <a:pt x="1372" y="795"/>
                    <a:pt x="1429" y="795"/>
                  </a:cubicBezTo>
                  <a:cubicBezTo>
                    <a:pt x="1486" y="795"/>
                    <a:pt x="1541" y="785"/>
                    <a:pt x="1590" y="767"/>
                  </a:cubicBezTo>
                  <a:cubicBezTo>
                    <a:pt x="1676" y="730"/>
                    <a:pt x="1763" y="705"/>
                    <a:pt x="1849" y="693"/>
                  </a:cubicBezTo>
                  <a:cubicBezTo>
                    <a:pt x="1935" y="681"/>
                    <a:pt x="1985" y="533"/>
                    <a:pt x="2034" y="508"/>
                  </a:cubicBezTo>
                  <a:cubicBezTo>
                    <a:pt x="2095" y="471"/>
                    <a:pt x="2330" y="373"/>
                    <a:pt x="2305" y="323"/>
                  </a:cubicBezTo>
                  <a:cubicBezTo>
                    <a:pt x="2280" y="262"/>
                    <a:pt x="2231" y="212"/>
                    <a:pt x="2157" y="212"/>
                  </a:cubicBezTo>
                  <a:cubicBezTo>
                    <a:pt x="2034" y="212"/>
                    <a:pt x="1911" y="188"/>
                    <a:pt x="1787" y="151"/>
                  </a:cubicBezTo>
                  <a:cubicBezTo>
                    <a:pt x="1717" y="115"/>
                    <a:pt x="1659" y="87"/>
                    <a:pt x="1618" y="87"/>
                  </a:cubicBezTo>
                  <a:cubicBezTo>
                    <a:pt x="1602" y="87"/>
                    <a:pt x="1588" y="91"/>
                    <a:pt x="1578" y="102"/>
                  </a:cubicBezTo>
                  <a:cubicBezTo>
                    <a:pt x="1541" y="126"/>
                    <a:pt x="1504" y="175"/>
                    <a:pt x="1455" y="188"/>
                  </a:cubicBezTo>
                  <a:cubicBezTo>
                    <a:pt x="1425" y="195"/>
                    <a:pt x="1395" y="207"/>
                    <a:pt x="1376" y="207"/>
                  </a:cubicBezTo>
                  <a:cubicBezTo>
                    <a:pt x="1364" y="207"/>
                    <a:pt x="1356" y="202"/>
                    <a:pt x="1356" y="188"/>
                  </a:cubicBezTo>
                  <a:cubicBezTo>
                    <a:pt x="1356" y="163"/>
                    <a:pt x="1418" y="102"/>
                    <a:pt x="1393" y="65"/>
                  </a:cubicBezTo>
                  <a:cubicBezTo>
                    <a:pt x="1375" y="38"/>
                    <a:pt x="1351" y="18"/>
                    <a:pt x="1325" y="18"/>
                  </a:cubicBezTo>
                  <a:cubicBezTo>
                    <a:pt x="1315" y="18"/>
                    <a:pt x="1305" y="21"/>
                    <a:pt x="1295" y="28"/>
                  </a:cubicBezTo>
                  <a:cubicBezTo>
                    <a:pt x="1258" y="52"/>
                    <a:pt x="1122" y="28"/>
                    <a:pt x="1159" y="77"/>
                  </a:cubicBezTo>
                  <a:cubicBezTo>
                    <a:pt x="1196" y="114"/>
                    <a:pt x="1233" y="126"/>
                    <a:pt x="1196" y="175"/>
                  </a:cubicBezTo>
                  <a:cubicBezTo>
                    <a:pt x="1174" y="218"/>
                    <a:pt x="1200" y="318"/>
                    <a:pt x="1174" y="318"/>
                  </a:cubicBezTo>
                  <a:cubicBezTo>
                    <a:pt x="1170" y="318"/>
                    <a:pt x="1165" y="316"/>
                    <a:pt x="1159" y="311"/>
                  </a:cubicBezTo>
                  <a:cubicBezTo>
                    <a:pt x="1110" y="286"/>
                    <a:pt x="1073" y="249"/>
                    <a:pt x="1048" y="200"/>
                  </a:cubicBezTo>
                  <a:cubicBezTo>
                    <a:pt x="1048" y="188"/>
                    <a:pt x="1011" y="151"/>
                    <a:pt x="986" y="151"/>
                  </a:cubicBezTo>
                  <a:cubicBezTo>
                    <a:pt x="959" y="151"/>
                    <a:pt x="896" y="172"/>
                    <a:pt x="851" y="172"/>
                  </a:cubicBezTo>
                  <a:cubicBezTo>
                    <a:pt x="836" y="172"/>
                    <a:pt x="823" y="169"/>
                    <a:pt x="814" y="163"/>
                  </a:cubicBezTo>
                  <a:cubicBezTo>
                    <a:pt x="728" y="102"/>
                    <a:pt x="641" y="40"/>
                    <a:pt x="531" y="3"/>
                  </a:cubicBezTo>
                  <a:cubicBezTo>
                    <a:pt x="524" y="1"/>
                    <a:pt x="517" y="0"/>
                    <a:pt x="51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2" name="Google Shape;7918;p67">
              <a:extLst>
                <a:ext uri="{FF2B5EF4-FFF2-40B4-BE49-F238E27FC236}">
                  <a16:creationId xmlns:a16="http://schemas.microsoft.com/office/drawing/2014/main" id="{C163FD9E-C670-7682-DD01-0536AA6BFE33}"/>
                </a:ext>
              </a:extLst>
            </p:cNvPr>
            <p:cNvSpPr/>
            <p:nvPr/>
          </p:nvSpPr>
          <p:spPr>
            <a:xfrm>
              <a:off x="3579300" y="4317650"/>
              <a:ext cx="9900" cy="9125"/>
            </a:xfrm>
            <a:custGeom>
              <a:avLst/>
              <a:gdLst/>
              <a:ahLst/>
              <a:cxnLst/>
              <a:rect l="l" t="t" r="r" b="b"/>
              <a:pathLst>
                <a:path w="396" h="365" extrusionOk="0">
                  <a:moveTo>
                    <a:pt x="39" y="0"/>
                  </a:moveTo>
                  <a:cubicBezTo>
                    <a:pt x="13" y="0"/>
                    <a:pt x="0" y="23"/>
                    <a:pt x="17" y="41"/>
                  </a:cubicBezTo>
                  <a:cubicBezTo>
                    <a:pt x="42" y="65"/>
                    <a:pt x="104" y="151"/>
                    <a:pt x="140" y="201"/>
                  </a:cubicBezTo>
                  <a:cubicBezTo>
                    <a:pt x="190" y="262"/>
                    <a:pt x="239" y="299"/>
                    <a:pt x="301" y="336"/>
                  </a:cubicBezTo>
                  <a:cubicBezTo>
                    <a:pt x="322" y="350"/>
                    <a:pt x="360" y="365"/>
                    <a:pt x="378" y="365"/>
                  </a:cubicBezTo>
                  <a:cubicBezTo>
                    <a:pt x="392" y="365"/>
                    <a:pt x="395" y="357"/>
                    <a:pt x="375" y="336"/>
                  </a:cubicBezTo>
                  <a:cubicBezTo>
                    <a:pt x="301" y="275"/>
                    <a:pt x="239" y="213"/>
                    <a:pt x="177" y="139"/>
                  </a:cubicBezTo>
                  <a:cubicBezTo>
                    <a:pt x="165" y="90"/>
                    <a:pt x="128" y="41"/>
                    <a:pt x="79" y="16"/>
                  </a:cubicBezTo>
                  <a:cubicBezTo>
                    <a:pt x="64" y="5"/>
                    <a:pt x="50" y="0"/>
                    <a:pt x="3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3" name="Google Shape;7919;p67">
              <a:extLst>
                <a:ext uri="{FF2B5EF4-FFF2-40B4-BE49-F238E27FC236}">
                  <a16:creationId xmlns:a16="http://schemas.microsoft.com/office/drawing/2014/main" id="{6B0CA700-ED88-F02D-0BF2-B72528E62972}"/>
                </a:ext>
              </a:extLst>
            </p:cNvPr>
            <p:cNvSpPr/>
            <p:nvPr/>
          </p:nvSpPr>
          <p:spPr>
            <a:xfrm>
              <a:off x="3832625" y="4430150"/>
              <a:ext cx="950" cy="25"/>
            </a:xfrm>
            <a:custGeom>
              <a:avLst/>
              <a:gdLst/>
              <a:ahLst/>
              <a:cxnLst/>
              <a:rect l="l" t="t" r="r" b="b"/>
              <a:pathLst>
                <a:path w="38" h="1" extrusionOk="0">
                  <a:moveTo>
                    <a:pt x="37" y="1"/>
                  </a:moveTo>
                  <a:lnTo>
                    <a:pt x="37" y="1"/>
                  </a:lnTo>
                  <a:cubicBezTo>
                    <a:pt x="0" y="1"/>
                    <a:pt x="12" y="1"/>
                    <a:pt x="3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4" name="Google Shape;7920;p67">
              <a:extLst>
                <a:ext uri="{FF2B5EF4-FFF2-40B4-BE49-F238E27FC236}">
                  <a16:creationId xmlns:a16="http://schemas.microsoft.com/office/drawing/2014/main" id="{EF43553D-A0B2-30E2-E4D5-8FFDE19E410D}"/>
                </a:ext>
              </a:extLst>
            </p:cNvPr>
            <p:cNvSpPr/>
            <p:nvPr/>
          </p:nvSpPr>
          <p:spPr>
            <a:xfrm>
              <a:off x="3821225" y="4347250"/>
              <a:ext cx="106600" cy="86250"/>
            </a:xfrm>
            <a:custGeom>
              <a:avLst/>
              <a:gdLst/>
              <a:ahLst/>
              <a:cxnLst/>
              <a:rect l="l" t="t" r="r" b="b"/>
              <a:pathLst>
                <a:path w="4264" h="3450" extrusionOk="0">
                  <a:moveTo>
                    <a:pt x="3842" y="1"/>
                  </a:moveTo>
                  <a:cubicBezTo>
                    <a:pt x="3818" y="1"/>
                    <a:pt x="3795" y="4"/>
                    <a:pt x="3771" y="15"/>
                  </a:cubicBezTo>
                  <a:cubicBezTo>
                    <a:pt x="3684" y="52"/>
                    <a:pt x="3598" y="101"/>
                    <a:pt x="3512" y="150"/>
                  </a:cubicBezTo>
                  <a:cubicBezTo>
                    <a:pt x="3463" y="187"/>
                    <a:pt x="3500" y="200"/>
                    <a:pt x="3512" y="200"/>
                  </a:cubicBezTo>
                  <a:cubicBezTo>
                    <a:pt x="3536" y="200"/>
                    <a:pt x="3536" y="200"/>
                    <a:pt x="3463" y="224"/>
                  </a:cubicBezTo>
                  <a:cubicBezTo>
                    <a:pt x="3401" y="237"/>
                    <a:pt x="3241" y="286"/>
                    <a:pt x="3142" y="310"/>
                  </a:cubicBezTo>
                  <a:cubicBezTo>
                    <a:pt x="2982" y="372"/>
                    <a:pt x="2822" y="409"/>
                    <a:pt x="2662" y="434"/>
                  </a:cubicBezTo>
                  <a:cubicBezTo>
                    <a:pt x="2551" y="409"/>
                    <a:pt x="2378" y="384"/>
                    <a:pt x="2354" y="384"/>
                  </a:cubicBezTo>
                  <a:cubicBezTo>
                    <a:pt x="2317" y="384"/>
                    <a:pt x="2169" y="471"/>
                    <a:pt x="2230" y="471"/>
                  </a:cubicBezTo>
                  <a:cubicBezTo>
                    <a:pt x="2304" y="483"/>
                    <a:pt x="2329" y="495"/>
                    <a:pt x="2230" y="495"/>
                  </a:cubicBezTo>
                  <a:cubicBezTo>
                    <a:pt x="2132" y="495"/>
                    <a:pt x="2169" y="582"/>
                    <a:pt x="2058" y="582"/>
                  </a:cubicBezTo>
                  <a:cubicBezTo>
                    <a:pt x="1976" y="582"/>
                    <a:pt x="1943" y="593"/>
                    <a:pt x="1919" y="593"/>
                  </a:cubicBezTo>
                  <a:cubicBezTo>
                    <a:pt x="1907" y="593"/>
                    <a:pt x="1898" y="590"/>
                    <a:pt x="1885" y="582"/>
                  </a:cubicBezTo>
                  <a:cubicBezTo>
                    <a:pt x="1868" y="570"/>
                    <a:pt x="1862" y="561"/>
                    <a:pt x="1852" y="561"/>
                  </a:cubicBezTo>
                  <a:cubicBezTo>
                    <a:pt x="1841" y="561"/>
                    <a:pt x="1827" y="573"/>
                    <a:pt x="1787" y="606"/>
                  </a:cubicBezTo>
                  <a:cubicBezTo>
                    <a:pt x="1725" y="668"/>
                    <a:pt x="1738" y="754"/>
                    <a:pt x="1639" y="754"/>
                  </a:cubicBezTo>
                  <a:cubicBezTo>
                    <a:pt x="1595" y="754"/>
                    <a:pt x="1566" y="749"/>
                    <a:pt x="1544" y="749"/>
                  </a:cubicBezTo>
                  <a:cubicBezTo>
                    <a:pt x="1516" y="749"/>
                    <a:pt x="1499" y="757"/>
                    <a:pt x="1479" y="791"/>
                  </a:cubicBezTo>
                  <a:cubicBezTo>
                    <a:pt x="1454" y="853"/>
                    <a:pt x="1454" y="902"/>
                    <a:pt x="1393" y="902"/>
                  </a:cubicBezTo>
                  <a:cubicBezTo>
                    <a:pt x="1375" y="902"/>
                    <a:pt x="1360" y="901"/>
                    <a:pt x="1348" y="901"/>
                  </a:cubicBezTo>
                  <a:cubicBezTo>
                    <a:pt x="1317" y="901"/>
                    <a:pt x="1299" y="907"/>
                    <a:pt x="1282" y="951"/>
                  </a:cubicBezTo>
                  <a:cubicBezTo>
                    <a:pt x="1257" y="1025"/>
                    <a:pt x="1282" y="1050"/>
                    <a:pt x="1220" y="1050"/>
                  </a:cubicBezTo>
                  <a:cubicBezTo>
                    <a:pt x="1171" y="1050"/>
                    <a:pt x="1137" y="1002"/>
                    <a:pt x="1113" y="1002"/>
                  </a:cubicBezTo>
                  <a:cubicBezTo>
                    <a:pt x="1107" y="1002"/>
                    <a:pt x="1102" y="1005"/>
                    <a:pt x="1097" y="1013"/>
                  </a:cubicBezTo>
                  <a:cubicBezTo>
                    <a:pt x="1072" y="1050"/>
                    <a:pt x="1097" y="1099"/>
                    <a:pt x="1134" y="1099"/>
                  </a:cubicBezTo>
                  <a:cubicBezTo>
                    <a:pt x="1171" y="1099"/>
                    <a:pt x="1306" y="1099"/>
                    <a:pt x="1232" y="1124"/>
                  </a:cubicBezTo>
                  <a:cubicBezTo>
                    <a:pt x="1158" y="1148"/>
                    <a:pt x="1023" y="1222"/>
                    <a:pt x="1097" y="1222"/>
                  </a:cubicBezTo>
                  <a:cubicBezTo>
                    <a:pt x="1171" y="1222"/>
                    <a:pt x="1368" y="1272"/>
                    <a:pt x="1306" y="1272"/>
                  </a:cubicBezTo>
                  <a:cubicBezTo>
                    <a:pt x="1208" y="1272"/>
                    <a:pt x="1109" y="1284"/>
                    <a:pt x="1011" y="1309"/>
                  </a:cubicBezTo>
                  <a:cubicBezTo>
                    <a:pt x="986" y="1321"/>
                    <a:pt x="1011" y="1345"/>
                    <a:pt x="1048" y="1358"/>
                  </a:cubicBezTo>
                  <a:cubicBezTo>
                    <a:pt x="1085" y="1370"/>
                    <a:pt x="1109" y="1382"/>
                    <a:pt x="1048" y="1382"/>
                  </a:cubicBezTo>
                  <a:cubicBezTo>
                    <a:pt x="986" y="1382"/>
                    <a:pt x="900" y="1444"/>
                    <a:pt x="949" y="1469"/>
                  </a:cubicBezTo>
                  <a:cubicBezTo>
                    <a:pt x="1011" y="1506"/>
                    <a:pt x="1023" y="1518"/>
                    <a:pt x="949" y="1518"/>
                  </a:cubicBezTo>
                  <a:cubicBezTo>
                    <a:pt x="887" y="1518"/>
                    <a:pt x="838" y="1543"/>
                    <a:pt x="924" y="1567"/>
                  </a:cubicBezTo>
                  <a:cubicBezTo>
                    <a:pt x="998" y="1580"/>
                    <a:pt x="1035" y="1580"/>
                    <a:pt x="924" y="1580"/>
                  </a:cubicBezTo>
                  <a:cubicBezTo>
                    <a:pt x="813" y="1592"/>
                    <a:pt x="813" y="1617"/>
                    <a:pt x="776" y="1666"/>
                  </a:cubicBezTo>
                  <a:cubicBezTo>
                    <a:pt x="740" y="1715"/>
                    <a:pt x="715" y="1690"/>
                    <a:pt x="666" y="1715"/>
                  </a:cubicBezTo>
                  <a:cubicBezTo>
                    <a:pt x="604" y="1752"/>
                    <a:pt x="579" y="1801"/>
                    <a:pt x="616" y="1814"/>
                  </a:cubicBezTo>
                  <a:cubicBezTo>
                    <a:pt x="647" y="1820"/>
                    <a:pt x="678" y="1823"/>
                    <a:pt x="709" y="1823"/>
                  </a:cubicBezTo>
                  <a:cubicBezTo>
                    <a:pt x="740" y="1823"/>
                    <a:pt x="770" y="1820"/>
                    <a:pt x="801" y="1814"/>
                  </a:cubicBezTo>
                  <a:cubicBezTo>
                    <a:pt x="887" y="1814"/>
                    <a:pt x="961" y="1851"/>
                    <a:pt x="875" y="1851"/>
                  </a:cubicBezTo>
                  <a:cubicBezTo>
                    <a:pt x="789" y="1851"/>
                    <a:pt x="752" y="1851"/>
                    <a:pt x="715" y="1912"/>
                  </a:cubicBezTo>
                  <a:cubicBezTo>
                    <a:pt x="678" y="1974"/>
                    <a:pt x="727" y="1986"/>
                    <a:pt x="690" y="2023"/>
                  </a:cubicBezTo>
                  <a:cubicBezTo>
                    <a:pt x="673" y="2036"/>
                    <a:pt x="665" y="2040"/>
                    <a:pt x="658" y="2040"/>
                  </a:cubicBezTo>
                  <a:cubicBezTo>
                    <a:pt x="649" y="2040"/>
                    <a:pt x="643" y="2033"/>
                    <a:pt x="620" y="2033"/>
                  </a:cubicBezTo>
                  <a:cubicBezTo>
                    <a:pt x="612" y="2033"/>
                    <a:pt x="603" y="2034"/>
                    <a:pt x="592" y="2035"/>
                  </a:cubicBezTo>
                  <a:cubicBezTo>
                    <a:pt x="505" y="2048"/>
                    <a:pt x="407" y="2085"/>
                    <a:pt x="419" y="2134"/>
                  </a:cubicBezTo>
                  <a:cubicBezTo>
                    <a:pt x="431" y="2183"/>
                    <a:pt x="468" y="2220"/>
                    <a:pt x="419" y="2220"/>
                  </a:cubicBezTo>
                  <a:cubicBezTo>
                    <a:pt x="358" y="2220"/>
                    <a:pt x="296" y="2245"/>
                    <a:pt x="247" y="2282"/>
                  </a:cubicBezTo>
                  <a:cubicBezTo>
                    <a:pt x="234" y="2307"/>
                    <a:pt x="210" y="2319"/>
                    <a:pt x="271" y="2344"/>
                  </a:cubicBezTo>
                  <a:cubicBezTo>
                    <a:pt x="283" y="2348"/>
                    <a:pt x="294" y="2350"/>
                    <a:pt x="304" y="2350"/>
                  </a:cubicBezTo>
                  <a:cubicBezTo>
                    <a:pt x="326" y="2350"/>
                    <a:pt x="344" y="2343"/>
                    <a:pt x="355" y="2343"/>
                  </a:cubicBezTo>
                  <a:cubicBezTo>
                    <a:pt x="365" y="2343"/>
                    <a:pt x="368" y="2350"/>
                    <a:pt x="358" y="2380"/>
                  </a:cubicBezTo>
                  <a:cubicBezTo>
                    <a:pt x="333" y="2454"/>
                    <a:pt x="296" y="2454"/>
                    <a:pt x="296" y="2504"/>
                  </a:cubicBezTo>
                  <a:cubicBezTo>
                    <a:pt x="308" y="2541"/>
                    <a:pt x="284" y="2578"/>
                    <a:pt x="259" y="2590"/>
                  </a:cubicBezTo>
                  <a:cubicBezTo>
                    <a:pt x="222" y="2627"/>
                    <a:pt x="259" y="2639"/>
                    <a:pt x="160" y="2639"/>
                  </a:cubicBezTo>
                  <a:cubicBezTo>
                    <a:pt x="154" y="2638"/>
                    <a:pt x="148" y="2637"/>
                    <a:pt x="141" y="2637"/>
                  </a:cubicBezTo>
                  <a:cubicBezTo>
                    <a:pt x="84" y="2637"/>
                    <a:pt x="24" y="2684"/>
                    <a:pt x="13" y="2750"/>
                  </a:cubicBezTo>
                  <a:cubicBezTo>
                    <a:pt x="0" y="2812"/>
                    <a:pt x="13" y="2984"/>
                    <a:pt x="99" y="2984"/>
                  </a:cubicBezTo>
                  <a:cubicBezTo>
                    <a:pt x="149" y="2976"/>
                    <a:pt x="183" y="2956"/>
                    <a:pt x="218" y="2956"/>
                  </a:cubicBezTo>
                  <a:cubicBezTo>
                    <a:pt x="235" y="2956"/>
                    <a:pt x="252" y="2960"/>
                    <a:pt x="271" y="2972"/>
                  </a:cubicBezTo>
                  <a:cubicBezTo>
                    <a:pt x="333" y="2997"/>
                    <a:pt x="284" y="3009"/>
                    <a:pt x="358" y="3009"/>
                  </a:cubicBezTo>
                  <a:cubicBezTo>
                    <a:pt x="444" y="3009"/>
                    <a:pt x="444" y="2972"/>
                    <a:pt x="444" y="2972"/>
                  </a:cubicBezTo>
                  <a:lnTo>
                    <a:pt x="468" y="3009"/>
                  </a:lnTo>
                  <a:cubicBezTo>
                    <a:pt x="486" y="3027"/>
                    <a:pt x="511" y="3038"/>
                    <a:pt x="538" y="3038"/>
                  </a:cubicBezTo>
                  <a:cubicBezTo>
                    <a:pt x="547" y="3038"/>
                    <a:pt x="557" y="3037"/>
                    <a:pt x="567" y="3034"/>
                  </a:cubicBezTo>
                  <a:cubicBezTo>
                    <a:pt x="592" y="3034"/>
                    <a:pt x="555" y="3058"/>
                    <a:pt x="542" y="3070"/>
                  </a:cubicBezTo>
                  <a:cubicBezTo>
                    <a:pt x="518" y="3083"/>
                    <a:pt x="493" y="3107"/>
                    <a:pt x="579" y="3107"/>
                  </a:cubicBezTo>
                  <a:cubicBezTo>
                    <a:pt x="653" y="3107"/>
                    <a:pt x="579" y="3157"/>
                    <a:pt x="542" y="3157"/>
                  </a:cubicBezTo>
                  <a:cubicBezTo>
                    <a:pt x="518" y="3169"/>
                    <a:pt x="518" y="3218"/>
                    <a:pt x="518" y="3255"/>
                  </a:cubicBezTo>
                  <a:cubicBezTo>
                    <a:pt x="518" y="3292"/>
                    <a:pt x="518" y="3317"/>
                    <a:pt x="493" y="3317"/>
                  </a:cubicBezTo>
                  <a:lnTo>
                    <a:pt x="579" y="3342"/>
                  </a:lnTo>
                  <a:cubicBezTo>
                    <a:pt x="666" y="3366"/>
                    <a:pt x="764" y="3391"/>
                    <a:pt x="850" y="3428"/>
                  </a:cubicBezTo>
                  <a:cubicBezTo>
                    <a:pt x="875" y="3440"/>
                    <a:pt x="883" y="3444"/>
                    <a:pt x="887" y="3444"/>
                  </a:cubicBezTo>
                  <a:cubicBezTo>
                    <a:pt x="894" y="3444"/>
                    <a:pt x="883" y="3428"/>
                    <a:pt x="949" y="3428"/>
                  </a:cubicBezTo>
                  <a:cubicBezTo>
                    <a:pt x="1048" y="3415"/>
                    <a:pt x="1183" y="3403"/>
                    <a:pt x="1232" y="3403"/>
                  </a:cubicBezTo>
                  <a:cubicBezTo>
                    <a:pt x="1282" y="3403"/>
                    <a:pt x="1282" y="3403"/>
                    <a:pt x="1343" y="3428"/>
                  </a:cubicBezTo>
                  <a:cubicBezTo>
                    <a:pt x="1372" y="3442"/>
                    <a:pt x="1398" y="3449"/>
                    <a:pt x="1416" y="3449"/>
                  </a:cubicBezTo>
                  <a:cubicBezTo>
                    <a:pt x="1445" y="3449"/>
                    <a:pt x="1457" y="3433"/>
                    <a:pt x="1442" y="3403"/>
                  </a:cubicBezTo>
                  <a:cubicBezTo>
                    <a:pt x="1430" y="3366"/>
                    <a:pt x="1393" y="3354"/>
                    <a:pt x="1319" y="3292"/>
                  </a:cubicBezTo>
                  <a:cubicBezTo>
                    <a:pt x="1183" y="3169"/>
                    <a:pt x="1072" y="3009"/>
                    <a:pt x="998" y="2824"/>
                  </a:cubicBezTo>
                  <a:cubicBezTo>
                    <a:pt x="998" y="2738"/>
                    <a:pt x="986" y="2713"/>
                    <a:pt x="986" y="2676"/>
                  </a:cubicBezTo>
                  <a:cubicBezTo>
                    <a:pt x="974" y="2615"/>
                    <a:pt x="961" y="2565"/>
                    <a:pt x="924" y="2528"/>
                  </a:cubicBezTo>
                  <a:cubicBezTo>
                    <a:pt x="887" y="2479"/>
                    <a:pt x="900" y="2479"/>
                    <a:pt x="924" y="2454"/>
                  </a:cubicBezTo>
                  <a:cubicBezTo>
                    <a:pt x="961" y="2430"/>
                    <a:pt x="1048" y="2380"/>
                    <a:pt x="1011" y="2368"/>
                  </a:cubicBezTo>
                  <a:cubicBezTo>
                    <a:pt x="974" y="2344"/>
                    <a:pt x="974" y="2307"/>
                    <a:pt x="1060" y="2294"/>
                  </a:cubicBezTo>
                  <a:cubicBezTo>
                    <a:pt x="1134" y="2282"/>
                    <a:pt x="1208" y="2294"/>
                    <a:pt x="1146" y="2245"/>
                  </a:cubicBezTo>
                  <a:cubicBezTo>
                    <a:pt x="1085" y="2196"/>
                    <a:pt x="1023" y="2208"/>
                    <a:pt x="1085" y="2171"/>
                  </a:cubicBezTo>
                  <a:cubicBezTo>
                    <a:pt x="1158" y="2134"/>
                    <a:pt x="1356" y="2146"/>
                    <a:pt x="1245" y="2097"/>
                  </a:cubicBezTo>
                  <a:cubicBezTo>
                    <a:pt x="1183" y="2060"/>
                    <a:pt x="1121" y="2035"/>
                    <a:pt x="1048" y="2023"/>
                  </a:cubicBezTo>
                  <a:cubicBezTo>
                    <a:pt x="1011" y="2014"/>
                    <a:pt x="1015" y="1985"/>
                    <a:pt x="1054" y="1985"/>
                  </a:cubicBezTo>
                  <a:cubicBezTo>
                    <a:pt x="1068" y="1985"/>
                    <a:pt x="1086" y="1989"/>
                    <a:pt x="1109" y="1999"/>
                  </a:cubicBezTo>
                  <a:cubicBezTo>
                    <a:pt x="1157" y="2019"/>
                    <a:pt x="1185" y="2028"/>
                    <a:pt x="1214" y="2028"/>
                  </a:cubicBezTo>
                  <a:cubicBezTo>
                    <a:pt x="1237" y="2028"/>
                    <a:pt x="1261" y="2022"/>
                    <a:pt x="1294" y="2011"/>
                  </a:cubicBezTo>
                  <a:cubicBezTo>
                    <a:pt x="1305" y="2006"/>
                    <a:pt x="1317" y="2005"/>
                    <a:pt x="1329" y="2005"/>
                  </a:cubicBezTo>
                  <a:cubicBezTo>
                    <a:pt x="1359" y="2005"/>
                    <a:pt x="1388" y="2015"/>
                    <a:pt x="1401" y="2015"/>
                  </a:cubicBezTo>
                  <a:cubicBezTo>
                    <a:pt x="1410" y="2015"/>
                    <a:pt x="1410" y="2008"/>
                    <a:pt x="1393" y="1986"/>
                  </a:cubicBezTo>
                  <a:cubicBezTo>
                    <a:pt x="1359" y="1919"/>
                    <a:pt x="1294" y="1861"/>
                    <a:pt x="1330" y="1861"/>
                  </a:cubicBezTo>
                  <a:cubicBezTo>
                    <a:pt x="1334" y="1861"/>
                    <a:pt x="1338" y="1862"/>
                    <a:pt x="1343" y="1863"/>
                  </a:cubicBezTo>
                  <a:cubicBezTo>
                    <a:pt x="1403" y="1873"/>
                    <a:pt x="1454" y="1907"/>
                    <a:pt x="1472" y="1907"/>
                  </a:cubicBezTo>
                  <a:cubicBezTo>
                    <a:pt x="1476" y="1907"/>
                    <a:pt x="1479" y="1905"/>
                    <a:pt x="1479" y="1900"/>
                  </a:cubicBezTo>
                  <a:cubicBezTo>
                    <a:pt x="1479" y="1863"/>
                    <a:pt x="1553" y="1838"/>
                    <a:pt x="1442" y="1801"/>
                  </a:cubicBezTo>
                  <a:cubicBezTo>
                    <a:pt x="1343" y="1764"/>
                    <a:pt x="1245" y="1727"/>
                    <a:pt x="1331" y="1727"/>
                  </a:cubicBezTo>
                  <a:cubicBezTo>
                    <a:pt x="1407" y="1737"/>
                    <a:pt x="1491" y="1776"/>
                    <a:pt x="1531" y="1776"/>
                  </a:cubicBezTo>
                  <a:cubicBezTo>
                    <a:pt x="1542" y="1776"/>
                    <a:pt x="1550" y="1773"/>
                    <a:pt x="1553" y="1764"/>
                  </a:cubicBezTo>
                  <a:cubicBezTo>
                    <a:pt x="1577" y="1727"/>
                    <a:pt x="1602" y="1727"/>
                    <a:pt x="1540" y="1666"/>
                  </a:cubicBezTo>
                  <a:cubicBezTo>
                    <a:pt x="1484" y="1619"/>
                    <a:pt x="1464" y="1579"/>
                    <a:pt x="1484" y="1579"/>
                  </a:cubicBezTo>
                  <a:cubicBezTo>
                    <a:pt x="1491" y="1579"/>
                    <a:pt x="1501" y="1583"/>
                    <a:pt x="1516" y="1592"/>
                  </a:cubicBezTo>
                  <a:cubicBezTo>
                    <a:pt x="1536" y="1604"/>
                    <a:pt x="1558" y="1609"/>
                    <a:pt x="1581" y="1609"/>
                  </a:cubicBezTo>
                  <a:cubicBezTo>
                    <a:pt x="1629" y="1609"/>
                    <a:pt x="1679" y="1584"/>
                    <a:pt x="1713" y="1543"/>
                  </a:cubicBezTo>
                  <a:cubicBezTo>
                    <a:pt x="1725" y="1481"/>
                    <a:pt x="1848" y="1506"/>
                    <a:pt x="1787" y="1456"/>
                  </a:cubicBezTo>
                  <a:cubicBezTo>
                    <a:pt x="1725" y="1407"/>
                    <a:pt x="1639" y="1419"/>
                    <a:pt x="1725" y="1407"/>
                  </a:cubicBezTo>
                  <a:cubicBezTo>
                    <a:pt x="1824" y="1407"/>
                    <a:pt x="1910" y="1358"/>
                    <a:pt x="1898" y="1309"/>
                  </a:cubicBezTo>
                  <a:cubicBezTo>
                    <a:pt x="1898" y="1270"/>
                    <a:pt x="1903" y="1251"/>
                    <a:pt x="1915" y="1251"/>
                  </a:cubicBezTo>
                  <a:cubicBezTo>
                    <a:pt x="1923" y="1251"/>
                    <a:pt x="1933" y="1258"/>
                    <a:pt x="1947" y="1272"/>
                  </a:cubicBezTo>
                  <a:cubicBezTo>
                    <a:pt x="1974" y="1290"/>
                    <a:pt x="2007" y="1327"/>
                    <a:pt x="2024" y="1327"/>
                  </a:cubicBezTo>
                  <a:cubicBezTo>
                    <a:pt x="2030" y="1327"/>
                    <a:pt x="2033" y="1322"/>
                    <a:pt x="2033" y="1309"/>
                  </a:cubicBezTo>
                  <a:cubicBezTo>
                    <a:pt x="2021" y="1247"/>
                    <a:pt x="1947" y="1222"/>
                    <a:pt x="2021" y="1222"/>
                  </a:cubicBezTo>
                  <a:cubicBezTo>
                    <a:pt x="2095" y="1222"/>
                    <a:pt x="2181" y="1222"/>
                    <a:pt x="2193" y="1185"/>
                  </a:cubicBezTo>
                  <a:cubicBezTo>
                    <a:pt x="2218" y="1148"/>
                    <a:pt x="2206" y="1111"/>
                    <a:pt x="2169" y="1111"/>
                  </a:cubicBezTo>
                  <a:cubicBezTo>
                    <a:pt x="2120" y="1099"/>
                    <a:pt x="2120" y="1111"/>
                    <a:pt x="2193" y="1062"/>
                  </a:cubicBezTo>
                  <a:cubicBezTo>
                    <a:pt x="2292" y="1000"/>
                    <a:pt x="2391" y="939"/>
                    <a:pt x="2501" y="890"/>
                  </a:cubicBezTo>
                  <a:cubicBezTo>
                    <a:pt x="2625" y="840"/>
                    <a:pt x="2994" y="742"/>
                    <a:pt x="3105" y="692"/>
                  </a:cubicBezTo>
                  <a:cubicBezTo>
                    <a:pt x="3216" y="631"/>
                    <a:pt x="3771" y="495"/>
                    <a:pt x="3931" y="409"/>
                  </a:cubicBezTo>
                  <a:cubicBezTo>
                    <a:pt x="4079" y="323"/>
                    <a:pt x="4263" y="175"/>
                    <a:pt x="4239" y="126"/>
                  </a:cubicBezTo>
                  <a:cubicBezTo>
                    <a:pt x="4206" y="50"/>
                    <a:pt x="4136" y="12"/>
                    <a:pt x="4062" y="12"/>
                  </a:cubicBezTo>
                  <a:cubicBezTo>
                    <a:pt x="4051" y="12"/>
                    <a:pt x="4040" y="13"/>
                    <a:pt x="4029" y="15"/>
                  </a:cubicBezTo>
                  <a:cubicBezTo>
                    <a:pt x="4018" y="16"/>
                    <a:pt x="4007" y="17"/>
                    <a:pt x="3996" y="17"/>
                  </a:cubicBezTo>
                  <a:cubicBezTo>
                    <a:pt x="3940" y="17"/>
                    <a:pt x="3891" y="1"/>
                    <a:pt x="384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5" name="Google Shape;7921;p67">
              <a:extLst>
                <a:ext uri="{FF2B5EF4-FFF2-40B4-BE49-F238E27FC236}">
                  <a16:creationId xmlns:a16="http://schemas.microsoft.com/office/drawing/2014/main" id="{C54C7B45-D3E1-40FA-6AAE-90CD7599EC9F}"/>
                </a:ext>
              </a:extLst>
            </p:cNvPr>
            <p:cNvSpPr/>
            <p:nvPr/>
          </p:nvSpPr>
          <p:spPr>
            <a:xfrm>
              <a:off x="4097525" y="4309975"/>
              <a:ext cx="36675" cy="21750"/>
            </a:xfrm>
            <a:custGeom>
              <a:avLst/>
              <a:gdLst/>
              <a:ahLst/>
              <a:cxnLst/>
              <a:rect l="l" t="t" r="r" b="b"/>
              <a:pathLst>
                <a:path w="1467" h="870" extrusionOk="0">
                  <a:moveTo>
                    <a:pt x="757" y="0"/>
                  </a:moveTo>
                  <a:cubicBezTo>
                    <a:pt x="751" y="0"/>
                    <a:pt x="745" y="1"/>
                    <a:pt x="740" y="3"/>
                  </a:cubicBezTo>
                  <a:cubicBezTo>
                    <a:pt x="703" y="3"/>
                    <a:pt x="691" y="27"/>
                    <a:pt x="703" y="64"/>
                  </a:cubicBezTo>
                  <a:cubicBezTo>
                    <a:pt x="712" y="82"/>
                    <a:pt x="727" y="120"/>
                    <a:pt x="711" y="120"/>
                  </a:cubicBezTo>
                  <a:cubicBezTo>
                    <a:pt x="705" y="120"/>
                    <a:pt x="695" y="114"/>
                    <a:pt x="678" y="101"/>
                  </a:cubicBezTo>
                  <a:cubicBezTo>
                    <a:pt x="642" y="65"/>
                    <a:pt x="619" y="42"/>
                    <a:pt x="590" y="42"/>
                  </a:cubicBezTo>
                  <a:cubicBezTo>
                    <a:pt x="580" y="42"/>
                    <a:pt x="568" y="45"/>
                    <a:pt x="555" y="52"/>
                  </a:cubicBezTo>
                  <a:cubicBezTo>
                    <a:pt x="530" y="64"/>
                    <a:pt x="493" y="89"/>
                    <a:pt x="469" y="113"/>
                  </a:cubicBezTo>
                  <a:cubicBezTo>
                    <a:pt x="444" y="150"/>
                    <a:pt x="370" y="187"/>
                    <a:pt x="432" y="212"/>
                  </a:cubicBezTo>
                  <a:cubicBezTo>
                    <a:pt x="493" y="237"/>
                    <a:pt x="617" y="249"/>
                    <a:pt x="530" y="249"/>
                  </a:cubicBezTo>
                  <a:cubicBezTo>
                    <a:pt x="522" y="247"/>
                    <a:pt x="512" y="246"/>
                    <a:pt x="503" y="246"/>
                  </a:cubicBezTo>
                  <a:cubicBezTo>
                    <a:pt x="460" y="246"/>
                    <a:pt x="411" y="268"/>
                    <a:pt x="370" y="298"/>
                  </a:cubicBezTo>
                  <a:cubicBezTo>
                    <a:pt x="346" y="323"/>
                    <a:pt x="309" y="335"/>
                    <a:pt x="358" y="385"/>
                  </a:cubicBezTo>
                  <a:cubicBezTo>
                    <a:pt x="393" y="411"/>
                    <a:pt x="461" y="431"/>
                    <a:pt x="459" y="431"/>
                  </a:cubicBezTo>
                  <a:cubicBezTo>
                    <a:pt x="458" y="431"/>
                    <a:pt x="447" y="428"/>
                    <a:pt x="419" y="421"/>
                  </a:cubicBezTo>
                  <a:cubicBezTo>
                    <a:pt x="402" y="418"/>
                    <a:pt x="387" y="416"/>
                    <a:pt x="373" y="416"/>
                  </a:cubicBezTo>
                  <a:cubicBezTo>
                    <a:pt x="294" y="416"/>
                    <a:pt x="255" y="470"/>
                    <a:pt x="235" y="532"/>
                  </a:cubicBezTo>
                  <a:cubicBezTo>
                    <a:pt x="185" y="606"/>
                    <a:pt x="136" y="680"/>
                    <a:pt x="74" y="754"/>
                  </a:cubicBezTo>
                  <a:cubicBezTo>
                    <a:pt x="50" y="779"/>
                    <a:pt x="1" y="853"/>
                    <a:pt x="37" y="865"/>
                  </a:cubicBezTo>
                  <a:cubicBezTo>
                    <a:pt x="54" y="865"/>
                    <a:pt x="102" y="870"/>
                    <a:pt x="156" y="870"/>
                  </a:cubicBezTo>
                  <a:cubicBezTo>
                    <a:pt x="223" y="870"/>
                    <a:pt x="299" y="862"/>
                    <a:pt x="333" y="828"/>
                  </a:cubicBezTo>
                  <a:cubicBezTo>
                    <a:pt x="395" y="779"/>
                    <a:pt x="469" y="754"/>
                    <a:pt x="555" y="754"/>
                  </a:cubicBezTo>
                  <a:cubicBezTo>
                    <a:pt x="598" y="757"/>
                    <a:pt x="642" y="759"/>
                    <a:pt x="686" y="759"/>
                  </a:cubicBezTo>
                  <a:cubicBezTo>
                    <a:pt x="807" y="759"/>
                    <a:pt x="931" y="748"/>
                    <a:pt x="1048" y="730"/>
                  </a:cubicBezTo>
                  <a:cubicBezTo>
                    <a:pt x="1245" y="668"/>
                    <a:pt x="1405" y="680"/>
                    <a:pt x="1430" y="606"/>
                  </a:cubicBezTo>
                  <a:cubicBezTo>
                    <a:pt x="1454" y="520"/>
                    <a:pt x="1467" y="446"/>
                    <a:pt x="1417" y="385"/>
                  </a:cubicBezTo>
                  <a:cubicBezTo>
                    <a:pt x="1356" y="335"/>
                    <a:pt x="1344" y="385"/>
                    <a:pt x="1257" y="298"/>
                  </a:cubicBezTo>
                  <a:cubicBezTo>
                    <a:pt x="1178" y="219"/>
                    <a:pt x="1120" y="161"/>
                    <a:pt x="1064" y="161"/>
                  </a:cubicBezTo>
                  <a:cubicBezTo>
                    <a:pt x="1058" y="161"/>
                    <a:pt x="1053" y="162"/>
                    <a:pt x="1048" y="163"/>
                  </a:cubicBezTo>
                  <a:cubicBezTo>
                    <a:pt x="988" y="175"/>
                    <a:pt x="803" y="324"/>
                    <a:pt x="768" y="324"/>
                  </a:cubicBezTo>
                  <a:cubicBezTo>
                    <a:pt x="766" y="324"/>
                    <a:pt x="765" y="323"/>
                    <a:pt x="764" y="323"/>
                  </a:cubicBezTo>
                  <a:cubicBezTo>
                    <a:pt x="740" y="323"/>
                    <a:pt x="875" y="126"/>
                    <a:pt x="875" y="76"/>
                  </a:cubicBezTo>
                  <a:cubicBezTo>
                    <a:pt x="875" y="34"/>
                    <a:pt x="801" y="0"/>
                    <a:pt x="7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6" name="Google Shape;7922;p67">
              <a:extLst>
                <a:ext uri="{FF2B5EF4-FFF2-40B4-BE49-F238E27FC236}">
                  <a16:creationId xmlns:a16="http://schemas.microsoft.com/office/drawing/2014/main" id="{392916C3-B573-133F-C2A2-9D918C0B0DB9}"/>
                </a:ext>
              </a:extLst>
            </p:cNvPr>
            <p:cNvSpPr/>
            <p:nvPr/>
          </p:nvSpPr>
          <p:spPr>
            <a:xfrm>
              <a:off x="4065175" y="4298200"/>
              <a:ext cx="37300" cy="21250"/>
            </a:xfrm>
            <a:custGeom>
              <a:avLst/>
              <a:gdLst/>
              <a:ahLst/>
              <a:cxnLst/>
              <a:rect l="l" t="t" r="r" b="b"/>
              <a:pathLst>
                <a:path w="1492" h="850" extrusionOk="0">
                  <a:moveTo>
                    <a:pt x="823" y="1"/>
                  </a:moveTo>
                  <a:cubicBezTo>
                    <a:pt x="808" y="1"/>
                    <a:pt x="792" y="2"/>
                    <a:pt x="777" y="5"/>
                  </a:cubicBezTo>
                  <a:cubicBezTo>
                    <a:pt x="728" y="18"/>
                    <a:pt x="531" y="30"/>
                    <a:pt x="518" y="67"/>
                  </a:cubicBezTo>
                  <a:cubicBezTo>
                    <a:pt x="518" y="85"/>
                    <a:pt x="494" y="89"/>
                    <a:pt x="469" y="89"/>
                  </a:cubicBezTo>
                  <a:cubicBezTo>
                    <a:pt x="457" y="89"/>
                    <a:pt x="444" y="88"/>
                    <a:pt x="435" y="88"/>
                  </a:cubicBezTo>
                  <a:cubicBezTo>
                    <a:pt x="426" y="88"/>
                    <a:pt x="420" y="89"/>
                    <a:pt x="420" y="92"/>
                  </a:cubicBezTo>
                  <a:cubicBezTo>
                    <a:pt x="420" y="104"/>
                    <a:pt x="235" y="202"/>
                    <a:pt x="321" y="202"/>
                  </a:cubicBezTo>
                  <a:cubicBezTo>
                    <a:pt x="420" y="202"/>
                    <a:pt x="407" y="227"/>
                    <a:pt x="346" y="227"/>
                  </a:cubicBezTo>
                  <a:cubicBezTo>
                    <a:pt x="284" y="239"/>
                    <a:pt x="235" y="264"/>
                    <a:pt x="186" y="313"/>
                  </a:cubicBezTo>
                  <a:cubicBezTo>
                    <a:pt x="161" y="350"/>
                    <a:pt x="112" y="375"/>
                    <a:pt x="75" y="387"/>
                  </a:cubicBezTo>
                  <a:cubicBezTo>
                    <a:pt x="38" y="400"/>
                    <a:pt x="1" y="412"/>
                    <a:pt x="87" y="424"/>
                  </a:cubicBezTo>
                  <a:cubicBezTo>
                    <a:pt x="173" y="437"/>
                    <a:pt x="272" y="449"/>
                    <a:pt x="284" y="511"/>
                  </a:cubicBezTo>
                  <a:cubicBezTo>
                    <a:pt x="296" y="584"/>
                    <a:pt x="346" y="646"/>
                    <a:pt x="420" y="683"/>
                  </a:cubicBezTo>
                  <a:cubicBezTo>
                    <a:pt x="448" y="695"/>
                    <a:pt x="466" y="698"/>
                    <a:pt x="481" y="698"/>
                  </a:cubicBezTo>
                  <a:cubicBezTo>
                    <a:pt x="493" y="698"/>
                    <a:pt x="504" y="696"/>
                    <a:pt x="516" y="696"/>
                  </a:cubicBezTo>
                  <a:cubicBezTo>
                    <a:pt x="536" y="696"/>
                    <a:pt x="560" y="700"/>
                    <a:pt x="605" y="720"/>
                  </a:cubicBezTo>
                  <a:cubicBezTo>
                    <a:pt x="715" y="782"/>
                    <a:pt x="839" y="819"/>
                    <a:pt x="974" y="843"/>
                  </a:cubicBezTo>
                  <a:cubicBezTo>
                    <a:pt x="1019" y="843"/>
                    <a:pt x="1106" y="849"/>
                    <a:pt x="1193" y="849"/>
                  </a:cubicBezTo>
                  <a:cubicBezTo>
                    <a:pt x="1324" y="849"/>
                    <a:pt x="1452" y="836"/>
                    <a:pt x="1430" y="769"/>
                  </a:cubicBezTo>
                  <a:cubicBezTo>
                    <a:pt x="1396" y="678"/>
                    <a:pt x="1255" y="533"/>
                    <a:pt x="1275" y="533"/>
                  </a:cubicBezTo>
                  <a:cubicBezTo>
                    <a:pt x="1276" y="533"/>
                    <a:pt x="1279" y="533"/>
                    <a:pt x="1282" y="535"/>
                  </a:cubicBezTo>
                  <a:cubicBezTo>
                    <a:pt x="1303" y="542"/>
                    <a:pt x="1333" y="557"/>
                    <a:pt x="1356" y="557"/>
                  </a:cubicBezTo>
                  <a:cubicBezTo>
                    <a:pt x="1374" y="557"/>
                    <a:pt x="1388" y="549"/>
                    <a:pt x="1393" y="523"/>
                  </a:cubicBezTo>
                  <a:cubicBezTo>
                    <a:pt x="1381" y="461"/>
                    <a:pt x="1381" y="400"/>
                    <a:pt x="1393" y="338"/>
                  </a:cubicBezTo>
                  <a:cubicBezTo>
                    <a:pt x="1405" y="289"/>
                    <a:pt x="1492" y="252"/>
                    <a:pt x="1430" y="202"/>
                  </a:cubicBezTo>
                  <a:cubicBezTo>
                    <a:pt x="1381" y="153"/>
                    <a:pt x="1295" y="79"/>
                    <a:pt x="1221" y="79"/>
                  </a:cubicBezTo>
                  <a:cubicBezTo>
                    <a:pt x="1134" y="79"/>
                    <a:pt x="1134" y="104"/>
                    <a:pt x="1110" y="141"/>
                  </a:cubicBezTo>
                  <a:cubicBezTo>
                    <a:pt x="1073" y="178"/>
                    <a:pt x="986" y="153"/>
                    <a:pt x="950" y="178"/>
                  </a:cubicBezTo>
                  <a:cubicBezTo>
                    <a:pt x="923" y="187"/>
                    <a:pt x="870" y="221"/>
                    <a:pt x="857" y="221"/>
                  </a:cubicBezTo>
                  <a:cubicBezTo>
                    <a:pt x="852" y="221"/>
                    <a:pt x="853" y="216"/>
                    <a:pt x="863" y="202"/>
                  </a:cubicBezTo>
                  <a:cubicBezTo>
                    <a:pt x="900" y="153"/>
                    <a:pt x="999" y="79"/>
                    <a:pt x="950" y="42"/>
                  </a:cubicBezTo>
                  <a:cubicBezTo>
                    <a:pt x="913" y="15"/>
                    <a:pt x="869" y="1"/>
                    <a:pt x="82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7" name="Google Shape;7923;p67">
              <a:extLst>
                <a:ext uri="{FF2B5EF4-FFF2-40B4-BE49-F238E27FC236}">
                  <a16:creationId xmlns:a16="http://schemas.microsoft.com/office/drawing/2014/main" id="{D8036EC7-D808-5F34-EAAE-1B73A67B2AA0}"/>
                </a:ext>
              </a:extLst>
            </p:cNvPr>
            <p:cNvSpPr/>
            <p:nvPr/>
          </p:nvSpPr>
          <p:spPr>
            <a:xfrm>
              <a:off x="4055325" y="4299550"/>
              <a:ext cx="14800" cy="6200"/>
            </a:xfrm>
            <a:custGeom>
              <a:avLst/>
              <a:gdLst/>
              <a:ahLst/>
              <a:cxnLst/>
              <a:rect l="l" t="t" r="r" b="b"/>
              <a:pathLst>
                <a:path w="592" h="248" extrusionOk="0">
                  <a:moveTo>
                    <a:pt x="61" y="1"/>
                  </a:moveTo>
                  <a:cubicBezTo>
                    <a:pt x="33" y="1"/>
                    <a:pt x="16" y="8"/>
                    <a:pt x="25" y="25"/>
                  </a:cubicBezTo>
                  <a:cubicBezTo>
                    <a:pt x="62" y="75"/>
                    <a:pt x="0" y="148"/>
                    <a:pt x="62" y="161"/>
                  </a:cubicBezTo>
                  <a:cubicBezTo>
                    <a:pt x="124" y="173"/>
                    <a:pt x="185" y="198"/>
                    <a:pt x="247" y="235"/>
                  </a:cubicBezTo>
                  <a:cubicBezTo>
                    <a:pt x="269" y="243"/>
                    <a:pt x="292" y="248"/>
                    <a:pt x="316" y="248"/>
                  </a:cubicBezTo>
                  <a:cubicBezTo>
                    <a:pt x="361" y="248"/>
                    <a:pt x="409" y="234"/>
                    <a:pt x="456" y="210"/>
                  </a:cubicBezTo>
                  <a:cubicBezTo>
                    <a:pt x="506" y="173"/>
                    <a:pt x="592" y="136"/>
                    <a:pt x="567" y="124"/>
                  </a:cubicBezTo>
                  <a:cubicBezTo>
                    <a:pt x="530" y="87"/>
                    <a:pt x="493" y="75"/>
                    <a:pt x="456" y="50"/>
                  </a:cubicBezTo>
                  <a:cubicBezTo>
                    <a:pt x="382" y="50"/>
                    <a:pt x="309" y="50"/>
                    <a:pt x="247" y="38"/>
                  </a:cubicBezTo>
                  <a:cubicBezTo>
                    <a:pt x="200" y="22"/>
                    <a:pt x="112" y="1"/>
                    <a:pt x="6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8" name="Google Shape;7924;p67">
              <a:extLst>
                <a:ext uri="{FF2B5EF4-FFF2-40B4-BE49-F238E27FC236}">
                  <a16:creationId xmlns:a16="http://schemas.microsoft.com/office/drawing/2014/main" id="{6FA6FE0F-1C3C-DA1F-1FF1-122D3C2D7362}"/>
                </a:ext>
              </a:extLst>
            </p:cNvPr>
            <p:cNvSpPr/>
            <p:nvPr/>
          </p:nvSpPr>
          <p:spPr>
            <a:xfrm>
              <a:off x="4058100" y="4279675"/>
              <a:ext cx="31125" cy="20875"/>
            </a:xfrm>
            <a:custGeom>
              <a:avLst/>
              <a:gdLst/>
              <a:ahLst/>
              <a:cxnLst/>
              <a:rect l="l" t="t" r="r" b="b"/>
              <a:pathLst>
                <a:path w="1245" h="835" extrusionOk="0">
                  <a:moveTo>
                    <a:pt x="898" y="0"/>
                  </a:moveTo>
                  <a:cubicBezTo>
                    <a:pt x="876" y="0"/>
                    <a:pt x="843" y="18"/>
                    <a:pt x="801" y="32"/>
                  </a:cubicBezTo>
                  <a:cubicBezTo>
                    <a:pt x="715" y="81"/>
                    <a:pt x="616" y="118"/>
                    <a:pt x="530" y="155"/>
                  </a:cubicBezTo>
                  <a:cubicBezTo>
                    <a:pt x="444" y="167"/>
                    <a:pt x="358" y="217"/>
                    <a:pt x="296" y="266"/>
                  </a:cubicBezTo>
                  <a:cubicBezTo>
                    <a:pt x="261" y="310"/>
                    <a:pt x="263" y="316"/>
                    <a:pt x="286" y="316"/>
                  </a:cubicBezTo>
                  <a:cubicBezTo>
                    <a:pt x="295" y="316"/>
                    <a:pt x="307" y="315"/>
                    <a:pt x="321" y="315"/>
                  </a:cubicBezTo>
                  <a:cubicBezTo>
                    <a:pt x="370" y="315"/>
                    <a:pt x="345" y="340"/>
                    <a:pt x="308" y="389"/>
                  </a:cubicBezTo>
                  <a:cubicBezTo>
                    <a:pt x="271" y="438"/>
                    <a:pt x="259" y="488"/>
                    <a:pt x="185" y="512"/>
                  </a:cubicBezTo>
                  <a:cubicBezTo>
                    <a:pt x="124" y="537"/>
                    <a:pt x="111" y="549"/>
                    <a:pt x="173" y="562"/>
                  </a:cubicBezTo>
                  <a:cubicBezTo>
                    <a:pt x="222" y="574"/>
                    <a:pt x="185" y="586"/>
                    <a:pt x="111" y="586"/>
                  </a:cubicBezTo>
                  <a:cubicBezTo>
                    <a:pt x="50" y="586"/>
                    <a:pt x="0" y="660"/>
                    <a:pt x="111" y="660"/>
                  </a:cubicBezTo>
                  <a:cubicBezTo>
                    <a:pt x="210" y="660"/>
                    <a:pt x="284" y="672"/>
                    <a:pt x="234" y="672"/>
                  </a:cubicBezTo>
                  <a:cubicBezTo>
                    <a:pt x="198" y="672"/>
                    <a:pt x="161" y="672"/>
                    <a:pt x="185" y="709"/>
                  </a:cubicBezTo>
                  <a:cubicBezTo>
                    <a:pt x="198" y="746"/>
                    <a:pt x="321" y="783"/>
                    <a:pt x="370" y="808"/>
                  </a:cubicBezTo>
                  <a:cubicBezTo>
                    <a:pt x="404" y="825"/>
                    <a:pt x="444" y="834"/>
                    <a:pt x="485" y="834"/>
                  </a:cubicBezTo>
                  <a:cubicBezTo>
                    <a:pt x="533" y="834"/>
                    <a:pt x="583" y="822"/>
                    <a:pt x="629" y="796"/>
                  </a:cubicBezTo>
                  <a:cubicBezTo>
                    <a:pt x="690" y="771"/>
                    <a:pt x="814" y="734"/>
                    <a:pt x="851" y="734"/>
                  </a:cubicBezTo>
                  <a:cubicBezTo>
                    <a:pt x="900" y="722"/>
                    <a:pt x="1011" y="660"/>
                    <a:pt x="1085" y="648"/>
                  </a:cubicBezTo>
                  <a:cubicBezTo>
                    <a:pt x="1146" y="635"/>
                    <a:pt x="1122" y="562"/>
                    <a:pt x="1048" y="488"/>
                  </a:cubicBezTo>
                  <a:cubicBezTo>
                    <a:pt x="986" y="426"/>
                    <a:pt x="1060" y="401"/>
                    <a:pt x="1109" y="401"/>
                  </a:cubicBezTo>
                  <a:cubicBezTo>
                    <a:pt x="1159" y="401"/>
                    <a:pt x="1245" y="401"/>
                    <a:pt x="1245" y="377"/>
                  </a:cubicBezTo>
                  <a:cubicBezTo>
                    <a:pt x="1245" y="340"/>
                    <a:pt x="1072" y="266"/>
                    <a:pt x="974" y="192"/>
                  </a:cubicBezTo>
                  <a:cubicBezTo>
                    <a:pt x="888" y="118"/>
                    <a:pt x="937" y="106"/>
                    <a:pt x="924" y="44"/>
                  </a:cubicBezTo>
                  <a:cubicBezTo>
                    <a:pt x="924" y="11"/>
                    <a:pt x="915" y="0"/>
                    <a:pt x="89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9" name="Google Shape;7925;p67">
              <a:extLst>
                <a:ext uri="{FF2B5EF4-FFF2-40B4-BE49-F238E27FC236}">
                  <a16:creationId xmlns:a16="http://schemas.microsoft.com/office/drawing/2014/main" id="{3DFC730F-EE21-9F5A-11C7-9D552CEB724E}"/>
                </a:ext>
              </a:extLst>
            </p:cNvPr>
            <p:cNvSpPr/>
            <p:nvPr/>
          </p:nvSpPr>
          <p:spPr>
            <a:xfrm>
              <a:off x="4376000" y="4367675"/>
              <a:ext cx="29575" cy="11400"/>
            </a:xfrm>
            <a:custGeom>
              <a:avLst/>
              <a:gdLst/>
              <a:ahLst/>
              <a:cxnLst/>
              <a:rect l="l" t="t" r="r" b="b"/>
              <a:pathLst>
                <a:path w="1183" h="456" extrusionOk="0">
                  <a:moveTo>
                    <a:pt x="178" y="0"/>
                  </a:moveTo>
                  <a:cubicBezTo>
                    <a:pt x="170" y="0"/>
                    <a:pt x="157" y="10"/>
                    <a:pt x="136" y="36"/>
                  </a:cubicBezTo>
                  <a:cubicBezTo>
                    <a:pt x="86" y="97"/>
                    <a:pt x="0" y="196"/>
                    <a:pt x="74" y="208"/>
                  </a:cubicBezTo>
                  <a:cubicBezTo>
                    <a:pt x="148" y="208"/>
                    <a:pt x="136" y="208"/>
                    <a:pt x="197" y="257"/>
                  </a:cubicBezTo>
                  <a:cubicBezTo>
                    <a:pt x="246" y="319"/>
                    <a:pt x="246" y="319"/>
                    <a:pt x="333" y="331"/>
                  </a:cubicBezTo>
                  <a:cubicBezTo>
                    <a:pt x="419" y="381"/>
                    <a:pt x="518" y="418"/>
                    <a:pt x="616" y="442"/>
                  </a:cubicBezTo>
                  <a:cubicBezTo>
                    <a:pt x="663" y="452"/>
                    <a:pt x="712" y="456"/>
                    <a:pt x="761" y="456"/>
                  </a:cubicBezTo>
                  <a:cubicBezTo>
                    <a:pt x="841" y="456"/>
                    <a:pt x="922" y="445"/>
                    <a:pt x="998" y="430"/>
                  </a:cubicBezTo>
                  <a:cubicBezTo>
                    <a:pt x="1097" y="405"/>
                    <a:pt x="1183" y="307"/>
                    <a:pt x="1171" y="270"/>
                  </a:cubicBezTo>
                  <a:cubicBezTo>
                    <a:pt x="1165" y="261"/>
                    <a:pt x="1161" y="258"/>
                    <a:pt x="1157" y="258"/>
                  </a:cubicBezTo>
                  <a:cubicBezTo>
                    <a:pt x="1144" y="258"/>
                    <a:pt x="1138" y="297"/>
                    <a:pt x="1109" y="307"/>
                  </a:cubicBezTo>
                  <a:cubicBezTo>
                    <a:pt x="1072" y="307"/>
                    <a:pt x="1047" y="257"/>
                    <a:pt x="1023" y="245"/>
                  </a:cubicBezTo>
                  <a:cubicBezTo>
                    <a:pt x="949" y="208"/>
                    <a:pt x="875" y="183"/>
                    <a:pt x="801" y="171"/>
                  </a:cubicBezTo>
                  <a:cubicBezTo>
                    <a:pt x="782" y="171"/>
                    <a:pt x="757" y="192"/>
                    <a:pt x="725" y="192"/>
                  </a:cubicBezTo>
                  <a:cubicBezTo>
                    <a:pt x="714" y="192"/>
                    <a:pt x="702" y="190"/>
                    <a:pt x="690" y="183"/>
                  </a:cubicBezTo>
                  <a:cubicBezTo>
                    <a:pt x="641" y="147"/>
                    <a:pt x="653" y="110"/>
                    <a:pt x="604" y="110"/>
                  </a:cubicBezTo>
                  <a:cubicBezTo>
                    <a:pt x="551" y="101"/>
                    <a:pt x="499" y="92"/>
                    <a:pt x="451" y="92"/>
                  </a:cubicBezTo>
                  <a:cubicBezTo>
                    <a:pt x="431" y="92"/>
                    <a:pt x="412" y="94"/>
                    <a:pt x="394" y="97"/>
                  </a:cubicBezTo>
                  <a:cubicBezTo>
                    <a:pt x="345" y="110"/>
                    <a:pt x="296" y="122"/>
                    <a:pt x="246" y="122"/>
                  </a:cubicBezTo>
                  <a:cubicBezTo>
                    <a:pt x="197" y="122"/>
                    <a:pt x="234" y="60"/>
                    <a:pt x="209" y="48"/>
                  </a:cubicBezTo>
                  <a:cubicBezTo>
                    <a:pt x="194" y="32"/>
                    <a:pt x="193" y="0"/>
                    <a:pt x="17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0" name="Google Shape;7926;p67">
              <a:extLst>
                <a:ext uri="{FF2B5EF4-FFF2-40B4-BE49-F238E27FC236}">
                  <a16:creationId xmlns:a16="http://schemas.microsoft.com/office/drawing/2014/main" id="{578D5378-1F5F-F8C9-B86C-C61267CF1950}"/>
                </a:ext>
              </a:extLst>
            </p:cNvPr>
            <p:cNvSpPr/>
            <p:nvPr/>
          </p:nvSpPr>
          <p:spPr>
            <a:xfrm>
              <a:off x="4339650" y="4390975"/>
              <a:ext cx="24350" cy="9650"/>
            </a:xfrm>
            <a:custGeom>
              <a:avLst/>
              <a:gdLst/>
              <a:ahLst/>
              <a:cxnLst/>
              <a:rect l="l" t="t" r="r" b="b"/>
              <a:pathLst>
                <a:path w="974" h="386" extrusionOk="0">
                  <a:moveTo>
                    <a:pt x="483" y="1"/>
                  </a:moveTo>
                  <a:cubicBezTo>
                    <a:pt x="474" y="1"/>
                    <a:pt x="465" y="1"/>
                    <a:pt x="456" y="3"/>
                  </a:cubicBezTo>
                  <a:cubicBezTo>
                    <a:pt x="370" y="15"/>
                    <a:pt x="296" y="52"/>
                    <a:pt x="234" y="102"/>
                  </a:cubicBezTo>
                  <a:cubicBezTo>
                    <a:pt x="210" y="126"/>
                    <a:pt x="185" y="200"/>
                    <a:pt x="99" y="200"/>
                  </a:cubicBezTo>
                  <a:cubicBezTo>
                    <a:pt x="0" y="213"/>
                    <a:pt x="0" y="286"/>
                    <a:pt x="86" y="286"/>
                  </a:cubicBezTo>
                  <a:cubicBezTo>
                    <a:pt x="127" y="286"/>
                    <a:pt x="179" y="270"/>
                    <a:pt x="239" y="270"/>
                  </a:cubicBezTo>
                  <a:cubicBezTo>
                    <a:pt x="268" y="270"/>
                    <a:pt x="300" y="274"/>
                    <a:pt x="333" y="286"/>
                  </a:cubicBezTo>
                  <a:cubicBezTo>
                    <a:pt x="481" y="348"/>
                    <a:pt x="641" y="373"/>
                    <a:pt x="789" y="385"/>
                  </a:cubicBezTo>
                  <a:cubicBezTo>
                    <a:pt x="900" y="360"/>
                    <a:pt x="973" y="311"/>
                    <a:pt x="875" y="225"/>
                  </a:cubicBezTo>
                  <a:cubicBezTo>
                    <a:pt x="772" y="145"/>
                    <a:pt x="605" y="1"/>
                    <a:pt x="48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1" name="Google Shape;7927;p67">
              <a:extLst>
                <a:ext uri="{FF2B5EF4-FFF2-40B4-BE49-F238E27FC236}">
                  <a16:creationId xmlns:a16="http://schemas.microsoft.com/office/drawing/2014/main" id="{DC20C92C-2F3D-E490-C83B-EC029FE5CE8D}"/>
                </a:ext>
              </a:extLst>
            </p:cNvPr>
            <p:cNvSpPr/>
            <p:nvPr/>
          </p:nvSpPr>
          <p:spPr>
            <a:xfrm>
              <a:off x="4340900" y="4385450"/>
              <a:ext cx="7700" cy="5025"/>
            </a:xfrm>
            <a:custGeom>
              <a:avLst/>
              <a:gdLst/>
              <a:ahLst/>
              <a:cxnLst/>
              <a:rect l="l" t="t" r="r" b="b"/>
              <a:pathLst>
                <a:path w="308" h="201" extrusionOk="0">
                  <a:moveTo>
                    <a:pt x="104" y="0"/>
                  </a:moveTo>
                  <a:cubicBezTo>
                    <a:pt x="56" y="0"/>
                    <a:pt x="35" y="42"/>
                    <a:pt x="24" y="64"/>
                  </a:cubicBezTo>
                  <a:cubicBezTo>
                    <a:pt x="1" y="87"/>
                    <a:pt x="11" y="200"/>
                    <a:pt x="86" y="200"/>
                  </a:cubicBezTo>
                  <a:cubicBezTo>
                    <a:pt x="90" y="200"/>
                    <a:pt x="94" y="200"/>
                    <a:pt x="98" y="199"/>
                  </a:cubicBezTo>
                  <a:cubicBezTo>
                    <a:pt x="172" y="187"/>
                    <a:pt x="233" y="150"/>
                    <a:pt x="270" y="101"/>
                  </a:cubicBezTo>
                  <a:cubicBezTo>
                    <a:pt x="307" y="64"/>
                    <a:pt x="184" y="15"/>
                    <a:pt x="123" y="2"/>
                  </a:cubicBezTo>
                  <a:cubicBezTo>
                    <a:pt x="116" y="1"/>
                    <a:pt x="110" y="0"/>
                    <a:pt x="10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2" name="Google Shape;7928;p67">
              <a:extLst>
                <a:ext uri="{FF2B5EF4-FFF2-40B4-BE49-F238E27FC236}">
                  <a16:creationId xmlns:a16="http://schemas.microsoft.com/office/drawing/2014/main" id="{646D7008-71DF-5479-0AB4-7E2ABB923D40}"/>
                </a:ext>
              </a:extLst>
            </p:cNvPr>
            <p:cNvSpPr/>
            <p:nvPr/>
          </p:nvSpPr>
          <p:spPr>
            <a:xfrm>
              <a:off x="4313800" y="4365375"/>
              <a:ext cx="3675" cy="5850"/>
            </a:xfrm>
            <a:custGeom>
              <a:avLst/>
              <a:gdLst/>
              <a:ahLst/>
              <a:cxnLst/>
              <a:rect l="l" t="t" r="r" b="b"/>
              <a:pathLst>
                <a:path w="147" h="234" extrusionOk="0">
                  <a:moveTo>
                    <a:pt x="64" y="0"/>
                  </a:moveTo>
                  <a:cubicBezTo>
                    <a:pt x="38" y="0"/>
                    <a:pt x="0" y="81"/>
                    <a:pt x="11" y="103"/>
                  </a:cubicBezTo>
                  <a:cubicBezTo>
                    <a:pt x="36" y="140"/>
                    <a:pt x="48" y="177"/>
                    <a:pt x="24" y="214"/>
                  </a:cubicBezTo>
                  <a:cubicBezTo>
                    <a:pt x="21" y="228"/>
                    <a:pt x="23" y="234"/>
                    <a:pt x="29" y="234"/>
                  </a:cubicBezTo>
                  <a:cubicBezTo>
                    <a:pt x="47" y="234"/>
                    <a:pt x="103" y="166"/>
                    <a:pt x="122" y="128"/>
                  </a:cubicBezTo>
                  <a:cubicBezTo>
                    <a:pt x="147" y="78"/>
                    <a:pt x="122" y="29"/>
                    <a:pt x="73" y="4"/>
                  </a:cubicBezTo>
                  <a:cubicBezTo>
                    <a:pt x="70" y="2"/>
                    <a:pt x="67" y="0"/>
                    <a:pt x="6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3" name="Google Shape;7929;p67">
              <a:extLst>
                <a:ext uri="{FF2B5EF4-FFF2-40B4-BE49-F238E27FC236}">
                  <a16:creationId xmlns:a16="http://schemas.microsoft.com/office/drawing/2014/main" id="{22262173-8266-058D-8819-E3027246113A}"/>
                </a:ext>
              </a:extLst>
            </p:cNvPr>
            <p:cNvSpPr/>
            <p:nvPr/>
          </p:nvSpPr>
          <p:spPr>
            <a:xfrm>
              <a:off x="4313225" y="4386350"/>
              <a:ext cx="4850" cy="4525"/>
            </a:xfrm>
            <a:custGeom>
              <a:avLst/>
              <a:gdLst/>
              <a:ahLst/>
              <a:cxnLst/>
              <a:rect l="l" t="t" r="r" b="b"/>
              <a:pathLst>
                <a:path w="194" h="181" extrusionOk="0">
                  <a:moveTo>
                    <a:pt x="41" y="1"/>
                  </a:moveTo>
                  <a:cubicBezTo>
                    <a:pt x="38" y="1"/>
                    <a:pt x="36" y="2"/>
                    <a:pt x="34" y="3"/>
                  </a:cubicBezTo>
                  <a:cubicBezTo>
                    <a:pt x="1" y="26"/>
                    <a:pt x="140" y="181"/>
                    <a:pt x="175" y="181"/>
                  </a:cubicBezTo>
                  <a:cubicBezTo>
                    <a:pt x="179" y="181"/>
                    <a:pt x="181" y="179"/>
                    <a:pt x="182" y="176"/>
                  </a:cubicBezTo>
                  <a:cubicBezTo>
                    <a:pt x="194" y="141"/>
                    <a:pt x="78" y="1"/>
                    <a:pt x="4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4" name="Google Shape;7930;p67">
              <a:extLst>
                <a:ext uri="{FF2B5EF4-FFF2-40B4-BE49-F238E27FC236}">
                  <a16:creationId xmlns:a16="http://schemas.microsoft.com/office/drawing/2014/main" id="{D199CD47-C116-209C-7BC3-9DEBC1578BA2}"/>
                </a:ext>
              </a:extLst>
            </p:cNvPr>
            <p:cNvSpPr/>
            <p:nvPr/>
          </p:nvSpPr>
          <p:spPr>
            <a:xfrm>
              <a:off x="4391175" y="4350500"/>
              <a:ext cx="5650" cy="1850"/>
            </a:xfrm>
            <a:custGeom>
              <a:avLst/>
              <a:gdLst/>
              <a:ahLst/>
              <a:cxnLst/>
              <a:rect l="l" t="t" r="r" b="b"/>
              <a:pathLst>
                <a:path w="226" h="74" extrusionOk="0">
                  <a:moveTo>
                    <a:pt x="166" y="1"/>
                  </a:moveTo>
                  <a:cubicBezTo>
                    <a:pt x="101" y="1"/>
                    <a:pt x="1" y="40"/>
                    <a:pt x="9" y="57"/>
                  </a:cubicBezTo>
                  <a:cubicBezTo>
                    <a:pt x="9" y="67"/>
                    <a:pt x="47" y="73"/>
                    <a:pt x="91" y="73"/>
                  </a:cubicBezTo>
                  <a:cubicBezTo>
                    <a:pt x="153" y="73"/>
                    <a:pt x="226" y="61"/>
                    <a:pt x="219" y="33"/>
                  </a:cubicBezTo>
                  <a:cubicBezTo>
                    <a:pt x="219" y="9"/>
                    <a:pt x="196" y="1"/>
                    <a:pt x="1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5" name="Google Shape;7931;p67">
              <a:extLst>
                <a:ext uri="{FF2B5EF4-FFF2-40B4-BE49-F238E27FC236}">
                  <a16:creationId xmlns:a16="http://schemas.microsoft.com/office/drawing/2014/main" id="{78BACA26-91C5-79BA-C3B5-678526621365}"/>
                </a:ext>
              </a:extLst>
            </p:cNvPr>
            <p:cNvSpPr/>
            <p:nvPr/>
          </p:nvSpPr>
          <p:spPr>
            <a:xfrm>
              <a:off x="4322400" y="4358825"/>
              <a:ext cx="49925" cy="21475"/>
            </a:xfrm>
            <a:custGeom>
              <a:avLst/>
              <a:gdLst/>
              <a:ahLst/>
              <a:cxnLst/>
              <a:rect l="l" t="t" r="r" b="b"/>
              <a:pathLst>
                <a:path w="1997" h="859" extrusionOk="0">
                  <a:moveTo>
                    <a:pt x="1084" y="1"/>
                  </a:moveTo>
                  <a:cubicBezTo>
                    <a:pt x="1076" y="1"/>
                    <a:pt x="1092" y="34"/>
                    <a:pt x="1084" y="57"/>
                  </a:cubicBezTo>
                  <a:cubicBezTo>
                    <a:pt x="1072" y="94"/>
                    <a:pt x="998" y="82"/>
                    <a:pt x="961" y="143"/>
                  </a:cubicBezTo>
                  <a:cubicBezTo>
                    <a:pt x="937" y="205"/>
                    <a:pt x="961" y="291"/>
                    <a:pt x="937" y="316"/>
                  </a:cubicBezTo>
                  <a:cubicBezTo>
                    <a:pt x="933" y="318"/>
                    <a:pt x="929" y="319"/>
                    <a:pt x="924" y="319"/>
                  </a:cubicBezTo>
                  <a:cubicBezTo>
                    <a:pt x="885" y="319"/>
                    <a:pt x="820" y="228"/>
                    <a:pt x="764" y="217"/>
                  </a:cubicBezTo>
                  <a:cubicBezTo>
                    <a:pt x="690" y="205"/>
                    <a:pt x="702" y="143"/>
                    <a:pt x="592" y="94"/>
                  </a:cubicBezTo>
                  <a:cubicBezTo>
                    <a:pt x="490" y="60"/>
                    <a:pt x="482" y="6"/>
                    <a:pt x="443" y="6"/>
                  </a:cubicBezTo>
                  <a:cubicBezTo>
                    <a:pt x="440" y="6"/>
                    <a:pt x="436" y="7"/>
                    <a:pt x="431" y="8"/>
                  </a:cubicBezTo>
                  <a:cubicBezTo>
                    <a:pt x="394" y="20"/>
                    <a:pt x="296" y="69"/>
                    <a:pt x="222" y="94"/>
                  </a:cubicBezTo>
                  <a:cubicBezTo>
                    <a:pt x="136" y="119"/>
                    <a:pt x="148" y="131"/>
                    <a:pt x="148" y="192"/>
                  </a:cubicBezTo>
                  <a:cubicBezTo>
                    <a:pt x="148" y="242"/>
                    <a:pt x="123" y="229"/>
                    <a:pt x="62" y="254"/>
                  </a:cubicBezTo>
                  <a:cubicBezTo>
                    <a:pt x="12" y="279"/>
                    <a:pt x="25" y="279"/>
                    <a:pt x="62" y="328"/>
                  </a:cubicBezTo>
                  <a:cubicBezTo>
                    <a:pt x="99" y="377"/>
                    <a:pt x="62" y="464"/>
                    <a:pt x="25" y="513"/>
                  </a:cubicBezTo>
                  <a:cubicBezTo>
                    <a:pt x="0" y="562"/>
                    <a:pt x="148" y="648"/>
                    <a:pt x="185" y="685"/>
                  </a:cubicBezTo>
                  <a:cubicBezTo>
                    <a:pt x="296" y="759"/>
                    <a:pt x="431" y="821"/>
                    <a:pt x="567" y="858"/>
                  </a:cubicBezTo>
                  <a:cubicBezTo>
                    <a:pt x="571" y="858"/>
                    <a:pt x="575" y="859"/>
                    <a:pt x="578" y="859"/>
                  </a:cubicBezTo>
                  <a:cubicBezTo>
                    <a:pt x="651" y="859"/>
                    <a:pt x="630" y="746"/>
                    <a:pt x="653" y="722"/>
                  </a:cubicBezTo>
                  <a:cubicBezTo>
                    <a:pt x="661" y="717"/>
                    <a:pt x="668" y="714"/>
                    <a:pt x="673" y="714"/>
                  </a:cubicBezTo>
                  <a:cubicBezTo>
                    <a:pt x="691" y="714"/>
                    <a:pt x="693" y="745"/>
                    <a:pt x="702" y="784"/>
                  </a:cubicBezTo>
                  <a:cubicBezTo>
                    <a:pt x="708" y="795"/>
                    <a:pt x="719" y="799"/>
                    <a:pt x="733" y="799"/>
                  </a:cubicBezTo>
                  <a:cubicBezTo>
                    <a:pt x="783" y="799"/>
                    <a:pt x="879" y="744"/>
                    <a:pt x="937" y="735"/>
                  </a:cubicBezTo>
                  <a:cubicBezTo>
                    <a:pt x="1010" y="710"/>
                    <a:pt x="1097" y="685"/>
                    <a:pt x="1183" y="685"/>
                  </a:cubicBezTo>
                  <a:cubicBezTo>
                    <a:pt x="1257" y="685"/>
                    <a:pt x="1245" y="747"/>
                    <a:pt x="1282" y="759"/>
                  </a:cubicBezTo>
                  <a:cubicBezTo>
                    <a:pt x="1298" y="768"/>
                    <a:pt x="1314" y="771"/>
                    <a:pt x="1330" y="771"/>
                  </a:cubicBezTo>
                  <a:cubicBezTo>
                    <a:pt x="1386" y="771"/>
                    <a:pt x="1442" y="732"/>
                    <a:pt x="1528" y="722"/>
                  </a:cubicBezTo>
                  <a:cubicBezTo>
                    <a:pt x="1627" y="722"/>
                    <a:pt x="1565" y="710"/>
                    <a:pt x="1565" y="661"/>
                  </a:cubicBezTo>
                  <a:cubicBezTo>
                    <a:pt x="1565" y="645"/>
                    <a:pt x="1585" y="640"/>
                    <a:pt x="1616" y="640"/>
                  </a:cubicBezTo>
                  <a:cubicBezTo>
                    <a:pt x="1658" y="640"/>
                    <a:pt x="1718" y="648"/>
                    <a:pt x="1774" y="648"/>
                  </a:cubicBezTo>
                  <a:cubicBezTo>
                    <a:pt x="1885" y="648"/>
                    <a:pt x="1824" y="599"/>
                    <a:pt x="1861" y="550"/>
                  </a:cubicBezTo>
                  <a:cubicBezTo>
                    <a:pt x="1898" y="513"/>
                    <a:pt x="1898" y="501"/>
                    <a:pt x="1861" y="501"/>
                  </a:cubicBezTo>
                  <a:cubicBezTo>
                    <a:pt x="1836" y="488"/>
                    <a:pt x="1861" y="451"/>
                    <a:pt x="1910" y="439"/>
                  </a:cubicBezTo>
                  <a:cubicBezTo>
                    <a:pt x="1959" y="427"/>
                    <a:pt x="1947" y="377"/>
                    <a:pt x="1972" y="365"/>
                  </a:cubicBezTo>
                  <a:cubicBezTo>
                    <a:pt x="1996" y="353"/>
                    <a:pt x="1713" y="242"/>
                    <a:pt x="1614" y="205"/>
                  </a:cubicBezTo>
                  <a:cubicBezTo>
                    <a:pt x="1597" y="200"/>
                    <a:pt x="1583" y="199"/>
                    <a:pt x="1572" y="199"/>
                  </a:cubicBezTo>
                  <a:cubicBezTo>
                    <a:pt x="1536" y="199"/>
                    <a:pt x="1527" y="217"/>
                    <a:pt x="1501" y="217"/>
                  </a:cubicBezTo>
                  <a:cubicBezTo>
                    <a:pt x="1489" y="217"/>
                    <a:pt x="1475" y="214"/>
                    <a:pt x="1454" y="205"/>
                  </a:cubicBezTo>
                  <a:cubicBezTo>
                    <a:pt x="1343" y="168"/>
                    <a:pt x="1232" y="106"/>
                    <a:pt x="1134" y="45"/>
                  </a:cubicBezTo>
                  <a:cubicBezTo>
                    <a:pt x="1102" y="12"/>
                    <a:pt x="1088" y="1"/>
                    <a:pt x="108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6" name="Google Shape;7932;p67">
              <a:extLst>
                <a:ext uri="{FF2B5EF4-FFF2-40B4-BE49-F238E27FC236}">
                  <a16:creationId xmlns:a16="http://schemas.microsoft.com/office/drawing/2014/main" id="{3CAF9E50-E9B5-5868-D1EE-0EA69D6D626B}"/>
                </a:ext>
              </a:extLst>
            </p:cNvPr>
            <p:cNvSpPr/>
            <p:nvPr/>
          </p:nvSpPr>
          <p:spPr>
            <a:xfrm>
              <a:off x="4506900" y="4442125"/>
              <a:ext cx="10075" cy="5200"/>
            </a:xfrm>
            <a:custGeom>
              <a:avLst/>
              <a:gdLst/>
              <a:ahLst/>
              <a:cxnLst/>
              <a:rect l="l" t="t" r="r" b="b"/>
              <a:pathLst>
                <a:path w="403" h="208" extrusionOk="0">
                  <a:moveTo>
                    <a:pt x="100" y="1"/>
                  </a:moveTo>
                  <a:cubicBezTo>
                    <a:pt x="40" y="1"/>
                    <a:pt x="47" y="45"/>
                    <a:pt x="25" y="89"/>
                  </a:cubicBezTo>
                  <a:cubicBezTo>
                    <a:pt x="1" y="138"/>
                    <a:pt x="75" y="138"/>
                    <a:pt x="136" y="187"/>
                  </a:cubicBezTo>
                  <a:cubicBezTo>
                    <a:pt x="157" y="203"/>
                    <a:pt x="181" y="208"/>
                    <a:pt x="206" y="208"/>
                  </a:cubicBezTo>
                  <a:cubicBezTo>
                    <a:pt x="240" y="208"/>
                    <a:pt x="279" y="200"/>
                    <a:pt x="321" y="200"/>
                  </a:cubicBezTo>
                  <a:cubicBezTo>
                    <a:pt x="327" y="200"/>
                    <a:pt x="332" y="201"/>
                    <a:pt x="336" y="201"/>
                  </a:cubicBezTo>
                  <a:cubicBezTo>
                    <a:pt x="403" y="201"/>
                    <a:pt x="370" y="123"/>
                    <a:pt x="370" y="89"/>
                  </a:cubicBezTo>
                  <a:cubicBezTo>
                    <a:pt x="383" y="39"/>
                    <a:pt x="222" y="15"/>
                    <a:pt x="124" y="2"/>
                  </a:cubicBezTo>
                  <a:cubicBezTo>
                    <a:pt x="115" y="1"/>
                    <a:pt x="107" y="1"/>
                    <a:pt x="10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7" name="Google Shape;7933;p67">
              <a:extLst>
                <a:ext uri="{FF2B5EF4-FFF2-40B4-BE49-F238E27FC236}">
                  <a16:creationId xmlns:a16="http://schemas.microsoft.com/office/drawing/2014/main" id="{99CB9DB8-B266-388E-F929-71B250BFC7EF}"/>
                </a:ext>
              </a:extLst>
            </p:cNvPr>
            <p:cNvSpPr/>
            <p:nvPr/>
          </p:nvSpPr>
          <p:spPr>
            <a:xfrm>
              <a:off x="4571600" y="4422125"/>
              <a:ext cx="24275" cy="9350"/>
            </a:xfrm>
            <a:custGeom>
              <a:avLst/>
              <a:gdLst/>
              <a:ahLst/>
              <a:cxnLst/>
              <a:rect l="l" t="t" r="r" b="b"/>
              <a:pathLst>
                <a:path w="971" h="374" extrusionOk="0">
                  <a:moveTo>
                    <a:pt x="515" y="0"/>
                  </a:moveTo>
                  <a:cubicBezTo>
                    <a:pt x="343" y="0"/>
                    <a:pt x="177" y="73"/>
                    <a:pt x="74" y="199"/>
                  </a:cubicBezTo>
                  <a:cubicBezTo>
                    <a:pt x="0" y="322"/>
                    <a:pt x="37" y="359"/>
                    <a:pt x="148" y="371"/>
                  </a:cubicBezTo>
                  <a:cubicBezTo>
                    <a:pt x="160" y="373"/>
                    <a:pt x="172" y="373"/>
                    <a:pt x="182" y="373"/>
                  </a:cubicBezTo>
                  <a:cubicBezTo>
                    <a:pt x="266" y="373"/>
                    <a:pt x="297" y="334"/>
                    <a:pt x="407" y="334"/>
                  </a:cubicBezTo>
                  <a:cubicBezTo>
                    <a:pt x="438" y="336"/>
                    <a:pt x="468" y="336"/>
                    <a:pt x="496" y="336"/>
                  </a:cubicBezTo>
                  <a:cubicBezTo>
                    <a:pt x="971" y="336"/>
                    <a:pt x="949" y="149"/>
                    <a:pt x="949" y="149"/>
                  </a:cubicBezTo>
                  <a:cubicBezTo>
                    <a:pt x="813" y="88"/>
                    <a:pt x="690" y="39"/>
                    <a:pt x="555" y="2"/>
                  </a:cubicBezTo>
                  <a:cubicBezTo>
                    <a:pt x="541" y="1"/>
                    <a:pt x="528" y="0"/>
                    <a:pt x="51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8" name="Google Shape;7934;p67">
              <a:extLst>
                <a:ext uri="{FF2B5EF4-FFF2-40B4-BE49-F238E27FC236}">
                  <a16:creationId xmlns:a16="http://schemas.microsoft.com/office/drawing/2014/main" id="{F20115D3-C58B-F4C4-16D2-F1ED00C41352}"/>
                </a:ext>
              </a:extLst>
            </p:cNvPr>
            <p:cNvSpPr/>
            <p:nvPr/>
          </p:nvSpPr>
          <p:spPr>
            <a:xfrm>
              <a:off x="4482575" y="4565050"/>
              <a:ext cx="6725" cy="4675"/>
            </a:xfrm>
            <a:custGeom>
              <a:avLst/>
              <a:gdLst/>
              <a:ahLst/>
              <a:cxnLst/>
              <a:rect l="l" t="t" r="r" b="b"/>
              <a:pathLst>
                <a:path w="269" h="187" extrusionOk="0">
                  <a:moveTo>
                    <a:pt x="167" y="1"/>
                  </a:moveTo>
                  <a:cubicBezTo>
                    <a:pt x="165" y="1"/>
                    <a:pt x="163" y="1"/>
                    <a:pt x="160" y="2"/>
                  </a:cubicBezTo>
                  <a:cubicBezTo>
                    <a:pt x="123" y="14"/>
                    <a:pt x="13" y="2"/>
                    <a:pt x="13" y="76"/>
                  </a:cubicBezTo>
                  <a:cubicBezTo>
                    <a:pt x="0" y="113"/>
                    <a:pt x="0" y="150"/>
                    <a:pt x="13" y="186"/>
                  </a:cubicBezTo>
                  <a:cubicBezTo>
                    <a:pt x="74" y="137"/>
                    <a:pt x="148" y="113"/>
                    <a:pt x="222" y="100"/>
                  </a:cubicBezTo>
                  <a:cubicBezTo>
                    <a:pt x="268" y="89"/>
                    <a:pt x="206" y="1"/>
                    <a:pt x="1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9" name="Google Shape;7935;p67">
              <a:extLst>
                <a:ext uri="{FF2B5EF4-FFF2-40B4-BE49-F238E27FC236}">
                  <a16:creationId xmlns:a16="http://schemas.microsoft.com/office/drawing/2014/main" id="{5D40AF8B-0D6A-D448-8E33-F3AF394C948E}"/>
                </a:ext>
              </a:extLst>
            </p:cNvPr>
            <p:cNvSpPr/>
            <p:nvPr/>
          </p:nvSpPr>
          <p:spPr>
            <a:xfrm>
              <a:off x="4481475" y="4569700"/>
              <a:ext cx="1125" cy="725"/>
            </a:xfrm>
            <a:custGeom>
              <a:avLst/>
              <a:gdLst/>
              <a:ahLst/>
              <a:cxnLst/>
              <a:rect l="l" t="t" r="r" b="b"/>
              <a:pathLst>
                <a:path w="45" h="29" extrusionOk="0">
                  <a:moveTo>
                    <a:pt x="44" y="0"/>
                  </a:moveTo>
                  <a:cubicBezTo>
                    <a:pt x="14" y="10"/>
                    <a:pt x="1" y="28"/>
                    <a:pt x="3" y="28"/>
                  </a:cubicBezTo>
                  <a:cubicBezTo>
                    <a:pt x="3" y="28"/>
                    <a:pt x="5" y="27"/>
                    <a:pt x="7" y="25"/>
                  </a:cubicBezTo>
                  <a:cubicBezTo>
                    <a:pt x="32" y="25"/>
                    <a:pt x="44" y="13"/>
                    <a:pt x="4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0" name="Google Shape;7936;p67">
              <a:extLst>
                <a:ext uri="{FF2B5EF4-FFF2-40B4-BE49-F238E27FC236}">
                  <a16:creationId xmlns:a16="http://schemas.microsoft.com/office/drawing/2014/main" id="{855E3C5A-44C6-1037-0AA4-EC2786AC2A84}"/>
                </a:ext>
              </a:extLst>
            </p:cNvPr>
            <p:cNvSpPr/>
            <p:nvPr/>
          </p:nvSpPr>
          <p:spPr>
            <a:xfrm>
              <a:off x="4323625" y="4604825"/>
              <a:ext cx="4950" cy="4025"/>
            </a:xfrm>
            <a:custGeom>
              <a:avLst/>
              <a:gdLst/>
              <a:ahLst/>
              <a:cxnLst/>
              <a:rect l="l" t="t" r="r" b="b"/>
              <a:pathLst>
                <a:path w="198" h="161" extrusionOk="0">
                  <a:moveTo>
                    <a:pt x="148" y="0"/>
                  </a:moveTo>
                  <a:cubicBezTo>
                    <a:pt x="111" y="0"/>
                    <a:pt x="74" y="0"/>
                    <a:pt x="37" y="62"/>
                  </a:cubicBezTo>
                  <a:cubicBezTo>
                    <a:pt x="0" y="123"/>
                    <a:pt x="62" y="160"/>
                    <a:pt x="124" y="160"/>
                  </a:cubicBezTo>
                  <a:cubicBezTo>
                    <a:pt x="161" y="160"/>
                    <a:pt x="198" y="0"/>
                    <a:pt x="14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1" name="Google Shape;7937;p67">
              <a:extLst>
                <a:ext uri="{FF2B5EF4-FFF2-40B4-BE49-F238E27FC236}">
                  <a16:creationId xmlns:a16="http://schemas.microsoft.com/office/drawing/2014/main" id="{6EB1C7D2-5508-F15A-CC6B-C96043C93652}"/>
                </a:ext>
              </a:extLst>
            </p:cNvPr>
            <p:cNvSpPr/>
            <p:nvPr/>
          </p:nvSpPr>
          <p:spPr>
            <a:xfrm>
              <a:off x="4431425" y="4647300"/>
              <a:ext cx="5875" cy="5800"/>
            </a:xfrm>
            <a:custGeom>
              <a:avLst/>
              <a:gdLst/>
              <a:ahLst/>
              <a:cxnLst/>
              <a:rect l="l" t="t" r="r" b="b"/>
              <a:pathLst>
                <a:path w="235" h="232" extrusionOk="0">
                  <a:moveTo>
                    <a:pt x="215" y="0"/>
                  </a:moveTo>
                  <a:cubicBezTo>
                    <a:pt x="213" y="0"/>
                    <a:pt x="212" y="1"/>
                    <a:pt x="210" y="1"/>
                  </a:cubicBezTo>
                  <a:cubicBezTo>
                    <a:pt x="173" y="26"/>
                    <a:pt x="124" y="75"/>
                    <a:pt x="99" y="88"/>
                  </a:cubicBezTo>
                  <a:cubicBezTo>
                    <a:pt x="89" y="88"/>
                    <a:pt x="1" y="232"/>
                    <a:pt x="14" y="232"/>
                  </a:cubicBezTo>
                  <a:cubicBezTo>
                    <a:pt x="16" y="232"/>
                    <a:pt x="20" y="229"/>
                    <a:pt x="26" y="223"/>
                  </a:cubicBezTo>
                  <a:cubicBezTo>
                    <a:pt x="87" y="186"/>
                    <a:pt x="124" y="149"/>
                    <a:pt x="186" y="112"/>
                  </a:cubicBezTo>
                  <a:cubicBezTo>
                    <a:pt x="232" y="78"/>
                    <a:pt x="235" y="0"/>
                    <a:pt x="21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2" name="Google Shape;7938;p67">
              <a:extLst>
                <a:ext uri="{FF2B5EF4-FFF2-40B4-BE49-F238E27FC236}">
                  <a16:creationId xmlns:a16="http://schemas.microsoft.com/office/drawing/2014/main" id="{2BD65FF0-DEE1-F461-F349-57B160A9689B}"/>
                </a:ext>
              </a:extLst>
            </p:cNvPr>
            <p:cNvSpPr/>
            <p:nvPr/>
          </p:nvSpPr>
          <p:spPr>
            <a:xfrm>
              <a:off x="4426775" y="4657375"/>
              <a:ext cx="2125" cy="1725"/>
            </a:xfrm>
            <a:custGeom>
              <a:avLst/>
              <a:gdLst/>
              <a:ahLst/>
              <a:cxnLst/>
              <a:rect l="l" t="t" r="r" b="b"/>
              <a:pathLst>
                <a:path w="85" h="69" extrusionOk="0">
                  <a:moveTo>
                    <a:pt x="72" y="0"/>
                  </a:moveTo>
                  <a:cubicBezTo>
                    <a:pt x="70" y="0"/>
                    <a:pt x="67" y="2"/>
                    <a:pt x="64" y="5"/>
                  </a:cubicBezTo>
                  <a:cubicBezTo>
                    <a:pt x="42" y="27"/>
                    <a:pt x="0" y="69"/>
                    <a:pt x="26" y="69"/>
                  </a:cubicBezTo>
                  <a:cubicBezTo>
                    <a:pt x="30" y="69"/>
                    <a:pt x="34" y="68"/>
                    <a:pt x="39" y="67"/>
                  </a:cubicBezTo>
                  <a:cubicBezTo>
                    <a:pt x="71" y="56"/>
                    <a:pt x="84" y="0"/>
                    <a:pt x="7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3" name="Google Shape;7939;p67">
              <a:extLst>
                <a:ext uri="{FF2B5EF4-FFF2-40B4-BE49-F238E27FC236}">
                  <a16:creationId xmlns:a16="http://schemas.microsoft.com/office/drawing/2014/main" id="{0F86EA20-5689-B06A-34E8-2424553647C8}"/>
                </a:ext>
              </a:extLst>
            </p:cNvPr>
            <p:cNvSpPr/>
            <p:nvPr/>
          </p:nvSpPr>
          <p:spPr>
            <a:xfrm>
              <a:off x="4410500" y="4679350"/>
              <a:ext cx="3325" cy="1600"/>
            </a:xfrm>
            <a:custGeom>
              <a:avLst/>
              <a:gdLst/>
              <a:ahLst/>
              <a:cxnLst/>
              <a:rect l="l" t="t" r="r" b="b"/>
              <a:pathLst>
                <a:path w="133" h="64" extrusionOk="0">
                  <a:moveTo>
                    <a:pt x="99" y="1"/>
                  </a:moveTo>
                  <a:cubicBezTo>
                    <a:pt x="62" y="1"/>
                    <a:pt x="0" y="63"/>
                    <a:pt x="25" y="63"/>
                  </a:cubicBezTo>
                  <a:cubicBezTo>
                    <a:pt x="28" y="63"/>
                    <a:pt x="31" y="64"/>
                    <a:pt x="34" y="64"/>
                  </a:cubicBezTo>
                  <a:cubicBezTo>
                    <a:pt x="72" y="64"/>
                    <a:pt x="133" y="1"/>
                    <a:pt x="9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4" name="Google Shape;7940;p67">
              <a:extLst>
                <a:ext uri="{FF2B5EF4-FFF2-40B4-BE49-F238E27FC236}">
                  <a16:creationId xmlns:a16="http://schemas.microsoft.com/office/drawing/2014/main" id="{0CDF3A6A-49A4-58CD-B4E0-A6F7FF9D3E7C}"/>
                </a:ext>
              </a:extLst>
            </p:cNvPr>
            <p:cNvSpPr/>
            <p:nvPr/>
          </p:nvSpPr>
          <p:spPr>
            <a:xfrm>
              <a:off x="4396050" y="4687050"/>
              <a:ext cx="7575" cy="4475"/>
            </a:xfrm>
            <a:custGeom>
              <a:avLst/>
              <a:gdLst/>
              <a:ahLst/>
              <a:cxnLst/>
              <a:rect l="l" t="t" r="r" b="b"/>
              <a:pathLst>
                <a:path w="303" h="179" extrusionOk="0">
                  <a:moveTo>
                    <a:pt x="251" y="0"/>
                  </a:moveTo>
                  <a:cubicBezTo>
                    <a:pt x="192" y="0"/>
                    <a:pt x="0" y="138"/>
                    <a:pt x="36" y="173"/>
                  </a:cubicBezTo>
                  <a:cubicBezTo>
                    <a:pt x="39" y="177"/>
                    <a:pt x="44" y="178"/>
                    <a:pt x="49" y="178"/>
                  </a:cubicBezTo>
                  <a:cubicBezTo>
                    <a:pt x="111" y="178"/>
                    <a:pt x="303" y="12"/>
                    <a:pt x="258" y="1"/>
                  </a:cubicBezTo>
                  <a:cubicBezTo>
                    <a:pt x="256" y="0"/>
                    <a:pt x="253" y="0"/>
                    <a:pt x="25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5" name="Google Shape;7941;p67">
              <a:extLst>
                <a:ext uri="{FF2B5EF4-FFF2-40B4-BE49-F238E27FC236}">
                  <a16:creationId xmlns:a16="http://schemas.microsoft.com/office/drawing/2014/main" id="{E8D55ED7-F65D-01A6-74F2-B3A80882161D}"/>
                </a:ext>
              </a:extLst>
            </p:cNvPr>
            <p:cNvSpPr/>
            <p:nvPr/>
          </p:nvSpPr>
          <p:spPr>
            <a:xfrm>
              <a:off x="4387475" y="4693175"/>
              <a:ext cx="5875" cy="3650"/>
            </a:xfrm>
            <a:custGeom>
              <a:avLst/>
              <a:gdLst/>
              <a:ahLst/>
              <a:cxnLst/>
              <a:rect l="l" t="t" r="r" b="b"/>
              <a:pathLst>
                <a:path w="235" h="146" extrusionOk="0">
                  <a:moveTo>
                    <a:pt x="214" y="1"/>
                  </a:moveTo>
                  <a:cubicBezTo>
                    <a:pt x="212" y="1"/>
                    <a:pt x="210" y="1"/>
                    <a:pt x="206" y="2"/>
                  </a:cubicBezTo>
                  <a:cubicBezTo>
                    <a:pt x="194" y="2"/>
                    <a:pt x="157" y="39"/>
                    <a:pt x="145" y="39"/>
                  </a:cubicBezTo>
                  <a:cubicBezTo>
                    <a:pt x="108" y="39"/>
                    <a:pt x="83" y="52"/>
                    <a:pt x="46" y="52"/>
                  </a:cubicBezTo>
                  <a:cubicBezTo>
                    <a:pt x="46" y="62"/>
                    <a:pt x="1" y="145"/>
                    <a:pt x="19" y="145"/>
                  </a:cubicBezTo>
                  <a:cubicBezTo>
                    <a:pt x="22" y="145"/>
                    <a:pt x="27" y="143"/>
                    <a:pt x="34" y="138"/>
                  </a:cubicBezTo>
                  <a:cubicBezTo>
                    <a:pt x="83" y="89"/>
                    <a:pt x="120" y="101"/>
                    <a:pt x="157" y="76"/>
                  </a:cubicBezTo>
                  <a:cubicBezTo>
                    <a:pt x="191" y="54"/>
                    <a:pt x="235" y="1"/>
                    <a:pt x="21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6" name="Google Shape;7942;p67">
              <a:extLst>
                <a:ext uri="{FF2B5EF4-FFF2-40B4-BE49-F238E27FC236}">
                  <a16:creationId xmlns:a16="http://schemas.microsoft.com/office/drawing/2014/main" id="{B20AB49E-BD8C-CA9E-FE86-74A0FFED1A09}"/>
                </a:ext>
              </a:extLst>
            </p:cNvPr>
            <p:cNvSpPr/>
            <p:nvPr/>
          </p:nvSpPr>
          <p:spPr>
            <a:xfrm>
              <a:off x="4380175" y="4696600"/>
              <a:ext cx="6125" cy="5850"/>
            </a:xfrm>
            <a:custGeom>
              <a:avLst/>
              <a:gdLst/>
              <a:ahLst/>
              <a:cxnLst/>
              <a:rect l="l" t="t" r="r" b="b"/>
              <a:pathLst>
                <a:path w="245" h="234" extrusionOk="0">
                  <a:moveTo>
                    <a:pt x="218" y="0"/>
                  </a:moveTo>
                  <a:cubicBezTo>
                    <a:pt x="217" y="0"/>
                    <a:pt x="216" y="1"/>
                    <a:pt x="215" y="1"/>
                  </a:cubicBezTo>
                  <a:cubicBezTo>
                    <a:pt x="178" y="1"/>
                    <a:pt x="42" y="210"/>
                    <a:pt x="18" y="210"/>
                  </a:cubicBezTo>
                  <a:cubicBezTo>
                    <a:pt x="1" y="219"/>
                    <a:pt x="13" y="233"/>
                    <a:pt x="35" y="233"/>
                  </a:cubicBezTo>
                  <a:cubicBezTo>
                    <a:pt x="44" y="233"/>
                    <a:pt x="56" y="230"/>
                    <a:pt x="67" y="223"/>
                  </a:cubicBezTo>
                  <a:cubicBezTo>
                    <a:pt x="115" y="199"/>
                    <a:pt x="244" y="0"/>
                    <a:pt x="21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7" name="Google Shape;7943;p67">
              <a:extLst>
                <a:ext uri="{FF2B5EF4-FFF2-40B4-BE49-F238E27FC236}">
                  <a16:creationId xmlns:a16="http://schemas.microsoft.com/office/drawing/2014/main" id="{7F398F84-464D-9E5B-9C17-21A8F1C06B77}"/>
                </a:ext>
              </a:extLst>
            </p:cNvPr>
            <p:cNvSpPr/>
            <p:nvPr/>
          </p:nvSpPr>
          <p:spPr>
            <a:xfrm>
              <a:off x="4379400" y="4707025"/>
              <a:ext cx="1525" cy="1050"/>
            </a:xfrm>
            <a:custGeom>
              <a:avLst/>
              <a:gdLst/>
              <a:ahLst/>
              <a:cxnLst/>
              <a:rect l="l" t="t" r="r" b="b"/>
              <a:pathLst>
                <a:path w="61" h="42" extrusionOk="0">
                  <a:moveTo>
                    <a:pt x="44" y="1"/>
                  </a:moveTo>
                  <a:cubicBezTo>
                    <a:pt x="42" y="1"/>
                    <a:pt x="39" y="1"/>
                    <a:pt x="37" y="3"/>
                  </a:cubicBezTo>
                  <a:cubicBezTo>
                    <a:pt x="4" y="3"/>
                    <a:pt x="0" y="42"/>
                    <a:pt x="26" y="42"/>
                  </a:cubicBezTo>
                  <a:cubicBezTo>
                    <a:pt x="29" y="42"/>
                    <a:pt x="32" y="41"/>
                    <a:pt x="37" y="40"/>
                  </a:cubicBezTo>
                  <a:cubicBezTo>
                    <a:pt x="58" y="40"/>
                    <a:pt x="61" y="1"/>
                    <a:pt x="4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8" name="Google Shape;7944;p67">
              <a:extLst>
                <a:ext uri="{FF2B5EF4-FFF2-40B4-BE49-F238E27FC236}">
                  <a16:creationId xmlns:a16="http://schemas.microsoft.com/office/drawing/2014/main" id="{72A23E1E-4306-F9C7-6110-7A812035DA81}"/>
                </a:ext>
              </a:extLst>
            </p:cNvPr>
            <p:cNvSpPr/>
            <p:nvPr/>
          </p:nvSpPr>
          <p:spPr>
            <a:xfrm>
              <a:off x="4372775" y="4702050"/>
              <a:ext cx="5000" cy="5250"/>
            </a:xfrm>
            <a:custGeom>
              <a:avLst/>
              <a:gdLst/>
              <a:ahLst/>
              <a:cxnLst/>
              <a:rect l="l" t="t" r="r" b="b"/>
              <a:pathLst>
                <a:path w="200" h="210" extrusionOk="0">
                  <a:moveTo>
                    <a:pt x="196" y="0"/>
                  </a:moveTo>
                  <a:cubicBezTo>
                    <a:pt x="195" y="0"/>
                    <a:pt x="194" y="2"/>
                    <a:pt x="191" y="5"/>
                  </a:cubicBezTo>
                  <a:cubicBezTo>
                    <a:pt x="141" y="42"/>
                    <a:pt x="117" y="42"/>
                    <a:pt x="80" y="79"/>
                  </a:cubicBezTo>
                  <a:cubicBezTo>
                    <a:pt x="59" y="121"/>
                    <a:pt x="1" y="209"/>
                    <a:pt x="9" y="209"/>
                  </a:cubicBezTo>
                  <a:cubicBezTo>
                    <a:pt x="10" y="209"/>
                    <a:pt x="13" y="207"/>
                    <a:pt x="18" y="202"/>
                  </a:cubicBezTo>
                  <a:cubicBezTo>
                    <a:pt x="52" y="168"/>
                    <a:pt x="199" y="0"/>
                    <a:pt x="19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9" name="Google Shape;7945;p67">
              <a:extLst>
                <a:ext uri="{FF2B5EF4-FFF2-40B4-BE49-F238E27FC236}">
                  <a16:creationId xmlns:a16="http://schemas.microsoft.com/office/drawing/2014/main" id="{46F851E7-D594-66CF-D519-9673C3363D3B}"/>
                </a:ext>
              </a:extLst>
            </p:cNvPr>
            <p:cNvSpPr/>
            <p:nvPr/>
          </p:nvSpPr>
          <p:spPr>
            <a:xfrm>
              <a:off x="4328850" y="4753275"/>
              <a:ext cx="2200" cy="3425"/>
            </a:xfrm>
            <a:custGeom>
              <a:avLst/>
              <a:gdLst/>
              <a:ahLst/>
              <a:cxnLst/>
              <a:rect l="l" t="t" r="r" b="b"/>
              <a:pathLst>
                <a:path w="88" h="137" extrusionOk="0">
                  <a:moveTo>
                    <a:pt x="76" y="0"/>
                  </a:moveTo>
                  <a:cubicBezTo>
                    <a:pt x="76" y="0"/>
                    <a:pt x="75" y="1"/>
                    <a:pt x="75" y="1"/>
                  </a:cubicBezTo>
                  <a:cubicBezTo>
                    <a:pt x="50" y="1"/>
                    <a:pt x="1" y="137"/>
                    <a:pt x="50" y="137"/>
                  </a:cubicBezTo>
                  <a:cubicBezTo>
                    <a:pt x="86" y="137"/>
                    <a:pt x="87" y="0"/>
                    <a:pt x="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0" name="Google Shape;7946;p67">
              <a:extLst>
                <a:ext uri="{FF2B5EF4-FFF2-40B4-BE49-F238E27FC236}">
                  <a16:creationId xmlns:a16="http://schemas.microsoft.com/office/drawing/2014/main" id="{5F4CACBF-FA55-C02A-3FFC-6A36A0D7B8D8}"/>
                </a:ext>
              </a:extLst>
            </p:cNvPr>
            <p:cNvSpPr/>
            <p:nvPr/>
          </p:nvSpPr>
          <p:spPr>
            <a:xfrm>
              <a:off x="4338100" y="4693500"/>
              <a:ext cx="37000" cy="33700"/>
            </a:xfrm>
            <a:custGeom>
              <a:avLst/>
              <a:gdLst/>
              <a:ahLst/>
              <a:cxnLst/>
              <a:rect l="l" t="t" r="r" b="b"/>
              <a:pathLst>
                <a:path w="1480" h="1348" extrusionOk="0">
                  <a:moveTo>
                    <a:pt x="507" y="1"/>
                  </a:moveTo>
                  <a:cubicBezTo>
                    <a:pt x="442" y="1"/>
                    <a:pt x="421" y="103"/>
                    <a:pt x="456" y="162"/>
                  </a:cubicBezTo>
                  <a:cubicBezTo>
                    <a:pt x="481" y="236"/>
                    <a:pt x="481" y="310"/>
                    <a:pt x="481" y="396"/>
                  </a:cubicBezTo>
                  <a:cubicBezTo>
                    <a:pt x="456" y="470"/>
                    <a:pt x="432" y="532"/>
                    <a:pt x="395" y="605"/>
                  </a:cubicBezTo>
                  <a:cubicBezTo>
                    <a:pt x="370" y="655"/>
                    <a:pt x="407" y="778"/>
                    <a:pt x="358" y="778"/>
                  </a:cubicBezTo>
                  <a:cubicBezTo>
                    <a:pt x="321" y="778"/>
                    <a:pt x="272" y="766"/>
                    <a:pt x="235" y="753"/>
                  </a:cubicBezTo>
                  <a:cubicBezTo>
                    <a:pt x="223" y="748"/>
                    <a:pt x="214" y="745"/>
                    <a:pt x="205" y="745"/>
                  </a:cubicBezTo>
                  <a:cubicBezTo>
                    <a:pt x="176" y="745"/>
                    <a:pt x="163" y="774"/>
                    <a:pt x="173" y="803"/>
                  </a:cubicBezTo>
                  <a:cubicBezTo>
                    <a:pt x="173" y="827"/>
                    <a:pt x="247" y="877"/>
                    <a:pt x="198" y="877"/>
                  </a:cubicBezTo>
                  <a:cubicBezTo>
                    <a:pt x="148" y="877"/>
                    <a:pt x="13" y="963"/>
                    <a:pt x="13" y="1024"/>
                  </a:cubicBezTo>
                  <a:cubicBezTo>
                    <a:pt x="0" y="1086"/>
                    <a:pt x="87" y="1148"/>
                    <a:pt x="87" y="1172"/>
                  </a:cubicBezTo>
                  <a:cubicBezTo>
                    <a:pt x="87" y="1209"/>
                    <a:pt x="62" y="1234"/>
                    <a:pt x="50" y="1283"/>
                  </a:cubicBezTo>
                  <a:cubicBezTo>
                    <a:pt x="41" y="1318"/>
                    <a:pt x="95" y="1347"/>
                    <a:pt x="136" y="1347"/>
                  </a:cubicBezTo>
                  <a:cubicBezTo>
                    <a:pt x="152" y="1347"/>
                    <a:pt x="166" y="1343"/>
                    <a:pt x="173" y="1332"/>
                  </a:cubicBezTo>
                  <a:cubicBezTo>
                    <a:pt x="198" y="1308"/>
                    <a:pt x="198" y="1258"/>
                    <a:pt x="222" y="1258"/>
                  </a:cubicBezTo>
                  <a:cubicBezTo>
                    <a:pt x="224" y="1257"/>
                    <a:pt x="227" y="1256"/>
                    <a:pt x="232" y="1256"/>
                  </a:cubicBezTo>
                  <a:cubicBezTo>
                    <a:pt x="248" y="1256"/>
                    <a:pt x="278" y="1267"/>
                    <a:pt x="296" y="1267"/>
                  </a:cubicBezTo>
                  <a:cubicBezTo>
                    <a:pt x="303" y="1267"/>
                    <a:pt x="309" y="1265"/>
                    <a:pt x="309" y="1258"/>
                  </a:cubicBezTo>
                  <a:cubicBezTo>
                    <a:pt x="309" y="1234"/>
                    <a:pt x="185" y="1111"/>
                    <a:pt x="173" y="1061"/>
                  </a:cubicBezTo>
                  <a:cubicBezTo>
                    <a:pt x="155" y="1025"/>
                    <a:pt x="190" y="1002"/>
                    <a:pt x="219" y="1002"/>
                  </a:cubicBezTo>
                  <a:cubicBezTo>
                    <a:pt x="230" y="1002"/>
                    <a:pt x="240" y="1005"/>
                    <a:pt x="247" y="1012"/>
                  </a:cubicBezTo>
                  <a:cubicBezTo>
                    <a:pt x="275" y="1031"/>
                    <a:pt x="267" y="1057"/>
                    <a:pt x="284" y="1057"/>
                  </a:cubicBezTo>
                  <a:cubicBezTo>
                    <a:pt x="290" y="1057"/>
                    <a:pt x="297" y="1055"/>
                    <a:pt x="309" y="1049"/>
                  </a:cubicBezTo>
                  <a:cubicBezTo>
                    <a:pt x="352" y="1027"/>
                    <a:pt x="433" y="958"/>
                    <a:pt x="485" y="958"/>
                  </a:cubicBezTo>
                  <a:cubicBezTo>
                    <a:pt x="493" y="958"/>
                    <a:pt x="500" y="960"/>
                    <a:pt x="506" y="963"/>
                  </a:cubicBezTo>
                  <a:cubicBezTo>
                    <a:pt x="552" y="986"/>
                    <a:pt x="786" y="1174"/>
                    <a:pt x="832" y="1174"/>
                  </a:cubicBezTo>
                  <a:cubicBezTo>
                    <a:pt x="835" y="1174"/>
                    <a:pt x="837" y="1174"/>
                    <a:pt x="838" y="1172"/>
                  </a:cubicBezTo>
                  <a:cubicBezTo>
                    <a:pt x="875" y="1148"/>
                    <a:pt x="925" y="852"/>
                    <a:pt x="1023" y="852"/>
                  </a:cubicBezTo>
                  <a:cubicBezTo>
                    <a:pt x="1048" y="855"/>
                    <a:pt x="1074" y="857"/>
                    <a:pt x="1099" y="857"/>
                  </a:cubicBezTo>
                  <a:cubicBezTo>
                    <a:pt x="1160" y="857"/>
                    <a:pt x="1221" y="848"/>
                    <a:pt x="1282" y="840"/>
                  </a:cubicBezTo>
                  <a:cubicBezTo>
                    <a:pt x="1307" y="827"/>
                    <a:pt x="1479" y="766"/>
                    <a:pt x="1417" y="766"/>
                  </a:cubicBezTo>
                  <a:cubicBezTo>
                    <a:pt x="1368" y="766"/>
                    <a:pt x="1307" y="741"/>
                    <a:pt x="1319" y="716"/>
                  </a:cubicBezTo>
                  <a:cubicBezTo>
                    <a:pt x="1331" y="679"/>
                    <a:pt x="1405" y="605"/>
                    <a:pt x="1368" y="605"/>
                  </a:cubicBezTo>
                  <a:cubicBezTo>
                    <a:pt x="1331" y="605"/>
                    <a:pt x="1294" y="605"/>
                    <a:pt x="1294" y="593"/>
                  </a:cubicBezTo>
                  <a:cubicBezTo>
                    <a:pt x="1294" y="568"/>
                    <a:pt x="1294" y="544"/>
                    <a:pt x="1307" y="532"/>
                  </a:cubicBezTo>
                  <a:cubicBezTo>
                    <a:pt x="1347" y="410"/>
                    <a:pt x="1350" y="374"/>
                    <a:pt x="1344" y="374"/>
                  </a:cubicBezTo>
                  <a:cubicBezTo>
                    <a:pt x="1341" y="374"/>
                    <a:pt x="1335" y="383"/>
                    <a:pt x="1331" y="396"/>
                  </a:cubicBezTo>
                  <a:cubicBezTo>
                    <a:pt x="1319" y="433"/>
                    <a:pt x="1282" y="519"/>
                    <a:pt x="1208" y="519"/>
                  </a:cubicBezTo>
                  <a:cubicBezTo>
                    <a:pt x="1134" y="519"/>
                    <a:pt x="1122" y="482"/>
                    <a:pt x="1072" y="458"/>
                  </a:cubicBezTo>
                  <a:cubicBezTo>
                    <a:pt x="1011" y="445"/>
                    <a:pt x="925" y="458"/>
                    <a:pt x="875" y="396"/>
                  </a:cubicBezTo>
                  <a:cubicBezTo>
                    <a:pt x="826" y="322"/>
                    <a:pt x="592" y="26"/>
                    <a:pt x="518" y="2"/>
                  </a:cubicBezTo>
                  <a:cubicBezTo>
                    <a:pt x="514" y="1"/>
                    <a:pt x="510" y="1"/>
                    <a:pt x="50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1" name="Google Shape;7947;p67">
              <a:extLst>
                <a:ext uri="{FF2B5EF4-FFF2-40B4-BE49-F238E27FC236}">
                  <a16:creationId xmlns:a16="http://schemas.microsoft.com/office/drawing/2014/main" id="{03FAAD1B-9A30-6187-0CC6-F86D318DD747}"/>
                </a:ext>
              </a:extLst>
            </p:cNvPr>
            <p:cNvSpPr/>
            <p:nvPr/>
          </p:nvSpPr>
          <p:spPr>
            <a:xfrm>
              <a:off x="4284800" y="4727150"/>
              <a:ext cx="67175" cy="64150"/>
            </a:xfrm>
            <a:custGeom>
              <a:avLst/>
              <a:gdLst/>
              <a:ahLst/>
              <a:cxnLst/>
              <a:rect l="l" t="t" r="r" b="b"/>
              <a:pathLst>
                <a:path w="2687" h="2566" extrusionOk="0">
                  <a:moveTo>
                    <a:pt x="2430" y="1"/>
                  </a:moveTo>
                  <a:cubicBezTo>
                    <a:pt x="2425" y="1"/>
                    <a:pt x="2421" y="4"/>
                    <a:pt x="2416" y="11"/>
                  </a:cubicBezTo>
                  <a:cubicBezTo>
                    <a:pt x="2391" y="36"/>
                    <a:pt x="2404" y="85"/>
                    <a:pt x="2416" y="85"/>
                  </a:cubicBezTo>
                  <a:cubicBezTo>
                    <a:pt x="2441" y="85"/>
                    <a:pt x="2490" y="97"/>
                    <a:pt x="2490" y="134"/>
                  </a:cubicBezTo>
                  <a:cubicBezTo>
                    <a:pt x="2477" y="171"/>
                    <a:pt x="2502" y="184"/>
                    <a:pt x="2441" y="184"/>
                  </a:cubicBezTo>
                  <a:cubicBezTo>
                    <a:pt x="2379" y="184"/>
                    <a:pt x="2367" y="171"/>
                    <a:pt x="2354" y="147"/>
                  </a:cubicBezTo>
                  <a:cubicBezTo>
                    <a:pt x="2344" y="127"/>
                    <a:pt x="2334" y="75"/>
                    <a:pt x="2318" y="75"/>
                  </a:cubicBezTo>
                  <a:cubicBezTo>
                    <a:pt x="2314" y="75"/>
                    <a:pt x="2310" y="78"/>
                    <a:pt x="2305" y="85"/>
                  </a:cubicBezTo>
                  <a:cubicBezTo>
                    <a:pt x="2280" y="122"/>
                    <a:pt x="2256" y="159"/>
                    <a:pt x="2243" y="196"/>
                  </a:cubicBezTo>
                  <a:cubicBezTo>
                    <a:pt x="2231" y="221"/>
                    <a:pt x="2169" y="282"/>
                    <a:pt x="2157" y="319"/>
                  </a:cubicBezTo>
                  <a:cubicBezTo>
                    <a:pt x="2157" y="341"/>
                    <a:pt x="2157" y="383"/>
                    <a:pt x="2175" y="383"/>
                  </a:cubicBezTo>
                  <a:cubicBezTo>
                    <a:pt x="2177" y="383"/>
                    <a:pt x="2179" y="382"/>
                    <a:pt x="2182" y="381"/>
                  </a:cubicBezTo>
                  <a:cubicBezTo>
                    <a:pt x="2188" y="375"/>
                    <a:pt x="2194" y="365"/>
                    <a:pt x="2199" y="365"/>
                  </a:cubicBezTo>
                  <a:cubicBezTo>
                    <a:pt x="2203" y="365"/>
                    <a:pt x="2206" y="375"/>
                    <a:pt x="2206" y="405"/>
                  </a:cubicBezTo>
                  <a:cubicBezTo>
                    <a:pt x="2194" y="455"/>
                    <a:pt x="2182" y="479"/>
                    <a:pt x="2182" y="516"/>
                  </a:cubicBezTo>
                  <a:cubicBezTo>
                    <a:pt x="2182" y="566"/>
                    <a:pt x="2243" y="553"/>
                    <a:pt x="2206" y="627"/>
                  </a:cubicBezTo>
                  <a:cubicBezTo>
                    <a:pt x="2169" y="713"/>
                    <a:pt x="2108" y="898"/>
                    <a:pt x="2071" y="984"/>
                  </a:cubicBezTo>
                  <a:cubicBezTo>
                    <a:pt x="2034" y="1058"/>
                    <a:pt x="1997" y="1132"/>
                    <a:pt x="1935" y="1206"/>
                  </a:cubicBezTo>
                  <a:cubicBezTo>
                    <a:pt x="1886" y="1268"/>
                    <a:pt x="1738" y="1453"/>
                    <a:pt x="1701" y="1453"/>
                  </a:cubicBezTo>
                  <a:cubicBezTo>
                    <a:pt x="1670" y="1453"/>
                    <a:pt x="1620" y="1480"/>
                    <a:pt x="1575" y="1480"/>
                  </a:cubicBezTo>
                  <a:cubicBezTo>
                    <a:pt x="1568" y="1480"/>
                    <a:pt x="1560" y="1479"/>
                    <a:pt x="1553" y="1477"/>
                  </a:cubicBezTo>
                  <a:cubicBezTo>
                    <a:pt x="1529" y="1477"/>
                    <a:pt x="1492" y="1465"/>
                    <a:pt x="1479" y="1428"/>
                  </a:cubicBezTo>
                  <a:cubicBezTo>
                    <a:pt x="1467" y="1403"/>
                    <a:pt x="1479" y="1379"/>
                    <a:pt x="1504" y="1366"/>
                  </a:cubicBezTo>
                  <a:cubicBezTo>
                    <a:pt x="1529" y="1354"/>
                    <a:pt x="1578" y="1292"/>
                    <a:pt x="1529" y="1292"/>
                  </a:cubicBezTo>
                  <a:cubicBezTo>
                    <a:pt x="1492" y="1292"/>
                    <a:pt x="1455" y="1354"/>
                    <a:pt x="1418" y="1366"/>
                  </a:cubicBezTo>
                  <a:cubicBezTo>
                    <a:pt x="1381" y="1379"/>
                    <a:pt x="1393" y="1366"/>
                    <a:pt x="1393" y="1403"/>
                  </a:cubicBezTo>
                  <a:cubicBezTo>
                    <a:pt x="1393" y="1465"/>
                    <a:pt x="1393" y="1514"/>
                    <a:pt x="1369" y="1576"/>
                  </a:cubicBezTo>
                  <a:cubicBezTo>
                    <a:pt x="1332" y="1650"/>
                    <a:pt x="1282" y="1724"/>
                    <a:pt x="1221" y="1798"/>
                  </a:cubicBezTo>
                  <a:cubicBezTo>
                    <a:pt x="1171" y="1822"/>
                    <a:pt x="1233" y="1785"/>
                    <a:pt x="1221" y="1847"/>
                  </a:cubicBezTo>
                  <a:cubicBezTo>
                    <a:pt x="1208" y="1896"/>
                    <a:pt x="1208" y="1896"/>
                    <a:pt x="1171" y="1909"/>
                  </a:cubicBezTo>
                  <a:cubicBezTo>
                    <a:pt x="1139" y="1920"/>
                    <a:pt x="1106" y="1960"/>
                    <a:pt x="1090" y="1960"/>
                  </a:cubicBezTo>
                  <a:cubicBezTo>
                    <a:pt x="1088" y="1960"/>
                    <a:pt x="1087" y="1959"/>
                    <a:pt x="1085" y="1958"/>
                  </a:cubicBezTo>
                  <a:cubicBezTo>
                    <a:pt x="1061" y="1958"/>
                    <a:pt x="1098" y="1909"/>
                    <a:pt x="1061" y="1909"/>
                  </a:cubicBezTo>
                  <a:cubicBezTo>
                    <a:pt x="1030" y="1896"/>
                    <a:pt x="996" y="1890"/>
                    <a:pt x="960" y="1890"/>
                  </a:cubicBezTo>
                  <a:cubicBezTo>
                    <a:pt x="925" y="1890"/>
                    <a:pt x="888" y="1896"/>
                    <a:pt x="851" y="1909"/>
                  </a:cubicBezTo>
                  <a:cubicBezTo>
                    <a:pt x="811" y="1928"/>
                    <a:pt x="747" y="1965"/>
                    <a:pt x="685" y="1965"/>
                  </a:cubicBezTo>
                  <a:cubicBezTo>
                    <a:pt x="670" y="1965"/>
                    <a:pt x="656" y="1963"/>
                    <a:pt x="642" y="1958"/>
                  </a:cubicBezTo>
                  <a:cubicBezTo>
                    <a:pt x="578" y="1940"/>
                    <a:pt x="568" y="1928"/>
                    <a:pt x="548" y="1928"/>
                  </a:cubicBezTo>
                  <a:cubicBezTo>
                    <a:pt x="540" y="1928"/>
                    <a:pt x="532" y="1930"/>
                    <a:pt x="518" y="1933"/>
                  </a:cubicBezTo>
                  <a:cubicBezTo>
                    <a:pt x="408" y="2007"/>
                    <a:pt x="297" y="2093"/>
                    <a:pt x="210" y="2192"/>
                  </a:cubicBezTo>
                  <a:cubicBezTo>
                    <a:pt x="161" y="2229"/>
                    <a:pt x="112" y="2266"/>
                    <a:pt x="50" y="2303"/>
                  </a:cubicBezTo>
                  <a:cubicBezTo>
                    <a:pt x="26" y="2315"/>
                    <a:pt x="1" y="2340"/>
                    <a:pt x="13" y="2377"/>
                  </a:cubicBezTo>
                  <a:cubicBezTo>
                    <a:pt x="24" y="2398"/>
                    <a:pt x="25" y="2428"/>
                    <a:pt x="49" y="2428"/>
                  </a:cubicBezTo>
                  <a:cubicBezTo>
                    <a:pt x="53" y="2428"/>
                    <a:pt x="57" y="2428"/>
                    <a:pt x="63" y="2426"/>
                  </a:cubicBezTo>
                  <a:cubicBezTo>
                    <a:pt x="93" y="2406"/>
                    <a:pt x="98" y="2386"/>
                    <a:pt x="119" y="2386"/>
                  </a:cubicBezTo>
                  <a:cubicBezTo>
                    <a:pt x="124" y="2386"/>
                    <a:pt x="130" y="2387"/>
                    <a:pt x="136" y="2389"/>
                  </a:cubicBezTo>
                  <a:cubicBezTo>
                    <a:pt x="169" y="2400"/>
                    <a:pt x="212" y="2440"/>
                    <a:pt x="247" y="2440"/>
                  </a:cubicBezTo>
                  <a:cubicBezTo>
                    <a:pt x="251" y="2440"/>
                    <a:pt x="256" y="2440"/>
                    <a:pt x="260" y="2438"/>
                  </a:cubicBezTo>
                  <a:cubicBezTo>
                    <a:pt x="284" y="2426"/>
                    <a:pt x="297" y="2389"/>
                    <a:pt x="358" y="2364"/>
                  </a:cubicBezTo>
                  <a:cubicBezTo>
                    <a:pt x="408" y="2352"/>
                    <a:pt x="481" y="2364"/>
                    <a:pt x="531" y="2327"/>
                  </a:cubicBezTo>
                  <a:cubicBezTo>
                    <a:pt x="592" y="2291"/>
                    <a:pt x="666" y="2266"/>
                    <a:pt x="740" y="2254"/>
                  </a:cubicBezTo>
                  <a:cubicBezTo>
                    <a:pt x="783" y="2232"/>
                    <a:pt x="789" y="2175"/>
                    <a:pt x="836" y="2175"/>
                  </a:cubicBezTo>
                  <a:cubicBezTo>
                    <a:pt x="844" y="2175"/>
                    <a:pt x="853" y="2176"/>
                    <a:pt x="863" y="2180"/>
                  </a:cubicBezTo>
                  <a:cubicBezTo>
                    <a:pt x="937" y="2204"/>
                    <a:pt x="1036" y="2204"/>
                    <a:pt x="1073" y="2217"/>
                  </a:cubicBezTo>
                  <a:cubicBezTo>
                    <a:pt x="1098" y="2229"/>
                    <a:pt x="1073" y="2266"/>
                    <a:pt x="1048" y="2303"/>
                  </a:cubicBezTo>
                  <a:cubicBezTo>
                    <a:pt x="1024" y="2340"/>
                    <a:pt x="1011" y="2389"/>
                    <a:pt x="1036" y="2426"/>
                  </a:cubicBezTo>
                  <a:cubicBezTo>
                    <a:pt x="1058" y="2491"/>
                    <a:pt x="1089" y="2566"/>
                    <a:pt x="1138" y="2566"/>
                  </a:cubicBezTo>
                  <a:cubicBezTo>
                    <a:pt x="1145" y="2566"/>
                    <a:pt x="1152" y="2565"/>
                    <a:pt x="1159" y="2562"/>
                  </a:cubicBezTo>
                  <a:cubicBezTo>
                    <a:pt x="1208" y="2537"/>
                    <a:pt x="1295" y="2352"/>
                    <a:pt x="1344" y="2340"/>
                  </a:cubicBezTo>
                  <a:cubicBezTo>
                    <a:pt x="1362" y="2332"/>
                    <a:pt x="1379" y="2331"/>
                    <a:pt x="1394" y="2331"/>
                  </a:cubicBezTo>
                  <a:cubicBezTo>
                    <a:pt x="1410" y="2331"/>
                    <a:pt x="1423" y="2333"/>
                    <a:pt x="1432" y="2333"/>
                  </a:cubicBezTo>
                  <a:cubicBezTo>
                    <a:pt x="1443" y="2333"/>
                    <a:pt x="1447" y="2329"/>
                    <a:pt x="1443" y="2315"/>
                  </a:cubicBezTo>
                  <a:cubicBezTo>
                    <a:pt x="1418" y="2278"/>
                    <a:pt x="1369" y="2278"/>
                    <a:pt x="1381" y="2217"/>
                  </a:cubicBezTo>
                  <a:cubicBezTo>
                    <a:pt x="1390" y="2161"/>
                    <a:pt x="1392" y="2113"/>
                    <a:pt x="1414" y="2113"/>
                  </a:cubicBezTo>
                  <a:cubicBezTo>
                    <a:pt x="1421" y="2113"/>
                    <a:pt x="1430" y="2118"/>
                    <a:pt x="1443" y="2130"/>
                  </a:cubicBezTo>
                  <a:cubicBezTo>
                    <a:pt x="1467" y="2155"/>
                    <a:pt x="1492" y="2192"/>
                    <a:pt x="1504" y="2241"/>
                  </a:cubicBezTo>
                  <a:cubicBezTo>
                    <a:pt x="1510" y="2247"/>
                    <a:pt x="1517" y="2250"/>
                    <a:pt x="1525" y="2250"/>
                  </a:cubicBezTo>
                  <a:cubicBezTo>
                    <a:pt x="1548" y="2250"/>
                    <a:pt x="1578" y="2229"/>
                    <a:pt x="1615" y="2229"/>
                  </a:cubicBezTo>
                  <a:cubicBezTo>
                    <a:pt x="1677" y="2229"/>
                    <a:pt x="1738" y="2204"/>
                    <a:pt x="1787" y="2167"/>
                  </a:cubicBezTo>
                  <a:cubicBezTo>
                    <a:pt x="1798" y="2146"/>
                    <a:pt x="1826" y="2073"/>
                    <a:pt x="1849" y="2073"/>
                  </a:cubicBezTo>
                  <a:cubicBezTo>
                    <a:pt x="1853" y="2073"/>
                    <a:pt x="1858" y="2075"/>
                    <a:pt x="1861" y="2081"/>
                  </a:cubicBezTo>
                  <a:cubicBezTo>
                    <a:pt x="1884" y="2126"/>
                    <a:pt x="1906" y="2232"/>
                    <a:pt x="1929" y="2232"/>
                  </a:cubicBezTo>
                  <a:cubicBezTo>
                    <a:pt x="1931" y="2232"/>
                    <a:pt x="1933" y="2231"/>
                    <a:pt x="1935" y="2229"/>
                  </a:cubicBezTo>
                  <a:cubicBezTo>
                    <a:pt x="1972" y="2155"/>
                    <a:pt x="1997" y="2093"/>
                    <a:pt x="2009" y="2019"/>
                  </a:cubicBezTo>
                  <a:cubicBezTo>
                    <a:pt x="2014" y="2005"/>
                    <a:pt x="2028" y="2002"/>
                    <a:pt x="2045" y="2002"/>
                  </a:cubicBezTo>
                  <a:cubicBezTo>
                    <a:pt x="2059" y="2002"/>
                    <a:pt x="2074" y="2004"/>
                    <a:pt x="2088" y="2004"/>
                  </a:cubicBezTo>
                  <a:cubicBezTo>
                    <a:pt x="2101" y="2004"/>
                    <a:pt x="2113" y="2002"/>
                    <a:pt x="2120" y="1995"/>
                  </a:cubicBezTo>
                  <a:cubicBezTo>
                    <a:pt x="2130" y="1965"/>
                    <a:pt x="2140" y="1911"/>
                    <a:pt x="2150" y="1911"/>
                  </a:cubicBezTo>
                  <a:cubicBezTo>
                    <a:pt x="2152" y="1911"/>
                    <a:pt x="2155" y="1914"/>
                    <a:pt x="2157" y="1921"/>
                  </a:cubicBezTo>
                  <a:cubicBezTo>
                    <a:pt x="2157" y="1970"/>
                    <a:pt x="2132" y="2106"/>
                    <a:pt x="2169" y="2106"/>
                  </a:cubicBezTo>
                  <a:cubicBezTo>
                    <a:pt x="2194" y="2093"/>
                    <a:pt x="2305" y="2044"/>
                    <a:pt x="2317" y="1995"/>
                  </a:cubicBezTo>
                  <a:cubicBezTo>
                    <a:pt x="2330" y="1933"/>
                    <a:pt x="2330" y="1933"/>
                    <a:pt x="2367" y="1909"/>
                  </a:cubicBezTo>
                  <a:cubicBezTo>
                    <a:pt x="2404" y="1884"/>
                    <a:pt x="2428" y="1884"/>
                    <a:pt x="2404" y="1835"/>
                  </a:cubicBezTo>
                  <a:cubicBezTo>
                    <a:pt x="2367" y="1785"/>
                    <a:pt x="2305" y="1773"/>
                    <a:pt x="2354" y="1637"/>
                  </a:cubicBezTo>
                  <a:cubicBezTo>
                    <a:pt x="2391" y="1551"/>
                    <a:pt x="2428" y="1465"/>
                    <a:pt x="2441" y="1366"/>
                  </a:cubicBezTo>
                  <a:cubicBezTo>
                    <a:pt x="2441" y="1305"/>
                    <a:pt x="2416" y="1194"/>
                    <a:pt x="2416" y="1132"/>
                  </a:cubicBezTo>
                  <a:cubicBezTo>
                    <a:pt x="2416" y="1077"/>
                    <a:pt x="2465" y="993"/>
                    <a:pt x="2493" y="993"/>
                  </a:cubicBezTo>
                  <a:cubicBezTo>
                    <a:pt x="2496" y="993"/>
                    <a:pt x="2499" y="994"/>
                    <a:pt x="2502" y="997"/>
                  </a:cubicBezTo>
                  <a:cubicBezTo>
                    <a:pt x="2522" y="1017"/>
                    <a:pt x="2535" y="1029"/>
                    <a:pt x="2544" y="1029"/>
                  </a:cubicBezTo>
                  <a:cubicBezTo>
                    <a:pt x="2552" y="1029"/>
                    <a:pt x="2558" y="1020"/>
                    <a:pt x="2564" y="997"/>
                  </a:cubicBezTo>
                  <a:cubicBezTo>
                    <a:pt x="2601" y="923"/>
                    <a:pt x="2638" y="837"/>
                    <a:pt x="2662" y="763"/>
                  </a:cubicBezTo>
                  <a:cubicBezTo>
                    <a:pt x="2687" y="639"/>
                    <a:pt x="2675" y="516"/>
                    <a:pt x="2625" y="393"/>
                  </a:cubicBezTo>
                  <a:cubicBezTo>
                    <a:pt x="2588" y="331"/>
                    <a:pt x="2551" y="245"/>
                    <a:pt x="2539" y="171"/>
                  </a:cubicBezTo>
                  <a:cubicBezTo>
                    <a:pt x="2539" y="110"/>
                    <a:pt x="2502" y="36"/>
                    <a:pt x="2477" y="36"/>
                  </a:cubicBezTo>
                  <a:cubicBezTo>
                    <a:pt x="2476" y="37"/>
                    <a:pt x="2474" y="37"/>
                    <a:pt x="2472" y="37"/>
                  </a:cubicBezTo>
                  <a:cubicBezTo>
                    <a:pt x="2455" y="37"/>
                    <a:pt x="2444" y="1"/>
                    <a:pt x="243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2" name="Google Shape;7948;p67">
              <a:extLst>
                <a:ext uri="{FF2B5EF4-FFF2-40B4-BE49-F238E27FC236}">
                  <a16:creationId xmlns:a16="http://schemas.microsoft.com/office/drawing/2014/main" id="{0F29C691-8F3E-B7F0-D72A-E61C91EA6EDA}"/>
                </a:ext>
              </a:extLst>
            </p:cNvPr>
            <p:cNvSpPr/>
            <p:nvPr/>
          </p:nvSpPr>
          <p:spPr>
            <a:xfrm>
              <a:off x="4307925" y="4783125"/>
              <a:ext cx="1850" cy="2350"/>
            </a:xfrm>
            <a:custGeom>
              <a:avLst/>
              <a:gdLst/>
              <a:ahLst/>
              <a:cxnLst/>
              <a:rect l="l" t="t" r="r" b="b"/>
              <a:pathLst>
                <a:path w="74" h="94" extrusionOk="0">
                  <a:moveTo>
                    <a:pt x="70" y="1"/>
                  </a:moveTo>
                  <a:cubicBezTo>
                    <a:pt x="51" y="1"/>
                    <a:pt x="0" y="54"/>
                    <a:pt x="0" y="76"/>
                  </a:cubicBezTo>
                  <a:cubicBezTo>
                    <a:pt x="9" y="85"/>
                    <a:pt x="30" y="94"/>
                    <a:pt x="46" y="94"/>
                  </a:cubicBezTo>
                  <a:cubicBezTo>
                    <a:pt x="52" y="94"/>
                    <a:pt x="58" y="92"/>
                    <a:pt x="62" y="88"/>
                  </a:cubicBezTo>
                  <a:cubicBezTo>
                    <a:pt x="74" y="52"/>
                    <a:pt x="74" y="27"/>
                    <a:pt x="74" y="2"/>
                  </a:cubicBezTo>
                  <a:cubicBezTo>
                    <a:pt x="73" y="1"/>
                    <a:pt x="71" y="1"/>
                    <a:pt x="7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3" name="Google Shape;7949;p67">
              <a:extLst>
                <a:ext uri="{FF2B5EF4-FFF2-40B4-BE49-F238E27FC236}">
                  <a16:creationId xmlns:a16="http://schemas.microsoft.com/office/drawing/2014/main" id="{69259BD1-61CB-7AA4-CE4F-B0759A4A6C2A}"/>
                </a:ext>
              </a:extLst>
            </p:cNvPr>
            <p:cNvSpPr/>
            <p:nvPr/>
          </p:nvSpPr>
          <p:spPr>
            <a:xfrm>
              <a:off x="4292825" y="4784450"/>
              <a:ext cx="15100" cy="12025"/>
            </a:xfrm>
            <a:custGeom>
              <a:avLst/>
              <a:gdLst/>
              <a:ahLst/>
              <a:cxnLst/>
              <a:rect l="l" t="t" r="r" b="b"/>
              <a:pathLst>
                <a:path w="604" h="481" extrusionOk="0">
                  <a:moveTo>
                    <a:pt x="435" y="1"/>
                  </a:moveTo>
                  <a:cubicBezTo>
                    <a:pt x="406" y="1"/>
                    <a:pt x="375" y="21"/>
                    <a:pt x="358" y="48"/>
                  </a:cubicBezTo>
                  <a:cubicBezTo>
                    <a:pt x="323" y="71"/>
                    <a:pt x="279" y="135"/>
                    <a:pt x="262" y="135"/>
                  </a:cubicBezTo>
                  <a:cubicBezTo>
                    <a:pt x="261" y="135"/>
                    <a:pt x="260" y="135"/>
                    <a:pt x="259" y="134"/>
                  </a:cubicBezTo>
                  <a:cubicBezTo>
                    <a:pt x="238" y="123"/>
                    <a:pt x="235" y="95"/>
                    <a:pt x="227" y="95"/>
                  </a:cubicBezTo>
                  <a:cubicBezTo>
                    <a:pt x="225" y="95"/>
                    <a:pt x="224" y="95"/>
                    <a:pt x="222" y="97"/>
                  </a:cubicBezTo>
                  <a:cubicBezTo>
                    <a:pt x="197" y="109"/>
                    <a:pt x="123" y="257"/>
                    <a:pt x="87" y="257"/>
                  </a:cubicBezTo>
                  <a:cubicBezTo>
                    <a:pt x="50" y="257"/>
                    <a:pt x="0" y="257"/>
                    <a:pt x="37" y="282"/>
                  </a:cubicBezTo>
                  <a:cubicBezTo>
                    <a:pt x="74" y="294"/>
                    <a:pt x="87" y="380"/>
                    <a:pt x="111" y="405"/>
                  </a:cubicBezTo>
                  <a:cubicBezTo>
                    <a:pt x="122" y="438"/>
                    <a:pt x="143" y="481"/>
                    <a:pt x="165" y="481"/>
                  </a:cubicBezTo>
                  <a:cubicBezTo>
                    <a:pt x="167" y="481"/>
                    <a:pt x="170" y="480"/>
                    <a:pt x="173" y="479"/>
                  </a:cubicBezTo>
                  <a:cubicBezTo>
                    <a:pt x="185" y="454"/>
                    <a:pt x="247" y="319"/>
                    <a:pt x="296" y="294"/>
                  </a:cubicBezTo>
                  <a:cubicBezTo>
                    <a:pt x="322" y="284"/>
                    <a:pt x="350" y="280"/>
                    <a:pt x="375" y="280"/>
                  </a:cubicBezTo>
                  <a:cubicBezTo>
                    <a:pt x="409" y="280"/>
                    <a:pt x="437" y="287"/>
                    <a:pt x="444" y="294"/>
                  </a:cubicBezTo>
                  <a:cubicBezTo>
                    <a:pt x="444" y="298"/>
                    <a:pt x="449" y="299"/>
                    <a:pt x="457" y="299"/>
                  </a:cubicBezTo>
                  <a:cubicBezTo>
                    <a:pt x="476" y="299"/>
                    <a:pt x="509" y="291"/>
                    <a:pt x="518" y="282"/>
                  </a:cubicBezTo>
                  <a:cubicBezTo>
                    <a:pt x="530" y="257"/>
                    <a:pt x="579" y="196"/>
                    <a:pt x="592" y="171"/>
                  </a:cubicBezTo>
                  <a:cubicBezTo>
                    <a:pt x="604" y="146"/>
                    <a:pt x="567" y="72"/>
                    <a:pt x="542" y="60"/>
                  </a:cubicBezTo>
                  <a:cubicBezTo>
                    <a:pt x="518" y="48"/>
                    <a:pt x="493" y="35"/>
                    <a:pt x="468" y="11"/>
                  </a:cubicBezTo>
                  <a:cubicBezTo>
                    <a:pt x="458" y="4"/>
                    <a:pt x="447" y="1"/>
                    <a:pt x="43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4" name="Google Shape;7950;p67">
              <a:extLst>
                <a:ext uri="{FF2B5EF4-FFF2-40B4-BE49-F238E27FC236}">
                  <a16:creationId xmlns:a16="http://schemas.microsoft.com/office/drawing/2014/main" id="{06BB68EB-2DF1-222E-CF14-086B2E1ADE33}"/>
                </a:ext>
              </a:extLst>
            </p:cNvPr>
            <p:cNvSpPr/>
            <p:nvPr/>
          </p:nvSpPr>
          <p:spPr>
            <a:xfrm>
              <a:off x="4277425" y="4788400"/>
              <a:ext cx="13575" cy="22150"/>
            </a:xfrm>
            <a:custGeom>
              <a:avLst/>
              <a:gdLst/>
              <a:ahLst/>
              <a:cxnLst/>
              <a:rect l="l" t="t" r="r" b="b"/>
              <a:pathLst>
                <a:path w="543" h="886" extrusionOk="0">
                  <a:moveTo>
                    <a:pt x="284" y="1"/>
                  </a:moveTo>
                  <a:cubicBezTo>
                    <a:pt x="247" y="13"/>
                    <a:pt x="210" y="38"/>
                    <a:pt x="197" y="62"/>
                  </a:cubicBezTo>
                  <a:cubicBezTo>
                    <a:pt x="173" y="87"/>
                    <a:pt x="99" y="112"/>
                    <a:pt x="86" y="124"/>
                  </a:cubicBezTo>
                  <a:cubicBezTo>
                    <a:pt x="86" y="136"/>
                    <a:pt x="74" y="149"/>
                    <a:pt x="62" y="161"/>
                  </a:cubicBezTo>
                  <a:cubicBezTo>
                    <a:pt x="49" y="161"/>
                    <a:pt x="0" y="198"/>
                    <a:pt x="13" y="222"/>
                  </a:cubicBezTo>
                  <a:cubicBezTo>
                    <a:pt x="25" y="235"/>
                    <a:pt x="25" y="235"/>
                    <a:pt x="37" y="284"/>
                  </a:cubicBezTo>
                  <a:cubicBezTo>
                    <a:pt x="37" y="326"/>
                    <a:pt x="28" y="376"/>
                    <a:pt x="33" y="376"/>
                  </a:cubicBezTo>
                  <a:cubicBezTo>
                    <a:pt x="34" y="376"/>
                    <a:pt x="35" y="374"/>
                    <a:pt x="37" y="370"/>
                  </a:cubicBezTo>
                  <a:cubicBezTo>
                    <a:pt x="57" y="350"/>
                    <a:pt x="69" y="314"/>
                    <a:pt x="79" y="314"/>
                  </a:cubicBezTo>
                  <a:cubicBezTo>
                    <a:pt x="82" y="314"/>
                    <a:pt x="84" y="316"/>
                    <a:pt x="86" y="321"/>
                  </a:cubicBezTo>
                  <a:cubicBezTo>
                    <a:pt x="95" y="330"/>
                    <a:pt x="109" y="344"/>
                    <a:pt x="117" y="344"/>
                  </a:cubicBezTo>
                  <a:cubicBezTo>
                    <a:pt x="121" y="344"/>
                    <a:pt x="123" y="341"/>
                    <a:pt x="123" y="333"/>
                  </a:cubicBezTo>
                  <a:cubicBezTo>
                    <a:pt x="136" y="309"/>
                    <a:pt x="111" y="259"/>
                    <a:pt x="123" y="247"/>
                  </a:cubicBezTo>
                  <a:cubicBezTo>
                    <a:pt x="130" y="245"/>
                    <a:pt x="136" y="244"/>
                    <a:pt x="143" y="244"/>
                  </a:cubicBezTo>
                  <a:cubicBezTo>
                    <a:pt x="172" y="244"/>
                    <a:pt x="197" y="266"/>
                    <a:pt x="197" y="296"/>
                  </a:cubicBezTo>
                  <a:cubicBezTo>
                    <a:pt x="197" y="346"/>
                    <a:pt x="222" y="370"/>
                    <a:pt x="197" y="407"/>
                  </a:cubicBezTo>
                  <a:cubicBezTo>
                    <a:pt x="185" y="469"/>
                    <a:pt x="160" y="531"/>
                    <a:pt x="136" y="580"/>
                  </a:cubicBezTo>
                  <a:cubicBezTo>
                    <a:pt x="123" y="617"/>
                    <a:pt x="173" y="617"/>
                    <a:pt x="173" y="666"/>
                  </a:cubicBezTo>
                  <a:cubicBezTo>
                    <a:pt x="173" y="703"/>
                    <a:pt x="136" y="814"/>
                    <a:pt x="160" y="814"/>
                  </a:cubicBezTo>
                  <a:cubicBezTo>
                    <a:pt x="185" y="814"/>
                    <a:pt x="197" y="814"/>
                    <a:pt x="210" y="777"/>
                  </a:cubicBezTo>
                  <a:cubicBezTo>
                    <a:pt x="210" y="740"/>
                    <a:pt x="234" y="666"/>
                    <a:pt x="247" y="666"/>
                  </a:cubicBezTo>
                  <a:cubicBezTo>
                    <a:pt x="259" y="666"/>
                    <a:pt x="259" y="691"/>
                    <a:pt x="247" y="703"/>
                  </a:cubicBezTo>
                  <a:cubicBezTo>
                    <a:pt x="234" y="728"/>
                    <a:pt x="234" y="703"/>
                    <a:pt x="247" y="752"/>
                  </a:cubicBezTo>
                  <a:cubicBezTo>
                    <a:pt x="259" y="789"/>
                    <a:pt x="271" y="826"/>
                    <a:pt x="271" y="863"/>
                  </a:cubicBezTo>
                  <a:cubicBezTo>
                    <a:pt x="271" y="879"/>
                    <a:pt x="278" y="886"/>
                    <a:pt x="285" y="886"/>
                  </a:cubicBezTo>
                  <a:cubicBezTo>
                    <a:pt x="296" y="886"/>
                    <a:pt x="308" y="872"/>
                    <a:pt x="308" y="851"/>
                  </a:cubicBezTo>
                  <a:cubicBezTo>
                    <a:pt x="321" y="814"/>
                    <a:pt x="333" y="765"/>
                    <a:pt x="358" y="752"/>
                  </a:cubicBezTo>
                  <a:cubicBezTo>
                    <a:pt x="394" y="715"/>
                    <a:pt x="431" y="654"/>
                    <a:pt x="444" y="604"/>
                  </a:cubicBezTo>
                  <a:cubicBezTo>
                    <a:pt x="468" y="518"/>
                    <a:pt x="493" y="432"/>
                    <a:pt x="530" y="358"/>
                  </a:cubicBezTo>
                  <a:cubicBezTo>
                    <a:pt x="542" y="296"/>
                    <a:pt x="530" y="222"/>
                    <a:pt x="493" y="173"/>
                  </a:cubicBezTo>
                  <a:cubicBezTo>
                    <a:pt x="468" y="161"/>
                    <a:pt x="493" y="136"/>
                    <a:pt x="468" y="99"/>
                  </a:cubicBezTo>
                  <a:cubicBezTo>
                    <a:pt x="462" y="87"/>
                    <a:pt x="444" y="87"/>
                    <a:pt x="424" y="87"/>
                  </a:cubicBezTo>
                  <a:cubicBezTo>
                    <a:pt x="404" y="87"/>
                    <a:pt x="382" y="87"/>
                    <a:pt x="370" y="75"/>
                  </a:cubicBezTo>
                  <a:cubicBezTo>
                    <a:pt x="358" y="50"/>
                    <a:pt x="345" y="25"/>
                    <a:pt x="33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5" name="Google Shape;7951;p67">
              <a:extLst>
                <a:ext uri="{FF2B5EF4-FFF2-40B4-BE49-F238E27FC236}">
                  <a16:creationId xmlns:a16="http://schemas.microsoft.com/office/drawing/2014/main" id="{8F1C9F7B-95C8-D419-8976-681C772A578E}"/>
                </a:ext>
              </a:extLst>
            </p:cNvPr>
            <p:cNvSpPr/>
            <p:nvPr/>
          </p:nvSpPr>
          <p:spPr>
            <a:xfrm>
              <a:off x="4265425" y="4842925"/>
              <a:ext cx="4325" cy="4175"/>
            </a:xfrm>
            <a:custGeom>
              <a:avLst/>
              <a:gdLst/>
              <a:ahLst/>
              <a:cxnLst/>
              <a:rect l="l" t="t" r="r" b="b"/>
              <a:pathLst>
                <a:path w="173" h="167" extrusionOk="0">
                  <a:moveTo>
                    <a:pt x="172" y="1"/>
                  </a:moveTo>
                  <a:cubicBezTo>
                    <a:pt x="111" y="1"/>
                    <a:pt x="86" y="1"/>
                    <a:pt x="61" y="25"/>
                  </a:cubicBezTo>
                  <a:cubicBezTo>
                    <a:pt x="50" y="47"/>
                    <a:pt x="0" y="167"/>
                    <a:pt x="7" y="167"/>
                  </a:cubicBezTo>
                  <a:cubicBezTo>
                    <a:pt x="8" y="167"/>
                    <a:pt x="9" y="165"/>
                    <a:pt x="12" y="161"/>
                  </a:cubicBezTo>
                  <a:cubicBezTo>
                    <a:pt x="49" y="124"/>
                    <a:pt x="86" y="111"/>
                    <a:pt x="111" y="75"/>
                  </a:cubicBezTo>
                  <a:cubicBezTo>
                    <a:pt x="135" y="50"/>
                    <a:pt x="172" y="1"/>
                    <a:pt x="17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6" name="Google Shape;7952;p67">
              <a:extLst>
                <a:ext uri="{FF2B5EF4-FFF2-40B4-BE49-F238E27FC236}">
                  <a16:creationId xmlns:a16="http://schemas.microsoft.com/office/drawing/2014/main" id="{00811BF8-9DC5-52A6-D948-46DD59E470CD}"/>
                </a:ext>
              </a:extLst>
            </p:cNvPr>
            <p:cNvSpPr/>
            <p:nvPr/>
          </p:nvSpPr>
          <p:spPr>
            <a:xfrm>
              <a:off x="4275250" y="4830000"/>
              <a:ext cx="2500" cy="1375"/>
            </a:xfrm>
            <a:custGeom>
              <a:avLst/>
              <a:gdLst/>
              <a:ahLst/>
              <a:cxnLst/>
              <a:rect l="l" t="t" r="r" b="b"/>
              <a:pathLst>
                <a:path w="100" h="55" extrusionOk="0">
                  <a:moveTo>
                    <a:pt x="100" y="0"/>
                  </a:moveTo>
                  <a:cubicBezTo>
                    <a:pt x="75" y="0"/>
                    <a:pt x="1" y="37"/>
                    <a:pt x="13" y="49"/>
                  </a:cubicBezTo>
                  <a:cubicBezTo>
                    <a:pt x="13" y="53"/>
                    <a:pt x="15" y="54"/>
                    <a:pt x="18" y="54"/>
                  </a:cubicBezTo>
                  <a:cubicBezTo>
                    <a:pt x="36" y="54"/>
                    <a:pt x="100" y="0"/>
                    <a:pt x="10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7" name="Google Shape;7953;p67">
              <a:extLst>
                <a:ext uri="{FF2B5EF4-FFF2-40B4-BE49-F238E27FC236}">
                  <a16:creationId xmlns:a16="http://schemas.microsoft.com/office/drawing/2014/main" id="{FD2564C5-CE85-F0C0-732F-8E123853E4DA}"/>
                </a:ext>
              </a:extLst>
            </p:cNvPr>
            <p:cNvSpPr/>
            <p:nvPr/>
          </p:nvSpPr>
          <p:spPr>
            <a:xfrm>
              <a:off x="4243525" y="4858950"/>
              <a:ext cx="2200" cy="1875"/>
            </a:xfrm>
            <a:custGeom>
              <a:avLst/>
              <a:gdLst/>
              <a:ahLst/>
              <a:cxnLst/>
              <a:rect l="l" t="t" r="r" b="b"/>
              <a:pathLst>
                <a:path w="88" h="75" extrusionOk="0">
                  <a:moveTo>
                    <a:pt x="62" y="0"/>
                  </a:moveTo>
                  <a:cubicBezTo>
                    <a:pt x="25" y="0"/>
                    <a:pt x="1" y="74"/>
                    <a:pt x="38" y="74"/>
                  </a:cubicBezTo>
                  <a:cubicBezTo>
                    <a:pt x="75" y="74"/>
                    <a:pt x="87" y="0"/>
                    <a:pt x="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8" name="Google Shape;7954;p67">
              <a:extLst>
                <a:ext uri="{FF2B5EF4-FFF2-40B4-BE49-F238E27FC236}">
                  <a16:creationId xmlns:a16="http://schemas.microsoft.com/office/drawing/2014/main" id="{5A27C04B-13FE-CE40-034A-3C523FBC6226}"/>
                </a:ext>
              </a:extLst>
            </p:cNvPr>
            <p:cNvSpPr/>
            <p:nvPr/>
          </p:nvSpPr>
          <p:spPr>
            <a:xfrm>
              <a:off x="4219200" y="4854550"/>
              <a:ext cx="11425" cy="23025"/>
            </a:xfrm>
            <a:custGeom>
              <a:avLst/>
              <a:gdLst/>
              <a:ahLst/>
              <a:cxnLst/>
              <a:rect l="l" t="t" r="r" b="b"/>
              <a:pathLst>
                <a:path w="457" h="921" extrusionOk="0">
                  <a:moveTo>
                    <a:pt x="391" y="0"/>
                  </a:moveTo>
                  <a:cubicBezTo>
                    <a:pt x="335" y="0"/>
                    <a:pt x="230" y="97"/>
                    <a:pt x="185" y="164"/>
                  </a:cubicBezTo>
                  <a:cubicBezTo>
                    <a:pt x="136" y="250"/>
                    <a:pt x="0" y="509"/>
                    <a:pt x="50" y="644"/>
                  </a:cubicBezTo>
                  <a:cubicBezTo>
                    <a:pt x="94" y="767"/>
                    <a:pt x="180" y="921"/>
                    <a:pt x="195" y="921"/>
                  </a:cubicBezTo>
                  <a:cubicBezTo>
                    <a:pt x="197" y="921"/>
                    <a:pt x="198" y="919"/>
                    <a:pt x="198" y="916"/>
                  </a:cubicBezTo>
                  <a:cubicBezTo>
                    <a:pt x="210" y="891"/>
                    <a:pt x="321" y="608"/>
                    <a:pt x="358" y="546"/>
                  </a:cubicBezTo>
                  <a:cubicBezTo>
                    <a:pt x="382" y="472"/>
                    <a:pt x="419" y="275"/>
                    <a:pt x="432" y="226"/>
                  </a:cubicBezTo>
                  <a:cubicBezTo>
                    <a:pt x="456" y="176"/>
                    <a:pt x="456" y="28"/>
                    <a:pt x="407" y="4"/>
                  </a:cubicBezTo>
                  <a:cubicBezTo>
                    <a:pt x="402" y="1"/>
                    <a:pt x="397" y="0"/>
                    <a:pt x="39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9" name="Google Shape;7955;p67">
              <a:extLst>
                <a:ext uri="{FF2B5EF4-FFF2-40B4-BE49-F238E27FC236}">
                  <a16:creationId xmlns:a16="http://schemas.microsoft.com/office/drawing/2014/main" id="{E4544E03-A97A-C006-94BE-7E18C6E78B8B}"/>
                </a:ext>
              </a:extLst>
            </p:cNvPr>
            <p:cNvSpPr/>
            <p:nvPr/>
          </p:nvSpPr>
          <p:spPr>
            <a:xfrm>
              <a:off x="4151425" y="4892200"/>
              <a:ext cx="15750" cy="12950"/>
            </a:xfrm>
            <a:custGeom>
              <a:avLst/>
              <a:gdLst/>
              <a:ahLst/>
              <a:cxnLst/>
              <a:rect l="l" t="t" r="r" b="b"/>
              <a:pathLst>
                <a:path w="630" h="518" extrusionOk="0">
                  <a:moveTo>
                    <a:pt x="359" y="1"/>
                  </a:moveTo>
                  <a:cubicBezTo>
                    <a:pt x="316" y="1"/>
                    <a:pt x="272" y="13"/>
                    <a:pt x="235" y="50"/>
                  </a:cubicBezTo>
                  <a:cubicBezTo>
                    <a:pt x="124" y="149"/>
                    <a:pt x="1" y="247"/>
                    <a:pt x="13" y="334"/>
                  </a:cubicBezTo>
                  <a:cubicBezTo>
                    <a:pt x="34" y="417"/>
                    <a:pt x="98" y="517"/>
                    <a:pt x="207" y="517"/>
                  </a:cubicBezTo>
                  <a:cubicBezTo>
                    <a:pt x="227" y="517"/>
                    <a:pt x="249" y="514"/>
                    <a:pt x="272" y="506"/>
                  </a:cubicBezTo>
                  <a:cubicBezTo>
                    <a:pt x="407" y="445"/>
                    <a:pt x="444" y="395"/>
                    <a:pt x="481" y="297"/>
                  </a:cubicBezTo>
                  <a:cubicBezTo>
                    <a:pt x="506" y="198"/>
                    <a:pt x="629" y="50"/>
                    <a:pt x="568" y="50"/>
                  </a:cubicBezTo>
                  <a:cubicBezTo>
                    <a:pt x="535" y="50"/>
                    <a:pt x="447" y="1"/>
                    <a:pt x="35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0" name="Google Shape;7956;p67">
              <a:extLst>
                <a:ext uri="{FF2B5EF4-FFF2-40B4-BE49-F238E27FC236}">
                  <a16:creationId xmlns:a16="http://schemas.microsoft.com/office/drawing/2014/main" id="{29CD3628-2510-DE19-5AE2-247BE123EC82}"/>
                </a:ext>
              </a:extLst>
            </p:cNvPr>
            <p:cNvSpPr/>
            <p:nvPr/>
          </p:nvSpPr>
          <p:spPr>
            <a:xfrm>
              <a:off x="4218575" y="4903425"/>
              <a:ext cx="21600" cy="37650"/>
            </a:xfrm>
            <a:custGeom>
              <a:avLst/>
              <a:gdLst/>
              <a:ahLst/>
              <a:cxnLst/>
              <a:rect l="l" t="t" r="r" b="b"/>
              <a:pathLst>
                <a:path w="864" h="1506" extrusionOk="0">
                  <a:moveTo>
                    <a:pt x="318" y="0"/>
                  </a:moveTo>
                  <a:cubicBezTo>
                    <a:pt x="255" y="0"/>
                    <a:pt x="203" y="36"/>
                    <a:pt x="173" y="94"/>
                  </a:cubicBezTo>
                  <a:cubicBezTo>
                    <a:pt x="149" y="156"/>
                    <a:pt x="173" y="341"/>
                    <a:pt x="149" y="439"/>
                  </a:cubicBezTo>
                  <a:cubicBezTo>
                    <a:pt x="136" y="501"/>
                    <a:pt x="124" y="575"/>
                    <a:pt x="124" y="636"/>
                  </a:cubicBezTo>
                  <a:cubicBezTo>
                    <a:pt x="136" y="686"/>
                    <a:pt x="124" y="698"/>
                    <a:pt x="75" y="698"/>
                  </a:cubicBezTo>
                  <a:cubicBezTo>
                    <a:pt x="34" y="698"/>
                    <a:pt x="14" y="660"/>
                    <a:pt x="6" y="660"/>
                  </a:cubicBezTo>
                  <a:cubicBezTo>
                    <a:pt x="2" y="660"/>
                    <a:pt x="1" y="669"/>
                    <a:pt x="1" y="698"/>
                  </a:cubicBezTo>
                  <a:cubicBezTo>
                    <a:pt x="13" y="821"/>
                    <a:pt x="50" y="932"/>
                    <a:pt x="87" y="1043"/>
                  </a:cubicBezTo>
                  <a:cubicBezTo>
                    <a:pt x="97" y="1102"/>
                    <a:pt x="91" y="1168"/>
                    <a:pt x="107" y="1168"/>
                  </a:cubicBezTo>
                  <a:cubicBezTo>
                    <a:pt x="111" y="1168"/>
                    <a:pt x="116" y="1164"/>
                    <a:pt x="124" y="1154"/>
                  </a:cubicBezTo>
                  <a:cubicBezTo>
                    <a:pt x="156" y="1122"/>
                    <a:pt x="179" y="1063"/>
                    <a:pt x="208" y="1063"/>
                  </a:cubicBezTo>
                  <a:cubicBezTo>
                    <a:pt x="213" y="1063"/>
                    <a:pt x="217" y="1064"/>
                    <a:pt x="223" y="1068"/>
                  </a:cubicBezTo>
                  <a:cubicBezTo>
                    <a:pt x="257" y="1091"/>
                    <a:pt x="347" y="1179"/>
                    <a:pt x="306" y="1179"/>
                  </a:cubicBezTo>
                  <a:cubicBezTo>
                    <a:pt x="303" y="1179"/>
                    <a:pt x="300" y="1179"/>
                    <a:pt x="297" y="1178"/>
                  </a:cubicBezTo>
                  <a:cubicBezTo>
                    <a:pt x="223" y="1178"/>
                    <a:pt x="186" y="1191"/>
                    <a:pt x="186" y="1240"/>
                  </a:cubicBezTo>
                  <a:cubicBezTo>
                    <a:pt x="186" y="1302"/>
                    <a:pt x="260" y="1413"/>
                    <a:pt x="321" y="1413"/>
                  </a:cubicBezTo>
                  <a:cubicBezTo>
                    <a:pt x="395" y="1413"/>
                    <a:pt x="432" y="1314"/>
                    <a:pt x="457" y="1314"/>
                  </a:cubicBezTo>
                  <a:cubicBezTo>
                    <a:pt x="494" y="1314"/>
                    <a:pt x="543" y="1363"/>
                    <a:pt x="617" y="1425"/>
                  </a:cubicBezTo>
                  <a:cubicBezTo>
                    <a:pt x="660" y="1459"/>
                    <a:pt x="703" y="1505"/>
                    <a:pt x="712" y="1505"/>
                  </a:cubicBezTo>
                  <a:cubicBezTo>
                    <a:pt x="716" y="1505"/>
                    <a:pt x="714" y="1497"/>
                    <a:pt x="703" y="1474"/>
                  </a:cubicBezTo>
                  <a:cubicBezTo>
                    <a:pt x="662" y="1412"/>
                    <a:pt x="612" y="1342"/>
                    <a:pt x="626" y="1342"/>
                  </a:cubicBezTo>
                  <a:cubicBezTo>
                    <a:pt x="628" y="1342"/>
                    <a:pt x="633" y="1345"/>
                    <a:pt x="642" y="1351"/>
                  </a:cubicBezTo>
                  <a:cubicBezTo>
                    <a:pt x="693" y="1382"/>
                    <a:pt x="710" y="1446"/>
                    <a:pt x="735" y="1446"/>
                  </a:cubicBezTo>
                  <a:cubicBezTo>
                    <a:pt x="741" y="1446"/>
                    <a:pt x="746" y="1443"/>
                    <a:pt x="752" y="1437"/>
                  </a:cubicBezTo>
                  <a:cubicBezTo>
                    <a:pt x="777" y="1413"/>
                    <a:pt x="863" y="1425"/>
                    <a:pt x="789" y="1314"/>
                  </a:cubicBezTo>
                  <a:cubicBezTo>
                    <a:pt x="748" y="1246"/>
                    <a:pt x="715" y="1230"/>
                    <a:pt x="685" y="1230"/>
                  </a:cubicBezTo>
                  <a:cubicBezTo>
                    <a:pt x="661" y="1230"/>
                    <a:pt x="639" y="1240"/>
                    <a:pt x="617" y="1240"/>
                  </a:cubicBezTo>
                  <a:cubicBezTo>
                    <a:pt x="591" y="1240"/>
                    <a:pt x="555" y="1257"/>
                    <a:pt x="521" y="1257"/>
                  </a:cubicBezTo>
                  <a:cubicBezTo>
                    <a:pt x="490" y="1257"/>
                    <a:pt x="462" y="1243"/>
                    <a:pt x="444" y="1191"/>
                  </a:cubicBezTo>
                  <a:cubicBezTo>
                    <a:pt x="407" y="1104"/>
                    <a:pt x="395" y="1018"/>
                    <a:pt x="407" y="932"/>
                  </a:cubicBezTo>
                  <a:cubicBezTo>
                    <a:pt x="407" y="846"/>
                    <a:pt x="395" y="833"/>
                    <a:pt x="432" y="772"/>
                  </a:cubicBezTo>
                  <a:cubicBezTo>
                    <a:pt x="469" y="710"/>
                    <a:pt x="518" y="735"/>
                    <a:pt x="555" y="673"/>
                  </a:cubicBezTo>
                  <a:cubicBezTo>
                    <a:pt x="580" y="599"/>
                    <a:pt x="666" y="476"/>
                    <a:pt x="629" y="414"/>
                  </a:cubicBezTo>
                  <a:cubicBezTo>
                    <a:pt x="592" y="353"/>
                    <a:pt x="568" y="279"/>
                    <a:pt x="568" y="217"/>
                  </a:cubicBezTo>
                  <a:cubicBezTo>
                    <a:pt x="568" y="156"/>
                    <a:pt x="605" y="69"/>
                    <a:pt x="568" y="57"/>
                  </a:cubicBezTo>
                  <a:cubicBezTo>
                    <a:pt x="563" y="55"/>
                    <a:pt x="559" y="54"/>
                    <a:pt x="555" y="54"/>
                  </a:cubicBezTo>
                  <a:cubicBezTo>
                    <a:pt x="520" y="54"/>
                    <a:pt x="491" y="130"/>
                    <a:pt x="469" y="130"/>
                  </a:cubicBezTo>
                  <a:cubicBezTo>
                    <a:pt x="465" y="130"/>
                    <a:pt x="461" y="126"/>
                    <a:pt x="457" y="119"/>
                  </a:cubicBezTo>
                  <a:cubicBezTo>
                    <a:pt x="432" y="69"/>
                    <a:pt x="432" y="20"/>
                    <a:pt x="370" y="8"/>
                  </a:cubicBezTo>
                  <a:cubicBezTo>
                    <a:pt x="352" y="3"/>
                    <a:pt x="335" y="0"/>
                    <a:pt x="31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1" name="Google Shape;7957;p67">
              <a:extLst>
                <a:ext uri="{FF2B5EF4-FFF2-40B4-BE49-F238E27FC236}">
                  <a16:creationId xmlns:a16="http://schemas.microsoft.com/office/drawing/2014/main" id="{5ED14C22-2FCC-3957-86F7-5FFD8E6064EC}"/>
                </a:ext>
              </a:extLst>
            </p:cNvPr>
            <p:cNvSpPr/>
            <p:nvPr/>
          </p:nvSpPr>
          <p:spPr>
            <a:xfrm>
              <a:off x="4237675" y="4936625"/>
              <a:ext cx="7125" cy="9350"/>
            </a:xfrm>
            <a:custGeom>
              <a:avLst/>
              <a:gdLst/>
              <a:ahLst/>
              <a:cxnLst/>
              <a:rect l="l" t="t" r="r" b="b"/>
              <a:pathLst>
                <a:path w="285" h="374" extrusionOk="0">
                  <a:moveTo>
                    <a:pt x="108" y="1"/>
                  </a:moveTo>
                  <a:cubicBezTo>
                    <a:pt x="99" y="1"/>
                    <a:pt x="91" y="6"/>
                    <a:pt x="87" y="23"/>
                  </a:cubicBezTo>
                  <a:cubicBezTo>
                    <a:pt x="62" y="60"/>
                    <a:pt x="38" y="97"/>
                    <a:pt x="1" y="121"/>
                  </a:cubicBezTo>
                  <a:cubicBezTo>
                    <a:pt x="1" y="121"/>
                    <a:pt x="50" y="134"/>
                    <a:pt x="50" y="171"/>
                  </a:cubicBezTo>
                  <a:cubicBezTo>
                    <a:pt x="50" y="195"/>
                    <a:pt x="75" y="232"/>
                    <a:pt x="75" y="257"/>
                  </a:cubicBezTo>
                  <a:cubicBezTo>
                    <a:pt x="75" y="282"/>
                    <a:pt x="124" y="269"/>
                    <a:pt x="149" y="282"/>
                  </a:cubicBezTo>
                  <a:cubicBezTo>
                    <a:pt x="161" y="282"/>
                    <a:pt x="198" y="343"/>
                    <a:pt x="235" y="368"/>
                  </a:cubicBezTo>
                  <a:cubicBezTo>
                    <a:pt x="243" y="372"/>
                    <a:pt x="251" y="373"/>
                    <a:pt x="259" y="373"/>
                  </a:cubicBezTo>
                  <a:cubicBezTo>
                    <a:pt x="273" y="373"/>
                    <a:pt x="284" y="368"/>
                    <a:pt x="284" y="368"/>
                  </a:cubicBezTo>
                  <a:cubicBezTo>
                    <a:pt x="272" y="319"/>
                    <a:pt x="259" y="269"/>
                    <a:pt x="247" y="220"/>
                  </a:cubicBezTo>
                  <a:cubicBezTo>
                    <a:pt x="223" y="195"/>
                    <a:pt x="210" y="220"/>
                    <a:pt x="173" y="183"/>
                  </a:cubicBezTo>
                  <a:cubicBezTo>
                    <a:pt x="136" y="134"/>
                    <a:pt x="149" y="121"/>
                    <a:pt x="161" y="72"/>
                  </a:cubicBezTo>
                  <a:cubicBezTo>
                    <a:pt x="173" y="23"/>
                    <a:pt x="198" y="11"/>
                    <a:pt x="173" y="11"/>
                  </a:cubicBezTo>
                  <a:cubicBezTo>
                    <a:pt x="169" y="12"/>
                    <a:pt x="164" y="13"/>
                    <a:pt x="160" y="13"/>
                  </a:cubicBezTo>
                  <a:cubicBezTo>
                    <a:pt x="141" y="13"/>
                    <a:pt x="122" y="1"/>
                    <a:pt x="10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2" name="Google Shape;7958;p67">
              <a:extLst>
                <a:ext uri="{FF2B5EF4-FFF2-40B4-BE49-F238E27FC236}">
                  <a16:creationId xmlns:a16="http://schemas.microsoft.com/office/drawing/2014/main" id="{98F1548B-054B-E989-1809-C3446E4CC04D}"/>
                </a:ext>
              </a:extLst>
            </p:cNvPr>
            <p:cNvSpPr/>
            <p:nvPr/>
          </p:nvSpPr>
          <p:spPr>
            <a:xfrm>
              <a:off x="4245075" y="4945400"/>
              <a:ext cx="10200" cy="17675"/>
            </a:xfrm>
            <a:custGeom>
              <a:avLst/>
              <a:gdLst/>
              <a:ahLst/>
              <a:cxnLst/>
              <a:rect l="l" t="t" r="r" b="b"/>
              <a:pathLst>
                <a:path w="408" h="707" extrusionOk="0">
                  <a:moveTo>
                    <a:pt x="70" y="0"/>
                  </a:moveTo>
                  <a:cubicBezTo>
                    <a:pt x="65" y="0"/>
                    <a:pt x="62" y="5"/>
                    <a:pt x="62" y="17"/>
                  </a:cubicBezTo>
                  <a:cubicBezTo>
                    <a:pt x="50" y="66"/>
                    <a:pt x="13" y="54"/>
                    <a:pt x="13" y="91"/>
                  </a:cubicBezTo>
                  <a:cubicBezTo>
                    <a:pt x="0" y="128"/>
                    <a:pt x="62" y="165"/>
                    <a:pt x="74" y="177"/>
                  </a:cubicBezTo>
                  <a:cubicBezTo>
                    <a:pt x="99" y="177"/>
                    <a:pt x="148" y="276"/>
                    <a:pt x="111" y="276"/>
                  </a:cubicBezTo>
                  <a:cubicBezTo>
                    <a:pt x="87" y="276"/>
                    <a:pt x="62" y="300"/>
                    <a:pt x="37" y="325"/>
                  </a:cubicBezTo>
                  <a:cubicBezTo>
                    <a:pt x="37" y="350"/>
                    <a:pt x="13" y="424"/>
                    <a:pt x="37" y="473"/>
                  </a:cubicBezTo>
                  <a:cubicBezTo>
                    <a:pt x="52" y="493"/>
                    <a:pt x="65" y="494"/>
                    <a:pt x="76" y="494"/>
                  </a:cubicBezTo>
                  <a:cubicBezTo>
                    <a:pt x="79" y="494"/>
                    <a:pt x="81" y="494"/>
                    <a:pt x="84" y="494"/>
                  </a:cubicBezTo>
                  <a:cubicBezTo>
                    <a:pt x="96" y="494"/>
                    <a:pt x="105" y="497"/>
                    <a:pt x="111" y="534"/>
                  </a:cubicBezTo>
                  <a:cubicBezTo>
                    <a:pt x="111" y="608"/>
                    <a:pt x="111" y="670"/>
                    <a:pt x="124" y="695"/>
                  </a:cubicBezTo>
                  <a:cubicBezTo>
                    <a:pt x="124" y="701"/>
                    <a:pt x="142" y="707"/>
                    <a:pt x="161" y="707"/>
                  </a:cubicBezTo>
                  <a:cubicBezTo>
                    <a:pt x="179" y="707"/>
                    <a:pt x="198" y="701"/>
                    <a:pt x="198" y="682"/>
                  </a:cubicBezTo>
                  <a:cubicBezTo>
                    <a:pt x="198" y="633"/>
                    <a:pt x="185" y="584"/>
                    <a:pt x="161" y="547"/>
                  </a:cubicBezTo>
                  <a:cubicBezTo>
                    <a:pt x="161" y="500"/>
                    <a:pt x="150" y="410"/>
                    <a:pt x="169" y="410"/>
                  </a:cubicBezTo>
                  <a:cubicBezTo>
                    <a:pt x="170" y="410"/>
                    <a:pt x="172" y="410"/>
                    <a:pt x="173" y="411"/>
                  </a:cubicBezTo>
                  <a:cubicBezTo>
                    <a:pt x="198" y="424"/>
                    <a:pt x="247" y="460"/>
                    <a:pt x="284" y="460"/>
                  </a:cubicBezTo>
                  <a:cubicBezTo>
                    <a:pt x="333" y="460"/>
                    <a:pt x="358" y="448"/>
                    <a:pt x="321" y="399"/>
                  </a:cubicBezTo>
                  <a:cubicBezTo>
                    <a:pt x="284" y="362"/>
                    <a:pt x="247" y="337"/>
                    <a:pt x="284" y="313"/>
                  </a:cubicBezTo>
                  <a:cubicBezTo>
                    <a:pt x="308" y="288"/>
                    <a:pt x="407" y="325"/>
                    <a:pt x="345" y="263"/>
                  </a:cubicBezTo>
                  <a:cubicBezTo>
                    <a:pt x="272" y="189"/>
                    <a:pt x="235" y="140"/>
                    <a:pt x="235" y="103"/>
                  </a:cubicBezTo>
                  <a:cubicBezTo>
                    <a:pt x="235" y="79"/>
                    <a:pt x="272" y="29"/>
                    <a:pt x="247" y="17"/>
                  </a:cubicBezTo>
                  <a:lnTo>
                    <a:pt x="124" y="17"/>
                  </a:lnTo>
                  <a:cubicBezTo>
                    <a:pt x="99" y="17"/>
                    <a:pt x="80" y="0"/>
                    <a:pt x="7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3" name="Google Shape;7959;p67">
              <a:extLst>
                <a:ext uri="{FF2B5EF4-FFF2-40B4-BE49-F238E27FC236}">
                  <a16:creationId xmlns:a16="http://schemas.microsoft.com/office/drawing/2014/main" id="{7EE92C24-4E68-33B7-FB3D-77C8C4F5F20E}"/>
                </a:ext>
              </a:extLst>
            </p:cNvPr>
            <p:cNvSpPr/>
            <p:nvPr/>
          </p:nvSpPr>
          <p:spPr>
            <a:xfrm>
              <a:off x="4221525" y="4939250"/>
              <a:ext cx="7250" cy="8425"/>
            </a:xfrm>
            <a:custGeom>
              <a:avLst/>
              <a:gdLst/>
              <a:ahLst/>
              <a:cxnLst/>
              <a:rect l="l" t="t" r="r" b="b"/>
              <a:pathLst>
                <a:path w="290" h="337" extrusionOk="0">
                  <a:moveTo>
                    <a:pt x="82" y="1"/>
                  </a:moveTo>
                  <a:cubicBezTo>
                    <a:pt x="35" y="1"/>
                    <a:pt x="1" y="19"/>
                    <a:pt x="31" y="29"/>
                  </a:cubicBezTo>
                  <a:cubicBezTo>
                    <a:pt x="80" y="90"/>
                    <a:pt x="117" y="152"/>
                    <a:pt x="142" y="226"/>
                  </a:cubicBezTo>
                  <a:cubicBezTo>
                    <a:pt x="142" y="263"/>
                    <a:pt x="191" y="337"/>
                    <a:pt x="228" y="337"/>
                  </a:cubicBezTo>
                  <a:cubicBezTo>
                    <a:pt x="252" y="337"/>
                    <a:pt x="277" y="251"/>
                    <a:pt x="265" y="214"/>
                  </a:cubicBezTo>
                  <a:cubicBezTo>
                    <a:pt x="265" y="177"/>
                    <a:pt x="289" y="127"/>
                    <a:pt x="240" y="90"/>
                  </a:cubicBezTo>
                  <a:cubicBezTo>
                    <a:pt x="191" y="41"/>
                    <a:pt x="166" y="16"/>
                    <a:pt x="117" y="4"/>
                  </a:cubicBezTo>
                  <a:cubicBezTo>
                    <a:pt x="105" y="2"/>
                    <a:pt x="93" y="1"/>
                    <a:pt x="8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4" name="Google Shape;7960;p67">
              <a:extLst>
                <a:ext uri="{FF2B5EF4-FFF2-40B4-BE49-F238E27FC236}">
                  <a16:creationId xmlns:a16="http://schemas.microsoft.com/office/drawing/2014/main" id="{B84B631E-51AD-BB1C-444E-CFE3161AC692}"/>
                </a:ext>
              </a:extLst>
            </p:cNvPr>
            <p:cNvSpPr/>
            <p:nvPr/>
          </p:nvSpPr>
          <p:spPr>
            <a:xfrm>
              <a:off x="4229950" y="4949500"/>
              <a:ext cx="8375" cy="11650"/>
            </a:xfrm>
            <a:custGeom>
              <a:avLst/>
              <a:gdLst/>
              <a:ahLst/>
              <a:cxnLst/>
              <a:rect l="l" t="t" r="r" b="b"/>
              <a:pathLst>
                <a:path w="335" h="466" extrusionOk="0">
                  <a:moveTo>
                    <a:pt x="62" y="1"/>
                  </a:moveTo>
                  <a:cubicBezTo>
                    <a:pt x="22" y="1"/>
                    <a:pt x="1" y="49"/>
                    <a:pt x="26" y="75"/>
                  </a:cubicBezTo>
                  <a:cubicBezTo>
                    <a:pt x="51" y="124"/>
                    <a:pt x="113" y="124"/>
                    <a:pt x="100" y="186"/>
                  </a:cubicBezTo>
                  <a:cubicBezTo>
                    <a:pt x="76" y="260"/>
                    <a:pt x="39" y="346"/>
                    <a:pt x="39" y="370"/>
                  </a:cubicBezTo>
                  <a:cubicBezTo>
                    <a:pt x="39" y="401"/>
                    <a:pt x="13" y="466"/>
                    <a:pt x="33" y="466"/>
                  </a:cubicBezTo>
                  <a:cubicBezTo>
                    <a:pt x="37" y="466"/>
                    <a:pt x="43" y="463"/>
                    <a:pt x="51" y="457"/>
                  </a:cubicBezTo>
                  <a:cubicBezTo>
                    <a:pt x="100" y="420"/>
                    <a:pt x="162" y="383"/>
                    <a:pt x="199" y="346"/>
                  </a:cubicBezTo>
                  <a:cubicBezTo>
                    <a:pt x="248" y="321"/>
                    <a:pt x="260" y="272"/>
                    <a:pt x="285" y="272"/>
                  </a:cubicBezTo>
                  <a:cubicBezTo>
                    <a:pt x="322" y="260"/>
                    <a:pt x="334" y="210"/>
                    <a:pt x="297" y="186"/>
                  </a:cubicBezTo>
                  <a:cubicBezTo>
                    <a:pt x="236" y="136"/>
                    <a:pt x="187" y="87"/>
                    <a:pt x="125" y="38"/>
                  </a:cubicBezTo>
                  <a:cubicBezTo>
                    <a:pt x="102" y="11"/>
                    <a:pt x="80" y="1"/>
                    <a:pt x="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5" name="Google Shape;7961;p67">
              <a:extLst>
                <a:ext uri="{FF2B5EF4-FFF2-40B4-BE49-F238E27FC236}">
                  <a16:creationId xmlns:a16="http://schemas.microsoft.com/office/drawing/2014/main" id="{2AB7FDB9-DA2A-0D34-C9B9-E80658F167B0}"/>
                </a:ext>
              </a:extLst>
            </p:cNvPr>
            <p:cNvSpPr/>
            <p:nvPr/>
          </p:nvSpPr>
          <p:spPr>
            <a:xfrm>
              <a:off x="4233050" y="4957200"/>
              <a:ext cx="6800" cy="13300"/>
            </a:xfrm>
            <a:custGeom>
              <a:avLst/>
              <a:gdLst/>
              <a:ahLst/>
              <a:cxnLst/>
              <a:rect l="l" t="t" r="r" b="b"/>
              <a:pathLst>
                <a:path w="272" h="532" extrusionOk="0">
                  <a:moveTo>
                    <a:pt x="235" y="1"/>
                  </a:moveTo>
                  <a:cubicBezTo>
                    <a:pt x="186" y="1"/>
                    <a:pt x="186" y="13"/>
                    <a:pt x="173" y="62"/>
                  </a:cubicBezTo>
                  <a:cubicBezTo>
                    <a:pt x="149" y="99"/>
                    <a:pt x="149" y="173"/>
                    <a:pt x="124" y="223"/>
                  </a:cubicBezTo>
                  <a:cubicBezTo>
                    <a:pt x="99" y="284"/>
                    <a:pt x="1" y="284"/>
                    <a:pt x="26" y="346"/>
                  </a:cubicBezTo>
                  <a:cubicBezTo>
                    <a:pt x="50" y="407"/>
                    <a:pt x="161" y="494"/>
                    <a:pt x="173" y="518"/>
                  </a:cubicBezTo>
                  <a:cubicBezTo>
                    <a:pt x="182" y="527"/>
                    <a:pt x="191" y="531"/>
                    <a:pt x="199" y="531"/>
                  </a:cubicBezTo>
                  <a:cubicBezTo>
                    <a:pt x="212" y="531"/>
                    <a:pt x="223" y="518"/>
                    <a:pt x="223" y="494"/>
                  </a:cubicBezTo>
                  <a:cubicBezTo>
                    <a:pt x="223" y="444"/>
                    <a:pt x="186" y="407"/>
                    <a:pt x="198" y="358"/>
                  </a:cubicBezTo>
                  <a:cubicBezTo>
                    <a:pt x="210" y="309"/>
                    <a:pt x="247" y="210"/>
                    <a:pt x="260" y="173"/>
                  </a:cubicBezTo>
                  <a:cubicBezTo>
                    <a:pt x="272" y="136"/>
                    <a:pt x="272" y="1"/>
                    <a:pt x="23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6" name="Google Shape;7962;p67">
              <a:extLst>
                <a:ext uri="{FF2B5EF4-FFF2-40B4-BE49-F238E27FC236}">
                  <a16:creationId xmlns:a16="http://schemas.microsoft.com/office/drawing/2014/main" id="{2264139E-584E-E839-7AA6-C986CF8878C7}"/>
                </a:ext>
              </a:extLst>
            </p:cNvPr>
            <p:cNvSpPr/>
            <p:nvPr/>
          </p:nvSpPr>
          <p:spPr>
            <a:xfrm>
              <a:off x="4238925" y="4956250"/>
              <a:ext cx="4950" cy="10525"/>
            </a:xfrm>
            <a:custGeom>
              <a:avLst/>
              <a:gdLst/>
              <a:ahLst/>
              <a:cxnLst/>
              <a:rect l="l" t="t" r="r" b="b"/>
              <a:pathLst>
                <a:path w="198" h="421" extrusionOk="0">
                  <a:moveTo>
                    <a:pt x="162" y="1"/>
                  </a:moveTo>
                  <a:cubicBezTo>
                    <a:pt x="161" y="1"/>
                    <a:pt x="161" y="1"/>
                    <a:pt x="160" y="2"/>
                  </a:cubicBezTo>
                  <a:cubicBezTo>
                    <a:pt x="99" y="137"/>
                    <a:pt x="37" y="273"/>
                    <a:pt x="0" y="421"/>
                  </a:cubicBezTo>
                  <a:cubicBezTo>
                    <a:pt x="25" y="396"/>
                    <a:pt x="197" y="236"/>
                    <a:pt x="185" y="162"/>
                  </a:cubicBezTo>
                  <a:cubicBezTo>
                    <a:pt x="185" y="104"/>
                    <a:pt x="174" y="1"/>
                    <a:pt x="1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7" name="Google Shape;7963;p67">
              <a:extLst>
                <a:ext uri="{FF2B5EF4-FFF2-40B4-BE49-F238E27FC236}">
                  <a16:creationId xmlns:a16="http://schemas.microsoft.com/office/drawing/2014/main" id="{33932013-F654-049A-AE00-6BC65552BF99}"/>
                </a:ext>
              </a:extLst>
            </p:cNvPr>
            <p:cNvSpPr/>
            <p:nvPr/>
          </p:nvSpPr>
          <p:spPr>
            <a:xfrm>
              <a:off x="4242300" y="4963525"/>
              <a:ext cx="4950" cy="3250"/>
            </a:xfrm>
            <a:custGeom>
              <a:avLst/>
              <a:gdLst/>
              <a:ahLst/>
              <a:cxnLst/>
              <a:rect l="l" t="t" r="r" b="b"/>
              <a:pathLst>
                <a:path w="198" h="130" extrusionOk="0">
                  <a:moveTo>
                    <a:pt x="70" y="1"/>
                  </a:moveTo>
                  <a:cubicBezTo>
                    <a:pt x="63" y="1"/>
                    <a:pt x="56" y="3"/>
                    <a:pt x="50" y="7"/>
                  </a:cubicBezTo>
                  <a:cubicBezTo>
                    <a:pt x="13" y="44"/>
                    <a:pt x="1" y="130"/>
                    <a:pt x="25" y="130"/>
                  </a:cubicBezTo>
                  <a:cubicBezTo>
                    <a:pt x="74" y="130"/>
                    <a:pt x="198" y="130"/>
                    <a:pt x="185" y="93"/>
                  </a:cubicBezTo>
                  <a:cubicBezTo>
                    <a:pt x="175" y="51"/>
                    <a:pt x="112" y="1"/>
                    <a:pt x="7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8" name="Google Shape;7964;p67">
              <a:extLst>
                <a:ext uri="{FF2B5EF4-FFF2-40B4-BE49-F238E27FC236}">
                  <a16:creationId xmlns:a16="http://schemas.microsoft.com/office/drawing/2014/main" id="{7B99C17E-D199-9D88-7D8B-99C40A603486}"/>
                </a:ext>
              </a:extLst>
            </p:cNvPr>
            <p:cNvSpPr/>
            <p:nvPr/>
          </p:nvSpPr>
          <p:spPr>
            <a:xfrm>
              <a:off x="4242600" y="4966750"/>
              <a:ext cx="16350" cy="27400"/>
            </a:xfrm>
            <a:custGeom>
              <a:avLst/>
              <a:gdLst/>
              <a:ahLst/>
              <a:cxnLst/>
              <a:rect l="l" t="t" r="r" b="b"/>
              <a:pathLst>
                <a:path w="654" h="1096" extrusionOk="0">
                  <a:moveTo>
                    <a:pt x="420" y="1"/>
                  </a:moveTo>
                  <a:cubicBezTo>
                    <a:pt x="395" y="1"/>
                    <a:pt x="383" y="38"/>
                    <a:pt x="383" y="75"/>
                  </a:cubicBezTo>
                  <a:cubicBezTo>
                    <a:pt x="395" y="112"/>
                    <a:pt x="420" y="161"/>
                    <a:pt x="371" y="173"/>
                  </a:cubicBezTo>
                  <a:cubicBezTo>
                    <a:pt x="309" y="186"/>
                    <a:pt x="247" y="198"/>
                    <a:pt x="223" y="260"/>
                  </a:cubicBezTo>
                  <a:cubicBezTo>
                    <a:pt x="198" y="309"/>
                    <a:pt x="136" y="309"/>
                    <a:pt x="112" y="333"/>
                  </a:cubicBezTo>
                  <a:cubicBezTo>
                    <a:pt x="75" y="370"/>
                    <a:pt x="75" y="420"/>
                    <a:pt x="38" y="432"/>
                  </a:cubicBezTo>
                  <a:cubicBezTo>
                    <a:pt x="1" y="444"/>
                    <a:pt x="1" y="469"/>
                    <a:pt x="13" y="506"/>
                  </a:cubicBezTo>
                  <a:cubicBezTo>
                    <a:pt x="13" y="555"/>
                    <a:pt x="112" y="629"/>
                    <a:pt x="87" y="678"/>
                  </a:cubicBezTo>
                  <a:cubicBezTo>
                    <a:pt x="38" y="728"/>
                    <a:pt x="26" y="814"/>
                    <a:pt x="50" y="888"/>
                  </a:cubicBezTo>
                  <a:cubicBezTo>
                    <a:pt x="75" y="962"/>
                    <a:pt x="149" y="1023"/>
                    <a:pt x="235" y="1036"/>
                  </a:cubicBezTo>
                  <a:cubicBezTo>
                    <a:pt x="297" y="1036"/>
                    <a:pt x="309" y="1060"/>
                    <a:pt x="346" y="1060"/>
                  </a:cubicBezTo>
                  <a:cubicBezTo>
                    <a:pt x="369" y="1060"/>
                    <a:pt x="413" y="1095"/>
                    <a:pt x="435" y="1095"/>
                  </a:cubicBezTo>
                  <a:cubicBezTo>
                    <a:pt x="448" y="1095"/>
                    <a:pt x="453" y="1084"/>
                    <a:pt x="444" y="1048"/>
                  </a:cubicBezTo>
                  <a:cubicBezTo>
                    <a:pt x="420" y="950"/>
                    <a:pt x="346" y="876"/>
                    <a:pt x="358" y="814"/>
                  </a:cubicBezTo>
                  <a:cubicBezTo>
                    <a:pt x="368" y="774"/>
                    <a:pt x="402" y="670"/>
                    <a:pt x="428" y="670"/>
                  </a:cubicBezTo>
                  <a:cubicBezTo>
                    <a:pt x="434" y="670"/>
                    <a:pt x="440" y="676"/>
                    <a:pt x="444" y="691"/>
                  </a:cubicBezTo>
                  <a:cubicBezTo>
                    <a:pt x="466" y="755"/>
                    <a:pt x="506" y="924"/>
                    <a:pt x="533" y="924"/>
                  </a:cubicBezTo>
                  <a:cubicBezTo>
                    <a:pt x="536" y="924"/>
                    <a:pt x="540" y="920"/>
                    <a:pt x="543" y="913"/>
                  </a:cubicBezTo>
                  <a:cubicBezTo>
                    <a:pt x="543" y="851"/>
                    <a:pt x="568" y="802"/>
                    <a:pt x="580" y="752"/>
                  </a:cubicBezTo>
                  <a:cubicBezTo>
                    <a:pt x="605" y="703"/>
                    <a:pt x="654" y="617"/>
                    <a:pt x="617" y="555"/>
                  </a:cubicBezTo>
                  <a:cubicBezTo>
                    <a:pt x="592" y="457"/>
                    <a:pt x="580" y="358"/>
                    <a:pt x="568" y="260"/>
                  </a:cubicBezTo>
                  <a:cubicBezTo>
                    <a:pt x="543" y="186"/>
                    <a:pt x="518" y="124"/>
                    <a:pt x="481" y="62"/>
                  </a:cubicBezTo>
                  <a:cubicBezTo>
                    <a:pt x="469" y="25"/>
                    <a:pt x="457" y="13"/>
                    <a:pt x="42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9" name="Google Shape;7965;p67">
              <a:extLst>
                <a:ext uri="{FF2B5EF4-FFF2-40B4-BE49-F238E27FC236}">
                  <a16:creationId xmlns:a16="http://schemas.microsoft.com/office/drawing/2014/main" id="{81E2A1E5-93E6-B605-C091-770C638EBB4F}"/>
                </a:ext>
              </a:extLst>
            </p:cNvPr>
            <p:cNvSpPr/>
            <p:nvPr/>
          </p:nvSpPr>
          <p:spPr>
            <a:xfrm>
              <a:off x="4230350" y="4973525"/>
              <a:ext cx="14750" cy="12125"/>
            </a:xfrm>
            <a:custGeom>
              <a:avLst/>
              <a:gdLst/>
              <a:ahLst/>
              <a:cxnLst/>
              <a:rect l="l" t="t" r="r" b="b"/>
              <a:pathLst>
                <a:path w="590" h="485" extrusionOk="0">
                  <a:moveTo>
                    <a:pt x="385" y="0"/>
                  </a:moveTo>
                  <a:cubicBezTo>
                    <a:pt x="333" y="0"/>
                    <a:pt x="300" y="38"/>
                    <a:pt x="281" y="75"/>
                  </a:cubicBezTo>
                  <a:cubicBezTo>
                    <a:pt x="244" y="124"/>
                    <a:pt x="195" y="149"/>
                    <a:pt x="134" y="173"/>
                  </a:cubicBezTo>
                  <a:cubicBezTo>
                    <a:pt x="109" y="173"/>
                    <a:pt x="72" y="297"/>
                    <a:pt x="47" y="346"/>
                  </a:cubicBezTo>
                  <a:cubicBezTo>
                    <a:pt x="14" y="390"/>
                    <a:pt x="1" y="485"/>
                    <a:pt x="16" y="485"/>
                  </a:cubicBezTo>
                  <a:cubicBezTo>
                    <a:pt x="18" y="485"/>
                    <a:pt x="20" y="484"/>
                    <a:pt x="23" y="481"/>
                  </a:cubicBezTo>
                  <a:cubicBezTo>
                    <a:pt x="35" y="469"/>
                    <a:pt x="109" y="321"/>
                    <a:pt x="134" y="297"/>
                  </a:cubicBezTo>
                  <a:cubicBezTo>
                    <a:pt x="149" y="281"/>
                    <a:pt x="180" y="265"/>
                    <a:pt x="200" y="265"/>
                  </a:cubicBezTo>
                  <a:cubicBezTo>
                    <a:pt x="211" y="265"/>
                    <a:pt x="220" y="271"/>
                    <a:pt x="220" y="284"/>
                  </a:cubicBezTo>
                  <a:cubicBezTo>
                    <a:pt x="220" y="312"/>
                    <a:pt x="248" y="326"/>
                    <a:pt x="267" y="326"/>
                  </a:cubicBezTo>
                  <a:cubicBezTo>
                    <a:pt x="273" y="326"/>
                    <a:pt x="278" y="324"/>
                    <a:pt x="281" y="321"/>
                  </a:cubicBezTo>
                  <a:cubicBezTo>
                    <a:pt x="292" y="316"/>
                    <a:pt x="304" y="313"/>
                    <a:pt x="315" y="313"/>
                  </a:cubicBezTo>
                  <a:cubicBezTo>
                    <a:pt x="330" y="313"/>
                    <a:pt x="343" y="319"/>
                    <a:pt x="343" y="334"/>
                  </a:cubicBezTo>
                  <a:cubicBezTo>
                    <a:pt x="350" y="340"/>
                    <a:pt x="364" y="351"/>
                    <a:pt x="377" y="351"/>
                  </a:cubicBezTo>
                  <a:cubicBezTo>
                    <a:pt x="388" y="351"/>
                    <a:pt x="399" y="344"/>
                    <a:pt x="405" y="321"/>
                  </a:cubicBezTo>
                  <a:cubicBezTo>
                    <a:pt x="417" y="260"/>
                    <a:pt x="392" y="247"/>
                    <a:pt x="417" y="198"/>
                  </a:cubicBezTo>
                  <a:cubicBezTo>
                    <a:pt x="454" y="161"/>
                    <a:pt x="589" y="87"/>
                    <a:pt x="442" y="13"/>
                  </a:cubicBezTo>
                  <a:cubicBezTo>
                    <a:pt x="421" y="4"/>
                    <a:pt x="402" y="0"/>
                    <a:pt x="38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0" name="Google Shape;7966;p67">
              <a:extLst>
                <a:ext uri="{FF2B5EF4-FFF2-40B4-BE49-F238E27FC236}">
                  <a16:creationId xmlns:a16="http://schemas.microsoft.com/office/drawing/2014/main" id="{554A20F3-898F-57AE-C3D7-40D30777EF14}"/>
                </a:ext>
              </a:extLst>
            </p:cNvPr>
            <p:cNvSpPr/>
            <p:nvPr/>
          </p:nvSpPr>
          <p:spPr>
            <a:xfrm>
              <a:off x="4202275" y="4957775"/>
              <a:ext cx="14100" cy="17375"/>
            </a:xfrm>
            <a:custGeom>
              <a:avLst/>
              <a:gdLst/>
              <a:ahLst/>
              <a:cxnLst/>
              <a:rect l="l" t="t" r="r" b="b"/>
              <a:pathLst>
                <a:path w="564" h="695" extrusionOk="0">
                  <a:moveTo>
                    <a:pt x="546" y="0"/>
                  </a:moveTo>
                  <a:cubicBezTo>
                    <a:pt x="545" y="0"/>
                    <a:pt x="543" y="1"/>
                    <a:pt x="542" y="2"/>
                  </a:cubicBezTo>
                  <a:cubicBezTo>
                    <a:pt x="456" y="89"/>
                    <a:pt x="382" y="187"/>
                    <a:pt x="320" y="286"/>
                  </a:cubicBezTo>
                  <a:cubicBezTo>
                    <a:pt x="283" y="335"/>
                    <a:pt x="209" y="446"/>
                    <a:pt x="160" y="471"/>
                  </a:cubicBezTo>
                  <a:cubicBezTo>
                    <a:pt x="113" y="494"/>
                    <a:pt x="0" y="694"/>
                    <a:pt x="20" y="694"/>
                  </a:cubicBezTo>
                  <a:cubicBezTo>
                    <a:pt x="21" y="694"/>
                    <a:pt x="22" y="694"/>
                    <a:pt x="24" y="692"/>
                  </a:cubicBezTo>
                  <a:cubicBezTo>
                    <a:pt x="61" y="668"/>
                    <a:pt x="123" y="631"/>
                    <a:pt x="172" y="594"/>
                  </a:cubicBezTo>
                  <a:cubicBezTo>
                    <a:pt x="259" y="532"/>
                    <a:pt x="320" y="458"/>
                    <a:pt x="369" y="372"/>
                  </a:cubicBezTo>
                  <a:cubicBezTo>
                    <a:pt x="419" y="286"/>
                    <a:pt x="419" y="237"/>
                    <a:pt x="480" y="200"/>
                  </a:cubicBezTo>
                  <a:cubicBezTo>
                    <a:pt x="538" y="165"/>
                    <a:pt x="563" y="0"/>
                    <a:pt x="54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1" name="Google Shape;7967;p67">
              <a:extLst>
                <a:ext uri="{FF2B5EF4-FFF2-40B4-BE49-F238E27FC236}">
                  <a16:creationId xmlns:a16="http://schemas.microsoft.com/office/drawing/2014/main" id="{E789E1E6-196C-232F-CCB0-2A5F659CD65B}"/>
                </a:ext>
              </a:extLst>
            </p:cNvPr>
            <p:cNvSpPr/>
            <p:nvPr/>
          </p:nvSpPr>
          <p:spPr>
            <a:xfrm>
              <a:off x="4243625" y="4936550"/>
              <a:ext cx="3025" cy="2225"/>
            </a:xfrm>
            <a:custGeom>
              <a:avLst/>
              <a:gdLst/>
              <a:ahLst/>
              <a:cxnLst/>
              <a:rect l="l" t="t" r="r" b="b"/>
              <a:pathLst>
                <a:path w="121" h="89" extrusionOk="0">
                  <a:moveTo>
                    <a:pt x="61" y="0"/>
                  </a:moveTo>
                  <a:cubicBezTo>
                    <a:pt x="11" y="0"/>
                    <a:pt x="1" y="88"/>
                    <a:pt x="39" y="88"/>
                  </a:cubicBezTo>
                  <a:cubicBezTo>
                    <a:pt x="41" y="88"/>
                    <a:pt x="44" y="88"/>
                    <a:pt x="46" y="88"/>
                  </a:cubicBezTo>
                  <a:cubicBezTo>
                    <a:pt x="71" y="88"/>
                    <a:pt x="120" y="1"/>
                    <a:pt x="71" y="1"/>
                  </a:cubicBezTo>
                  <a:cubicBezTo>
                    <a:pt x="68" y="1"/>
                    <a:pt x="64" y="0"/>
                    <a:pt x="6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2" name="Google Shape;7968;p67">
              <a:extLst>
                <a:ext uri="{FF2B5EF4-FFF2-40B4-BE49-F238E27FC236}">
                  <a16:creationId xmlns:a16="http://schemas.microsoft.com/office/drawing/2014/main" id="{E344693E-3A85-EC46-DBBF-6B937901EC1A}"/>
                </a:ext>
              </a:extLst>
            </p:cNvPr>
            <p:cNvSpPr/>
            <p:nvPr/>
          </p:nvSpPr>
          <p:spPr>
            <a:xfrm>
              <a:off x="4072275" y="4994675"/>
              <a:ext cx="65325" cy="79450"/>
            </a:xfrm>
            <a:custGeom>
              <a:avLst/>
              <a:gdLst/>
              <a:ahLst/>
              <a:cxnLst/>
              <a:rect l="l" t="t" r="r" b="b"/>
              <a:pathLst>
                <a:path w="2613" h="3178" extrusionOk="0">
                  <a:moveTo>
                    <a:pt x="34" y="0"/>
                  </a:moveTo>
                  <a:cubicBezTo>
                    <a:pt x="6" y="0"/>
                    <a:pt x="1" y="29"/>
                    <a:pt x="37" y="116"/>
                  </a:cubicBezTo>
                  <a:cubicBezTo>
                    <a:pt x="148" y="362"/>
                    <a:pt x="222" y="461"/>
                    <a:pt x="284" y="498"/>
                  </a:cubicBezTo>
                  <a:cubicBezTo>
                    <a:pt x="357" y="535"/>
                    <a:pt x="370" y="535"/>
                    <a:pt x="456" y="658"/>
                  </a:cubicBezTo>
                  <a:cubicBezTo>
                    <a:pt x="542" y="769"/>
                    <a:pt x="567" y="892"/>
                    <a:pt x="641" y="941"/>
                  </a:cubicBezTo>
                  <a:cubicBezTo>
                    <a:pt x="715" y="991"/>
                    <a:pt x="789" y="1028"/>
                    <a:pt x="813" y="1102"/>
                  </a:cubicBezTo>
                  <a:cubicBezTo>
                    <a:pt x="838" y="1225"/>
                    <a:pt x="875" y="1348"/>
                    <a:pt x="924" y="1459"/>
                  </a:cubicBezTo>
                  <a:cubicBezTo>
                    <a:pt x="974" y="1521"/>
                    <a:pt x="1011" y="1533"/>
                    <a:pt x="1060" y="1607"/>
                  </a:cubicBezTo>
                  <a:cubicBezTo>
                    <a:pt x="1134" y="1705"/>
                    <a:pt x="1195" y="1816"/>
                    <a:pt x="1245" y="1927"/>
                  </a:cubicBezTo>
                  <a:cubicBezTo>
                    <a:pt x="1257" y="2038"/>
                    <a:pt x="1294" y="2137"/>
                    <a:pt x="1343" y="2235"/>
                  </a:cubicBezTo>
                  <a:cubicBezTo>
                    <a:pt x="1417" y="2346"/>
                    <a:pt x="1614" y="2519"/>
                    <a:pt x="1651" y="2580"/>
                  </a:cubicBezTo>
                  <a:cubicBezTo>
                    <a:pt x="1688" y="2654"/>
                    <a:pt x="1737" y="2716"/>
                    <a:pt x="1799" y="2777"/>
                  </a:cubicBezTo>
                  <a:cubicBezTo>
                    <a:pt x="1910" y="2876"/>
                    <a:pt x="2033" y="2974"/>
                    <a:pt x="2132" y="3085"/>
                  </a:cubicBezTo>
                  <a:cubicBezTo>
                    <a:pt x="2158" y="3138"/>
                    <a:pt x="2184" y="3153"/>
                    <a:pt x="2215" y="3153"/>
                  </a:cubicBezTo>
                  <a:cubicBezTo>
                    <a:pt x="2227" y="3153"/>
                    <a:pt x="2241" y="3151"/>
                    <a:pt x="2255" y="3147"/>
                  </a:cubicBezTo>
                  <a:cubicBezTo>
                    <a:pt x="2280" y="3147"/>
                    <a:pt x="2310" y="3142"/>
                    <a:pt x="2331" y="3142"/>
                  </a:cubicBezTo>
                  <a:cubicBezTo>
                    <a:pt x="2341" y="3142"/>
                    <a:pt x="2349" y="3143"/>
                    <a:pt x="2354" y="3147"/>
                  </a:cubicBezTo>
                  <a:cubicBezTo>
                    <a:pt x="2356" y="3150"/>
                    <a:pt x="2361" y="3151"/>
                    <a:pt x="2367" y="3151"/>
                  </a:cubicBezTo>
                  <a:cubicBezTo>
                    <a:pt x="2384" y="3151"/>
                    <a:pt x="2413" y="3143"/>
                    <a:pt x="2438" y="3143"/>
                  </a:cubicBezTo>
                  <a:cubicBezTo>
                    <a:pt x="2448" y="3143"/>
                    <a:pt x="2457" y="3144"/>
                    <a:pt x="2464" y="3147"/>
                  </a:cubicBezTo>
                  <a:cubicBezTo>
                    <a:pt x="2488" y="3155"/>
                    <a:pt x="2501" y="3177"/>
                    <a:pt x="2511" y="3177"/>
                  </a:cubicBezTo>
                  <a:cubicBezTo>
                    <a:pt x="2517" y="3177"/>
                    <a:pt x="2521" y="3170"/>
                    <a:pt x="2526" y="3147"/>
                  </a:cubicBezTo>
                  <a:cubicBezTo>
                    <a:pt x="2526" y="3098"/>
                    <a:pt x="2489" y="2593"/>
                    <a:pt x="2538" y="2531"/>
                  </a:cubicBezTo>
                  <a:cubicBezTo>
                    <a:pt x="2575" y="2482"/>
                    <a:pt x="2612" y="2469"/>
                    <a:pt x="2575" y="2408"/>
                  </a:cubicBezTo>
                  <a:cubicBezTo>
                    <a:pt x="2553" y="2362"/>
                    <a:pt x="2372" y="2232"/>
                    <a:pt x="2325" y="2232"/>
                  </a:cubicBezTo>
                  <a:cubicBezTo>
                    <a:pt x="2321" y="2232"/>
                    <a:pt x="2318" y="2233"/>
                    <a:pt x="2317" y="2235"/>
                  </a:cubicBezTo>
                  <a:cubicBezTo>
                    <a:pt x="2307" y="2254"/>
                    <a:pt x="2283" y="2332"/>
                    <a:pt x="2267" y="2332"/>
                  </a:cubicBezTo>
                  <a:cubicBezTo>
                    <a:pt x="2262" y="2332"/>
                    <a:pt x="2258" y="2326"/>
                    <a:pt x="2255" y="2309"/>
                  </a:cubicBezTo>
                  <a:cubicBezTo>
                    <a:pt x="2243" y="2248"/>
                    <a:pt x="2267" y="2223"/>
                    <a:pt x="2267" y="2186"/>
                  </a:cubicBezTo>
                  <a:cubicBezTo>
                    <a:pt x="2267" y="2161"/>
                    <a:pt x="2206" y="2100"/>
                    <a:pt x="2193" y="2050"/>
                  </a:cubicBezTo>
                  <a:cubicBezTo>
                    <a:pt x="2169" y="2001"/>
                    <a:pt x="2206" y="1952"/>
                    <a:pt x="2144" y="1903"/>
                  </a:cubicBezTo>
                  <a:cubicBezTo>
                    <a:pt x="2082" y="1853"/>
                    <a:pt x="1947" y="1792"/>
                    <a:pt x="1935" y="1730"/>
                  </a:cubicBezTo>
                  <a:cubicBezTo>
                    <a:pt x="1922" y="1668"/>
                    <a:pt x="1984" y="1681"/>
                    <a:pt x="1947" y="1619"/>
                  </a:cubicBezTo>
                  <a:cubicBezTo>
                    <a:pt x="1922" y="1570"/>
                    <a:pt x="1947" y="1558"/>
                    <a:pt x="1984" y="1558"/>
                  </a:cubicBezTo>
                  <a:cubicBezTo>
                    <a:pt x="2009" y="1558"/>
                    <a:pt x="2046" y="1558"/>
                    <a:pt x="2009" y="1508"/>
                  </a:cubicBezTo>
                  <a:cubicBezTo>
                    <a:pt x="1976" y="1475"/>
                    <a:pt x="1937" y="1448"/>
                    <a:pt x="1897" y="1448"/>
                  </a:cubicBezTo>
                  <a:cubicBezTo>
                    <a:pt x="1877" y="1448"/>
                    <a:pt x="1857" y="1455"/>
                    <a:pt x="1836" y="1471"/>
                  </a:cubicBezTo>
                  <a:cubicBezTo>
                    <a:pt x="1803" y="1498"/>
                    <a:pt x="1770" y="1510"/>
                    <a:pt x="1754" y="1510"/>
                  </a:cubicBezTo>
                  <a:cubicBezTo>
                    <a:pt x="1740" y="1510"/>
                    <a:pt x="1739" y="1501"/>
                    <a:pt x="1762" y="1484"/>
                  </a:cubicBezTo>
                  <a:cubicBezTo>
                    <a:pt x="1824" y="1459"/>
                    <a:pt x="1898" y="1385"/>
                    <a:pt x="1824" y="1373"/>
                  </a:cubicBezTo>
                  <a:cubicBezTo>
                    <a:pt x="1750" y="1348"/>
                    <a:pt x="1688" y="1348"/>
                    <a:pt x="1676" y="1286"/>
                  </a:cubicBezTo>
                  <a:cubicBezTo>
                    <a:pt x="1664" y="1237"/>
                    <a:pt x="1762" y="1237"/>
                    <a:pt x="1701" y="1225"/>
                  </a:cubicBezTo>
                  <a:cubicBezTo>
                    <a:pt x="1651" y="1200"/>
                    <a:pt x="1614" y="1213"/>
                    <a:pt x="1627" y="1188"/>
                  </a:cubicBezTo>
                  <a:cubicBezTo>
                    <a:pt x="1651" y="1176"/>
                    <a:pt x="1627" y="1139"/>
                    <a:pt x="1590" y="1126"/>
                  </a:cubicBezTo>
                  <a:cubicBezTo>
                    <a:pt x="1583" y="1124"/>
                    <a:pt x="1577" y="1123"/>
                    <a:pt x="1572" y="1123"/>
                  </a:cubicBezTo>
                  <a:cubicBezTo>
                    <a:pt x="1564" y="1123"/>
                    <a:pt x="1557" y="1125"/>
                    <a:pt x="1550" y="1125"/>
                  </a:cubicBezTo>
                  <a:cubicBezTo>
                    <a:pt x="1535" y="1125"/>
                    <a:pt x="1519" y="1118"/>
                    <a:pt x="1491" y="1077"/>
                  </a:cubicBezTo>
                  <a:cubicBezTo>
                    <a:pt x="1437" y="1023"/>
                    <a:pt x="1365" y="922"/>
                    <a:pt x="1347" y="922"/>
                  </a:cubicBezTo>
                  <a:cubicBezTo>
                    <a:pt x="1345" y="922"/>
                    <a:pt x="1343" y="924"/>
                    <a:pt x="1343" y="929"/>
                  </a:cubicBezTo>
                  <a:cubicBezTo>
                    <a:pt x="1333" y="961"/>
                    <a:pt x="1393" y="1063"/>
                    <a:pt x="1374" y="1063"/>
                  </a:cubicBezTo>
                  <a:cubicBezTo>
                    <a:pt x="1371" y="1063"/>
                    <a:pt x="1365" y="1060"/>
                    <a:pt x="1356" y="1052"/>
                  </a:cubicBezTo>
                  <a:cubicBezTo>
                    <a:pt x="1269" y="978"/>
                    <a:pt x="1195" y="892"/>
                    <a:pt x="1146" y="806"/>
                  </a:cubicBezTo>
                  <a:cubicBezTo>
                    <a:pt x="1121" y="732"/>
                    <a:pt x="1072" y="670"/>
                    <a:pt x="1023" y="621"/>
                  </a:cubicBezTo>
                  <a:cubicBezTo>
                    <a:pt x="949" y="559"/>
                    <a:pt x="887" y="559"/>
                    <a:pt x="826" y="486"/>
                  </a:cubicBezTo>
                  <a:cubicBezTo>
                    <a:pt x="752" y="424"/>
                    <a:pt x="629" y="165"/>
                    <a:pt x="542" y="153"/>
                  </a:cubicBezTo>
                  <a:cubicBezTo>
                    <a:pt x="521" y="156"/>
                    <a:pt x="498" y="157"/>
                    <a:pt x="475" y="157"/>
                  </a:cubicBezTo>
                  <a:cubicBezTo>
                    <a:pt x="407" y="157"/>
                    <a:pt x="333" y="144"/>
                    <a:pt x="259" y="116"/>
                  </a:cubicBezTo>
                  <a:cubicBezTo>
                    <a:pt x="189" y="85"/>
                    <a:pt x="80" y="0"/>
                    <a:pt x="3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3" name="Google Shape;7969;p67">
              <a:extLst>
                <a:ext uri="{FF2B5EF4-FFF2-40B4-BE49-F238E27FC236}">
                  <a16:creationId xmlns:a16="http://schemas.microsoft.com/office/drawing/2014/main" id="{F9CF85DD-731C-10C3-9E44-9B791A7443E7}"/>
                </a:ext>
              </a:extLst>
            </p:cNvPr>
            <p:cNvSpPr/>
            <p:nvPr/>
          </p:nvSpPr>
          <p:spPr>
            <a:xfrm>
              <a:off x="4083450" y="5024025"/>
              <a:ext cx="4825" cy="5450"/>
            </a:xfrm>
            <a:custGeom>
              <a:avLst/>
              <a:gdLst/>
              <a:ahLst/>
              <a:cxnLst/>
              <a:rect l="l" t="t" r="r" b="b"/>
              <a:pathLst>
                <a:path w="193" h="218" extrusionOk="0">
                  <a:moveTo>
                    <a:pt x="39" y="1"/>
                  </a:moveTo>
                  <a:cubicBezTo>
                    <a:pt x="37" y="1"/>
                    <a:pt x="35" y="1"/>
                    <a:pt x="34" y="2"/>
                  </a:cubicBezTo>
                  <a:cubicBezTo>
                    <a:pt x="0" y="13"/>
                    <a:pt x="89" y="218"/>
                    <a:pt x="142" y="218"/>
                  </a:cubicBezTo>
                  <a:cubicBezTo>
                    <a:pt x="147" y="218"/>
                    <a:pt x="152" y="215"/>
                    <a:pt x="157" y="211"/>
                  </a:cubicBezTo>
                  <a:cubicBezTo>
                    <a:pt x="193" y="163"/>
                    <a:pt x="90" y="1"/>
                    <a:pt x="3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4" name="Google Shape;7970;p67">
              <a:extLst>
                <a:ext uri="{FF2B5EF4-FFF2-40B4-BE49-F238E27FC236}">
                  <a16:creationId xmlns:a16="http://schemas.microsoft.com/office/drawing/2014/main" id="{6461B250-B6FD-8097-26CF-4E9CC448C161}"/>
                </a:ext>
              </a:extLst>
            </p:cNvPr>
            <p:cNvSpPr/>
            <p:nvPr/>
          </p:nvSpPr>
          <p:spPr>
            <a:xfrm>
              <a:off x="4091750" y="5040975"/>
              <a:ext cx="5150" cy="5450"/>
            </a:xfrm>
            <a:custGeom>
              <a:avLst/>
              <a:gdLst/>
              <a:ahLst/>
              <a:cxnLst/>
              <a:rect l="l" t="t" r="r" b="b"/>
              <a:pathLst>
                <a:path w="206" h="218" extrusionOk="0">
                  <a:moveTo>
                    <a:pt x="39" y="1"/>
                  </a:moveTo>
                  <a:cubicBezTo>
                    <a:pt x="37" y="1"/>
                    <a:pt x="36" y="1"/>
                    <a:pt x="34" y="1"/>
                  </a:cubicBezTo>
                  <a:cubicBezTo>
                    <a:pt x="1" y="12"/>
                    <a:pt x="89" y="217"/>
                    <a:pt x="143" y="217"/>
                  </a:cubicBezTo>
                  <a:cubicBezTo>
                    <a:pt x="148" y="217"/>
                    <a:pt x="153" y="215"/>
                    <a:pt x="158" y="211"/>
                  </a:cubicBezTo>
                  <a:cubicBezTo>
                    <a:pt x="205" y="163"/>
                    <a:pt x="80" y="1"/>
                    <a:pt x="3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5" name="Google Shape;7971;p67">
              <a:extLst>
                <a:ext uri="{FF2B5EF4-FFF2-40B4-BE49-F238E27FC236}">
                  <a16:creationId xmlns:a16="http://schemas.microsoft.com/office/drawing/2014/main" id="{02C81339-4C55-C277-B96D-E413AAA37C5E}"/>
                </a:ext>
              </a:extLst>
            </p:cNvPr>
            <p:cNvSpPr/>
            <p:nvPr/>
          </p:nvSpPr>
          <p:spPr>
            <a:xfrm>
              <a:off x="4130800" y="5045000"/>
              <a:ext cx="9250" cy="9800"/>
            </a:xfrm>
            <a:custGeom>
              <a:avLst/>
              <a:gdLst/>
              <a:ahLst/>
              <a:cxnLst/>
              <a:rect l="l" t="t" r="r" b="b"/>
              <a:pathLst>
                <a:path w="370" h="392" extrusionOk="0">
                  <a:moveTo>
                    <a:pt x="110" y="1"/>
                  </a:moveTo>
                  <a:cubicBezTo>
                    <a:pt x="100" y="1"/>
                    <a:pt x="92" y="4"/>
                    <a:pt x="86" y="13"/>
                  </a:cubicBezTo>
                  <a:cubicBezTo>
                    <a:pt x="74" y="50"/>
                    <a:pt x="0" y="99"/>
                    <a:pt x="62" y="136"/>
                  </a:cubicBezTo>
                  <a:cubicBezTo>
                    <a:pt x="123" y="173"/>
                    <a:pt x="148" y="136"/>
                    <a:pt x="160" y="185"/>
                  </a:cubicBezTo>
                  <a:cubicBezTo>
                    <a:pt x="185" y="247"/>
                    <a:pt x="148" y="259"/>
                    <a:pt x="185" y="296"/>
                  </a:cubicBezTo>
                  <a:cubicBezTo>
                    <a:pt x="205" y="327"/>
                    <a:pt x="319" y="391"/>
                    <a:pt x="357" y="391"/>
                  </a:cubicBezTo>
                  <a:cubicBezTo>
                    <a:pt x="365" y="391"/>
                    <a:pt x="370" y="389"/>
                    <a:pt x="370" y="382"/>
                  </a:cubicBezTo>
                  <a:cubicBezTo>
                    <a:pt x="370" y="333"/>
                    <a:pt x="358" y="284"/>
                    <a:pt x="321" y="247"/>
                  </a:cubicBezTo>
                  <a:cubicBezTo>
                    <a:pt x="271" y="185"/>
                    <a:pt x="271" y="185"/>
                    <a:pt x="271" y="136"/>
                  </a:cubicBezTo>
                  <a:cubicBezTo>
                    <a:pt x="271" y="87"/>
                    <a:pt x="259" y="37"/>
                    <a:pt x="222" y="37"/>
                  </a:cubicBezTo>
                  <a:cubicBezTo>
                    <a:pt x="194" y="37"/>
                    <a:pt x="143" y="1"/>
                    <a:pt x="11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6" name="Google Shape;7972;p67">
              <a:extLst>
                <a:ext uri="{FF2B5EF4-FFF2-40B4-BE49-F238E27FC236}">
                  <a16:creationId xmlns:a16="http://schemas.microsoft.com/office/drawing/2014/main" id="{0E461FC4-CB95-E9BD-AF3F-FC63A69468F2}"/>
                </a:ext>
              </a:extLst>
            </p:cNvPr>
            <p:cNvSpPr/>
            <p:nvPr/>
          </p:nvSpPr>
          <p:spPr>
            <a:xfrm>
              <a:off x="4145600" y="5052000"/>
              <a:ext cx="4625" cy="4475"/>
            </a:xfrm>
            <a:custGeom>
              <a:avLst/>
              <a:gdLst/>
              <a:ahLst/>
              <a:cxnLst/>
              <a:rect l="l" t="t" r="r" b="b"/>
              <a:pathLst>
                <a:path w="185" h="179" extrusionOk="0">
                  <a:moveTo>
                    <a:pt x="84" y="1"/>
                  </a:moveTo>
                  <a:cubicBezTo>
                    <a:pt x="58" y="1"/>
                    <a:pt x="22" y="26"/>
                    <a:pt x="12" y="78"/>
                  </a:cubicBezTo>
                  <a:cubicBezTo>
                    <a:pt x="1" y="133"/>
                    <a:pt x="10" y="178"/>
                    <a:pt x="56" y="178"/>
                  </a:cubicBezTo>
                  <a:cubicBezTo>
                    <a:pt x="61" y="178"/>
                    <a:pt x="67" y="178"/>
                    <a:pt x="74" y="176"/>
                  </a:cubicBezTo>
                  <a:cubicBezTo>
                    <a:pt x="135" y="152"/>
                    <a:pt x="123" y="152"/>
                    <a:pt x="160" y="115"/>
                  </a:cubicBezTo>
                  <a:cubicBezTo>
                    <a:pt x="184" y="65"/>
                    <a:pt x="123" y="16"/>
                    <a:pt x="98" y="4"/>
                  </a:cubicBezTo>
                  <a:cubicBezTo>
                    <a:pt x="94" y="2"/>
                    <a:pt x="89" y="1"/>
                    <a:pt x="8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7" name="Google Shape;7973;p67">
              <a:extLst>
                <a:ext uri="{FF2B5EF4-FFF2-40B4-BE49-F238E27FC236}">
                  <a16:creationId xmlns:a16="http://schemas.microsoft.com/office/drawing/2014/main" id="{5A83F32F-17D3-64D4-9B07-E1658A3E0B2D}"/>
                </a:ext>
              </a:extLst>
            </p:cNvPr>
            <p:cNvSpPr/>
            <p:nvPr/>
          </p:nvSpPr>
          <p:spPr>
            <a:xfrm>
              <a:off x="4132950" y="5075775"/>
              <a:ext cx="55150" cy="18975"/>
            </a:xfrm>
            <a:custGeom>
              <a:avLst/>
              <a:gdLst/>
              <a:ahLst/>
              <a:cxnLst/>
              <a:rect l="l" t="t" r="r" b="b"/>
              <a:pathLst>
                <a:path w="2206" h="759" extrusionOk="0">
                  <a:moveTo>
                    <a:pt x="449" y="0"/>
                  </a:moveTo>
                  <a:cubicBezTo>
                    <a:pt x="447" y="0"/>
                    <a:pt x="445" y="1"/>
                    <a:pt x="444" y="2"/>
                  </a:cubicBezTo>
                  <a:cubicBezTo>
                    <a:pt x="419" y="14"/>
                    <a:pt x="382" y="39"/>
                    <a:pt x="345" y="39"/>
                  </a:cubicBezTo>
                  <a:cubicBezTo>
                    <a:pt x="308" y="39"/>
                    <a:pt x="185" y="2"/>
                    <a:pt x="161" y="2"/>
                  </a:cubicBezTo>
                  <a:cubicBezTo>
                    <a:pt x="136" y="2"/>
                    <a:pt x="87" y="63"/>
                    <a:pt x="74" y="88"/>
                  </a:cubicBezTo>
                  <a:cubicBezTo>
                    <a:pt x="62" y="112"/>
                    <a:pt x="0" y="174"/>
                    <a:pt x="0" y="211"/>
                  </a:cubicBezTo>
                  <a:cubicBezTo>
                    <a:pt x="13" y="236"/>
                    <a:pt x="124" y="223"/>
                    <a:pt x="173" y="236"/>
                  </a:cubicBezTo>
                  <a:cubicBezTo>
                    <a:pt x="210" y="260"/>
                    <a:pt x="247" y="285"/>
                    <a:pt x="247" y="334"/>
                  </a:cubicBezTo>
                  <a:cubicBezTo>
                    <a:pt x="272" y="371"/>
                    <a:pt x="333" y="371"/>
                    <a:pt x="419" y="396"/>
                  </a:cubicBezTo>
                  <a:cubicBezTo>
                    <a:pt x="493" y="420"/>
                    <a:pt x="567" y="494"/>
                    <a:pt x="617" y="494"/>
                  </a:cubicBezTo>
                  <a:cubicBezTo>
                    <a:pt x="652" y="494"/>
                    <a:pt x="662" y="468"/>
                    <a:pt x="717" y="468"/>
                  </a:cubicBezTo>
                  <a:cubicBezTo>
                    <a:pt x="738" y="468"/>
                    <a:pt x="764" y="472"/>
                    <a:pt x="801" y="482"/>
                  </a:cubicBezTo>
                  <a:cubicBezTo>
                    <a:pt x="937" y="507"/>
                    <a:pt x="1072" y="556"/>
                    <a:pt x="1233" y="605"/>
                  </a:cubicBezTo>
                  <a:cubicBezTo>
                    <a:pt x="1380" y="630"/>
                    <a:pt x="1528" y="642"/>
                    <a:pt x="1676" y="642"/>
                  </a:cubicBezTo>
                  <a:cubicBezTo>
                    <a:pt x="1702" y="652"/>
                    <a:pt x="1719" y="655"/>
                    <a:pt x="1732" y="655"/>
                  </a:cubicBezTo>
                  <a:cubicBezTo>
                    <a:pt x="1755" y="655"/>
                    <a:pt x="1766" y="647"/>
                    <a:pt x="1788" y="647"/>
                  </a:cubicBezTo>
                  <a:cubicBezTo>
                    <a:pt x="1804" y="647"/>
                    <a:pt x="1826" y="651"/>
                    <a:pt x="1861" y="667"/>
                  </a:cubicBezTo>
                  <a:cubicBezTo>
                    <a:pt x="1946" y="699"/>
                    <a:pt x="2077" y="758"/>
                    <a:pt x="2127" y="758"/>
                  </a:cubicBezTo>
                  <a:cubicBezTo>
                    <a:pt x="2135" y="758"/>
                    <a:pt x="2141" y="757"/>
                    <a:pt x="2144" y="753"/>
                  </a:cubicBezTo>
                  <a:cubicBezTo>
                    <a:pt x="2169" y="741"/>
                    <a:pt x="2206" y="704"/>
                    <a:pt x="2157" y="655"/>
                  </a:cubicBezTo>
                  <a:cubicBezTo>
                    <a:pt x="2107" y="605"/>
                    <a:pt x="2132" y="568"/>
                    <a:pt x="2120" y="531"/>
                  </a:cubicBezTo>
                  <a:cubicBezTo>
                    <a:pt x="2109" y="498"/>
                    <a:pt x="2088" y="456"/>
                    <a:pt x="2048" y="456"/>
                  </a:cubicBezTo>
                  <a:cubicBezTo>
                    <a:pt x="2044" y="456"/>
                    <a:pt x="2039" y="456"/>
                    <a:pt x="2033" y="457"/>
                  </a:cubicBezTo>
                  <a:cubicBezTo>
                    <a:pt x="2003" y="457"/>
                    <a:pt x="1946" y="500"/>
                    <a:pt x="1893" y="500"/>
                  </a:cubicBezTo>
                  <a:cubicBezTo>
                    <a:pt x="1882" y="500"/>
                    <a:pt x="1871" y="499"/>
                    <a:pt x="1861" y="494"/>
                  </a:cubicBezTo>
                  <a:cubicBezTo>
                    <a:pt x="1799" y="482"/>
                    <a:pt x="1738" y="457"/>
                    <a:pt x="1725" y="408"/>
                  </a:cubicBezTo>
                  <a:cubicBezTo>
                    <a:pt x="1725" y="334"/>
                    <a:pt x="1676" y="273"/>
                    <a:pt x="1615" y="248"/>
                  </a:cubicBezTo>
                  <a:cubicBezTo>
                    <a:pt x="1553" y="223"/>
                    <a:pt x="1393" y="174"/>
                    <a:pt x="1343" y="149"/>
                  </a:cubicBezTo>
                  <a:cubicBezTo>
                    <a:pt x="1315" y="138"/>
                    <a:pt x="1294" y="129"/>
                    <a:pt x="1277" y="129"/>
                  </a:cubicBezTo>
                  <a:cubicBezTo>
                    <a:pt x="1256" y="129"/>
                    <a:pt x="1240" y="141"/>
                    <a:pt x="1220" y="174"/>
                  </a:cubicBezTo>
                  <a:cubicBezTo>
                    <a:pt x="1195" y="226"/>
                    <a:pt x="1145" y="247"/>
                    <a:pt x="1075" y="247"/>
                  </a:cubicBezTo>
                  <a:cubicBezTo>
                    <a:pt x="1045" y="247"/>
                    <a:pt x="1011" y="243"/>
                    <a:pt x="974" y="236"/>
                  </a:cubicBezTo>
                  <a:cubicBezTo>
                    <a:pt x="875" y="223"/>
                    <a:pt x="789" y="186"/>
                    <a:pt x="727" y="125"/>
                  </a:cubicBezTo>
                  <a:cubicBezTo>
                    <a:pt x="690" y="97"/>
                    <a:pt x="653" y="83"/>
                    <a:pt x="617" y="83"/>
                  </a:cubicBezTo>
                  <a:cubicBezTo>
                    <a:pt x="604" y="83"/>
                    <a:pt x="592" y="85"/>
                    <a:pt x="580" y="88"/>
                  </a:cubicBezTo>
                  <a:cubicBezTo>
                    <a:pt x="522" y="88"/>
                    <a:pt x="475" y="0"/>
                    <a:pt x="44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8" name="Google Shape;7974;p67">
              <a:extLst>
                <a:ext uri="{FF2B5EF4-FFF2-40B4-BE49-F238E27FC236}">
                  <a16:creationId xmlns:a16="http://schemas.microsoft.com/office/drawing/2014/main" id="{2E77B092-75EC-6FA5-FDF6-4019CCD2A087}"/>
                </a:ext>
              </a:extLst>
            </p:cNvPr>
            <p:cNvSpPr/>
            <p:nvPr/>
          </p:nvSpPr>
          <p:spPr>
            <a:xfrm>
              <a:off x="4176375" y="5082375"/>
              <a:ext cx="7125" cy="2450"/>
            </a:xfrm>
            <a:custGeom>
              <a:avLst/>
              <a:gdLst/>
              <a:ahLst/>
              <a:cxnLst/>
              <a:rect l="l" t="t" r="r" b="b"/>
              <a:pathLst>
                <a:path w="285" h="98" extrusionOk="0">
                  <a:moveTo>
                    <a:pt x="173" y="1"/>
                  </a:moveTo>
                  <a:cubicBezTo>
                    <a:pt x="120" y="1"/>
                    <a:pt x="69" y="7"/>
                    <a:pt x="25" y="21"/>
                  </a:cubicBezTo>
                  <a:cubicBezTo>
                    <a:pt x="1" y="33"/>
                    <a:pt x="13" y="83"/>
                    <a:pt x="62" y="95"/>
                  </a:cubicBezTo>
                  <a:cubicBezTo>
                    <a:pt x="68" y="97"/>
                    <a:pt x="73" y="97"/>
                    <a:pt x="79" y="97"/>
                  </a:cubicBezTo>
                  <a:cubicBezTo>
                    <a:pt x="113" y="97"/>
                    <a:pt x="154" y="70"/>
                    <a:pt x="186" y="70"/>
                  </a:cubicBezTo>
                  <a:cubicBezTo>
                    <a:pt x="210" y="70"/>
                    <a:pt x="284" y="33"/>
                    <a:pt x="284" y="9"/>
                  </a:cubicBezTo>
                  <a:cubicBezTo>
                    <a:pt x="248" y="4"/>
                    <a:pt x="211" y="1"/>
                    <a:pt x="1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9" name="Google Shape;7975;p67">
              <a:extLst>
                <a:ext uri="{FF2B5EF4-FFF2-40B4-BE49-F238E27FC236}">
                  <a16:creationId xmlns:a16="http://schemas.microsoft.com/office/drawing/2014/main" id="{1140DFBD-B11B-0D78-4B68-0889F7B29644}"/>
                </a:ext>
              </a:extLst>
            </p:cNvPr>
            <p:cNvSpPr/>
            <p:nvPr/>
          </p:nvSpPr>
          <p:spPr>
            <a:xfrm>
              <a:off x="4186850" y="5090275"/>
              <a:ext cx="7125" cy="5675"/>
            </a:xfrm>
            <a:custGeom>
              <a:avLst/>
              <a:gdLst/>
              <a:ahLst/>
              <a:cxnLst/>
              <a:rect l="l" t="t" r="r" b="b"/>
              <a:pathLst>
                <a:path w="285" h="227" extrusionOk="0">
                  <a:moveTo>
                    <a:pt x="149" y="1"/>
                  </a:moveTo>
                  <a:cubicBezTo>
                    <a:pt x="62" y="1"/>
                    <a:pt x="1" y="13"/>
                    <a:pt x="13" y="50"/>
                  </a:cubicBezTo>
                  <a:cubicBezTo>
                    <a:pt x="38" y="75"/>
                    <a:pt x="13" y="62"/>
                    <a:pt x="75" y="124"/>
                  </a:cubicBezTo>
                  <a:cubicBezTo>
                    <a:pt x="122" y="171"/>
                    <a:pt x="111" y="226"/>
                    <a:pt x="132" y="226"/>
                  </a:cubicBezTo>
                  <a:cubicBezTo>
                    <a:pt x="138" y="226"/>
                    <a:pt x="147" y="221"/>
                    <a:pt x="161" y="210"/>
                  </a:cubicBezTo>
                  <a:cubicBezTo>
                    <a:pt x="222" y="149"/>
                    <a:pt x="284" y="124"/>
                    <a:pt x="247" y="87"/>
                  </a:cubicBezTo>
                  <a:cubicBezTo>
                    <a:pt x="222" y="50"/>
                    <a:pt x="161" y="1"/>
                    <a:pt x="14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0" name="Google Shape;7976;p67">
              <a:extLst>
                <a:ext uri="{FF2B5EF4-FFF2-40B4-BE49-F238E27FC236}">
                  <a16:creationId xmlns:a16="http://schemas.microsoft.com/office/drawing/2014/main" id="{9CF49F15-CC96-9B9B-706D-C919047601E0}"/>
                </a:ext>
              </a:extLst>
            </p:cNvPr>
            <p:cNvSpPr/>
            <p:nvPr/>
          </p:nvSpPr>
          <p:spPr>
            <a:xfrm>
              <a:off x="4193950" y="5092400"/>
              <a:ext cx="6175" cy="3475"/>
            </a:xfrm>
            <a:custGeom>
              <a:avLst/>
              <a:gdLst/>
              <a:ahLst/>
              <a:cxnLst/>
              <a:rect l="l" t="t" r="r" b="b"/>
              <a:pathLst>
                <a:path w="247" h="139" extrusionOk="0">
                  <a:moveTo>
                    <a:pt x="124" y="1"/>
                  </a:moveTo>
                  <a:cubicBezTo>
                    <a:pt x="114" y="1"/>
                    <a:pt x="105" y="5"/>
                    <a:pt x="99" y="14"/>
                  </a:cubicBezTo>
                  <a:cubicBezTo>
                    <a:pt x="62" y="39"/>
                    <a:pt x="0" y="113"/>
                    <a:pt x="25" y="113"/>
                  </a:cubicBezTo>
                  <a:cubicBezTo>
                    <a:pt x="52" y="113"/>
                    <a:pt x="72" y="139"/>
                    <a:pt x="95" y="139"/>
                  </a:cubicBezTo>
                  <a:cubicBezTo>
                    <a:pt x="104" y="139"/>
                    <a:pt x="113" y="135"/>
                    <a:pt x="123" y="125"/>
                  </a:cubicBezTo>
                  <a:cubicBezTo>
                    <a:pt x="160" y="88"/>
                    <a:pt x="247" y="76"/>
                    <a:pt x="210" y="51"/>
                  </a:cubicBezTo>
                  <a:cubicBezTo>
                    <a:pt x="191" y="33"/>
                    <a:pt x="152" y="1"/>
                    <a:pt x="12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1" name="Google Shape;7977;p67">
              <a:extLst>
                <a:ext uri="{FF2B5EF4-FFF2-40B4-BE49-F238E27FC236}">
                  <a16:creationId xmlns:a16="http://schemas.microsoft.com/office/drawing/2014/main" id="{C43A9F06-DD81-3780-747C-DEA96E1A0A16}"/>
                </a:ext>
              </a:extLst>
            </p:cNvPr>
            <p:cNvSpPr/>
            <p:nvPr/>
          </p:nvSpPr>
          <p:spPr>
            <a:xfrm>
              <a:off x="4199800" y="5092175"/>
              <a:ext cx="7725" cy="5525"/>
            </a:xfrm>
            <a:custGeom>
              <a:avLst/>
              <a:gdLst/>
              <a:ahLst/>
              <a:cxnLst/>
              <a:rect l="l" t="t" r="r" b="b"/>
              <a:pathLst>
                <a:path w="309" h="221" extrusionOk="0">
                  <a:moveTo>
                    <a:pt x="164" y="1"/>
                  </a:moveTo>
                  <a:cubicBezTo>
                    <a:pt x="156" y="1"/>
                    <a:pt x="147" y="4"/>
                    <a:pt x="136" y="11"/>
                  </a:cubicBezTo>
                  <a:cubicBezTo>
                    <a:pt x="99" y="23"/>
                    <a:pt x="74" y="48"/>
                    <a:pt x="49" y="60"/>
                  </a:cubicBezTo>
                  <a:cubicBezTo>
                    <a:pt x="25" y="73"/>
                    <a:pt x="0" y="97"/>
                    <a:pt x="0" y="134"/>
                  </a:cubicBezTo>
                  <a:cubicBezTo>
                    <a:pt x="0" y="171"/>
                    <a:pt x="0" y="220"/>
                    <a:pt x="49" y="220"/>
                  </a:cubicBezTo>
                  <a:cubicBezTo>
                    <a:pt x="111" y="220"/>
                    <a:pt x="210" y="220"/>
                    <a:pt x="222" y="183"/>
                  </a:cubicBezTo>
                  <a:cubicBezTo>
                    <a:pt x="247" y="134"/>
                    <a:pt x="308" y="183"/>
                    <a:pt x="247" y="122"/>
                  </a:cubicBezTo>
                  <a:cubicBezTo>
                    <a:pt x="185" y="60"/>
                    <a:pt x="185" y="60"/>
                    <a:pt x="185" y="36"/>
                  </a:cubicBezTo>
                  <a:cubicBezTo>
                    <a:pt x="194" y="18"/>
                    <a:pt x="184" y="1"/>
                    <a:pt x="16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2" name="Google Shape;7978;p67">
              <a:extLst>
                <a:ext uri="{FF2B5EF4-FFF2-40B4-BE49-F238E27FC236}">
                  <a16:creationId xmlns:a16="http://schemas.microsoft.com/office/drawing/2014/main" id="{BD0A5145-DCFF-4D32-4CAF-60759ED26BD7}"/>
                </a:ext>
              </a:extLst>
            </p:cNvPr>
            <p:cNvSpPr/>
            <p:nvPr/>
          </p:nvSpPr>
          <p:spPr>
            <a:xfrm>
              <a:off x="4204500" y="5091150"/>
              <a:ext cx="11325" cy="5600"/>
            </a:xfrm>
            <a:custGeom>
              <a:avLst/>
              <a:gdLst/>
              <a:ahLst/>
              <a:cxnLst/>
              <a:rect l="l" t="t" r="r" b="b"/>
              <a:pathLst>
                <a:path w="453" h="224" extrusionOk="0">
                  <a:moveTo>
                    <a:pt x="40" y="0"/>
                  </a:moveTo>
                  <a:cubicBezTo>
                    <a:pt x="7" y="0"/>
                    <a:pt x="0" y="29"/>
                    <a:pt x="22" y="40"/>
                  </a:cubicBezTo>
                  <a:cubicBezTo>
                    <a:pt x="46" y="40"/>
                    <a:pt x="120" y="52"/>
                    <a:pt x="120" y="101"/>
                  </a:cubicBezTo>
                  <a:cubicBezTo>
                    <a:pt x="120" y="163"/>
                    <a:pt x="71" y="200"/>
                    <a:pt x="182" y="200"/>
                  </a:cubicBezTo>
                  <a:cubicBezTo>
                    <a:pt x="243" y="200"/>
                    <a:pt x="295" y="224"/>
                    <a:pt x="326" y="224"/>
                  </a:cubicBezTo>
                  <a:cubicBezTo>
                    <a:pt x="344" y="224"/>
                    <a:pt x="354" y="215"/>
                    <a:pt x="354" y="187"/>
                  </a:cubicBezTo>
                  <a:cubicBezTo>
                    <a:pt x="354" y="114"/>
                    <a:pt x="453" y="101"/>
                    <a:pt x="330" y="64"/>
                  </a:cubicBezTo>
                  <a:cubicBezTo>
                    <a:pt x="243" y="27"/>
                    <a:pt x="145" y="3"/>
                    <a:pt x="59" y="3"/>
                  </a:cubicBezTo>
                  <a:cubicBezTo>
                    <a:pt x="52" y="1"/>
                    <a:pt x="46" y="0"/>
                    <a:pt x="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3" name="Google Shape;7979;p67">
              <a:extLst>
                <a:ext uri="{FF2B5EF4-FFF2-40B4-BE49-F238E27FC236}">
                  <a16:creationId xmlns:a16="http://schemas.microsoft.com/office/drawing/2014/main" id="{BFAD7170-944B-E913-85CD-9875AC98CDE1}"/>
                </a:ext>
              </a:extLst>
            </p:cNvPr>
            <p:cNvSpPr/>
            <p:nvPr/>
          </p:nvSpPr>
          <p:spPr>
            <a:xfrm>
              <a:off x="4217350" y="5092075"/>
              <a:ext cx="14700" cy="3875"/>
            </a:xfrm>
            <a:custGeom>
              <a:avLst/>
              <a:gdLst/>
              <a:ahLst/>
              <a:cxnLst/>
              <a:rect l="l" t="t" r="r" b="b"/>
              <a:pathLst>
                <a:path w="588" h="155" extrusionOk="0">
                  <a:moveTo>
                    <a:pt x="116" y="1"/>
                  </a:moveTo>
                  <a:cubicBezTo>
                    <a:pt x="88" y="1"/>
                    <a:pt x="36" y="54"/>
                    <a:pt x="25" y="77"/>
                  </a:cubicBezTo>
                  <a:cubicBezTo>
                    <a:pt x="1" y="113"/>
                    <a:pt x="13" y="113"/>
                    <a:pt x="74" y="113"/>
                  </a:cubicBezTo>
                  <a:cubicBezTo>
                    <a:pt x="148" y="113"/>
                    <a:pt x="222" y="126"/>
                    <a:pt x="296" y="138"/>
                  </a:cubicBezTo>
                  <a:cubicBezTo>
                    <a:pt x="354" y="138"/>
                    <a:pt x="433" y="155"/>
                    <a:pt x="494" y="155"/>
                  </a:cubicBezTo>
                  <a:cubicBezTo>
                    <a:pt x="525" y="155"/>
                    <a:pt x="551" y="150"/>
                    <a:pt x="567" y="138"/>
                  </a:cubicBezTo>
                  <a:cubicBezTo>
                    <a:pt x="588" y="97"/>
                    <a:pt x="583" y="73"/>
                    <a:pt x="559" y="73"/>
                  </a:cubicBezTo>
                  <a:cubicBezTo>
                    <a:pt x="555" y="73"/>
                    <a:pt x="549" y="74"/>
                    <a:pt x="543" y="77"/>
                  </a:cubicBezTo>
                  <a:cubicBezTo>
                    <a:pt x="511" y="77"/>
                    <a:pt x="525" y="104"/>
                    <a:pt x="475" y="104"/>
                  </a:cubicBezTo>
                  <a:cubicBezTo>
                    <a:pt x="466" y="104"/>
                    <a:pt x="456" y="103"/>
                    <a:pt x="444" y="101"/>
                  </a:cubicBezTo>
                  <a:cubicBezTo>
                    <a:pt x="382" y="89"/>
                    <a:pt x="321" y="77"/>
                    <a:pt x="259" y="52"/>
                  </a:cubicBezTo>
                  <a:cubicBezTo>
                    <a:pt x="210" y="40"/>
                    <a:pt x="173" y="15"/>
                    <a:pt x="124" y="3"/>
                  </a:cubicBezTo>
                  <a:cubicBezTo>
                    <a:pt x="122" y="1"/>
                    <a:pt x="119" y="1"/>
                    <a:pt x="11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4" name="Google Shape;7980;p67">
              <a:extLst>
                <a:ext uri="{FF2B5EF4-FFF2-40B4-BE49-F238E27FC236}">
                  <a16:creationId xmlns:a16="http://schemas.microsoft.com/office/drawing/2014/main" id="{085796FA-18FD-95D9-ED37-CED53A709C43}"/>
                </a:ext>
              </a:extLst>
            </p:cNvPr>
            <p:cNvSpPr/>
            <p:nvPr/>
          </p:nvSpPr>
          <p:spPr>
            <a:xfrm>
              <a:off x="4211800" y="5100450"/>
              <a:ext cx="13575" cy="5600"/>
            </a:xfrm>
            <a:custGeom>
              <a:avLst/>
              <a:gdLst/>
              <a:ahLst/>
              <a:cxnLst/>
              <a:rect l="l" t="t" r="r" b="b"/>
              <a:pathLst>
                <a:path w="543" h="224" extrusionOk="0">
                  <a:moveTo>
                    <a:pt x="50" y="0"/>
                  </a:moveTo>
                  <a:cubicBezTo>
                    <a:pt x="1" y="0"/>
                    <a:pt x="99" y="25"/>
                    <a:pt x="186" y="87"/>
                  </a:cubicBezTo>
                  <a:cubicBezTo>
                    <a:pt x="266" y="144"/>
                    <a:pt x="379" y="223"/>
                    <a:pt x="414" y="223"/>
                  </a:cubicBezTo>
                  <a:cubicBezTo>
                    <a:pt x="416" y="223"/>
                    <a:pt x="418" y="223"/>
                    <a:pt x="420" y="222"/>
                  </a:cubicBezTo>
                  <a:cubicBezTo>
                    <a:pt x="543" y="160"/>
                    <a:pt x="407" y="62"/>
                    <a:pt x="309" y="37"/>
                  </a:cubicBezTo>
                  <a:cubicBezTo>
                    <a:pt x="223" y="13"/>
                    <a:pt x="136" y="0"/>
                    <a:pt x="5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5" name="Google Shape;7981;p67">
              <a:extLst>
                <a:ext uri="{FF2B5EF4-FFF2-40B4-BE49-F238E27FC236}">
                  <a16:creationId xmlns:a16="http://schemas.microsoft.com/office/drawing/2014/main" id="{789DB81F-780D-C016-152C-0DCD45F77599}"/>
                </a:ext>
              </a:extLst>
            </p:cNvPr>
            <p:cNvSpPr/>
            <p:nvPr/>
          </p:nvSpPr>
          <p:spPr>
            <a:xfrm>
              <a:off x="4255600" y="5056000"/>
              <a:ext cx="5825" cy="4450"/>
            </a:xfrm>
            <a:custGeom>
              <a:avLst/>
              <a:gdLst/>
              <a:ahLst/>
              <a:cxnLst/>
              <a:rect l="l" t="t" r="r" b="b"/>
              <a:pathLst>
                <a:path w="233" h="178" extrusionOk="0">
                  <a:moveTo>
                    <a:pt x="146" y="1"/>
                  </a:moveTo>
                  <a:cubicBezTo>
                    <a:pt x="101" y="1"/>
                    <a:pt x="46" y="16"/>
                    <a:pt x="23" y="53"/>
                  </a:cubicBezTo>
                  <a:cubicBezTo>
                    <a:pt x="0" y="110"/>
                    <a:pt x="51" y="178"/>
                    <a:pt x="118" y="178"/>
                  </a:cubicBezTo>
                  <a:cubicBezTo>
                    <a:pt x="123" y="178"/>
                    <a:pt x="128" y="177"/>
                    <a:pt x="134" y="176"/>
                  </a:cubicBezTo>
                  <a:cubicBezTo>
                    <a:pt x="220" y="176"/>
                    <a:pt x="232" y="41"/>
                    <a:pt x="208" y="16"/>
                  </a:cubicBezTo>
                  <a:cubicBezTo>
                    <a:pt x="198" y="7"/>
                    <a:pt x="174" y="1"/>
                    <a:pt x="14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6" name="Google Shape;7982;p67">
              <a:extLst>
                <a:ext uri="{FF2B5EF4-FFF2-40B4-BE49-F238E27FC236}">
                  <a16:creationId xmlns:a16="http://schemas.microsoft.com/office/drawing/2014/main" id="{CFEFCA90-5350-D3F3-0CC7-63509340A889}"/>
                </a:ext>
              </a:extLst>
            </p:cNvPr>
            <p:cNvSpPr/>
            <p:nvPr/>
          </p:nvSpPr>
          <p:spPr>
            <a:xfrm>
              <a:off x="4266775" y="5054100"/>
              <a:ext cx="17700" cy="6950"/>
            </a:xfrm>
            <a:custGeom>
              <a:avLst/>
              <a:gdLst/>
              <a:ahLst/>
              <a:cxnLst/>
              <a:rect l="l" t="t" r="r" b="b"/>
              <a:pathLst>
                <a:path w="708" h="278" extrusionOk="0">
                  <a:moveTo>
                    <a:pt x="368" y="0"/>
                  </a:moveTo>
                  <a:cubicBezTo>
                    <a:pt x="315" y="0"/>
                    <a:pt x="280" y="24"/>
                    <a:pt x="233" y="24"/>
                  </a:cubicBezTo>
                  <a:cubicBezTo>
                    <a:pt x="220" y="24"/>
                    <a:pt x="207" y="23"/>
                    <a:pt x="192" y="18"/>
                  </a:cubicBezTo>
                  <a:cubicBezTo>
                    <a:pt x="169" y="12"/>
                    <a:pt x="150" y="9"/>
                    <a:pt x="135" y="9"/>
                  </a:cubicBezTo>
                  <a:cubicBezTo>
                    <a:pt x="92" y="9"/>
                    <a:pt x="71" y="32"/>
                    <a:pt x="44" y="68"/>
                  </a:cubicBezTo>
                  <a:cubicBezTo>
                    <a:pt x="0" y="123"/>
                    <a:pt x="45" y="168"/>
                    <a:pt x="90" y="168"/>
                  </a:cubicBezTo>
                  <a:cubicBezTo>
                    <a:pt x="95" y="168"/>
                    <a:pt x="101" y="168"/>
                    <a:pt x="106" y="166"/>
                  </a:cubicBezTo>
                  <a:cubicBezTo>
                    <a:pt x="180" y="154"/>
                    <a:pt x="266" y="142"/>
                    <a:pt x="340" y="142"/>
                  </a:cubicBezTo>
                  <a:cubicBezTo>
                    <a:pt x="451" y="142"/>
                    <a:pt x="562" y="191"/>
                    <a:pt x="648" y="265"/>
                  </a:cubicBezTo>
                  <a:cubicBezTo>
                    <a:pt x="662" y="273"/>
                    <a:pt x="673" y="277"/>
                    <a:pt x="681" y="277"/>
                  </a:cubicBezTo>
                  <a:cubicBezTo>
                    <a:pt x="708" y="277"/>
                    <a:pt x="701" y="235"/>
                    <a:pt x="673" y="179"/>
                  </a:cubicBezTo>
                  <a:cubicBezTo>
                    <a:pt x="611" y="92"/>
                    <a:pt x="512" y="31"/>
                    <a:pt x="414" y="6"/>
                  </a:cubicBezTo>
                  <a:cubicBezTo>
                    <a:pt x="397" y="2"/>
                    <a:pt x="382" y="0"/>
                    <a:pt x="36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7" name="Google Shape;7983;p67">
              <a:extLst>
                <a:ext uri="{FF2B5EF4-FFF2-40B4-BE49-F238E27FC236}">
                  <a16:creationId xmlns:a16="http://schemas.microsoft.com/office/drawing/2014/main" id="{94C0A2D5-30F1-06A7-BF22-46DC182CC14E}"/>
                </a:ext>
              </a:extLst>
            </p:cNvPr>
            <p:cNvSpPr/>
            <p:nvPr/>
          </p:nvSpPr>
          <p:spPr>
            <a:xfrm>
              <a:off x="4212125" y="5023400"/>
              <a:ext cx="38425" cy="49100"/>
            </a:xfrm>
            <a:custGeom>
              <a:avLst/>
              <a:gdLst/>
              <a:ahLst/>
              <a:cxnLst/>
              <a:rect l="l" t="t" r="r" b="b"/>
              <a:pathLst>
                <a:path w="1537" h="1964" extrusionOk="0">
                  <a:moveTo>
                    <a:pt x="1511" y="0"/>
                  </a:moveTo>
                  <a:cubicBezTo>
                    <a:pt x="1483" y="0"/>
                    <a:pt x="1425" y="26"/>
                    <a:pt x="1368" y="76"/>
                  </a:cubicBezTo>
                  <a:cubicBezTo>
                    <a:pt x="1294" y="150"/>
                    <a:pt x="1195" y="187"/>
                    <a:pt x="1097" y="199"/>
                  </a:cubicBezTo>
                  <a:cubicBezTo>
                    <a:pt x="1023" y="199"/>
                    <a:pt x="863" y="187"/>
                    <a:pt x="764" y="187"/>
                  </a:cubicBezTo>
                  <a:cubicBezTo>
                    <a:pt x="653" y="174"/>
                    <a:pt x="616" y="100"/>
                    <a:pt x="530" y="88"/>
                  </a:cubicBezTo>
                  <a:cubicBezTo>
                    <a:pt x="525" y="87"/>
                    <a:pt x="521" y="87"/>
                    <a:pt x="516" y="87"/>
                  </a:cubicBezTo>
                  <a:cubicBezTo>
                    <a:pt x="457" y="87"/>
                    <a:pt x="467" y="165"/>
                    <a:pt x="456" y="199"/>
                  </a:cubicBezTo>
                  <a:cubicBezTo>
                    <a:pt x="446" y="213"/>
                    <a:pt x="426" y="217"/>
                    <a:pt x="403" y="217"/>
                  </a:cubicBezTo>
                  <a:cubicBezTo>
                    <a:pt x="384" y="217"/>
                    <a:pt x="363" y="214"/>
                    <a:pt x="346" y="214"/>
                  </a:cubicBezTo>
                  <a:cubicBezTo>
                    <a:pt x="329" y="214"/>
                    <a:pt x="315" y="216"/>
                    <a:pt x="308" y="224"/>
                  </a:cubicBezTo>
                  <a:cubicBezTo>
                    <a:pt x="271" y="273"/>
                    <a:pt x="234" y="335"/>
                    <a:pt x="210" y="409"/>
                  </a:cubicBezTo>
                  <a:cubicBezTo>
                    <a:pt x="185" y="482"/>
                    <a:pt x="222" y="519"/>
                    <a:pt x="210" y="606"/>
                  </a:cubicBezTo>
                  <a:cubicBezTo>
                    <a:pt x="197" y="692"/>
                    <a:pt x="123" y="717"/>
                    <a:pt x="99" y="840"/>
                  </a:cubicBezTo>
                  <a:cubicBezTo>
                    <a:pt x="86" y="926"/>
                    <a:pt x="62" y="1025"/>
                    <a:pt x="37" y="1111"/>
                  </a:cubicBezTo>
                  <a:cubicBezTo>
                    <a:pt x="12" y="1160"/>
                    <a:pt x="0" y="1222"/>
                    <a:pt x="0" y="1283"/>
                  </a:cubicBezTo>
                  <a:cubicBezTo>
                    <a:pt x="0" y="1345"/>
                    <a:pt x="37" y="1394"/>
                    <a:pt x="99" y="1407"/>
                  </a:cubicBezTo>
                  <a:cubicBezTo>
                    <a:pt x="148" y="1431"/>
                    <a:pt x="148" y="1480"/>
                    <a:pt x="185" y="1579"/>
                  </a:cubicBezTo>
                  <a:cubicBezTo>
                    <a:pt x="234" y="1678"/>
                    <a:pt x="148" y="1801"/>
                    <a:pt x="123" y="1887"/>
                  </a:cubicBezTo>
                  <a:cubicBezTo>
                    <a:pt x="107" y="1953"/>
                    <a:pt x="145" y="1964"/>
                    <a:pt x="194" y="1964"/>
                  </a:cubicBezTo>
                  <a:cubicBezTo>
                    <a:pt x="219" y="1964"/>
                    <a:pt x="246" y="1961"/>
                    <a:pt x="271" y="1961"/>
                  </a:cubicBezTo>
                  <a:cubicBezTo>
                    <a:pt x="357" y="1961"/>
                    <a:pt x="320" y="1924"/>
                    <a:pt x="320" y="1887"/>
                  </a:cubicBezTo>
                  <a:cubicBezTo>
                    <a:pt x="333" y="1825"/>
                    <a:pt x="345" y="1776"/>
                    <a:pt x="382" y="1739"/>
                  </a:cubicBezTo>
                  <a:cubicBezTo>
                    <a:pt x="407" y="1678"/>
                    <a:pt x="345" y="1604"/>
                    <a:pt x="345" y="1579"/>
                  </a:cubicBezTo>
                  <a:cubicBezTo>
                    <a:pt x="345" y="1567"/>
                    <a:pt x="382" y="1468"/>
                    <a:pt x="382" y="1431"/>
                  </a:cubicBezTo>
                  <a:cubicBezTo>
                    <a:pt x="357" y="1370"/>
                    <a:pt x="357" y="1308"/>
                    <a:pt x="370" y="1246"/>
                  </a:cubicBezTo>
                  <a:cubicBezTo>
                    <a:pt x="376" y="1200"/>
                    <a:pt x="404" y="1189"/>
                    <a:pt x="442" y="1189"/>
                  </a:cubicBezTo>
                  <a:cubicBezTo>
                    <a:pt x="475" y="1189"/>
                    <a:pt x="515" y="1197"/>
                    <a:pt x="555" y="1197"/>
                  </a:cubicBezTo>
                  <a:cubicBezTo>
                    <a:pt x="628" y="1197"/>
                    <a:pt x="542" y="1357"/>
                    <a:pt x="518" y="1431"/>
                  </a:cubicBezTo>
                  <a:cubicBezTo>
                    <a:pt x="493" y="1505"/>
                    <a:pt x="591" y="1567"/>
                    <a:pt x="641" y="1616"/>
                  </a:cubicBezTo>
                  <a:cubicBezTo>
                    <a:pt x="690" y="1653"/>
                    <a:pt x="604" y="1702"/>
                    <a:pt x="641" y="1752"/>
                  </a:cubicBezTo>
                  <a:cubicBezTo>
                    <a:pt x="658" y="1769"/>
                    <a:pt x="683" y="1778"/>
                    <a:pt x="709" y="1778"/>
                  </a:cubicBezTo>
                  <a:cubicBezTo>
                    <a:pt x="738" y="1778"/>
                    <a:pt x="769" y="1766"/>
                    <a:pt x="789" y="1739"/>
                  </a:cubicBezTo>
                  <a:cubicBezTo>
                    <a:pt x="813" y="1715"/>
                    <a:pt x="826" y="1708"/>
                    <a:pt x="835" y="1708"/>
                  </a:cubicBezTo>
                  <a:cubicBezTo>
                    <a:pt x="844" y="1708"/>
                    <a:pt x="850" y="1715"/>
                    <a:pt x="863" y="1715"/>
                  </a:cubicBezTo>
                  <a:cubicBezTo>
                    <a:pt x="900" y="1715"/>
                    <a:pt x="924" y="1628"/>
                    <a:pt x="998" y="1616"/>
                  </a:cubicBezTo>
                  <a:cubicBezTo>
                    <a:pt x="1072" y="1604"/>
                    <a:pt x="1010" y="1591"/>
                    <a:pt x="949" y="1579"/>
                  </a:cubicBezTo>
                  <a:cubicBezTo>
                    <a:pt x="900" y="1567"/>
                    <a:pt x="900" y="1505"/>
                    <a:pt x="863" y="1505"/>
                  </a:cubicBezTo>
                  <a:cubicBezTo>
                    <a:pt x="838" y="1505"/>
                    <a:pt x="838" y="1394"/>
                    <a:pt x="850" y="1333"/>
                  </a:cubicBezTo>
                  <a:cubicBezTo>
                    <a:pt x="850" y="1283"/>
                    <a:pt x="789" y="1197"/>
                    <a:pt x="715" y="1135"/>
                  </a:cubicBezTo>
                  <a:cubicBezTo>
                    <a:pt x="665" y="1086"/>
                    <a:pt x="628" y="1025"/>
                    <a:pt x="604" y="951"/>
                  </a:cubicBezTo>
                  <a:cubicBezTo>
                    <a:pt x="604" y="937"/>
                    <a:pt x="607" y="932"/>
                    <a:pt x="611" y="932"/>
                  </a:cubicBezTo>
                  <a:cubicBezTo>
                    <a:pt x="623" y="932"/>
                    <a:pt x="648" y="966"/>
                    <a:pt x="665" y="975"/>
                  </a:cubicBezTo>
                  <a:cubicBezTo>
                    <a:pt x="690" y="975"/>
                    <a:pt x="813" y="852"/>
                    <a:pt x="863" y="815"/>
                  </a:cubicBezTo>
                  <a:cubicBezTo>
                    <a:pt x="900" y="778"/>
                    <a:pt x="936" y="741"/>
                    <a:pt x="973" y="692"/>
                  </a:cubicBezTo>
                  <a:cubicBezTo>
                    <a:pt x="979" y="671"/>
                    <a:pt x="968" y="663"/>
                    <a:pt x="951" y="663"/>
                  </a:cubicBezTo>
                  <a:cubicBezTo>
                    <a:pt x="928" y="663"/>
                    <a:pt x="891" y="678"/>
                    <a:pt x="863" y="692"/>
                  </a:cubicBezTo>
                  <a:cubicBezTo>
                    <a:pt x="789" y="692"/>
                    <a:pt x="715" y="704"/>
                    <a:pt x="653" y="704"/>
                  </a:cubicBezTo>
                  <a:cubicBezTo>
                    <a:pt x="591" y="704"/>
                    <a:pt x="604" y="815"/>
                    <a:pt x="542" y="840"/>
                  </a:cubicBezTo>
                  <a:cubicBezTo>
                    <a:pt x="539" y="840"/>
                    <a:pt x="535" y="841"/>
                    <a:pt x="532" y="841"/>
                  </a:cubicBezTo>
                  <a:cubicBezTo>
                    <a:pt x="467" y="841"/>
                    <a:pt x="452" y="727"/>
                    <a:pt x="382" y="692"/>
                  </a:cubicBezTo>
                  <a:cubicBezTo>
                    <a:pt x="320" y="667"/>
                    <a:pt x="283" y="606"/>
                    <a:pt x="283" y="532"/>
                  </a:cubicBezTo>
                  <a:cubicBezTo>
                    <a:pt x="283" y="458"/>
                    <a:pt x="296" y="396"/>
                    <a:pt x="333" y="347"/>
                  </a:cubicBezTo>
                  <a:cubicBezTo>
                    <a:pt x="343" y="331"/>
                    <a:pt x="367" y="327"/>
                    <a:pt x="396" y="327"/>
                  </a:cubicBezTo>
                  <a:cubicBezTo>
                    <a:pt x="435" y="327"/>
                    <a:pt x="482" y="335"/>
                    <a:pt x="518" y="335"/>
                  </a:cubicBezTo>
                  <a:cubicBezTo>
                    <a:pt x="579" y="335"/>
                    <a:pt x="826" y="310"/>
                    <a:pt x="912" y="310"/>
                  </a:cubicBezTo>
                  <a:cubicBezTo>
                    <a:pt x="998" y="310"/>
                    <a:pt x="1084" y="359"/>
                    <a:pt x="1195" y="359"/>
                  </a:cubicBezTo>
                  <a:cubicBezTo>
                    <a:pt x="1318" y="359"/>
                    <a:pt x="1318" y="310"/>
                    <a:pt x="1368" y="273"/>
                  </a:cubicBezTo>
                  <a:cubicBezTo>
                    <a:pt x="1417" y="236"/>
                    <a:pt x="1466" y="88"/>
                    <a:pt x="1516" y="39"/>
                  </a:cubicBezTo>
                  <a:cubicBezTo>
                    <a:pt x="1536" y="13"/>
                    <a:pt x="1531" y="0"/>
                    <a:pt x="151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8" name="Google Shape;7984;p67">
              <a:extLst>
                <a:ext uri="{FF2B5EF4-FFF2-40B4-BE49-F238E27FC236}">
                  <a16:creationId xmlns:a16="http://schemas.microsoft.com/office/drawing/2014/main" id="{79BBBAA3-41F9-8C65-ECFD-C1460BD4FB94}"/>
                </a:ext>
              </a:extLst>
            </p:cNvPr>
            <p:cNvSpPr/>
            <p:nvPr/>
          </p:nvSpPr>
          <p:spPr>
            <a:xfrm>
              <a:off x="4263550" y="5019150"/>
              <a:ext cx="8625" cy="20825"/>
            </a:xfrm>
            <a:custGeom>
              <a:avLst/>
              <a:gdLst/>
              <a:ahLst/>
              <a:cxnLst/>
              <a:rect l="l" t="t" r="r" b="b"/>
              <a:pathLst>
                <a:path w="345" h="833" extrusionOk="0">
                  <a:moveTo>
                    <a:pt x="106" y="1"/>
                  </a:moveTo>
                  <a:cubicBezTo>
                    <a:pt x="101" y="1"/>
                    <a:pt x="92" y="14"/>
                    <a:pt x="75" y="49"/>
                  </a:cubicBezTo>
                  <a:cubicBezTo>
                    <a:pt x="25" y="123"/>
                    <a:pt x="1" y="209"/>
                    <a:pt x="1" y="295"/>
                  </a:cubicBezTo>
                  <a:cubicBezTo>
                    <a:pt x="13" y="344"/>
                    <a:pt x="25" y="381"/>
                    <a:pt x="25" y="431"/>
                  </a:cubicBezTo>
                  <a:cubicBezTo>
                    <a:pt x="25" y="542"/>
                    <a:pt x="62" y="652"/>
                    <a:pt x="112" y="751"/>
                  </a:cubicBezTo>
                  <a:cubicBezTo>
                    <a:pt x="147" y="795"/>
                    <a:pt x="213" y="833"/>
                    <a:pt x="226" y="833"/>
                  </a:cubicBezTo>
                  <a:cubicBezTo>
                    <a:pt x="231" y="833"/>
                    <a:pt x="228" y="827"/>
                    <a:pt x="210" y="813"/>
                  </a:cubicBezTo>
                  <a:cubicBezTo>
                    <a:pt x="149" y="739"/>
                    <a:pt x="124" y="652"/>
                    <a:pt x="136" y="566"/>
                  </a:cubicBezTo>
                  <a:cubicBezTo>
                    <a:pt x="149" y="480"/>
                    <a:pt x="136" y="480"/>
                    <a:pt x="210" y="480"/>
                  </a:cubicBezTo>
                  <a:cubicBezTo>
                    <a:pt x="265" y="480"/>
                    <a:pt x="326" y="527"/>
                    <a:pt x="339" y="527"/>
                  </a:cubicBezTo>
                  <a:cubicBezTo>
                    <a:pt x="344" y="527"/>
                    <a:pt x="343" y="521"/>
                    <a:pt x="333" y="505"/>
                  </a:cubicBezTo>
                  <a:cubicBezTo>
                    <a:pt x="296" y="431"/>
                    <a:pt x="198" y="418"/>
                    <a:pt x="247" y="369"/>
                  </a:cubicBezTo>
                  <a:cubicBezTo>
                    <a:pt x="284" y="332"/>
                    <a:pt x="284" y="320"/>
                    <a:pt x="284" y="258"/>
                  </a:cubicBezTo>
                  <a:cubicBezTo>
                    <a:pt x="284" y="228"/>
                    <a:pt x="256" y="207"/>
                    <a:pt x="228" y="207"/>
                  </a:cubicBezTo>
                  <a:cubicBezTo>
                    <a:pt x="212" y="207"/>
                    <a:pt x="195" y="215"/>
                    <a:pt x="186" y="234"/>
                  </a:cubicBezTo>
                  <a:cubicBezTo>
                    <a:pt x="156" y="263"/>
                    <a:pt x="94" y="333"/>
                    <a:pt x="77" y="333"/>
                  </a:cubicBezTo>
                  <a:cubicBezTo>
                    <a:pt x="74" y="333"/>
                    <a:pt x="72" y="329"/>
                    <a:pt x="75" y="320"/>
                  </a:cubicBezTo>
                  <a:cubicBezTo>
                    <a:pt x="99" y="283"/>
                    <a:pt x="173" y="184"/>
                    <a:pt x="149" y="147"/>
                  </a:cubicBezTo>
                  <a:cubicBezTo>
                    <a:pt x="112" y="73"/>
                    <a:pt x="112" y="73"/>
                    <a:pt x="112" y="36"/>
                  </a:cubicBezTo>
                  <a:cubicBezTo>
                    <a:pt x="112" y="17"/>
                    <a:pt x="112" y="1"/>
                    <a:pt x="10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9" name="Google Shape;7985;p67">
              <a:extLst>
                <a:ext uri="{FF2B5EF4-FFF2-40B4-BE49-F238E27FC236}">
                  <a16:creationId xmlns:a16="http://schemas.microsoft.com/office/drawing/2014/main" id="{C8747F51-8689-2BBB-B550-4C3337051594}"/>
                </a:ext>
              </a:extLst>
            </p:cNvPr>
            <p:cNvSpPr/>
            <p:nvPr/>
          </p:nvSpPr>
          <p:spPr>
            <a:xfrm>
              <a:off x="4268175" y="5016400"/>
              <a:ext cx="3725" cy="3375"/>
            </a:xfrm>
            <a:custGeom>
              <a:avLst/>
              <a:gdLst/>
              <a:ahLst/>
              <a:cxnLst/>
              <a:rect l="l" t="t" r="r" b="b"/>
              <a:pathLst>
                <a:path w="149" h="135" extrusionOk="0">
                  <a:moveTo>
                    <a:pt x="89" y="1"/>
                  </a:moveTo>
                  <a:cubicBezTo>
                    <a:pt x="84" y="1"/>
                    <a:pt x="78" y="8"/>
                    <a:pt x="62" y="23"/>
                  </a:cubicBezTo>
                  <a:cubicBezTo>
                    <a:pt x="25" y="48"/>
                    <a:pt x="1" y="134"/>
                    <a:pt x="50" y="134"/>
                  </a:cubicBezTo>
                  <a:cubicBezTo>
                    <a:pt x="87" y="134"/>
                    <a:pt x="148" y="85"/>
                    <a:pt x="111" y="35"/>
                  </a:cubicBezTo>
                  <a:cubicBezTo>
                    <a:pt x="97" y="14"/>
                    <a:pt x="95" y="1"/>
                    <a:pt x="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0" name="Google Shape;7986;p67">
              <a:extLst>
                <a:ext uri="{FF2B5EF4-FFF2-40B4-BE49-F238E27FC236}">
                  <a16:creationId xmlns:a16="http://schemas.microsoft.com/office/drawing/2014/main" id="{8D0769C0-C60B-B711-77AF-FD3AF0C0E5BF}"/>
                </a:ext>
              </a:extLst>
            </p:cNvPr>
            <p:cNvSpPr/>
            <p:nvPr/>
          </p:nvSpPr>
          <p:spPr>
            <a:xfrm>
              <a:off x="4281425" y="5035025"/>
              <a:ext cx="5775" cy="1925"/>
            </a:xfrm>
            <a:custGeom>
              <a:avLst/>
              <a:gdLst/>
              <a:ahLst/>
              <a:cxnLst/>
              <a:rect l="l" t="t" r="r" b="b"/>
              <a:pathLst>
                <a:path w="231" h="77" extrusionOk="0">
                  <a:moveTo>
                    <a:pt x="57" y="0"/>
                  </a:moveTo>
                  <a:cubicBezTo>
                    <a:pt x="24" y="0"/>
                    <a:pt x="0" y="6"/>
                    <a:pt x="0" y="17"/>
                  </a:cubicBezTo>
                  <a:cubicBezTo>
                    <a:pt x="0" y="54"/>
                    <a:pt x="113" y="76"/>
                    <a:pt x="178" y="76"/>
                  </a:cubicBezTo>
                  <a:cubicBezTo>
                    <a:pt x="201" y="76"/>
                    <a:pt x="219" y="73"/>
                    <a:pt x="222" y="67"/>
                  </a:cubicBezTo>
                  <a:cubicBezTo>
                    <a:pt x="231" y="25"/>
                    <a:pt x="125" y="0"/>
                    <a:pt x="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1" name="Google Shape;7987;p67">
              <a:extLst>
                <a:ext uri="{FF2B5EF4-FFF2-40B4-BE49-F238E27FC236}">
                  <a16:creationId xmlns:a16="http://schemas.microsoft.com/office/drawing/2014/main" id="{0482012A-1AE4-0E51-D2F1-76AC5BD38153}"/>
                </a:ext>
              </a:extLst>
            </p:cNvPr>
            <p:cNvSpPr/>
            <p:nvPr/>
          </p:nvSpPr>
          <p:spPr>
            <a:xfrm>
              <a:off x="4282650" y="5037000"/>
              <a:ext cx="21900" cy="13250"/>
            </a:xfrm>
            <a:custGeom>
              <a:avLst/>
              <a:gdLst/>
              <a:ahLst/>
              <a:cxnLst/>
              <a:rect l="l" t="t" r="r" b="b"/>
              <a:pathLst>
                <a:path w="876" h="530" extrusionOk="0">
                  <a:moveTo>
                    <a:pt x="457" y="0"/>
                  </a:moveTo>
                  <a:cubicBezTo>
                    <a:pt x="407" y="12"/>
                    <a:pt x="358" y="25"/>
                    <a:pt x="321" y="49"/>
                  </a:cubicBezTo>
                  <a:cubicBezTo>
                    <a:pt x="222" y="86"/>
                    <a:pt x="136" y="136"/>
                    <a:pt x="136" y="173"/>
                  </a:cubicBezTo>
                  <a:cubicBezTo>
                    <a:pt x="136" y="190"/>
                    <a:pt x="130" y="213"/>
                    <a:pt x="114" y="213"/>
                  </a:cubicBezTo>
                  <a:cubicBezTo>
                    <a:pt x="107" y="213"/>
                    <a:pt x="98" y="208"/>
                    <a:pt x="87" y="197"/>
                  </a:cubicBezTo>
                  <a:cubicBezTo>
                    <a:pt x="69" y="170"/>
                    <a:pt x="37" y="130"/>
                    <a:pt x="22" y="130"/>
                  </a:cubicBezTo>
                  <a:cubicBezTo>
                    <a:pt x="16" y="130"/>
                    <a:pt x="13" y="135"/>
                    <a:pt x="13" y="148"/>
                  </a:cubicBezTo>
                  <a:cubicBezTo>
                    <a:pt x="1" y="185"/>
                    <a:pt x="62" y="246"/>
                    <a:pt x="87" y="283"/>
                  </a:cubicBezTo>
                  <a:cubicBezTo>
                    <a:pt x="99" y="333"/>
                    <a:pt x="112" y="345"/>
                    <a:pt x="185" y="345"/>
                  </a:cubicBezTo>
                  <a:cubicBezTo>
                    <a:pt x="210" y="345"/>
                    <a:pt x="233" y="344"/>
                    <a:pt x="254" y="344"/>
                  </a:cubicBezTo>
                  <a:cubicBezTo>
                    <a:pt x="295" y="344"/>
                    <a:pt x="325" y="349"/>
                    <a:pt x="333" y="382"/>
                  </a:cubicBezTo>
                  <a:cubicBezTo>
                    <a:pt x="358" y="444"/>
                    <a:pt x="383" y="530"/>
                    <a:pt x="457" y="530"/>
                  </a:cubicBezTo>
                  <a:cubicBezTo>
                    <a:pt x="543" y="530"/>
                    <a:pt x="715" y="530"/>
                    <a:pt x="765" y="518"/>
                  </a:cubicBezTo>
                  <a:cubicBezTo>
                    <a:pt x="826" y="505"/>
                    <a:pt x="826" y="456"/>
                    <a:pt x="826" y="394"/>
                  </a:cubicBezTo>
                  <a:cubicBezTo>
                    <a:pt x="826" y="333"/>
                    <a:pt x="875" y="333"/>
                    <a:pt x="863" y="271"/>
                  </a:cubicBezTo>
                  <a:cubicBezTo>
                    <a:pt x="839" y="222"/>
                    <a:pt x="863" y="160"/>
                    <a:pt x="802" y="111"/>
                  </a:cubicBezTo>
                  <a:cubicBezTo>
                    <a:pt x="784" y="93"/>
                    <a:pt x="762" y="90"/>
                    <a:pt x="738" y="90"/>
                  </a:cubicBezTo>
                  <a:cubicBezTo>
                    <a:pt x="723" y="90"/>
                    <a:pt x="706" y="91"/>
                    <a:pt x="691" y="91"/>
                  </a:cubicBezTo>
                  <a:cubicBezTo>
                    <a:pt x="663" y="91"/>
                    <a:pt x="637" y="87"/>
                    <a:pt x="617" y="62"/>
                  </a:cubicBezTo>
                  <a:cubicBezTo>
                    <a:pt x="567" y="25"/>
                    <a:pt x="518" y="0"/>
                    <a:pt x="4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2" name="Google Shape;7988;p67">
              <a:extLst>
                <a:ext uri="{FF2B5EF4-FFF2-40B4-BE49-F238E27FC236}">
                  <a16:creationId xmlns:a16="http://schemas.microsoft.com/office/drawing/2014/main" id="{AF470AC4-7C60-5319-9B01-0505FA5A4371}"/>
                </a:ext>
              </a:extLst>
            </p:cNvPr>
            <p:cNvSpPr/>
            <p:nvPr/>
          </p:nvSpPr>
          <p:spPr>
            <a:xfrm>
              <a:off x="4389225" y="5064700"/>
              <a:ext cx="23125" cy="14200"/>
            </a:xfrm>
            <a:custGeom>
              <a:avLst/>
              <a:gdLst/>
              <a:ahLst/>
              <a:cxnLst/>
              <a:rect l="l" t="t" r="r" b="b"/>
              <a:pathLst>
                <a:path w="925" h="568" extrusionOk="0">
                  <a:moveTo>
                    <a:pt x="863" y="1"/>
                  </a:moveTo>
                  <a:cubicBezTo>
                    <a:pt x="814" y="1"/>
                    <a:pt x="789" y="1"/>
                    <a:pt x="777" y="63"/>
                  </a:cubicBezTo>
                  <a:cubicBezTo>
                    <a:pt x="777" y="112"/>
                    <a:pt x="789" y="173"/>
                    <a:pt x="715" y="186"/>
                  </a:cubicBezTo>
                  <a:cubicBezTo>
                    <a:pt x="642" y="198"/>
                    <a:pt x="666" y="235"/>
                    <a:pt x="605" y="297"/>
                  </a:cubicBezTo>
                  <a:cubicBezTo>
                    <a:pt x="574" y="315"/>
                    <a:pt x="537" y="324"/>
                    <a:pt x="501" y="324"/>
                  </a:cubicBezTo>
                  <a:cubicBezTo>
                    <a:pt x="466" y="324"/>
                    <a:pt x="432" y="315"/>
                    <a:pt x="407" y="297"/>
                  </a:cubicBezTo>
                  <a:cubicBezTo>
                    <a:pt x="394" y="283"/>
                    <a:pt x="385" y="278"/>
                    <a:pt x="378" y="278"/>
                  </a:cubicBezTo>
                  <a:cubicBezTo>
                    <a:pt x="360" y="278"/>
                    <a:pt x="357" y="316"/>
                    <a:pt x="321" y="334"/>
                  </a:cubicBezTo>
                  <a:cubicBezTo>
                    <a:pt x="299" y="350"/>
                    <a:pt x="262" y="357"/>
                    <a:pt x="222" y="357"/>
                  </a:cubicBezTo>
                  <a:cubicBezTo>
                    <a:pt x="173" y="357"/>
                    <a:pt x="121" y="347"/>
                    <a:pt x="87" y="334"/>
                  </a:cubicBezTo>
                  <a:cubicBezTo>
                    <a:pt x="71" y="330"/>
                    <a:pt x="57" y="329"/>
                    <a:pt x="45" y="329"/>
                  </a:cubicBezTo>
                  <a:cubicBezTo>
                    <a:pt x="14" y="329"/>
                    <a:pt x="1" y="340"/>
                    <a:pt x="1" y="358"/>
                  </a:cubicBezTo>
                  <a:cubicBezTo>
                    <a:pt x="1" y="494"/>
                    <a:pt x="297" y="568"/>
                    <a:pt x="420" y="568"/>
                  </a:cubicBezTo>
                  <a:cubicBezTo>
                    <a:pt x="518" y="568"/>
                    <a:pt x="617" y="506"/>
                    <a:pt x="679" y="420"/>
                  </a:cubicBezTo>
                  <a:cubicBezTo>
                    <a:pt x="703" y="358"/>
                    <a:pt x="765" y="321"/>
                    <a:pt x="826" y="321"/>
                  </a:cubicBezTo>
                  <a:cubicBezTo>
                    <a:pt x="900" y="309"/>
                    <a:pt x="863" y="260"/>
                    <a:pt x="863" y="235"/>
                  </a:cubicBezTo>
                  <a:cubicBezTo>
                    <a:pt x="863" y="210"/>
                    <a:pt x="925" y="149"/>
                    <a:pt x="925" y="100"/>
                  </a:cubicBezTo>
                  <a:cubicBezTo>
                    <a:pt x="925" y="63"/>
                    <a:pt x="913" y="1"/>
                    <a:pt x="86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3" name="Google Shape;7989;p67">
              <a:extLst>
                <a:ext uri="{FF2B5EF4-FFF2-40B4-BE49-F238E27FC236}">
                  <a16:creationId xmlns:a16="http://schemas.microsoft.com/office/drawing/2014/main" id="{DABFB0B9-2883-CDE3-31ED-F1F75DA52E39}"/>
                </a:ext>
              </a:extLst>
            </p:cNvPr>
            <p:cNvSpPr/>
            <p:nvPr/>
          </p:nvSpPr>
          <p:spPr>
            <a:xfrm>
              <a:off x="4425275" y="5071150"/>
              <a:ext cx="8650" cy="11750"/>
            </a:xfrm>
            <a:custGeom>
              <a:avLst/>
              <a:gdLst/>
              <a:ahLst/>
              <a:cxnLst/>
              <a:rect l="l" t="t" r="r" b="b"/>
              <a:pathLst>
                <a:path w="346" h="470" extrusionOk="0">
                  <a:moveTo>
                    <a:pt x="31" y="0"/>
                  </a:moveTo>
                  <a:cubicBezTo>
                    <a:pt x="29" y="0"/>
                    <a:pt x="27" y="1"/>
                    <a:pt x="25" y="2"/>
                  </a:cubicBezTo>
                  <a:cubicBezTo>
                    <a:pt x="0" y="14"/>
                    <a:pt x="50" y="150"/>
                    <a:pt x="87" y="236"/>
                  </a:cubicBezTo>
                  <a:cubicBezTo>
                    <a:pt x="111" y="310"/>
                    <a:pt x="210" y="458"/>
                    <a:pt x="259" y="470"/>
                  </a:cubicBezTo>
                  <a:cubicBezTo>
                    <a:pt x="308" y="470"/>
                    <a:pt x="345" y="470"/>
                    <a:pt x="345" y="408"/>
                  </a:cubicBezTo>
                  <a:cubicBezTo>
                    <a:pt x="345" y="334"/>
                    <a:pt x="308" y="273"/>
                    <a:pt x="247" y="236"/>
                  </a:cubicBezTo>
                  <a:cubicBezTo>
                    <a:pt x="198" y="187"/>
                    <a:pt x="148" y="150"/>
                    <a:pt x="99" y="100"/>
                  </a:cubicBezTo>
                  <a:cubicBezTo>
                    <a:pt x="54" y="55"/>
                    <a:pt x="50" y="0"/>
                    <a:pt x="3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4" name="Google Shape;7990;p67">
              <a:extLst>
                <a:ext uri="{FF2B5EF4-FFF2-40B4-BE49-F238E27FC236}">
                  <a16:creationId xmlns:a16="http://schemas.microsoft.com/office/drawing/2014/main" id="{A33C4296-D855-286A-F374-7DCF6BBAFAA5}"/>
                </a:ext>
              </a:extLst>
            </p:cNvPr>
            <p:cNvSpPr/>
            <p:nvPr/>
          </p:nvSpPr>
          <p:spPr>
            <a:xfrm>
              <a:off x="4456375" y="5100400"/>
              <a:ext cx="6500" cy="5025"/>
            </a:xfrm>
            <a:custGeom>
              <a:avLst/>
              <a:gdLst/>
              <a:ahLst/>
              <a:cxnLst/>
              <a:rect l="l" t="t" r="r" b="b"/>
              <a:pathLst>
                <a:path w="260" h="201" extrusionOk="0">
                  <a:moveTo>
                    <a:pt x="3" y="0"/>
                  </a:moveTo>
                  <a:cubicBezTo>
                    <a:pt x="2" y="0"/>
                    <a:pt x="1" y="1"/>
                    <a:pt x="1" y="2"/>
                  </a:cubicBezTo>
                  <a:cubicBezTo>
                    <a:pt x="1" y="27"/>
                    <a:pt x="1" y="125"/>
                    <a:pt x="75" y="125"/>
                  </a:cubicBezTo>
                  <a:cubicBezTo>
                    <a:pt x="137" y="134"/>
                    <a:pt x="205" y="200"/>
                    <a:pt x="239" y="200"/>
                  </a:cubicBezTo>
                  <a:cubicBezTo>
                    <a:pt x="252" y="200"/>
                    <a:pt x="260" y="190"/>
                    <a:pt x="260" y="162"/>
                  </a:cubicBezTo>
                  <a:cubicBezTo>
                    <a:pt x="235" y="101"/>
                    <a:pt x="186" y="39"/>
                    <a:pt x="124" y="39"/>
                  </a:cubicBezTo>
                  <a:cubicBezTo>
                    <a:pt x="69" y="39"/>
                    <a:pt x="15" y="0"/>
                    <a:pt x="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5" name="Google Shape;7991;p67">
              <a:extLst>
                <a:ext uri="{FF2B5EF4-FFF2-40B4-BE49-F238E27FC236}">
                  <a16:creationId xmlns:a16="http://schemas.microsoft.com/office/drawing/2014/main" id="{251B7EE9-DCBB-4F3F-D1C4-1C1E788FABAB}"/>
                </a:ext>
              </a:extLst>
            </p:cNvPr>
            <p:cNvSpPr/>
            <p:nvPr/>
          </p:nvSpPr>
          <p:spPr>
            <a:xfrm>
              <a:off x="4447800" y="5088300"/>
              <a:ext cx="11000" cy="6325"/>
            </a:xfrm>
            <a:custGeom>
              <a:avLst/>
              <a:gdLst/>
              <a:ahLst/>
              <a:cxnLst/>
              <a:rect l="l" t="t" r="r" b="b"/>
              <a:pathLst>
                <a:path w="440" h="253" extrusionOk="0">
                  <a:moveTo>
                    <a:pt x="42" y="1"/>
                  </a:moveTo>
                  <a:cubicBezTo>
                    <a:pt x="0" y="1"/>
                    <a:pt x="76" y="58"/>
                    <a:pt x="97" y="80"/>
                  </a:cubicBezTo>
                  <a:cubicBezTo>
                    <a:pt x="196" y="141"/>
                    <a:pt x="307" y="191"/>
                    <a:pt x="406" y="252"/>
                  </a:cubicBezTo>
                  <a:cubicBezTo>
                    <a:pt x="407" y="252"/>
                    <a:pt x="408" y="253"/>
                    <a:pt x="408" y="253"/>
                  </a:cubicBezTo>
                  <a:cubicBezTo>
                    <a:pt x="440" y="253"/>
                    <a:pt x="145" y="18"/>
                    <a:pt x="73" y="6"/>
                  </a:cubicBezTo>
                  <a:cubicBezTo>
                    <a:pt x="59" y="2"/>
                    <a:pt x="49" y="1"/>
                    <a:pt x="4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6" name="Google Shape;7992;p67">
              <a:extLst>
                <a:ext uri="{FF2B5EF4-FFF2-40B4-BE49-F238E27FC236}">
                  <a16:creationId xmlns:a16="http://schemas.microsoft.com/office/drawing/2014/main" id="{5AFE0D6D-2685-A65C-4636-B50573F153BE}"/>
                </a:ext>
              </a:extLst>
            </p:cNvPr>
            <p:cNvSpPr/>
            <p:nvPr/>
          </p:nvSpPr>
          <p:spPr>
            <a:xfrm>
              <a:off x="4437850" y="5081100"/>
              <a:ext cx="4725" cy="5325"/>
            </a:xfrm>
            <a:custGeom>
              <a:avLst/>
              <a:gdLst/>
              <a:ahLst/>
              <a:cxnLst/>
              <a:rect l="l" t="t" r="r" b="b"/>
              <a:pathLst>
                <a:path w="189" h="213" extrusionOk="0">
                  <a:moveTo>
                    <a:pt x="8" y="1"/>
                  </a:moveTo>
                  <a:cubicBezTo>
                    <a:pt x="3" y="1"/>
                    <a:pt x="1" y="4"/>
                    <a:pt x="3" y="10"/>
                  </a:cubicBezTo>
                  <a:cubicBezTo>
                    <a:pt x="3" y="66"/>
                    <a:pt x="164" y="213"/>
                    <a:pt x="186" y="213"/>
                  </a:cubicBezTo>
                  <a:cubicBezTo>
                    <a:pt x="188" y="213"/>
                    <a:pt x="189" y="211"/>
                    <a:pt x="187" y="207"/>
                  </a:cubicBezTo>
                  <a:cubicBezTo>
                    <a:pt x="177" y="122"/>
                    <a:pt x="38" y="1"/>
                    <a:pt x="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7" name="Google Shape;7993;p67">
              <a:extLst>
                <a:ext uri="{FF2B5EF4-FFF2-40B4-BE49-F238E27FC236}">
                  <a16:creationId xmlns:a16="http://schemas.microsoft.com/office/drawing/2014/main" id="{03D6A6C9-43AE-15B7-3726-F3DA9164EBE0}"/>
                </a:ext>
              </a:extLst>
            </p:cNvPr>
            <p:cNvSpPr/>
            <p:nvPr/>
          </p:nvSpPr>
          <p:spPr>
            <a:xfrm>
              <a:off x="4481650" y="5179000"/>
              <a:ext cx="19125" cy="15125"/>
            </a:xfrm>
            <a:custGeom>
              <a:avLst/>
              <a:gdLst/>
              <a:ahLst/>
              <a:cxnLst/>
              <a:rect l="l" t="t" r="r" b="b"/>
              <a:pathLst>
                <a:path w="765" h="605" extrusionOk="0">
                  <a:moveTo>
                    <a:pt x="87" y="0"/>
                  </a:moveTo>
                  <a:cubicBezTo>
                    <a:pt x="0" y="0"/>
                    <a:pt x="358" y="468"/>
                    <a:pt x="715" y="604"/>
                  </a:cubicBezTo>
                  <a:cubicBezTo>
                    <a:pt x="716" y="604"/>
                    <a:pt x="717" y="605"/>
                    <a:pt x="718" y="605"/>
                  </a:cubicBezTo>
                  <a:cubicBezTo>
                    <a:pt x="765" y="605"/>
                    <a:pt x="159" y="0"/>
                    <a:pt x="8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8" name="Google Shape;7994;p67">
              <a:extLst>
                <a:ext uri="{FF2B5EF4-FFF2-40B4-BE49-F238E27FC236}">
                  <a16:creationId xmlns:a16="http://schemas.microsoft.com/office/drawing/2014/main" id="{A2332297-CCD9-F99B-AB66-B244D4AB7CA4}"/>
                </a:ext>
              </a:extLst>
            </p:cNvPr>
            <p:cNvSpPr/>
            <p:nvPr/>
          </p:nvSpPr>
          <p:spPr>
            <a:xfrm>
              <a:off x="4533575" y="5285350"/>
              <a:ext cx="13100" cy="18725"/>
            </a:xfrm>
            <a:custGeom>
              <a:avLst/>
              <a:gdLst/>
              <a:ahLst/>
              <a:cxnLst/>
              <a:rect l="l" t="t" r="r" b="b"/>
              <a:pathLst>
                <a:path w="524" h="749" extrusionOk="0">
                  <a:moveTo>
                    <a:pt x="7" y="0"/>
                  </a:moveTo>
                  <a:cubicBezTo>
                    <a:pt x="2" y="0"/>
                    <a:pt x="1" y="7"/>
                    <a:pt x="6" y="22"/>
                  </a:cubicBezTo>
                  <a:cubicBezTo>
                    <a:pt x="43" y="96"/>
                    <a:pt x="153" y="170"/>
                    <a:pt x="153" y="244"/>
                  </a:cubicBezTo>
                  <a:cubicBezTo>
                    <a:pt x="153" y="317"/>
                    <a:pt x="153" y="305"/>
                    <a:pt x="215" y="404"/>
                  </a:cubicBezTo>
                  <a:cubicBezTo>
                    <a:pt x="277" y="490"/>
                    <a:pt x="314" y="539"/>
                    <a:pt x="363" y="564"/>
                  </a:cubicBezTo>
                  <a:cubicBezTo>
                    <a:pt x="424" y="576"/>
                    <a:pt x="388" y="564"/>
                    <a:pt x="388" y="638"/>
                  </a:cubicBezTo>
                  <a:cubicBezTo>
                    <a:pt x="375" y="724"/>
                    <a:pt x="498" y="749"/>
                    <a:pt x="498" y="749"/>
                  </a:cubicBezTo>
                  <a:cubicBezTo>
                    <a:pt x="486" y="638"/>
                    <a:pt x="523" y="625"/>
                    <a:pt x="461" y="564"/>
                  </a:cubicBezTo>
                  <a:cubicBezTo>
                    <a:pt x="400" y="490"/>
                    <a:pt x="388" y="502"/>
                    <a:pt x="388" y="453"/>
                  </a:cubicBezTo>
                  <a:cubicBezTo>
                    <a:pt x="400" y="404"/>
                    <a:pt x="449" y="379"/>
                    <a:pt x="388" y="317"/>
                  </a:cubicBezTo>
                  <a:cubicBezTo>
                    <a:pt x="326" y="244"/>
                    <a:pt x="277" y="244"/>
                    <a:pt x="190" y="157"/>
                  </a:cubicBezTo>
                  <a:cubicBezTo>
                    <a:pt x="122" y="98"/>
                    <a:pt x="29" y="0"/>
                    <a:pt x="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9" name="Google Shape;7995;p67">
              <a:extLst>
                <a:ext uri="{FF2B5EF4-FFF2-40B4-BE49-F238E27FC236}">
                  <a16:creationId xmlns:a16="http://schemas.microsoft.com/office/drawing/2014/main" id="{A6420FB4-7D95-7419-2D61-DCE7145CCE7D}"/>
                </a:ext>
              </a:extLst>
            </p:cNvPr>
            <p:cNvSpPr/>
            <p:nvPr/>
          </p:nvSpPr>
          <p:spPr>
            <a:xfrm>
              <a:off x="4539550" y="5303200"/>
              <a:ext cx="28675" cy="39475"/>
            </a:xfrm>
            <a:custGeom>
              <a:avLst/>
              <a:gdLst/>
              <a:ahLst/>
              <a:cxnLst/>
              <a:rect l="l" t="t" r="r" b="b"/>
              <a:pathLst>
                <a:path w="1147" h="1579" extrusionOk="0">
                  <a:moveTo>
                    <a:pt x="407" y="0"/>
                  </a:moveTo>
                  <a:cubicBezTo>
                    <a:pt x="400" y="0"/>
                    <a:pt x="406" y="19"/>
                    <a:pt x="420" y="59"/>
                  </a:cubicBezTo>
                  <a:cubicBezTo>
                    <a:pt x="429" y="116"/>
                    <a:pt x="424" y="158"/>
                    <a:pt x="405" y="158"/>
                  </a:cubicBezTo>
                  <a:cubicBezTo>
                    <a:pt x="399" y="158"/>
                    <a:pt x="391" y="154"/>
                    <a:pt x="383" y="146"/>
                  </a:cubicBezTo>
                  <a:cubicBezTo>
                    <a:pt x="351" y="103"/>
                    <a:pt x="328" y="69"/>
                    <a:pt x="290" y="69"/>
                  </a:cubicBezTo>
                  <a:cubicBezTo>
                    <a:pt x="284" y="69"/>
                    <a:pt x="278" y="70"/>
                    <a:pt x="272" y="72"/>
                  </a:cubicBezTo>
                  <a:cubicBezTo>
                    <a:pt x="235" y="84"/>
                    <a:pt x="247" y="380"/>
                    <a:pt x="247" y="466"/>
                  </a:cubicBezTo>
                  <a:cubicBezTo>
                    <a:pt x="235" y="540"/>
                    <a:pt x="222" y="614"/>
                    <a:pt x="185" y="688"/>
                  </a:cubicBezTo>
                  <a:cubicBezTo>
                    <a:pt x="173" y="737"/>
                    <a:pt x="99" y="737"/>
                    <a:pt x="62" y="774"/>
                  </a:cubicBezTo>
                  <a:cubicBezTo>
                    <a:pt x="25" y="823"/>
                    <a:pt x="1" y="934"/>
                    <a:pt x="50" y="934"/>
                  </a:cubicBezTo>
                  <a:cubicBezTo>
                    <a:pt x="87" y="934"/>
                    <a:pt x="346" y="1057"/>
                    <a:pt x="346" y="1131"/>
                  </a:cubicBezTo>
                  <a:cubicBezTo>
                    <a:pt x="346" y="1230"/>
                    <a:pt x="321" y="1316"/>
                    <a:pt x="284" y="1402"/>
                  </a:cubicBezTo>
                  <a:cubicBezTo>
                    <a:pt x="247" y="1464"/>
                    <a:pt x="247" y="1563"/>
                    <a:pt x="284" y="1563"/>
                  </a:cubicBezTo>
                  <a:cubicBezTo>
                    <a:pt x="300" y="1563"/>
                    <a:pt x="350" y="1579"/>
                    <a:pt x="395" y="1579"/>
                  </a:cubicBezTo>
                  <a:cubicBezTo>
                    <a:pt x="418" y="1579"/>
                    <a:pt x="440" y="1575"/>
                    <a:pt x="457" y="1563"/>
                  </a:cubicBezTo>
                  <a:cubicBezTo>
                    <a:pt x="494" y="1513"/>
                    <a:pt x="654" y="1242"/>
                    <a:pt x="703" y="1181"/>
                  </a:cubicBezTo>
                  <a:cubicBezTo>
                    <a:pt x="752" y="1131"/>
                    <a:pt x="789" y="1057"/>
                    <a:pt x="777" y="996"/>
                  </a:cubicBezTo>
                  <a:cubicBezTo>
                    <a:pt x="777" y="922"/>
                    <a:pt x="752" y="922"/>
                    <a:pt x="777" y="860"/>
                  </a:cubicBezTo>
                  <a:cubicBezTo>
                    <a:pt x="809" y="807"/>
                    <a:pt x="832" y="772"/>
                    <a:pt x="878" y="772"/>
                  </a:cubicBezTo>
                  <a:cubicBezTo>
                    <a:pt x="885" y="772"/>
                    <a:pt x="892" y="772"/>
                    <a:pt x="900" y="774"/>
                  </a:cubicBezTo>
                  <a:cubicBezTo>
                    <a:pt x="927" y="781"/>
                    <a:pt x="950" y="791"/>
                    <a:pt x="968" y="791"/>
                  </a:cubicBezTo>
                  <a:cubicBezTo>
                    <a:pt x="982" y="791"/>
                    <a:pt x="993" y="784"/>
                    <a:pt x="999" y="762"/>
                  </a:cubicBezTo>
                  <a:cubicBezTo>
                    <a:pt x="1023" y="725"/>
                    <a:pt x="1060" y="663"/>
                    <a:pt x="1097" y="577"/>
                  </a:cubicBezTo>
                  <a:cubicBezTo>
                    <a:pt x="1134" y="491"/>
                    <a:pt x="1097" y="429"/>
                    <a:pt x="1110" y="367"/>
                  </a:cubicBezTo>
                  <a:cubicBezTo>
                    <a:pt x="1134" y="318"/>
                    <a:pt x="1147" y="306"/>
                    <a:pt x="1097" y="306"/>
                  </a:cubicBezTo>
                  <a:cubicBezTo>
                    <a:pt x="1023" y="306"/>
                    <a:pt x="962" y="330"/>
                    <a:pt x="912" y="380"/>
                  </a:cubicBezTo>
                  <a:cubicBezTo>
                    <a:pt x="882" y="410"/>
                    <a:pt x="870" y="431"/>
                    <a:pt x="846" y="431"/>
                  </a:cubicBezTo>
                  <a:cubicBezTo>
                    <a:pt x="830" y="431"/>
                    <a:pt x="810" y="423"/>
                    <a:pt x="777" y="404"/>
                  </a:cubicBezTo>
                  <a:cubicBezTo>
                    <a:pt x="691" y="367"/>
                    <a:pt x="530" y="318"/>
                    <a:pt x="530" y="256"/>
                  </a:cubicBezTo>
                  <a:cubicBezTo>
                    <a:pt x="530" y="170"/>
                    <a:pt x="506" y="96"/>
                    <a:pt x="457" y="35"/>
                  </a:cubicBezTo>
                  <a:cubicBezTo>
                    <a:pt x="429" y="13"/>
                    <a:pt x="414" y="0"/>
                    <a:pt x="40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0" name="Google Shape;7996;p67">
              <a:extLst>
                <a:ext uri="{FF2B5EF4-FFF2-40B4-BE49-F238E27FC236}">
                  <a16:creationId xmlns:a16="http://schemas.microsoft.com/office/drawing/2014/main" id="{7CABD6F3-44A6-BA34-686A-657A45420E6B}"/>
                </a:ext>
              </a:extLst>
            </p:cNvPr>
            <p:cNvSpPr/>
            <p:nvPr/>
          </p:nvSpPr>
          <p:spPr>
            <a:xfrm>
              <a:off x="4496425" y="5334750"/>
              <a:ext cx="46050" cy="51025"/>
            </a:xfrm>
            <a:custGeom>
              <a:avLst/>
              <a:gdLst/>
              <a:ahLst/>
              <a:cxnLst/>
              <a:rect l="l" t="t" r="r" b="b"/>
              <a:pathLst>
                <a:path w="1842" h="2041" extrusionOk="0">
                  <a:moveTo>
                    <a:pt x="1489" y="1"/>
                  </a:moveTo>
                  <a:cubicBezTo>
                    <a:pt x="1479" y="1"/>
                    <a:pt x="1465" y="6"/>
                    <a:pt x="1442" y="17"/>
                  </a:cubicBezTo>
                  <a:cubicBezTo>
                    <a:pt x="1356" y="66"/>
                    <a:pt x="1294" y="128"/>
                    <a:pt x="1294" y="202"/>
                  </a:cubicBezTo>
                  <a:cubicBezTo>
                    <a:pt x="1294" y="264"/>
                    <a:pt x="1344" y="288"/>
                    <a:pt x="1270" y="338"/>
                  </a:cubicBezTo>
                  <a:cubicBezTo>
                    <a:pt x="1208" y="399"/>
                    <a:pt x="1171" y="572"/>
                    <a:pt x="1122" y="633"/>
                  </a:cubicBezTo>
                  <a:cubicBezTo>
                    <a:pt x="1048" y="732"/>
                    <a:pt x="949" y="818"/>
                    <a:pt x="851" y="904"/>
                  </a:cubicBezTo>
                  <a:cubicBezTo>
                    <a:pt x="752" y="941"/>
                    <a:pt x="666" y="1003"/>
                    <a:pt x="604" y="1077"/>
                  </a:cubicBezTo>
                  <a:cubicBezTo>
                    <a:pt x="555" y="1138"/>
                    <a:pt x="518" y="1151"/>
                    <a:pt x="432" y="1188"/>
                  </a:cubicBezTo>
                  <a:cubicBezTo>
                    <a:pt x="346" y="1225"/>
                    <a:pt x="309" y="1409"/>
                    <a:pt x="259" y="1446"/>
                  </a:cubicBezTo>
                  <a:cubicBezTo>
                    <a:pt x="198" y="1483"/>
                    <a:pt x="149" y="1471"/>
                    <a:pt x="112" y="1508"/>
                  </a:cubicBezTo>
                  <a:cubicBezTo>
                    <a:pt x="87" y="1570"/>
                    <a:pt x="75" y="1644"/>
                    <a:pt x="87" y="1718"/>
                  </a:cubicBezTo>
                  <a:cubicBezTo>
                    <a:pt x="87" y="1754"/>
                    <a:pt x="99" y="1791"/>
                    <a:pt x="50" y="1791"/>
                  </a:cubicBezTo>
                  <a:cubicBezTo>
                    <a:pt x="1" y="1791"/>
                    <a:pt x="50" y="1915"/>
                    <a:pt x="50" y="1915"/>
                  </a:cubicBezTo>
                  <a:cubicBezTo>
                    <a:pt x="112" y="1915"/>
                    <a:pt x="173" y="1915"/>
                    <a:pt x="235" y="1927"/>
                  </a:cubicBezTo>
                  <a:cubicBezTo>
                    <a:pt x="346" y="1952"/>
                    <a:pt x="383" y="2013"/>
                    <a:pt x="457" y="2038"/>
                  </a:cubicBezTo>
                  <a:cubicBezTo>
                    <a:pt x="472" y="2039"/>
                    <a:pt x="488" y="2040"/>
                    <a:pt x="504" y="2040"/>
                  </a:cubicBezTo>
                  <a:cubicBezTo>
                    <a:pt x="616" y="2040"/>
                    <a:pt x="740" y="2002"/>
                    <a:pt x="826" y="1927"/>
                  </a:cubicBezTo>
                  <a:cubicBezTo>
                    <a:pt x="949" y="1841"/>
                    <a:pt x="1036" y="1705"/>
                    <a:pt x="1060" y="1557"/>
                  </a:cubicBezTo>
                  <a:cubicBezTo>
                    <a:pt x="1097" y="1336"/>
                    <a:pt x="1110" y="1249"/>
                    <a:pt x="1233" y="1212"/>
                  </a:cubicBezTo>
                  <a:cubicBezTo>
                    <a:pt x="1348" y="1189"/>
                    <a:pt x="1334" y="1113"/>
                    <a:pt x="1402" y="1113"/>
                  </a:cubicBezTo>
                  <a:cubicBezTo>
                    <a:pt x="1407" y="1113"/>
                    <a:pt x="1412" y="1113"/>
                    <a:pt x="1418" y="1114"/>
                  </a:cubicBezTo>
                  <a:cubicBezTo>
                    <a:pt x="1516" y="1114"/>
                    <a:pt x="1627" y="1114"/>
                    <a:pt x="1578" y="1040"/>
                  </a:cubicBezTo>
                  <a:cubicBezTo>
                    <a:pt x="1516" y="966"/>
                    <a:pt x="1479" y="1028"/>
                    <a:pt x="1504" y="929"/>
                  </a:cubicBezTo>
                  <a:cubicBezTo>
                    <a:pt x="1541" y="818"/>
                    <a:pt x="1664" y="732"/>
                    <a:pt x="1713" y="621"/>
                  </a:cubicBezTo>
                  <a:cubicBezTo>
                    <a:pt x="1750" y="498"/>
                    <a:pt x="1824" y="411"/>
                    <a:pt x="1824" y="338"/>
                  </a:cubicBezTo>
                  <a:cubicBezTo>
                    <a:pt x="1824" y="264"/>
                    <a:pt x="1800" y="264"/>
                    <a:pt x="1824" y="214"/>
                  </a:cubicBezTo>
                  <a:cubicBezTo>
                    <a:pt x="1841" y="172"/>
                    <a:pt x="1841" y="159"/>
                    <a:pt x="1822" y="159"/>
                  </a:cubicBezTo>
                  <a:cubicBezTo>
                    <a:pt x="1814" y="159"/>
                    <a:pt x="1803" y="161"/>
                    <a:pt x="1787" y="165"/>
                  </a:cubicBezTo>
                  <a:cubicBezTo>
                    <a:pt x="1782" y="166"/>
                    <a:pt x="1777" y="167"/>
                    <a:pt x="1774" y="167"/>
                  </a:cubicBezTo>
                  <a:cubicBezTo>
                    <a:pt x="1741" y="167"/>
                    <a:pt x="1753" y="124"/>
                    <a:pt x="1775" y="91"/>
                  </a:cubicBezTo>
                  <a:cubicBezTo>
                    <a:pt x="1777" y="85"/>
                    <a:pt x="1777" y="83"/>
                    <a:pt x="1775" y="83"/>
                  </a:cubicBezTo>
                  <a:cubicBezTo>
                    <a:pt x="1765" y="83"/>
                    <a:pt x="1708" y="158"/>
                    <a:pt x="1676" y="190"/>
                  </a:cubicBezTo>
                  <a:cubicBezTo>
                    <a:pt x="1661" y="206"/>
                    <a:pt x="1642" y="210"/>
                    <a:pt x="1627" y="210"/>
                  </a:cubicBezTo>
                  <a:cubicBezTo>
                    <a:pt x="1606" y="210"/>
                    <a:pt x="1590" y="202"/>
                    <a:pt x="1590" y="202"/>
                  </a:cubicBezTo>
                  <a:cubicBezTo>
                    <a:pt x="1553" y="153"/>
                    <a:pt x="1590" y="140"/>
                    <a:pt x="1541" y="91"/>
                  </a:cubicBezTo>
                  <a:cubicBezTo>
                    <a:pt x="1494" y="53"/>
                    <a:pt x="1519" y="1"/>
                    <a:pt x="14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1" name="Google Shape;7997;p67">
              <a:extLst>
                <a:ext uri="{FF2B5EF4-FFF2-40B4-BE49-F238E27FC236}">
                  <a16:creationId xmlns:a16="http://schemas.microsoft.com/office/drawing/2014/main" id="{3BB96EA6-D232-AA21-4C48-4DB27BB52F8A}"/>
                </a:ext>
              </a:extLst>
            </p:cNvPr>
            <p:cNvSpPr/>
            <p:nvPr/>
          </p:nvSpPr>
          <p:spPr>
            <a:xfrm>
              <a:off x="4503825" y="5386300"/>
              <a:ext cx="2475" cy="3100"/>
            </a:xfrm>
            <a:custGeom>
              <a:avLst/>
              <a:gdLst/>
              <a:ahLst/>
              <a:cxnLst/>
              <a:rect l="l" t="t" r="r" b="b"/>
              <a:pathLst>
                <a:path w="99" h="124" extrusionOk="0">
                  <a:moveTo>
                    <a:pt x="13" y="1"/>
                  </a:moveTo>
                  <a:lnTo>
                    <a:pt x="0" y="124"/>
                  </a:lnTo>
                  <a:lnTo>
                    <a:pt x="99" y="124"/>
                  </a:lnTo>
                  <a:cubicBezTo>
                    <a:pt x="62" y="87"/>
                    <a:pt x="25" y="50"/>
                    <a:pt x="1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2" name="Google Shape;7998;p67">
              <a:extLst>
                <a:ext uri="{FF2B5EF4-FFF2-40B4-BE49-F238E27FC236}">
                  <a16:creationId xmlns:a16="http://schemas.microsoft.com/office/drawing/2014/main" id="{4295B213-CD31-C82D-AA2B-6526AECAE5C2}"/>
                </a:ext>
              </a:extLst>
            </p:cNvPr>
            <p:cNvSpPr/>
            <p:nvPr/>
          </p:nvSpPr>
          <p:spPr>
            <a:xfrm>
              <a:off x="4365525" y="5336500"/>
              <a:ext cx="23125" cy="23050"/>
            </a:xfrm>
            <a:custGeom>
              <a:avLst/>
              <a:gdLst/>
              <a:ahLst/>
              <a:cxnLst/>
              <a:rect l="l" t="t" r="r" b="b"/>
              <a:pathLst>
                <a:path w="925" h="922" extrusionOk="0">
                  <a:moveTo>
                    <a:pt x="69" y="0"/>
                  </a:moveTo>
                  <a:cubicBezTo>
                    <a:pt x="48" y="0"/>
                    <a:pt x="32" y="6"/>
                    <a:pt x="25" y="21"/>
                  </a:cubicBezTo>
                  <a:cubicBezTo>
                    <a:pt x="0" y="107"/>
                    <a:pt x="185" y="452"/>
                    <a:pt x="197" y="502"/>
                  </a:cubicBezTo>
                  <a:cubicBezTo>
                    <a:pt x="210" y="551"/>
                    <a:pt x="185" y="526"/>
                    <a:pt x="173" y="551"/>
                  </a:cubicBezTo>
                  <a:cubicBezTo>
                    <a:pt x="173" y="625"/>
                    <a:pt x="197" y="711"/>
                    <a:pt x="247" y="773"/>
                  </a:cubicBezTo>
                  <a:cubicBezTo>
                    <a:pt x="293" y="819"/>
                    <a:pt x="429" y="922"/>
                    <a:pt x="495" y="922"/>
                  </a:cubicBezTo>
                  <a:cubicBezTo>
                    <a:pt x="499" y="922"/>
                    <a:pt x="502" y="921"/>
                    <a:pt x="505" y="921"/>
                  </a:cubicBezTo>
                  <a:cubicBezTo>
                    <a:pt x="567" y="921"/>
                    <a:pt x="555" y="834"/>
                    <a:pt x="579" y="797"/>
                  </a:cubicBezTo>
                  <a:cubicBezTo>
                    <a:pt x="582" y="792"/>
                    <a:pt x="586" y="790"/>
                    <a:pt x="589" y="790"/>
                  </a:cubicBezTo>
                  <a:cubicBezTo>
                    <a:pt x="612" y="790"/>
                    <a:pt x="638" y="872"/>
                    <a:pt x="641" y="872"/>
                  </a:cubicBezTo>
                  <a:cubicBezTo>
                    <a:pt x="641" y="872"/>
                    <a:pt x="641" y="872"/>
                    <a:pt x="641" y="871"/>
                  </a:cubicBezTo>
                  <a:cubicBezTo>
                    <a:pt x="653" y="822"/>
                    <a:pt x="653" y="773"/>
                    <a:pt x="653" y="736"/>
                  </a:cubicBezTo>
                  <a:cubicBezTo>
                    <a:pt x="653" y="712"/>
                    <a:pt x="664" y="703"/>
                    <a:pt x="679" y="703"/>
                  </a:cubicBezTo>
                  <a:cubicBezTo>
                    <a:pt x="703" y="703"/>
                    <a:pt x="737" y="725"/>
                    <a:pt x="752" y="748"/>
                  </a:cubicBezTo>
                  <a:cubicBezTo>
                    <a:pt x="769" y="760"/>
                    <a:pt x="781" y="774"/>
                    <a:pt x="789" y="774"/>
                  </a:cubicBezTo>
                  <a:cubicBezTo>
                    <a:pt x="798" y="774"/>
                    <a:pt x="801" y="757"/>
                    <a:pt x="801" y="699"/>
                  </a:cubicBezTo>
                  <a:cubicBezTo>
                    <a:pt x="789" y="613"/>
                    <a:pt x="801" y="514"/>
                    <a:pt x="838" y="428"/>
                  </a:cubicBezTo>
                  <a:cubicBezTo>
                    <a:pt x="863" y="391"/>
                    <a:pt x="863" y="428"/>
                    <a:pt x="863" y="341"/>
                  </a:cubicBezTo>
                  <a:cubicBezTo>
                    <a:pt x="863" y="255"/>
                    <a:pt x="924" y="58"/>
                    <a:pt x="863" y="21"/>
                  </a:cubicBezTo>
                  <a:cubicBezTo>
                    <a:pt x="846" y="10"/>
                    <a:pt x="824" y="4"/>
                    <a:pt x="802" y="4"/>
                  </a:cubicBezTo>
                  <a:cubicBezTo>
                    <a:pt x="775" y="4"/>
                    <a:pt x="747" y="13"/>
                    <a:pt x="727" y="33"/>
                  </a:cubicBezTo>
                  <a:cubicBezTo>
                    <a:pt x="628" y="83"/>
                    <a:pt x="518" y="107"/>
                    <a:pt x="394" y="107"/>
                  </a:cubicBezTo>
                  <a:cubicBezTo>
                    <a:pt x="325" y="97"/>
                    <a:pt x="153" y="0"/>
                    <a:pt x="6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3" name="Google Shape;7999;p67">
              <a:extLst>
                <a:ext uri="{FF2B5EF4-FFF2-40B4-BE49-F238E27FC236}">
                  <a16:creationId xmlns:a16="http://schemas.microsoft.com/office/drawing/2014/main" id="{6F61200D-7E84-A166-67B9-18B261D5199C}"/>
                </a:ext>
              </a:extLst>
            </p:cNvPr>
            <p:cNvSpPr/>
            <p:nvPr/>
          </p:nvSpPr>
          <p:spPr>
            <a:xfrm>
              <a:off x="4384375" y="5328275"/>
              <a:ext cx="3850" cy="5850"/>
            </a:xfrm>
            <a:custGeom>
              <a:avLst/>
              <a:gdLst/>
              <a:ahLst/>
              <a:cxnLst/>
              <a:rect l="l" t="t" r="r" b="b"/>
              <a:pathLst>
                <a:path w="154" h="234" extrusionOk="0">
                  <a:moveTo>
                    <a:pt x="47" y="0"/>
                  </a:moveTo>
                  <a:cubicBezTo>
                    <a:pt x="42" y="0"/>
                    <a:pt x="38" y="2"/>
                    <a:pt x="35" y="5"/>
                  </a:cubicBezTo>
                  <a:cubicBezTo>
                    <a:pt x="1" y="16"/>
                    <a:pt x="90" y="233"/>
                    <a:pt x="116" y="233"/>
                  </a:cubicBezTo>
                  <a:cubicBezTo>
                    <a:pt x="118" y="233"/>
                    <a:pt x="120" y="231"/>
                    <a:pt x="121" y="227"/>
                  </a:cubicBezTo>
                  <a:cubicBezTo>
                    <a:pt x="153" y="76"/>
                    <a:pt x="82" y="0"/>
                    <a:pt x="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4" name="Google Shape;8000;p67">
              <a:extLst>
                <a:ext uri="{FF2B5EF4-FFF2-40B4-BE49-F238E27FC236}">
                  <a16:creationId xmlns:a16="http://schemas.microsoft.com/office/drawing/2014/main" id="{E76186B3-C881-51E1-5500-89A9D2C71F76}"/>
                </a:ext>
              </a:extLst>
            </p:cNvPr>
            <p:cNvSpPr/>
            <p:nvPr/>
          </p:nvSpPr>
          <p:spPr>
            <a:xfrm>
              <a:off x="4359650" y="5328050"/>
              <a:ext cx="2775" cy="3125"/>
            </a:xfrm>
            <a:custGeom>
              <a:avLst/>
              <a:gdLst/>
              <a:ahLst/>
              <a:cxnLst/>
              <a:rect l="l" t="t" r="r" b="b"/>
              <a:pathLst>
                <a:path w="111" h="125" extrusionOk="0">
                  <a:moveTo>
                    <a:pt x="58" y="1"/>
                  </a:moveTo>
                  <a:cubicBezTo>
                    <a:pt x="55" y="1"/>
                    <a:pt x="53" y="1"/>
                    <a:pt x="50" y="2"/>
                  </a:cubicBezTo>
                  <a:cubicBezTo>
                    <a:pt x="1" y="14"/>
                    <a:pt x="26" y="125"/>
                    <a:pt x="63" y="125"/>
                  </a:cubicBezTo>
                  <a:cubicBezTo>
                    <a:pt x="98" y="125"/>
                    <a:pt x="111" y="1"/>
                    <a:pt x="5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5" name="Google Shape;8001;p67">
              <a:extLst>
                <a:ext uri="{FF2B5EF4-FFF2-40B4-BE49-F238E27FC236}">
                  <a16:creationId xmlns:a16="http://schemas.microsoft.com/office/drawing/2014/main" id="{84C9CE58-5ACE-833A-888B-C431B6164A03}"/>
                </a:ext>
              </a:extLst>
            </p:cNvPr>
            <p:cNvSpPr/>
            <p:nvPr/>
          </p:nvSpPr>
          <p:spPr>
            <a:xfrm>
              <a:off x="3987250" y="4966150"/>
              <a:ext cx="12350" cy="25575"/>
            </a:xfrm>
            <a:custGeom>
              <a:avLst/>
              <a:gdLst/>
              <a:ahLst/>
              <a:cxnLst/>
              <a:rect l="l" t="t" r="r" b="b"/>
              <a:pathLst>
                <a:path w="494" h="1023" extrusionOk="0">
                  <a:moveTo>
                    <a:pt x="99" y="0"/>
                  </a:moveTo>
                  <a:cubicBezTo>
                    <a:pt x="62" y="0"/>
                    <a:pt x="87" y="0"/>
                    <a:pt x="87" y="49"/>
                  </a:cubicBezTo>
                  <a:cubicBezTo>
                    <a:pt x="87" y="136"/>
                    <a:pt x="74" y="222"/>
                    <a:pt x="50" y="320"/>
                  </a:cubicBezTo>
                  <a:cubicBezTo>
                    <a:pt x="25" y="394"/>
                    <a:pt x="13" y="481"/>
                    <a:pt x="13" y="579"/>
                  </a:cubicBezTo>
                  <a:cubicBezTo>
                    <a:pt x="0" y="690"/>
                    <a:pt x="25" y="813"/>
                    <a:pt x="87" y="924"/>
                  </a:cubicBezTo>
                  <a:cubicBezTo>
                    <a:pt x="128" y="990"/>
                    <a:pt x="169" y="1023"/>
                    <a:pt x="217" y="1023"/>
                  </a:cubicBezTo>
                  <a:cubicBezTo>
                    <a:pt x="241" y="1023"/>
                    <a:pt x="267" y="1015"/>
                    <a:pt x="296" y="998"/>
                  </a:cubicBezTo>
                  <a:cubicBezTo>
                    <a:pt x="382" y="961"/>
                    <a:pt x="444" y="887"/>
                    <a:pt x="469" y="801"/>
                  </a:cubicBezTo>
                  <a:cubicBezTo>
                    <a:pt x="493" y="702"/>
                    <a:pt x="469" y="604"/>
                    <a:pt x="432" y="530"/>
                  </a:cubicBezTo>
                  <a:cubicBezTo>
                    <a:pt x="395" y="407"/>
                    <a:pt x="308" y="222"/>
                    <a:pt x="272" y="160"/>
                  </a:cubicBezTo>
                  <a:cubicBezTo>
                    <a:pt x="235" y="86"/>
                    <a:pt x="148" y="0"/>
                    <a:pt x="9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6" name="Google Shape;8002;p67">
              <a:extLst>
                <a:ext uri="{FF2B5EF4-FFF2-40B4-BE49-F238E27FC236}">
                  <a16:creationId xmlns:a16="http://schemas.microsoft.com/office/drawing/2014/main" id="{C1C2C36D-D9FD-F70C-FBF4-3E88249A01E2}"/>
                </a:ext>
              </a:extLst>
            </p:cNvPr>
            <p:cNvSpPr/>
            <p:nvPr/>
          </p:nvSpPr>
          <p:spPr>
            <a:xfrm>
              <a:off x="3767300" y="5117100"/>
              <a:ext cx="43150" cy="97475"/>
            </a:xfrm>
            <a:custGeom>
              <a:avLst/>
              <a:gdLst/>
              <a:ahLst/>
              <a:cxnLst/>
              <a:rect l="l" t="t" r="r" b="b"/>
              <a:pathLst>
                <a:path w="1726" h="3899" extrusionOk="0">
                  <a:moveTo>
                    <a:pt x="1415" y="1"/>
                  </a:moveTo>
                  <a:cubicBezTo>
                    <a:pt x="1411" y="1"/>
                    <a:pt x="1408" y="4"/>
                    <a:pt x="1406" y="12"/>
                  </a:cubicBezTo>
                  <a:cubicBezTo>
                    <a:pt x="1393" y="49"/>
                    <a:pt x="1369" y="111"/>
                    <a:pt x="1356" y="160"/>
                  </a:cubicBezTo>
                  <a:cubicBezTo>
                    <a:pt x="1344" y="234"/>
                    <a:pt x="1319" y="308"/>
                    <a:pt x="1295" y="394"/>
                  </a:cubicBezTo>
                  <a:cubicBezTo>
                    <a:pt x="1273" y="394"/>
                    <a:pt x="1261" y="460"/>
                    <a:pt x="1225" y="460"/>
                  </a:cubicBezTo>
                  <a:cubicBezTo>
                    <a:pt x="1220" y="460"/>
                    <a:pt x="1215" y="459"/>
                    <a:pt x="1208" y="456"/>
                  </a:cubicBezTo>
                  <a:cubicBezTo>
                    <a:pt x="1185" y="448"/>
                    <a:pt x="1158" y="431"/>
                    <a:pt x="1137" y="431"/>
                  </a:cubicBezTo>
                  <a:cubicBezTo>
                    <a:pt x="1124" y="431"/>
                    <a:pt x="1115" y="437"/>
                    <a:pt x="1110" y="456"/>
                  </a:cubicBezTo>
                  <a:cubicBezTo>
                    <a:pt x="1110" y="492"/>
                    <a:pt x="1147" y="480"/>
                    <a:pt x="1135" y="542"/>
                  </a:cubicBezTo>
                  <a:cubicBezTo>
                    <a:pt x="1122" y="591"/>
                    <a:pt x="1110" y="591"/>
                    <a:pt x="1085" y="628"/>
                  </a:cubicBezTo>
                  <a:cubicBezTo>
                    <a:pt x="1061" y="665"/>
                    <a:pt x="1061" y="690"/>
                    <a:pt x="1085" y="714"/>
                  </a:cubicBezTo>
                  <a:cubicBezTo>
                    <a:pt x="1098" y="727"/>
                    <a:pt x="1159" y="751"/>
                    <a:pt x="1098" y="751"/>
                  </a:cubicBezTo>
                  <a:cubicBezTo>
                    <a:pt x="1089" y="750"/>
                    <a:pt x="1082" y="749"/>
                    <a:pt x="1074" y="749"/>
                  </a:cubicBezTo>
                  <a:cubicBezTo>
                    <a:pt x="1023" y="749"/>
                    <a:pt x="983" y="782"/>
                    <a:pt x="962" y="825"/>
                  </a:cubicBezTo>
                  <a:cubicBezTo>
                    <a:pt x="937" y="862"/>
                    <a:pt x="925" y="862"/>
                    <a:pt x="851" y="924"/>
                  </a:cubicBezTo>
                  <a:cubicBezTo>
                    <a:pt x="790" y="973"/>
                    <a:pt x="691" y="973"/>
                    <a:pt x="716" y="1022"/>
                  </a:cubicBezTo>
                  <a:cubicBezTo>
                    <a:pt x="735" y="1051"/>
                    <a:pt x="746" y="1080"/>
                    <a:pt x="734" y="1080"/>
                  </a:cubicBezTo>
                  <a:cubicBezTo>
                    <a:pt x="730" y="1080"/>
                    <a:pt x="724" y="1077"/>
                    <a:pt x="716" y="1072"/>
                  </a:cubicBezTo>
                  <a:cubicBezTo>
                    <a:pt x="691" y="1063"/>
                    <a:pt x="682" y="1038"/>
                    <a:pt x="657" y="1038"/>
                  </a:cubicBezTo>
                  <a:cubicBezTo>
                    <a:pt x="645" y="1038"/>
                    <a:pt x="628" y="1043"/>
                    <a:pt x="605" y="1059"/>
                  </a:cubicBezTo>
                  <a:cubicBezTo>
                    <a:pt x="531" y="1096"/>
                    <a:pt x="457" y="1133"/>
                    <a:pt x="371" y="1158"/>
                  </a:cubicBezTo>
                  <a:cubicBezTo>
                    <a:pt x="342" y="1158"/>
                    <a:pt x="318" y="1150"/>
                    <a:pt x="303" y="1150"/>
                  </a:cubicBezTo>
                  <a:cubicBezTo>
                    <a:pt x="291" y="1150"/>
                    <a:pt x="284" y="1154"/>
                    <a:pt x="284" y="1170"/>
                  </a:cubicBezTo>
                  <a:cubicBezTo>
                    <a:pt x="272" y="1219"/>
                    <a:pt x="210" y="1466"/>
                    <a:pt x="173" y="1577"/>
                  </a:cubicBezTo>
                  <a:cubicBezTo>
                    <a:pt x="186" y="1749"/>
                    <a:pt x="210" y="1922"/>
                    <a:pt x="260" y="2082"/>
                  </a:cubicBezTo>
                  <a:cubicBezTo>
                    <a:pt x="272" y="2193"/>
                    <a:pt x="272" y="2316"/>
                    <a:pt x="235" y="2415"/>
                  </a:cubicBezTo>
                  <a:cubicBezTo>
                    <a:pt x="161" y="2526"/>
                    <a:pt x="87" y="2636"/>
                    <a:pt x="38" y="2760"/>
                  </a:cubicBezTo>
                  <a:cubicBezTo>
                    <a:pt x="13" y="2871"/>
                    <a:pt x="1" y="2981"/>
                    <a:pt x="26" y="3092"/>
                  </a:cubicBezTo>
                  <a:cubicBezTo>
                    <a:pt x="63" y="3142"/>
                    <a:pt x="161" y="3228"/>
                    <a:pt x="124" y="3314"/>
                  </a:cubicBezTo>
                  <a:cubicBezTo>
                    <a:pt x="87" y="3388"/>
                    <a:pt x="75" y="3388"/>
                    <a:pt x="87" y="3450"/>
                  </a:cubicBezTo>
                  <a:cubicBezTo>
                    <a:pt x="100" y="3573"/>
                    <a:pt x="161" y="3684"/>
                    <a:pt x="235" y="3782"/>
                  </a:cubicBezTo>
                  <a:cubicBezTo>
                    <a:pt x="310" y="3836"/>
                    <a:pt x="366" y="3898"/>
                    <a:pt x="459" y="3898"/>
                  </a:cubicBezTo>
                  <a:cubicBezTo>
                    <a:pt x="474" y="3898"/>
                    <a:pt x="490" y="3897"/>
                    <a:pt x="506" y="3893"/>
                  </a:cubicBezTo>
                  <a:cubicBezTo>
                    <a:pt x="605" y="3869"/>
                    <a:pt x="703" y="3844"/>
                    <a:pt x="790" y="3807"/>
                  </a:cubicBezTo>
                  <a:cubicBezTo>
                    <a:pt x="851" y="3782"/>
                    <a:pt x="1011" y="3536"/>
                    <a:pt x="1073" y="3228"/>
                  </a:cubicBezTo>
                  <a:cubicBezTo>
                    <a:pt x="1135" y="2895"/>
                    <a:pt x="1208" y="2562"/>
                    <a:pt x="1319" y="2230"/>
                  </a:cubicBezTo>
                  <a:cubicBezTo>
                    <a:pt x="1406" y="1983"/>
                    <a:pt x="1480" y="1725"/>
                    <a:pt x="1517" y="1466"/>
                  </a:cubicBezTo>
                  <a:cubicBezTo>
                    <a:pt x="1517" y="1306"/>
                    <a:pt x="1566" y="1306"/>
                    <a:pt x="1566" y="1256"/>
                  </a:cubicBezTo>
                  <a:cubicBezTo>
                    <a:pt x="1566" y="1207"/>
                    <a:pt x="1529" y="1084"/>
                    <a:pt x="1529" y="1022"/>
                  </a:cubicBezTo>
                  <a:cubicBezTo>
                    <a:pt x="1529" y="987"/>
                    <a:pt x="1554" y="958"/>
                    <a:pt x="1578" y="958"/>
                  </a:cubicBezTo>
                  <a:cubicBezTo>
                    <a:pt x="1587" y="958"/>
                    <a:pt x="1596" y="963"/>
                    <a:pt x="1603" y="973"/>
                  </a:cubicBezTo>
                  <a:cubicBezTo>
                    <a:pt x="1623" y="1014"/>
                    <a:pt x="1652" y="1081"/>
                    <a:pt x="1676" y="1081"/>
                  </a:cubicBezTo>
                  <a:cubicBezTo>
                    <a:pt x="1680" y="1081"/>
                    <a:pt x="1685" y="1078"/>
                    <a:pt x="1689" y="1072"/>
                  </a:cubicBezTo>
                  <a:cubicBezTo>
                    <a:pt x="1714" y="998"/>
                    <a:pt x="1726" y="911"/>
                    <a:pt x="1714" y="837"/>
                  </a:cubicBezTo>
                  <a:cubicBezTo>
                    <a:pt x="1677" y="751"/>
                    <a:pt x="1677" y="529"/>
                    <a:pt x="1627" y="406"/>
                  </a:cubicBezTo>
                  <a:cubicBezTo>
                    <a:pt x="1590" y="295"/>
                    <a:pt x="1541" y="184"/>
                    <a:pt x="1492" y="86"/>
                  </a:cubicBezTo>
                  <a:cubicBezTo>
                    <a:pt x="1453" y="47"/>
                    <a:pt x="1430" y="1"/>
                    <a:pt x="141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7" name="Google Shape;8003;p67">
              <a:extLst>
                <a:ext uri="{FF2B5EF4-FFF2-40B4-BE49-F238E27FC236}">
                  <a16:creationId xmlns:a16="http://schemas.microsoft.com/office/drawing/2014/main" id="{1114A5AD-C120-3BFF-CEE6-488447E09091}"/>
                </a:ext>
              </a:extLst>
            </p:cNvPr>
            <p:cNvSpPr/>
            <p:nvPr/>
          </p:nvSpPr>
          <p:spPr>
            <a:xfrm>
              <a:off x="3862800" y="4434725"/>
              <a:ext cx="13200" cy="9650"/>
            </a:xfrm>
            <a:custGeom>
              <a:avLst/>
              <a:gdLst/>
              <a:ahLst/>
              <a:cxnLst/>
              <a:rect l="l" t="t" r="r" b="b"/>
              <a:pathLst>
                <a:path w="528" h="386" extrusionOk="0">
                  <a:moveTo>
                    <a:pt x="132" y="0"/>
                  </a:moveTo>
                  <a:cubicBezTo>
                    <a:pt x="120" y="0"/>
                    <a:pt x="109" y="5"/>
                    <a:pt x="99" y="15"/>
                  </a:cubicBezTo>
                  <a:cubicBezTo>
                    <a:pt x="75" y="64"/>
                    <a:pt x="1" y="138"/>
                    <a:pt x="99" y="225"/>
                  </a:cubicBezTo>
                  <a:cubicBezTo>
                    <a:pt x="198" y="298"/>
                    <a:pt x="259" y="286"/>
                    <a:pt x="284" y="335"/>
                  </a:cubicBezTo>
                  <a:cubicBezTo>
                    <a:pt x="321" y="360"/>
                    <a:pt x="370" y="385"/>
                    <a:pt x="432" y="385"/>
                  </a:cubicBezTo>
                  <a:cubicBezTo>
                    <a:pt x="435" y="385"/>
                    <a:pt x="438" y="386"/>
                    <a:pt x="442" y="386"/>
                  </a:cubicBezTo>
                  <a:cubicBezTo>
                    <a:pt x="487" y="386"/>
                    <a:pt x="527" y="308"/>
                    <a:pt x="481" y="261"/>
                  </a:cubicBezTo>
                  <a:cubicBezTo>
                    <a:pt x="383" y="212"/>
                    <a:pt x="296" y="151"/>
                    <a:pt x="235" y="77"/>
                  </a:cubicBezTo>
                  <a:cubicBezTo>
                    <a:pt x="199" y="32"/>
                    <a:pt x="163" y="0"/>
                    <a:pt x="13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8" name="Google Shape;8004;p67">
              <a:extLst>
                <a:ext uri="{FF2B5EF4-FFF2-40B4-BE49-F238E27FC236}">
                  <a16:creationId xmlns:a16="http://schemas.microsoft.com/office/drawing/2014/main" id="{A9185D2D-7DDB-583B-8042-14580E1A9CE9}"/>
                </a:ext>
              </a:extLst>
            </p:cNvPr>
            <p:cNvSpPr/>
            <p:nvPr/>
          </p:nvSpPr>
          <p:spPr>
            <a:xfrm>
              <a:off x="3801200" y="4447075"/>
              <a:ext cx="13275" cy="9500"/>
            </a:xfrm>
            <a:custGeom>
              <a:avLst/>
              <a:gdLst/>
              <a:ahLst/>
              <a:cxnLst/>
              <a:rect l="l" t="t" r="r" b="b"/>
              <a:pathLst>
                <a:path w="531" h="380" extrusionOk="0">
                  <a:moveTo>
                    <a:pt x="153" y="1"/>
                  </a:moveTo>
                  <a:cubicBezTo>
                    <a:pt x="36" y="1"/>
                    <a:pt x="24" y="103"/>
                    <a:pt x="13" y="162"/>
                  </a:cubicBezTo>
                  <a:cubicBezTo>
                    <a:pt x="0" y="236"/>
                    <a:pt x="62" y="322"/>
                    <a:pt x="173" y="371"/>
                  </a:cubicBezTo>
                  <a:cubicBezTo>
                    <a:pt x="184" y="377"/>
                    <a:pt x="197" y="379"/>
                    <a:pt x="211" y="379"/>
                  </a:cubicBezTo>
                  <a:cubicBezTo>
                    <a:pt x="315" y="379"/>
                    <a:pt x="471" y="229"/>
                    <a:pt x="493" y="174"/>
                  </a:cubicBezTo>
                  <a:cubicBezTo>
                    <a:pt x="530" y="112"/>
                    <a:pt x="321" y="14"/>
                    <a:pt x="173" y="2"/>
                  </a:cubicBezTo>
                  <a:cubicBezTo>
                    <a:pt x="166" y="1"/>
                    <a:pt x="159" y="1"/>
                    <a:pt x="15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9" name="Google Shape;8005;p67">
              <a:extLst>
                <a:ext uri="{FF2B5EF4-FFF2-40B4-BE49-F238E27FC236}">
                  <a16:creationId xmlns:a16="http://schemas.microsoft.com/office/drawing/2014/main" id="{80CA7EE1-5C62-3E33-A8E5-F6F06C7326CC}"/>
                </a:ext>
              </a:extLst>
            </p:cNvPr>
            <p:cNvSpPr/>
            <p:nvPr/>
          </p:nvSpPr>
          <p:spPr>
            <a:xfrm>
              <a:off x="3931500" y="4395725"/>
              <a:ext cx="10500" cy="5875"/>
            </a:xfrm>
            <a:custGeom>
              <a:avLst/>
              <a:gdLst/>
              <a:ahLst/>
              <a:cxnLst/>
              <a:rect l="l" t="t" r="r" b="b"/>
              <a:pathLst>
                <a:path w="420" h="235" extrusionOk="0">
                  <a:moveTo>
                    <a:pt x="179" y="1"/>
                  </a:moveTo>
                  <a:cubicBezTo>
                    <a:pt x="139" y="1"/>
                    <a:pt x="99" y="4"/>
                    <a:pt x="62" y="10"/>
                  </a:cubicBezTo>
                  <a:cubicBezTo>
                    <a:pt x="0" y="35"/>
                    <a:pt x="50" y="170"/>
                    <a:pt x="74" y="220"/>
                  </a:cubicBezTo>
                  <a:cubicBezTo>
                    <a:pt x="82" y="230"/>
                    <a:pt x="100" y="235"/>
                    <a:pt x="123" y="235"/>
                  </a:cubicBezTo>
                  <a:cubicBezTo>
                    <a:pt x="209" y="235"/>
                    <a:pt x="371" y="177"/>
                    <a:pt x="419" y="158"/>
                  </a:cubicBezTo>
                  <a:cubicBezTo>
                    <a:pt x="419" y="158"/>
                    <a:pt x="321" y="35"/>
                    <a:pt x="296" y="10"/>
                  </a:cubicBezTo>
                  <a:cubicBezTo>
                    <a:pt x="259" y="4"/>
                    <a:pt x="219" y="1"/>
                    <a:pt x="17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0" name="Google Shape;8006;p67">
              <a:extLst>
                <a:ext uri="{FF2B5EF4-FFF2-40B4-BE49-F238E27FC236}">
                  <a16:creationId xmlns:a16="http://schemas.microsoft.com/office/drawing/2014/main" id="{9092B5FE-8E8C-AB34-5973-583B7CB95639}"/>
                </a:ext>
              </a:extLst>
            </p:cNvPr>
            <p:cNvSpPr/>
            <p:nvPr/>
          </p:nvSpPr>
          <p:spPr>
            <a:xfrm>
              <a:off x="4169200" y="4381825"/>
              <a:ext cx="12450" cy="6250"/>
            </a:xfrm>
            <a:custGeom>
              <a:avLst/>
              <a:gdLst/>
              <a:ahLst/>
              <a:cxnLst/>
              <a:rect l="l" t="t" r="r" b="b"/>
              <a:pathLst>
                <a:path w="498" h="250" extrusionOk="0">
                  <a:moveTo>
                    <a:pt x="255" y="1"/>
                  </a:moveTo>
                  <a:cubicBezTo>
                    <a:pt x="243" y="1"/>
                    <a:pt x="230" y="4"/>
                    <a:pt x="214" y="12"/>
                  </a:cubicBezTo>
                  <a:cubicBezTo>
                    <a:pt x="152" y="24"/>
                    <a:pt x="140" y="86"/>
                    <a:pt x="66" y="135"/>
                  </a:cubicBezTo>
                  <a:cubicBezTo>
                    <a:pt x="0" y="168"/>
                    <a:pt x="169" y="250"/>
                    <a:pt x="276" y="250"/>
                  </a:cubicBezTo>
                  <a:cubicBezTo>
                    <a:pt x="289" y="250"/>
                    <a:pt x="302" y="249"/>
                    <a:pt x="312" y="246"/>
                  </a:cubicBezTo>
                  <a:cubicBezTo>
                    <a:pt x="386" y="209"/>
                    <a:pt x="436" y="147"/>
                    <a:pt x="473" y="86"/>
                  </a:cubicBezTo>
                  <a:cubicBezTo>
                    <a:pt x="497" y="20"/>
                    <a:pt x="478" y="9"/>
                    <a:pt x="437" y="9"/>
                  </a:cubicBezTo>
                  <a:cubicBezTo>
                    <a:pt x="416" y="9"/>
                    <a:pt x="390" y="12"/>
                    <a:pt x="362" y="12"/>
                  </a:cubicBezTo>
                  <a:cubicBezTo>
                    <a:pt x="304" y="12"/>
                    <a:pt x="280" y="1"/>
                    <a:pt x="25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1" name="Google Shape;8007;p67">
              <a:extLst>
                <a:ext uri="{FF2B5EF4-FFF2-40B4-BE49-F238E27FC236}">
                  <a16:creationId xmlns:a16="http://schemas.microsoft.com/office/drawing/2014/main" id="{C6FE802D-8743-9327-0C69-D7FC306757F5}"/>
                </a:ext>
              </a:extLst>
            </p:cNvPr>
            <p:cNvSpPr/>
            <p:nvPr/>
          </p:nvSpPr>
          <p:spPr>
            <a:xfrm>
              <a:off x="3889150" y="4281450"/>
              <a:ext cx="16800" cy="7275"/>
            </a:xfrm>
            <a:custGeom>
              <a:avLst/>
              <a:gdLst/>
              <a:ahLst/>
              <a:cxnLst/>
              <a:rect l="l" t="t" r="r" b="b"/>
              <a:pathLst>
                <a:path w="672" h="291" extrusionOk="0">
                  <a:moveTo>
                    <a:pt x="446" y="0"/>
                  </a:moveTo>
                  <a:cubicBezTo>
                    <a:pt x="431" y="0"/>
                    <a:pt x="413" y="6"/>
                    <a:pt x="388" y="22"/>
                  </a:cubicBezTo>
                  <a:cubicBezTo>
                    <a:pt x="339" y="72"/>
                    <a:pt x="277" y="96"/>
                    <a:pt x="203" y="109"/>
                  </a:cubicBezTo>
                  <a:cubicBezTo>
                    <a:pt x="166" y="121"/>
                    <a:pt x="93" y="232"/>
                    <a:pt x="43" y="232"/>
                  </a:cubicBezTo>
                  <a:cubicBezTo>
                    <a:pt x="1" y="232"/>
                    <a:pt x="22" y="286"/>
                    <a:pt x="99" y="286"/>
                  </a:cubicBezTo>
                  <a:cubicBezTo>
                    <a:pt x="112" y="286"/>
                    <a:pt x="126" y="285"/>
                    <a:pt x="142" y="281"/>
                  </a:cubicBezTo>
                  <a:cubicBezTo>
                    <a:pt x="175" y="288"/>
                    <a:pt x="209" y="291"/>
                    <a:pt x="243" y="291"/>
                  </a:cubicBezTo>
                  <a:cubicBezTo>
                    <a:pt x="336" y="291"/>
                    <a:pt x="430" y="268"/>
                    <a:pt x="511" y="232"/>
                  </a:cubicBezTo>
                  <a:cubicBezTo>
                    <a:pt x="610" y="158"/>
                    <a:pt x="672" y="219"/>
                    <a:pt x="672" y="109"/>
                  </a:cubicBezTo>
                  <a:cubicBezTo>
                    <a:pt x="672" y="30"/>
                    <a:pt x="632" y="22"/>
                    <a:pt x="579" y="22"/>
                  </a:cubicBezTo>
                  <a:cubicBezTo>
                    <a:pt x="565" y="22"/>
                    <a:pt x="551" y="22"/>
                    <a:pt x="536" y="22"/>
                  </a:cubicBezTo>
                  <a:cubicBezTo>
                    <a:pt x="495" y="22"/>
                    <a:pt x="476" y="0"/>
                    <a:pt x="44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2" name="Google Shape;8008;p67">
              <a:extLst>
                <a:ext uri="{FF2B5EF4-FFF2-40B4-BE49-F238E27FC236}">
                  <a16:creationId xmlns:a16="http://schemas.microsoft.com/office/drawing/2014/main" id="{101D2788-86E9-AF95-B891-120D6A495EA2}"/>
                </a:ext>
              </a:extLst>
            </p:cNvPr>
            <p:cNvSpPr/>
            <p:nvPr/>
          </p:nvSpPr>
          <p:spPr>
            <a:xfrm>
              <a:off x="3867725" y="4286200"/>
              <a:ext cx="19400" cy="7850"/>
            </a:xfrm>
            <a:custGeom>
              <a:avLst/>
              <a:gdLst/>
              <a:ahLst/>
              <a:cxnLst/>
              <a:rect l="l" t="t" r="r" b="b"/>
              <a:pathLst>
                <a:path w="776" h="314" extrusionOk="0">
                  <a:moveTo>
                    <a:pt x="659" y="1"/>
                  </a:moveTo>
                  <a:cubicBezTo>
                    <a:pt x="620" y="1"/>
                    <a:pt x="573" y="15"/>
                    <a:pt x="531" y="29"/>
                  </a:cubicBezTo>
                  <a:cubicBezTo>
                    <a:pt x="494" y="42"/>
                    <a:pt x="404" y="42"/>
                    <a:pt x="320" y="42"/>
                  </a:cubicBezTo>
                  <a:cubicBezTo>
                    <a:pt x="235" y="42"/>
                    <a:pt x="155" y="42"/>
                    <a:pt x="136" y="54"/>
                  </a:cubicBezTo>
                  <a:cubicBezTo>
                    <a:pt x="99" y="66"/>
                    <a:pt x="1" y="214"/>
                    <a:pt x="124" y="264"/>
                  </a:cubicBezTo>
                  <a:cubicBezTo>
                    <a:pt x="235" y="301"/>
                    <a:pt x="370" y="301"/>
                    <a:pt x="432" y="313"/>
                  </a:cubicBezTo>
                  <a:cubicBezTo>
                    <a:pt x="434" y="313"/>
                    <a:pt x="436" y="313"/>
                    <a:pt x="438" y="313"/>
                  </a:cubicBezTo>
                  <a:cubicBezTo>
                    <a:pt x="509" y="313"/>
                    <a:pt x="776" y="113"/>
                    <a:pt x="728" y="29"/>
                  </a:cubicBezTo>
                  <a:cubicBezTo>
                    <a:pt x="712" y="9"/>
                    <a:pt x="688" y="1"/>
                    <a:pt x="65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3" name="Google Shape;8009;p67">
              <a:extLst>
                <a:ext uri="{FF2B5EF4-FFF2-40B4-BE49-F238E27FC236}">
                  <a16:creationId xmlns:a16="http://schemas.microsoft.com/office/drawing/2014/main" id="{025BB67D-250B-C65D-7184-77D1DCEA2924}"/>
                </a:ext>
              </a:extLst>
            </p:cNvPr>
            <p:cNvSpPr/>
            <p:nvPr/>
          </p:nvSpPr>
          <p:spPr>
            <a:xfrm>
              <a:off x="3856025" y="4292475"/>
              <a:ext cx="11425" cy="5875"/>
            </a:xfrm>
            <a:custGeom>
              <a:avLst/>
              <a:gdLst/>
              <a:ahLst/>
              <a:cxnLst/>
              <a:rect l="l" t="t" r="r" b="b"/>
              <a:pathLst>
                <a:path w="457" h="235" extrusionOk="0">
                  <a:moveTo>
                    <a:pt x="99" y="0"/>
                  </a:moveTo>
                  <a:cubicBezTo>
                    <a:pt x="38" y="13"/>
                    <a:pt x="1" y="25"/>
                    <a:pt x="38" y="74"/>
                  </a:cubicBezTo>
                  <a:cubicBezTo>
                    <a:pt x="62" y="136"/>
                    <a:pt x="50" y="185"/>
                    <a:pt x="74" y="234"/>
                  </a:cubicBezTo>
                  <a:cubicBezTo>
                    <a:pt x="74" y="234"/>
                    <a:pt x="235" y="173"/>
                    <a:pt x="272" y="99"/>
                  </a:cubicBezTo>
                  <a:cubicBezTo>
                    <a:pt x="282" y="67"/>
                    <a:pt x="304" y="58"/>
                    <a:pt x="331" y="58"/>
                  </a:cubicBezTo>
                  <a:cubicBezTo>
                    <a:pt x="368" y="58"/>
                    <a:pt x="414" y="74"/>
                    <a:pt x="456" y="74"/>
                  </a:cubicBezTo>
                  <a:cubicBezTo>
                    <a:pt x="346" y="37"/>
                    <a:pt x="222" y="13"/>
                    <a:pt x="9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4" name="Google Shape;8010;p67">
              <a:extLst>
                <a:ext uri="{FF2B5EF4-FFF2-40B4-BE49-F238E27FC236}">
                  <a16:creationId xmlns:a16="http://schemas.microsoft.com/office/drawing/2014/main" id="{7F6E2FEC-FB6D-3E30-3005-A58E2B5F21ED}"/>
                </a:ext>
              </a:extLst>
            </p:cNvPr>
            <p:cNvSpPr/>
            <p:nvPr/>
          </p:nvSpPr>
          <p:spPr>
            <a:xfrm>
              <a:off x="3847550" y="4294350"/>
              <a:ext cx="8200" cy="5475"/>
            </a:xfrm>
            <a:custGeom>
              <a:avLst/>
              <a:gdLst/>
              <a:ahLst/>
              <a:cxnLst/>
              <a:rect l="l" t="t" r="r" b="b"/>
              <a:pathLst>
                <a:path w="328" h="219" extrusionOk="0">
                  <a:moveTo>
                    <a:pt x="275" y="0"/>
                  </a:moveTo>
                  <a:cubicBezTo>
                    <a:pt x="238" y="0"/>
                    <a:pt x="184" y="11"/>
                    <a:pt x="130" y="11"/>
                  </a:cubicBezTo>
                  <a:cubicBezTo>
                    <a:pt x="44" y="11"/>
                    <a:pt x="81" y="48"/>
                    <a:pt x="32" y="135"/>
                  </a:cubicBezTo>
                  <a:cubicBezTo>
                    <a:pt x="1" y="188"/>
                    <a:pt x="66" y="218"/>
                    <a:pt x="140" y="218"/>
                  </a:cubicBezTo>
                  <a:cubicBezTo>
                    <a:pt x="185" y="218"/>
                    <a:pt x="233" y="207"/>
                    <a:pt x="266" y="184"/>
                  </a:cubicBezTo>
                  <a:cubicBezTo>
                    <a:pt x="303" y="147"/>
                    <a:pt x="315" y="85"/>
                    <a:pt x="327" y="36"/>
                  </a:cubicBezTo>
                  <a:cubicBezTo>
                    <a:pt x="327" y="8"/>
                    <a:pt x="307" y="0"/>
                    <a:pt x="2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5" name="Google Shape;8011;p67">
              <a:extLst>
                <a:ext uri="{FF2B5EF4-FFF2-40B4-BE49-F238E27FC236}">
                  <a16:creationId xmlns:a16="http://schemas.microsoft.com/office/drawing/2014/main" id="{47FD5488-127E-5835-63C1-AE99BD6255C7}"/>
                </a:ext>
              </a:extLst>
            </p:cNvPr>
            <p:cNvSpPr/>
            <p:nvPr/>
          </p:nvSpPr>
          <p:spPr>
            <a:xfrm>
              <a:off x="3827650" y="4292850"/>
              <a:ext cx="7150" cy="4150"/>
            </a:xfrm>
            <a:custGeom>
              <a:avLst/>
              <a:gdLst/>
              <a:ahLst/>
              <a:cxnLst/>
              <a:rect l="l" t="t" r="r" b="b"/>
              <a:pathLst>
                <a:path w="286" h="166" extrusionOk="0">
                  <a:moveTo>
                    <a:pt x="108" y="0"/>
                  </a:moveTo>
                  <a:cubicBezTo>
                    <a:pt x="71" y="0"/>
                    <a:pt x="57" y="60"/>
                    <a:pt x="27" y="121"/>
                  </a:cubicBezTo>
                  <a:cubicBezTo>
                    <a:pt x="0" y="154"/>
                    <a:pt x="31" y="166"/>
                    <a:pt x="76" y="166"/>
                  </a:cubicBezTo>
                  <a:cubicBezTo>
                    <a:pt x="115" y="166"/>
                    <a:pt x="165" y="157"/>
                    <a:pt x="199" y="145"/>
                  </a:cubicBezTo>
                  <a:cubicBezTo>
                    <a:pt x="285" y="133"/>
                    <a:pt x="199" y="47"/>
                    <a:pt x="138" y="10"/>
                  </a:cubicBezTo>
                  <a:cubicBezTo>
                    <a:pt x="126" y="3"/>
                    <a:pt x="117" y="0"/>
                    <a:pt x="10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6" name="Google Shape;8012;p67">
              <a:extLst>
                <a:ext uri="{FF2B5EF4-FFF2-40B4-BE49-F238E27FC236}">
                  <a16:creationId xmlns:a16="http://schemas.microsoft.com/office/drawing/2014/main" id="{F9B20783-A3A4-7886-351B-E753D018738B}"/>
                </a:ext>
              </a:extLst>
            </p:cNvPr>
            <p:cNvSpPr/>
            <p:nvPr/>
          </p:nvSpPr>
          <p:spPr>
            <a:xfrm>
              <a:off x="3794725" y="4285250"/>
              <a:ext cx="28050" cy="12225"/>
            </a:xfrm>
            <a:custGeom>
              <a:avLst/>
              <a:gdLst/>
              <a:ahLst/>
              <a:cxnLst/>
              <a:rect l="l" t="t" r="r" b="b"/>
              <a:pathLst>
                <a:path w="1122" h="489" extrusionOk="0">
                  <a:moveTo>
                    <a:pt x="681" y="0"/>
                  </a:moveTo>
                  <a:cubicBezTo>
                    <a:pt x="627" y="0"/>
                    <a:pt x="588" y="43"/>
                    <a:pt x="506" y="43"/>
                  </a:cubicBezTo>
                  <a:cubicBezTo>
                    <a:pt x="407" y="43"/>
                    <a:pt x="567" y="104"/>
                    <a:pt x="641" y="154"/>
                  </a:cubicBezTo>
                  <a:cubicBezTo>
                    <a:pt x="703" y="203"/>
                    <a:pt x="604" y="178"/>
                    <a:pt x="543" y="228"/>
                  </a:cubicBezTo>
                  <a:cubicBezTo>
                    <a:pt x="456" y="265"/>
                    <a:pt x="370" y="277"/>
                    <a:pt x="284" y="277"/>
                  </a:cubicBezTo>
                  <a:cubicBezTo>
                    <a:pt x="271" y="274"/>
                    <a:pt x="257" y="272"/>
                    <a:pt x="242" y="272"/>
                  </a:cubicBezTo>
                  <a:cubicBezTo>
                    <a:pt x="203" y="272"/>
                    <a:pt x="160" y="284"/>
                    <a:pt x="124" y="302"/>
                  </a:cubicBezTo>
                  <a:cubicBezTo>
                    <a:pt x="87" y="314"/>
                    <a:pt x="210" y="314"/>
                    <a:pt x="259" y="314"/>
                  </a:cubicBezTo>
                  <a:cubicBezTo>
                    <a:pt x="321" y="314"/>
                    <a:pt x="259" y="363"/>
                    <a:pt x="198" y="363"/>
                  </a:cubicBezTo>
                  <a:cubicBezTo>
                    <a:pt x="148" y="363"/>
                    <a:pt x="99" y="351"/>
                    <a:pt x="50" y="339"/>
                  </a:cubicBezTo>
                  <a:cubicBezTo>
                    <a:pt x="1" y="339"/>
                    <a:pt x="1" y="388"/>
                    <a:pt x="1" y="437"/>
                  </a:cubicBezTo>
                  <a:cubicBezTo>
                    <a:pt x="1" y="474"/>
                    <a:pt x="5" y="484"/>
                    <a:pt x="16" y="484"/>
                  </a:cubicBezTo>
                  <a:cubicBezTo>
                    <a:pt x="24" y="484"/>
                    <a:pt x="35" y="479"/>
                    <a:pt x="50" y="474"/>
                  </a:cubicBezTo>
                  <a:cubicBezTo>
                    <a:pt x="87" y="474"/>
                    <a:pt x="99" y="425"/>
                    <a:pt x="185" y="425"/>
                  </a:cubicBezTo>
                  <a:cubicBezTo>
                    <a:pt x="272" y="425"/>
                    <a:pt x="222" y="474"/>
                    <a:pt x="247" y="486"/>
                  </a:cubicBezTo>
                  <a:cubicBezTo>
                    <a:pt x="251" y="488"/>
                    <a:pt x="256" y="489"/>
                    <a:pt x="262" y="489"/>
                  </a:cubicBezTo>
                  <a:cubicBezTo>
                    <a:pt x="299" y="489"/>
                    <a:pt x="377" y="462"/>
                    <a:pt x="420" y="462"/>
                  </a:cubicBezTo>
                  <a:cubicBezTo>
                    <a:pt x="469" y="462"/>
                    <a:pt x="493" y="425"/>
                    <a:pt x="432" y="388"/>
                  </a:cubicBezTo>
                  <a:cubicBezTo>
                    <a:pt x="404" y="371"/>
                    <a:pt x="409" y="364"/>
                    <a:pt x="429" y="364"/>
                  </a:cubicBezTo>
                  <a:cubicBezTo>
                    <a:pt x="454" y="364"/>
                    <a:pt x="502" y="374"/>
                    <a:pt x="543" y="388"/>
                  </a:cubicBezTo>
                  <a:cubicBezTo>
                    <a:pt x="552" y="389"/>
                    <a:pt x="561" y="390"/>
                    <a:pt x="568" y="390"/>
                  </a:cubicBezTo>
                  <a:cubicBezTo>
                    <a:pt x="618" y="390"/>
                    <a:pt x="623" y="357"/>
                    <a:pt x="666" y="314"/>
                  </a:cubicBezTo>
                  <a:cubicBezTo>
                    <a:pt x="699" y="281"/>
                    <a:pt x="737" y="276"/>
                    <a:pt x="810" y="276"/>
                  </a:cubicBezTo>
                  <a:cubicBezTo>
                    <a:pt x="847" y="276"/>
                    <a:pt x="892" y="277"/>
                    <a:pt x="949" y="277"/>
                  </a:cubicBezTo>
                  <a:cubicBezTo>
                    <a:pt x="986" y="277"/>
                    <a:pt x="1036" y="154"/>
                    <a:pt x="1085" y="154"/>
                  </a:cubicBezTo>
                  <a:cubicBezTo>
                    <a:pt x="1122" y="154"/>
                    <a:pt x="1036" y="92"/>
                    <a:pt x="949" y="80"/>
                  </a:cubicBezTo>
                  <a:cubicBezTo>
                    <a:pt x="875" y="67"/>
                    <a:pt x="851" y="67"/>
                    <a:pt x="826" y="67"/>
                  </a:cubicBezTo>
                  <a:cubicBezTo>
                    <a:pt x="814" y="67"/>
                    <a:pt x="789" y="43"/>
                    <a:pt x="715" y="6"/>
                  </a:cubicBezTo>
                  <a:cubicBezTo>
                    <a:pt x="703" y="2"/>
                    <a:pt x="692" y="0"/>
                    <a:pt x="68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7" name="Google Shape;8013;p67">
              <a:extLst>
                <a:ext uri="{FF2B5EF4-FFF2-40B4-BE49-F238E27FC236}">
                  <a16:creationId xmlns:a16="http://schemas.microsoft.com/office/drawing/2014/main" id="{5511B139-AE3F-5B35-05BD-4C9D0F0AAF5B}"/>
                </a:ext>
              </a:extLst>
            </p:cNvPr>
            <p:cNvSpPr/>
            <p:nvPr/>
          </p:nvSpPr>
          <p:spPr>
            <a:xfrm>
              <a:off x="3780875" y="4285675"/>
              <a:ext cx="23650" cy="7475"/>
            </a:xfrm>
            <a:custGeom>
              <a:avLst/>
              <a:gdLst/>
              <a:ahLst/>
              <a:cxnLst/>
              <a:rect l="l" t="t" r="r" b="b"/>
              <a:pathLst>
                <a:path w="946" h="299" extrusionOk="0">
                  <a:moveTo>
                    <a:pt x="645" y="0"/>
                  </a:moveTo>
                  <a:cubicBezTo>
                    <a:pt x="602" y="0"/>
                    <a:pt x="587" y="88"/>
                    <a:pt x="505" y="100"/>
                  </a:cubicBezTo>
                  <a:cubicBezTo>
                    <a:pt x="431" y="112"/>
                    <a:pt x="345" y="137"/>
                    <a:pt x="271" y="137"/>
                  </a:cubicBezTo>
                  <a:cubicBezTo>
                    <a:pt x="197" y="137"/>
                    <a:pt x="136" y="137"/>
                    <a:pt x="74" y="161"/>
                  </a:cubicBezTo>
                  <a:cubicBezTo>
                    <a:pt x="0" y="198"/>
                    <a:pt x="173" y="211"/>
                    <a:pt x="234" y="211"/>
                  </a:cubicBezTo>
                  <a:cubicBezTo>
                    <a:pt x="296" y="211"/>
                    <a:pt x="308" y="223"/>
                    <a:pt x="345" y="285"/>
                  </a:cubicBezTo>
                  <a:cubicBezTo>
                    <a:pt x="352" y="294"/>
                    <a:pt x="358" y="298"/>
                    <a:pt x="362" y="298"/>
                  </a:cubicBezTo>
                  <a:cubicBezTo>
                    <a:pt x="380" y="298"/>
                    <a:pt x="382" y="230"/>
                    <a:pt x="431" y="211"/>
                  </a:cubicBezTo>
                  <a:cubicBezTo>
                    <a:pt x="493" y="186"/>
                    <a:pt x="555" y="174"/>
                    <a:pt x="616" y="161"/>
                  </a:cubicBezTo>
                  <a:lnTo>
                    <a:pt x="752" y="124"/>
                  </a:lnTo>
                  <a:cubicBezTo>
                    <a:pt x="801" y="124"/>
                    <a:pt x="826" y="149"/>
                    <a:pt x="875" y="174"/>
                  </a:cubicBezTo>
                  <a:cubicBezTo>
                    <a:pt x="889" y="181"/>
                    <a:pt x="901" y="184"/>
                    <a:pt x="910" y="184"/>
                  </a:cubicBezTo>
                  <a:cubicBezTo>
                    <a:pt x="935" y="184"/>
                    <a:pt x="945" y="163"/>
                    <a:pt x="937" y="137"/>
                  </a:cubicBezTo>
                  <a:cubicBezTo>
                    <a:pt x="937" y="100"/>
                    <a:pt x="937" y="87"/>
                    <a:pt x="838" y="50"/>
                  </a:cubicBezTo>
                  <a:cubicBezTo>
                    <a:pt x="727" y="26"/>
                    <a:pt x="715" y="13"/>
                    <a:pt x="653" y="1"/>
                  </a:cubicBezTo>
                  <a:cubicBezTo>
                    <a:pt x="650" y="0"/>
                    <a:pt x="648" y="0"/>
                    <a:pt x="64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8" name="Google Shape;8014;p67">
              <a:extLst>
                <a:ext uri="{FF2B5EF4-FFF2-40B4-BE49-F238E27FC236}">
                  <a16:creationId xmlns:a16="http://schemas.microsoft.com/office/drawing/2014/main" id="{C564E154-EE36-1562-B385-5B048F3B70A4}"/>
                </a:ext>
              </a:extLst>
            </p:cNvPr>
            <p:cNvSpPr/>
            <p:nvPr/>
          </p:nvSpPr>
          <p:spPr>
            <a:xfrm>
              <a:off x="3844625" y="4287550"/>
              <a:ext cx="9300" cy="2200"/>
            </a:xfrm>
            <a:custGeom>
              <a:avLst/>
              <a:gdLst/>
              <a:ahLst/>
              <a:cxnLst/>
              <a:rect l="l" t="t" r="r" b="b"/>
              <a:pathLst>
                <a:path w="372" h="88" extrusionOk="0">
                  <a:moveTo>
                    <a:pt x="185" y="0"/>
                  </a:moveTo>
                  <a:cubicBezTo>
                    <a:pt x="1" y="0"/>
                    <a:pt x="136" y="74"/>
                    <a:pt x="272" y="86"/>
                  </a:cubicBezTo>
                  <a:cubicBezTo>
                    <a:pt x="277" y="87"/>
                    <a:pt x="282" y="87"/>
                    <a:pt x="286" y="87"/>
                  </a:cubicBezTo>
                  <a:cubicBezTo>
                    <a:pt x="360" y="87"/>
                    <a:pt x="371" y="0"/>
                    <a:pt x="18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9" name="Google Shape;8015;p67">
              <a:extLst>
                <a:ext uri="{FF2B5EF4-FFF2-40B4-BE49-F238E27FC236}">
                  <a16:creationId xmlns:a16="http://schemas.microsoft.com/office/drawing/2014/main" id="{6B61DBE1-036D-0106-27D8-E487C19A94F9}"/>
                </a:ext>
              </a:extLst>
            </p:cNvPr>
            <p:cNvSpPr/>
            <p:nvPr/>
          </p:nvSpPr>
          <p:spPr>
            <a:xfrm>
              <a:off x="3834125" y="4285375"/>
              <a:ext cx="15450" cy="3125"/>
            </a:xfrm>
            <a:custGeom>
              <a:avLst/>
              <a:gdLst/>
              <a:ahLst/>
              <a:cxnLst/>
              <a:rect l="l" t="t" r="r" b="b"/>
              <a:pathLst>
                <a:path w="618" h="125" extrusionOk="0">
                  <a:moveTo>
                    <a:pt x="236" y="1"/>
                  </a:moveTo>
                  <a:cubicBezTo>
                    <a:pt x="0" y="1"/>
                    <a:pt x="227" y="125"/>
                    <a:pt x="333" y="125"/>
                  </a:cubicBezTo>
                  <a:cubicBezTo>
                    <a:pt x="338" y="125"/>
                    <a:pt x="342" y="125"/>
                    <a:pt x="347" y="124"/>
                  </a:cubicBezTo>
                  <a:cubicBezTo>
                    <a:pt x="618" y="99"/>
                    <a:pt x="482" y="13"/>
                    <a:pt x="23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0" name="Google Shape;8016;p67">
              <a:extLst>
                <a:ext uri="{FF2B5EF4-FFF2-40B4-BE49-F238E27FC236}">
                  <a16:creationId xmlns:a16="http://schemas.microsoft.com/office/drawing/2014/main" id="{634113FD-0F92-E4DA-DDFB-E074C166C66C}"/>
                </a:ext>
              </a:extLst>
            </p:cNvPr>
            <p:cNvSpPr/>
            <p:nvPr/>
          </p:nvSpPr>
          <p:spPr>
            <a:xfrm>
              <a:off x="3838150" y="4282400"/>
              <a:ext cx="22525" cy="5475"/>
            </a:xfrm>
            <a:custGeom>
              <a:avLst/>
              <a:gdLst/>
              <a:ahLst/>
              <a:cxnLst/>
              <a:rect l="l" t="t" r="r" b="b"/>
              <a:pathLst>
                <a:path w="901" h="219" extrusionOk="0">
                  <a:moveTo>
                    <a:pt x="518" y="0"/>
                  </a:moveTo>
                  <a:cubicBezTo>
                    <a:pt x="471" y="0"/>
                    <a:pt x="432" y="21"/>
                    <a:pt x="358" y="21"/>
                  </a:cubicBezTo>
                  <a:cubicBezTo>
                    <a:pt x="329" y="17"/>
                    <a:pt x="301" y="16"/>
                    <a:pt x="272" y="16"/>
                  </a:cubicBezTo>
                  <a:cubicBezTo>
                    <a:pt x="214" y="16"/>
                    <a:pt x="157" y="21"/>
                    <a:pt x="99" y="21"/>
                  </a:cubicBezTo>
                  <a:cubicBezTo>
                    <a:pt x="1" y="34"/>
                    <a:pt x="149" y="58"/>
                    <a:pt x="223" y="71"/>
                  </a:cubicBezTo>
                  <a:cubicBezTo>
                    <a:pt x="309" y="108"/>
                    <a:pt x="383" y="132"/>
                    <a:pt x="469" y="144"/>
                  </a:cubicBezTo>
                  <a:cubicBezTo>
                    <a:pt x="543" y="157"/>
                    <a:pt x="642" y="218"/>
                    <a:pt x="703" y="218"/>
                  </a:cubicBezTo>
                  <a:cubicBezTo>
                    <a:pt x="765" y="218"/>
                    <a:pt x="740" y="169"/>
                    <a:pt x="789" y="169"/>
                  </a:cubicBezTo>
                  <a:cubicBezTo>
                    <a:pt x="851" y="169"/>
                    <a:pt x="789" y="95"/>
                    <a:pt x="740" y="83"/>
                  </a:cubicBezTo>
                  <a:cubicBezTo>
                    <a:pt x="679" y="58"/>
                    <a:pt x="900" y="71"/>
                    <a:pt x="876" y="58"/>
                  </a:cubicBezTo>
                  <a:cubicBezTo>
                    <a:pt x="839" y="46"/>
                    <a:pt x="629" y="21"/>
                    <a:pt x="568" y="9"/>
                  </a:cubicBezTo>
                  <a:cubicBezTo>
                    <a:pt x="549" y="3"/>
                    <a:pt x="533" y="0"/>
                    <a:pt x="51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1" name="Google Shape;8017;p67">
              <a:extLst>
                <a:ext uri="{FF2B5EF4-FFF2-40B4-BE49-F238E27FC236}">
                  <a16:creationId xmlns:a16="http://schemas.microsoft.com/office/drawing/2014/main" id="{875333C0-A456-1C9A-ECFF-7B9060E3973C}"/>
                </a:ext>
              </a:extLst>
            </p:cNvPr>
            <p:cNvSpPr/>
            <p:nvPr/>
          </p:nvSpPr>
          <p:spPr>
            <a:xfrm>
              <a:off x="3861275" y="4286000"/>
              <a:ext cx="6175" cy="1875"/>
            </a:xfrm>
            <a:custGeom>
              <a:avLst/>
              <a:gdLst/>
              <a:ahLst/>
              <a:cxnLst/>
              <a:rect l="l" t="t" r="r" b="b"/>
              <a:pathLst>
                <a:path w="247" h="75" extrusionOk="0">
                  <a:moveTo>
                    <a:pt x="62" y="0"/>
                  </a:moveTo>
                  <a:cubicBezTo>
                    <a:pt x="0" y="0"/>
                    <a:pt x="49" y="62"/>
                    <a:pt x="136" y="74"/>
                  </a:cubicBezTo>
                  <a:cubicBezTo>
                    <a:pt x="246" y="74"/>
                    <a:pt x="123" y="0"/>
                    <a:pt x="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2" name="Google Shape;8018;p67">
              <a:extLst>
                <a:ext uri="{FF2B5EF4-FFF2-40B4-BE49-F238E27FC236}">
                  <a16:creationId xmlns:a16="http://schemas.microsoft.com/office/drawing/2014/main" id="{EA34CFB0-438A-1827-72A4-75BFBF7B6D86}"/>
                </a:ext>
              </a:extLst>
            </p:cNvPr>
            <p:cNvSpPr/>
            <p:nvPr/>
          </p:nvSpPr>
          <p:spPr>
            <a:xfrm>
              <a:off x="3861700" y="4282975"/>
              <a:ext cx="2675" cy="2150"/>
            </a:xfrm>
            <a:custGeom>
              <a:avLst/>
              <a:gdLst/>
              <a:ahLst/>
              <a:cxnLst/>
              <a:rect l="l" t="t" r="r" b="b"/>
              <a:pathLst>
                <a:path w="107" h="86" extrusionOk="0">
                  <a:moveTo>
                    <a:pt x="65" y="1"/>
                  </a:moveTo>
                  <a:cubicBezTo>
                    <a:pt x="35" y="1"/>
                    <a:pt x="0" y="14"/>
                    <a:pt x="8" y="35"/>
                  </a:cubicBezTo>
                  <a:cubicBezTo>
                    <a:pt x="20" y="48"/>
                    <a:pt x="45" y="60"/>
                    <a:pt x="57" y="72"/>
                  </a:cubicBezTo>
                  <a:cubicBezTo>
                    <a:pt x="66" y="81"/>
                    <a:pt x="74" y="85"/>
                    <a:pt x="80" y="85"/>
                  </a:cubicBezTo>
                  <a:cubicBezTo>
                    <a:pt x="99" y="85"/>
                    <a:pt x="106" y="51"/>
                    <a:pt x="106" y="23"/>
                  </a:cubicBezTo>
                  <a:cubicBezTo>
                    <a:pt x="106" y="7"/>
                    <a:pt x="87" y="1"/>
                    <a:pt x="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3" name="Google Shape;8019;p67">
              <a:extLst>
                <a:ext uri="{FF2B5EF4-FFF2-40B4-BE49-F238E27FC236}">
                  <a16:creationId xmlns:a16="http://schemas.microsoft.com/office/drawing/2014/main" id="{570646C6-4734-00F2-DA8A-6A2B438C9D3E}"/>
                </a:ext>
              </a:extLst>
            </p:cNvPr>
            <p:cNvSpPr/>
            <p:nvPr/>
          </p:nvSpPr>
          <p:spPr>
            <a:xfrm>
              <a:off x="3847550" y="4276025"/>
              <a:ext cx="17750" cy="5375"/>
            </a:xfrm>
            <a:custGeom>
              <a:avLst/>
              <a:gdLst/>
              <a:ahLst/>
              <a:cxnLst/>
              <a:rect l="l" t="t" r="r" b="b"/>
              <a:pathLst>
                <a:path w="710" h="215" extrusionOk="0">
                  <a:moveTo>
                    <a:pt x="433" y="0"/>
                  </a:moveTo>
                  <a:cubicBezTo>
                    <a:pt x="410" y="0"/>
                    <a:pt x="387" y="2"/>
                    <a:pt x="364" y="5"/>
                  </a:cubicBezTo>
                  <a:cubicBezTo>
                    <a:pt x="278" y="5"/>
                    <a:pt x="352" y="30"/>
                    <a:pt x="401" y="30"/>
                  </a:cubicBezTo>
                  <a:cubicBezTo>
                    <a:pt x="438" y="30"/>
                    <a:pt x="438" y="67"/>
                    <a:pt x="352" y="67"/>
                  </a:cubicBezTo>
                  <a:cubicBezTo>
                    <a:pt x="278" y="67"/>
                    <a:pt x="204" y="116"/>
                    <a:pt x="118" y="116"/>
                  </a:cubicBezTo>
                  <a:cubicBezTo>
                    <a:pt x="44" y="116"/>
                    <a:pt x="19" y="128"/>
                    <a:pt x="7" y="165"/>
                  </a:cubicBezTo>
                  <a:cubicBezTo>
                    <a:pt x="1" y="172"/>
                    <a:pt x="4" y="174"/>
                    <a:pt x="13" y="174"/>
                  </a:cubicBezTo>
                  <a:cubicBezTo>
                    <a:pt x="39" y="174"/>
                    <a:pt x="118" y="153"/>
                    <a:pt x="155" y="153"/>
                  </a:cubicBezTo>
                  <a:cubicBezTo>
                    <a:pt x="204" y="153"/>
                    <a:pt x="241" y="153"/>
                    <a:pt x="290" y="128"/>
                  </a:cubicBezTo>
                  <a:cubicBezTo>
                    <a:pt x="292" y="128"/>
                    <a:pt x="295" y="127"/>
                    <a:pt x="297" y="127"/>
                  </a:cubicBezTo>
                  <a:cubicBezTo>
                    <a:pt x="330" y="127"/>
                    <a:pt x="355" y="215"/>
                    <a:pt x="401" y="215"/>
                  </a:cubicBezTo>
                  <a:lnTo>
                    <a:pt x="487" y="215"/>
                  </a:lnTo>
                  <a:cubicBezTo>
                    <a:pt x="438" y="215"/>
                    <a:pt x="364" y="128"/>
                    <a:pt x="401" y="128"/>
                  </a:cubicBezTo>
                  <a:cubicBezTo>
                    <a:pt x="438" y="128"/>
                    <a:pt x="549" y="79"/>
                    <a:pt x="611" y="67"/>
                  </a:cubicBezTo>
                  <a:cubicBezTo>
                    <a:pt x="685" y="54"/>
                    <a:pt x="709" y="54"/>
                    <a:pt x="611" y="30"/>
                  </a:cubicBezTo>
                  <a:cubicBezTo>
                    <a:pt x="557" y="12"/>
                    <a:pt x="496" y="0"/>
                    <a:pt x="43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4" name="Google Shape;8020;p67">
              <a:extLst>
                <a:ext uri="{FF2B5EF4-FFF2-40B4-BE49-F238E27FC236}">
                  <a16:creationId xmlns:a16="http://schemas.microsoft.com/office/drawing/2014/main" id="{BF422D2F-5136-5C4A-CCCB-044E1160C59E}"/>
                </a:ext>
              </a:extLst>
            </p:cNvPr>
            <p:cNvSpPr/>
            <p:nvPr/>
          </p:nvSpPr>
          <p:spPr>
            <a:xfrm>
              <a:off x="3884750" y="4272750"/>
              <a:ext cx="13200" cy="1675"/>
            </a:xfrm>
            <a:custGeom>
              <a:avLst/>
              <a:gdLst/>
              <a:ahLst/>
              <a:cxnLst/>
              <a:rect l="l" t="t" r="r" b="b"/>
              <a:pathLst>
                <a:path w="528" h="67" extrusionOk="0">
                  <a:moveTo>
                    <a:pt x="108" y="1"/>
                  </a:moveTo>
                  <a:cubicBezTo>
                    <a:pt x="1" y="1"/>
                    <a:pt x="279" y="67"/>
                    <a:pt x="384" y="67"/>
                  </a:cubicBezTo>
                  <a:cubicBezTo>
                    <a:pt x="399" y="67"/>
                    <a:pt x="410" y="65"/>
                    <a:pt x="416" y="62"/>
                  </a:cubicBezTo>
                  <a:cubicBezTo>
                    <a:pt x="527" y="13"/>
                    <a:pt x="244" y="1"/>
                    <a:pt x="10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5" name="Google Shape;8021;p67">
              <a:extLst>
                <a:ext uri="{FF2B5EF4-FFF2-40B4-BE49-F238E27FC236}">
                  <a16:creationId xmlns:a16="http://schemas.microsoft.com/office/drawing/2014/main" id="{522627FD-200B-D2B8-7ECF-9ECD247D8E20}"/>
                </a:ext>
              </a:extLst>
            </p:cNvPr>
            <p:cNvSpPr/>
            <p:nvPr/>
          </p:nvSpPr>
          <p:spPr>
            <a:xfrm>
              <a:off x="3861875" y="4270250"/>
              <a:ext cx="7725" cy="1500"/>
            </a:xfrm>
            <a:custGeom>
              <a:avLst/>
              <a:gdLst/>
              <a:ahLst/>
              <a:cxnLst/>
              <a:rect l="l" t="t" r="r" b="b"/>
              <a:pathLst>
                <a:path w="309" h="60" extrusionOk="0">
                  <a:moveTo>
                    <a:pt x="150" y="1"/>
                  </a:moveTo>
                  <a:cubicBezTo>
                    <a:pt x="77" y="1"/>
                    <a:pt x="1" y="6"/>
                    <a:pt x="1" y="39"/>
                  </a:cubicBezTo>
                  <a:cubicBezTo>
                    <a:pt x="1" y="55"/>
                    <a:pt x="26" y="59"/>
                    <a:pt x="58" y="59"/>
                  </a:cubicBezTo>
                  <a:cubicBezTo>
                    <a:pt x="101" y="59"/>
                    <a:pt x="157" y="51"/>
                    <a:pt x="185" y="51"/>
                  </a:cubicBezTo>
                  <a:cubicBezTo>
                    <a:pt x="222" y="51"/>
                    <a:pt x="309" y="2"/>
                    <a:pt x="247" y="2"/>
                  </a:cubicBezTo>
                  <a:cubicBezTo>
                    <a:pt x="222" y="2"/>
                    <a:pt x="187" y="1"/>
                    <a:pt x="15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6" name="Google Shape;8022;p67">
              <a:extLst>
                <a:ext uri="{FF2B5EF4-FFF2-40B4-BE49-F238E27FC236}">
                  <a16:creationId xmlns:a16="http://schemas.microsoft.com/office/drawing/2014/main" id="{0DB030DA-AB35-F898-6994-44EF9941D3A2}"/>
                </a:ext>
              </a:extLst>
            </p:cNvPr>
            <p:cNvSpPr/>
            <p:nvPr/>
          </p:nvSpPr>
          <p:spPr>
            <a:xfrm>
              <a:off x="3871725" y="4282375"/>
              <a:ext cx="11750" cy="2725"/>
            </a:xfrm>
            <a:custGeom>
              <a:avLst/>
              <a:gdLst/>
              <a:ahLst/>
              <a:cxnLst/>
              <a:rect l="l" t="t" r="r" b="b"/>
              <a:pathLst>
                <a:path w="470" h="109" extrusionOk="0">
                  <a:moveTo>
                    <a:pt x="427" y="0"/>
                  </a:moveTo>
                  <a:cubicBezTo>
                    <a:pt x="361" y="0"/>
                    <a:pt x="192" y="20"/>
                    <a:pt x="112" y="47"/>
                  </a:cubicBezTo>
                  <a:cubicBezTo>
                    <a:pt x="1" y="84"/>
                    <a:pt x="161" y="109"/>
                    <a:pt x="297" y="109"/>
                  </a:cubicBezTo>
                  <a:cubicBezTo>
                    <a:pt x="469" y="109"/>
                    <a:pt x="383" y="35"/>
                    <a:pt x="445" y="10"/>
                  </a:cubicBezTo>
                  <a:cubicBezTo>
                    <a:pt x="462" y="3"/>
                    <a:pt x="452" y="0"/>
                    <a:pt x="42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7" name="Google Shape;8023;p67">
              <a:extLst>
                <a:ext uri="{FF2B5EF4-FFF2-40B4-BE49-F238E27FC236}">
                  <a16:creationId xmlns:a16="http://schemas.microsoft.com/office/drawing/2014/main" id="{07C2417E-99C6-DED5-66DB-786072D80BCB}"/>
                </a:ext>
              </a:extLst>
            </p:cNvPr>
            <p:cNvSpPr/>
            <p:nvPr/>
          </p:nvSpPr>
          <p:spPr>
            <a:xfrm>
              <a:off x="3865875" y="4299225"/>
              <a:ext cx="6700" cy="1925"/>
            </a:xfrm>
            <a:custGeom>
              <a:avLst/>
              <a:gdLst/>
              <a:ahLst/>
              <a:cxnLst/>
              <a:rect l="l" t="t" r="r" b="b"/>
              <a:pathLst>
                <a:path w="268" h="77" extrusionOk="0">
                  <a:moveTo>
                    <a:pt x="117" y="0"/>
                  </a:moveTo>
                  <a:cubicBezTo>
                    <a:pt x="111" y="0"/>
                    <a:pt x="105" y="1"/>
                    <a:pt x="99" y="1"/>
                  </a:cubicBezTo>
                  <a:cubicBezTo>
                    <a:pt x="1" y="14"/>
                    <a:pt x="87" y="75"/>
                    <a:pt x="149" y="75"/>
                  </a:cubicBezTo>
                  <a:cubicBezTo>
                    <a:pt x="157" y="76"/>
                    <a:pt x="164" y="76"/>
                    <a:pt x="170" y="76"/>
                  </a:cubicBezTo>
                  <a:cubicBezTo>
                    <a:pt x="268" y="76"/>
                    <a:pt x="202" y="0"/>
                    <a:pt x="11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8" name="Google Shape;8024;p67">
              <a:extLst>
                <a:ext uri="{FF2B5EF4-FFF2-40B4-BE49-F238E27FC236}">
                  <a16:creationId xmlns:a16="http://schemas.microsoft.com/office/drawing/2014/main" id="{C463A01A-50D3-452E-90F1-0CF58B0DF446}"/>
                </a:ext>
              </a:extLst>
            </p:cNvPr>
            <p:cNvSpPr/>
            <p:nvPr/>
          </p:nvSpPr>
          <p:spPr>
            <a:xfrm>
              <a:off x="3985450" y="4285300"/>
              <a:ext cx="9175" cy="2900"/>
            </a:xfrm>
            <a:custGeom>
              <a:avLst/>
              <a:gdLst/>
              <a:ahLst/>
              <a:cxnLst/>
              <a:rect l="l" t="t" r="r" b="b"/>
              <a:pathLst>
                <a:path w="367" h="116" extrusionOk="0">
                  <a:moveTo>
                    <a:pt x="240" y="0"/>
                  </a:moveTo>
                  <a:cubicBezTo>
                    <a:pt x="188" y="0"/>
                    <a:pt x="126" y="8"/>
                    <a:pt x="85" y="28"/>
                  </a:cubicBezTo>
                  <a:cubicBezTo>
                    <a:pt x="0" y="75"/>
                    <a:pt x="44" y="115"/>
                    <a:pt x="119" y="115"/>
                  </a:cubicBezTo>
                  <a:cubicBezTo>
                    <a:pt x="143" y="115"/>
                    <a:pt x="169" y="111"/>
                    <a:pt x="196" y="102"/>
                  </a:cubicBezTo>
                  <a:cubicBezTo>
                    <a:pt x="196" y="102"/>
                    <a:pt x="270" y="65"/>
                    <a:pt x="331" y="28"/>
                  </a:cubicBezTo>
                  <a:cubicBezTo>
                    <a:pt x="367" y="14"/>
                    <a:pt x="312" y="0"/>
                    <a:pt x="2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9" name="Google Shape;8025;p67">
              <a:extLst>
                <a:ext uri="{FF2B5EF4-FFF2-40B4-BE49-F238E27FC236}">
                  <a16:creationId xmlns:a16="http://schemas.microsoft.com/office/drawing/2014/main" id="{F4E78275-9269-314E-C532-377BCAAEFC0C}"/>
                </a:ext>
              </a:extLst>
            </p:cNvPr>
            <p:cNvSpPr/>
            <p:nvPr/>
          </p:nvSpPr>
          <p:spPr>
            <a:xfrm>
              <a:off x="4050100" y="4281175"/>
              <a:ext cx="6800" cy="2125"/>
            </a:xfrm>
            <a:custGeom>
              <a:avLst/>
              <a:gdLst/>
              <a:ahLst/>
              <a:cxnLst/>
              <a:rect l="l" t="t" r="r" b="b"/>
              <a:pathLst>
                <a:path w="272" h="85" extrusionOk="0">
                  <a:moveTo>
                    <a:pt x="121" y="1"/>
                  </a:moveTo>
                  <a:cubicBezTo>
                    <a:pt x="59" y="1"/>
                    <a:pt x="0" y="10"/>
                    <a:pt x="0" y="33"/>
                  </a:cubicBezTo>
                  <a:cubicBezTo>
                    <a:pt x="0" y="66"/>
                    <a:pt x="74" y="84"/>
                    <a:pt x="145" y="84"/>
                  </a:cubicBezTo>
                  <a:cubicBezTo>
                    <a:pt x="209" y="84"/>
                    <a:pt x="271" y="69"/>
                    <a:pt x="271" y="33"/>
                  </a:cubicBezTo>
                  <a:cubicBezTo>
                    <a:pt x="271" y="14"/>
                    <a:pt x="193" y="1"/>
                    <a:pt x="12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0" name="Google Shape;8026;p67">
              <a:extLst>
                <a:ext uri="{FF2B5EF4-FFF2-40B4-BE49-F238E27FC236}">
                  <a16:creationId xmlns:a16="http://schemas.microsoft.com/office/drawing/2014/main" id="{FEB4FB32-8783-A0CB-54C3-3973BB2F7DF6}"/>
                </a:ext>
              </a:extLst>
            </p:cNvPr>
            <p:cNvSpPr/>
            <p:nvPr/>
          </p:nvSpPr>
          <p:spPr>
            <a:xfrm>
              <a:off x="3983250" y="4402150"/>
              <a:ext cx="6500" cy="4000"/>
            </a:xfrm>
            <a:custGeom>
              <a:avLst/>
              <a:gdLst/>
              <a:ahLst/>
              <a:cxnLst/>
              <a:rect l="l" t="t" r="r" b="b"/>
              <a:pathLst>
                <a:path w="260" h="160" extrusionOk="0">
                  <a:moveTo>
                    <a:pt x="129" y="0"/>
                  </a:moveTo>
                  <a:cubicBezTo>
                    <a:pt x="100" y="0"/>
                    <a:pt x="75" y="19"/>
                    <a:pt x="50" y="61"/>
                  </a:cubicBezTo>
                  <a:cubicBezTo>
                    <a:pt x="0" y="135"/>
                    <a:pt x="136" y="160"/>
                    <a:pt x="210" y="160"/>
                  </a:cubicBezTo>
                  <a:cubicBezTo>
                    <a:pt x="259" y="160"/>
                    <a:pt x="210" y="24"/>
                    <a:pt x="173" y="12"/>
                  </a:cubicBezTo>
                  <a:cubicBezTo>
                    <a:pt x="157" y="4"/>
                    <a:pt x="143" y="0"/>
                    <a:pt x="12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1" name="Google Shape;8027;p67">
              <a:extLst>
                <a:ext uri="{FF2B5EF4-FFF2-40B4-BE49-F238E27FC236}">
                  <a16:creationId xmlns:a16="http://schemas.microsoft.com/office/drawing/2014/main" id="{7EBB4AC8-C871-3652-18C8-5681EB11CEF2}"/>
                </a:ext>
              </a:extLst>
            </p:cNvPr>
            <p:cNvSpPr/>
            <p:nvPr/>
          </p:nvSpPr>
          <p:spPr>
            <a:xfrm>
              <a:off x="4560200" y="5158325"/>
              <a:ext cx="9550" cy="5750"/>
            </a:xfrm>
            <a:custGeom>
              <a:avLst/>
              <a:gdLst/>
              <a:ahLst/>
              <a:cxnLst/>
              <a:rect l="l" t="t" r="r" b="b"/>
              <a:pathLst>
                <a:path w="382" h="230" extrusionOk="0">
                  <a:moveTo>
                    <a:pt x="253" y="1"/>
                  </a:moveTo>
                  <a:cubicBezTo>
                    <a:pt x="247" y="1"/>
                    <a:pt x="241" y="1"/>
                    <a:pt x="234" y="2"/>
                  </a:cubicBezTo>
                  <a:cubicBezTo>
                    <a:pt x="136" y="2"/>
                    <a:pt x="0" y="88"/>
                    <a:pt x="62" y="150"/>
                  </a:cubicBezTo>
                  <a:cubicBezTo>
                    <a:pt x="110" y="189"/>
                    <a:pt x="214" y="229"/>
                    <a:pt x="288" y="229"/>
                  </a:cubicBezTo>
                  <a:cubicBezTo>
                    <a:pt x="329" y="229"/>
                    <a:pt x="361" y="217"/>
                    <a:pt x="370" y="187"/>
                  </a:cubicBezTo>
                  <a:cubicBezTo>
                    <a:pt x="381" y="83"/>
                    <a:pt x="339" y="1"/>
                    <a:pt x="25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2" name="Google Shape;8028;p67">
              <a:extLst>
                <a:ext uri="{FF2B5EF4-FFF2-40B4-BE49-F238E27FC236}">
                  <a16:creationId xmlns:a16="http://schemas.microsoft.com/office/drawing/2014/main" id="{AF6DBB9D-0899-EA59-BD21-A56718328E36}"/>
                </a:ext>
              </a:extLst>
            </p:cNvPr>
            <p:cNvSpPr/>
            <p:nvPr/>
          </p:nvSpPr>
          <p:spPr>
            <a:xfrm>
              <a:off x="4569425" y="5149350"/>
              <a:ext cx="8975" cy="5525"/>
            </a:xfrm>
            <a:custGeom>
              <a:avLst/>
              <a:gdLst/>
              <a:ahLst/>
              <a:cxnLst/>
              <a:rect l="l" t="t" r="r" b="b"/>
              <a:pathLst>
                <a:path w="359" h="221" extrusionOk="0">
                  <a:moveTo>
                    <a:pt x="327" y="0"/>
                  </a:moveTo>
                  <a:cubicBezTo>
                    <a:pt x="306" y="0"/>
                    <a:pt x="272" y="10"/>
                    <a:pt x="247" y="28"/>
                  </a:cubicBezTo>
                  <a:cubicBezTo>
                    <a:pt x="186" y="77"/>
                    <a:pt x="1" y="139"/>
                    <a:pt x="13" y="201"/>
                  </a:cubicBezTo>
                  <a:cubicBezTo>
                    <a:pt x="16" y="215"/>
                    <a:pt x="25" y="221"/>
                    <a:pt x="38" y="221"/>
                  </a:cubicBezTo>
                  <a:cubicBezTo>
                    <a:pt x="80" y="221"/>
                    <a:pt x="160" y="164"/>
                    <a:pt x="198" y="164"/>
                  </a:cubicBezTo>
                  <a:cubicBezTo>
                    <a:pt x="247" y="164"/>
                    <a:pt x="358" y="102"/>
                    <a:pt x="346" y="90"/>
                  </a:cubicBezTo>
                  <a:cubicBezTo>
                    <a:pt x="334" y="77"/>
                    <a:pt x="297" y="65"/>
                    <a:pt x="334" y="28"/>
                  </a:cubicBezTo>
                  <a:cubicBezTo>
                    <a:pt x="358" y="10"/>
                    <a:pt x="349" y="0"/>
                    <a:pt x="32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3" name="Google Shape;8029;p67">
              <a:extLst>
                <a:ext uri="{FF2B5EF4-FFF2-40B4-BE49-F238E27FC236}">
                  <a16:creationId xmlns:a16="http://schemas.microsoft.com/office/drawing/2014/main" id="{50BEB60C-AC8B-3A2E-9C43-AAA46234ED11}"/>
                </a:ext>
              </a:extLst>
            </p:cNvPr>
            <p:cNvSpPr/>
            <p:nvPr/>
          </p:nvSpPr>
          <p:spPr>
            <a:xfrm>
              <a:off x="3567400" y="4713200"/>
              <a:ext cx="6175" cy="13600"/>
            </a:xfrm>
            <a:custGeom>
              <a:avLst/>
              <a:gdLst/>
              <a:ahLst/>
              <a:cxnLst/>
              <a:rect l="l" t="t" r="r" b="b"/>
              <a:pathLst>
                <a:path w="247" h="544" extrusionOk="0">
                  <a:moveTo>
                    <a:pt x="207" y="0"/>
                  </a:moveTo>
                  <a:cubicBezTo>
                    <a:pt x="165" y="0"/>
                    <a:pt x="56" y="119"/>
                    <a:pt x="25" y="212"/>
                  </a:cubicBezTo>
                  <a:cubicBezTo>
                    <a:pt x="0" y="323"/>
                    <a:pt x="37" y="446"/>
                    <a:pt x="136" y="520"/>
                  </a:cubicBezTo>
                  <a:cubicBezTo>
                    <a:pt x="155" y="536"/>
                    <a:pt x="167" y="543"/>
                    <a:pt x="176" y="543"/>
                  </a:cubicBezTo>
                  <a:cubicBezTo>
                    <a:pt x="210" y="543"/>
                    <a:pt x="168" y="419"/>
                    <a:pt x="198" y="360"/>
                  </a:cubicBezTo>
                  <a:cubicBezTo>
                    <a:pt x="235" y="249"/>
                    <a:pt x="247" y="125"/>
                    <a:pt x="222" y="15"/>
                  </a:cubicBezTo>
                  <a:cubicBezTo>
                    <a:pt x="220" y="5"/>
                    <a:pt x="215" y="0"/>
                    <a:pt x="20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4" name="Google Shape;8030;p67">
              <a:extLst>
                <a:ext uri="{FF2B5EF4-FFF2-40B4-BE49-F238E27FC236}">
                  <a16:creationId xmlns:a16="http://schemas.microsoft.com/office/drawing/2014/main" id="{A83CCE3B-9C4F-7731-900E-92705A6175D8}"/>
                </a:ext>
              </a:extLst>
            </p:cNvPr>
            <p:cNvSpPr/>
            <p:nvPr/>
          </p:nvSpPr>
          <p:spPr>
            <a:xfrm>
              <a:off x="3564925" y="4728475"/>
              <a:ext cx="9900" cy="18300"/>
            </a:xfrm>
            <a:custGeom>
              <a:avLst/>
              <a:gdLst/>
              <a:ahLst/>
              <a:cxnLst/>
              <a:rect l="l" t="t" r="r" b="b"/>
              <a:pathLst>
                <a:path w="396" h="732" extrusionOk="0">
                  <a:moveTo>
                    <a:pt x="285" y="0"/>
                  </a:moveTo>
                  <a:cubicBezTo>
                    <a:pt x="279" y="0"/>
                    <a:pt x="271" y="3"/>
                    <a:pt x="260" y="7"/>
                  </a:cubicBezTo>
                  <a:cubicBezTo>
                    <a:pt x="190" y="37"/>
                    <a:pt x="137" y="123"/>
                    <a:pt x="93" y="123"/>
                  </a:cubicBezTo>
                  <a:cubicBezTo>
                    <a:pt x="82" y="123"/>
                    <a:pt x="72" y="118"/>
                    <a:pt x="62" y="106"/>
                  </a:cubicBezTo>
                  <a:cubicBezTo>
                    <a:pt x="34" y="70"/>
                    <a:pt x="18" y="43"/>
                    <a:pt x="9" y="43"/>
                  </a:cubicBezTo>
                  <a:cubicBezTo>
                    <a:pt x="3" y="43"/>
                    <a:pt x="1" y="57"/>
                    <a:pt x="1" y="94"/>
                  </a:cubicBezTo>
                  <a:cubicBezTo>
                    <a:pt x="1" y="180"/>
                    <a:pt x="50" y="192"/>
                    <a:pt x="50" y="303"/>
                  </a:cubicBezTo>
                  <a:cubicBezTo>
                    <a:pt x="50" y="414"/>
                    <a:pt x="99" y="525"/>
                    <a:pt x="99" y="599"/>
                  </a:cubicBezTo>
                  <a:cubicBezTo>
                    <a:pt x="89" y="669"/>
                    <a:pt x="96" y="732"/>
                    <a:pt x="125" y="732"/>
                  </a:cubicBezTo>
                  <a:cubicBezTo>
                    <a:pt x="132" y="732"/>
                    <a:pt x="140" y="729"/>
                    <a:pt x="149" y="722"/>
                  </a:cubicBezTo>
                  <a:cubicBezTo>
                    <a:pt x="198" y="673"/>
                    <a:pt x="358" y="673"/>
                    <a:pt x="370" y="525"/>
                  </a:cubicBezTo>
                  <a:cubicBezTo>
                    <a:pt x="370" y="377"/>
                    <a:pt x="395" y="94"/>
                    <a:pt x="346" y="94"/>
                  </a:cubicBezTo>
                  <a:cubicBezTo>
                    <a:pt x="271" y="94"/>
                    <a:pt x="326" y="0"/>
                    <a:pt x="28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5" name="Google Shape;8031;p67">
              <a:extLst>
                <a:ext uri="{FF2B5EF4-FFF2-40B4-BE49-F238E27FC236}">
                  <a16:creationId xmlns:a16="http://schemas.microsoft.com/office/drawing/2014/main" id="{F8DB5232-2A8B-BB83-A746-89B090094139}"/>
                </a:ext>
              </a:extLst>
            </p:cNvPr>
            <p:cNvSpPr/>
            <p:nvPr/>
          </p:nvSpPr>
          <p:spPr>
            <a:xfrm>
              <a:off x="3589200" y="4752375"/>
              <a:ext cx="19800" cy="11100"/>
            </a:xfrm>
            <a:custGeom>
              <a:avLst/>
              <a:gdLst/>
              <a:ahLst/>
              <a:cxnLst/>
              <a:rect l="l" t="t" r="r" b="b"/>
              <a:pathLst>
                <a:path w="792" h="444" extrusionOk="0">
                  <a:moveTo>
                    <a:pt x="730" y="0"/>
                  </a:moveTo>
                  <a:cubicBezTo>
                    <a:pt x="669" y="0"/>
                    <a:pt x="484" y="49"/>
                    <a:pt x="422" y="49"/>
                  </a:cubicBezTo>
                  <a:cubicBezTo>
                    <a:pt x="361" y="49"/>
                    <a:pt x="299" y="12"/>
                    <a:pt x="225" y="12"/>
                  </a:cubicBezTo>
                  <a:cubicBezTo>
                    <a:pt x="213" y="12"/>
                    <a:pt x="196" y="12"/>
                    <a:pt x="177" y="12"/>
                  </a:cubicBezTo>
                  <a:cubicBezTo>
                    <a:pt x="103" y="12"/>
                    <a:pt x="1" y="20"/>
                    <a:pt x="40" y="99"/>
                  </a:cubicBezTo>
                  <a:cubicBezTo>
                    <a:pt x="89" y="197"/>
                    <a:pt x="114" y="210"/>
                    <a:pt x="237" y="234"/>
                  </a:cubicBezTo>
                  <a:cubicBezTo>
                    <a:pt x="373" y="259"/>
                    <a:pt x="508" y="444"/>
                    <a:pt x="595" y="444"/>
                  </a:cubicBezTo>
                  <a:cubicBezTo>
                    <a:pt x="681" y="444"/>
                    <a:pt x="718" y="419"/>
                    <a:pt x="693" y="370"/>
                  </a:cubicBezTo>
                  <a:cubicBezTo>
                    <a:pt x="669" y="320"/>
                    <a:pt x="582" y="247"/>
                    <a:pt x="632" y="197"/>
                  </a:cubicBezTo>
                  <a:cubicBezTo>
                    <a:pt x="669" y="148"/>
                    <a:pt x="792" y="0"/>
                    <a:pt x="7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6" name="Google Shape;8032;p67">
              <a:extLst>
                <a:ext uri="{FF2B5EF4-FFF2-40B4-BE49-F238E27FC236}">
                  <a16:creationId xmlns:a16="http://schemas.microsoft.com/office/drawing/2014/main" id="{2D53300B-A887-1896-0F51-B3625111CFEF}"/>
                </a:ext>
              </a:extLst>
            </p:cNvPr>
            <p:cNvSpPr/>
            <p:nvPr/>
          </p:nvSpPr>
          <p:spPr>
            <a:xfrm>
              <a:off x="3703550" y="4771950"/>
              <a:ext cx="14550" cy="8150"/>
            </a:xfrm>
            <a:custGeom>
              <a:avLst/>
              <a:gdLst/>
              <a:ahLst/>
              <a:cxnLst/>
              <a:rect l="l" t="t" r="r" b="b"/>
              <a:pathLst>
                <a:path w="582" h="326" extrusionOk="0">
                  <a:moveTo>
                    <a:pt x="577" y="0"/>
                  </a:moveTo>
                  <a:lnTo>
                    <a:pt x="577" y="0"/>
                  </a:lnTo>
                  <a:cubicBezTo>
                    <a:pt x="577" y="0"/>
                    <a:pt x="574" y="2"/>
                    <a:pt x="567" y="6"/>
                  </a:cubicBezTo>
                  <a:cubicBezTo>
                    <a:pt x="481" y="67"/>
                    <a:pt x="382" y="104"/>
                    <a:pt x="284" y="117"/>
                  </a:cubicBezTo>
                  <a:cubicBezTo>
                    <a:pt x="210" y="129"/>
                    <a:pt x="136" y="166"/>
                    <a:pt x="62" y="203"/>
                  </a:cubicBezTo>
                  <a:cubicBezTo>
                    <a:pt x="0" y="240"/>
                    <a:pt x="136" y="326"/>
                    <a:pt x="185" y="326"/>
                  </a:cubicBezTo>
                  <a:cubicBezTo>
                    <a:pt x="247" y="326"/>
                    <a:pt x="345" y="215"/>
                    <a:pt x="432" y="215"/>
                  </a:cubicBezTo>
                  <a:cubicBezTo>
                    <a:pt x="530" y="215"/>
                    <a:pt x="469" y="178"/>
                    <a:pt x="419" y="154"/>
                  </a:cubicBezTo>
                  <a:cubicBezTo>
                    <a:pt x="386" y="131"/>
                    <a:pt x="581" y="0"/>
                    <a:pt x="57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7" name="Google Shape;8033;p67">
              <a:extLst>
                <a:ext uri="{FF2B5EF4-FFF2-40B4-BE49-F238E27FC236}">
                  <a16:creationId xmlns:a16="http://schemas.microsoft.com/office/drawing/2014/main" id="{2B7E7538-DD4F-391C-5561-CA46A79B7B22}"/>
                </a:ext>
              </a:extLst>
            </p:cNvPr>
            <p:cNvSpPr/>
            <p:nvPr/>
          </p:nvSpPr>
          <p:spPr>
            <a:xfrm>
              <a:off x="3651775" y="4772975"/>
              <a:ext cx="18175" cy="5050"/>
            </a:xfrm>
            <a:custGeom>
              <a:avLst/>
              <a:gdLst/>
              <a:ahLst/>
              <a:cxnLst/>
              <a:rect l="l" t="t" r="r" b="b"/>
              <a:pathLst>
                <a:path w="727" h="202" extrusionOk="0">
                  <a:moveTo>
                    <a:pt x="47" y="0"/>
                  </a:moveTo>
                  <a:cubicBezTo>
                    <a:pt x="0" y="0"/>
                    <a:pt x="58" y="56"/>
                    <a:pt x="137" y="113"/>
                  </a:cubicBezTo>
                  <a:cubicBezTo>
                    <a:pt x="191" y="166"/>
                    <a:pt x="263" y="201"/>
                    <a:pt x="338" y="201"/>
                  </a:cubicBezTo>
                  <a:cubicBezTo>
                    <a:pt x="349" y="201"/>
                    <a:pt x="360" y="200"/>
                    <a:pt x="371" y="199"/>
                  </a:cubicBezTo>
                  <a:cubicBezTo>
                    <a:pt x="433" y="186"/>
                    <a:pt x="482" y="186"/>
                    <a:pt x="544" y="186"/>
                  </a:cubicBezTo>
                  <a:cubicBezTo>
                    <a:pt x="618" y="186"/>
                    <a:pt x="679" y="100"/>
                    <a:pt x="716" y="76"/>
                  </a:cubicBezTo>
                  <a:cubicBezTo>
                    <a:pt x="725" y="69"/>
                    <a:pt x="727" y="67"/>
                    <a:pt x="722" y="67"/>
                  </a:cubicBezTo>
                  <a:cubicBezTo>
                    <a:pt x="709" y="67"/>
                    <a:pt x="642" y="88"/>
                    <a:pt x="568" y="88"/>
                  </a:cubicBezTo>
                  <a:cubicBezTo>
                    <a:pt x="482" y="88"/>
                    <a:pt x="383" y="26"/>
                    <a:pt x="273" y="26"/>
                  </a:cubicBezTo>
                  <a:cubicBezTo>
                    <a:pt x="211" y="26"/>
                    <a:pt x="137" y="14"/>
                    <a:pt x="63" y="2"/>
                  </a:cubicBezTo>
                  <a:cubicBezTo>
                    <a:pt x="57" y="1"/>
                    <a:pt x="51" y="0"/>
                    <a:pt x="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8" name="Google Shape;8034;p67">
              <a:extLst>
                <a:ext uri="{FF2B5EF4-FFF2-40B4-BE49-F238E27FC236}">
                  <a16:creationId xmlns:a16="http://schemas.microsoft.com/office/drawing/2014/main" id="{630BC363-40BE-B870-9550-37974C86EF62}"/>
                </a:ext>
              </a:extLst>
            </p:cNvPr>
            <p:cNvSpPr/>
            <p:nvPr/>
          </p:nvSpPr>
          <p:spPr>
            <a:xfrm>
              <a:off x="3643475" y="4567350"/>
              <a:ext cx="9050" cy="6625"/>
            </a:xfrm>
            <a:custGeom>
              <a:avLst/>
              <a:gdLst/>
              <a:ahLst/>
              <a:cxnLst/>
              <a:rect l="l" t="t" r="r" b="b"/>
              <a:pathLst>
                <a:path w="362" h="265" extrusionOk="0">
                  <a:moveTo>
                    <a:pt x="310" y="0"/>
                  </a:moveTo>
                  <a:cubicBezTo>
                    <a:pt x="266" y="0"/>
                    <a:pt x="190" y="13"/>
                    <a:pt x="124" y="33"/>
                  </a:cubicBezTo>
                  <a:cubicBezTo>
                    <a:pt x="1" y="70"/>
                    <a:pt x="38" y="21"/>
                    <a:pt x="62" y="218"/>
                  </a:cubicBezTo>
                  <a:cubicBezTo>
                    <a:pt x="68" y="251"/>
                    <a:pt x="79" y="265"/>
                    <a:pt x="94" y="265"/>
                  </a:cubicBezTo>
                  <a:cubicBezTo>
                    <a:pt x="150" y="265"/>
                    <a:pt x="263" y="72"/>
                    <a:pt x="321" y="33"/>
                  </a:cubicBezTo>
                  <a:cubicBezTo>
                    <a:pt x="361" y="10"/>
                    <a:pt x="348" y="0"/>
                    <a:pt x="31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9" name="Google Shape;8035;p67">
              <a:extLst>
                <a:ext uri="{FF2B5EF4-FFF2-40B4-BE49-F238E27FC236}">
                  <a16:creationId xmlns:a16="http://schemas.microsoft.com/office/drawing/2014/main" id="{71A00758-CE3C-EA60-38C4-7F2A3DF5624E}"/>
                </a:ext>
              </a:extLst>
            </p:cNvPr>
            <p:cNvSpPr/>
            <p:nvPr/>
          </p:nvSpPr>
          <p:spPr>
            <a:xfrm>
              <a:off x="3642875" y="4563250"/>
              <a:ext cx="7725" cy="3000"/>
            </a:xfrm>
            <a:custGeom>
              <a:avLst/>
              <a:gdLst/>
              <a:ahLst/>
              <a:cxnLst/>
              <a:rect l="l" t="t" r="r" b="b"/>
              <a:pathLst>
                <a:path w="309" h="120" extrusionOk="0">
                  <a:moveTo>
                    <a:pt x="230" y="0"/>
                  </a:moveTo>
                  <a:cubicBezTo>
                    <a:pt x="191" y="0"/>
                    <a:pt x="134" y="21"/>
                    <a:pt x="86" y="37"/>
                  </a:cubicBezTo>
                  <a:cubicBezTo>
                    <a:pt x="0" y="49"/>
                    <a:pt x="136" y="86"/>
                    <a:pt x="197" y="111"/>
                  </a:cubicBezTo>
                  <a:cubicBezTo>
                    <a:pt x="218" y="117"/>
                    <a:pt x="235" y="120"/>
                    <a:pt x="247" y="120"/>
                  </a:cubicBezTo>
                  <a:cubicBezTo>
                    <a:pt x="309" y="120"/>
                    <a:pt x="281" y="55"/>
                    <a:pt x="271" y="24"/>
                  </a:cubicBezTo>
                  <a:cubicBezTo>
                    <a:pt x="267" y="7"/>
                    <a:pt x="251" y="0"/>
                    <a:pt x="2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0" name="Google Shape;8036;p67">
              <a:extLst>
                <a:ext uri="{FF2B5EF4-FFF2-40B4-BE49-F238E27FC236}">
                  <a16:creationId xmlns:a16="http://schemas.microsoft.com/office/drawing/2014/main" id="{D0B58A52-73CE-459C-508D-76C81B0DF4C9}"/>
                </a:ext>
              </a:extLst>
            </p:cNvPr>
            <p:cNvSpPr/>
            <p:nvPr/>
          </p:nvSpPr>
          <p:spPr>
            <a:xfrm>
              <a:off x="3622475" y="4574650"/>
              <a:ext cx="4400" cy="10550"/>
            </a:xfrm>
            <a:custGeom>
              <a:avLst/>
              <a:gdLst/>
              <a:ahLst/>
              <a:cxnLst/>
              <a:rect l="l" t="t" r="r" b="b"/>
              <a:pathLst>
                <a:path w="176" h="422" extrusionOk="0">
                  <a:moveTo>
                    <a:pt x="169" y="1"/>
                  </a:moveTo>
                  <a:cubicBezTo>
                    <a:pt x="138" y="1"/>
                    <a:pt x="15" y="171"/>
                    <a:pt x="15" y="246"/>
                  </a:cubicBezTo>
                  <a:cubicBezTo>
                    <a:pt x="15" y="323"/>
                    <a:pt x="0" y="421"/>
                    <a:pt x="17" y="421"/>
                  </a:cubicBezTo>
                  <a:cubicBezTo>
                    <a:pt x="22" y="421"/>
                    <a:pt x="29" y="413"/>
                    <a:pt x="40" y="394"/>
                  </a:cubicBezTo>
                  <a:cubicBezTo>
                    <a:pt x="102" y="283"/>
                    <a:pt x="151" y="147"/>
                    <a:pt x="175" y="12"/>
                  </a:cubicBezTo>
                  <a:cubicBezTo>
                    <a:pt x="175" y="4"/>
                    <a:pt x="173" y="1"/>
                    <a:pt x="16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1" name="Google Shape;8037;p67">
              <a:extLst>
                <a:ext uri="{FF2B5EF4-FFF2-40B4-BE49-F238E27FC236}">
                  <a16:creationId xmlns:a16="http://schemas.microsoft.com/office/drawing/2014/main" id="{DECE9B36-ADF4-3E41-05B4-2E0299730270}"/>
                </a:ext>
              </a:extLst>
            </p:cNvPr>
            <p:cNvSpPr/>
            <p:nvPr/>
          </p:nvSpPr>
          <p:spPr>
            <a:xfrm>
              <a:off x="3630775" y="4549300"/>
              <a:ext cx="4100" cy="3575"/>
            </a:xfrm>
            <a:custGeom>
              <a:avLst/>
              <a:gdLst/>
              <a:ahLst/>
              <a:cxnLst/>
              <a:rect l="l" t="t" r="r" b="b"/>
              <a:pathLst>
                <a:path w="164" h="143" extrusionOk="0">
                  <a:moveTo>
                    <a:pt x="140" y="1"/>
                  </a:moveTo>
                  <a:cubicBezTo>
                    <a:pt x="112" y="1"/>
                    <a:pt x="64" y="30"/>
                    <a:pt x="28" y="65"/>
                  </a:cubicBezTo>
                  <a:cubicBezTo>
                    <a:pt x="0" y="93"/>
                    <a:pt x="44" y="143"/>
                    <a:pt x="93" y="143"/>
                  </a:cubicBezTo>
                  <a:cubicBezTo>
                    <a:pt x="109" y="143"/>
                    <a:pt x="125" y="138"/>
                    <a:pt x="139" y="126"/>
                  </a:cubicBezTo>
                  <a:cubicBezTo>
                    <a:pt x="164" y="90"/>
                    <a:pt x="164" y="65"/>
                    <a:pt x="164" y="16"/>
                  </a:cubicBezTo>
                  <a:cubicBezTo>
                    <a:pt x="160" y="5"/>
                    <a:pt x="152" y="1"/>
                    <a:pt x="14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2" name="Google Shape;8038;p67">
              <a:extLst>
                <a:ext uri="{FF2B5EF4-FFF2-40B4-BE49-F238E27FC236}">
                  <a16:creationId xmlns:a16="http://schemas.microsoft.com/office/drawing/2014/main" id="{A533BBAB-DAB4-B13B-2B3C-2C20CA820809}"/>
                </a:ext>
              </a:extLst>
            </p:cNvPr>
            <p:cNvSpPr/>
            <p:nvPr/>
          </p:nvSpPr>
          <p:spPr>
            <a:xfrm>
              <a:off x="3581950" y="4594225"/>
              <a:ext cx="7950" cy="11175"/>
            </a:xfrm>
            <a:custGeom>
              <a:avLst/>
              <a:gdLst/>
              <a:ahLst/>
              <a:cxnLst/>
              <a:rect l="l" t="t" r="r" b="b"/>
              <a:pathLst>
                <a:path w="318" h="447" extrusionOk="0">
                  <a:moveTo>
                    <a:pt x="303" y="0"/>
                  </a:moveTo>
                  <a:cubicBezTo>
                    <a:pt x="301" y="0"/>
                    <a:pt x="297" y="6"/>
                    <a:pt x="293" y="18"/>
                  </a:cubicBezTo>
                  <a:cubicBezTo>
                    <a:pt x="293" y="57"/>
                    <a:pt x="261" y="130"/>
                    <a:pt x="229" y="130"/>
                  </a:cubicBezTo>
                  <a:cubicBezTo>
                    <a:pt x="222" y="130"/>
                    <a:pt x="214" y="126"/>
                    <a:pt x="207" y="116"/>
                  </a:cubicBezTo>
                  <a:cubicBezTo>
                    <a:pt x="176" y="85"/>
                    <a:pt x="146" y="21"/>
                    <a:pt x="122" y="21"/>
                  </a:cubicBezTo>
                  <a:cubicBezTo>
                    <a:pt x="117" y="21"/>
                    <a:pt x="113" y="24"/>
                    <a:pt x="108" y="30"/>
                  </a:cubicBezTo>
                  <a:cubicBezTo>
                    <a:pt x="86" y="52"/>
                    <a:pt x="55" y="93"/>
                    <a:pt x="31" y="93"/>
                  </a:cubicBezTo>
                  <a:cubicBezTo>
                    <a:pt x="28" y="93"/>
                    <a:pt x="25" y="93"/>
                    <a:pt x="22" y="91"/>
                  </a:cubicBezTo>
                  <a:cubicBezTo>
                    <a:pt x="20" y="90"/>
                    <a:pt x="17" y="90"/>
                    <a:pt x="16" y="90"/>
                  </a:cubicBezTo>
                  <a:cubicBezTo>
                    <a:pt x="0" y="90"/>
                    <a:pt x="12" y="134"/>
                    <a:pt x="34" y="178"/>
                  </a:cubicBezTo>
                  <a:cubicBezTo>
                    <a:pt x="71" y="227"/>
                    <a:pt x="96" y="289"/>
                    <a:pt x="133" y="338"/>
                  </a:cubicBezTo>
                  <a:cubicBezTo>
                    <a:pt x="195" y="387"/>
                    <a:pt x="219" y="412"/>
                    <a:pt x="256" y="436"/>
                  </a:cubicBezTo>
                  <a:cubicBezTo>
                    <a:pt x="263" y="443"/>
                    <a:pt x="267" y="446"/>
                    <a:pt x="270" y="446"/>
                  </a:cubicBezTo>
                  <a:cubicBezTo>
                    <a:pt x="281" y="446"/>
                    <a:pt x="259" y="388"/>
                    <a:pt x="269" y="338"/>
                  </a:cubicBezTo>
                  <a:cubicBezTo>
                    <a:pt x="281" y="276"/>
                    <a:pt x="318" y="264"/>
                    <a:pt x="318" y="190"/>
                  </a:cubicBezTo>
                  <a:cubicBezTo>
                    <a:pt x="318" y="138"/>
                    <a:pt x="318" y="0"/>
                    <a:pt x="30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3" name="Google Shape;8039;p67">
              <a:extLst>
                <a:ext uri="{FF2B5EF4-FFF2-40B4-BE49-F238E27FC236}">
                  <a16:creationId xmlns:a16="http://schemas.microsoft.com/office/drawing/2014/main" id="{2ECE36C0-6DCD-B09B-AF53-0A0990B11921}"/>
                </a:ext>
              </a:extLst>
            </p:cNvPr>
            <p:cNvSpPr/>
            <p:nvPr/>
          </p:nvSpPr>
          <p:spPr>
            <a:xfrm>
              <a:off x="3574800" y="4598325"/>
              <a:ext cx="7400" cy="7000"/>
            </a:xfrm>
            <a:custGeom>
              <a:avLst/>
              <a:gdLst/>
              <a:ahLst/>
              <a:cxnLst/>
              <a:rect l="l" t="t" r="r" b="b"/>
              <a:pathLst>
                <a:path w="296" h="280" extrusionOk="0">
                  <a:moveTo>
                    <a:pt x="74" y="1"/>
                  </a:moveTo>
                  <a:cubicBezTo>
                    <a:pt x="51" y="1"/>
                    <a:pt x="34" y="41"/>
                    <a:pt x="25" y="88"/>
                  </a:cubicBezTo>
                  <a:cubicBezTo>
                    <a:pt x="0" y="137"/>
                    <a:pt x="49" y="162"/>
                    <a:pt x="99" y="199"/>
                  </a:cubicBezTo>
                  <a:cubicBezTo>
                    <a:pt x="126" y="226"/>
                    <a:pt x="126" y="261"/>
                    <a:pt x="135" y="261"/>
                  </a:cubicBezTo>
                  <a:cubicBezTo>
                    <a:pt x="138" y="261"/>
                    <a:pt x="142" y="257"/>
                    <a:pt x="148" y="248"/>
                  </a:cubicBezTo>
                  <a:cubicBezTo>
                    <a:pt x="152" y="242"/>
                    <a:pt x="156" y="240"/>
                    <a:pt x="160" y="240"/>
                  </a:cubicBezTo>
                  <a:cubicBezTo>
                    <a:pt x="177" y="240"/>
                    <a:pt x="199" y="279"/>
                    <a:pt x="222" y="279"/>
                  </a:cubicBezTo>
                  <a:cubicBezTo>
                    <a:pt x="230" y="279"/>
                    <a:pt x="238" y="274"/>
                    <a:pt x="247" y="260"/>
                  </a:cubicBezTo>
                  <a:cubicBezTo>
                    <a:pt x="296" y="211"/>
                    <a:pt x="234" y="112"/>
                    <a:pt x="222" y="63"/>
                  </a:cubicBezTo>
                  <a:cubicBezTo>
                    <a:pt x="197" y="1"/>
                    <a:pt x="148" y="38"/>
                    <a:pt x="99" y="14"/>
                  </a:cubicBezTo>
                  <a:cubicBezTo>
                    <a:pt x="90" y="5"/>
                    <a:pt x="82" y="1"/>
                    <a:pt x="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4" name="Google Shape;8040;p67">
              <a:extLst>
                <a:ext uri="{FF2B5EF4-FFF2-40B4-BE49-F238E27FC236}">
                  <a16:creationId xmlns:a16="http://schemas.microsoft.com/office/drawing/2014/main" id="{ACFA148F-77EC-35F2-53BC-4C9F95F455ED}"/>
                </a:ext>
              </a:extLst>
            </p:cNvPr>
            <p:cNvSpPr/>
            <p:nvPr/>
          </p:nvSpPr>
          <p:spPr>
            <a:xfrm>
              <a:off x="3530700" y="4738200"/>
              <a:ext cx="6725" cy="4825"/>
            </a:xfrm>
            <a:custGeom>
              <a:avLst/>
              <a:gdLst/>
              <a:ahLst/>
              <a:cxnLst/>
              <a:rect l="l" t="t" r="r" b="b"/>
              <a:pathLst>
                <a:path w="269" h="193" extrusionOk="0">
                  <a:moveTo>
                    <a:pt x="190" y="0"/>
                  </a:moveTo>
                  <a:cubicBezTo>
                    <a:pt x="162" y="0"/>
                    <a:pt x="78" y="85"/>
                    <a:pt x="27" y="136"/>
                  </a:cubicBezTo>
                  <a:cubicBezTo>
                    <a:pt x="0" y="152"/>
                    <a:pt x="1" y="156"/>
                    <a:pt x="15" y="156"/>
                  </a:cubicBezTo>
                  <a:cubicBezTo>
                    <a:pt x="32" y="156"/>
                    <a:pt x="73" y="148"/>
                    <a:pt x="101" y="148"/>
                  </a:cubicBezTo>
                  <a:cubicBezTo>
                    <a:pt x="162" y="148"/>
                    <a:pt x="150" y="160"/>
                    <a:pt x="175" y="185"/>
                  </a:cubicBezTo>
                  <a:cubicBezTo>
                    <a:pt x="178" y="190"/>
                    <a:pt x="182" y="192"/>
                    <a:pt x="186" y="192"/>
                  </a:cubicBezTo>
                  <a:cubicBezTo>
                    <a:pt x="217" y="192"/>
                    <a:pt x="268" y="99"/>
                    <a:pt x="236" y="99"/>
                  </a:cubicBezTo>
                  <a:cubicBezTo>
                    <a:pt x="230" y="100"/>
                    <a:pt x="224" y="100"/>
                    <a:pt x="219" y="100"/>
                  </a:cubicBezTo>
                  <a:cubicBezTo>
                    <a:pt x="167" y="100"/>
                    <a:pt x="188" y="46"/>
                    <a:pt x="199" y="13"/>
                  </a:cubicBezTo>
                  <a:cubicBezTo>
                    <a:pt x="199" y="4"/>
                    <a:pt x="196" y="0"/>
                    <a:pt x="19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5" name="Google Shape;8041;p67">
              <a:extLst>
                <a:ext uri="{FF2B5EF4-FFF2-40B4-BE49-F238E27FC236}">
                  <a16:creationId xmlns:a16="http://schemas.microsoft.com/office/drawing/2014/main" id="{4C9AF689-D340-23C1-C601-D959564E98FF}"/>
                </a:ext>
              </a:extLst>
            </p:cNvPr>
            <p:cNvSpPr/>
            <p:nvPr/>
          </p:nvSpPr>
          <p:spPr>
            <a:xfrm>
              <a:off x="3473450" y="4569550"/>
              <a:ext cx="6500" cy="6725"/>
            </a:xfrm>
            <a:custGeom>
              <a:avLst/>
              <a:gdLst/>
              <a:ahLst/>
              <a:cxnLst/>
              <a:rect l="l" t="t" r="r" b="b"/>
              <a:pathLst>
                <a:path w="260" h="269" extrusionOk="0">
                  <a:moveTo>
                    <a:pt x="205" y="1"/>
                  </a:moveTo>
                  <a:cubicBezTo>
                    <a:pt x="151" y="1"/>
                    <a:pt x="59" y="132"/>
                    <a:pt x="37" y="154"/>
                  </a:cubicBezTo>
                  <a:cubicBezTo>
                    <a:pt x="0" y="191"/>
                    <a:pt x="37" y="204"/>
                    <a:pt x="62" y="253"/>
                  </a:cubicBezTo>
                  <a:cubicBezTo>
                    <a:pt x="70" y="265"/>
                    <a:pt x="76" y="269"/>
                    <a:pt x="83" y="269"/>
                  </a:cubicBezTo>
                  <a:cubicBezTo>
                    <a:pt x="96" y="269"/>
                    <a:pt x="107" y="249"/>
                    <a:pt x="124" y="241"/>
                  </a:cubicBezTo>
                  <a:cubicBezTo>
                    <a:pt x="148" y="228"/>
                    <a:pt x="148" y="191"/>
                    <a:pt x="173" y="167"/>
                  </a:cubicBezTo>
                  <a:cubicBezTo>
                    <a:pt x="198" y="142"/>
                    <a:pt x="259" y="56"/>
                    <a:pt x="222" y="6"/>
                  </a:cubicBezTo>
                  <a:cubicBezTo>
                    <a:pt x="217" y="3"/>
                    <a:pt x="211" y="1"/>
                    <a:pt x="20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6" name="Google Shape;8042;p67">
              <a:extLst>
                <a:ext uri="{FF2B5EF4-FFF2-40B4-BE49-F238E27FC236}">
                  <a16:creationId xmlns:a16="http://schemas.microsoft.com/office/drawing/2014/main" id="{519C09B0-0F34-731E-08F3-EF04D5B3A05B}"/>
                </a:ext>
              </a:extLst>
            </p:cNvPr>
            <p:cNvSpPr/>
            <p:nvPr/>
          </p:nvSpPr>
          <p:spPr>
            <a:xfrm>
              <a:off x="3475300" y="4578875"/>
              <a:ext cx="4950" cy="3800"/>
            </a:xfrm>
            <a:custGeom>
              <a:avLst/>
              <a:gdLst/>
              <a:ahLst/>
              <a:cxnLst/>
              <a:rect l="l" t="t" r="r" b="b"/>
              <a:pathLst>
                <a:path w="198" h="152" extrusionOk="0">
                  <a:moveTo>
                    <a:pt x="145" y="0"/>
                  </a:moveTo>
                  <a:cubicBezTo>
                    <a:pt x="139" y="0"/>
                    <a:pt x="130" y="3"/>
                    <a:pt x="111" y="15"/>
                  </a:cubicBezTo>
                  <a:cubicBezTo>
                    <a:pt x="74" y="52"/>
                    <a:pt x="0" y="52"/>
                    <a:pt x="50" y="89"/>
                  </a:cubicBezTo>
                  <a:cubicBezTo>
                    <a:pt x="87" y="117"/>
                    <a:pt x="103" y="152"/>
                    <a:pt x="124" y="152"/>
                  </a:cubicBezTo>
                  <a:cubicBezTo>
                    <a:pt x="131" y="152"/>
                    <a:pt x="139" y="148"/>
                    <a:pt x="148" y="139"/>
                  </a:cubicBezTo>
                  <a:cubicBezTo>
                    <a:pt x="197" y="102"/>
                    <a:pt x="185" y="3"/>
                    <a:pt x="161" y="3"/>
                  </a:cubicBezTo>
                  <a:cubicBezTo>
                    <a:pt x="154" y="3"/>
                    <a:pt x="151" y="0"/>
                    <a:pt x="14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7" name="Google Shape;8043;p67">
              <a:extLst>
                <a:ext uri="{FF2B5EF4-FFF2-40B4-BE49-F238E27FC236}">
                  <a16:creationId xmlns:a16="http://schemas.microsoft.com/office/drawing/2014/main" id="{AD17D525-ED0C-D89E-7E90-7319F99C616E}"/>
                </a:ext>
              </a:extLst>
            </p:cNvPr>
            <p:cNvSpPr/>
            <p:nvPr/>
          </p:nvSpPr>
          <p:spPr>
            <a:xfrm>
              <a:off x="3480225" y="4582325"/>
              <a:ext cx="2500" cy="1250"/>
            </a:xfrm>
            <a:custGeom>
              <a:avLst/>
              <a:gdLst/>
              <a:ahLst/>
              <a:cxnLst/>
              <a:rect l="l" t="t" r="r" b="b"/>
              <a:pathLst>
                <a:path w="100" h="50" extrusionOk="0">
                  <a:moveTo>
                    <a:pt x="74" y="1"/>
                  </a:moveTo>
                  <a:cubicBezTo>
                    <a:pt x="37" y="1"/>
                    <a:pt x="0" y="38"/>
                    <a:pt x="37" y="50"/>
                  </a:cubicBezTo>
                  <a:cubicBezTo>
                    <a:pt x="62" y="50"/>
                    <a:pt x="99" y="1"/>
                    <a:pt x="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8" name="Google Shape;8044;p67">
              <a:extLst>
                <a:ext uri="{FF2B5EF4-FFF2-40B4-BE49-F238E27FC236}">
                  <a16:creationId xmlns:a16="http://schemas.microsoft.com/office/drawing/2014/main" id="{92F0334F-D1BD-C536-A69F-76E9BBB075EE}"/>
                </a:ext>
              </a:extLst>
            </p:cNvPr>
            <p:cNvSpPr/>
            <p:nvPr/>
          </p:nvSpPr>
          <p:spPr>
            <a:xfrm>
              <a:off x="3479500" y="4586625"/>
              <a:ext cx="1900" cy="2525"/>
            </a:xfrm>
            <a:custGeom>
              <a:avLst/>
              <a:gdLst/>
              <a:ahLst/>
              <a:cxnLst/>
              <a:rect l="l" t="t" r="r" b="b"/>
              <a:pathLst>
                <a:path w="76" h="101" extrusionOk="0">
                  <a:moveTo>
                    <a:pt x="68" y="0"/>
                  </a:moveTo>
                  <a:cubicBezTo>
                    <a:pt x="68" y="0"/>
                    <a:pt x="67" y="0"/>
                    <a:pt x="66" y="1"/>
                  </a:cubicBezTo>
                  <a:cubicBezTo>
                    <a:pt x="55" y="24"/>
                    <a:pt x="0" y="101"/>
                    <a:pt x="23" y="101"/>
                  </a:cubicBezTo>
                  <a:cubicBezTo>
                    <a:pt x="25" y="101"/>
                    <a:pt x="27" y="101"/>
                    <a:pt x="29" y="100"/>
                  </a:cubicBezTo>
                  <a:cubicBezTo>
                    <a:pt x="53" y="88"/>
                    <a:pt x="76" y="0"/>
                    <a:pt x="6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9" name="Google Shape;8045;p67">
              <a:extLst>
                <a:ext uri="{FF2B5EF4-FFF2-40B4-BE49-F238E27FC236}">
                  <a16:creationId xmlns:a16="http://schemas.microsoft.com/office/drawing/2014/main" id="{9545D3E0-17D8-35DA-E5F9-E19E034992F3}"/>
                </a:ext>
              </a:extLst>
            </p:cNvPr>
            <p:cNvSpPr/>
            <p:nvPr/>
          </p:nvSpPr>
          <p:spPr>
            <a:xfrm>
              <a:off x="3480225" y="4589725"/>
              <a:ext cx="2500" cy="1250"/>
            </a:xfrm>
            <a:custGeom>
              <a:avLst/>
              <a:gdLst/>
              <a:ahLst/>
              <a:cxnLst/>
              <a:rect l="l" t="t" r="r" b="b"/>
              <a:pathLst>
                <a:path w="100" h="50" extrusionOk="0">
                  <a:moveTo>
                    <a:pt x="62" y="0"/>
                  </a:moveTo>
                  <a:cubicBezTo>
                    <a:pt x="25" y="0"/>
                    <a:pt x="0" y="50"/>
                    <a:pt x="37" y="50"/>
                  </a:cubicBezTo>
                  <a:cubicBezTo>
                    <a:pt x="74" y="50"/>
                    <a:pt x="99" y="0"/>
                    <a:pt x="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0" name="Google Shape;8046;p67">
              <a:extLst>
                <a:ext uri="{FF2B5EF4-FFF2-40B4-BE49-F238E27FC236}">
                  <a16:creationId xmlns:a16="http://schemas.microsoft.com/office/drawing/2014/main" id="{1F96CAE9-D4A2-EDD1-C12D-F12CC1B73181}"/>
                </a:ext>
              </a:extLst>
            </p:cNvPr>
            <p:cNvSpPr/>
            <p:nvPr/>
          </p:nvSpPr>
          <p:spPr>
            <a:xfrm>
              <a:off x="3489150" y="4610325"/>
              <a:ext cx="900" cy="2525"/>
            </a:xfrm>
            <a:custGeom>
              <a:avLst/>
              <a:gdLst/>
              <a:ahLst/>
              <a:cxnLst/>
              <a:rect l="l" t="t" r="r" b="b"/>
              <a:pathLst>
                <a:path w="36" h="101" extrusionOk="0">
                  <a:moveTo>
                    <a:pt x="27" y="1"/>
                  </a:moveTo>
                  <a:cubicBezTo>
                    <a:pt x="27" y="1"/>
                    <a:pt x="26" y="1"/>
                    <a:pt x="25" y="2"/>
                  </a:cubicBezTo>
                  <a:cubicBezTo>
                    <a:pt x="1" y="51"/>
                    <a:pt x="1" y="88"/>
                    <a:pt x="1" y="100"/>
                  </a:cubicBezTo>
                  <a:cubicBezTo>
                    <a:pt x="12" y="100"/>
                    <a:pt x="35" y="1"/>
                    <a:pt x="2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1" name="Google Shape;8047;p67">
              <a:extLst>
                <a:ext uri="{FF2B5EF4-FFF2-40B4-BE49-F238E27FC236}">
                  <a16:creationId xmlns:a16="http://schemas.microsoft.com/office/drawing/2014/main" id="{5318D1ED-681A-9D11-1EC5-E38E65182ACF}"/>
                </a:ext>
              </a:extLst>
            </p:cNvPr>
            <p:cNvSpPr/>
            <p:nvPr/>
          </p:nvSpPr>
          <p:spPr>
            <a:xfrm>
              <a:off x="3506725" y="4548250"/>
              <a:ext cx="2775" cy="4300"/>
            </a:xfrm>
            <a:custGeom>
              <a:avLst/>
              <a:gdLst/>
              <a:ahLst/>
              <a:cxnLst/>
              <a:rect l="l" t="t" r="r" b="b"/>
              <a:pathLst>
                <a:path w="111" h="172" extrusionOk="0">
                  <a:moveTo>
                    <a:pt x="105" y="0"/>
                  </a:moveTo>
                  <a:cubicBezTo>
                    <a:pt x="94" y="0"/>
                    <a:pt x="72" y="35"/>
                    <a:pt x="37" y="70"/>
                  </a:cubicBezTo>
                  <a:cubicBezTo>
                    <a:pt x="0" y="119"/>
                    <a:pt x="37" y="144"/>
                    <a:pt x="74" y="168"/>
                  </a:cubicBezTo>
                  <a:cubicBezTo>
                    <a:pt x="77" y="171"/>
                    <a:pt x="80" y="171"/>
                    <a:pt x="82" y="171"/>
                  </a:cubicBezTo>
                  <a:cubicBezTo>
                    <a:pt x="111" y="171"/>
                    <a:pt x="111" y="55"/>
                    <a:pt x="111" y="21"/>
                  </a:cubicBezTo>
                  <a:cubicBezTo>
                    <a:pt x="111" y="6"/>
                    <a:pt x="109" y="0"/>
                    <a:pt x="10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2" name="Google Shape;8048;p67">
              <a:extLst>
                <a:ext uri="{FF2B5EF4-FFF2-40B4-BE49-F238E27FC236}">
                  <a16:creationId xmlns:a16="http://schemas.microsoft.com/office/drawing/2014/main" id="{48032350-E54D-023A-BD62-8408BEB27645}"/>
                </a:ext>
              </a:extLst>
            </p:cNvPr>
            <p:cNvSpPr/>
            <p:nvPr/>
          </p:nvSpPr>
          <p:spPr>
            <a:xfrm>
              <a:off x="3163250" y="5426750"/>
              <a:ext cx="6800" cy="5475"/>
            </a:xfrm>
            <a:custGeom>
              <a:avLst/>
              <a:gdLst/>
              <a:ahLst/>
              <a:cxnLst/>
              <a:rect l="l" t="t" r="r" b="b"/>
              <a:pathLst>
                <a:path w="272" h="219" extrusionOk="0">
                  <a:moveTo>
                    <a:pt x="81" y="1"/>
                  </a:moveTo>
                  <a:cubicBezTo>
                    <a:pt x="74" y="1"/>
                    <a:pt x="68" y="3"/>
                    <a:pt x="62" y="9"/>
                  </a:cubicBezTo>
                  <a:cubicBezTo>
                    <a:pt x="38" y="21"/>
                    <a:pt x="25" y="34"/>
                    <a:pt x="13" y="95"/>
                  </a:cubicBezTo>
                  <a:cubicBezTo>
                    <a:pt x="1" y="157"/>
                    <a:pt x="13" y="218"/>
                    <a:pt x="87" y="218"/>
                  </a:cubicBezTo>
                  <a:cubicBezTo>
                    <a:pt x="149" y="206"/>
                    <a:pt x="272" y="71"/>
                    <a:pt x="235" y="46"/>
                  </a:cubicBezTo>
                  <a:cubicBezTo>
                    <a:pt x="232" y="43"/>
                    <a:pt x="228" y="41"/>
                    <a:pt x="225" y="41"/>
                  </a:cubicBezTo>
                  <a:cubicBezTo>
                    <a:pt x="210" y="41"/>
                    <a:pt x="194" y="74"/>
                    <a:pt x="178" y="74"/>
                  </a:cubicBezTo>
                  <a:cubicBezTo>
                    <a:pt x="172" y="74"/>
                    <a:pt x="167" y="70"/>
                    <a:pt x="161" y="58"/>
                  </a:cubicBezTo>
                  <a:cubicBezTo>
                    <a:pt x="132" y="30"/>
                    <a:pt x="104" y="1"/>
                    <a:pt x="8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3" name="Google Shape;8049;p67">
              <a:extLst>
                <a:ext uri="{FF2B5EF4-FFF2-40B4-BE49-F238E27FC236}">
                  <a16:creationId xmlns:a16="http://schemas.microsoft.com/office/drawing/2014/main" id="{DF7B074C-21A8-85B5-2654-283AF1EE0272}"/>
                </a:ext>
              </a:extLst>
            </p:cNvPr>
            <p:cNvSpPr/>
            <p:nvPr/>
          </p:nvSpPr>
          <p:spPr>
            <a:xfrm>
              <a:off x="3158250" y="5430650"/>
              <a:ext cx="7200" cy="3775"/>
            </a:xfrm>
            <a:custGeom>
              <a:avLst/>
              <a:gdLst/>
              <a:ahLst/>
              <a:cxnLst/>
              <a:rect l="l" t="t" r="r" b="b"/>
              <a:pathLst>
                <a:path w="288" h="151" extrusionOk="0">
                  <a:moveTo>
                    <a:pt x="156" y="0"/>
                  </a:moveTo>
                  <a:cubicBezTo>
                    <a:pt x="140" y="0"/>
                    <a:pt x="105" y="35"/>
                    <a:pt x="78" y="62"/>
                  </a:cubicBezTo>
                  <a:cubicBezTo>
                    <a:pt x="55" y="85"/>
                    <a:pt x="0" y="150"/>
                    <a:pt x="41" y="150"/>
                  </a:cubicBezTo>
                  <a:cubicBezTo>
                    <a:pt x="44" y="150"/>
                    <a:pt x="48" y="150"/>
                    <a:pt x="53" y="149"/>
                  </a:cubicBezTo>
                  <a:cubicBezTo>
                    <a:pt x="115" y="149"/>
                    <a:pt x="287" y="124"/>
                    <a:pt x="225" y="87"/>
                  </a:cubicBezTo>
                  <a:cubicBezTo>
                    <a:pt x="176" y="50"/>
                    <a:pt x="164" y="38"/>
                    <a:pt x="164" y="13"/>
                  </a:cubicBezTo>
                  <a:cubicBezTo>
                    <a:pt x="164" y="4"/>
                    <a:pt x="161" y="0"/>
                    <a:pt x="15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4" name="Google Shape;8050;p67">
              <a:extLst>
                <a:ext uri="{FF2B5EF4-FFF2-40B4-BE49-F238E27FC236}">
                  <a16:creationId xmlns:a16="http://schemas.microsoft.com/office/drawing/2014/main" id="{533FE02B-BC1A-184D-D94D-4B521685B412}"/>
                </a:ext>
              </a:extLst>
            </p:cNvPr>
            <p:cNvSpPr/>
            <p:nvPr/>
          </p:nvSpPr>
          <p:spPr>
            <a:xfrm>
              <a:off x="3150225" y="5426475"/>
              <a:ext cx="11175" cy="8325"/>
            </a:xfrm>
            <a:custGeom>
              <a:avLst/>
              <a:gdLst/>
              <a:ahLst/>
              <a:cxnLst/>
              <a:rect l="l" t="t" r="r" b="b"/>
              <a:pathLst>
                <a:path w="447" h="333" extrusionOk="0">
                  <a:moveTo>
                    <a:pt x="263" y="1"/>
                  </a:moveTo>
                  <a:cubicBezTo>
                    <a:pt x="262" y="1"/>
                    <a:pt x="258" y="3"/>
                    <a:pt x="251" y="8"/>
                  </a:cubicBezTo>
                  <a:cubicBezTo>
                    <a:pt x="226" y="20"/>
                    <a:pt x="189" y="32"/>
                    <a:pt x="152" y="32"/>
                  </a:cubicBezTo>
                  <a:cubicBezTo>
                    <a:pt x="128" y="32"/>
                    <a:pt x="103" y="45"/>
                    <a:pt x="152" y="69"/>
                  </a:cubicBezTo>
                  <a:cubicBezTo>
                    <a:pt x="214" y="94"/>
                    <a:pt x="251" y="119"/>
                    <a:pt x="201" y="131"/>
                  </a:cubicBezTo>
                  <a:cubicBezTo>
                    <a:pt x="152" y="131"/>
                    <a:pt x="91" y="131"/>
                    <a:pt x="115" y="143"/>
                  </a:cubicBezTo>
                  <a:cubicBezTo>
                    <a:pt x="140" y="168"/>
                    <a:pt x="189" y="205"/>
                    <a:pt x="140" y="242"/>
                  </a:cubicBezTo>
                  <a:cubicBezTo>
                    <a:pt x="106" y="255"/>
                    <a:pt x="87" y="265"/>
                    <a:pt x="73" y="265"/>
                  </a:cubicBezTo>
                  <a:cubicBezTo>
                    <a:pt x="61" y="265"/>
                    <a:pt x="52" y="258"/>
                    <a:pt x="41" y="242"/>
                  </a:cubicBezTo>
                  <a:cubicBezTo>
                    <a:pt x="31" y="221"/>
                    <a:pt x="19" y="211"/>
                    <a:pt x="11" y="211"/>
                  </a:cubicBezTo>
                  <a:cubicBezTo>
                    <a:pt x="1" y="211"/>
                    <a:pt x="0" y="230"/>
                    <a:pt x="29" y="266"/>
                  </a:cubicBezTo>
                  <a:cubicBezTo>
                    <a:pt x="58" y="314"/>
                    <a:pt x="57" y="332"/>
                    <a:pt x="89" y="332"/>
                  </a:cubicBezTo>
                  <a:cubicBezTo>
                    <a:pt x="99" y="332"/>
                    <a:pt x="111" y="331"/>
                    <a:pt x="128" y="328"/>
                  </a:cubicBezTo>
                  <a:cubicBezTo>
                    <a:pt x="189" y="328"/>
                    <a:pt x="251" y="303"/>
                    <a:pt x="288" y="254"/>
                  </a:cubicBezTo>
                  <a:cubicBezTo>
                    <a:pt x="345" y="208"/>
                    <a:pt x="447" y="42"/>
                    <a:pt x="408" y="42"/>
                  </a:cubicBezTo>
                  <a:cubicBezTo>
                    <a:pt x="406" y="42"/>
                    <a:pt x="402" y="43"/>
                    <a:pt x="399" y="45"/>
                  </a:cubicBezTo>
                  <a:cubicBezTo>
                    <a:pt x="358" y="69"/>
                    <a:pt x="329" y="88"/>
                    <a:pt x="303" y="88"/>
                  </a:cubicBezTo>
                  <a:cubicBezTo>
                    <a:pt x="289" y="88"/>
                    <a:pt x="276" y="82"/>
                    <a:pt x="263" y="69"/>
                  </a:cubicBezTo>
                  <a:cubicBezTo>
                    <a:pt x="243" y="39"/>
                    <a:pt x="272" y="1"/>
                    <a:pt x="26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5" name="Google Shape;8051;p67">
              <a:extLst>
                <a:ext uri="{FF2B5EF4-FFF2-40B4-BE49-F238E27FC236}">
                  <a16:creationId xmlns:a16="http://schemas.microsoft.com/office/drawing/2014/main" id="{351D7E16-AF55-D980-F2C8-1E6E639A3E06}"/>
                </a:ext>
              </a:extLst>
            </p:cNvPr>
            <p:cNvSpPr/>
            <p:nvPr/>
          </p:nvSpPr>
          <p:spPr>
            <a:xfrm>
              <a:off x="3075475" y="5438350"/>
              <a:ext cx="15425" cy="6125"/>
            </a:xfrm>
            <a:custGeom>
              <a:avLst/>
              <a:gdLst/>
              <a:ahLst/>
              <a:cxnLst/>
              <a:rect l="l" t="t" r="r" b="b"/>
              <a:pathLst>
                <a:path w="617" h="245" extrusionOk="0">
                  <a:moveTo>
                    <a:pt x="181" y="0"/>
                  </a:moveTo>
                  <a:cubicBezTo>
                    <a:pt x="169" y="0"/>
                    <a:pt x="157" y="4"/>
                    <a:pt x="148" y="13"/>
                  </a:cubicBezTo>
                  <a:cubicBezTo>
                    <a:pt x="123" y="50"/>
                    <a:pt x="111" y="87"/>
                    <a:pt x="86" y="87"/>
                  </a:cubicBezTo>
                  <a:cubicBezTo>
                    <a:pt x="49" y="87"/>
                    <a:pt x="0" y="112"/>
                    <a:pt x="62" y="124"/>
                  </a:cubicBezTo>
                  <a:cubicBezTo>
                    <a:pt x="123" y="149"/>
                    <a:pt x="86" y="161"/>
                    <a:pt x="111" y="198"/>
                  </a:cubicBezTo>
                  <a:cubicBezTo>
                    <a:pt x="148" y="223"/>
                    <a:pt x="123" y="235"/>
                    <a:pt x="173" y="235"/>
                  </a:cubicBezTo>
                  <a:cubicBezTo>
                    <a:pt x="197" y="241"/>
                    <a:pt x="222" y="244"/>
                    <a:pt x="245" y="244"/>
                  </a:cubicBezTo>
                  <a:cubicBezTo>
                    <a:pt x="268" y="244"/>
                    <a:pt x="290" y="241"/>
                    <a:pt x="308" y="235"/>
                  </a:cubicBezTo>
                  <a:cubicBezTo>
                    <a:pt x="370" y="223"/>
                    <a:pt x="616" y="87"/>
                    <a:pt x="505" y="87"/>
                  </a:cubicBezTo>
                  <a:cubicBezTo>
                    <a:pt x="468" y="87"/>
                    <a:pt x="505" y="38"/>
                    <a:pt x="444" y="38"/>
                  </a:cubicBezTo>
                  <a:cubicBezTo>
                    <a:pt x="370" y="38"/>
                    <a:pt x="358" y="50"/>
                    <a:pt x="321" y="50"/>
                  </a:cubicBezTo>
                  <a:cubicBezTo>
                    <a:pt x="291" y="50"/>
                    <a:pt x="270" y="63"/>
                    <a:pt x="256" y="63"/>
                  </a:cubicBezTo>
                  <a:cubicBezTo>
                    <a:pt x="246" y="63"/>
                    <a:pt x="239" y="58"/>
                    <a:pt x="234" y="38"/>
                  </a:cubicBezTo>
                  <a:cubicBezTo>
                    <a:pt x="226" y="14"/>
                    <a:pt x="203" y="0"/>
                    <a:pt x="18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6" name="Google Shape;8052;p67">
              <a:extLst>
                <a:ext uri="{FF2B5EF4-FFF2-40B4-BE49-F238E27FC236}">
                  <a16:creationId xmlns:a16="http://schemas.microsoft.com/office/drawing/2014/main" id="{2BC867F1-E7A9-A629-5A52-4C83F4F59ED1}"/>
                </a:ext>
              </a:extLst>
            </p:cNvPr>
            <p:cNvSpPr/>
            <p:nvPr/>
          </p:nvSpPr>
          <p:spPr>
            <a:xfrm>
              <a:off x="3074300" y="5446250"/>
              <a:ext cx="10750" cy="6625"/>
            </a:xfrm>
            <a:custGeom>
              <a:avLst/>
              <a:gdLst/>
              <a:ahLst/>
              <a:cxnLst/>
              <a:rect l="l" t="t" r="r" b="b"/>
              <a:pathLst>
                <a:path w="430" h="265" extrusionOk="0">
                  <a:moveTo>
                    <a:pt x="77" y="0"/>
                  </a:moveTo>
                  <a:cubicBezTo>
                    <a:pt x="33" y="0"/>
                    <a:pt x="0" y="9"/>
                    <a:pt x="35" y="18"/>
                  </a:cubicBezTo>
                  <a:cubicBezTo>
                    <a:pt x="96" y="42"/>
                    <a:pt x="133" y="104"/>
                    <a:pt x="133" y="128"/>
                  </a:cubicBezTo>
                  <a:cubicBezTo>
                    <a:pt x="122" y="162"/>
                    <a:pt x="81" y="255"/>
                    <a:pt x="100" y="255"/>
                  </a:cubicBezTo>
                  <a:cubicBezTo>
                    <a:pt x="102" y="255"/>
                    <a:pt x="105" y="254"/>
                    <a:pt x="109" y="252"/>
                  </a:cubicBezTo>
                  <a:cubicBezTo>
                    <a:pt x="141" y="241"/>
                    <a:pt x="182" y="212"/>
                    <a:pt x="192" y="212"/>
                  </a:cubicBezTo>
                  <a:cubicBezTo>
                    <a:pt x="194" y="212"/>
                    <a:pt x="195" y="213"/>
                    <a:pt x="195" y="215"/>
                  </a:cubicBezTo>
                  <a:cubicBezTo>
                    <a:pt x="195" y="233"/>
                    <a:pt x="202" y="265"/>
                    <a:pt x="221" y="265"/>
                  </a:cubicBezTo>
                  <a:cubicBezTo>
                    <a:pt x="227" y="265"/>
                    <a:pt x="235" y="261"/>
                    <a:pt x="244" y="252"/>
                  </a:cubicBezTo>
                  <a:cubicBezTo>
                    <a:pt x="257" y="239"/>
                    <a:pt x="294" y="227"/>
                    <a:pt x="331" y="227"/>
                  </a:cubicBezTo>
                  <a:cubicBezTo>
                    <a:pt x="368" y="227"/>
                    <a:pt x="429" y="153"/>
                    <a:pt x="380" y="116"/>
                  </a:cubicBezTo>
                  <a:cubicBezTo>
                    <a:pt x="318" y="54"/>
                    <a:pt x="355" y="54"/>
                    <a:pt x="281" y="54"/>
                  </a:cubicBezTo>
                  <a:cubicBezTo>
                    <a:pt x="232" y="42"/>
                    <a:pt x="183" y="30"/>
                    <a:pt x="133" y="5"/>
                  </a:cubicBezTo>
                  <a:cubicBezTo>
                    <a:pt x="115" y="2"/>
                    <a:pt x="95" y="0"/>
                    <a:pt x="7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7" name="Google Shape;8053;p67">
              <a:extLst>
                <a:ext uri="{FF2B5EF4-FFF2-40B4-BE49-F238E27FC236}">
                  <a16:creationId xmlns:a16="http://schemas.microsoft.com/office/drawing/2014/main" id="{5D1C9B16-B1F6-DC8F-784C-6275B0514EA4}"/>
                </a:ext>
              </a:extLst>
            </p:cNvPr>
            <p:cNvSpPr/>
            <p:nvPr/>
          </p:nvSpPr>
          <p:spPr>
            <a:xfrm>
              <a:off x="3072375" y="5434050"/>
              <a:ext cx="11125" cy="5225"/>
            </a:xfrm>
            <a:custGeom>
              <a:avLst/>
              <a:gdLst/>
              <a:ahLst/>
              <a:cxnLst/>
              <a:rect l="l" t="t" r="r" b="b"/>
              <a:pathLst>
                <a:path w="445" h="209" extrusionOk="0">
                  <a:moveTo>
                    <a:pt x="346" y="0"/>
                  </a:moveTo>
                  <a:cubicBezTo>
                    <a:pt x="309" y="0"/>
                    <a:pt x="309" y="25"/>
                    <a:pt x="272" y="37"/>
                  </a:cubicBezTo>
                  <a:cubicBezTo>
                    <a:pt x="254" y="43"/>
                    <a:pt x="238" y="47"/>
                    <a:pt x="223" y="47"/>
                  </a:cubicBezTo>
                  <a:cubicBezTo>
                    <a:pt x="207" y="47"/>
                    <a:pt x="192" y="43"/>
                    <a:pt x="173" y="37"/>
                  </a:cubicBezTo>
                  <a:cubicBezTo>
                    <a:pt x="166" y="34"/>
                    <a:pt x="159" y="32"/>
                    <a:pt x="152" y="32"/>
                  </a:cubicBezTo>
                  <a:cubicBezTo>
                    <a:pt x="134" y="32"/>
                    <a:pt x="117" y="41"/>
                    <a:pt x="100" y="50"/>
                  </a:cubicBezTo>
                  <a:cubicBezTo>
                    <a:pt x="75" y="62"/>
                    <a:pt x="1" y="50"/>
                    <a:pt x="38" y="74"/>
                  </a:cubicBezTo>
                  <a:cubicBezTo>
                    <a:pt x="75" y="111"/>
                    <a:pt x="87" y="148"/>
                    <a:pt x="63" y="161"/>
                  </a:cubicBezTo>
                  <a:cubicBezTo>
                    <a:pt x="38" y="173"/>
                    <a:pt x="26" y="197"/>
                    <a:pt x="63" y="197"/>
                  </a:cubicBezTo>
                  <a:cubicBezTo>
                    <a:pt x="95" y="197"/>
                    <a:pt x="139" y="208"/>
                    <a:pt x="176" y="208"/>
                  </a:cubicBezTo>
                  <a:cubicBezTo>
                    <a:pt x="194" y="208"/>
                    <a:pt x="210" y="206"/>
                    <a:pt x="223" y="197"/>
                  </a:cubicBezTo>
                  <a:cubicBezTo>
                    <a:pt x="247" y="173"/>
                    <a:pt x="284" y="148"/>
                    <a:pt x="321" y="124"/>
                  </a:cubicBezTo>
                  <a:cubicBezTo>
                    <a:pt x="346" y="99"/>
                    <a:pt x="445" y="13"/>
                    <a:pt x="34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8" name="Google Shape;8054;p67">
              <a:extLst>
                <a:ext uri="{FF2B5EF4-FFF2-40B4-BE49-F238E27FC236}">
                  <a16:creationId xmlns:a16="http://schemas.microsoft.com/office/drawing/2014/main" id="{21D416DF-7228-3BBF-0A4C-A01F2DAD9D33}"/>
                </a:ext>
              </a:extLst>
            </p:cNvPr>
            <p:cNvSpPr/>
            <p:nvPr/>
          </p:nvSpPr>
          <p:spPr>
            <a:xfrm>
              <a:off x="3070550" y="5441125"/>
              <a:ext cx="7175" cy="3950"/>
            </a:xfrm>
            <a:custGeom>
              <a:avLst/>
              <a:gdLst/>
              <a:ahLst/>
              <a:cxnLst/>
              <a:rect l="l" t="t" r="r" b="b"/>
              <a:pathLst>
                <a:path w="287" h="158" extrusionOk="0">
                  <a:moveTo>
                    <a:pt x="0" y="1"/>
                  </a:moveTo>
                  <a:cubicBezTo>
                    <a:pt x="32" y="33"/>
                    <a:pt x="241" y="158"/>
                    <a:pt x="279" y="158"/>
                  </a:cubicBezTo>
                  <a:cubicBezTo>
                    <a:pt x="285" y="158"/>
                    <a:pt x="287" y="155"/>
                    <a:pt x="283" y="149"/>
                  </a:cubicBezTo>
                  <a:cubicBezTo>
                    <a:pt x="197" y="87"/>
                    <a:pt x="99" y="38"/>
                    <a:pt x="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9" name="Google Shape;8055;p67">
              <a:extLst>
                <a:ext uri="{FF2B5EF4-FFF2-40B4-BE49-F238E27FC236}">
                  <a16:creationId xmlns:a16="http://schemas.microsoft.com/office/drawing/2014/main" id="{B4E5A149-A654-940A-7052-DDB5104D67B5}"/>
                </a:ext>
              </a:extLst>
            </p:cNvPr>
            <p:cNvSpPr/>
            <p:nvPr/>
          </p:nvSpPr>
          <p:spPr>
            <a:xfrm>
              <a:off x="3066250" y="5430475"/>
              <a:ext cx="3400" cy="3250"/>
            </a:xfrm>
            <a:custGeom>
              <a:avLst/>
              <a:gdLst/>
              <a:ahLst/>
              <a:cxnLst/>
              <a:rect l="l" t="t" r="r" b="b"/>
              <a:pathLst>
                <a:path w="136" h="130" extrusionOk="0">
                  <a:moveTo>
                    <a:pt x="49" y="0"/>
                  </a:moveTo>
                  <a:cubicBezTo>
                    <a:pt x="21" y="0"/>
                    <a:pt x="0" y="33"/>
                    <a:pt x="49" y="82"/>
                  </a:cubicBezTo>
                  <a:cubicBezTo>
                    <a:pt x="81" y="114"/>
                    <a:pt x="93" y="130"/>
                    <a:pt x="101" y="130"/>
                  </a:cubicBezTo>
                  <a:cubicBezTo>
                    <a:pt x="108" y="130"/>
                    <a:pt x="111" y="117"/>
                    <a:pt x="123" y="94"/>
                  </a:cubicBezTo>
                  <a:cubicBezTo>
                    <a:pt x="135" y="45"/>
                    <a:pt x="98" y="20"/>
                    <a:pt x="73" y="8"/>
                  </a:cubicBezTo>
                  <a:cubicBezTo>
                    <a:pt x="66" y="3"/>
                    <a:pt x="57" y="0"/>
                    <a:pt x="4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0" name="Google Shape;8056;p67">
              <a:extLst>
                <a:ext uri="{FF2B5EF4-FFF2-40B4-BE49-F238E27FC236}">
                  <a16:creationId xmlns:a16="http://schemas.microsoft.com/office/drawing/2014/main" id="{2F4CB8BC-7552-AD52-B9B4-A481399F03E2}"/>
                </a:ext>
              </a:extLst>
            </p:cNvPr>
            <p:cNvSpPr/>
            <p:nvPr/>
          </p:nvSpPr>
          <p:spPr>
            <a:xfrm>
              <a:off x="3066600" y="5418325"/>
              <a:ext cx="8275" cy="9350"/>
            </a:xfrm>
            <a:custGeom>
              <a:avLst/>
              <a:gdLst/>
              <a:ahLst/>
              <a:cxnLst/>
              <a:rect l="l" t="t" r="r" b="b"/>
              <a:pathLst>
                <a:path w="331" h="374" extrusionOk="0">
                  <a:moveTo>
                    <a:pt x="121" y="1"/>
                  </a:moveTo>
                  <a:cubicBezTo>
                    <a:pt x="72" y="1"/>
                    <a:pt x="72" y="26"/>
                    <a:pt x="109" y="63"/>
                  </a:cubicBezTo>
                  <a:cubicBezTo>
                    <a:pt x="146" y="100"/>
                    <a:pt x="146" y="124"/>
                    <a:pt x="121" y="136"/>
                  </a:cubicBezTo>
                  <a:cubicBezTo>
                    <a:pt x="115" y="140"/>
                    <a:pt x="111" y="141"/>
                    <a:pt x="108" y="141"/>
                  </a:cubicBezTo>
                  <a:cubicBezTo>
                    <a:pt x="99" y="141"/>
                    <a:pt x="96" y="127"/>
                    <a:pt x="59" y="100"/>
                  </a:cubicBezTo>
                  <a:cubicBezTo>
                    <a:pt x="29" y="87"/>
                    <a:pt x="10" y="81"/>
                    <a:pt x="6" y="81"/>
                  </a:cubicBezTo>
                  <a:cubicBezTo>
                    <a:pt x="1" y="81"/>
                    <a:pt x="10" y="87"/>
                    <a:pt x="35" y="100"/>
                  </a:cubicBezTo>
                  <a:cubicBezTo>
                    <a:pt x="84" y="136"/>
                    <a:pt x="96" y="161"/>
                    <a:pt x="96" y="210"/>
                  </a:cubicBezTo>
                  <a:cubicBezTo>
                    <a:pt x="96" y="260"/>
                    <a:pt x="121" y="284"/>
                    <a:pt x="96" y="309"/>
                  </a:cubicBezTo>
                  <a:cubicBezTo>
                    <a:pt x="84" y="321"/>
                    <a:pt x="66" y="321"/>
                    <a:pt x="49" y="321"/>
                  </a:cubicBezTo>
                  <a:cubicBezTo>
                    <a:pt x="32" y="321"/>
                    <a:pt x="16" y="321"/>
                    <a:pt x="10" y="334"/>
                  </a:cubicBezTo>
                  <a:cubicBezTo>
                    <a:pt x="0" y="354"/>
                    <a:pt x="23" y="374"/>
                    <a:pt x="45" y="374"/>
                  </a:cubicBezTo>
                  <a:cubicBezTo>
                    <a:pt x="50" y="374"/>
                    <a:pt x="55" y="373"/>
                    <a:pt x="59" y="371"/>
                  </a:cubicBezTo>
                  <a:cubicBezTo>
                    <a:pt x="96" y="346"/>
                    <a:pt x="146" y="346"/>
                    <a:pt x="146" y="321"/>
                  </a:cubicBezTo>
                  <a:cubicBezTo>
                    <a:pt x="146" y="297"/>
                    <a:pt x="121" y="284"/>
                    <a:pt x="146" y="260"/>
                  </a:cubicBezTo>
                  <a:cubicBezTo>
                    <a:pt x="170" y="247"/>
                    <a:pt x="183" y="210"/>
                    <a:pt x="183" y="186"/>
                  </a:cubicBezTo>
                  <a:cubicBezTo>
                    <a:pt x="183" y="160"/>
                    <a:pt x="171" y="117"/>
                    <a:pt x="172" y="117"/>
                  </a:cubicBezTo>
                  <a:lnTo>
                    <a:pt x="172" y="117"/>
                  </a:lnTo>
                  <a:cubicBezTo>
                    <a:pt x="172" y="117"/>
                    <a:pt x="175" y="126"/>
                    <a:pt x="183" y="149"/>
                  </a:cubicBezTo>
                  <a:cubicBezTo>
                    <a:pt x="199" y="197"/>
                    <a:pt x="184" y="224"/>
                    <a:pt x="184" y="224"/>
                  </a:cubicBezTo>
                  <a:cubicBezTo>
                    <a:pt x="185" y="224"/>
                    <a:pt x="190" y="216"/>
                    <a:pt x="207" y="198"/>
                  </a:cubicBezTo>
                  <a:cubicBezTo>
                    <a:pt x="269" y="149"/>
                    <a:pt x="331" y="124"/>
                    <a:pt x="257" y="112"/>
                  </a:cubicBezTo>
                  <a:cubicBezTo>
                    <a:pt x="220" y="112"/>
                    <a:pt x="183" y="13"/>
                    <a:pt x="12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1" name="Google Shape;8057;p67">
              <a:extLst>
                <a:ext uri="{FF2B5EF4-FFF2-40B4-BE49-F238E27FC236}">
                  <a16:creationId xmlns:a16="http://schemas.microsoft.com/office/drawing/2014/main" id="{F25A63C5-9C34-0993-0CDF-0EECD0F00928}"/>
                </a:ext>
              </a:extLst>
            </p:cNvPr>
            <p:cNvSpPr/>
            <p:nvPr/>
          </p:nvSpPr>
          <p:spPr>
            <a:xfrm>
              <a:off x="3065300" y="5403200"/>
              <a:ext cx="5875" cy="10225"/>
            </a:xfrm>
            <a:custGeom>
              <a:avLst/>
              <a:gdLst/>
              <a:ahLst/>
              <a:cxnLst/>
              <a:rect l="l" t="t" r="r" b="b"/>
              <a:pathLst>
                <a:path w="235" h="409" extrusionOk="0">
                  <a:moveTo>
                    <a:pt x="126" y="0"/>
                  </a:moveTo>
                  <a:cubicBezTo>
                    <a:pt x="99" y="0"/>
                    <a:pt x="99" y="44"/>
                    <a:pt x="99" y="88"/>
                  </a:cubicBezTo>
                  <a:cubicBezTo>
                    <a:pt x="99" y="150"/>
                    <a:pt x="124" y="212"/>
                    <a:pt x="75" y="212"/>
                  </a:cubicBezTo>
                  <a:cubicBezTo>
                    <a:pt x="25" y="224"/>
                    <a:pt x="1" y="212"/>
                    <a:pt x="13" y="261"/>
                  </a:cubicBezTo>
                  <a:cubicBezTo>
                    <a:pt x="23" y="303"/>
                    <a:pt x="7" y="380"/>
                    <a:pt x="25" y="380"/>
                  </a:cubicBezTo>
                  <a:cubicBezTo>
                    <a:pt x="28" y="380"/>
                    <a:pt x="32" y="377"/>
                    <a:pt x="38" y="372"/>
                  </a:cubicBezTo>
                  <a:cubicBezTo>
                    <a:pt x="58" y="332"/>
                    <a:pt x="86" y="276"/>
                    <a:pt x="102" y="276"/>
                  </a:cubicBezTo>
                  <a:cubicBezTo>
                    <a:pt x="106" y="276"/>
                    <a:pt x="109" y="279"/>
                    <a:pt x="111" y="286"/>
                  </a:cubicBezTo>
                  <a:cubicBezTo>
                    <a:pt x="111" y="310"/>
                    <a:pt x="99" y="409"/>
                    <a:pt x="148" y="409"/>
                  </a:cubicBezTo>
                  <a:cubicBezTo>
                    <a:pt x="210" y="409"/>
                    <a:pt x="235" y="335"/>
                    <a:pt x="235" y="261"/>
                  </a:cubicBezTo>
                  <a:cubicBezTo>
                    <a:pt x="222" y="199"/>
                    <a:pt x="198" y="224"/>
                    <a:pt x="198" y="162"/>
                  </a:cubicBezTo>
                  <a:cubicBezTo>
                    <a:pt x="198" y="113"/>
                    <a:pt x="235" y="88"/>
                    <a:pt x="210" y="76"/>
                  </a:cubicBezTo>
                  <a:cubicBezTo>
                    <a:pt x="185" y="39"/>
                    <a:pt x="185" y="2"/>
                    <a:pt x="136" y="2"/>
                  </a:cubicBezTo>
                  <a:cubicBezTo>
                    <a:pt x="132" y="1"/>
                    <a:pt x="129" y="0"/>
                    <a:pt x="1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2" name="Google Shape;8058;p67">
              <a:extLst>
                <a:ext uri="{FF2B5EF4-FFF2-40B4-BE49-F238E27FC236}">
                  <a16:creationId xmlns:a16="http://schemas.microsoft.com/office/drawing/2014/main" id="{261EDDF5-6CE4-E90C-DEA4-61B118A98D2C}"/>
                </a:ext>
              </a:extLst>
            </p:cNvPr>
            <p:cNvSpPr/>
            <p:nvPr/>
          </p:nvSpPr>
          <p:spPr>
            <a:xfrm>
              <a:off x="3064550" y="5414875"/>
              <a:ext cx="3250" cy="6125"/>
            </a:xfrm>
            <a:custGeom>
              <a:avLst/>
              <a:gdLst/>
              <a:ahLst/>
              <a:cxnLst/>
              <a:rect l="l" t="t" r="r" b="b"/>
              <a:pathLst>
                <a:path w="130" h="245" extrusionOk="0">
                  <a:moveTo>
                    <a:pt x="87" y="0"/>
                  </a:moveTo>
                  <a:cubicBezTo>
                    <a:pt x="81" y="0"/>
                    <a:pt x="75" y="4"/>
                    <a:pt x="68" y="16"/>
                  </a:cubicBezTo>
                  <a:cubicBezTo>
                    <a:pt x="34" y="49"/>
                    <a:pt x="1" y="244"/>
                    <a:pt x="13" y="244"/>
                  </a:cubicBezTo>
                  <a:cubicBezTo>
                    <a:pt x="14" y="244"/>
                    <a:pt x="16" y="242"/>
                    <a:pt x="18" y="238"/>
                  </a:cubicBezTo>
                  <a:cubicBezTo>
                    <a:pt x="43" y="188"/>
                    <a:pt x="129" y="65"/>
                    <a:pt x="117" y="40"/>
                  </a:cubicBezTo>
                  <a:cubicBezTo>
                    <a:pt x="108" y="23"/>
                    <a:pt x="100" y="0"/>
                    <a:pt x="8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3" name="Google Shape;8059;p67">
              <a:extLst>
                <a:ext uri="{FF2B5EF4-FFF2-40B4-BE49-F238E27FC236}">
                  <a16:creationId xmlns:a16="http://schemas.microsoft.com/office/drawing/2014/main" id="{455DC5D9-523C-0A93-437A-790A4B5FA334}"/>
                </a:ext>
              </a:extLst>
            </p:cNvPr>
            <p:cNvSpPr/>
            <p:nvPr/>
          </p:nvSpPr>
          <p:spPr>
            <a:xfrm>
              <a:off x="3063950" y="5395175"/>
              <a:ext cx="6300" cy="8900"/>
            </a:xfrm>
            <a:custGeom>
              <a:avLst/>
              <a:gdLst/>
              <a:ahLst/>
              <a:cxnLst/>
              <a:rect l="l" t="t" r="r" b="b"/>
              <a:pathLst>
                <a:path w="252" h="356" extrusionOk="0">
                  <a:moveTo>
                    <a:pt x="180" y="0"/>
                  </a:moveTo>
                  <a:cubicBezTo>
                    <a:pt x="179" y="0"/>
                    <a:pt x="179" y="1"/>
                    <a:pt x="178" y="3"/>
                  </a:cubicBezTo>
                  <a:cubicBezTo>
                    <a:pt x="153" y="27"/>
                    <a:pt x="178" y="64"/>
                    <a:pt x="153" y="126"/>
                  </a:cubicBezTo>
                  <a:cubicBezTo>
                    <a:pt x="131" y="156"/>
                    <a:pt x="131" y="172"/>
                    <a:pt x="126" y="172"/>
                  </a:cubicBezTo>
                  <a:cubicBezTo>
                    <a:pt x="123" y="172"/>
                    <a:pt x="118" y="165"/>
                    <a:pt x="104" y="151"/>
                  </a:cubicBezTo>
                  <a:cubicBezTo>
                    <a:pt x="86" y="116"/>
                    <a:pt x="75" y="81"/>
                    <a:pt x="70" y="81"/>
                  </a:cubicBezTo>
                  <a:cubicBezTo>
                    <a:pt x="68" y="81"/>
                    <a:pt x="67" y="87"/>
                    <a:pt x="67" y="101"/>
                  </a:cubicBezTo>
                  <a:cubicBezTo>
                    <a:pt x="67" y="138"/>
                    <a:pt x="67" y="126"/>
                    <a:pt x="42" y="188"/>
                  </a:cubicBezTo>
                  <a:cubicBezTo>
                    <a:pt x="21" y="240"/>
                    <a:pt x="1" y="292"/>
                    <a:pt x="17" y="292"/>
                  </a:cubicBezTo>
                  <a:cubicBezTo>
                    <a:pt x="20" y="292"/>
                    <a:pt x="24" y="290"/>
                    <a:pt x="30" y="286"/>
                  </a:cubicBezTo>
                  <a:cubicBezTo>
                    <a:pt x="51" y="272"/>
                    <a:pt x="69" y="258"/>
                    <a:pt x="79" y="258"/>
                  </a:cubicBezTo>
                  <a:cubicBezTo>
                    <a:pt x="87" y="258"/>
                    <a:pt x="92" y="265"/>
                    <a:pt x="92" y="286"/>
                  </a:cubicBezTo>
                  <a:cubicBezTo>
                    <a:pt x="100" y="321"/>
                    <a:pt x="78" y="356"/>
                    <a:pt x="82" y="356"/>
                  </a:cubicBezTo>
                  <a:cubicBezTo>
                    <a:pt x="83" y="356"/>
                    <a:pt x="89" y="350"/>
                    <a:pt x="104" y="336"/>
                  </a:cubicBezTo>
                  <a:cubicBezTo>
                    <a:pt x="153" y="299"/>
                    <a:pt x="227" y="323"/>
                    <a:pt x="227" y="286"/>
                  </a:cubicBezTo>
                  <a:cubicBezTo>
                    <a:pt x="239" y="262"/>
                    <a:pt x="252" y="225"/>
                    <a:pt x="252" y="200"/>
                  </a:cubicBezTo>
                  <a:cubicBezTo>
                    <a:pt x="252" y="169"/>
                    <a:pt x="218" y="105"/>
                    <a:pt x="192" y="105"/>
                  </a:cubicBezTo>
                  <a:cubicBezTo>
                    <a:pt x="187" y="105"/>
                    <a:pt x="182" y="107"/>
                    <a:pt x="178" y="114"/>
                  </a:cubicBezTo>
                  <a:cubicBezTo>
                    <a:pt x="175" y="116"/>
                    <a:pt x="173" y="116"/>
                    <a:pt x="171" y="116"/>
                  </a:cubicBezTo>
                  <a:cubicBezTo>
                    <a:pt x="149" y="116"/>
                    <a:pt x="183" y="0"/>
                    <a:pt x="18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4" name="Google Shape;8060;p67">
              <a:extLst>
                <a:ext uri="{FF2B5EF4-FFF2-40B4-BE49-F238E27FC236}">
                  <a16:creationId xmlns:a16="http://schemas.microsoft.com/office/drawing/2014/main" id="{D375C3BB-17DC-50A5-CCF8-A6892D346ACC}"/>
                </a:ext>
              </a:extLst>
            </p:cNvPr>
            <p:cNvSpPr/>
            <p:nvPr/>
          </p:nvSpPr>
          <p:spPr>
            <a:xfrm>
              <a:off x="3070075" y="5366825"/>
              <a:ext cx="5725" cy="6200"/>
            </a:xfrm>
            <a:custGeom>
              <a:avLst/>
              <a:gdLst/>
              <a:ahLst/>
              <a:cxnLst/>
              <a:rect l="l" t="t" r="r" b="b"/>
              <a:pathLst>
                <a:path w="229" h="248" extrusionOk="0">
                  <a:moveTo>
                    <a:pt x="45" y="0"/>
                  </a:moveTo>
                  <a:cubicBezTo>
                    <a:pt x="19" y="0"/>
                    <a:pt x="1" y="3"/>
                    <a:pt x="19" y="16"/>
                  </a:cubicBezTo>
                  <a:cubicBezTo>
                    <a:pt x="56" y="53"/>
                    <a:pt x="93" y="53"/>
                    <a:pt x="93" y="90"/>
                  </a:cubicBezTo>
                  <a:cubicBezTo>
                    <a:pt x="93" y="126"/>
                    <a:pt x="130" y="139"/>
                    <a:pt x="130" y="163"/>
                  </a:cubicBezTo>
                  <a:cubicBezTo>
                    <a:pt x="140" y="193"/>
                    <a:pt x="126" y="247"/>
                    <a:pt x="139" y="247"/>
                  </a:cubicBezTo>
                  <a:cubicBezTo>
                    <a:pt x="143" y="247"/>
                    <a:pt x="148" y="244"/>
                    <a:pt x="155" y="237"/>
                  </a:cubicBezTo>
                  <a:cubicBezTo>
                    <a:pt x="192" y="188"/>
                    <a:pt x="229" y="151"/>
                    <a:pt x="204" y="126"/>
                  </a:cubicBezTo>
                  <a:cubicBezTo>
                    <a:pt x="167" y="102"/>
                    <a:pt x="118" y="102"/>
                    <a:pt x="118" y="77"/>
                  </a:cubicBezTo>
                  <a:cubicBezTo>
                    <a:pt x="118" y="40"/>
                    <a:pt x="155" y="16"/>
                    <a:pt x="118" y="3"/>
                  </a:cubicBezTo>
                  <a:cubicBezTo>
                    <a:pt x="105" y="3"/>
                    <a:pt x="71" y="0"/>
                    <a:pt x="4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5" name="Google Shape;8061;p67">
              <a:extLst>
                <a:ext uri="{FF2B5EF4-FFF2-40B4-BE49-F238E27FC236}">
                  <a16:creationId xmlns:a16="http://schemas.microsoft.com/office/drawing/2014/main" id="{314AEB53-4639-C98C-DFB2-B73AE2EBAABD}"/>
                </a:ext>
              </a:extLst>
            </p:cNvPr>
            <p:cNvSpPr/>
            <p:nvPr/>
          </p:nvSpPr>
          <p:spPr>
            <a:xfrm>
              <a:off x="3071175" y="5343350"/>
              <a:ext cx="6175" cy="13150"/>
            </a:xfrm>
            <a:custGeom>
              <a:avLst/>
              <a:gdLst/>
              <a:ahLst/>
              <a:cxnLst/>
              <a:rect l="l" t="t" r="r" b="b"/>
              <a:pathLst>
                <a:path w="247" h="526" extrusionOk="0">
                  <a:moveTo>
                    <a:pt x="189" y="1"/>
                  </a:moveTo>
                  <a:cubicBezTo>
                    <a:pt x="174" y="1"/>
                    <a:pt x="159" y="6"/>
                    <a:pt x="148" y="6"/>
                  </a:cubicBezTo>
                  <a:cubicBezTo>
                    <a:pt x="111" y="6"/>
                    <a:pt x="61" y="18"/>
                    <a:pt x="61" y="55"/>
                  </a:cubicBezTo>
                  <a:cubicBezTo>
                    <a:pt x="49" y="203"/>
                    <a:pt x="37" y="339"/>
                    <a:pt x="12" y="486"/>
                  </a:cubicBezTo>
                  <a:cubicBezTo>
                    <a:pt x="1" y="515"/>
                    <a:pt x="24" y="525"/>
                    <a:pt x="56" y="525"/>
                  </a:cubicBezTo>
                  <a:cubicBezTo>
                    <a:pt x="92" y="525"/>
                    <a:pt x="140" y="512"/>
                    <a:pt x="160" y="499"/>
                  </a:cubicBezTo>
                  <a:cubicBezTo>
                    <a:pt x="197" y="462"/>
                    <a:pt x="246" y="351"/>
                    <a:pt x="234" y="351"/>
                  </a:cubicBezTo>
                  <a:cubicBezTo>
                    <a:pt x="221" y="339"/>
                    <a:pt x="209" y="277"/>
                    <a:pt x="209" y="215"/>
                  </a:cubicBezTo>
                  <a:cubicBezTo>
                    <a:pt x="209" y="166"/>
                    <a:pt x="221" y="104"/>
                    <a:pt x="221" y="43"/>
                  </a:cubicBezTo>
                  <a:cubicBezTo>
                    <a:pt x="221" y="9"/>
                    <a:pt x="206" y="1"/>
                    <a:pt x="1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6" name="Google Shape;8062;p67">
              <a:extLst>
                <a:ext uri="{FF2B5EF4-FFF2-40B4-BE49-F238E27FC236}">
                  <a16:creationId xmlns:a16="http://schemas.microsoft.com/office/drawing/2014/main" id="{D479DA6D-8203-AB77-BFB6-BF665950CA3C}"/>
                </a:ext>
              </a:extLst>
            </p:cNvPr>
            <p:cNvSpPr/>
            <p:nvPr/>
          </p:nvSpPr>
          <p:spPr>
            <a:xfrm>
              <a:off x="3095800" y="4947650"/>
              <a:ext cx="5575" cy="4000"/>
            </a:xfrm>
            <a:custGeom>
              <a:avLst/>
              <a:gdLst/>
              <a:ahLst/>
              <a:cxnLst/>
              <a:rect l="l" t="t" r="r" b="b"/>
              <a:pathLst>
                <a:path w="223" h="160" extrusionOk="0">
                  <a:moveTo>
                    <a:pt x="37" y="1"/>
                  </a:moveTo>
                  <a:cubicBezTo>
                    <a:pt x="0" y="1"/>
                    <a:pt x="13" y="38"/>
                    <a:pt x="25" y="112"/>
                  </a:cubicBezTo>
                  <a:cubicBezTo>
                    <a:pt x="31" y="147"/>
                    <a:pt x="39" y="160"/>
                    <a:pt x="55" y="160"/>
                  </a:cubicBezTo>
                  <a:cubicBezTo>
                    <a:pt x="72" y="160"/>
                    <a:pt x="97" y="144"/>
                    <a:pt x="136" y="124"/>
                  </a:cubicBezTo>
                  <a:cubicBezTo>
                    <a:pt x="222" y="87"/>
                    <a:pt x="74" y="1"/>
                    <a:pt x="3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7" name="Google Shape;8063;p67">
              <a:extLst>
                <a:ext uri="{FF2B5EF4-FFF2-40B4-BE49-F238E27FC236}">
                  <a16:creationId xmlns:a16="http://schemas.microsoft.com/office/drawing/2014/main" id="{3361791F-4229-2CFD-F311-FE0A0A7E12B6}"/>
                </a:ext>
              </a:extLst>
            </p:cNvPr>
            <p:cNvSpPr/>
            <p:nvPr/>
          </p:nvSpPr>
          <p:spPr>
            <a:xfrm>
              <a:off x="3146625" y="4957200"/>
              <a:ext cx="6500" cy="6275"/>
            </a:xfrm>
            <a:custGeom>
              <a:avLst/>
              <a:gdLst/>
              <a:ahLst/>
              <a:cxnLst/>
              <a:rect l="l" t="t" r="r" b="b"/>
              <a:pathLst>
                <a:path w="260" h="251" extrusionOk="0">
                  <a:moveTo>
                    <a:pt x="161" y="1"/>
                  </a:moveTo>
                  <a:cubicBezTo>
                    <a:pt x="111" y="1"/>
                    <a:pt x="124" y="62"/>
                    <a:pt x="124" y="112"/>
                  </a:cubicBezTo>
                  <a:cubicBezTo>
                    <a:pt x="124" y="161"/>
                    <a:pt x="0" y="112"/>
                    <a:pt x="37" y="198"/>
                  </a:cubicBezTo>
                  <a:cubicBezTo>
                    <a:pt x="60" y="236"/>
                    <a:pt x="92" y="250"/>
                    <a:pt x="127" y="250"/>
                  </a:cubicBezTo>
                  <a:cubicBezTo>
                    <a:pt x="150" y="250"/>
                    <a:pt x="174" y="244"/>
                    <a:pt x="198" y="235"/>
                  </a:cubicBezTo>
                  <a:cubicBezTo>
                    <a:pt x="259" y="198"/>
                    <a:pt x="210" y="1"/>
                    <a:pt x="16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8" name="Google Shape;8064;p67">
              <a:extLst>
                <a:ext uri="{FF2B5EF4-FFF2-40B4-BE49-F238E27FC236}">
                  <a16:creationId xmlns:a16="http://schemas.microsoft.com/office/drawing/2014/main" id="{F70216E5-9F2C-050F-47F7-CA6C881EAB3C}"/>
                </a:ext>
              </a:extLst>
            </p:cNvPr>
            <p:cNvSpPr/>
            <p:nvPr/>
          </p:nvSpPr>
          <p:spPr>
            <a:xfrm>
              <a:off x="3212850" y="5031000"/>
              <a:ext cx="16050" cy="16925"/>
            </a:xfrm>
            <a:custGeom>
              <a:avLst/>
              <a:gdLst/>
              <a:ahLst/>
              <a:cxnLst/>
              <a:rect l="l" t="t" r="r" b="b"/>
              <a:pathLst>
                <a:path w="642" h="677" extrusionOk="0">
                  <a:moveTo>
                    <a:pt x="189" y="1"/>
                  </a:moveTo>
                  <a:cubicBezTo>
                    <a:pt x="176" y="1"/>
                    <a:pt x="163" y="2"/>
                    <a:pt x="148" y="6"/>
                  </a:cubicBezTo>
                  <a:cubicBezTo>
                    <a:pt x="111" y="18"/>
                    <a:pt x="87" y="31"/>
                    <a:pt x="62" y="68"/>
                  </a:cubicBezTo>
                  <a:cubicBezTo>
                    <a:pt x="37" y="117"/>
                    <a:pt x="1" y="178"/>
                    <a:pt x="37" y="178"/>
                  </a:cubicBezTo>
                  <a:cubicBezTo>
                    <a:pt x="46" y="176"/>
                    <a:pt x="53" y="174"/>
                    <a:pt x="58" y="174"/>
                  </a:cubicBezTo>
                  <a:cubicBezTo>
                    <a:pt x="73" y="174"/>
                    <a:pt x="69" y="190"/>
                    <a:pt x="50" y="228"/>
                  </a:cubicBezTo>
                  <a:cubicBezTo>
                    <a:pt x="25" y="265"/>
                    <a:pt x="25" y="351"/>
                    <a:pt x="37" y="388"/>
                  </a:cubicBezTo>
                  <a:cubicBezTo>
                    <a:pt x="37" y="437"/>
                    <a:pt x="37" y="499"/>
                    <a:pt x="50" y="523"/>
                  </a:cubicBezTo>
                  <a:cubicBezTo>
                    <a:pt x="60" y="553"/>
                    <a:pt x="86" y="592"/>
                    <a:pt x="109" y="592"/>
                  </a:cubicBezTo>
                  <a:cubicBezTo>
                    <a:pt x="114" y="592"/>
                    <a:pt x="119" y="590"/>
                    <a:pt x="124" y="585"/>
                  </a:cubicBezTo>
                  <a:cubicBezTo>
                    <a:pt x="132" y="568"/>
                    <a:pt x="153" y="545"/>
                    <a:pt x="177" y="545"/>
                  </a:cubicBezTo>
                  <a:cubicBezTo>
                    <a:pt x="188" y="545"/>
                    <a:pt x="199" y="549"/>
                    <a:pt x="210" y="560"/>
                  </a:cubicBezTo>
                  <a:cubicBezTo>
                    <a:pt x="247" y="585"/>
                    <a:pt x="259" y="647"/>
                    <a:pt x="284" y="647"/>
                  </a:cubicBezTo>
                  <a:cubicBezTo>
                    <a:pt x="307" y="654"/>
                    <a:pt x="326" y="677"/>
                    <a:pt x="342" y="677"/>
                  </a:cubicBezTo>
                  <a:cubicBezTo>
                    <a:pt x="352" y="677"/>
                    <a:pt x="361" y="669"/>
                    <a:pt x="370" y="647"/>
                  </a:cubicBezTo>
                  <a:cubicBezTo>
                    <a:pt x="395" y="597"/>
                    <a:pt x="370" y="573"/>
                    <a:pt x="432" y="536"/>
                  </a:cubicBezTo>
                  <a:cubicBezTo>
                    <a:pt x="493" y="486"/>
                    <a:pt x="641" y="425"/>
                    <a:pt x="567" y="228"/>
                  </a:cubicBezTo>
                  <a:cubicBezTo>
                    <a:pt x="530" y="105"/>
                    <a:pt x="444" y="141"/>
                    <a:pt x="382" y="105"/>
                  </a:cubicBezTo>
                  <a:cubicBezTo>
                    <a:pt x="333" y="80"/>
                    <a:pt x="309" y="43"/>
                    <a:pt x="272" y="18"/>
                  </a:cubicBezTo>
                  <a:cubicBezTo>
                    <a:pt x="245" y="10"/>
                    <a:pt x="219" y="1"/>
                    <a:pt x="1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9" name="Google Shape;8065;p67">
              <a:extLst>
                <a:ext uri="{FF2B5EF4-FFF2-40B4-BE49-F238E27FC236}">
                  <a16:creationId xmlns:a16="http://schemas.microsoft.com/office/drawing/2014/main" id="{06FBC277-FB1B-4FBD-24F0-F171182FF65C}"/>
                </a:ext>
              </a:extLst>
            </p:cNvPr>
            <p:cNvSpPr/>
            <p:nvPr/>
          </p:nvSpPr>
          <p:spPr>
            <a:xfrm>
              <a:off x="3113350" y="4902375"/>
              <a:ext cx="13575" cy="3725"/>
            </a:xfrm>
            <a:custGeom>
              <a:avLst/>
              <a:gdLst/>
              <a:ahLst/>
              <a:cxnLst/>
              <a:rect l="l" t="t" r="r" b="b"/>
              <a:pathLst>
                <a:path w="543" h="149" extrusionOk="0">
                  <a:moveTo>
                    <a:pt x="235" y="1"/>
                  </a:moveTo>
                  <a:cubicBezTo>
                    <a:pt x="99" y="1"/>
                    <a:pt x="1" y="148"/>
                    <a:pt x="136" y="148"/>
                  </a:cubicBezTo>
                  <a:cubicBezTo>
                    <a:pt x="272" y="148"/>
                    <a:pt x="543" y="148"/>
                    <a:pt x="469" y="111"/>
                  </a:cubicBezTo>
                  <a:cubicBezTo>
                    <a:pt x="346" y="50"/>
                    <a:pt x="370" y="13"/>
                    <a:pt x="23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0" name="Google Shape;8066;p67">
              <a:extLst>
                <a:ext uri="{FF2B5EF4-FFF2-40B4-BE49-F238E27FC236}">
                  <a16:creationId xmlns:a16="http://schemas.microsoft.com/office/drawing/2014/main" id="{D895E479-5B84-A8B4-E2C6-22BF3E2EEE8F}"/>
                </a:ext>
              </a:extLst>
            </p:cNvPr>
            <p:cNvSpPr/>
            <p:nvPr/>
          </p:nvSpPr>
          <p:spPr>
            <a:xfrm>
              <a:off x="3046350" y="4902225"/>
              <a:ext cx="13750" cy="5250"/>
            </a:xfrm>
            <a:custGeom>
              <a:avLst/>
              <a:gdLst/>
              <a:ahLst/>
              <a:cxnLst/>
              <a:rect l="l" t="t" r="r" b="b"/>
              <a:pathLst>
                <a:path w="550" h="210" extrusionOk="0">
                  <a:moveTo>
                    <a:pt x="207" y="1"/>
                  </a:moveTo>
                  <a:cubicBezTo>
                    <a:pt x="115" y="1"/>
                    <a:pt x="0" y="18"/>
                    <a:pt x="81" y="81"/>
                  </a:cubicBezTo>
                  <a:cubicBezTo>
                    <a:pt x="175" y="154"/>
                    <a:pt x="216" y="209"/>
                    <a:pt x="279" y="209"/>
                  </a:cubicBezTo>
                  <a:cubicBezTo>
                    <a:pt x="290" y="209"/>
                    <a:pt x="302" y="207"/>
                    <a:pt x="315" y="204"/>
                  </a:cubicBezTo>
                  <a:cubicBezTo>
                    <a:pt x="370" y="188"/>
                    <a:pt x="399" y="173"/>
                    <a:pt x="423" y="173"/>
                  </a:cubicBezTo>
                  <a:cubicBezTo>
                    <a:pt x="437" y="173"/>
                    <a:pt x="449" y="178"/>
                    <a:pt x="463" y="191"/>
                  </a:cubicBezTo>
                  <a:cubicBezTo>
                    <a:pt x="475" y="200"/>
                    <a:pt x="489" y="204"/>
                    <a:pt x="502" y="204"/>
                  </a:cubicBezTo>
                  <a:cubicBezTo>
                    <a:pt x="527" y="204"/>
                    <a:pt x="549" y="187"/>
                    <a:pt x="549" y="154"/>
                  </a:cubicBezTo>
                  <a:cubicBezTo>
                    <a:pt x="524" y="81"/>
                    <a:pt x="364" y="7"/>
                    <a:pt x="290" y="7"/>
                  </a:cubicBezTo>
                  <a:cubicBezTo>
                    <a:pt x="273" y="3"/>
                    <a:pt x="242" y="1"/>
                    <a:pt x="20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1" name="Google Shape;8067;p67">
              <a:extLst>
                <a:ext uri="{FF2B5EF4-FFF2-40B4-BE49-F238E27FC236}">
                  <a16:creationId xmlns:a16="http://schemas.microsoft.com/office/drawing/2014/main" id="{7539A344-2241-8954-719D-AEC5D2EA8E31}"/>
                </a:ext>
              </a:extLst>
            </p:cNvPr>
            <p:cNvSpPr/>
            <p:nvPr/>
          </p:nvSpPr>
          <p:spPr>
            <a:xfrm>
              <a:off x="3010175" y="4868800"/>
              <a:ext cx="62225" cy="23750"/>
            </a:xfrm>
            <a:custGeom>
              <a:avLst/>
              <a:gdLst/>
              <a:ahLst/>
              <a:cxnLst/>
              <a:rect l="l" t="t" r="r" b="b"/>
              <a:pathLst>
                <a:path w="2489" h="950" extrusionOk="0">
                  <a:moveTo>
                    <a:pt x="641" y="1"/>
                  </a:moveTo>
                  <a:cubicBezTo>
                    <a:pt x="505" y="1"/>
                    <a:pt x="370" y="38"/>
                    <a:pt x="246" y="99"/>
                  </a:cubicBezTo>
                  <a:cubicBezTo>
                    <a:pt x="160" y="136"/>
                    <a:pt x="86" y="210"/>
                    <a:pt x="25" y="296"/>
                  </a:cubicBezTo>
                  <a:cubicBezTo>
                    <a:pt x="2" y="324"/>
                    <a:pt x="0" y="332"/>
                    <a:pt x="13" y="332"/>
                  </a:cubicBezTo>
                  <a:cubicBezTo>
                    <a:pt x="28" y="332"/>
                    <a:pt x="64" y="321"/>
                    <a:pt x="111" y="321"/>
                  </a:cubicBezTo>
                  <a:cubicBezTo>
                    <a:pt x="234" y="284"/>
                    <a:pt x="357" y="222"/>
                    <a:pt x="468" y="161"/>
                  </a:cubicBezTo>
                  <a:cubicBezTo>
                    <a:pt x="511" y="148"/>
                    <a:pt x="561" y="142"/>
                    <a:pt x="610" y="142"/>
                  </a:cubicBezTo>
                  <a:cubicBezTo>
                    <a:pt x="659" y="142"/>
                    <a:pt x="709" y="148"/>
                    <a:pt x="752" y="161"/>
                  </a:cubicBezTo>
                  <a:cubicBezTo>
                    <a:pt x="813" y="185"/>
                    <a:pt x="727" y="210"/>
                    <a:pt x="690" y="259"/>
                  </a:cubicBezTo>
                  <a:cubicBezTo>
                    <a:pt x="653" y="296"/>
                    <a:pt x="863" y="284"/>
                    <a:pt x="973" y="296"/>
                  </a:cubicBezTo>
                  <a:cubicBezTo>
                    <a:pt x="1060" y="309"/>
                    <a:pt x="1134" y="370"/>
                    <a:pt x="1195" y="432"/>
                  </a:cubicBezTo>
                  <a:cubicBezTo>
                    <a:pt x="1223" y="460"/>
                    <a:pt x="1259" y="467"/>
                    <a:pt x="1296" y="467"/>
                  </a:cubicBezTo>
                  <a:cubicBezTo>
                    <a:pt x="1341" y="467"/>
                    <a:pt x="1389" y="456"/>
                    <a:pt x="1429" y="456"/>
                  </a:cubicBezTo>
                  <a:cubicBezTo>
                    <a:pt x="1516" y="456"/>
                    <a:pt x="1466" y="493"/>
                    <a:pt x="1503" y="580"/>
                  </a:cubicBezTo>
                  <a:cubicBezTo>
                    <a:pt x="1553" y="678"/>
                    <a:pt x="1553" y="666"/>
                    <a:pt x="1651" y="703"/>
                  </a:cubicBezTo>
                  <a:cubicBezTo>
                    <a:pt x="1750" y="752"/>
                    <a:pt x="1787" y="728"/>
                    <a:pt x="1824" y="764"/>
                  </a:cubicBezTo>
                  <a:cubicBezTo>
                    <a:pt x="1873" y="801"/>
                    <a:pt x="1799" y="826"/>
                    <a:pt x="1725" y="863"/>
                  </a:cubicBezTo>
                  <a:cubicBezTo>
                    <a:pt x="1663" y="912"/>
                    <a:pt x="1676" y="949"/>
                    <a:pt x="1725" y="949"/>
                  </a:cubicBezTo>
                  <a:cubicBezTo>
                    <a:pt x="1774" y="949"/>
                    <a:pt x="2033" y="912"/>
                    <a:pt x="2082" y="912"/>
                  </a:cubicBezTo>
                  <a:cubicBezTo>
                    <a:pt x="2119" y="912"/>
                    <a:pt x="2156" y="912"/>
                    <a:pt x="2193" y="925"/>
                  </a:cubicBezTo>
                  <a:cubicBezTo>
                    <a:pt x="2204" y="932"/>
                    <a:pt x="2214" y="935"/>
                    <a:pt x="2223" y="935"/>
                  </a:cubicBezTo>
                  <a:cubicBezTo>
                    <a:pt x="2246" y="935"/>
                    <a:pt x="2266" y="917"/>
                    <a:pt x="2292" y="900"/>
                  </a:cubicBezTo>
                  <a:cubicBezTo>
                    <a:pt x="2298" y="897"/>
                    <a:pt x="2305" y="896"/>
                    <a:pt x="2313" y="896"/>
                  </a:cubicBezTo>
                  <a:cubicBezTo>
                    <a:pt x="2350" y="896"/>
                    <a:pt x="2406" y="920"/>
                    <a:pt x="2445" y="920"/>
                  </a:cubicBezTo>
                  <a:cubicBezTo>
                    <a:pt x="2471" y="920"/>
                    <a:pt x="2489" y="910"/>
                    <a:pt x="2489" y="875"/>
                  </a:cubicBezTo>
                  <a:cubicBezTo>
                    <a:pt x="2477" y="777"/>
                    <a:pt x="2403" y="715"/>
                    <a:pt x="2316" y="703"/>
                  </a:cubicBezTo>
                  <a:cubicBezTo>
                    <a:pt x="2243" y="703"/>
                    <a:pt x="2169" y="604"/>
                    <a:pt x="2144" y="580"/>
                  </a:cubicBezTo>
                  <a:cubicBezTo>
                    <a:pt x="2119" y="555"/>
                    <a:pt x="1984" y="555"/>
                    <a:pt x="1885" y="456"/>
                  </a:cubicBezTo>
                  <a:cubicBezTo>
                    <a:pt x="1838" y="415"/>
                    <a:pt x="1831" y="408"/>
                    <a:pt x="1827" y="408"/>
                  </a:cubicBezTo>
                  <a:cubicBezTo>
                    <a:pt x="1825" y="408"/>
                    <a:pt x="1824" y="409"/>
                    <a:pt x="1821" y="409"/>
                  </a:cubicBezTo>
                  <a:cubicBezTo>
                    <a:pt x="1814" y="409"/>
                    <a:pt x="1795" y="404"/>
                    <a:pt x="1737" y="370"/>
                  </a:cubicBezTo>
                  <a:cubicBezTo>
                    <a:pt x="1663" y="333"/>
                    <a:pt x="1590" y="284"/>
                    <a:pt x="1540" y="222"/>
                  </a:cubicBezTo>
                  <a:cubicBezTo>
                    <a:pt x="1525" y="197"/>
                    <a:pt x="1512" y="189"/>
                    <a:pt x="1502" y="189"/>
                  </a:cubicBezTo>
                  <a:cubicBezTo>
                    <a:pt x="1487" y="189"/>
                    <a:pt x="1479" y="208"/>
                    <a:pt x="1479" y="222"/>
                  </a:cubicBezTo>
                  <a:cubicBezTo>
                    <a:pt x="1368" y="185"/>
                    <a:pt x="1269" y="136"/>
                    <a:pt x="1171" y="62"/>
                  </a:cubicBezTo>
                  <a:cubicBezTo>
                    <a:pt x="1097" y="13"/>
                    <a:pt x="801" y="13"/>
                    <a:pt x="64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2" name="Google Shape;8068;p67">
              <a:extLst>
                <a:ext uri="{FF2B5EF4-FFF2-40B4-BE49-F238E27FC236}">
                  <a16:creationId xmlns:a16="http://schemas.microsoft.com/office/drawing/2014/main" id="{3252D162-47CB-8ED3-8A0A-71848DBAC1E4}"/>
                </a:ext>
              </a:extLst>
            </p:cNvPr>
            <p:cNvSpPr/>
            <p:nvPr/>
          </p:nvSpPr>
          <p:spPr>
            <a:xfrm>
              <a:off x="3048050" y="4853725"/>
              <a:ext cx="4025" cy="5250"/>
            </a:xfrm>
            <a:custGeom>
              <a:avLst/>
              <a:gdLst/>
              <a:ahLst/>
              <a:cxnLst/>
              <a:rect l="l" t="t" r="r" b="b"/>
              <a:pathLst>
                <a:path w="161" h="210" extrusionOk="0">
                  <a:moveTo>
                    <a:pt x="48" y="1"/>
                  </a:moveTo>
                  <a:cubicBezTo>
                    <a:pt x="29" y="1"/>
                    <a:pt x="36" y="90"/>
                    <a:pt x="25" y="111"/>
                  </a:cubicBezTo>
                  <a:cubicBezTo>
                    <a:pt x="1" y="160"/>
                    <a:pt x="38" y="209"/>
                    <a:pt x="87" y="209"/>
                  </a:cubicBezTo>
                  <a:cubicBezTo>
                    <a:pt x="161" y="197"/>
                    <a:pt x="99" y="61"/>
                    <a:pt x="62" y="12"/>
                  </a:cubicBezTo>
                  <a:cubicBezTo>
                    <a:pt x="56" y="4"/>
                    <a:pt x="51" y="1"/>
                    <a:pt x="4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3" name="Google Shape;8069;p67">
              <a:extLst>
                <a:ext uri="{FF2B5EF4-FFF2-40B4-BE49-F238E27FC236}">
                  <a16:creationId xmlns:a16="http://schemas.microsoft.com/office/drawing/2014/main" id="{3056E397-1C70-72F1-9A02-99890B169701}"/>
                </a:ext>
              </a:extLst>
            </p:cNvPr>
            <p:cNvSpPr/>
            <p:nvPr/>
          </p:nvSpPr>
          <p:spPr>
            <a:xfrm>
              <a:off x="3076900" y="4882600"/>
              <a:ext cx="2600" cy="2050"/>
            </a:xfrm>
            <a:custGeom>
              <a:avLst/>
              <a:gdLst/>
              <a:ahLst/>
              <a:cxnLst/>
              <a:rect l="l" t="t" r="r" b="b"/>
              <a:pathLst>
                <a:path w="104" h="82" extrusionOk="0">
                  <a:moveTo>
                    <a:pt x="32" y="1"/>
                  </a:moveTo>
                  <a:cubicBezTo>
                    <a:pt x="13" y="1"/>
                    <a:pt x="0" y="9"/>
                    <a:pt x="5" y="28"/>
                  </a:cubicBezTo>
                  <a:cubicBezTo>
                    <a:pt x="5" y="52"/>
                    <a:pt x="42" y="82"/>
                    <a:pt x="71" y="82"/>
                  </a:cubicBezTo>
                  <a:cubicBezTo>
                    <a:pt x="86" y="82"/>
                    <a:pt x="99" y="73"/>
                    <a:pt x="103" y="52"/>
                  </a:cubicBezTo>
                  <a:cubicBezTo>
                    <a:pt x="103" y="22"/>
                    <a:pt x="61" y="1"/>
                    <a:pt x="3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4" name="Google Shape;8070;p67">
              <a:extLst>
                <a:ext uri="{FF2B5EF4-FFF2-40B4-BE49-F238E27FC236}">
                  <a16:creationId xmlns:a16="http://schemas.microsoft.com/office/drawing/2014/main" id="{A417DBA4-260A-2894-2598-6CD2D324E7BB}"/>
                </a:ext>
              </a:extLst>
            </p:cNvPr>
            <p:cNvSpPr/>
            <p:nvPr/>
          </p:nvSpPr>
          <p:spPr>
            <a:xfrm>
              <a:off x="3149100" y="4679950"/>
              <a:ext cx="7825" cy="10125"/>
            </a:xfrm>
            <a:custGeom>
              <a:avLst/>
              <a:gdLst/>
              <a:ahLst/>
              <a:cxnLst/>
              <a:rect l="l" t="t" r="r" b="b"/>
              <a:pathLst>
                <a:path w="313" h="405" extrusionOk="0">
                  <a:moveTo>
                    <a:pt x="254" y="0"/>
                  </a:moveTo>
                  <a:cubicBezTo>
                    <a:pt x="238" y="0"/>
                    <a:pt x="222" y="2"/>
                    <a:pt x="209" y="2"/>
                  </a:cubicBezTo>
                  <a:cubicBezTo>
                    <a:pt x="173" y="14"/>
                    <a:pt x="86" y="186"/>
                    <a:pt x="49" y="236"/>
                  </a:cubicBezTo>
                  <a:cubicBezTo>
                    <a:pt x="0" y="285"/>
                    <a:pt x="37" y="322"/>
                    <a:pt x="37" y="371"/>
                  </a:cubicBezTo>
                  <a:cubicBezTo>
                    <a:pt x="37" y="392"/>
                    <a:pt x="51" y="404"/>
                    <a:pt x="68" y="404"/>
                  </a:cubicBezTo>
                  <a:cubicBezTo>
                    <a:pt x="91" y="404"/>
                    <a:pt x="122" y="383"/>
                    <a:pt x="136" y="334"/>
                  </a:cubicBezTo>
                  <a:cubicBezTo>
                    <a:pt x="123" y="310"/>
                    <a:pt x="234" y="223"/>
                    <a:pt x="271" y="174"/>
                  </a:cubicBezTo>
                  <a:cubicBezTo>
                    <a:pt x="283" y="125"/>
                    <a:pt x="271" y="75"/>
                    <a:pt x="296" y="39"/>
                  </a:cubicBezTo>
                  <a:cubicBezTo>
                    <a:pt x="312" y="6"/>
                    <a:pt x="285" y="0"/>
                    <a:pt x="25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5" name="Google Shape;8071;p67">
              <a:extLst>
                <a:ext uri="{FF2B5EF4-FFF2-40B4-BE49-F238E27FC236}">
                  <a16:creationId xmlns:a16="http://schemas.microsoft.com/office/drawing/2014/main" id="{794D84A9-1DE9-885A-0179-7B319FBE3997}"/>
                </a:ext>
              </a:extLst>
            </p:cNvPr>
            <p:cNvSpPr/>
            <p:nvPr/>
          </p:nvSpPr>
          <p:spPr>
            <a:xfrm>
              <a:off x="3154325" y="4685125"/>
              <a:ext cx="5875" cy="4725"/>
            </a:xfrm>
            <a:custGeom>
              <a:avLst/>
              <a:gdLst/>
              <a:ahLst/>
              <a:cxnLst/>
              <a:rect l="l" t="t" r="r" b="b"/>
              <a:pathLst>
                <a:path w="235" h="189" extrusionOk="0">
                  <a:moveTo>
                    <a:pt x="141" y="1"/>
                  </a:moveTo>
                  <a:cubicBezTo>
                    <a:pt x="88" y="1"/>
                    <a:pt x="33" y="27"/>
                    <a:pt x="13" y="78"/>
                  </a:cubicBezTo>
                  <a:cubicBezTo>
                    <a:pt x="13" y="103"/>
                    <a:pt x="0" y="177"/>
                    <a:pt x="87" y="189"/>
                  </a:cubicBezTo>
                  <a:cubicBezTo>
                    <a:pt x="136" y="189"/>
                    <a:pt x="136" y="127"/>
                    <a:pt x="173" y="103"/>
                  </a:cubicBezTo>
                  <a:cubicBezTo>
                    <a:pt x="198" y="78"/>
                    <a:pt x="235" y="29"/>
                    <a:pt x="173" y="4"/>
                  </a:cubicBezTo>
                  <a:cubicBezTo>
                    <a:pt x="163" y="2"/>
                    <a:pt x="152" y="1"/>
                    <a:pt x="14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6" name="Google Shape;8072;p67">
              <a:extLst>
                <a:ext uri="{FF2B5EF4-FFF2-40B4-BE49-F238E27FC236}">
                  <a16:creationId xmlns:a16="http://schemas.microsoft.com/office/drawing/2014/main" id="{EAF17A45-5446-7458-8905-BFCE43440DD8}"/>
                </a:ext>
              </a:extLst>
            </p:cNvPr>
            <p:cNvSpPr/>
            <p:nvPr/>
          </p:nvSpPr>
          <p:spPr>
            <a:xfrm>
              <a:off x="3131950" y="4678425"/>
              <a:ext cx="14075" cy="8825"/>
            </a:xfrm>
            <a:custGeom>
              <a:avLst/>
              <a:gdLst/>
              <a:ahLst/>
              <a:cxnLst/>
              <a:rect l="l" t="t" r="r" b="b"/>
              <a:pathLst>
                <a:path w="563" h="353" extrusionOk="0">
                  <a:moveTo>
                    <a:pt x="33" y="1"/>
                  </a:moveTo>
                  <a:cubicBezTo>
                    <a:pt x="14" y="1"/>
                    <a:pt x="0" y="86"/>
                    <a:pt x="21" y="136"/>
                  </a:cubicBezTo>
                  <a:cubicBezTo>
                    <a:pt x="33" y="186"/>
                    <a:pt x="58" y="173"/>
                    <a:pt x="95" y="198"/>
                  </a:cubicBezTo>
                  <a:cubicBezTo>
                    <a:pt x="132" y="198"/>
                    <a:pt x="156" y="223"/>
                    <a:pt x="169" y="247"/>
                  </a:cubicBezTo>
                  <a:cubicBezTo>
                    <a:pt x="205" y="272"/>
                    <a:pt x="205" y="297"/>
                    <a:pt x="242" y="309"/>
                  </a:cubicBezTo>
                  <a:cubicBezTo>
                    <a:pt x="250" y="314"/>
                    <a:pt x="256" y="316"/>
                    <a:pt x="262" y="316"/>
                  </a:cubicBezTo>
                  <a:cubicBezTo>
                    <a:pt x="285" y="316"/>
                    <a:pt x="299" y="282"/>
                    <a:pt x="329" y="272"/>
                  </a:cubicBezTo>
                  <a:cubicBezTo>
                    <a:pt x="330" y="271"/>
                    <a:pt x="332" y="271"/>
                    <a:pt x="333" y="271"/>
                  </a:cubicBezTo>
                  <a:cubicBezTo>
                    <a:pt x="357" y="271"/>
                    <a:pt x="330" y="353"/>
                    <a:pt x="375" y="353"/>
                  </a:cubicBezTo>
                  <a:cubicBezTo>
                    <a:pt x="382" y="353"/>
                    <a:pt x="391" y="351"/>
                    <a:pt x="403" y="346"/>
                  </a:cubicBezTo>
                  <a:cubicBezTo>
                    <a:pt x="464" y="321"/>
                    <a:pt x="514" y="210"/>
                    <a:pt x="563" y="198"/>
                  </a:cubicBezTo>
                  <a:cubicBezTo>
                    <a:pt x="464" y="173"/>
                    <a:pt x="366" y="173"/>
                    <a:pt x="267" y="173"/>
                  </a:cubicBezTo>
                  <a:cubicBezTo>
                    <a:pt x="205" y="173"/>
                    <a:pt x="242" y="149"/>
                    <a:pt x="205" y="124"/>
                  </a:cubicBezTo>
                  <a:cubicBezTo>
                    <a:pt x="198" y="119"/>
                    <a:pt x="193" y="117"/>
                    <a:pt x="189" y="117"/>
                  </a:cubicBezTo>
                  <a:cubicBezTo>
                    <a:pt x="178" y="117"/>
                    <a:pt x="183" y="138"/>
                    <a:pt x="167" y="138"/>
                  </a:cubicBezTo>
                  <a:cubicBezTo>
                    <a:pt x="164" y="138"/>
                    <a:pt x="160" y="138"/>
                    <a:pt x="156" y="136"/>
                  </a:cubicBezTo>
                  <a:cubicBezTo>
                    <a:pt x="132" y="136"/>
                    <a:pt x="70" y="50"/>
                    <a:pt x="45" y="13"/>
                  </a:cubicBezTo>
                  <a:cubicBezTo>
                    <a:pt x="41" y="5"/>
                    <a:pt x="37" y="1"/>
                    <a:pt x="3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7" name="Google Shape;8073;p67">
              <a:extLst>
                <a:ext uri="{FF2B5EF4-FFF2-40B4-BE49-F238E27FC236}">
                  <a16:creationId xmlns:a16="http://schemas.microsoft.com/office/drawing/2014/main" id="{256725E2-4393-E52B-ECF1-BC722F7B1781}"/>
                </a:ext>
              </a:extLst>
            </p:cNvPr>
            <p:cNvSpPr/>
            <p:nvPr/>
          </p:nvSpPr>
          <p:spPr>
            <a:xfrm>
              <a:off x="3131850" y="4652950"/>
              <a:ext cx="17250" cy="6950"/>
            </a:xfrm>
            <a:custGeom>
              <a:avLst/>
              <a:gdLst/>
              <a:ahLst/>
              <a:cxnLst/>
              <a:rect l="l" t="t" r="r" b="b"/>
              <a:pathLst>
                <a:path w="690" h="278" extrusionOk="0">
                  <a:moveTo>
                    <a:pt x="138" y="0"/>
                  </a:moveTo>
                  <a:cubicBezTo>
                    <a:pt x="105" y="0"/>
                    <a:pt x="71" y="3"/>
                    <a:pt x="37" y="10"/>
                  </a:cubicBezTo>
                  <a:cubicBezTo>
                    <a:pt x="0" y="34"/>
                    <a:pt x="136" y="133"/>
                    <a:pt x="234" y="170"/>
                  </a:cubicBezTo>
                  <a:cubicBezTo>
                    <a:pt x="316" y="211"/>
                    <a:pt x="500" y="277"/>
                    <a:pt x="581" y="277"/>
                  </a:cubicBezTo>
                  <a:cubicBezTo>
                    <a:pt x="598" y="277"/>
                    <a:pt x="610" y="275"/>
                    <a:pt x="616" y="268"/>
                  </a:cubicBezTo>
                  <a:cubicBezTo>
                    <a:pt x="690" y="219"/>
                    <a:pt x="567" y="194"/>
                    <a:pt x="419" y="84"/>
                  </a:cubicBezTo>
                  <a:cubicBezTo>
                    <a:pt x="336" y="28"/>
                    <a:pt x="239" y="0"/>
                    <a:pt x="13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8" name="Google Shape;8074;p67">
              <a:extLst>
                <a:ext uri="{FF2B5EF4-FFF2-40B4-BE49-F238E27FC236}">
                  <a16:creationId xmlns:a16="http://schemas.microsoft.com/office/drawing/2014/main" id="{0FDA7E36-B784-264A-A116-3335ABBBDA71}"/>
                </a:ext>
              </a:extLst>
            </p:cNvPr>
            <p:cNvSpPr/>
            <p:nvPr/>
          </p:nvSpPr>
          <p:spPr>
            <a:xfrm>
              <a:off x="3161725" y="4636800"/>
              <a:ext cx="38475" cy="42175"/>
            </a:xfrm>
            <a:custGeom>
              <a:avLst/>
              <a:gdLst/>
              <a:ahLst/>
              <a:cxnLst/>
              <a:rect l="l" t="t" r="r" b="b"/>
              <a:pathLst>
                <a:path w="1539" h="1687" extrusionOk="0">
                  <a:moveTo>
                    <a:pt x="814" y="0"/>
                  </a:moveTo>
                  <a:cubicBezTo>
                    <a:pt x="761" y="0"/>
                    <a:pt x="710" y="34"/>
                    <a:pt x="678" y="76"/>
                  </a:cubicBezTo>
                  <a:cubicBezTo>
                    <a:pt x="641" y="138"/>
                    <a:pt x="530" y="335"/>
                    <a:pt x="493" y="372"/>
                  </a:cubicBezTo>
                  <a:cubicBezTo>
                    <a:pt x="456" y="409"/>
                    <a:pt x="456" y="372"/>
                    <a:pt x="456" y="446"/>
                  </a:cubicBezTo>
                  <a:cubicBezTo>
                    <a:pt x="419" y="582"/>
                    <a:pt x="370" y="705"/>
                    <a:pt x="308" y="840"/>
                  </a:cubicBezTo>
                  <a:cubicBezTo>
                    <a:pt x="271" y="890"/>
                    <a:pt x="210" y="964"/>
                    <a:pt x="173" y="1025"/>
                  </a:cubicBezTo>
                  <a:cubicBezTo>
                    <a:pt x="136" y="1075"/>
                    <a:pt x="62" y="1075"/>
                    <a:pt x="99" y="1099"/>
                  </a:cubicBezTo>
                  <a:cubicBezTo>
                    <a:pt x="117" y="1111"/>
                    <a:pt x="142" y="1111"/>
                    <a:pt x="162" y="1111"/>
                  </a:cubicBezTo>
                  <a:cubicBezTo>
                    <a:pt x="182" y="1111"/>
                    <a:pt x="197" y="1111"/>
                    <a:pt x="197" y="1124"/>
                  </a:cubicBezTo>
                  <a:cubicBezTo>
                    <a:pt x="197" y="1198"/>
                    <a:pt x="148" y="1272"/>
                    <a:pt x="86" y="1309"/>
                  </a:cubicBezTo>
                  <a:cubicBezTo>
                    <a:pt x="25" y="1333"/>
                    <a:pt x="0" y="1383"/>
                    <a:pt x="37" y="1420"/>
                  </a:cubicBezTo>
                  <a:cubicBezTo>
                    <a:pt x="61" y="1435"/>
                    <a:pt x="90" y="1456"/>
                    <a:pt x="123" y="1456"/>
                  </a:cubicBezTo>
                  <a:cubicBezTo>
                    <a:pt x="142" y="1456"/>
                    <a:pt x="163" y="1450"/>
                    <a:pt x="185" y="1432"/>
                  </a:cubicBezTo>
                  <a:cubicBezTo>
                    <a:pt x="204" y="1417"/>
                    <a:pt x="230" y="1411"/>
                    <a:pt x="260" y="1411"/>
                  </a:cubicBezTo>
                  <a:cubicBezTo>
                    <a:pt x="326" y="1411"/>
                    <a:pt x="409" y="1439"/>
                    <a:pt x="468" y="1456"/>
                  </a:cubicBezTo>
                  <a:cubicBezTo>
                    <a:pt x="524" y="1463"/>
                    <a:pt x="582" y="1466"/>
                    <a:pt x="642" y="1466"/>
                  </a:cubicBezTo>
                  <a:cubicBezTo>
                    <a:pt x="702" y="1466"/>
                    <a:pt x="764" y="1463"/>
                    <a:pt x="826" y="1456"/>
                  </a:cubicBezTo>
                  <a:cubicBezTo>
                    <a:pt x="891" y="1456"/>
                    <a:pt x="879" y="1495"/>
                    <a:pt x="910" y="1495"/>
                  </a:cubicBezTo>
                  <a:cubicBezTo>
                    <a:pt x="914" y="1495"/>
                    <a:pt x="919" y="1495"/>
                    <a:pt x="924" y="1493"/>
                  </a:cubicBezTo>
                  <a:cubicBezTo>
                    <a:pt x="966" y="1473"/>
                    <a:pt x="1024" y="1426"/>
                    <a:pt x="1042" y="1426"/>
                  </a:cubicBezTo>
                  <a:cubicBezTo>
                    <a:pt x="1046" y="1426"/>
                    <a:pt x="1047" y="1428"/>
                    <a:pt x="1047" y="1432"/>
                  </a:cubicBezTo>
                  <a:cubicBezTo>
                    <a:pt x="1060" y="1469"/>
                    <a:pt x="1060" y="1493"/>
                    <a:pt x="1011" y="1555"/>
                  </a:cubicBezTo>
                  <a:cubicBezTo>
                    <a:pt x="969" y="1607"/>
                    <a:pt x="909" y="1686"/>
                    <a:pt x="930" y="1686"/>
                  </a:cubicBezTo>
                  <a:cubicBezTo>
                    <a:pt x="933" y="1686"/>
                    <a:pt x="940" y="1684"/>
                    <a:pt x="949" y="1678"/>
                  </a:cubicBezTo>
                  <a:cubicBezTo>
                    <a:pt x="1023" y="1641"/>
                    <a:pt x="1035" y="1580"/>
                    <a:pt x="1121" y="1530"/>
                  </a:cubicBezTo>
                  <a:cubicBezTo>
                    <a:pt x="1195" y="1493"/>
                    <a:pt x="1257" y="1481"/>
                    <a:pt x="1294" y="1444"/>
                  </a:cubicBezTo>
                  <a:cubicBezTo>
                    <a:pt x="1319" y="1407"/>
                    <a:pt x="1343" y="1370"/>
                    <a:pt x="1356" y="1333"/>
                  </a:cubicBezTo>
                  <a:cubicBezTo>
                    <a:pt x="1380" y="1272"/>
                    <a:pt x="1429" y="1210"/>
                    <a:pt x="1491" y="1161"/>
                  </a:cubicBezTo>
                  <a:cubicBezTo>
                    <a:pt x="1532" y="1120"/>
                    <a:pt x="1539" y="1096"/>
                    <a:pt x="1498" y="1096"/>
                  </a:cubicBezTo>
                  <a:cubicBezTo>
                    <a:pt x="1490" y="1096"/>
                    <a:pt x="1479" y="1097"/>
                    <a:pt x="1466" y="1099"/>
                  </a:cubicBezTo>
                  <a:cubicBezTo>
                    <a:pt x="1427" y="1099"/>
                    <a:pt x="1416" y="1113"/>
                    <a:pt x="1402" y="1113"/>
                  </a:cubicBezTo>
                  <a:cubicBezTo>
                    <a:pt x="1391" y="1113"/>
                    <a:pt x="1378" y="1102"/>
                    <a:pt x="1343" y="1062"/>
                  </a:cubicBezTo>
                  <a:cubicBezTo>
                    <a:pt x="1282" y="988"/>
                    <a:pt x="1220" y="1001"/>
                    <a:pt x="1257" y="964"/>
                  </a:cubicBezTo>
                  <a:cubicBezTo>
                    <a:pt x="1306" y="939"/>
                    <a:pt x="1491" y="853"/>
                    <a:pt x="1380" y="828"/>
                  </a:cubicBezTo>
                  <a:cubicBezTo>
                    <a:pt x="1369" y="827"/>
                    <a:pt x="1358" y="826"/>
                    <a:pt x="1348" y="826"/>
                  </a:cubicBezTo>
                  <a:cubicBezTo>
                    <a:pt x="1303" y="826"/>
                    <a:pt x="1273" y="838"/>
                    <a:pt x="1252" y="838"/>
                  </a:cubicBezTo>
                  <a:cubicBezTo>
                    <a:pt x="1239" y="838"/>
                    <a:pt x="1229" y="833"/>
                    <a:pt x="1220" y="816"/>
                  </a:cubicBezTo>
                  <a:cubicBezTo>
                    <a:pt x="1201" y="769"/>
                    <a:pt x="1190" y="708"/>
                    <a:pt x="1169" y="708"/>
                  </a:cubicBezTo>
                  <a:cubicBezTo>
                    <a:pt x="1163" y="708"/>
                    <a:pt x="1155" y="715"/>
                    <a:pt x="1146" y="730"/>
                  </a:cubicBezTo>
                  <a:cubicBezTo>
                    <a:pt x="1123" y="800"/>
                    <a:pt x="1032" y="915"/>
                    <a:pt x="1023" y="915"/>
                  </a:cubicBezTo>
                  <a:cubicBezTo>
                    <a:pt x="1023" y="915"/>
                    <a:pt x="1023" y="915"/>
                    <a:pt x="1023" y="914"/>
                  </a:cubicBezTo>
                  <a:cubicBezTo>
                    <a:pt x="1023" y="890"/>
                    <a:pt x="1035" y="816"/>
                    <a:pt x="961" y="791"/>
                  </a:cubicBezTo>
                  <a:cubicBezTo>
                    <a:pt x="875" y="754"/>
                    <a:pt x="813" y="730"/>
                    <a:pt x="826" y="705"/>
                  </a:cubicBezTo>
                  <a:cubicBezTo>
                    <a:pt x="838" y="668"/>
                    <a:pt x="961" y="631"/>
                    <a:pt x="887" y="606"/>
                  </a:cubicBezTo>
                  <a:cubicBezTo>
                    <a:pt x="833" y="588"/>
                    <a:pt x="825" y="530"/>
                    <a:pt x="800" y="530"/>
                  </a:cubicBezTo>
                  <a:cubicBezTo>
                    <a:pt x="791" y="530"/>
                    <a:pt x="780" y="537"/>
                    <a:pt x="764" y="557"/>
                  </a:cubicBezTo>
                  <a:cubicBezTo>
                    <a:pt x="717" y="614"/>
                    <a:pt x="677" y="692"/>
                    <a:pt x="661" y="692"/>
                  </a:cubicBezTo>
                  <a:cubicBezTo>
                    <a:pt x="656" y="692"/>
                    <a:pt x="653" y="685"/>
                    <a:pt x="653" y="668"/>
                  </a:cubicBezTo>
                  <a:cubicBezTo>
                    <a:pt x="641" y="594"/>
                    <a:pt x="666" y="520"/>
                    <a:pt x="702" y="471"/>
                  </a:cubicBezTo>
                  <a:cubicBezTo>
                    <a:pt x="764" y="385"/>
                    <a:pt x="813" y="311"/>
                    <a:pt x="850" y="224"/>
                  </a:cubicBezTo>
                  <a:cubicBezTo>
                    <a:pt x="887" y="163"/>
                    <a:pt x="887" y="126"/>
                    <a:pt x="850" y="126"/>
                  </a:cubicBezTo>
                  <a:cubicBezTo>
                    <a:pt x="826" y="126"/>
                    <a:pt x="912" y="76"/>
                    <a:pt x="949" y="40"/>
                  </a:cubicBezTo>
                  <a:cubicBezTo>
                    <a:pt x="986" y="3"/>
                    <a:pt x="912" y="3"/>
                    <a:pt x="838" y="3"/>
                  </a:cubicBezTo>
                  <a:cubicBezTo>
                    <a:pt x="830" y="1"/>
                    <a:pt x="822" y="0"/>
                    <a:pt x="81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9" name="Google Shape;8075;p67">
              <a:extLst>
                <a:ext uri="{FF2B5EF4-FFF2-40B4-BE49-F238E27FC236}">
                  <a16:creationId xmlns:a16="http://schemas.microsoft.com/office/drawing/2014/main" id="{CB8055E5-ADFA-EFC1-3436-407AF0D3D844}"/>
                </a:ext>
              </a:extLst>
            </p:cNvPr>
            <p:cNvSpPr/>
            <p:nvPr/>
          </p:nvSpPr>
          <p:spPr>
            <a:xfrm>
              <a:off x="3194025" y="4668200"/>
              <a:ext cx="8900" cy="13200"/>
            </a:xfrm>
            <a:custGeom>
              <a:avLst/>
              <a:gdLst/>
              <a:ahLst/>
              <a:cxnLst/>
              <a:rect l="l" t="t" r="r" b="b"/>
              <a:pathLst>
                <a:path w="356" h="528" extrusionOk="0">
                  <a:moveTo>
                    <a:pt x="265" y="1"/>
                  </a:moveTo>
                  <a:cubicBezTo>
                    <a:pt x="264" y="1"/>
                    <a:pt x="262" y="2"/>
                    <a:pt x="261" y="3"/>
                  </a:cubicBezTo>
                  <a:cubicBezTo>
                    <a:pt x="199" y="53"/>
                    <a:pt x="150" y="127"/>
                    <a:pt x="100" y="200"/>
                  </a:cubicBezTo>
                  <a:cubicBezTo>
                    <a:pt x="66" y="258"/>
                    <a:pt x="0" y="463"/>
                    <a:pt x="10" y="463"/>
                  </a:cubicBezTo>
                  <a:cubicBezTo>
                    <a:pt x="11" y="463"/>
                    <a:pt x="12" y="462"/>
                    <a:pt x="14" y="459"/>
                  </a:cubicBezTo>
                  <a:cubicBezTo>
                    <a:pt x="34" y="429"/>
                    <a:pt x="126" y="344"/>
                    <a:pt x="154" y="344"/>
                  </a:cubicBezTo>
                  <a:cubicBezTo>
                    <a:pt x="161" y="344"/>
                    <a:pt x="164" y="349"/>
                    <a:pt x="162" y="361"/>
                  </a:cubicBezTo>
                  <a:cubicBezTo>
                    <a:pt x="151" y="415"/>
                    <a:pt x="112" y="527"/>
                    <a:pt x="145" y="527"/>
                  </a:cubicBezTo>
                  <a:cubicBezTo>
                    <a:pt x="149" y="527"/>
                    <a:pt x="155" y="525"/>
                    <a:pt x="162" y="521"/>
                  </a:cubicBezTo>
                  <a:cubicBezTo>
                    <a:pt x="183" y="504"/>
                    <a:pt x="198" y="500"/>
                    <a:pt x="210" y="500"/>
                  </a:cubicBezTo>
                  <a:cubicBezTo>
                    <a:pt x="221" y="500"/>
                    <a:pt x="230" y="504"/>
                    <a:pt x="238" y="504"/>
                  </a:cubicBezTo>
                  <a:cubicBezTo>
                    <a:pt x="246" y="504"/>
                    <a:pt x="252" y="500"/>
                    <a:pt x="261" y="484"/>
                  </a:cubicBezTo>
                  <a:cubicBezTo>
                    <a:pt x="273" y="435"/>
                    <a:pt x="261" y="348"/>
                    <a:pt x="285" y="299"/>
                  </a:cubicBezTo>
                  <a:cubicBezTo>
                    <a:pt x="320" y="252"/>
                    <a:pt x="355" y="150"/>
                    <a:pt x="338" y="150"/>
                  </a:cubicBezTo>
                  <a:cubicBezTo>
                    <a:pt x="337" y="150"/>
                    <a:pt x="336" y="151"/>
                    <a:pt x="335" y="151"/>
                  </a:cubicBezTo>
                  <a:cubicBezTo>
                    <a:pt x="316" y="160"/>
                    <a:pt x="248" y="205"/>
                    <a:pt x="227" y="205"/>
                  </a:cubicBezTo>
                  <a:cubicBezTo>
                    <a:pt x="220" y="205"/>
                    <a:pt x="218" y="200"/>
                    <a:pt x="224" y="188"/>
                  </a:cubicBezTo>
                  <a:cubicBezTo>
                    <a:pt x="247" y="154"/>
                    <a:pt x="280" y="1"/>
                    <a:pt x="2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0" name="Google Shape;8076;p67">
              <a:extLst>
                <a:ext uri="{FF2B5EF4-FFF2-40B4-BE49-F238E27FC236}">
                  <a16:creationId xmlns:a16="http://schemas.microsoft.com/office/drawing/2014/main" id="{30DF529D-8755-15A5-459B-41EB866BC4AC}"/>
                </a:ext>
              </a:extLst>
            </p:cNvPr>
            <p:cNvSpPr/>
            <p:nvPr/>
          </p:nvSpPr>
          <p:spPr>
            <a:xfrm>
              <a:off x="3125050" y="4534025"/>
              <a:ext cx="5275" cy="5900"/>
            </a:xfrm>
            <a:custGeom>
              <a:avLst/>
              <a:gdLst/>
              <a:ahLst/>
              <a:cxnLst/>
              <a:rect l="l" t="t" r="r" b="b"/>
              <a:pathLst>
                <a:path w="211" h="236" extrusionOk="0">
                  <a:moveTo>
                    <a:pt x="83" y="1"/>
                  </a:moveTo>
                  <a:cubicBezTo>
                    <a:pt x="69" y="1"/>
                    <a:pt x="66" y="14"/>
                    <a:pt x="87" y="35"/>
                  </a:cubicBezTo>
                  <a:cubicBezTo>
                    <a:pt x="124" y="60"/>
                    <a:pt x="124" y="84"/>
                    <a:pt x="87" y="84"/>
                  </a:cubicBezTo>
                  <a:cubicBezTo>
                    <a:pt x="63" y="84"/>
                    <a:pt x="1" y="84"/>
                    <a:pt x="63" y="121"/>
                  </a:cubicBezTo>
                  <a:cubicBezTo>
                    <a:pt x="99" y="149"/>
                    <a:pt x="142" y="236"/>
                    <a:pt x="172" y="236"/>
                  </a:cubicBezTo>
                  <a:cubicBezTo>
                    <a:pt x="182" y="236"/>
                    <a:pt x="192" y="225"/>
                    <a:pt x="198" y="195"/>
                  </a:cubicBezTo>
                  <a:cubicBezTo>
                    <a:pt x="210" y="134"/>
                    <a:pt x="149" y="60"/>
                    <a:pt x="124" y="23"/>
                  </a:cubicBezTo>
                  <a:cubicBezTo>
                    <a:pt x="109" y="7"/>
                    <a:pt x="93" y="1"/>
                    <a:pt x="8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1" name="Google Shape;8077;p67">
              <a:extLst>
                <a:ext uri="{FF2B5EF4-FFF2-40B4-BE49-F238E27FC236}">
                  <a16:creationId xmlns:a16="http://schemas.microsoft.com/office/drawing/2014/main" id="{378E6758-B382-6244-E245-11D60F0C85A9}"/>
                </a:ext>
              </a:extLst>
            </p:cNvPr>
            <p:cNvSpPr/>
            <p:nvPr/>
          </p:nvSpPr>
          <p:spPr>
            <a:xfrm>
              <a:off x="3108175" y="4548425"/>
              <a:ext cx="4050" cy="2450"/>
            </a:xfrm>
            <a:custGeom>
              <a:avLst/>
              <a:gdLst/>
              <a:ahLst/>
              <a:cxnLst/>
              <a:rect l="l" t="t" r="r" b="b"/>
              <a:pathLst>
                <a:path w="162" h="98" extrusionOk="0">
                  <a:moveTo>
                    <a:pt x="91" y="0"/>
                  </a:moveTo>
                  <a:cubicBezTo>
                    <a:pt x="47" y="0"/>
                    <a:pt x="1" y="68"/>
                    <a:pt x="11" y="88"/>
                  </a:cubicBezTo>
                  <a:cubicBezTo>
                    <a:pt x="18" y="95"/>
                    <a:pt x="28" y="98"/>
                    <a:pt x="39" y="98"/>
                  </a:cubicBezTo>
                  <a:cubicBezTo>
                    <a:pt x="88" y="98"/>
                    <a:pt x="161" y="44"/>
                    <a:pt x="121" y="14"/>
                  </a:cubicBezTo>
                  <a:cubicBezTo>
                    <a:pt x="112" y="4"/>
                    <a:pt x="101" y="0"/>
                    <a:pt x="9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2" name="Google Shape;8078;p67">
              <a:extLst>
                <a:ext uri="{FF2B5EF4-FFF2-40B4-BE49-F238E27FC236}">
                  <a16:creationId xmlns:a16="http://schemas.microsoft.com/office/drawing/2014/main" id="{42230881-05FC-8D59-4C64-97B30BAF7524}"/>
                </a:ext>
              </a:extLst>
            </p:cNvPr>
            <p:cNvSpPr/>
            <p:nvPr/>
          </p:nvSpPr>
          <p:spPr>
            <a:xfrm>
              <a:off x="3026175" y="4621675"/>
              <a:ext cx="7975" cy="4075"/>
            </a:xfrm>
            <a:custGeom>
              <a:avLst/>
              <a:gdLst/>
              <a:ahLst/>
              <a:cxnLst/>
              <a:rect l="l" t="t" r="r" b="b"/>
              <a:pathLst>
                <a:path w="319" h="163" extrusionOk="0">
                  <a:moveTo>
                    <a:pt x="153" y="0"/>
                  </a:moveTo>
                  <a:cubicBezTo>
                    <a:pt x="137" y="0"/>
                    <a:pt x="123" y="2"/>
                    <a:pt x="112" y="4"/>
                  </a:cubicBezTo>
                  <a:cubicBezTo>
                    <a:pt x="50" y="16"/>
                    <a:pt x="1" y="16"/>
                    <a:pt x="62" y="78"/>
                  </a:cubicBezTo>
                  <a:cubicBezTo>
                    <a:pt x="107" y="114"/>
                    <a:pt x="218" y="163"/>
                    <a:pt x="274" y="163"/>
                  </a:cubicBezTo>
                  <a:cubicBezTo>
                    <a:pt x="295" y="163"/>
                    <a:pt x="309" y="156"/>
                    <a:pt x="309" y="139"/>
                  </a:cubicBezTo>
                  <a:cubicBezTo>
                    <a:pt x="319" y="29"/>
                    <a:pt x="222" y="0"/>
                    <a:pt x="15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3" name="Google Shape;8079;p67">
              <a:extLst>
                <a:ext uri="{FF2B5EF4-FFF2-40B4-BE49-F238E27FC236}">
                  <a16:creationId xmlns:a16="http://schemas.microsoft.com/office/drawing/2014/main" id="{50CEDC84-F479-6E78-7585-78656E70BFD9}"/>
                </a:ext>
              </a:extLst>
            </p:cNvPr>
            <p:cNvSpPr/>
            <p:nvPr/>
          </p:nvSpPr>
          <p:spPr>
            <a:xfrm>
              <a:off x="3038500" y="4589675"/>
              <a:ext cx="7425" cy="5650"/>
            </a:xfrm>
            <a:custGeom>
              <a:avLst/>
              <a:gdLst/>
              <a:ahLst/>
              <a:cxnLst/>
              <a:rect l="l" t="t" r="r" b="b"/>
              <a:pathLst>
                <a:path w="297" h="226" extrusionOk="0">
                  <a:moveTo>
                    <a:pt x="184" y="0"/>
                  </a:moveTo>
                  <a:cubicBezTo>
                    <a:pt x="162" y="0"/>
                    <a:pt x="145" y="21"/>
                    <a:pt x="99" y="52"/>
                  </a:cubicBezTo>
                  <a:cubicBezTo>
                    <a:pt x="13" y="89"/>
                    <a:pt x="1" y="101"/>
                    <a:pt x="38" y="101"/>
                  </a:cubicBezTo>
                  <a:cubicBezTo>
                    <a:pt x="87" y="101"/>
                    <a:pt x="99" y="163"/>
                    <a:pt x="148" y="200"/>
                  </a:cubicBezTo>
                  <a:cubicBezTo>
                    <a:pt x="174" y="218"/>
                    <a:pt x="192" y="225"/>
                    <a:pt x="205" y="225"/>
                  </a:cubicBezTo>
                  <a:cubicBezTo>
                    <a:pt x="238" y="225"/>
                    <a:pt x="246" y="181"/>
                    <a:pt x="272" y="138"/>
                  </a:cubicBezTo>
                  <a:cubicBezTo>
                    <a:pt x="296" y="76"/>
                    <a:pt x="284" y="64"/>
                    <a:pt x="235" y="27"/>
                  </a:cubicBezTo>
                  <a:cubicBezTo>
                    <a:pt x="211" y="8"/>
                    <a:pt x="197" y="0"/>
                    <a:pt x="1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4" name="Google Shape;8080;p67">
              <a:extLst>
                <a:ext uri="{FF2B5EF4-FFF2-40B4-BE49-F238E27FC236}">
                  <a16:creationId xmlns:a16="http://schemas.microsoft.com/office/drawing/2014/main" id="{D31811AA-9104-C918-4951-DC73F3A2D046}"/>
                </a:ext>
              </a:extLst>
            </p:cNvPr>
            <p:cNvSpPr/>
            <p:nvPr/>
          </p:nvSpPr>
          <p:spPr>
            <a:xfrm>
              <a:off x="3036100" y="4528675"/>
              <a:ext cx="6750" cy="7800"/>
            </a:xfrm>
            <a:custGeom>
              <a:avLst/>
              <a:gdLst/>
              <a:ahLst/>
              <a:cxnLst/>
              <a:rect l="l" t="t" r="r" b="b"/>
              <a:pathLst>
                <a:path w="270" h="312" extrusionOk="0">
                  <a:moveTo>
                    <a:pt x="149" y="0"/>
                  </a:moveTo>
                  <a:cubicBezTo>
                    <a:pt x="105" y="0"/>
                    <a:pt x="90" y="37"/>
                    <a:pt x="47" y="101"/>
                  </a:cubicBezTo>
                  <a:cubicBezTo>
                    <a:pt x="0" y="184"/>
                    <a:pt x="55" y="312"/>
                    <a:pt x="124" y="312"/>
                  </a:cubicBezTo>
                  <a:cubicBezTo>
                    <a:pt x="127" y="312"/>
                    <a:pt x="130" y="311"/>
                    <a:pt x="134" y="311"/>
                  </a:cubicBezTo>
                  <a:cubicBezTo>
                    <a:pt x="269" y="286"/>
                    <a:pt x="244" y="27"/>
                    <a:pt x="171" y="3"/>
                  </a:cubicBezTo>
                  <a:cubicBezTo>
                    <a:pt x="163" y="1"/>
                    <a:pt x="156" y="0"/>
                    <a:pt x="14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5" name="Google Shape;8081;p67">
              <a:extLst>
                <a:ext uri="{FF2B5EF4-FFF2-40B4-BE49-F238E27FC236}">
                  <a16:creationId xmlns:a16="http://schemas.microsoft.com/office/drawing/2014/main" id="{82480A3B-93E7-674C-A1DC-112055EA9821}"/>
                </a:ext>
              </a:extLst>
            </p:cNvPr>
            <p:cNvSpPr/>
            <p:nvPr/>
          </p:nvSpPr>
          <p:spPr>
            <a:xfrm>
              <a:off x="3015100" y="4521975"/>
              <a:ext cx="11425" cy="8325"/>
            </a:xfrm>
            <a:custGeom>
              <a:avLst/>
              <a:gdLst/>
              <a:ahLst/>
              <a:cxnLst/>
              <a:rect l="l" t="t" r="r" b="b"/>
              <a:pathLst>
                <a:path w="457" h="333" extrusionOk="0">
                  <a:moveTo>
                    <a:pt x="418" y="1"/>
                  </a:moveTo>
                  <a:cubicBezTo>
                    <a:pt x="356" y="1"/>
                    <a:pt x="235" y="47"/>
                    <a:pt x="173" y="74"/>
                  </a:cubicBezTo>
                  <a:cubicBezTo>
                    <a:pt x="111" y="98"/>
                    <a:pt x="49" y="148"/>
                    <a:pt x="25" y="221"/>
                  </a:cubicBezTo>
                  <a:cubicBezTo>
                    <a:pt x="0" y="283"/>
                    <a:pt x="123" y="332"/>
                    <a:pt x="173" y="332"/>
                  </a:cubicBezTo>
                  <a:cubicBezTo>
                    <a:pt x="259" y="332"/>
                    <a:pt x="444" y="86"/>
                    <a:pt x="456" y="24"/>
                  </a:cubicBezTo>
                  <a:cubicBezTo>
                    <a:pt x="456" y="7"/>
                    <a:pt x="441" y="1"/>
                    <a:pt x="41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6" name="Google Shape;8082;p67">
              <a:extLst>
                <a:ext uri="{FF2B5EF4-FFF2-40B4-BE49-F238E27FC236}">
                  <a16:creationId xmlns:a16="http://schemas.microsoft.com/office/drawing/2014/main" id="{DD6B21AF-547D-3771-18AD-D05F4FC2C48E}"/>
                </a:ext>
              </a:extLst>
            </p:cNvPr>
            <p:cNvSpPr/>
            <p:nvPr/>
          </p:nvSpPr>
          <p:spPr>
            <a:xfrm>
              <a:off x="3046275" y="4516250"/>
              <a:ext cx="7300" cy="4525"/>
            </a:xfrm>
            <a:custGeom>
              <a:avLst/>
              <a:gdLst/>
              <a:ahLst/>
              <a:cxnLst/>
              <a:rect l="l" t="t" r="r" b="b"/>
              <a:pathLst>
                <a:path w="292" h="181" extrusionOk="0">
                  <a:moveTo>
                    <a:pt x="119" y="0"/>
                  </a:moveTo>
                  <a:cubicBezTo>
                    <a:pt x="102" y="0"/>
                    <a:pt x="85" y="2"/>
                    <a:pt x="72" y="7"/>
                  </a:cubicBezTo>
                  <a:cubicBezTo>
                    <a:pt x="1" y="42"/>
                    <a:pt x="134" y="180"/>
                    <a:pt x="199" y="180"/>
                  </a:cubicBezTo>
                  <a:cubicBezTo>
                    <a:pt x="202" y="180"/>
                    <a:pt x="205" y="180"/>
                    <a:pt x="207" y="179"/>
                  </a:cubicBezTo>
                  <a:cubicBezTo>
                    <a:pt x="281" y="167"/>
                    <a:pt x="269" y="105"/>
                    <a:pt x="281" y="68"/>
                  </a:cubicBezTo>
                  <a:cubicBezTo>
                    <a:pt x="291" y="38"/>
                    <a:pt x="195" y="0"/>
                    <a:pt x="11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7" name="Google Shape;8083;p67">
              <a:extLst>
                <a:ext uri="{FF2B5EF4-FFF2-40B4-BE49-F238E27FC236}">
                  <a16:creationId xmlns:a16="http://schemas.microsoft.com/office/drawing/2014/main" id="{EFD84F34-F143-B0D5-8290-52493BD7FD00}"/>
                </a:ext>
              </a:extLst>
            </p:cNvPr>
            <p:cNvSpPr/>
            <p:nvPr/>
          </p:nvSpPr>
          <p:spPr>
            <a:xfrm>
              <a:off x="2996000" y="4489475"/>
              <a:ext cx="40075" cy="31475"/>
            </a:xfrm>
            <a:custGeom>
              <a:avLst/>
              <a:gdLst/>
              <a:ahLst/>
              <a:cxnLst/>
              <a:rect l="l" t="t" r="r" b="b"/>
              <a:pathLst>
                <a:path w="1603" h="1259" extrusionOk="0">
                  <a:moveTo>
                    <a:pt x="381" y="0"/>
                  </a:moveTo>
                  <a:cubicBezTo>
                    <a:pt x="351" y="0"/>
                    <a:pt x="299" y="56"/>
                    <a:pt x="247" y="129"/>
                  </a:cubicBezTo>
                  <a:cubicBezTo>
                    <a:pt x="185" y="203"/>
                    <a:pt x="222" y="511"/>
                    <a:pt x="197" y="573"/>
                  </a:cubicBezTo>
                  <a:cubicBezTo>
                    <a:pt x="197" y="634"/>
                    <a:pt x="197" y="696"/>
                    <a:pt x="222" y="758"/>
                  </a:cubicBezTo>
                  <a:cubicBezTo>
                    <a:pt x="222" y="807"/>
                    <a:pt x="123" y="905"/>
                    <a:pt x="62" y="942"/>
                  </a:cubicBezTo>
                  <a:cubicBezTo>
                    <a:pt x="0" y="979"/>
                    <a:pt x="13" y="1016"/>
                    <a:pt x="25" y="1029"/>
                  </a:cubicBezTo>
                  <a:cubicBezTo>
                    <a:pt x="55" y="1032"/>
                    <a:pt x="83" y="1033"/>
                    <a:pt x="112" y="1033"/>
                  </a:cubicBezTo>
                  <a:cubicBezTo>
                    <a:pt x="189" y="1033"/>
                    <a:pt x="261" y="1022"/>
                    <a:pt x="333" y="1004"/>
                  </a:cubicBezTo>
                  <a:cubicBezTo>
                    <a:pt x="382" y="1004"/>
                    <a:pt x="382" y="1127"/>
                    <a:pt x="382" y="1213"/>
                  </a:cubicBezTo>
                  <a:cubicBezTo>
                    <a:pt x="382" y="1248"/>
                    <a:pt x="392" y="1259"/>
                    <a:pt x="407" y="1259"/>
                  </a:cubicBezTo>
                  <a:cubicBezTo>
                    <a:pt x="431" y="1259"/>
                    <a:pt x="468" y="1233"/>
                    <a:pt x="505" y="1226"/>
                  </a:cubicBezTo>
                  <a:cubicBezTo>
                    <a:pt x="555" y="1213"/>
                    <a:pt x="641" y="1041"/>
                    <a:pt x="690" y="1029"/>
                  </a:cubicBezTo>
                  <a:cubicBezTo>
                    <a:pt x="752" y="1029"/>
                    <a:pt x="826" y="905"/>
                    <a:pt x="863" y="868"/>
                  </a:cubicBezTo>
                  <a:cubicBezTo>
                    <a:pt x="870" y="861"/>
                    <a:pt x="878" y="858"/>
                    <a:pt x="885" y="858"/>
                  </a:cubicBezTo>
                  <a:cubicBezTo>
                    <a:pt x="915" y="858"/>
                    <a:pt x="947" y="905"/>
                    <a:pt x="986" y="905"/>
                  </a:cubicBezTo>
                  <a:cubicBezTo>
                    <a:pt x="991" y="907"/>
                    <a:pt x="997" y="907"/>
                    <a:pt x="1002" y="907"/>
                  </a:cubicBezTo>
                  <a:cubicBezTo>
                    <a:pt x="1043" y="907"/>
                    <a:pt x="1075" y="868"/>
                    <a:pt x="1097" y="868"/>
                  </a:cubicBezTo>
                  <a:cubicBezTo>
                    <a:pt x="1099" y="868"/>
                    <a:pt x="1101" y="867"/>
                    <a:pt x="1103" y="867"/>
                  </a:cubicBezTo>
                  <a:cubicBezTo>
                    <a:pt x="1129" y="867"/>
                    <a:pt x="1100" y="946"/>
                    <a:pt x="1146" y="992"/>
                  </a:cubicBezTo>
                  <a:cubicBezTo>
                    <a:pt x="1245" y="1041"/>
                    <a:pt x="1343" y="1090"/>
                    <a:pt x="1454" y="1127"/>
                  </a:cubicBezTo>
                  <a:cubicBezTo>
                    <a:pt x="1461" y="1131"/>
                    <a:pt x="1467" y="1133"/>
                    <a:pt x="1472" y="1133"/>
                  </a:cubicBezTo>
                  <a:cubicBezTo>
                    <a:pt x="1523" y="1133"/>
                    <a:pt x="1555" y="1000"/>
                    <a:pt x="1577" y="967"/>
                  </a:cubicBezTo>
                  <a:cubicBezTo>
                    <a:pt x="1602" y="942"/>
                    <a:pt x="1540" y="918"/>
                    <a:pt x="1516" y="856"/>
                  </a:cubicBezTo>
                  <a:cubicBezTo>
                    <a:pt x="1501" y="836"/>
                    <a:pt x="1476" y="830"/>
                    <a:pt x="1447" y="830"/>
                  </a:cubicBezTo>
                  <a:cubicBezTo>
                    <a:pt x="1404" y="830"/>
                    <a:pt x="1351" y="844"/>
                    <a:pt x="1306" y="844"/>
                  </a:cubicBezTo>
                  <a:cubicBezTo>
                    <a:pt x="1245" y="844"/>
                    <a:pt x="1306" y="770"/>
                    <a:pt x="1294" y="671"/>
                  </a:cubicBezTo>
                  <a:cubicBezTo>
                    <a:pt x="1294" y="560"/>
                    <a:pt x="1134" y="511"/>
                    <a:pt x="1085" y="511"/>
                  </a:cubicBezTo>
                  <a:cubicBezTo>
                    <a:pt x="1023" y="511"/>
                    <a:pt x="875" y="339"/>
                    <a:pt x="826" y="339"/>
                  </a:cubicBezTo>
                  <a:cubicBezTo>
                    <a:pt x="752" y="326"/>
                    <a:pt x="690" y="289"/>
                    <a:pt x="641" y="228"/>
                  </a:cubicBezTo>
                  <a:cubicBezTo>
                    <a:pt x="618" y="205"/>
                    <a:pt x="605" y="196"/>
                    <a:pt x="596" y="196"/>
                  </a:cubicBezTo>
                  <a:cubicBezTo>
                    <a:pt x="575" y="196"/>
                    <a:pt x="576" y="239"/>
                    <a:pt x="542" y="265"/>
                  </a:cubicBezTo>
                  <a:cubicBezTo>
                    <a:pt x="535" y="269"/>
                    <a:pt x="528" y="270"/>
                    <a:pt x="523" y="270"/>
                  </a:cubicBezTo>
                  <a:cubicBezTo>
                    <a:pt x="493" y="270"/>
                    <a:pt x="493" y="220"/>
                    <a:pt x="493" y="178"/>
                  </a:cubicBezTo>
                  <a:cubicBezTo>
                    <a:pt x="481" y="117"/>
                    <a:pt x="444" y="55"/>
                    <a:pt x="395" y="6"/>
                  </a:cubicBezTo>
                  <a:cubicBezTo>
                    <a:pt x="391" y="2"/>
                    <a:pt x="386" y="0"/>
                    <a:pt x="38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8" name="Google Shape;8084;p67">
              <a:extLst>
                <a:ext uri="{FF2B5EF4-FFF2-40B4-BE49-F238E27FC236}">
                  <a16:creationId xmlns:a16="http://schemas.microsoft.com/office/drawing/2014/main" id="{2C60283D-9B1B-C11B-6C0A-63587EE6BEDA}"/>
                </a:ext>
              </a:extLst>
            </p:cNvPr>
            <p:cNvSpPr/>
            <p:nvPr/>
          </p:nvSpPr>
          <p:spPr>
            <a:xfrm>
              <a:off x="3011225" y="4486150"/>
              <a:ext cx="7900" cy="5425"/>
            </a:xfrm>
            <a:custGeom>
              <a:avLst/>
              <a:gdLst/>
              <a:ahLst/>
              <a:cxnLst/>
              <a:rect l="l" t="t" r="r" b="b"/>
              <a:pathLst>
                <a:path w="316" h="217" extrusionOk="0">
                  <a:moveTo>
                    <a:pt x="15" y="0"/>
                  </a:moveTo>
                  <a:cubicBezTo>
                    <a:pt x="0" y="0"/>
                    <a:pt x="109" y="216"/>
                    <a:pt x="198" y="216"/>
                  </a:cubicBezTo>
                  <a:cubicBezTo>
                    <a:pt x="205" y="216"/>
                    <a:pt x="211" y="215"/>
                    <a:pt x="217" y="213"/>
                  </a:cubicBezTo>
                  <a:cubicBezTo>
                    <a:pt x="315" y="176"/>
                    <a:pt x="57" y="40"/>
                    <a:pt x="20" y="3"/>
                  </a:cubicBezTo>
                  <a:cubicBezTo>
                    <a:pt x="17" y="1"/>
                    <a:pt x="16" y="0"/>
                    <a:pt x="1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9" name="Google Shape;8085;p67">
              <a:extLst>
                <a:ext uri="{FF2B5EF4-FFF2-40B4-BE49-F238E27FC236}">
                  <a16:creationId xmlns:a16="http://schemas.microsoft.com/office/drawing/2014/main" id="{1BE901D2-BD9C-8E85-E345-B7C11A514F1F}"/>
                </a:ext>
              </a:extLst>
            </p:cNvPr>
            <p:cNvSpPr/>
            <p:nvPr/>
          </p:nvSpPr>
          <p:spPr>
            <a:xfrm>
              <a:off x="3008625" y="4488750"/>
              <a:ext cx="3600" cy="4000"/>
            </a:xfrm>
            <a:custGeom>
              <a:avLst/>
              <a:gdLst/>
              <a:ahLst/>
              <a:cxnLst/>
              <a:rect l="l" t="t" r="r" b="b"/>
              <a:pathLst>
                <a:path w="144" h="160" extrusionOk="0">
                  <a:moveTo>
                    <a:pt x="7" y="1"/>
                  </a:moveTo>
                  <a:cubicBezTo>
                    <a:pt x="3" y="1"/>
                    <a:pt x="0" y="4"/>
                    <a:pt x="0" y="10"/>
                  </a:cubicBezTo>
                  <a:cubicBezTo>
                    <a:pt x="0" y="41"/>
                    <a:pt x="35" y="160"/>
                    <a:pt x="83" y="160"/>
                  </a:cubicBezTo>
                  <a:cubicBezTo>
                    <a:pt x="92" y="160"/>
                    <a:pt x="102" y="156"/>
                    <a:pt x="111" y="146"/>
                  </a:cubicBezTo>
                  <a:cubicBezTo>
                    <a:pt x="143" y="124"/>
                    <a:pt x="36" y="1"/>
                    <a:pt x="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0" name="Google Shape;8086;p67">
              <a:extLst>
                <a:ext uri="{FF2B5EF4-FFF2-40B4-BE49-F238E27FC236}">
                  <a16:creationId xmlns:a16="http://schemas.microsoft.com/office/drawing/2014/main" id="{345B1F17-989E-83F4-C5E2-22857B0FC9B8}"/>
                </a:ext>
              </a:extLst>
            </p:cNvPr>
            <p:cNvSpPr/>
            <p:nvPr/>
          </p:nvSpPr>
          <p:spPr>
            <a:xfrm>
              <a:off x="2997225" y="4461925"/>
              <a:ext cx="4025" cy="6225"/>
            </a:xfrm>
            <a:custGeom>
              <a:avLst/>
              <a:gdLst/>
              <a:ahLst/>
              <a:cxnLst/>
              <a:rect l="l" t="t" r="r" b="b"/>
              <a:pathLst>
                <a:path w="161" h="249" extrusionOk="0">
                  <a:moveTo>
                    <a:pt x="74" y="0"/>
                  </a:moveTo>
                  <a:cubicBezTo>
                    <a:pt x="60" y="0"/>
                    <a:pt x="50" y="7"/>
                    <a:pt x="50" y="24"/>
                  </a:cubicBezTo>
                  <a:cubicBezTo>
                    <a:pt x="50" y="73"/>
                    <a:pt x="1" y="172"/>
                    <a:pt x="38" y="184"/>
                  </a:cubicBezTo>
                  <a:cubicBezTo>
                    <a:pt x="65" y="193"/>
                    <a:pt x="85" y="248"/>
                    <a:pt x="109" y="248"/>
                  </a:cubicBezTo>
                  <a:cubicBezTo>
                    <a:pt x="117" y="248"/>
                    <a:pt x="126" y="241"/>
                    <a:pt x="136" y="221"/>
                  </a:cubicBezTo>
                  <a:cubicBezTo>
                    <a:pt x="161" y="159"/>
                    <a:pt x="161" y="85"/>
                    <a:pt x="136" y="24"/>
                  </a:cubicBezTo>
                  <a:cubicBezTo>
                    <a:pt x="116" y="10"/>
                    <a:pt x="92" y="0"/>
                    <a:pt x="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1" name="Google Shape;8087;p67">
              <a:extLst>
                <a:ext uri="{FF2B5EF4-FFF2-40B4-BE49-F238E27FC236}">
                  <a16:creationId xmlns:a16="http://schemas.microsoft.com/office/drawing/2014/main" id="{C21C293D-FA58-2822-DA62-BA891B520ED7}"/>
                </a:ext>
              </a:extLst>
            </p:cNvPr>
            <p:cNvSpPr/>
            <p:nvPr/>
          </p:nvSpPr>
          <p:spPr>
            <a:xfrm>
              <a:off x="2979350" y="4390425"/>
              <a:ext cx="171425" cy="144375"/>
            </a:xfrm>
            <a:custGeom>
              <a:avLst/>
              <a:gdLst/>
              <a:ahLst/>
              <a:cxnLst/>
              <a:rect l="l" t="t" r="r" b="b"/>
              <a:pathLst>
                <a:path w="6857" h="5775" extrusionOk="0">
                  <a:moveTo>
                    <a:pt x="1011" y="0"/>
                  </a:moveTo>
                  <a:cubicBezTo>
                    <a:pt x="839" y="13"/>
                    <a:pt x="666" y="50"/>
                    <a:pt x="506" y="111"/>
                  </a:cubicBezTo>
                  <a:cubicBezTo>
                    <a:pt x="444" y="161"/>
                    <a:pt x="247" y="333"/>
                    <a:pt x="186" y="395"/>
                  </a:cubicBezTo>
                  <a:cubicBezTo>
                    <a:pt x="112" y="506"/>
                    <a:pt x="63" y="629"/>
                    <a:pt x="26" y="764"/>
                  </a:cubicBezTo>
                  <a:cubicBezTo>
                    <a:pt x="1" y="925"/>
                    <a:pt x="1" y="1085"/>
                    <a:pt x="13" y="1245"/>
                  </a:cubicBezTo>
                  <a:cubicBezTo>
                    <a:pt x="13" y="1356"/>
                    <a:pt x="334" y="1368"/>
                    <a:pt x="481" y="1368"/>
                  </a:cubicBezTo>
                  <a:cubicBezTo>
                    <a:pt x="492" y="1367"/>
                    <a:pt x="503" y="1366"/>
                    <a:pt x="514" y="1366"/>
                  </a:cubicBezTo>
                  <a:cubicBezTo>
                    <a:pt x="586" y="1366"/>
                    <a:pt x="648" y="1402"/>
                    <a:pt x="691" y="1467"/>
                  </a:cubicBezTo>
                  <a:cubicBezTo>
                    <a:pt x="740" y="1516"/>
                    <a:pt x="592" y="1541"/>
                    <a:pt x="469" y="1541"/>
                  </a:cubicBezTo>
                  <a:cubicBezTo>
                    <a:pt x="371" y="1528"/>
                    <a:pt x="284" y="1504"/>
                    <a:pt x="186" y="1467"/>
                  </a:cubicBezTo>
                  <a:cubicBezTo>
                    <a:pt x="136" y="1467"/>
                    <a:pt x="173" y="1528"/>
                    <a:pt x="198" y="1602"/>
                  </a:cubicBezTo>
                  <a:cubicBezTo>
                    <a:pt x="223" y="1676"/>
                    <a:pt x="284" y="1725"/>
                    <a:pt x="358" y="1750"/>
                  </a:cubicBezTo>
                  <a:cubicBezTo>
                    <a:pt x="432" y="1775"/>
                    <a:pt x="420" y="1812"/>
                    <a:pt x="531" y="1836"/>
                  </a:cubicBezTo>
                  <a:cubicBezTo>
                    <a:pt x="546" y="1839"/>
                    <a:pt x="560" y="1841"/>
                    <a:pt x="572" y="1841"/>
                  </a:cubicBezTo>
                  <a:cubicBezTo>
                    <a:pt x="655" y="1841"/>
                    <a:pt x="660" y="1775"/>
                    <a:pt x="703" y="1775"/>
                  </a:cubicBezTo>
                  <a:cubicBezTo>
                    <a:pt x="753" y="1775"/>
                    <a:pt x="802" y="1799"/>
                    <a:pt x="826" y="1836"/>
                  </a:cubicBezTo>
                  <a:cubicBezTo>
                    <a:pt x="888" y="1898"/>
                    <a:pt x="950" y="1935"/>
                    <a:pt x="1024" y="1947"/>
                  </a:cubicBezTo>
                  <a:cubicBezTo>
                    <a:pt x="1085" y="1947"/>
                    <a:pt x="1147" y="1935"/>
                    <a:pt x="1184" y="1935"/>
                  </a:cubicBezTo>
                  <a:cubicBezTo>
                    <a:pt x="1208" y="1935"/>
                    <a:pt x="1258" y="1984"/>
                    <a:pt x="1344" y="1984"/>
                  </a:cubicBezTo>
                  <a:cubicBezTo>
                    <a:pt x="1492" y="1984"/>
                    <a:pt x="1627" y="1997"/>
                    <a:pt x="1763" y="2033"/>
                  </a:cubicBezTo>
                  <a:cubicBezTo>
                    <a:pt x="1784" y="2055"/>
                    <a:pt x="1814" y="2068"/>
                    <a:pt x="1845" y="2068"/>
                  </a:cubicBezTo>
                  <a:cubicBezTo>
                    <a:pt x="1867" y="2068"/>
                    <a:pt x="1890" y="2061"/>
                    <a:pt x="1911" y="2046"/>
                  </a:cubicBezTo>
                  <a:cubicBezTo>
                    <a:pt x="1960" y="2033"/>
                    <a:pt x="1911" y="1997"/>
                    <a:pt x="1861" y="1972"/>
                  </a:cubicBezTo>
                  <a:cubicBezTo>
                    <a:pt x="1831" y="1941"/>
                    <a:pt x="1759" y="1919"/>
                    <a:pt x="1769" y="1919"/>
                  </a:cubicBezTo>
                  <a:cubicBezTo>
                    <a:pt x="1771" y="1919"/>
                    <a:pt x="1777" y="1920"/>
                    <a:pt x="1788" y="1923"/>
                  </a:cubicBezTo>
                  <a:cubicBezTo>
                    <a:pt x="1861" y="1935"/>
                    <a:pt x="1911" y="1997"/>
                    <a:pt x="2046" y="2033"/>
                  </a:cubicBezTo>
                  <a:cubicBezTo>
                    <a:pt x="2194" y="2070"/>
                    <a:pt x="2293" y="2218"/>
                    <a:pt x="2354" y="2255"/>
                  </a:cubicBezTo>
                  <a:cubicBezTo>
                    <a:pt x="2370" y="2266"/>
                    <a:pt x="2382" y="2270"/>
                    <a:pt x="2390" y="2270"/>
                  </a:cubicBezTo>
                  <a:cubicBezTo>
                    <a:pt x="2421" y="2270"/>
                    <a:pt x="2414" y="2213"/>
                    <a:pt x="2453" y="2194"/>
                  </a:cubicBezTo>
                  <a:cubicBezTo>
                    <a:pt x="2478" y="2169"/>
                    <a:pt x="2502" y="2132"/>
                    <a:pt x="2478" y="2095"/>
                  </a:cubicBezTo>
                  <a:cubicBezTo>
                    <a:pt x="2478" y="2092"/>
                    <a:pt x="2469" y="2090"/>
                    <a:pt x="2454" y="2090"/>
                  </a:cubicBezTo>
                  <a:cubicBezTo>
                    <a:pt x="2414" y="2090"/>
                    <a:pt x="2331" y="2102"/>
                    <a:pt x="2268" y="2120"/>
                  </a:cubicBezTo>
                  <a:cubicBezTo>
                    <a:pt x="2262" y="2121"/>
                    <a:pt x="2256" y="2121"/>
                    <a:pt x="2251" y="2121"/>
                  </a:cubicBezTo>
                  <a:cubicBezTo>
                    <a:pt x="2196" y="2121"/>
                    <a:pt x="2199" y="2065"/>
                    <a:pt x="2120" y="2009"/>
                  </a:cubicBezTo>
                  <a:cubicBezTo>
                    <a:pt x="2074" y="1976"/>
                    <a:pt x="2099" y="1964"/>
                    <a:pt x="2147" y="1964"/>
                  </a:cubicBezTo>
                  <a:cubicBezTo>
                    <a:pt x="2188" y="1964"/>
                    <a:pt x="2247" y="1973"/>
                    <a:pt x="2293" y="1984"/>
                  </a:cubicBezTo>
                  <a:cubicBezTo>
                    <a:pt x="2367" y="2021"/>
                    <a:pt x="2465" y="2046"/>
                    <a:pt x="2564" y="2046"/>
                  </a:cubicBezTo>
                  <a:cubicBezTo>
                    <a:pt x="2601" y="2033"/>
                    <a:pt x="2650" y="2046"/>
                    <a:pt x="2675" y="1984"/>
                  </a:cubicBezTo>
                  <a:cubicBezTo>
                    <a:pt x="2699" y="1923"/>
                    <a:pt x="2613" y="1849"/>
                    <a:pt x="2539" y="1824"/>
                  </a:cubicBezTo>
                  <a:cubicBezTo>
                    <a:pt x="2478" y="1799"/>
                    <a:pt x="2502" y="1775"/>
                    <a:pt x="2576" y="1775"/>
                  </a:cubicBezTo>
                  <a:cubicBezTo>
                    <a:pt x="2638" y="1775"/>
                    <a:pt x="2625" y="1775"/>
                    <a:pt x="2601" y="1738"/>
                  </a:cubicBezTo>
                  <a:cubicBezTo>
                    <a:pt x="2585" y="1714"/>
                    <a:pt x="2579" y="1700"/>
                    <a:pt x="2590" y="1700"/>
                  </a:cubicBezTo>
                  <a:cubicBezTo>
                    <a:pt x="2597" y="1700"/>
                    <a:pt x="2608" y="1704"/>
                    <a:pt x="2625" y="1713"/>
                  </a:cubicBezTo>
                  <a:cubicBezTo>
                    <a:pt x="2687" y="1750"/>
                    <a:pt x="2736" y="1836"/>
                    <a:pt x="2786" y="1886"/>
                  </a:cubicBezTo>
                  <a:cubicBezTo>
                    <a:pt x="2801" y="1901"/>
                    <a:pt x="2813" y="1907"/>
                    <a:pt x="2823" y="1907"/>
                  </a:cubicBezTo>
                  <a:cubicBezTo>
                    <a:pt x="2845" y="1907"/>
                    <a:pt x="2859" y="1878"/>
                    <a:pt x="2884" y="1861"/>
                  </a:cubicBezTo>
                  <a:cubicBezTo>
                    <a:pt x="2887" y="1859"/>
                    <a:pt x="2890" y="1859"/>
                    <a:pt x="2893" y="1859"/>
                  </a:cubicBezTo>
                  <a:cubicBezTo>
                    <a:pt x="2936" y="1859"/>
                    <a:pt x="2957" y="2025"/>
                    <a:pt x="2946" y="2083"/>
                  </a:cubicBezTo>
                  <a:cubicBezTo>
                    <a:pt x="2942" y="2100"/>
                    <a:pt x="2946" y="2107"/>
                    <a:pt x="2953" y="2107"/>
                  </a:cubicBezTo>
                  <a:cubicBezTo>
                    <a:pt x="2972" y="2107"/>
                    <a:pt x="3018" y="2064"/>
                    <a:pt x="3044" y="2046"/>
                  </a:cubicBezTo>
                  <a:cubicBezTo>
                    <a:pt x="3047" y="2045"/>
                    <a:pt x="3049" y="2045"/>
                    <a:pt x="3051" y="2045"/>
                  </a:cubicBezTo>
                  <a:cubicBezTo>
                    <a:pt x="3083" y="2045"/>
                    <a:pt x="3094" y="2122"/>
                    <a:pt x="3094" y="2157"/>
                  </a:cubicBezTo>
                  <a:cubicBezTo>
                    <a:pt x="3094" y="2194"/>
                    <a:pt x="3155" y="2169"/>
                    <a:pt x="3217" y="2231"/>
                  </a:cubicBezTo>
                  <a:cubicBezTo>
                    <a:pt x="3266" y="2280"/>
                    <a:pt x="3328" y="2317"/>
                    <a:pt x="3389" y="2342"/>
                  </a:cubicBezTo>
                  <a:cubicBezTo>
                    <a:pt x="3439" y="2366"/>
                    <a:pt x="3414" y="2391"/>
                    <a:pt x="3389" y="2440"/>
                  </a:cubicBezTo>
                  <a:cubicBezTo>
                    <a:pt x="3365" y="2473"/>
                    <a:pt x="3324" y="2478"/>
                    <a:pt x="3281" y="2478"/>
                  </a:cubicBezTo>
                  <a:cubicBezTo>
                    <a:pt x="3259" y="2478"/>
                    <a:pt x="3237" y="2477"/>
                    <a:pt x="3217" y="2477"/>
                  </a:cubicBezTo>
                  <a:cubicBezTo>
                    <a:pt x="3155" y="2477"/>
                    <a:pt x="3204" y="2576"/>
                    <a:pt x="3204" y="2637"/>
                  </a:cubicBezTo>
                  <a:cubicBezTo>
                    <a:pt x="3204" y="2651"/>
                    <a:pt x="3213" y="2657"/>
                    <a:pt x="3228" y="2657"/>
                  </a:cubicBezTo>
                  <a:cubicBezTo>
                    <a:pt x="3279" y="2657"/>
                    <a:pt x="3400" y="2584"/>
                    <a:pt x="3439" y="2526"/>
                  </a:cubicBezTo>
                  <a:cubicBezTo>
                    <a:pt x="3500" y="2465"/>
                    <a:pt x="3562" y="2489"/>
                    <a:pt x="3611" y="2477"/>
                  </a:cubicBezTo>
                  <a:cubicBezTo>
                    <a:pt x="3615" y="2476"/>
                    <a:pt x="3618" y="2475"/>
                    <a:pt x="3621" y="2475"/>
                  </a:cubicBezTo>
                  <a:cubicBezTo>
                    <a:pt x="3646" y="2475"/>
                    <a:pt x="3636" y="2523"/>
                    <a:pt x="3636" y="2600"/>
                  </a:cubicBezTo>
                  <a:cubicBezTo>
                    <a:pt x="3636" y="2637"/>
                    <a:pt x="3660" y="2687"/>
                    <a:pt x="3697" y="2711"/>
                  </a:cubicBezTo>
                  <a:cubicBezTo>
                    <a:pt x="3722" y="2736"/>
                    <a:pt x="3722" y="2822"/>
                    <a:pt x="3759" y="2871"/>
                  </a:cubicBezTo>
                  <a:cubicBezTo>
                    <a:pt x="3769" y="2882"/>
                    <a:pt x="3777" y="2886"/>
                    <a:pt x="3781" y="2886"/>
                  </a:cubicBezTo>
                  <a:cubicBezTo>
                    <a:pt x="3799" y="2886"/>
                    <a:pt x="3784" y="2827"/>
                    <a:pt x="3784" y="2797"/>
                  </a:cubicBezTo>
                  <a:cubicBezTo>
                    <a:pt x="3771" y="2773"/>
                    <a:pt x="3771" y="2748"/>
                    <a:pt x="3784" y="2723"/>
                  </a:cubicBezTo>
                  <a:cubicBezTo>
                    <a:pt x="3808" y="2699"/>
                    <a:pt x="3833" y="2674"/>
                    <a:pt x="3845" y="2637"/>
                  </a:cubicBezTo>
                  <a:cubicBezTo>
                    <a:pt x="3850" y="2631"/>
                    <a:pt x="3854" y="2628"/>
                    <a:pt x="3857" y="2628"/>
                  </a:cubicBezTo>
                  <a:cubicBezTo>
                    <a:pt x="3880" y="2628"/>
                    <a:pt x="3871" y="2766"/>
                    <a:pt x="3882" y="2810"/>
                  </a:cubicBezTo>
                  <a:cubicBezTo>
                    <a:pt x="3890" y="2832"/>
                    <a:pt x="3919" y="2836"/>
                    <a:pt x="3952" y="2836"/>
                  </a:cubicBezTo>
                  <a:cubicBezTo>
                    <a:pt x="3974" y="2836"/>
                    <a:pt x="3998" y="2834"/>
                    <a:pt x="4018" y="2834"/>
                  </a:cubicBezTo>
                  <a:cubicBezTo>
                    <a:pt x="4020" y="2834"/>
                    <a:pt x="4022" y="2833"/>
                    <a:pt x="4024" y="2833"/>
                  </a:cubicBezTo>
                  <a:cubicBezTo>
                    <a:pt x="4056" y="2833"/>
                    <a:pt x="4069" y="2926"/>
                    <a:pt x="4104" y="3007"/>
                  </a:cubicBezTo>
                  <a:cubicBezTo>
                    <a:pt x="4153" y="3105"/>
                    <a:pt x="4215" y="3278"/>
                    <a:pt x="4227" y="3327"/>
                  </a:cubicBezTo>
                  <a:cubicBezTo>
                    <a:pt x="4239" y="3377"/>
                    <a:pt x="4190" y="3401"/>
                    <a:pt x="4141" y="3450"/>
                  </a:cubicBezTo>
                  <a:cubicBezTo>
                    <a:pt x="4079" y="3500"/>
                    <a:pt x="4042" y="3512"/>
                    <a:pt x="4067" y="3561"/>
                  </a:cubicBezTo>
                  <a:cubicBezTo>
                    <a:pt x="4092" y="3598"/>
                    <a:pt x="4400" y="3623"/>
                    <a:pt x="4412" y="3623"/>
                  </a:cubicBezTo>
                  <a:cubicBezTo>
                    <a:pt x="4424" y="3623"/>
                    <a:pt x="4498" y="3487"/>
                    <a:pt x="4523" y="3463"/>
                  </a:cubicBezTo>
                  <a:cubicBezTo>
                    <a:pt x="4527" y="3459"/>
                    <a:pt x="4531" y="3457"/>
                    <a:pt x="4537" y="3457"/>
                  </a:cubicBezTo>
                  <a:cubicBezTo>
                    <a:pt x="4567" y="3457"/>
                    <a:pt x="4619" y="3509"/>
                    <a:pt x="4671" y="3561"/>
                  </a:cubicBezTo>
                  <a:cubicBezTo>
                    <a:pt x="4732" y="3635"/>
                    <a:pt x="4856" y="3660"/>
                    <a:pt x="4905" y="3685"/>
                  </a:cubicBezTo>
                  <a:cubicBezTo>
                    <a:pt x="4942" y="3722"/>
                    <a:pt x="4929" y="3771"/>
                    <a:pt x="4880" y="3808"/>
                  </a:cubicBezTo>
                  <a:cubicBezTo>
                    <a:pt x="4860" y="3820"/>
                    <a:pt x="4830" y="3824"/>
                    <a:pt x="4797" y="3824"/>
                  </a:cubicBezTo>
                  <a:cubicBezTo>
                    <a:pt x="4731" y="3824"/>
                    <a:pt x="4654" y="3808"/>
                    <a:pt x="4621" y="3808"/>
                  </a:cubicBezTo>
                  <a:cubicBezTo>
                    <a:pt x="4560" y="3808"/>
                    <a:pt x="4560" y="3894"/>
                    <a:pt x="4511" y="3931"/>
                  </a:cubicBezTo>
                  <a:cubicBezTo>
                    <a:pt x="4502" y="3938"/>
                    <a:pt x="4494" y="3941"/>
                    <a:pt x="4489" y="3941"/>
                  </a:cubicBezTo>
                  <a:cubicBezTo>
                    <a:pt x="4461" y="3941"/>
                    <a:pt x="4461" y="3876"/>
                    <a:pt x="4461" y="3795"/>
                  </a:cubicBezTo>
                  <a:cubicBezTo>
                    <a:pt x="4437" y="3709"/>
                    <a:pt x="4363" y="3648"/>
                    <a:pt x="4276" y="3648"/>
                  </a:cubicBezTo>
                  <a:cubicBezTo>
                    <a:pt x="4226" y="3633"/>
                    <a:pt x="4171" y="3627"/>
                    <a:pt x="4115" y="3627"/>
                  </a:cubicBezTo>
                  <a:cubicBezTo>
                    <a:pt x="4075" y="3627"/>
                    <a:pt x="4034" y="3630"/>
                    <a:pt x="3993" y="3635"/>
                  </a:cubicBezTo>
                  <a:cubicBezTo>
                    <a:pt x="3894" y="3697"/>
                    <a:pt x="3821" y="3771"/>
                    <a:pt x="3747" y="3857"/>
                  </a:cubicBezTo>
                  <a:cubicBezTo>
                    <a:pt x="3697" y="3919"/>
                    <a:pt x="3882" y="4067"/>
                    <a:pt x="3907" y="4140"/>
                  </a:cubicBezTo>
                  <a:cubicBezTo>
                    <a:pt x="3944" y="4214"/>
                    <a:pt x="3858" y="4165"/>
                    <a:pt x="3734" y="4214"/>
                  </a:cubicBezTo>
                  <a:cubicBezTo>
                    <a:pt x="3611" y="4264"/>
                    <a:pt x="3488" y="4288"/>
                    <a:pt x="3352" y="4288"/>
                  </a:cubicBezTo>
                  <a:cubicBezTo>
                    <a:pt x="3217" y="4276"/>
                    <a:pt x="3155" y="4202"/>
                    <a:pt x="3069" y="4202"/>
                  </a:cubicBezTo>
                  <a:cubicBezTo>
                    <a:pt x="2970" y="4202"/>
                    <a:pt x="3007" y="4214"/>
                    <a:pt x="2995" y="4264"/>
                  </a:cubicBezTo>
                  <a:cubicBezTo>
                    <a:pt x="2983" y="4313"/>
                    <a:pt x="2896" y="4375"/>
                    <a:pt x="2847" y="4412"/>
                  </a:cubicBezTo>
                  <a:cubicBezTo>
                    <a:pt x="2810" y="4485"/>
                    <a:pt x="2810" y="4559"/>
                    <a:pt x="2847" y="4633"/>
                  </a:cubicBezTo>
                  <a:cubicBezTo>
                    <a:pt x="2921" y="4683"/>
                    <a:pt x="2995" y="4720"/>
                    <a:pt x="3081" y="4744"/>
                  </a:cubicBezTo>
                  <a:cubicBezTo>
                    <a:pt x="3098" y="4752"/>
                    <a:pt x="3116" y="4755"/>
                    <a:pt x="3133" y="4755"/>
                  </a:cubicBezTo>
                  <a:cubicBezTo>
                    <a:pt x="3234" y="4755"/>
                    <a:pt x="3346" y="4652"/>
                    <a:pt x="3377" y="4621"/>
                  </a:cubicBezTo>
                  <a:cubicBezTo>
                    <a:pt x="3402" y="4596"/>
                    <a:pt x="3439" y="4596"/>
                    <a:pt x="3476" y="4596"/>
                  </a:cubicBezTo>
                  <a:cubicBezTo>
                    <a:pt x="3500" y="4596"/>
                    <a:pt x="3562" y="4646"/>
                    <a:pt x="3623" y="4658"/>
                  </a:cubicBezTo>
                  <a:cubicBezTo>
                    <a:pt x="3629" y="4659"/>
                    <a:pt x="3634" y="4660"/>
                    <a:pt x="3639" y="4660"/>
                  </a:cubicBezTo>
                  <a:cubicBezTo>
                    <a:pt x="3687" y="4660"/>
                    <a:pt x="3697" y="4605"/>
                    <a:pt x="3697" y="4572"/>
                  </a:cubicBezTo>
                  <a:cubicBezTo>
                    <a:pt x="3700" y="4565"/>
                    <a:pt x="3703" y="4562"/>
                    <a:pt x="3708" y="4562"/>
                  </a:cubicBezTo>
                  <a:cubicBezTo>
                    <a:pt x="3729" y="4562"/>
                    <a:pt x="3770" y="4610"/>
                    <a:pt x="3800" y="4610"/>
                  </a:cubicBezTo>
                  <a:cubicBezTo>
                    <a:pt x="3803" y="4610"/>
                    <a:pt x="3806" y="4609"/>
                    <a:pt x="3808" y="4609"/>
                  </a:cubicBezTo>
                  <a:cubicBezTo>
                    <a:pt x="3835" y="4609"/>
                    <a:pt x="3842" y="4583"/>
                    <a:pt x="3882" y="4583"/>
                  </a:cubicBezTo>
                  <a:cubicBezTo>
                    <a:pt x="3897" y="4583"/>
                    <a:pt x="3917" y="4586"/>
                    <a:pt x="3944" y="4596"/>
                  </a:cubicBezTo>
                  <a:cubicBezTo>
                    <a:pt x="4042" y="4646"/>
                    <a:pt x="3968" y="4633"/>
                    <a:pt x="4005" y="4670"/>
                  </a:cubicBezTo>
                  <a:cubicBezTo>
                    <a:pt x="4042" y="4707"/>
                    <a:pt x="4030" y="4720"/>
                    <a:pt x="4116" y="4793"/>
                  </a:cubicBezTo>
                  <a:cubicBezTo>
                    <a:pt x="4166" y="4843"/>
                    <a:pt x="4215" y="4880"/>
                    <a:pt x="4276" y="4917"/>
                  </a:cubicBezTo>
                  <a:cubicBezTo>
                    <a:pt x="4338" y="4941"/>
                    <a:pt x="4400" y="4978"/>
                    <a:pt x="4449" y="5028"/>
                  </a:cubicBezTo>
                  <a:cubicBezTo>
                    <a:pt x="4486" y="5077"/>
                    <a:pt x="4449" y="5089"/>
                    <a:pt x="4387" y="5101"/>
                  </a:cubicBezTo>
                  <a:cubicBezTo>
                    <a:pt x="4326" y="5126"/>
                    <a:pt x="4313" y="5101"/>
                    <a:pt x="4350" y="5151"/>
                  </a:cubicBezTo>
                  <a:cubicBezTo>
                    <a:pt x="4387" y="5200"/>
                    <a:pt x="4424" y="5225"/>
                    <a:pt x="4486" y="5249"/>
                  </a:cubicBezTo>
                  <a:cubicBezTo>
                    <a:pt x="4548" y="5274"/>
                    <a:pt x="4597" y="5311"/>
                    <a:pt x="4634" y="5360"/>
                  </a:cubicBezTo>
                  <a:cubicBezTo>
                    <a:pt x="4683" y="5410"/>
                    <a:pt x="4806" y="5385"/>
                    <a:pt x="4893" y="5410"/>
                  </a:cubicBezTo>
                  <a:cubicBezTo>
                    <a:pt x="4966" y="5434"/>
                    <a:pt x="4929" y="5459"/>
                    <a:pt x="5003" y="5533"/>
                  </a:cubicBezTo>
                  <a:cubicBezTo>
                    <a:pt x="5102" y="5594"/>
                    <a:pt x="5225" y="5644"/>
                    <a:pt x="5361" y="5644"/>
                  </a:cubicBezTo>
                  <a:cubicBezTo>
                    <a:pt x="5472" y="5656"/>
                    <a:pt x="5583" y="5705"/>
                    <a:pt x="5681" y="5767"/>
                  </a:cubicBezTo>
                  <a:cubicBezTo>
                    <a:pt x="5688" y="5772"/>
                    <a:pt x="5693" y="5775"/>
                    <a:pt x="5696" y="5775"/>
                  </a:cubicBezTo>
                  <a:cubicBezTo>
                    <a:pt x="5722" y="5775"/>
                    <a:pt x="5640" y="5608"/>
                    <a:pt x="5607" y="5520"/>
                  </a:cubicBezTo>
                  <a:cubicBezTo>
                    <a:pt x="5509" y="5410"/>
                    <a:pt x="5398" y="5323"/>
                    <a:pt x="5262" y="5237"/>
                  </a:cubicBezTo>
                  <a:cubicBezTo>
                    <a:pt x="5176" y="5175"/>
                    <a:pt x="5201" y="5212"/>
                    <a:pt x="5176" y="5138"/>
                  </a:cubicBezTo>
                  <a:cubicBezTo>
                    <a:pt x="5139" y="5077"/>
                    <a:pt x="5090" y="5077"/>
                    <a:pt x="5040" y="5015"/>
                  </a:cubicBezTo>
                  <a:cubicBezTo>
                    <a:pt x="4979" y="4954"/>
                    <a:pt x="5053" y="4978"/>
                    <a:pt x="5102" y="4966"/>
                  </a:cubicBezTo>
                  <a:cubicBezTo>
                    <a:pt x="5140" y="4958"/>
                    <a:pt x="5140" y="4941"/>
                    <a:pt x="5141" y="4941"/>
                  </a:cubicBezTo>
                  <a:cubicBezTo>
                    <a:pt x="5141" y="4941"/>
                    <a:pt x="5142" y="4947"/>
                    <a:pt x="5151" y="4966"/>
                  </a:cubicBezTo>
                  <a:cubicBezTo>
                    <a:pt x="5188" y="5015"/>
                    <a:pt x="5213" y="5065"/>
                    <a:pt x="5238" y="5114"/>
                  </a:cubicBezTo>
                  <a:cubicBezTo>
                    <a:pt x="5246" y="5130"/>
                    <a:pt x="5253" y="5137"/>
                    <a:pt x="5259" y="5137"/>
                  </a:cubicBezTo>
                  <a:cubicBezTo>
                    <a:pt x="5281" y="5137"/>
                    <a:pt x="5295" y="5054"/>
                    <a:pt x="5324" y="5015"/>
                  </a:cubicBezTo>
                  <a:cubicBezTo>
                    <a:pt x="5331" y="5008"/>
                    <a:pt x="5336" y="5005"/>
                    <a:pt x="5342" y="5005"/>
                  </a:cubicBezTo>
                  <a:cubicBezTo>
                    <a:pt x="5375" y="5005"/>
                    <a:pt x="5388" y="5126"/>
                    <a:pt x="5484" y="5200"/>
                  </a:cubicBezTo>
                  <a:cubicBezTo>
                    <a:pt x="5523" y="5231"/>
                    <a:pt x="5542" y="5243"/>
                    <a:pt x="5550" y="5243"/>
                  </a:cubicBezTo>
                  <a:cubicBezTo>
                    <a:pt x="5563" y="5243"/>
                    <a:pt x="5537" y="5203"/>
                    <a:pt x="5521" y="5163"/>
                  </a:cubicBezTo>
                  <a:cubicBezTo>
                    <a:pt x="5518" y="5149"/>
                    <a:pt x="5518" y="5143"/>
                    <a:pt x="5521" y="5143"/>
                  </a:cubicBezTo>
                  <a:cubicBezTo>
                    <a:pt x="5531" y="5143"/>
                    <a:pt x="5569" y="5211"/>
                    <a:pt x="5607" y="5249"/>
                  </a:cubicBezTo>
                  <a:cubicBezTo>
                    <a:pt x="5635" y="5277"/>
                    <a:pt x="5655" y="5293"/>
                    <a:pt x="5665" y="5293"/>
                  </a:cubicBezTo>
                  <a:cubicBezTo>
                    <a:pt x="5672" y="5293"/>
                    <a:pt x="5674" y="5283"/>
                    <a:pt x="5669" y="5262"/>
                  </a:cubicBezTo>
                  <a:cubicBezTo>
                    <a:pt x="5662" y="5249"/>
                    <a:pt x="5662" y="5244"/>
                    <a:pt x="5665" y="5244"/>
                  </a:cubicBezTo>
                  <a:cubicBezTo>
                    <a:pt x="5676" y="5244"/>
                    <a:pt x="5725" y="5290"/>
                    <a:pt x="5780" y="5336"/>
                  </a:cubicBezTo>
                  <a:cubicBezTo>
                    <a:pt x="5866" y="5397"/>
                    <a:pt x="5964" y="5471"/>
                    <a:pt x="6063" y="5520"/>
                  </a:cubicBezTo>
                  <a:cubicBezTo>
                    <a:pt x="6090" y="5538"/>
                    <a:pt x="6103" y="5546"/>
                    <a:pt x="6107" y="5546"/>
                  </a:cubicBezTo>
                  <a:cubicBezTo>
                    <a:pt x="6117" y="5546"/>
                    <a:pt x="6033" y="5472"/>
                    <a:pt x="5977" y="5397"/>
                  </a:cubicBezTo>
                  <a:cubicBezTo>
                    <a:pt x="5923" y="5335"/>
                    <a:pt x="5915" y="5291"/>
                    <a:pt x="5933" y="5291"/>
                  </a:cubicBezTo>
                  <a:cubicBezTo>
                    <a:pt x="5940" y="5291"/>
                    <a:pt x="5951" y="5297"/>
                    <a:pt x="5964" y="5311"/>
                  </a:cubicBezTo>
                  <a:cubicBezTo>
                    <a:pt x="5981" y="5339"/>
                    <a:pt x="5993" y="5351"/>
                    <a:pt x="6001" y="5351"/>
                  </a:cubicBezTo>
                  <a:cubicBezTo>
                    <a:pt x="6010" y="5351"/>
                    <a:pt x="6014" y="5332"/>
                    <a:pt x="6014" y="5299"/>
                  </a:cubicBezTo>
                  <a:cubicBezTo>
                    <a:pt x="6014" y="5225"/>
                    <a:pt x="5964" y="5163"/>
                    <a:pt x="5952" y="5028"/>
                  </a:cubicBezTo>
                  <a:cubicBezTo>
                    <a:pt x="5949" y="4989"/>
                    <a:pt x="5948" y="4972"/>
                    <a:pt x="5951" y="4972"/>
                  </a:cubicBezTo>
                  <a:cubicBezTo>
                    <a:pt x="5958" y="4972"/>
                    <a:pt x="5986" y="5074"/>
                    <a:pt x="6038" y="5188"/>
                  </a:cubicBezTo>
                  <a:cubicBezTo>
                    <a:pt x="6061" y="5234"/>
                    <a:pt x="6073" y="5252"/>
                    <a:pt x="6077" y="5252"/>
                  </a:cubicBezTo>
                  <a:cubicBezTo>
                    <a:pt x="6086" y="5252"/>
                    <a:pt x="6063" y="5162"/>
                    <a:pt x="6063" y="5077"/>
                  </a:cubicBezTo>
                  <a:cubicBezTo>
                    <a:pt x="6063" y="5021"/>
                    <a:pt x="6060" y="4998"/>
                    <a:pt x="6062" y="4998"/>
                  </a:cubicBezTo>
                  <a:lnTo>
                    <a:pt x="6062" y="4998"/>
                  </a:lnTo>
                  <a:cubicBezTo>
                    <a:pt x="6065" y="4998"/>
                    <a:pt x="6073" y="5030"/>
                    <a:pt x="6100" y="5077"/>
                  </a:cubicBezTo>
                  <a:cubicBezTo>
                    <a:pt x="6113" y="5103"/>
                    <a:pt x="6121" y="5115"/>
                    <a:pt x="6125" y="5115"/>
                  </a:cubicBezTo>
                  <a:cubicBezTo>
                    <a:pt x="6134" y="5115"/>
                    <a:pt x="6111" y="5031"/>
                    <a:pt x="6075" y="4941"/>
                  </a:cubicBezTo>
                  <a:cubicBezTo>
                    <a:pt x="6026" y="4818"/>
                    <a:pt x="5989" y="4818"/>
                    <a:pt x="5915" y="4769"/>
                  </a:cubicBezTo>
                  <a:cubicBezTo>
                    <a:pt x="5841" y="4720"/>
                    <a:pt x="5903" y="4707"/>
                    <a:pt x="5891" y="4584"/>
                  </a:cubicBezTo>
                  <a:cubicBezTo>
                    <a:pt x="5886" y="4539"/>
                    <a:pt x="5885" y="4522"/>
                    <a:pt x="5883" y="4522"/>
                  </a:cubicBezTo>
                  <a:cubicBezTo>
                    <a:pt x="5879" y="4522"/>
                    <a:pt x="5873" y="4574"/>
                    <a:pt x="5841" y="4621"/>
                  </a:cubicBezTo>
                  <a:cubicBezTo>
                    <a:pt x="5834" y="4639"/>
                    <a:pt x="5828" y="4646"/>
                    <a:pt x="5824" y="4646"/>
                  </a:cubicBezTo>
                  <a:cubicBezTo>
                    <a:pt x="5808" y="4646"/>
                    <a:pt x="5814" y="4537"/>
                    <a:pt x="5804" y="4498"/>
                  </a:cubicBezTo>
                  <a:cubicBezTo>
                    <a:pt x="5799" y="4482"/>
                    <a:pt x="5794" y="4475"/>
                    <a:pt x="5787" y="4475"/>
                  </a:cubicBezTo>
                  <a:cubicBezTo>
                    <a:pt x="5777" y="4475"/>
                    <a:pt x="5764" y="4489"/>
                    <a:pt x="5743" y="4510"/>
                  </a:cubicBezTo>
                  <a:cubicBezTo>
                    <a:pt x="5733" y="4523"/>
                    <a:pt x="5725" y="4528"/>
                    <a:pt x="5719" y="4528"/>
                  </a:cubicBezTo>
                  <a:cubicBezTo>
                    <a:pt x="5699" y="4528"/>
                    <a:pt x="5687" y="4482"/>
                    <a:pt x="5669" y="4436"/>
                  </a:cubicBezTo>
                  <a:cubicBezTo>
                    <a:pt x="5659" y="4407"/>
                    <a:pt x="5651" y="4397"/>
                    <a:pt x="5645" y="4397"/>
                  </a:cubicBezTo>
                  <a:cubicBezTo>
                    <a:pt x="5634" y="4397"/>
                    <a:pt x="5627" y="4421"/>
                    <a:pt x="5619" y="4436"/>
                  </a:cubicBezTo>
                  <a:cubicBezTo>
                    <a:pt x="5619" y="4439"/>
                    <a:pt x="5616" y="4441"/>
                    <a:pt x="5610" y="4441"/>
                  </a:cubicBezTo>
                  <a:cubicBezTo>
                    <a:pt x="5592" y="4441"/>
                    <a:pt x="5552" y="4425"/>
                    <a:pt x="5533" y="4387"/>
                  </a:cubicBezTo>
                  <a:cubicBezTo>
                    <a:pt x="5496" y="4338"/>
                    <a:pt x="5472" y="4288"/>
                    <a:pt x="5447" y="4227"/>
                  </a:cubicBezTo>
                  <a:cubicBezTo>
                    <a:pt x="5410" y="4128"/>
                    <a:pt x="5398" y="4116"/>
                    <a:pt x="5361" y="4116"/>
                  </a:cubicBezTo>
                  <a:cubicBezTo>
                    <a:pt x="5324" y="4116"/>
                    <a:pt x="5299" y="4103"/>
                    <a:pt x="5213" y="3943"/>
                  </a:cubicBezTo>
                  <a:cubicBezTo>
                    <a:pt x="5166" y="3868"/>
                    <a:pt x="5153" y="3841"/>
                    <a:pt x="5157" y="3841"/>
                  </a:cubicBezTo>
                  <a:cubicBezTo>
                    <a:pt x="5161" y="3841"/>
                    <a:pt x="5187" y="3874"/>
                    <a:pt x="5213" y="3906"/>
                  </a:cubicBezTo>
                  <a:cubicBezTo>
                    <a:pt x="5250" y="3943"/>
                    <a:pt x="5299" y="3980"/>
                    <a:pt x="5361" y="3980"/>
                  </a:cubicBezTo>
                  <a:cubicBezTo>
                    <a:pt x="5410" y="3980"/>
                    <a:pt x="5459" y="3956"/>
                    <a:pt x="5435" y="3882"/>
                  </a:cubicBezTo>
                  <a:cubicBezTo>
                    <a:pt x="5410" y="3808"/>
                    <a:pt x="5324" y="3795"/>
                    <a:pt x="5385" y="3795"/>
                  </a:cubicBezTo>
                  <a:cubicBezTo>
                    <a:pt x="5394" y="3797"/>
                    <a:pt x="5399" y="3798"/>
                    <a:pt x="5403" y="3798"/>
                  </a:cubicBezTo>
                  <a:cubicBezTo>
                    <a:pt x="5426" y="3798"/>
                    <a:pt x="5366" y="3766"/>
                    <a:pt x="5398" y="3734"/>
                  </a:cubicBezTo>
                  <a:cubicBezTo>
                    <a:pt x="5435" y="3709"/>
                    <a:pt x="5398" y="3672"/>
                    <a:pt x="5447" y="3672"/>
                  </a:cubicBezTo>
                  <a:cubicBezTo>
                    <a:pt x="5509" y="3672"/>
                    <a:pt x="5521" y="3697"/>
                    <a:pt x="5570" y="3771"/>
                  </a:cubicBezTo>
                  <a:cubicBezTo>
                    <a:pt x="5619" y="3845"/>
                    <a:pt x="5644" y="3795"/>
                    <a:pt x="5693" y="3845"/>
                  </a:cubicBezTo>
                  <a:cubicBezTo>
                    <a:pt x="5705" y="3864"/>
                    <a:pt x="5717" y="3871"/>
                    <a:pt x="5729" y="3871"/>
                  </a:cubicBezTo>
                  <a:cubicBezTo>
                    <a:pt x="5755" y="3871"/>
                    <a:pt x="5783" y="3837"/>
                    <a:pt x="5817" y="3820"/>
                  </a:cubicBezTo>
                  <a:cubicBezTo>
                    <a:pt x="5833" y="3808"/>
                    <a:pt x="5845" y="3802"/>
                    <a:pt x="5853" y="3802"/>
                  </a:cubicBezTo>
                  <a:cubicBezTo>
                    <a:pt x="5867" y="3802"/>
                    <a:pt x="5862" y="3824"/>
                    <a:pt x="5829" y="3857"/>
                  </a:cubicBezTo>
                  <a:cubicBezTo>
                    <a:pt x="5767" y="3919"/>
                    <a:pt x="5792" y="3894"/>
                    <a:pt x="5743" y="3943"/>
                  </a:cubicBezTo>
                  <a:cubicBezTo>
                    <a:pt x="5730" y="3956"/>
                    <a:pt x="5733" y="3962"/>
                    <a:pt x="5749" y="3962"/>
                  </a:cubicBezTo>
                  <a:cubicBezTo>
                    <a:pt x="5781" y="3962"/>
                    <a:pt x="5866" y="3935"/>
                    <a:pt x="5989" y="3869"/>
                  </a:cubicBezTo>
                  <a:cubicBezTo>
                    <a:pt x="6051" y="3835"/>
                    <a:pt x="6081" y="3822"/>
                    <a:pt x="6091" y="3822"/>
                  </a:cubicBezTo>
                  <a:cubicBezTo>
                    <a:pt x="6114" y="3822"/>
                    <a:pt x="6040" y="3885"/>
                    <a:pt x="5989" y="3919"/>
                  </a:cubicBezTo>
                  <a:cubicBezTo>
                    <a:pt x="5928" y="3956"/>
                    <a:pt x="5866" y="3931"/>
                    <a:pt x="5854" y="4042"/>
                  </a:cubicBezTo>
                  <a:cubicBezTo>
                    <a:pt x="5848" y="4086"/>
                    <a:pt x="5857" y="4098"/>
                    <a:pt x="5874" y="4098"/>
                  </a:cubicBezTo>
                  <a:cubicBezTo>
                    <a:pt x="5896" y="4098"/>
                    <a:pt x="5930" y="4079"/>
                    <a:pt x="5964" y="4079"/>
                  </a:cubicBezTo>
                  <a:cubicBezTo>
                    <a:pt x="6026" y="4079"/>
                    <a:pt x="5964" y="4128"/>
                    <a:pt x="5964" y="4190"/>
                  </a:cubicBezTo>
                  <a:cubicBezTo>
                    <a:pt x="5964" y="4229"/>
                    <a:pt x="5978" y="4244"/>
                    <a:pt x="5995" y="4244"/>
                  </a:cubicBezTo>
                  <a:cubicBezTo>
                    <a:pt x="6010" y="4244"/>
                    <a:pt x="6027" y="4232"/>
                    <a:pt x="6038" y="4214"/>
                  </a:cubicBezTo>
                  <a:cubicBezTo>
                    <a:pt x="6048" y="4204"/>
                    <a:pt x="6053" y="4200"/>
                    <a:pt x="6054" y="4200"/>
                  </a:cubicBezTo>
                  <a:lnTo>
                    <a:pt x="6054" y="4200"/>
                  </a:lnTo>
                  <a:cubicBezTo>
                    <a:pt x="6057" y="4200"/>
                    <a:pt x="6035" y="4234"/>
                    <a:pt x="6026" y="4288"/>
                  </a:cubicBezTo>
                  <a:cubicBezTo>
                    <a:pt x="6020" y="4319"/>
                    <a:pt x="6029" y="4334"/>
                    <a:pt x="6043" y="4334"/>
                  </a:cubicBezTo>
                  <a:cubicBezTo>
                    <a:pt x="6057" y="4334"/>
                    <a:pt x="6075" y="4319"/>
                    <a:pt x="6088" y="4288"/>
                  </a:cubicBezTo>
                  <a:cubicBezTo>
                    <a:pt x="6102" y="4260"/>
                    <a:pt x="6112" y="4250"/>
                    <a:pt x="6123" y="4250"/>
                  </a:cubicBezTo>
                  <a:cubicBezTo>
                    <a:pt x="6141" y="4250"/>
                    <a:pt x="6160" y="4278"/>
                    <a:pt x="6199" y="4301"/>
                  </a:cubicBezTo>
                  <a:cubicBezTo>
                    <a:pt x="6260" y="4338"/>
                    <a:pt x="6273" y="4362"/>
                    <a:pt x="6334" y="4412"/>
                  </a:cubicBezTo>
                  <a:cubicBezTo>
                    <a:pt x="6346" y="4417"/>
                    <a:pt x="6354" y="4420"/>
                    <a:pt x="6359" y="4420"/>
                  </a:cubicBezTo>
                  <a:cubicBezTo>
                    <a:pt x="6387" y="4420"/>
                    <a:pt x="6334" y="4341"/>
                    <a:pt x="6334" y="4227"/>
                  </a:cubicBezTo>
                  <a:cubicBezTo>
                    <a:pt x="6334" y="4172"/>
                    <a:pt x="6334" y="4154"/>
                    <a:pt x="6337" y="4154"/>
                  </a:cubicBezTo>
                  <a:cubicBezTo>
                    <a:pt x="6341" y="4154"/>
                    <a:pt x="6351" y="4182"/>
                    <a:pt x="6371" y="4202"/>
                  </a:cubicBezTo>
                  <a:cubicBezTo>
                    <a:pt x="6379" y="4208"/>
                    <a:pt x="6386" y="4211"/>
                    <a:pt x="6391" y="4211"/>
                  </a:cubicBezTo>
                  <a:cubicBezTo>
                    <a:pt x="6419" y="4211"/>
                    <a:pt x="6412" y="4139"/>
                    <a:pt x="6371" y="4067"/>
                  </a:cubicBezTo>
                  <a:cubicBezTo>
                    <a:pt x="6351" y="4026"/>
                    <a:pt x="6342" y="4008"/>
                    <a:pt x="6348" y="4008"/>
                  </a:cubicBezTo>
                  <a:cubicBezTo>
                    <a:pt x="6353" y="4008"/>
                    <a:pt x="6368" y="4020"/>
                    <a:pt x="6396" y="4042"/>
                  </a:cubicBezTo>
                  <a:cubicBezTo>
                    <a:pt x="6416" y="4068"/>
                    <a:pt x="6446" y="4081"/>
                    <a:pt x="6476" y="4081"/>
                  </a:cubicBezTo>
                  <a:cubicBezTo>
                    <a:pt x="6501" y="4081"/>
                    <a:pt x="6526" y="4071"/>
                    <a:pt x="6544" y="4054"/>
                  </a:cubicBezTo>
                  <a:cubicBezTo>
                    <a:pt x="6593" y="4030"/>
                    <a:pt x="6568" y="4005"/>
                    <a:pt x="6507" y="3943"/>
                  </a:cubicBezTo>
                  <a:cubicBezTo>
                    <a:pt x="6474" y="3917"/>
                    <a:pt x="6476" y="3902"/>
                    <a:pt x="6494" y="3902"/>
                  </a:cubicBezTo>
                  <a:cubicBezTo>
                    <a:pt x="6510" y="3902"/>
                    <a:pt x="6539" y="3914"/>
                    <a:pt x="6568" y="3943"/>
                  </a:cubicBezTo>
                  <a:cubicBezTo>
                    <a:pt x="6593" y="3964"/>
                    <a:pt x="6605" y="3971"/>
                    <a:pt x="6612" y="3971"/>
                  </a:cubicBezTo>
                  <a:cubicBezTo>
                    <a:pt x="6624" y="3971"/>
                    <a:pt x="6613" y="3943"/>
                    <a:pt x="6630" y="3943"/>
                  </a:cubicBezTo>
                  <a:cubicBezTo>
                    <a:pt x="6654" y="3943"/>
                    <a:pt x="6679" y="3919"/>
                    <a:pt x="6618" y="3869"/>
                  </a:cubicBezTo>
                  <a:cubicBezTo>
                    <a:pt x="6568" y="3808"/>
                    <a:pt x="6667" y="3795"/>
                    <a:pt x="6753" y="3795"/>
                  </a:cubicBezTo>
                  <a:cubicBezTo>
                    <a:pt x="6839" y="3795"/>
                    <a:pt x="6827" y="3771"/>
                    <a:pt x="6778" y="3734"/>
                  </a:cubicBezTo>
                  <a:cubicBezTo>
                    <a:pt x="6731" y="3696"/>
                    <a:pt x="6748" y="3680"/>
                    <a:pt x="6770" y="3680"/>
                  </a:cubicBezTo>
                  <a:cubicBezTo>
                    <a:pt x="6777" y="3680"/>
                    <a:pt x="6784" y="3682"/>
                    <a:pt x="6790" y="3685"/>
                  </a:cubicBezTo>
                  <a:cubicBezTo>
                    <a:pt x="6798" y="3688"/>
                    <a:pt x="6808" y="3691"/>
                    <a:pt x="6817" y="3691"/>
                  </a:cubicBezTo>
                  <a:cubicBezTo>
                    <a:pt x="6838" y="3691"/>
                    <a:pt x="6856" y="3678"/>
                    <a:pt x="6839" y="3635"/>
                  </a:cubicBezTo>
                  <a:cubicBezTo>
                    <a:pt x="6827" y="3561"/>
                    <a:pt x="6753" y="3524"/>
                    <a:pt x="6728" y="3450"/>
                  </a:cubicBezTo>
                  <a:cubicBezTo>
                    <a:pt x="6720" y="3426"/>
                    <a:pt x="6712" y="3418"/>
                    <a:pt x="6703" y="3418"/>
                  </a:cubicBezTo>
                  <a:cubicBezTo>
                    <a:pt x="6684" y="3418"/>
                    <a:pt x="6659" y="3454"/>
                    <a:pt x="6618" y="3463"/>
                  </a:cubicBezTo>
                  <a:cubicBezTo>
                    <a:pt x="6593" y="3469"/>
                    <a:pt x="6571" y="3475"/>
                    <a:pt x="6561" y="3475"/>
                  </a:cubicBezTo>
                  <a:cubicBezTo>
                    <a:pt x="6550" y="3475"/>
                    <a:pt x="6550" y="3469"/>
                    <a:pt x="6568" y="3450"/>
                  </a:cubicBezTo>
                  <a:cubicBezTo>
                    <a:pt x="6589" y="3429"/>
                    <a:pt x="6602" y="3399"/>
                    <a:pt x="6581" y="3399"/>
                  </a:cubicBezTo>
                  <a:cubicBezTo>
                    <a:pt x="6577" y="3399"/>
                    <a:pt x="6573" y="3399"/>
                    <a:pt x="6568" y="3401"/>
                  </a:cubicBezTo>
                  <a:cubicBezTo>
                    <a:pt x="6562" y="3403"/>
                    <a:pt x="6556" y="3404"/>
                    <a:pt x="6549" y="3404"/>
                  </a:cubicBezTo>
                  <a:cubicBezTo>
                    <a:pt x="6514" y="3404"/>
                    <a:pt x="6470" y="3379"/>
                    <a:pt x="6408" y="3327"/>
                  </a:cubicBezTo>
                  <a:cubicBezTo>
                    <a:pt x="6377" y="3303"/>
                    <a:pt x="6359" y="3296"/>
                    <a:pt x="6331" y="3296"/>
                  </a:cubicBezTo>
                  <a:cubicBezTo>
                    <a:pt x="6303" y="3296"/>
                    <a:pt x="6266" y="3303"/>
                    <a:pt x="6199" y="3303"/>
                  </a:cubicBezTo>
                  <a:cubicBezTo>
                    <a:pt x="6063" y="3290"/>
                    <a:pt x="6125" y="3303"/>
                    <a:pt x="6149" y="3253"/>
                  </a:cubicBezTo>
                  <a:cubicBezTo>
                    <a:pt x="6174" y="3216"/>
                    <a:pt x="6174" y="3216"/>
                    <a:pt x="6125" y="3167"/>
                  </a:cubicBezTo>
                  <a:cubicBezTo>
                    <a:pt x="6102" y="3137"/>
                    <a:pt x="6066" y="3121"/>
                    <a:pt x="6031" y="3121"/>
                  </a:cubicBezTo>
                  <a:cubicBezTo>
                    <a:pt x="6007" y="3121"/>
                    <a:pt x="5984" y="3128"/>
                    <a:pt x="5964" y="3142"/>
                  </a:cubicBezTo>
                  <a:cubicBezTo>
                    <a:pt x="5953" y="3149"/>
                    <a:pt x="5944" y="3152"/>
                    <a:pt x="5938" y="3152"/>
                  </a:cubicBezTo>
                  <a:cubicBezTo>
                    <a:pt x="5911" y="3152"/>
                    <a:pt x="5928" y="3096"/>
                    <a:pt x="5928" y="3056"/>
                  </a:cubicBezTo>
                  <a:cubicBezTo>
                    <a:pt x="5928" y="3038"/>
                    <a:pt x="5924" y="3030"/>
                    <a:pt x="5919" y="3030"/>
                  </a:cubicBezTo>
                  <a:cubicBezTo>
                    <a:pt x="5906" y="3030"/>
                    <a:pt x="5883" y="3071"/>
                    <a:pt x="5866" y="3105"/>
                  </a:cubicBezTo>
                  <a:cubicBezTo>
                    <a:pt x="5862" y="3113"/>
                    <a:pt x="5859" y="3116"/>
                    <a:pt x="5856" y="3116"/>
                  </a:cubicBezTo>
                  <a:cubicBezTo>
                    <a:pt x="5838" y="3116"/>
                    <a:pt x="5831" y="3015"/>
                    <a:pt x="5841" y="2995"/>
                  </a:cubicBezTo>
                  <a:cubicBezTo>
                    <a:pt x="5841" y="2992"/>
                    <a:pt x="5839" y="2991"/>
                    <a:pt x="5836" y="2991"/>
                  </a:cubicBezTo>
                  <a:cubicBezTo>
                    <a:pt x="5820" y="2991"/>
                    <a:pt x="5771" y="3015"/>
                    <a:pt x="5730" y="3056"/>
                  </a:cubicBezTo>
                  <a:cubicBezTo>
                    <a:pt x="5724" y="3063"/>
                    <a:pt x="5718" y="3065"/>
                    <a:pt x="5712" y="3065"/>
                  </a:cubicBezTo>
                  <a:cubicBezTo>
                    <a:pt x="5674" y="3065"/>
                    <a:pt x="5650" y="2939"/>
                    <a:pt x="5607" y="2896"/>
                  </a:cubicBezTo>
                  <a:cubicBezTo>
                    <a:pt x="5533" y="2847"/>
                    <a:pt x="5459" y="2810"/>
                    <a:pt x="5373" y="2810"/>
                  </a:cubicBezTo>
                  <a:cubicBezTo>
                    <a:pt x="5287" y="2785"/>
                    <a:pt x="5238" y="2711"/>
                    <a:pt x="5164" y="2711"/>
                  </a:cubicBezTo>
                  <a:cubicBezTo>
                    <a:pt x="5102" y="2711"/>
                    <a:pt x="5077" y="2637"/>
                    <a:pt x="5127" y="2600"/>
                  </a:cubicBezTo>
                  <a:cubicBezTo>
                    <a:pt x="5176" y="2576"/>
                    <a:pt x="5213" y="2539"/>
                    <a:pt x="5262" y="2514"/>
                  </a:cubicBezTo>
                  <a:cubicBezTo>
                    <a:pt x="5299" y="2477"/>
                    <a:pt x="5225" y="2477"/>
                    <a:pt x="5139" y="2477"/>
                  </a:cubicBezTo>
                  <a:cubicBezTo>
                    <a:pt x="5053" y="2477"/>
                    <a:pt x="5053" y="2477"/>
                    <a:pt x="5090" y="2452"/>
                  </a:cubicBezTo>
                  <a:cubicBezTo>
                    <a:pt x="5127" y="2425"/>
                    <a:pt x="5171" y="2411"/>
                    <a:pt x="5221" y="2411"/>
                  </a:cubicBezTo>
                  <a:cubicBezTo>
                    <a:pt x="5238" y="2411"/>
                    <a:pt x="5256" y="2412"/>
                    <a:pt x="5274" y="2415"/>
                  </a:cubicBezTo>
                  <a:cubicBezTo>
                    <a:pt x="5324" y="2422"/>
                    <a:pt x="5370" y="2425"/>
                    <a:pt x="5416" y="2425"/>
                  </a:cubicBezTo>
                  <a:cubicBezTo>
                    <a:pt x="5462" y="2425"/>
                    <a:pt x="5509" y="2422"/>
                    <a:pt x="5558" y="2415"/>
                  </a:cubicBezTo>
                  <a:cubicBezTo>
                    <a:pt x="5632" y="2403"/>
                    <a:pt x="5533" y="2342"/>
                    <a:pt x="5472" y="2329"/>
                  </a:cubicBezTo>
                  <a:cubicBezTo>
                    <a:pt x="5398" y="2305"/>
                    <a:pt x="5262" y="2305"/>
                    <a:pt x="5213" y="2280"/>
                  </a:cubicBezTo>
                  <a:cubicBezTo>
                    <a:pt x="5141" y="2262"/>
                    <a:pt x="5069" y="2250"/>
                    <a:pt x="4996" y="2250"/>
                  </a:cubicBezTo>
                  <a:cubicBezTo>
                    <a:pt x="4970" y="2250"/>
                    <a:pt x="4944" y="2252"/>
                    <a:pt x="4917" y="2255"/>
                  </a:cubicBezTo>
                  <a:cubicBezTo>
                    <a:pt x="4782" y="2255"/>
                    <a:pt x="5053" y="2218"/>
                    <a:pt x="5127" y="2218"/>
                  </a:cubicBezTo>
                  <a:cubicBezTo>
                    <a:pt x="5188" y="2218"/>
                    <a:pt x="5188" y="2181"/>
                    <a:pt x="5274" y="2157"/>
                  </a:cubicBezTo>
                  <a:cubicBezTo>
                    <a:pt x="5303" y="2142"/>
                    <a:pt x="5336" y="2136"/>
                    <a:pt x="5369" y="2136"/>
                  </a:cubicBezTo>
                  <a:cubicBezTo>
                    <a:pt x="5392" y="2136"/>
                    <a:pt x="5414" y="2139"/>
                    <a:pt x="5435" y="2144"/>
                  </a:cubicBezTo>
                  <a:cubicBezTo>
                    <a:pt x="5509" y="2144"/>
                    <a:pt x="5299" y="1898"/>
                    <a:pt x="5250" y="1861"/>
                  </a:cubicBezTo>
                  <a:cubicBezTo>
                    <a:pt x="5241" y="1856"/>
                    <a:pt x="5232" y="1854"/>
                    <a:pt x="5225" y="1854"/>
                  </a:cubicBezTo>
                  <a:cubicBezTo>
                    <a:pt x="5192" y="1854"/>
                    <a:pt x="5176" y="1893"/>
                    <a:pt x="5176" y="1923"/>
                  </a:cubicBezTo>
                  <a:cubicBezTo>
                    <a:pt x="5176" y="1960"/>
                    <a:pt x="5151" y="1984"/>
                    <a:pt x="4905" y="2095"/>
                  </a:cubicBezTo>
                  <a:cubicBezTo>
                    <a:pt x="4836" y="2129"/>
                    <a:pt x="4807" y="2142"/>
                    <a:pt x="4801" y="2142"/>
                  </a:cubicBezTo>
                  <a:cubicBezTo>
                    <a:pt x="4786" y="2142"/>
                    <a:pt x="4931" y="2058"/>
                    <a:pt x="4966" y="2058"/>
                  </a:cubicBezTo>
                  <a:cubicBezTo>
                    <a:pt x="5003" y="2046"/>
                    <a:pt x="5090" y="1972"/>
                    <a:pt x="5077" y="1947"/>
                  </a:cubicBezTo>
                  <a:cubicBezTo>
                    <a:pt x="5070" y="1940"/>
                    <a:pt x="5029" y="1898"/>
                    <a:pt x="4965" y="1898"/>
                  </a:cubicBezTo>
                  <a:cubicBezTo>
                    <a:pt x="4921" y="1898"/>
                    <a:pt x="4867" y="1918"/>
                    <a:pt x="4806" y="1984"/>
                  </a:cubicBezTo>
                  <a:cubicBezTo>
                    <a:pt x="4751" y="2044"/>
                    <a:pt x="4722" y="2066"/>
                    <a:pt x="4713" y="2066"/>
                  </a:cubicBezTo>
                  <a:cubicBezTo>
                    <a:pt x="4699" y="2066"/>
                    <a:pt x="4726" y="2021"/>
                    <a:pt x="4769" y="1984"/>
                  </a:cubicBezTo>
                  <a:cubicBezTo>
                    <a:pt x="4843" y="1923"/>
                    <a:pt x="4917" y="1873"/>
                    <a:pt x="4991" y="1849"/>
                  </a:cubicBezTo>
                  <a:cubicBezTo>
                    <a:pt x="5065" y="1836"/>
                    <a:pt x="5127" y="1799"/>
                    <a:pt x="5102" y="1738"/>
                  </a:cubicBezTo>
                  <a:cubicBezTo>
                    <a:pt x="5085" y="1687"/>
                    <a:pt x="5033" y="1654"/>
                    <a:pt x="4943" y="1654"/>
                  </a:cubicBezTo>
                  <a:cubicBezTo>
                    <a:pt x="4901" y="1654"/>
                    <a:pt x="4852" y="1661"/>
                    <a:pt x="4794" y="1676"/>
                  </a:cubicBezTo>
                  <a:cubicBezTo>
                    <a:pt x="4752" y="1687"/>
                    <a:pt x="4727" y="1692"/>
                    <a:pt x="4716" y="1692"/>
                  </a:cubicBezTo>
                  <a:cubicBezTo>
                    <a:pt x="4675" y="1692"/>
                    <a:pt x="4775" y="1637"/>
                    <a:pt x="4794" y="1590"/>
                  </a:cubicBezTo>
                  <a:cubicBezTo>
                    <a:pt x="4801" y="1568"/>
                    <a:pt x="4795" y="1559"/>
                    <a:pt x="4782" y="1559"/>
                  </a:cubicBezTo>
                  <a:cubicBezTo>
                    <a:pt x="4751" y="1559"/>
                    <a:pt x="4677" y="1608"/>
                    <a:pt x="4634" y="1652"/>
                  </a:cubicBezTo>
                  <a:cubicBezTo>
                    <a:pt x="4572" y="1713"/>
                    <a:pt x="4511" y="1713"/>
                    <a:pt x="4461" y="1886"/>
                  </a:cubicBezTo>
                  <a:cubicBezTo>
                    <a:pt x="4446" y="1932"/>
                    <a:pt x="4437" y="1949"/>
                    <a:pt x="4434" y="1949"/>
                  </a:cubicBezTo>
                  <a:cubicBezTo>
                    <a:pt x="4422" y="1949"/>
                    <a:pt x="4452" y="1787"/>
                    <a:pt x="4461" y="1750"/>
                  </a:cubicBezTo>
                  <a:cubicBezTo>
                    <a:pt x="4468" y="1736"/>
                    <a:pt x="4468" y="1730"/>
                    <a:pt x="4463" y="1730"/>
                  </a:cubicBezTo>
                  <a:cubicBezTo>
                    <a:pt x="4450" y="1730"/>
                    <a:pt x="4403" y="1768"/>
                    <a:pt x="4350" y="1812"/>
                  </a:cubicBezTo>
                  <a:cubicBezTo>
                    <a:pt x="4333" y="1823"/>
                    <a:pt x="4324" y="1828"/>
                    <a:pt x="4321" y="1828"/>
                  </a:cubicBezTo>
                  <a:cubicBezTo>
                    <a:pt x="4310" y="1828"/>
                    <a:pt x="4364" y="1773"/>
                    <a:pt x="4412" y="1725"/>
                  </a:cubicBezTo>
                  <a:cubicBezTo>
                    <a:pt x="4486" y="1676"/>
                    <a:pt x="4498" y="1713"/>
                    <a:pt x="4572" y="1627"/>
                  </a:cubicBezTo>
                  <a:cubicBezTo>
                    <a:pt x="4634" y="1541"/>
                    <a:pt x="4597" y="1541"/>
                    <a:pt x="4572" y="1479"/>
                  </a:cubicBezTo>
                  <a:cubicBezTo>
                    <a:pt x="4562" y="1459"/>
                    <a:pt x="4553" y="1451"/>
                    <a:pt x="4544" y="1451"/>
                  </a:cubicBezTo>
                  <a:cubicBezTo>
                    <a:pt x="4521" y="1451"/>
                    <a:pt x="4501" y="1511"/>
                    <a:pt x="4474" y="1565"/>
                  </a:cubicBezTo>
                  <a:cubicBezTo>
                    <a:pt x="4437" y="1627"/>
                    <a:pt x="4326" y="1602"/>
                    <a:pt x="4239" y="1652"/>
                  </a:cubicBezTo>
                  <a:cubicBezTo>
                    <a:pt x="4224" y="1660"/>
                    <a:pt x="4215" y="1664"/>
                    <a:pt x="4211" y="1664"/>
                  </a:cubicBezTo>
                  <a:cubicBezTo>
                    <a:pt x="4191" y="1664"/>
                    <a:pt x="4275" y="1586"/>
                    <a:pt x="4326" y="1565"/>
                  </a:cubicBezTo>
                  <a:cubicBezTo>
                    <a:pt x="4387" y="1528"/>
                    <a:pt x="4449" y="1516"/>
                    <a:pt x="4387" y="1504"/>
                  </a:cubicBezTo>
                  <a:cubicBezTo>
                    <a:pt x="4375" y="1502"/>
                    <a:pt x="4362" y="1501"/>
                    <a:pt x="4350" y="1501"/>
                  </a:cubicBezTo>
                  <a:cubicBezTo>
                    <a:pt x="4285" y="1501"/>
                    <a:pt x="4217" y="1526"/>
                    <a:pt x="4166" y="1578"/>
                  </a:cubicBezTo>
                  <a:cubicBezTo>
                    <a:pt x="4142" y="1595"/>
                    <a:pt x="4130" y="1602"/>
                    <a:pt x="4125" y="1602"/>
                  </a:cubicBezTo>
                  <a:cubicBezTo>
                    <a:pt x="4110" y="1602"/>
                    <a:pt x="4171" y="1532"/>
                    <a:pt x="4190" y="1504"/>
                  </a:cubicBezTo>
                  <a:cubicBezTo>
                    <a:pt x="4212" y="1481"/>
                    <a:pt x="4252" y="1477"/>
                    <a:pt x="4291" y="1477"/>
                  </a:cubicBezTo>
                  <a:cubicBezTo>
                    <a:pt x="4317" y="1477"/>
                    <a:pt x="4343" y="1479"/>
                    <a:pt x="4363" y="1479"/>
                  </a:cubicBezTo>
                  <a:cubicBezTo>
                    <a:pt x="4412" y="1479"/>
                    <a:pt x="4449" y="1442"/>
                    <a:pt x="4449" y="1368"/>
                  </a:cubicBezTo>
                  <a:cubicBezTo>
                    <a:pt x="4449" y="1294"/>
                    <a:pt x="4215" y="1208"/>
                    <a:pt x="4166" y="1208"/>
                  </a:cubicBezTo>
                  <a:cubicBezTo>
                    <a:pt x="4116" y="1220"/>
                    <a:pt x="4067" y="1233"/>
                    <a:pt x="4030" y="1270"/>
                  </a:cubicBezTo>
                  <a:cubicBezTo>
                    <a:pt x="4005" y="1307"/>
                    <a:pt x="4005" y="1368"/>
                    <a:pt x="3968" y="1467"/>
                  </a:cubicBezTo>
                  <a:cubicBezTo>
                    <a:pt x="3959" y="1489"/>
                    <a:pt x="3953" y="1497"/>
                    <a:pt x="3950" y="1497"/>
                  </a:cubicBezTo>
                  <a:cubicBezTo>
                    <a:pt x="3936" y="1497"/>
                    <a:pt x="3966" y="1349"/>
                    <a:pt x="3956" y="1319"/>
                  </a:cubicBezTo>
                  <a:cubicBezTo>
                    <a:pt x="3953" y="1311"/>
                    <a:pt x="3950" y="1307"/>
                    <a:pt x="3945" y="1307"/>
                  </a:cubicBezTo>
                  <a:cubicBezTo>
                    <a:pt x="3928" y="1307"/>
                    <a:pt x="3899" y="1358"/>
                    <a:pt x="3870" y="1454"/>
                  </a:cubicBezTo>
                  <a:cubicBezTo>
                    <a:pt x="3862" y="1477"/>
                    <a:pt x="3857" y="1486"/>
                    <a:pt x="3854" y="1486"/>
                  </a:cubicBezTo>
                  <a:cubicBezTo>
                    <a:pt x="3843" y="1486"/>
                    <a:pt x="3863" y="1348"/>
                    <a:pt x="3882" y="1319"/>
                  </a:cubicBezTo>
                  <a:cubicBezTo>
                    <a:pt x="3907" y="1282"/>
                    <a:pt x="3894" y="1233"/>
                    <a:pt x="3858" y="1220"/>
                  </a:cubicBezTo>
                  <a:cubicBezTo>
                    <a:pt x="3852" y="1215"/>
                    <a:pt x="3846" y="1212"/>
                    <a:pt x="3840" y="1212"/>
                  </a:cubicBezTo>
                  <a:cubicBezTo>
                    <a:pt x="3818" y="1212"/>
                    <a:pt x="3793" y="1252"/>
                    <a:pt x="3784" y="1368"/>
                  </a:cubicBezTo>
                  <a:cubicBezTo>
                    <a:pt x="3780" y="1411"/>
                    <a:pt x="3775" y="1428"/>
                    <a:pt x="3771" y="1428"/>
                  </a:cubicBezTo>
                  <a:cubicBezTo>
                    <a:pt x="3761" y="1428"/>
                    <a:pt x="3754" y="1330"/>
                    <a:pt x="3771" y="1270"/>
                  </a:cubicBezTo>
                  <a:cubicBezTo>
                    <a:pt x="3796" y="1183"/>
                    <a:pt x="3771" y="1183"/>
                    <a:pt x="3771" y="1159"/>
                  </a:cubicBezTo>
                  <a:cubicBezTo>
                    <a:pt x="3768" y="1147"/>
                    <a:pt x="3759" y="1143"/>
                    <a:pt x="3748" y="1143"/>
                  </a:cubicBezTo>
                  <a:cubicBezTo>
                    <a:pt x="3724" y="1143"/>
                    <a:pt x="3686" y="1166"/>
                    <a:pt x="3660" y="1183"/>
                  </a:cubicBezTo>
                  <a:cubicBezTo>
                    <a:pt x="3623" y="1208"/>
                    <a:pt x="3611" y="1294"/>
                    <a:pt x="3586" y="1343"/>
                  </a:cubicBezTo>
                  <a:cubicBezTo>
                    <a:pt x="3582" y="1350"/>
                    <a:pt x="3578" y="1353"/>
                    <a:pt x="3576" y="1353"/>
                  </a:cubicBezTo>
                  <a:cubicBezTo>
                    <a:pt x="3562" y="1353"/>
                    <a:pt x="3602" y="1228"/>
                    <a:pt x="3623" y="1196"/>
                  </a:cubicBezTo>
                  <a:cubicBezTo>
                    <a:pt x="3656" y="1153"/>
                    <a:pt x="3632" y="1119"/>
                    <a:pt x="3609" y="1119"/>
                  </a:cubicBezTo>
                  <a:cubicBezTo>
                    <a:pt x="3605" y="1119"/>
                    <a:pt x="3602" y="1120"/>
                    <a:pt x="3599" y="1122"/>
                  </a:cubicBezTo>
                  <a:cubicBezTo>
                    <a:pt x="3581" y="1139"/>
                    <a:pt x="3563" y="1183"/>
                    <a:pt x="3555" y="1183"/>
                  </a:cubicBezTo>
                  <a:cubicBezTo>
                    <a:pt x="3551" y="1183"/>
                    <a:pt x="3549" y="1176"/>
                    <a:pt x="3549" y="1159"/>
                  </a:cubicBezTo>
                  <a:cubicBezTo>
                    <a:pt x="3562" y="1097"/>
                    <a:pt x="3623" y="1109"/>
                    <a:pt x="3660" y="1085"/>
                  </a:cubicBezTo>
                  <a:cubicBezTo>
                    <a:pt x="3710" y="1060"/>
                    <a:pt x="3759" y="1048"/>
                    <a:pt x="3771" y="998"/>
                  </a:cubicBezTo>
                  <a:cubicBezTo>
                    <a:pt x="3784" y="949"/>
                    <a:pt x="3648" y="937"/>
                    <a:pt x="3549" y="937"/>
                  </a:cubicBezTo>
                  <a:cubicBezTo>
                    <a:pt x="3451" y="937"/>
                    <a:pt x="3513" y="937"/>
                    <a:pt x="3439" y="1023"/>
                  </a:cubicBezTo>
                  <a:cubicBezTo>
                    <a:pt x="3402" y="1066"/>
                    <a:pt x="3377" y="1082"/>
                    <a:pt x="3365" y="1082"/>
                  </a:cubicBezTo>
                  <a:cubicBezTo>
                    <a:pt x="3352" y="1082"/>
                    <a:pt x="3352" y="1066"/>
                    <a:pt x="3365" y="1048"/>
                  </a:cubicBezTo>
                  <a:cubicBezTo>
                    <a:pt x="3402" y="1011"/>
                    <a:pt x="3439" y="925"/>
                    <a:pt x="3402" y="925"/>
                  </a:cubicBezTo>
                  <a:cubicBezTo>
                    <a:pt x="3352" y="937"/>
                    <a:pt x="3291" y="974"/>
                    <a:pt x="3241" y="1011"/>
                  </a:cubicBezTo>
                  <a:cubicBezTo>
                    <a:pt x="3238" y="1014"/>
                    <a:pt x="3236" y="1016"/>
                    <a:pt x="3235" y="1016"/>
                  </a:cubicBezTo>
                  <a:cubicBezTo>
                    <a:pt x="3228" y="1016"/>
                    <a:pt x="3335" y="875"/>
                    <a:pt x="3402" y="875"/>
                  </a:cubicBezTo>
                  <a:cubicBezTo>
                    <a:pt x="3451" y="875"/>
                    <a:pt x="3500" y="863"/>
                    <a:pt x="3549" y="851"/>
                  </a:cubicBezTo>
                  <a:cubicBezTo>
                    <a:pt x="3562" y="838"/>
                    <a:pt x="3513" y="740"/>
                    <a:pt x="3451" y="727"/>
                  </a:cubicBezTo>
                  <a:cubicBezTo>
                    <a:pt x="3389" y="703"/>
                    <a:pt x="3328" y="690"/>
                    <a:pt x="3266" y="690"/>
                  </a:cubicBezTo>
                  <a:cubicBezTo>
                    <a:pt x="3229" y="690"/>
                    <a:pt x="3081" y="580"/>
                    <a:pt x="2995" y="567"/>
                  </a:cubicBezTo>
                  <a:cubicBezTo>
                    <a:pt x="2988" y="566"/>
                    <a:pt x="2982" y="566"/>
                    <a:pt x="2974" y="566"/>
                  </a:cubicBezTo>
                  <a:cubicBezTo>
                    <a:pt x="2904" y="566"/>
                    <a:pt x="2818" y="618"/>
                    <a:pt x="2773" y="629"/>
                  </a:cubicBezTo>
                  <a:cubicBezTo>
                    <a:pt x="2736" y="641"/>
                    <a:pt x="2712" y="690"/>
                    <a:pt x="2736" y="727"/>
                  </a:cubicBezTo>
                  <a:cubicBezTo>
                    <a:pt x="2749" y="777"/>
                    <a:pt x="2958" y="838"/>
                    <a:pt x="3007" y="863"/>
                  </a:cubicBezTo>
                  <a:cubicBezTo>
                    <a:pt x="3057" y="875"/>
                    <a:pt x="3007" y="888"/>
                    <a:pt x="2970" y="888"/>
                  </a:cubicBezTo>
                  <a:cubicBezTo>
                    <a:pt x="2909" y="875"/>
                    <a:pt x="2859" y="863"/>
                    <a:pt x="2810" y="838"/>
                  </a:cubicBezTo>
                  <a:cubicBezTo>
                    <a:pt x="2749" y="801"/>
                    <a:pt x="2687" y="777"/>
                    <a:pt x="2613" y="764"/>
                  </a:cubicBezTo>
                  <a:cubicBezTo>
                    <a:pt x="2576" y="764"/>
                    <a:pt x="2638" y="814"/>
                    <a:pt x="2687" y="863"/>
                  </a:cubicBezTo>
                  <a:cubicBezTo>
                    <a:pt x="2724" y="925"/>
                    <a:pt x="2859" y="1023"/>
                    <a:pt x="2884" y="1060"/>
                  </a:cubicBezTo>
                  <a:cubicBezTo>
                    <a:pt x="2890" y="1071"/>
                    <a:pt x="2884" y="1075"/>
                    <a:pt x="2872" y="1075"/>
                  </a:cubicBezTo>
                  <a:cubicBezTo>
                    <a:pt x="2829" y="1075"/>
                    <a:pt x="2698" y="1020"/>
                    <a:pt x="2650" y="1011"/>
                  </a:cubicBezTo>
                  <a:cubicBezTo>
                    <a:pt x="2588" y="998"/>
                    <a:pt x="2576" y="974"/>
                    <a:pt x="2601" y="937"/>
                  </a:cubicBezTo>
                  <a:cubicBezTo>
                    <a:pt x="2625" y="900"/>
                    <a:pt x="2613" y="888"/>
                    <a:pt x="2564" y="801"/>
                  </a:cubicBezTo>
                  <a:cubicBezTo>
                    <a:pt x="2551" y="780"/>
                    <a:pt x="2539" y="771"/>
                    <a:pt x="2527" y="771"/>
                  </a:cubicBezTo>
                  <a:cubicBezTo>
                    <a:pt x="2491" y="771"/>
                    <a:pt x="2456" y="848"/>
                    <a:pt x="2428" y="875"/>
                  </a:cubicBezTo>
                  <a:cubicBezTo>
                    <a:pt x="2420" y="888"/>
                    <a:pt x="2412" y="892"/>
                    <a:pt x="2402" y="892"/>
                  </a:cubicBezTo>
                  <a:cubicBezTo>
                    <a:pt x="2383" y="892"/>
                    <a:pt x="2358" y="875"/>
                    <a:pt x="2317" y="875"/>
                  </a:cubicBezTo>
                  <a:cubicBezTo>
                    <a:pt x="2256" y="875"/>
                    <a:pt x="2256" y="937"/>
                    <a:pt x="2206" y="962"/>
                  </a:cubicBezTo>
                  <a:cubicBezTo>
                    <a:pt x="2202" y="965"/>
                    <a:pt x="2198" y="966"/>
                    <a:pt x="2195" y="966"/>
                  </a:cubicBezTo>
                  <a:cubicBezTo>
                    <a:pt x="2162" y="966"/>
                    <a:pt x="2185" y="806"/>
                    <a:pt x="2219" y="727"/>
                  </a:cubicBezTo>
                  <a:cubicBezTo>
                    <a:pt x="2228" y="710"/>
                    <a:pt x="2229" y="703"/>
                    <a:pt x="2226" y="703"/>
                  </a:cubicBezTo>
                  <a:cubicBezTo>
                    <a:pt x="2216" y="703"/>
                    <a:pt x="2155" y="773"/>
                    <a:pt x="2108" y="801"/>
                  </a:cubicBezTo>
                  <a:cubicBezTo>
                    <a:pt x="2095" y="812"/>
                    <a:pt x="2087" y="816"/>
                    <a:pt x="2084" y="816"/>
                  </a:cubicBezTo>
                  <a:cubicBezTo>
                    <a:pt x="2071" y="816"/>
                    <a:pt x="2116" y="754"/>
                    <a:pt x="2145" y="715"/>
                  </a:cubicBezTo>
                  <a:cubicBezTo>
                    <a:pt x="2194" y="678"/>
                    <a:pt x="2256" y="641"/>
                    <a:pt x="2268" y="567"/>
                  </a:cubicBezTo>
                  <a:cubicBezTo>
                    <a:pt x="2280" y="481"/>
                    <a:pt x="2243" y="407"/>
                    <a:pt x="2169" y="358"/>
                  </a:cubicBezTo>
                  <a:cubicBezTo>
                    <a:pt x="2133" y="333"/>
                    <a:pt x="2096" y="284"/>
                    <a:pt x="2083" y="173"/>
                  </a:cubicBezTo>
                  <a:cubicBezTo>
                    <a:pt x="2071" y="62"/>
                    <a:pt x="1948" y="37"/>
                    <a:pt x="1800" y="37"/>
                  </a:cubicBezTo>
                  <a:cubicBezTo>
                    <a:pt x="1689" y="37"/>
                    <a:pt x="1578" y="87"/>
                    <a:pt x="1504" y="173"/>
                  </a:cubicBezTo>
                  <a:cubicBezTo>
                    <a:pt x="1455" y="210"/>
                    <a:pt x="1504" y="185"/>
                    <a:pt x="1516" y="247"/>
                  </a:cubicBezTo>
                  <a:cubicBezTo>
                    <a:pt x="1520" y="260"/>
                    <a:pt x="1520" y="265"/>
                    <a:pt x="1517" y="265"/>
                  </a:cubicBezTo>
                  <a:cubicBezTo>
                    <a:pt x="1510" y="265"/>
                    <a:pt x="1485" y="228"/>
                    <a:pt x="1467" y="210"/>
                  </a:cubicBezTo>
                  <a:cubicBezTo>
                    <a:pt x="1458" y="196"/>
                    <a:pt x="1449" y="191"/>
                    <a:pt x="1438" y="191"/>
                  </a:cubicBezTo>
                  <a:cubicBezTo>
                    <a:pt x="1419" y="191"/>
                    <a:pt x="1395" y="207"/>
                    <a:pt x="1356" y="222"/>
                  </a:cubicBezTo>
                  <a:cubicBezTo>
                    <a:pt x="1295" y="253"/>
                    <a:pt x="1318" y="275"/>
                    <a:pt x="1300" y="275"/>
                  </a:cubicBezTo>
                  <a:cubicBezTo>
                    <a:pt x="1297" y="275"/>
                    <a:pt x="1291" y="274"/>
                    <a:pt x="1282" y="272"/>
                  </a:cubicBezTo>
                  <a:cubicBezTo>
                    <a:pt x="1255" y="253"/>
                    <a:pt x="1248" y="242"/>
                    <a:pt x="1227" y="242"/>
                  </a:cubicBezTo>
                  <a:cubicBezTo>
                    <a:pt x="1219" y="242"/>
                    <a:pt x="1209" y="244"/>
                    <a:pt x="1196" y="247"/>
                  </a:cubicBezTo>
                  <a:cubicBezTo>
                    <a:pt x="1147" y="247"/>
                    <a:pt x="1208" y="321"/>
                    <a:pt x="1332" y="382"/>
                  </a:cubicBezTo>
                  <a:cubicBezTo>
                    <a:pt x="1373" y="403"/>
                    <a:pt x="1371" y="410"/>
                    <a:pt x="1349" y="410"/>
                  </a:cubicBezTo>
                  <a:cubicBezTo>
                    <a:pt x="1304" y="410"/>
                    <a:pt x="1176" y="382"/>
                    <a:pt x="1134" y="382"/>
                  </a:cubicBezTo>
                  <a:cubicBezTo>
                    <a:pt x="1061" y="382"/>
                    <a:pt x="1221" y="456"/>
                    <a:pt x="1344" y="530"/>
                  </a:cubicBezTo>
                  <a:cubicBezTo>
                    <a:pt x="1379" y="551"/>
                    <a:pt x="1383" y="559"/>
                    <a:pt x="1370" y="559"/>
                  </a:cubicBezTo>
                  <a:cubicBezTo>
                    <a:pt x="1335" y="559"/>
                    <a:pt x="1187" y="507"/>
                    <a:pt x="1134" y="481"/>
                  </a:cubicBezTo>
                  <a:cubicBezTo>
                    <a:pt x="1115" y="468"/>
                    <a:pt x="1100" y="463"/>
                    <a:pt x="1089" y="463"/>
                  </a:cubicBezTo>
                  <a:cubicBezTo>
                    <a:pt x="1059" y="463"/>
                    <a:pt x="1054" y="503"/>
                    <a:pt x="1036" y="530"/>
                  </a:cubicBezTo>
                  <a:cubicBezTo>
                    <a:pt x="999" y="580"/>
                    <a:pt x="1036" y="580"/>
                    <a:pt x="1048" y="641"/>
                  </a:cubicBezTo>
                  <a:cubicBezTo>
                    <a:pt x="1073" y="715"/>
                    <a:pt x="1184" y="752"/>
                    <a:pt x="1245" y="752"/>
                  </a:cubicBezTo>
                  <a:cubicBezTo>
                    <a:pt x="1295" y="752"/>
                    <a:pt x="1307" y="777"/>
                    <a:pt x="1282" y="789"/>
                  </a:cubicBezTo>
                  <a:cubicBezTo>
                    <a:pt x="1270" y="801"/>
                    <a:pt x="1332" y="912"/>
                    <a:pt x="1381" y="974"/>
                  </a:cubicBezTo>
                  <a:cubicBezTo>
                    <a:pt x="1387" y="980"/>
                    <a:pt x="1389" y="982"/>
                    <a:pt x="1389" y="982"/>
                  </a:cubicBezTo>
                  <a:cubicBezTo>
                    <a:pt x="1386" y="982"/>
                    <a:pt x="1229" y="838"/>
                    <a:pt x="1196" y="838"/>
                  </a:cubicBezTo>
                  <a:cubicBezTo>
                    <a:pt x="1190" y="836"/>
                    <a:pt x="1183" y="835"/>
                    <a:pt x="1176" y="835"/>
                  </a:cubicBezTo>
                  <a:cubicBezTo>
                    <a:pt x="1143" y="835"/>
                    <a:pt x="1108" y="857"/>
                    <a:pt x="1098" y="888"/>
                  </a:cubicBezTo>
                  <a:cubicBezTo>
                    <a:pt x="1061" y="937"/>
                    <a:pt x="1036" y="937"/>
                    <a:pt x="950" y="949"/>
                  </a:cubicBezTo>
                  <a:cubicBezTo>
                    <a:pt x="876" y="962"/>
                    <a:pt x="1159" y="1146"/>
                    <a:pt x="1233" y="1171"/>
                  </a:cubicBezTo>
                  <a:cubicBezTo>
                    <a:pt x="1307" y="1196"/>
                    <a:pt x="1307" y="1208"/>
                    <a:pt x="1295" y="1257"/>
                  </a:cubicBezTo>
                  <a:cubicBezTo>
                    <a:pt x="1270" y="1294"/>
                    <a:pt x="1233" y="1307"/>
                    <a:pt x="1233" y="1331"/>
                  </a:cubicBezTo>
                  <a:cubicBezTo>
                    <a:pt x="1258" y="1368"/>
                    <a:pt x="1258" y="1417"/>
                    <a:pt x="1258" y="1467"/>
                  </a:cubicBezTo>
                  <a:cubicBezTo>
                    <a:pt x="1253" y="1498"/>
                    <a:pt x="1247" y="1509"/>
                    <a:pt x="1241" y="1509"/>
                  </a:cubicBezTo>
                  <a:cubicBezTo>
                    <a:pt x="1233" y="1509"/>
                    <a:pt x="1223" y="1488"/>
                    <a:pt x="1208" y="1467"/>
                  </a:cubicBezTo>
                  <a:cubicBezTo>
                    <a:pt x="1171" y="1430"/>
                    <a:pt x="1122" y="1405"/>
                    <a:pt x="1073" y="1405"/>
                  </a:cubicBezTo>
                  <a:cubicBezTo>
                    <a:pt x="1024" y="1393"/>
                    <a:pt x="1098" y="1368"/>
                    <a:pt x="1134" y="1368"/>
                  </a:cubicBezTo>
                  <a:cubicBezTo>
                    <a:pt x="1184" y="1356"/>
                    <a:pt x="1196" y="1343"/>
                    <a:pt x="1196" y="1307"/>
                  </a:cubicBezTo>
                  <a:cubicBezTo>
                    <a:pt x="1110" y="1208"/>
                    <a:pt x="1024" y="1109"/>
                    <a:pt x="925" y="1035"/>
                  </a:cubicBezTo>
                  <a:cubicBezTo>
                    <a:pt x="876" y="986"/>
                    <a:pt x="839" y="912"/>
                    <a:pt x="839" y="851"/>
                  </a:cubicBezTo>
                  <a:cubicBezTo>
                    <a:pt x="839" y="777"/>
                    <a:pt x="888" y="727"/>
                    <a:pt x="863" y="690"/>
                  </a:cubicBezTo>
                  <a:cubicBezTo>
                    <a:pt x="851" y="666"/>
                    <a:pt x="789" y="592"/>
                    <a:pt x="789" y="543"/>
                  </a:cubicBezTo>
                  <a:cubicBezTo>
                    <a:pt x="863" y="345"/>
                    <a:pt x="1011" y="185"/>
                    <a:pt x="1196" y="74"/>
                  </a:cubicBezTo>
                  <a:cubicBezTo>
                    <a:pt x="1233" y="62"/>
                    <a:pt x="1098" y="0"/>
                    <a:pt x="101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2" name="Google Shape;8088;p67">
              <a:extLst>
                <a:ext uri="{FF2B5EF4-FFF2-40B4-BE49-F238E27FC236}">
                  <a16:creationId xmlns:a16="http://schemas.microsoft.com/office/drawing/2014/main" id="{BF4C6731-852A-957A-54F8-C4416C2A0D3E}"/>
                </a:ext>
              </a:extLst>
            </p:cNvPr>
            <p:cNvSpPr/>
            <p:nvPr/>
          </p:nvSpPr>
          <p:spPr>
            <a:xfrm>
              <a:off x="3090475" y="4524650"/>
              <a:ext cx="6475" cy="2725"/>
            </a:xfrm>
            <a:custGeom>
              <a:avLst/>
              <a:gdLst/>
              <a:ahLst/>
              <a:cxnLst/>
              <a:rect l="l" t="t" r="r" b="b"/>
              <a:pathLst>
                <a:path w="259" h="109" extrusionOk="0">
                  <a:moveTo>
                    <a:pt x="108" y="1"/>
                  </a:moveTo>
                  <a:cubicBezTo>
                    <a:pt x="93" y="1"/>
                    <a:pt x="79" y="2"/>
                    <a:pt x="66" y="4"/>
                  </a:cubicBezTo>
                  <a:cubicBezTo>
                    <a:pt x="0" y="4"/>
                    <a:pt x="164" y="109"/>
                    <a:pt x="222" y="109"/>
                  </a:cubicBezTo>
                  <a:cubicBezTo>
                    <a:pt x="229" y="109"/>
                    <a:pt x="235" y="107"/>
                    <a:pt x="238" y="102"/>
                  </a:cubicBezTo>
                  <a:cubicBezTo>
                    <a:pt x="259" y="30"/>
                    <a:pt x="184" y="1"/>
                    <a:pt x="10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3" name="Google Shape;8089;p67">
              <a:extLst>
                <a:ext uri="{FF2B5EF4-FFF2-40B4-BE49-F238E27FC236}">
                  <a16:creationId xmlns:a16="http://schemas.microsoft.com/office/drawing/2014/main" id="{208EA598-4EA2-8C3A-32B2-51539D7CB7D2}"/>
                </a:ext>
              </a:extLst>
            </p:cNvPr>
            <p:cNvSpPr/>
            <p:nvPr/>
          </p:nvSpPr>
          <p:spPr>
            <a:xfrm>
              <a:off x="3069925" y="4463150"/>
              <a:ext cx="8600" cy="3750"/>
            </a:xfrm>
            <a:custGeom>
              <a:avLst/>
              <a:gdLst/>
              <a:ahLst/>
              <a:cxnLst/>
              <a:rect l="l" t="t" r="r" b="b"/>
              <a:pathLst>
                <a:path w="344" h="150" extrusionOk="0">
                  <a:moveTo>
                    <a:pt x="107" y="0"/>
                  </a:moveTo>
                  <a:cubicBezTo>
                    <a:pt x="88" y="0"/>
                    <a:pt x="72" y="4"/>
                    <a:pt x="62" y="12"/>
                  </a:cubicBezTo>
                  <a:cubicBezTo>
                    <a:pt x="13" y="49"/>
                    <a:pt x="0" y="86"/>
                    <a:pt x="62" y="123"/>
                  </a:cubicBezTo>
                  <a:cubicBezTo>
                    <a:pt x="81" y="141"/>
                    <a:pt x="128" y="149"/>
                    <a:pt x="178" y="149"/>
                  </a:cubicBezTo>
                  <a:cubicBezTo>
                    <a:pt x="258" y="149"/>
                    <a:pt x="344" y="128"/>
                    <a:pt x="321" y="98"/>
                  </a:cubicBezTo>
                  <a:cubicBezTo>
                    <a:pt x="292" y="49"/>
                    <a:pt x="178" y="0"/>
                    <a:pt x="10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4" name="Google Shape;8090;p67">
              <a:extLst>
                <a:ext uri="{FF2B5EF4-FFF2-40B4-BE49-F238E27FC236}">
                  <a16:creationId xmlns:a16="http://schemas.microsoft.com/office/drawing/2014/main" id="{0007BD2D-A6F1-0488-FDD7-CBE730A7D5AF}"/>
                </a:ext>
              </a:extLst>
            </p:cNvPr>
            <p:cNvSpPr/>
            <p:nvPr/>
          </p:nvSpPr>
          <p:spPr>
            <a:xfrm>
              <a:off x="3054550" y="4460875"/>
              <a:ext cx="14775" cy="12775"/>
            </a:xfrm>
            <a:custGeom>
              <a:avLst/>
              <a:gdLst/>
              <a:ahLst/>
              <a:cxnLst/>
              <a:rect l="l" t="t" r="r" b="b"/>
              <a:pathLst>
                <a:path w="591" h="511" extrusionOk="0">
                  <a:moveTo>
                    <a:pt x="395" y="1"/>
                  </a:moveTo>
                  <a:cubicBezTo>
                    <a:pt x="335" y="1"/>
                    <a:pt x="264" y="16"/>
                    <a:pt x="209" y="29"/>
                  </a:cubicBezTo>
                  <a:cubicBezTo>
                    <a:pt x="98" y="53"/>
                    <a:pt x="24" y="189"/>
                    <a:pt x="12" y="312"/>
                  </a:cubicBezTo>
                  <a:cubicBezTo>
                    <a:pt x="0" y="438"/>
                    <a:pt x="169" y="511"/>
                    <a:pt x="262" y="511"/>
                  </a:cubicBezTo>
                  <a:cubicBezTo>
                    <a:pt x="270" y="511"/>
                    <a:pt x="277" y="510"/>
                    <a:pt x="283" y="509"/>
                  </a:cubicBezTo>
                  <a:cubicBezTo>
                    <a:pt x="357" y="472"/>
                    <a:pt x="431" y="435"/>
                    <a:pt x="492" y="374"/>
                  </a:cubicBezTo>
                  <a:cubicBezTo>
                    <a:pt x="591" y="300"/>
                    <a:pt x="529" y="177"/>
                    <a:pt x="517" y="66"/>
                  </a:cubicBezTo>
                  <a:cubicBezTo>
                    <a:pt x="505" y="16"/>
                    <a:pt x="455" y="1"/>
                    <a:pt x="39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5" name="Google Shape;8091;p67">
              <a:extLst>
                <a:ext uri="{FF2B5EF4-FFF2-40B4-BE49-F238E27FC236}">
                  <a16:creationId xmlns:a16="http://schemas.microsoft.com/office/drawing/2014/main" id="{AA0D2220-4CFB-7D8B-7E61-406D00C2FDC0}"/>
                </a:ext>
              </a:extLst>
            </p:cNvPr>
            <p:cNvSpPr/>
            <p:nvPr/>
          </p:nvSpPr>
          <p:spPr>
            <a:xfrm>
              <a:off x="3041975" y="4448550"/>
              <a:ext cx="7650" cy="5650"/>
            </a:xfrm>
            <a:custGeom>
              <a:avLst/>
              <a:gdLst/>
              <a:ahLst/>
              <a:cxnLst/>
              <a:rect l="l" t="t" r="r" b="b"/>
              <a:pathLst>
                <a:path w="306" h="226" extrusionOk="0">
                  <a:moveTo>
                    <a:pt x="228" y="1"/>
                  </a:moveTo>
                  <a:cubicBezTo>
                    <a:pt x="148" y="1"/>
                    <a:pt x="0" y="226"/>
                    <a:pt x="46" y="226"/>
                  </a:cubicBezTo>
                  <a:cubicBezTo>
                    <a:pt x="108" y="226"/>
                    <a:pt x="305" y="29"/>
                    <a:pt x="244" y="4"/>
                  </a:cubicBezTo>
                  <a:cubicBezTo>
                    <a:pt x="239" y="2"/>
                    <a:pt x="233" y="1"/>
                    <a:pt x="22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6" name="Google Shape;8092;p67">
              <a:extLst>
                <a:ext uri="{FF2B5EF4-FFF2-40B4-BE49-F238E27FC236}">
                  <a16:creationId xmlns:a16="http://schemas.microsoft.com/office/drawing/2014/main" id="{EF3324DD-C243-8FB3-1678-BA88FF4DD59E}"/>
                </a:ext>
              </a:extLst>
            </p:cNvPr>
            <p:cNvSpPr/>
            <p:nvPr/>
          </p:nvSpPr>
          <p:spPr>
            <a:xfrm>
              <a:off x="3053600" y="4447700"/>
              <a:ext cx="6600" cy="3125"/>
            </a:xfrm>
            <a:custGeom>
              <a:avLst/>
              <a:gdLst/>
              <a:ahLst/>
              <a:cxnLst/>
              <a:rect l="l" t="t" r="r" b="b"/>
              <a:pathLst>
                <a:path w="264" h="125" extrusionOk="0">
                  <a:moveTo>
                    <a:pt x="97" y="0"/>
                  </a:moveTo>
                  <a:cubicBezTo>
                    <a:pt x="94" y="0"/>
                    <a:pt x="90" y="1"/>
                    <a:pt x="87" y="1"/>
                  </a:cubicBezTo>
                  <a:cubicBezTo>
                    <a:pt x="0" y="14"/>
                    <a:pt x="62" y="124"/>
                    <a:pt x="99" y="124"/>
                  </a:cubicBezTo>
                  <a:cubicBezTo>
                    <a:pt x="263" y="113"/>
                    <a:pt x="170" y="0"/>
                    <a:pt x="9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7" name="Google Shape;8093;p67">
              <a:extLst>
                <a:ext uri="{FF2B5EF4-FFF2-40B4-BE49-F238E27FC236}">
                  <a16:creationId xmlns:a16="http://schemas.microsoft.com/office/drawing/2014/main" id="{E1694010-0C7C-D930-5282-863D77FEC18C}"/>
                </a:ext>
              </a:extLst>
            </p:cNvPr>
            <p:cNvSpPr/>
            <p:nvPr/>
          </p:nvSpPr>
          <p:spPr>
            <a:xfrm>
              <a:off x="3046250" y="4444500"/>
              <a:ext cx="5675" cy="1450"/>
            </a:xfrm>
            <a:custGeom>
              <a:avLst/>
              <a:gdLst/>
              <a:ahLst/>
              <a:cxnLst/>
              <a:rect l="l" t="t" r="r" b="b"/>
              <a:pathLst>
                <a:path w="227" h="58" extrusionOk="0">
                  <a:moveTo>
                    <a:pt x="138" y="1"/>
                  </a:moveTo>
                  <a:cubicBezTo>
                    <a:pt x="71" y="1"/>
                    <a:pt x="0" y="55"/>
                    <a:pt x="11" y="55"/>
                  </a:cubicBezTo>
                  <a:cubicBezTo>
                    <a:pt x="18" y="57"/>
                    <a:pt x="26" y="57"/>
                    <a:pt x="34" y="57"/>
                  </a:cubicBezTo>
                  <a:cubicBezTo>
                    <a:pt x="105" y="57"/>
                    <a:pt x="226" y="17"/>
                    <a:pt x="171" y="6"/>
                  </a:cubicBezTo>
                  <a:cubicBezTo>
                    <a:pt x="161" y="2"/>
                    <a:pt x="150" y="1"/>
                    <a:pt x="13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8" name="Google Shape;8094;p67">
              <a:extLst>
                <a:ext uri="{FF2B5EF4-FFF2-40B4-BE49-F238E27FC236}">
                  <a16:creationId xmlns:a16="http://schemas.microsoft.com/office/drawing/2014/main" id="{61CFACEA-5642-2FA6-EA52-5CE70E050993}"/>
                </a:ext>
              </a:extLst>
            </p:cNvPr>
            <p:cNvSpPr/>
            <p:nvPr/>
          </p:nvSpPr>
          <p:spPr>
            <a:xfrm>
              <a:off x="3033275" y="4391625"/>
              <a:ext cx="29275" cy="13925"/>
            </a:xfrm>
            <a:custGeom>
              <a:avLst/>
              <a:gdLst/>
              <a:ahLst/>
              <a:cxnLst/>
              <a:rect l="l" t="t" r="r" b="b"/>
              <a:pathLst>
                <a:path w="1171" h="557" extrusionOk="0">
                  <a:moveTo>
                    <a:pt x="81" y="1"/>
                  </a:moveTo>
                  <a:cubicBezTo>
                    <a:pt x="79" y="1"/>
                    <a:pt x="76" y="1"/>
                    <a:pt x="74" y="2"/>
                  </a:cubicBezTo>
                  <a:cubicBezTo>
                    <a:pt x="12" y="26"/>
                    <a:pt x="0" y="174"/>
                    <a:pt x="25" y="236"/>
                  </a:cubicBezTo>
                  <a:cubicBezTo>
                    <a:pt x="37" y="297"/>
                    <a:pt x="74" y="236"/>
                    <a:pt x="148" y="310"/>
                  </a:cubicBezTo>
                  <a:cubicBezTo>
                    <a:pt x="222" y="396"/>
                    <a:pt x="259" y="482"/>
                    <a:pt x="333" y="544"/>
                  </a:cubicBezTo>
                  <a:cubicBezTo>
                    <a:pt x="346" y="553"/>
                    <a:pt x="361" y="556"/>
                    <a:pt x="377" y="556"/>
                  </a:cubicBezTo>
                  <a:cubicBezTo>
                    <a:pt x="454" y="556"/>
                    <a:pt x="562" y="476"/>
                    <a:pt x="653" y="445"/>
                  </a:cubicBezTo>
                  <a:cubicBezTo>
                    <a:pt x="693" y="442"/>
                    <a:pt x="733" y="441"/>
                    <a:pt x="771" y="441"/>
                  </a:cubicBezTo>
                  <a:cubicBezTo>
                    <a:pt x="888" y="441"/>
                    <a:pt x="1001" y="455"/>
                    <a:pt x="1121" y="482"/>
                  </a:cubicBezTo>
                  <a:cubicBezTo>
                    <a:pt x="1171" y="482"/>
                    <a:pt x="900" y="150"/>
                    <a:pt x="789" y="88"/>
                  </a:cubicBezTo>
                  <a:cubicBezTo>
                    <a:pt x="727" y="63"/>
                    <a:pt x="659" y="51"/>
                    <a:pt x="592" y="51"/>
                  </a:cubicBezTo>
                  <a:cubicBezTo>
                    <a:pt x="524" y="51"/>
                    <a:pt x="456" y="63"/>
                    <a:pt x="394" y="88"/>
                  </a:cubicBezTo>
                  <a:cubicBezTo>
                    <a:pt x="386" y="92"/>
                    <a:pt x="375" y="94"/>
                    <a:pt x="363" y="94"/>
                  </a:cubicBezTo>
                  <a:cubicBezTo>
                    <a:pt x="279" y="94"/>
                    <a:pt x="133" y="1"/>
                    <a:pt x="8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9" name="Google Shape;8095;p67">
              <a:extLst>
                <a:ext uri="{FF2B5EF4-FFF2-40B4-BE49-F238E27FC236}">
                  <a16:creationId xmlns:a16="http://schemas.microsoft.com/office/drawing/2014/main" id="{B22FBA6A-5B3A-1BD4-A807-2D13430B8D31}"/>
                </a:ext>
              </a:extLst>
            </p:cNvPr>
            <p:cNvSpPr/>
            <p:nvPr/>
          </p:nvSpPr>
          <p:spPr>
            <a:xfrm>
              <a:off x="2750500" y="4644475"/>
              <a:ext cx="32200" cy="23225"/>
            </a:xfrm>
            <a:custGeom>
              <a:avLst/>
              <a:gdLst/>
              <a:ahLst/>
              <a:cxnLst/>
              <a:rect l="l" t="t" r="r" b="b"/>
              <a:pathLst>
                <a:path w="1288" h="929" extrusionOk="0">
                  <a:moveTo>
                    <a:pt x="90" y="0"/>
                  </a:moveTo>
                  <a:cubicBezTo>
                    <a:pt x="80" y="0"/>
                    <a:pt x="70" y="1"/>
                    <a:pt x="62" y="4"/>
                  </a:cubicBezTo>
                  <a:cubicBezTo>
                    <a:pt x="12" y="28"/>
                    <a:pt x="0" y="53"/>
                    <a:pt x="62" y="90"/>
                  </a:cubicBezTo>
                  <a:cubicBezTo>
                    <a:pt x="86" y="102"/>
                    <a:pt x="106" y="105"/>
                    <a:pt x="122" y="105"/>
                  </a:cubicBezTo>
                  <a:cubicBezTo>
                    <a:pt x="136" y="105"/>
                    <a:pt x="148" y="103"/>
                    <a:pt x="160" y="103"/>
                  </a:cubicBezTo>
                  <a:cubicBezTo>
                    <a:pt x="179" y="103"/>
                    <a:pt x="197" y="107"/>
                    <a:pt x="222" y="127"/>
                  </a:cubicBezTo>
                  <a:cubicBezTo>
                    <a:pt x="270" y="156"/>
                    <a:pt x="281" y="216"/>
                    <a:pt x="259" y="216"/>
                  </a:cubicBezTo>
                  <a:cubicBezTo>
                    <a:pt x="253" y="216"/>
                    <a:pt x="245" y="211"/>
                    <a:pt x="234" y="201"/>
                  </a:cubicBezTo>
                  <a:cubicBezTo>
                    <a:pt x="196" y="163"/>
                    <a:pt x="173" y="111"/>
                    <a:pt x="164" y="111"/>
                  </a:cubicBezTo>
                  <a:cubicBezTo>
                    <a:pt x="162" y="111"/>
                    <a:pt x="160" y="115"/>
                    <a:pt x="160" y="127"/>
                  </a:cubicBezTo>
                  <a:cubicBezTo>
                    <a:pt x="160" y="176"/>
                    <a:pt x="123" y="250"/>
                    <a:pt x="210" y="287"/>
                  </a:cubicBezTo>
                  <a:cubicBezTo>
                    <a:pt x="296" y="312"/>
                    <a:pt x="333" y="299"/>
                    <a:pt x="394" y="349"/>
                  </a:cubicBezTo>
                  <a:cubicBezTo>
                    <a:pt x="444" y="410"/>
                    <a:pt x="468" y="459"/>
                    <a:pt x="518" y="459"/>
                  </a:cubicBezTo>
                  <a:cubicBezTo>
                    <a:pt x="528" y="456"/>
                    <a:pt x="536" y="455"/>
                    <a:pt x="542" y="455"/>
                  </a:cubicBezTo>
                  <a:cubicBezTo>
                    <a:pt x="559" y="455"/>
                    <a:pt x="560" y="466"/>
                    <a:pt x="542" y="484"/>
                  </a:cubicBezTo>
                  <a:cubicBezTo>
                    <a:pt x="530" y="509"/>
                    <a:pt x="419" y="521"/>
                    <a:pt x="542" y="546"/>
                  </a:cubicBezTo>
                  <a:cubicBezTo>
                    <a:pt x="678" y="558"/>
                    <a:pt x="702" y="558"/>
                    <a:pt x="702" y="607"/>
                  </a:cubicBezTo>
                  <a:cubicBezTo>
                    <a:pt x="702" y="644"/>
                    <a:pt x="629" y="681"/>
                    <a:pt x="715" y="681"/>
                  </a:cubicBezTo>
                  <a:cubicBezTo>
                    <a:pt x="764" y="681"/>
                    <a:pt x="826" y="669"/>
                    <a:pt x="875" y="657"/>
                  </a:cubicBezTo>
                  <a:lnTo>
                    <a:pt x="875" y="657"/>
                  </a:lnTo>
                  <a:cubicBezTo>
                    <a:pt x="863" y="669"/>
                    <a:pt x="863" y="681"/>
                    <a:pt x="863" y="706"/>
                  </a:cubicBezTo>
                  <a:cubicBezTo>
                    <a:pt x="863" y="755"/>
                    <a:pt x="974" y="829"/>
                    <a:pt x="1060" y="866"/>
                  </a:cubicBezTo>
                  <a:cubicBezTo>
                    <a:pt x="1110" y="895"/>
                    <a:pt x="1195" y="928"/>
                    <a:pt x="1241" y="928"/>
                  </a:cubicBezTo>
                  <a:cubicBezTo>
                    <a:pt x="1274" y="928"/>
                    <a:pt x="1287" y="912"/>
                    <a:pt x="1257" y="866"/>
                  </a:cubicBezTo>
                  <a:cubicBezTo>
                    <a:pt x="1195" y="792"/>
                    <a:pt x="1183" y="731"/>
                    <a:pt x="1121" y="632"/>
                  </a:cubicBezTo>
                  <a:cubicBezTo>
                    <a:pt x="1047" y="533"/>
                    <a:pt x="924" y="558"/>
                    <a:pt x="887" y="496"/>
                  </a:cubicBezTo>
                  <a:cubicBezTo>
                    <a:pt x="838" y="423"/>
                    <a:pt x="801" y="275"/>
                    <a:pt x="752" y="238"/>
                  </a:cubicBezTo>
                  <a:cubicBezTo>
                    <a:pt x="727" y="188"/>
                    <a:pt x="678" y="164"/>
                    <a:pt x="629" y="151"/>
                  </a:cubicBezTo>
                  <a:cubicBezTo>
                    <a:pt x="518" y="127"/>
                    <a:pt x="419" y="102"/>
                    <a:pt x="321" y="65"/>
                  </a:cubicBezTo>
                  <a:cubicBezTo>
                    <a:pt x="218" y="24"/>
                    <a:pt x="142" y="0"/>
                    <a:pt x="9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0" name="Google Shape;8096;p67">
              <a:extLst>
                <a:ext uri="{FF2B5EF4-FFF2-40B4-BE49-F238E27FC236}">
                  <a16:creationId xmlns:a16="http://schemas.microsoft.com/office/drawing/2014/main" id="{61ADB0DD-3CB3-0A56-2E5E-566C00C60EC7}"/>
                </a:ext>
              </a:extLst>
            </p:cNvPr>
            <p:cNvSpPr/>
            <p:nvPr/>
          </p:nvSpPr>
          <p:spPr>
            <a:xfrm>
              <a:off x="2723575" y="4613150"/>
              <a:ext cx="13600" cy="18925"/>
            </a:xfrm>
            <a:custGeom>
              <a:avLst/>
              <a:gdLst/>
              <a:ahLst/>
              <a:cxnLst/>
              <a:rect l="l" t="t" r="r" b="b"/>
              <a:pathLst>
                <a:path w="544" h="757" extrusionOk="0">
                  <a:moveTo>
                    <a:pt x="39" y="0"/>
                  </a:moveTo>
                  <a:cubicBezTo>
                    <a:pt x="15" y="0"/>
                    <a:pt x="1" y="9"/>
                    <a:pt x="5" y="37"/>
                  </a:cubicBezTo>
                  <a:cubicBezTo>
                    <a:pt x="18" y="148"/>
                    <a:pt x="67" y="259"/>
                    <a:pt x="128" y="345"/>
                  </a:cubicBezTo>
                  <a:cubicBezTo>
                    <a:pt x="215" y="443"/>
                    <a:pt x="338" y="702"/>
                    <a:pt x="473" y="751"/>
                  </a:cubicBezTo>
                  <a:cubicBezTo>
                    <a:pt x="484" y="755"/>
                    <a:pt x="491" y="757"/>
                    <a:pt x="496" y="757"/>
                  </a:cubicBezTo>
                  <a:cubicBezTo>
                    <a:pt x="544" y="757"/>
                    <a:pt x="360" y="610"/>
                    <a:pt x="338" y="554"/>
                  </a:cubicBezTo>
                  <a:cubicBezTo>
                    <a:pt x="313" y="505"/>
                    <a:pt x="289" y="480"/>
                    <a:pt x="301" y="456"/>
                  </a:cubicBezTo>
                  <a:cubicBezTo>
                    <a:pt x="301" y="431"/>
                    <a:pt x="350" y="443"/>
                    <a:pt x="301" y="382"/>
                  </a:cubicBezTo>
                  <a:cubicBezTo>
                    <a:pt x="252" y="320"/>
                    <a:pt x="227" y="357"/>
                    <a:pt x="239" y="283"/>
                  </a:cubicBezTo>
                  <a:cubicBezTo>
                    <a:pt x="252" y="222"/>
                    <a:pt x="190" y="209"/>
                    <a:pt x="252" y="172"/>
                  </a:cubicBezTo>
                  <a:cubicBezTo>
                    <a:pt x="317" y="129"/>
                    <a:pt x="324" y="57"/>
                    <a:pt x="292" y="57"/>
                  </a:cubicBezTo>
                  <a:cubicBezTo>
                    <a:pt x="287" y="57"/>
                    <a:pt x="282" y="58"/>
                    <a:pt x="276" y="61"/>
                  </a:cubicBezTo>
                  <a:cubicBezTo>
                    <a:pt x="227" y="74"/>
                    <a:pt x="227" y="135"/>
                    <a:pt x="202" y="160"/>
                  </a:cubicBezTo>
                  <a:cubicBezTo>
                    <a:pt x="180" y="175"/>
                    <a:pt x="148" y="199"/>
                    <a:pt x="135" y="199"/>
                  </a:cubicBezTo>
                  <a:cubicBezTo>
                    <a:pt x="127" y="199"/>
                    <a:pt x="126" y="189"/>
                    <a:pt x="141" y="160"/>
                  </a:cubicBezTo>
                  <a:cubicBezTo>
                    <a:pt x="190" y="86"/>
                    <a:pt x="276" y="24"/>
                    <a:pt x="202" y="24"/>
                  </a:cubicBezTo>
                  <a:cubicBezTo>
                    <a:pt x="148" y="24"/>
                    <a:pt x="80" y="0"/>
                    <a:pt x="3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1" name="Google Shape;8097;p67">
              <a:extLst>
                <a:ext uri="{FF2B5EF4-FFF2-40B4-BE49-F238E27FC236}">
                  <a16:creationId xmlns:a16="http://schemas.microsoft.com/office/drawing/2014/main" id="{4CC6DF13-AABD-8F04-63E1-EE571A734AF8}"/>
                </a:ext>
              </a:extLst>
            </p:cNvPr>
            <p:cNvSpPr/>
            <p:nvPr/>
          </p:nvSpPr>
          <p:spPr>
            <a:xfrm>
              <a:off x="2718275" y="4593500"/>
              <a:ext cx="11075" cy="14650"/>
            </a:xfrm>
            <a:custGeom>
              <a:avLst/>
              <a:gdLst/>
              <a:ahLst/>
              <a:cxnLst/>
              <a:rect l="l" t="t" r="r" b="b"/>
              <a:pathLst>
                <a:path w="443" h="586" extrusionOk="0">
                  <a:moveTo>
                    <a:pt x="160" y="0"/>
                  </a:moveTo>
                  <a:cubicBezTo>
                    <a:pt x="149" y="0"/>
                    <a:pt x="143" y="7"/>
                    <a:pt x="143" y="22"/>
                  </a:cubicBezTo>
                  <a:cubicBezTo>
                    <a:pt x="131" y="47"/>
                    <a:pt x="143" y="71"/>
                    <a:pt x="94" y="71"/>
                  </a:cubicBezTo>
                  <a:cubicBezTo>
                    <a:pt x="85" y="68"/>
                    <a:pt x="74" y="67"/>
                    <a:pt x="64" y="67"/>
                  </a:cubicBezTo>
                  <a:cubicBezTo>
                    <a:pt x="30" y="67"/>
                    <a:pt x="1" y="83"/>
                    <a:pt x="57" y="120"/>
                  </a:cubicBezTo>
                  <a:cubicBezTo>
                    <a:pt x="131" y="157"/>
                    <a:pt x="193" y="133"/>
                    <a:pt x="193" y="207"/>
                  </a:cubicBezTo>
                  <a:cubicBezTo>
                    <a:pt x="193" y="276"/>
                    <a:pt x="160" y="356"/>
                    <a:pt x="186" y="356"/>
                  </a:cubicBezTo>
                  <a:cubicBezTo>
                    <a:pt x="188" y="356"/>
                    <a:pt x="190" y="355"/>
                    <a:pt x="193" y="355"/>
                  </a:cubicBezTo>
                  <a:cubicBezTo>
                    <a:pt x="200" y="347"/>
                    <a:pt x="208" y="344"/>
                    <a:pt x="216" y="344"/>
                  </a:cubicBezTo>
                  <a:cubicBezTo>
                    <a:pt x="234" y="344"/>
                    <a:pt x="247" y="362"/>
                    <a:pt x="230" y="379"/>
                  </a:cubicBezTo>
                  <a:cubicBezTo>
                    <a:pt x="193" y="404"/>
                    <a:pt x="156" y="379"/>
                    <a:pt x="193" y="453"/>
                  </a:cubicBezTo>
                  <a:cubicBezTo>
                    <a:pt x="229" y="517"/>
                    <a:pt x="279" y="574"/>
                    <a:pt x="293" y="574"/>
                  </a:cubicBezTo>
                  <a:cubicBezTo>
                    <a:pt x="297" y="574"/>
                    <a:pt x="297" y="568"/>
                    <a:pt x="291" y="552"/>
                  </a:cubicBezTo>
                  <a:cubicBezTo>
                    <a:pt x="266" y="478"/>
                    <a:pt x="193" y="428"/>
                    <a:pt x="266" y="428"/>
                  </a:cubicBezTo>
                  <a:cubicBezTo>
                    <a:pt x="273" y="427"/>
                    <a:pt x="279" y="426"/>
                    <a:pt x="286" y="426"/>
                  </a:cubicBezTo>
                  <a:cubicBezTo>
                    <a:pt x="328" y="426"/>
                    <a:pt x="367" y="460"/>
                    <a:pt x="377" y="502"/>
                  </a:cubicBezTo>
                  <a:cubicBezTo>
                    <a:pt x="396" y="530"/>
                    <a:pt x="428" y="586"/>
                    <a:pt x="438" y="586"/>
                  </a:cubicBezTo>
                  <a:cubicBezTo>
                    <a:pt x="441" y="586"/>
                    <a:pt x="442" y="579"/>
                    <a:pt x="439" y="564"/>
                  </a:cubicBezTo>
                  <a:cubicBezTo>
                    <a:pt x="427" y="490"/>
                    <a:pt x="414" y="404"/>
                    <a:pt x="390" y="330"/>
                  </a:cubicBezTo>
                  <a:cubicBezTo>
                    <a:pt x="365" y="219"/>
                    <a:pt x="316" y="120"/>
                    <a:pt x="242" y="47"/>
                  </a:cubicBezTo>
                  <a:cubicBezTo>
                    <a:pt x="205" y="17"/>
                    <a:pt x="176" y="0"/>
                    <a:pt x="16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2" name="Google Shape;8098;p67">
              <a:extLst>
                <a:ext uri="{FF2B5EF4-FFF2-40B4-BE49-F238E27FC236}">
                  <a16:creationId xmlns:a16="http://schemas.microsoft.com/office/drawing/2014/main" id="{D4827B55-BAE7-A9B7-BF07-5507886BE812}"/>
                </a:ext>
              </a:extLst>
            </p:cNvPr>
            <p:cNvSpPr/>
            <p:nvPr/>
          </p:nvSpPr>
          <p:spPr>
            <a:xfrm>
              <a:off x="2724000" y="4591650"/>
              <a:ext cx="4350" cy="3650"/>
            </a:xfrm>
            <a:custGeom>
              <a:avLst/>
              <a:gdLst/>
              <a:ahLst/>
              <a:cxnLst/>
              <a:rect l="l" t="t" r="r" b="b"/>
              <a:pathLst>
                <a:path w="174" h="146" extrusionOk="0">
                  <a:moveTo>
                    <a:pt x="115" y="0"/>
                  </a:moveTo>
                  <a:cubicBezTo>
                    <a:pt x="100" y="0"/>
                    <a:pt x="80" y="17"/>
                    <a:pt x="50" y="47"/>
                  </a:cubicBezTo>
                  <a:cubicBezTo>
                    <a:pt x="1" y="84"/>
                    <a:pt x="87" y="96"/>
                    <a:pt x="136" y="133"/>
                  </a:cubicBezTo>
                  <a:cubicBezTo>
                    <a:pt x="145" y="141"/>
                    <a:pt x="151" y="145"/>
                    <a:pt x="155" y="145"/>
                  </a:cubicBezTo>
                  <a:cubicBezTo>
                    <a:pt x="173" y="145"/>
                    <a:pt x="146" y="63"/>
                    <a:pt x="136" y="22"/>
                  </a:cubicBezTo>
                  <a:cubicBezTo>
                    <a:pt x="131" y="7"/>
                    <a:pt x="124" y="0"/>
                    <a:pt x="11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3" name="Google Shape;8099;p67">
              <a:extLst>
                <a:ext uri="{FF2B5EF4-FFF2-40B4-BE49-F238E27FC236}">
                  <a16:creationId xmlns:a16="http://schemas.microsoft.com/office/drawing/2014/main" id="{F292B986-CCC4-45D4-95FA-74CDFC161B4C}"/>
                </a:ext>
              </a:extLst>
            </p:cNvPr>
            <p:cNvSpPr/>
            <p:nvPr/>
          </p:nvSpPr>
          <p:spPr>
            <a:xfrm>
              <a:off x="2717850" y="4584975"/>
              <a:ext cx="7100" cy="6525"/>
            </a:xfrm>
            <a:custGeom>
              <a:avLst/>
              <a:gdLst/>
              <a:ahLst/>
              <a:cxnLst/>
              <a:rect l="l" t="t" r="r" b="b"/>
              <a:pathLst>
                <a:path w="284" h="261" extrusionOk="0">
                  <a:moveTo>
                    <a:pt x="26" y="1"/>
                  </a:moveTo>
                  <a:cubicBezTo>
                    <a:pt x="20" y="1"/>
                    <a:pt x="15" y="2"/>
                    <a:pt x="12" y="6"/>
                  </a:cubicBezTo>
                  <a:cubicBezTo>
                    <a:pt x="0" y="30"/>
                    <a:pt x="49" y="43"/>
                    <a:pt x="62" y="67"/>
                  </a:cubicBezTo>
                  <a:cubicBezTo>
                    <a:pt x="74" y="92"/>
                    <a:pt x="62" y="79"/>
                    <a:pt x="25" y="92"/>
                  </a:cubicBezTo>
                  <a:cubicBezTo>
                    <a:pt x="0" y="116"/>
                    <a:pt x="62" y="116"/>
                    <a:pt x="62" y="153"/>
                  </a:cubicBezTo>
                  <a:cubicBezTo>
                    <a:pt x="62" y="194"/>
                    <a:pt x="53" y="261"/>
                    <a:pt x="64" y="261"/>
                  </a:cubicBezTo>
                  <a:cubicBezTo>
                    <a:pt x="67" y="261"/>
                    <a:pt x="70" y="258"/>
                    <a:pt x="74" y="252"/>
                  </a:cubicBezTo>
                  <a:cubicBezTo>
                    <a:pt x="96" y="230"/>
                    <a:pt x="118" y="188"/>
                    <a:pt x="149" y="188"/>
                  </a:cubicBezTo>
                  <a:cubicBezTo>
                    <a:pt x="152" y="188"/>
                    <a:pt x="156" y="189"/>
                    <a:pt x="160" y="190"/>
                  </a:cubicBezTo>
                  <a:cubicBezTo>
                    <a:pt x="181" y="197"/>
                    <a:pt x="215" y="213"/>
                    <a:pt x="230" y="213"/>
                  </a:cubicBezTo>
                  <a:cubicBezTo>
                    <a:pt x="242" y="213"/>
                    <a:pt x="243" y="204"/>
                    <a:pt x="222" y="178"/>
                  </a:cubicBezTo>
                  <a:cubicBezTo>
                    <a:pt x="173" y="129"/>
                    <a:pt x="136" y="129"/>
                    <a:pt x="185" y="129"/>
                  </a:cubicBezTo>
                  <a:cubicBezTo>
                    <a:pt x="222" y="129"/>
                    <a:pt x="283" y="79"/>
                    <a:pt x="234" y="79"/>
                  </a:cubicBezTo>
                  <a:cubicBezTo>
                    <a:pt x="185" y="67"/>
                    <a:pt x="210" y="79"/>
                    <a:pt x="136" y="43"/>
                  </a:cubicBezTo>
                  <a:cubicBezTo>
                    <a:pt x="80" y="15"/>
                    <a:pt x="46" y="1"/>
                    <a:pt x="2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4" name="Google Shape;8100;p67">
              <a:extLst>
                <a:ext uri="{FF2B5EF4-FFF2-40B4-BE49-F238E27FC236}">
                  <a16:creationId xmlns:a16="http://schemas.microsoft.com/office/drawing/2014/main" id="{C275C7B7-8041-ED3A-C1EB-7FD4893A918D}"/>
                </a:ext>
              </a:extLst>
            </p:cNvPr>
            <p:cNvSpPr/>
            <p:nvPr/>
          </p:nvSpPr>
          <p:spPr>
            <a:xfrm>
              <a:off x="2714750" y="4586650"/>
              <a:ext cx="3725" cy="7550"/>
            </a:xfrm>
            <a:custGeom>
              <a:avLst/>
              <a:gdLst/>
              <a:ahLst/>
              <a:cxnLst/>
              <a:rect l="l" t="t" r="r" b="b"/>
              <a:pathLst>
                <a:path w="149" h="302" extrusionOk="0">
                  <a:moveTo>
                    <a:pt x="62" y="0"/>
                  </a:moveTo>
                  <a:cubicBezTo>
                    <a:pt x="13" y="0"/>
                    <a:pt x="1" y="25"/>
                    <a:pt x="26" y="49"/>
                  </a:cubicBezTo>
                  <a:cubicBezTo>
                    <a:pt x="50" y="74"/>
                    <a:pt x="99" y="99"/>
                    <a:pt x="62" y="136"/>
                  </a:cubicBezTo>
                  <a:cubicBezTo>
                    <a:pt x="41" y="180"/>
                    <a:pt x="38" y="302"/>
                    <a:pt x="55" y="302"/>
                  </a:cubicBezTo>
                  <a:cubicBezTo>
                    <a:pt x="57" y="302"/>
                    <a:pt x="60" y="300"/>
                    <a:pt x="62" y="296"/>
                  </a:cubicBezTo>
                  <a:cubicBezTo>
                    <a:pt x="87" y="259"/>
                    <a:pt x="149" y="259"/>
                    <a:pt x="124" y="197"/>
                  </a:cubicBezTo>
                  <a:cubicBezTo>
                    <a:pt x="99" y="136"/>
                    <a:pt x="124" y="111"/>
                    <a:pt x="136" y="86"/>
                  </a:cubicBezTo>
                  <a:cubicBezTo>
                    <a:pt x="149" y="37"/>
                    <a:pt x="99" y="0"/>
                    <a:pt x="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5" name="Google Shape;8101;p67">
              <a:extLst>
                <a:ext uri="{FF2B5EF4-FFF2-40B4-BE49-F238E27FC236}">
                  <a16:creationId xmlns:a16="http://schemas.microsoft.com/office/drawing/2014/main" id="{DAA28C7D-7729-C49F-4172-25108A31A36E}"/>
                </a:ext>
              </a:extLst>
            </p:cNvPr>
            <p:cNvSpPr/>
            <p:nvPr/>
          </p:nvSpPr>
          <p:spPr>
            <a:xfrm>
              <a:off x="2707375" y="4581400"/>
              <a:ext cx="6175" cy="10575"/>
            </a:xfrm>
            <a:custGeom>
              <a:avLst/>
              <a:gdLst/>
              <a:ahLst/>
              <a:cxnLst/>
              <a:rect l="l" t="t" r="r" b="b"/>
              <a:pathLst>
                <a:path w="247" h="423" extrusionOk="0">
                  <a:moveTo>
                    <a:pt x="99" y="1"/>
                  </a:moveTo>
                  <a:cubicBezTo>
                    <a:pt x="25" y="1"/>
                    <a:pt x="0" y="25"/>
                    <a:pt x="25" y="50"/>
                  </a:cubicBezTo>
                  <a:cubicBezTo>
                    <a:pt x="62" y="62"/>
                    <a:pt x="86" y="87"/>
                    <a:pt x="111" y="112"/>
                  </a:cubicBezTo>
                  <a:cubicBezTo>
                    <a:pt x="148" y="149"/>
                    <a:pt x="111" y="149"/>
                    <a:pt x="99" y="186"/>
                  </a:cubicBezTo>
                  <a:cubicBezTo>
                    <a:pt x="86" y="235"/>
                    <a:pt x="99" y="247"/>
                    <a:pt x="136" y="284"/>
                  </a:cubicBezTo>
                  <a:cubicBezTo>
                    <a:pt x="173" y="321"/>
                    <a:pt x="160" y="383"/>
                    <a:pt x="197" y="420"/>
                  </a:cubicBezTo>
                  <a:cubicBezTo>
                    <a:pt x="199" y="422"/>
                    <a:pt x="201" y="423"/>
                    <a:pt x="203" y="423"/>
                  </a:cubicBezTo>
                  <a:cubicBezTo>
                    <a:pt x="224" y="423"/>
                    <a:pt x="234" y="305"/>
                    <a:pt x="234" y="259"/>
                  </a:cubicBezTo>
                  <a:cubicBezTo>
                    <a:pt x="247" y="210"/>
                    <a:pt x="210" y="186"/>
                    <a:pt x="197" y="112"/>
                  </a:cubicBezTo>
                  <a:cubicBezTo>
                    <a:pt x="185" y="25"/>
                    <a:pt x="160" y="1"/>
                    <a:pt x="9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6" name="Google Shape;8102;p67">
              <a:extLst>
                <a:ext uri="{FF2B5EF4-FFF2-40B4-BE49-F238E27FC236}">
                  <a16:creationId xmlns:a16="http://schemas.microsoft.com/office/drawing/2014/main" id="{B6D96E58-370F-0990-F596-2FBD980B9948}"/>
                </a:ext>
              </a:extLst>
            </p:cNvPr>
            <p:cNvSpPr/>
            <p:nvPr/>
          </p:nvSpPr>
          <p:spPr>
            <a:xfrm>
              <a:off x="2701825" y="4573400"/>
              <a:ext cx="10500" cy="7575"/>
            </a:xfrm>
            <a:custGeom>
              <a:avLst/>
              <a:gdLst/>
              <a:ahLst/>
              <a:cxnLst/>
              <a:rect l="l" t="t" r="r" b="b"/>
              <a:pathLst>
                <a:path w="420" h="303" extrusionOk="0">
                  <a:moveTo>
                    <a:pt x="185" y="0"/>
                  </a:moveTo>
                  <a:cubicBezTo>
                    <a:pt x="148" y="0"/>
                    <a:pt x="87" y="37"/>
                    <a:pt x="50" y="62"/>
                  </a:cubicBezTo>
                  <a:cubicBezTo>
                    <a:pt x="0" y="87"/>
                    <a:pt x="74" y="74"/>
                    <a:pt x="99" y="99"/>
                  </a:cubicBezTo>
                  <a:cubicBezTo>
                    <a:pt x="124" y="111"/>
                    <a:pt x="99" y="99"/>
                    <a:pt x="74" y="136"/>
                  </a:cubicBezTo>
                  <a:cubicBezTo>
                    <a:pt x="50" y="173"/>
                    <a:pt x="136" y="222"/>
                    <a:pt x="185" y="284"/>
                  </a:cubicBezTo>
                  <a:cubicBezTo>
                    <a:pt x="198" y="297"/>
                    <a:pt x="208" y="302"/>
                    <a:pt x="215" y="302"/>
                  </a:cubicBezTo>
                  <a:cubicBezTo>
                    <a:pt x="229" y="302"/>
                    <a:pt x="234" y="283"/>
                    <a:pt x="234" y="259"/>
                  </a:cubicBezTo>
                  <a:cubicBezTo>
                    <a:pt x="225" y="231"/>
                    <a:pt x="230" y="218"/>
                    <a:pt x="248" y="218"/>
                  </a:cubicBezTo>
                  <a:cubicBezTo>
                    <a:pt x="255" y="218"/>
                    <a:pt x="262" y="219"/>
                    <a:pt x="271" y="222"/>
                  </a:cubicBezTo>
                  <a:cubicBezTo>
                    <a:pt x="283" y="230"/>
                    <a:pt x="291" y="233"/>
                    <a:pt x="298" y="233"/>
                  </a:cubicBezTo>
                  <a:cubicBezTo>
                    <a:pt x="313" y="233"/>
                    <a:pt x="324" y="218"/>
                    <a:pt x="358" y="210"/>
                  </a:cubicBezTo>
                  <a:cubicBezTo>
                    <a:pt x="419" y="197"/>
                    <a:pt x="271" y="148"/>
                    <a:pt x="222" y="111"/>
                  </a:cubicBezTo>
                  <a:cubicBezTo>
                    <a:pt x="173" y="62"/>
                    <a:pt x="198" y="50"/>
                    <a:pt x="234" y="37"/>
                  </a:cubicBezTo>
                  <a:cubicBezTo>
                    <a:pt x="259" y="25"/>
                    <a:pt x="234" y="13"/>
                    <a:pt x="18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7" name="Google Shape;8103;p67">
              <a:extLst>
                <a:ext uri="{FF2B5EF4-FFF2-40B4-BE49-F238E27FC236}">
                  <a16:creationId xmlns:a16="http://schemas.microsoft.com/office/drawing/2014/main" id="{527BE048-1479-6FD4-98E9-1F8B636596BE}"/>
                </a:ext>
              </a:extLst>
            </p:cNvPr>
            <p:cNvSpPr/>
            <p:nvPr/>
          </p:nvSpPr>
          <p:spPr>
            <a:xfrm>
              <a:off x="2711375" y="4574050"/>
              <a:ext cx="7100" cy="9975"/>
            </a:xfrm>
            <a:custGeom>
              <a:avLst/>
              <a:gdLst/>
              <a:ahLst/>
              <a:cxnLst/>
              <a:rect l="l" t="t" r="r" b="b"/>
              <a:pathLst>
                <a:path w="284" h="399" extrusionOk="0">
                  <a:moveTo>
                    <a:pt x="100" y="1"/>
                  </a:moveTo>
                  <a:cubicBezTo>
                    <a:pt x="92" y="1"/>
                    <a:pt x="81" y="4"/>
                    <a:pt x="62" y="11"/>
                  </a:cubicBezTo>
                  <a:cubicBezTo>
                    <a:pt x="0" y="36"/>
                    <a:pt x="62" y="61"/>
                    <a:pt x="87" y="110"/>
                  </a:cubicBezTo>
                  <a:cubicBezTo>
                    <a:pt x="111" y="159"/>
                    <a:pt x="62" y="159"/>
                    <a:pt x="87" y="196"/>
                  </a:cubicBezTo>
                  <a:cubicBezTo>
                    <a:pt x="111" y="245"/>
                    <a:pt x="124" y="196"/>
                    <a:pt x="161" y="270"/>
                  </a:cubicBezTo>
                  <a:cubicBezTo>
                    <a:pt x="197" y="344"/>
                    <a:pt x="148" y="319"/>
                    <a:pt x="124" y="369"/>
                  </a:cubicBezTo>
                  <a:cubicBezTo>
                    <a:pt x="114" y="390"/>
                    <a:pt x="115" y="399"/>
                    <a:pt x="122" y="399"/>
                  </a:cubicBezTo>
                  <a:cubicBezTo>
                    <a:pt x="143" y="399"/>
                    <a:pt x="219" y="325"/>
                    <a:pt x="247" y="307"/>
                  </a:cubicBezTo>
                  <a:cubicBezTo>
                    <a:pt x="284" y="282"/>
                    <a:pt x="271" y="233"/>
                    <a:pt x="259" y="196"/>
                  </a:cubicBezTo>
                  <a:cubicBezTo>
                    <a:pt x="234" y="147"/>
                    <a:pt x="197" y="135"/>
                    <a:pt x="234" y="110"/>
                  </a:cubicBezTo>
                  <a:cubicBezTo>
                    <a:pt x="271" y="85"/>
                    <a:pt x="222" y="36"/>
                    <a:pt x="161" y="24"/>
                  </a:cubicBezTo>
                  <a:cubicBezTo>
                    <a:pt x="118" y="15"/>
                    <a:pt x="117" y="1"/>
                    <a:pt x="10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8" name="Google Shape;8104;p67">
              <a:extLst>
                <a:ext uri="{FF2B5EF4-FFF2-40B4-BE49-F238E27FC236}">
                  <a16:creationId xmlns:a16="http://schemas.microsoft.com/office/drawing/2014/main" id="{101F1563-5F58-6AC3-7A98-66B0E458113B}"/>
                </a:ext>
              </a:extLst>
            </p:cNvPr>
            <p:cNvSpPr/>
            <p:nvPr/>
          </p:nvSpPr>
          <p:spPr>
            <a:xfrm>
              <a:off x="2707050" y="4574975"/>
              <a:ext cx="4525" cy="1525"/>
            </a:xfrm>
            <a:custGeom>
              <a:avLst/>
              <a:gdLst/>
              <a:ahLst/>
              <a:cxnLst/>
              <a:rect l="l" t="t" r="r" b="b"/>
              <a:pathLst>
                <a:path w="181" h="61" extrusionOk="0">
                  <a:moveTo>
                    <a:pt x="169" y="1"/>
                  </a:moveTo>
                  <a:cubicBezTo>
                    <a:pt x="148" y="1"/>
                    <a:pt x="96" y="15"/>
                    <a:pt x="62" y="24"/>
                  </a:cubicBezTo>
                  <a:cubicBezTo>
                    <a:pt x="1" y="36"/>
                    <a:pt x="62" y="61"/>
                    <a:pt x="124" y="61"/>
                  </a:cubicBezTo>
                  <a:cubicBezTo>
                    <a:pt x="161" y="61"/>
                    <a:pt x="149" y="36"/>
                    <a:pt x="173" y="11"/>
                  </a:cubicBezTo>
                  <a:cubicBezTo>
                    <a:pt x="181" y="4"/>
                    <a:pt x="178" y="1"/>
                    <a:pt x="16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9" name="Google Shape;8105;p67">
              <a:extLst>
                <a:ext uri="{FF2B5EF4-FFF2-40B4-BE49-F238E27FC236}">
                  <a16:creationId xmlns:a16="http://schemas.microsoft.com/office/drawing/2014/main" id="{09A63E3A-DEFF-018E-D352-18C3FF4BBCC7}"/>
                </a:ext>
              </a:extLst>
            </p:cNvPr>
            <p:cNvSpPr/>
            <p:nvPr/>
          </p:nvSpPr>
          <p:spPr>
            <a:xfrm>
              <a:off x="2593700" y="4577575"/>
              <a:ext cx="15125" cy="8775"/>
            </a:xfrm>
            <a:custGeom>
              <a:avLst/>
              <a:gdLst/>
              <a:ahLst/>
              <a:cxnLst/>
              <a:rect l="l" t="t" r="r" b="b"/>
              <a:pathLst>
                <a:path w="605" h="351" extrusionOk="0">
                  <a:moveTo>
                    <a:pt x="491" y="1"/>
                  </a:moveTo>
                  <a:cubicBezTo>
                    <a:pt x="485" y="1"/>
                    <a:pt x="477" y="2"/>
                    <a:pt x="469" y="6"/>
                  </a:cubicBezTo>
                  <a:cubicBezTo>
                    <a:pt x="432" y="18"/>
                    <a:pt x="383" y="30"/>
                    <a:pt x="333" y="30"/>
                  </a:cubicBezTo>
                  <a:cubicBezTo>
                    <a:pt x="294" y="30"/>
                    <a:pt x="270" y="15"/>
                    <a:pt x="243" y="15"/>
                  </a:cubicBezTo>
                  <a:cubicBezTo>
                    <a:pt x="237" y="15"/>
                    <a:pt x="230" y="16"/>
                    <a:pt x="222" y="18"/>
                  </a:cubicBezTo>
                  <a:cubicBezTo>
                    <a:pt x="185" y="43"/>
                    <a:pt x="148" y="92"/>
                    <a:pt x="198" y="117"/>
                  </a:cubicBezTo>
                  <a:cubicBezTo>
                    <a:pt x="226" y="145"/>
                    <a:pt x="255" y="210"/>
                    <a:pt x="244" y="210"/>
                  </a:cubicBezTo>
                  <a:cubicBezTo>
                    <a:pt x="240" y="210"/>
                    <a:pt x="234" y="205"/>
                    <a:pt x="222" y="191"/>
                  </a:cubicBezTo>
                  <a:cubicBezTo>
                    <a:pt x="185" y="135"/>
                    <a:pt x="121" y="108"/>
                    <a:pt x="85" y="108"/>
                  </a:cubicBezTo>
                  <a:cubicBezTo>
                    <a:pt x="74" y="108"/>
                    <a:pt x="65" y="111"/>
                    <a:pt x="62" y="117"/>
                  </a:cubicBezTo>
                  <a:cubicBezTo>
                    <a:pt x="50" y="129"/>
                    <a:pt x="1" y="129"/>
                    <a:pt x="13" y="178"/>
                  </a:cubicBezTo>
                  <a:cubicBezTo>
                    <a:pt x="13" y="240"/>
                    <a:pt x="38" y="339"/>
                    <a:pt x="99" y="351"/>
                  </a:cubicBezTo>
                  <a:cubicBezTo>
                    <a:pt x="143" y="351"/>
                    <a:pt x="138" y="312"/>
                    <a:pt x="180" y="312"/>
                  </a:cubicBezTo>
                  <a:cubicBezTo>
                    <a:pt x="185" y="312"/>
                    <a:pt x="191" y="313"/>
                    <a:pt x="198" y="314"/>
                  </a:cubicBezTo>
                  <a:cubicBezTo>
                    <a:pt x="206" y="316"/>
                    <a:pt x="215" y="317"/>
                    <a:pt x="224" y="317"/>
                  </a:cubicBezTo>
                  <a:cubicBezTo>
                    <a:pt x="264" y="317"/>
                    <a:pt x="303" y="295"/>
                    <a:pt x="333" y="265"/>
                  </a:cubicBezTo>
                  <a:cubicBezTo>
                    <a:pt x="339" y="259"/>
                    <a:pt x="345" y="257"/>
                    <a:pt x="351" y="257"/>
                  </a:cubicBezTo>
                  <a:cubicBezTo>
                    <a:pt x="360" y="257"/>
                    <a:pt x="371" y="260"/>
                    <a:pt x="384" y="260"/>
                  </a:cubicBezTo>
                  <a:cubicBezTo>
                    <a:pt x="401" y="260"/>
                    <a:pt x="424" y="255"/>
                    <a:pt x="456" y="228"/>
                  </a:cubicBezTo>
                  <a:cubicBezTo>
                    <a:pt x="518" y="178"/>
                    <a:pt x="518" y="166"/>
                    <a:pt x="469" y="154"/>
                  </a:cubicBezTo>
                  <a:cubicBezTo>
                    <a:pt x="420" y="141"/>
                    <a:pt x="481" y="141"/>
                    <a:pt x="530" y="141"/>
                  </a:cubicBezTo>
                  <a:cubicBezTo>
                    <a:pt x="547" y="141"/>
                    <a:pt x="562" y="143"/>
                    <a:pt x="573" y="143"/>
                  </a:cubicBezTo>
                  <a:cubicBezTo>
                    <a:pt x="596" y="143"/>
                    <a:pt x="604" y="137"/>
                    <a:pt x="580" y="104"/>
                  </a:cubicBezTo>
                  <a:cubicBezTo>
                    <a:pt x="548" y="62"/>
                    <a:pt x="534" y="1"/>
                    <a:pt x="49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0" name="Google Shape;8106;p67">
              <a:extLst>
                <a:ext uri="{FF2B5EF4-FFF2-40B4-BE49-F238E27FC236}">
                  <a16:creationId xmlns:a16="http://schemas.microsoft.com/office/drawing/2014/main" id="{FBDB1115-56DB-9361-7A00-1BD94EB82B80}"/>
                </a:ext>
              </a:extLst>
            </p:cNvPr>
            <p:cNvSpPr/>
            <p:nvPr/>
          </p:nvSpPr>
          <p:spPr>
            <a:xfrm>
              <a:off x="2600550" y="4569850"/>
              <a:ext cx="8875" cy="6800"/>
            </a:xfrm>
            <a:custGeom>
              <a:avLst/>
              <a:gdLst/>
              <a:ahLst/>
              <a:cxnLst/>
              <a:rect l="l" t="t" r="r" b="b"/>
              <a:pathLst>
                <a:path w="355" h="272" extrusionOk="0">
                  <a:moveTo>
                    <a:pt x="265" y="1"/>
                  </a:moveTo>
                  <a:cubicBezTo>
                    <a:pt x="262" y="1"/>
                    <a:pt x="259" y="3"/>
                    <a:pt x="256" y="7"/>
                  </a:cubicBezTo>
                  <a:cubicBezTo>
                    <a:pt x="222" y="29"/>
                    <a:pt x="1" y="271"/>
                    <a:pt x="52" y="271"/>
                  </a:cubicBezTo>
                  <a:cubicBezTo>
                    <a:pt x="56" y="271"/>
                    <a:pt x="63" y="269"/>
                    <a:pt x="72" y="266"/>
                  </a:cubicBezTo>
                  <a:cubicBezTo>
                    <a:pt x="133" y="229"/>
                    <a:pt x="195" y="204"/>
                    <a:pt x="256" y="179"/>
                  </a:cubicBezTo>
                  <a:cubicBezTo>
                    <a:pt x="269" y="176"/>
                    <a:pt x="282" y="175"/>
                    <a:pt x="294" y="175"/>
                  </a:cubicBezTo>
                  <a:cubicBezTo>
                    <a:pt x="306" y="175"/>
                    <a:pt x="318" y="176"/>
                    <a:pt x="327" y="176"/>
                  </a:cubicBezTo>
                  <a:cubicBezTo>
                    <a:pt x="346" y="176"/>
                    <a:pt x="355" y="173"/>
                    <a:pt x="343" y="155"/>
                  </a:cubicBezTo>
                  <a:cubicBezTo>
                    <a:pt x="321" y="122"/>
                    <a:pt x="289" y="1"/>
                    <a:pt x="2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1" name="Google Shape;8107;p67">
              <a:extLst>
                <a:ext uri="{FF2B5EF4-FFF2-40B4-BE49-F238E27FC236}">
                  <a16:creationId xmlns:a16="http://schemas.microsoft.com/office/drawing/2014/main" id="{E2CF369E-1818-DC93-77FC-10965632BF29}"/>
                </a:ext>
              </a:extLst>
            </p:cNvPr>
            <p:cNvSpPr/>
            <p:nvPr/>
          </p:nvSpPr>
          <p:spPr>
            <a:xfrm>
              <a:off x="2529625" y="4606350"/>
              <a:ext cx="13675" cy="4800"/>
            </a:xfrm>
            <a:custGeom>
              <a:avLst/>
              <a:gdLst/>
              <a:ahLst/>
              <a:cxnLst/>
              <a:rect l="l" t="t" r="r" b="b"/>
              <a:pathLst>
                <a:path w="547" h="192" extrusionOk="0">
                  <a:moveTo>
                    <a:pt x="407" y="1"/>
                  </a:moveTo>
                  <a:cubicBezTo>
                    <a:pt x="346" y="1"/>
                    <a:pt x="1" y="149"/>
                    <a:pt x="161" y="186"/>
                  </a:cubicBezTo>
                  <a:cubicBezTo>
                    <a:pt x="179" y="189"/>
                    <a:pt x="196" y="191"/>
                    <a:pt x="213" y="191"/>
                  </a:cubicBezTo>
                  <a:cubicBezTo>
                    <a:pt x="342" y="191"/>
                    <a:pt x="426" y="84"/>
                    <a:pt x="490" y="84"/>
                  </a:cubicBezTo>
                  <a:cubicBezTo>
                    <a:pt x="495" y="84"/>
                    <a:pt x="501" y="85"/>
                    <a:pt x="506" y="87"/>
                  </a:cubicBezTo>
                  <a:cubicBezTo>
                    <a:pt x="509" y="88"/>
                    <a:pt x="511" y="88"/>
                    <a:pt x="513" y="88"/>
                  </a:cubicBezTo>
                  <a:cubicBezTo>
                    <a:pt x="546" y="88"/>
                    <a:pt x="477" y="1"/>
                    <a:pt x="40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2" name="Google Shape;8108;p67">
              <a:extLst>
                <a:ext uri="{FF2B5EF4-FFF2-40B4-BE49-F238E27FC236}">
                  <a16:creationId xmlns:a16="http://schemas.microsoft.com/office/drawing/2014/main" id="{130D243F-E594-0896-2D12-CE6F7070237B}"/>
                </a:ext>
              </a:extLst>
            </p:cNvPr>
            <p:cNvSpPr/>
            <p:nvPr/>
          </p:nvSpPr>
          <p:spPr>
            <a:xfrm>
              <a:off x="2516375" y="4615600"/>
              <a:ext cx="8350" cy="6250"/>
            </a:xfrm>
            <a:custGeom>
              <a:avLst/>
              <a:gdLst/>
              <a:ahLst/>
              <a:cxnLst/>
              <a:rect l="l" t="t" r="r" b="b"/>
              <a:pathLst>
                <a:path w="334" h="250" extrusionOk="0">
                  <a:moveTo>
                    <a:pt x="269" y="0"/>
                  </a:moveTo>
                  <a:cubicBezTo>
                    <a:pt x="235" y="0"/>
                    <a:pt x="198" y="19"/>
                    <a:pt x="186" y="50"/>
                  </a:cubicBezTo>
                  <a:cubicBezTo>
                    <a:pt x="161" y="111"/>
                    <a:pt x="198" y="124"/>
                    <a:pt x="149" y="161"/>
                  </a:cubicBezTo>
                  <a:cubicBezTo>
                    <a:pt x="112" y="185"/>
                    <a:pt x="1" y="247"/>
                    <a:pt x="50" y="247"/>
                  </a:cubicBezTo>
                  <a:cubicBezTo>
                    <a:pt x="61" y="249"/>
                    <a:pt x="72" y="250"/>
                    <a:pt x="84" y="250"/>
                  </a:cubicBezTo>
                  <a:cubicBezTo>
                    <a:pt x="137" y="250"/>
                    <a:pt x="194" y="228"/>
                    <a:pt x="235" y="198"/>
                  </a:cubicBezTo>
                  <a:cubicBezTo>
                    <a:pt x="284" y="136"/>
                    <a:pt x="334" y="99"/>
                    <a:pt x="334" y="62"/>
                  </a:cubicBezTo>
                  <a:cubicBezTo>
                    <a:pt x="334" y="19"/>
                    <a:pt x="303" y="0"/>
                    <a:pt x="26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3" name="Google Shape;8109;p67">
              <a:extLst>
                <a:ext uri="{FF2B5EF4-FFF2-40B4-BE49-F238E27FC236}">
                  <a16:creationId xmlns:a16="http://schemas.microsoft.com/office/drawing/2014/main" id="{23DB9274-10FF-6AFF-1C42-5EDC2099E9ED}"/>
                </a:ext>
              </a:extLst>
            </p:cNvPr>
            <p:cNvSpPr/>
            <p:nvPr/>
          </p:nvSpPr>
          <p:spPr>
            <a:xfrm>
              <a:off x="2923000" y="4442075"/>
              <a:ext cx="24625" cy="16550"/>
            </a:xfrm>
            <a:custGeom>
              <a:avLst/>
              <a:gdLst/>
              <a:ahLst/>
              <a:cxnLst/>
              <a:rect l="l" t="t" r="r" b="b"/>
              <a:pathLst>
                <a:path w="985" h="662" extrusionOk="0">
                  <a:moveTo>
                    <a:pt x="361" y="0"/>
                  </a:moveTo>
                  <a:cubicBezTo>
                    <a:pt x="355" y="0"/>
                    <a:pt x="350" y="1"/>
                    <a:pt x="345" y="4"/>
                  </a:cubicBezTo>
                  <a:cubicBezTo>
                    <a:pt x="296" y="41"/>
                    <a:pt x="296" y="202"/>
                    <a:pt x="259" y="263"/>
                  </a:cubicBezTo>
                  <a:cubicBezTo>
                    <a:pt x="222" y="312"/>
                    <a:pt x="74" y="337"/>
                    <a:pt x="49" y="362"/>
                  </a:cubicBezTo>
                  <a:cubicBezTo>
                    <a:pt x="25" y="399"/>
                    <a:pt x="0" y="460"/>
                    <a:pt x="111" y="485"/>
                  </a:cubicBezTo>
                  <a:cubicBezTo>
                    <a:pt x="210" y="522"/>
                    <a:pt x="308" y="559"/>
                    <a:pt x="407" y="621"/>
                  </a:cubicBezTo>
                  <a:cubicBezTo>
                    <a:pt x="468" y="645"/>
                    <a:pt x="493" y="621"/>
                    <a:pt x="592" y="657"/>
                  </a:cubicBezTo>
                  <a:cubicBezTo>
                    <a:pt x="612" y="660"/>
                    <a:pt x="633" y="662"/>
                    <a:pt x="654" y="662"/>
                  </a:cubicBezTo>
                  <a:cubicBezTo>
                    <a:pt x="723" y="662"/>
                    <a:pt x="794" y="646"/>
                    <a:pt x="850" y="608"/>
                  </a:cubicBezTo>
                  <a:cubicBezTo>
                    <a:pt x="894" y="565"/>
                    <a:pt x="985" y="493"/>
                    <a:pt x="947" y="493"/>
                  </a:cubicBezTo>
                  <a:cubicBezTo>
                    <a:pt x="942" y="493"/>
                    <a:pt x="935" y="494"/>
                    <a:pt x="924" y="497"/>
                  </a:cubicBezTo>
                  <a:cubicBezTo>
                    <a:pt x="900" y="506"/>
                    <a:pt x="879" y="510"/>
                    <a:pt x="863" y="510"/>
                  </a:cubicBezTo>
                  <a:cubicBezTo>
                    <a:pt x="830" y="510"/>
                    <a:pt x="813" y="493"/>
                    <a:pt x="813" y="460"/>
                  </a:cubicBezTo>
                  <a:cubicBezTo>
                    <a:pt x="826" y="423"/>
                    <a:pt x="900" y="436"/>
                    <a:pt x="838" y="374"/>
                  </a:cubicBezTo>
                  <a:cubicBezTo>
                    <a:pt x="801" y="337"/>
                    <a:pt x="764" y="288"/>
                    <a:pt x="727" y="239"/>
                  </a:cubicBezTo>
                  <a:cubicBezTo>
                    <a:pt x="727" y="239"/>
                    <a:pt x="747" y="188"/>
                    <a:pt x="705" y="188"/>
                  </a:cubicBezTo>
                  <a:cubicBezTo>
                    <a:pt x="701" y="188"/>
                    <a:pt x="696" y="188"/>
                    <a:pt x="690" y="189"/>
                  </a:cubicBezTo>
                  <a:cubicBezTo>
                    <a:pt x="616" y="189"/>
                    <a:pt x="604" y="165"/>
                    <a:pt x="542" y="115"/>
                  </a:cubicBezTo>
                  <a:cubicBezTo>
                    <a:pt x="477" y="72"/>
                    <a:pt x="403" y="0"/>
                    <a:pt x="36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4" name="Google Shape;8110;p67">
              <a:extLst>
                <a:ext uri="{FF2B5EF4-FFF2-40B4-BE49-F238E27FC236}">
                  <a16:creationId xmlns:a16="http://schemas.microsoft.com/office/drawing/2014/main" id="{F680F662-CA1E-1133-B666-EDC9A44ED4D8}"/>
                </a:ext>
              </a:extLst>
            </p:cNvPr>
            <p:cNvSpPr/>
            <p:nvPr/>
          </p:nvSpPr>
          <p:spPr>
            <a:xfrm>
              <a:off x="2916250" y="4451325"/>
              <a:ext cx="4075" cy="3525"/>
            </a:xfrm>
            <a:custGeom>
              <a:avLst/>
              <a:gdLst/>
              <a:ahLst/>
              <a:cxnLst/>
              <a:rect l="l" t="t" r="r" b="b"/>
              <a:pathLst>
                <a:path w="163" h="141" extrusionOk="0">
                  <a:moveTo>
                    <a:pt x="145" y="0"/>
                  </a:moveTo>
                  <a:cubicBezTo>
                    <a:pt x="126" y="0"/>
                    <a:pt x="89" y="14"/>
                    <a:pt x="61" y="29"/>
                  </a:cubicBezTo>
                  <a:cubicBezTo>
                    <a:pt x="15" y="63"/>
                    <a:pt x="1" y="141"/>
                    <a:pt x="49" y="141"/>
                  </a:cubicBezTo>
                  <a:cubicBezTo>
                    <a:pt x="53" y="141"/>
                    <a:pt x="57" y="140"/>
                    <a:pt x="61" y="140"/>
                  </a:cubicBezTo>
                  <a:cubicBezTo>
                    <a:pt x="122" y="140"/>
                    <a:pt x="98" y="78"/>
                    <a:pt x="147" y="29"/>
                  </a:cubicBezTo>
                  <a:cubicBezTo>
                    <a:pt x="163" y="8"/>
                    <a:pt x="158" y="0"/>
                    <a:pt x="14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5" name="Google Shape;8111;p67">
              <a:extLst>
                <a:ext uri="{FF2B5EF4-FFF2-40B4-BE49-F238E27FC236}">
                  <a16:creationId xmlns:a16="http://schemas.microsoft.com/office/drawing/2014/main" id="{2AE2DCCD-8C34-B0A0-D9C6-8EB02EF3BFED}"/>
                </a:ext>
              </a:extLst>
            </p:cNvPr>
            <p:cNvSpPr/>
            <p:nvPr/>
          </p:nvSpPr>
          <p:spPr>
            <a:xfrm>
              <a:off x="2907275" y="4455250"/>
              <a:ext cx="2650" cy="2350"/>
            </a:xfrm>
            <a:custGeom>
              <a:avLst/>
              <a:gdLst/>
              <a:ahLst/>
              <a:cxnLst/>
              <a:rect l="l" t="t" r="r" b="b"/>
              <a:pathLst>
                <a:path w="106" h="94" extrusionOk="0">
                  <a:moveTo>
                    <a:pt x="70" y="0"/>
                  </a:moveTo>
                  <a:cubicBezTo>
                    <a:pt x="65" y="0"/>
                    <a:pt x="58" y="2"/>
                    <a:pt x="50" y="7"/>
                  </a:cubicBezTo>
                  <a:cubicBezTo>
                    <a:pt x="1" y="57"/>
                    <a:pt x="25" y="94"/>
                    <a:pt x="62" y="94"/>
                  </a:cubicBezTo>
                  <a:cubicBezTo>
                    <a:pt x="84" y="94"/>
                    <a:pt x="105" y="0"/>
                    <a:pt x="7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6" name="Google Shape;8112;p67">
              <a:extLst>
                <a:ext uri="{FF2B5EF4-FFF2-40B4-BE49-F238E27FC236}">
                  <a16:creationId xmlns:a16="http://schemas.microsoft.com/office/drawing/2014/main" id="{490BC939-419F-CBAC-AC9F-D195F5B6B9D8}"/>
                </a:ext>
              </a:extLst>
            </p:cNvPr>
            <p:cNvSpPr/>
            <p:nvPr/>
          </p:nvSpPr>
          <p:spPr>
            <a:xfrm>
              <a:off x="2805700" y="4397475"/>
              <a:ext cx="109925" cy="60625"/>
            </a:xfrm>
            <a:custGeom>
              <a:avLst/>
              <a:gdLst/>
              <a:ahLst/>
              <a:cxnLst/>
              <a:rect l="l" t="t" r="r" b="b"/>
              <a:pathLst>
                <a:path w="4397" h="2425" extrusionOk="0">
                  <a:moveTo>
                    <a:pt x="2950" y="0"/>
                  </a:moveTo>
                  <a:cubicBezTo>
                    <a:pt x="2899" y="0"/>
                    <a:pt x="2928" y="53"/>
                    <a:pt x="2906" y="76"/>
                  </a:cubicBezTo>
                  <a:cubicBezTo>
                    <a:pt x="2903" y="77"/>
                    <a:pt x="2900" y="77"/>
                    <a:pt x="2897" y="77"/>
                  </a:cubicBezTo>
                  <a:cubicBezTo>
                    <a:pt x="2853" y="77"/>
                    <a:pt x="2743" y="2"/>
                    <a:pt x="2708" y="2"/>
                  </a:cubicBezTo>
                  <a:cubicBezTo>
                    <a:pt x="2704" y="1"/>
                    <a:pt x="2700" y="0"/>
                    <a:pt x="2696" y="0"/>
                  </a:cubicBezTo>
                  <a:cubicBezTo>
                    <a:pt x="2657" y="0"/>
                    <a:pt x="2645" y="56"/>
                    <a:pt x="2622" y="113"/>
                  </a:cubicBezTo>
                  <a:cubicBezTo>
                    <a:pt x="2597" y="162"/>
                    <a:pt x="2844" y="704"/>
                    <a:pt x="2869" y="778"/>
                  </a:cubicBezTo>
                  <a:cubicBezTo>
                    <a:pt x="2878" y="836"/>
                    <a:pt x="2774" y="856"/>
                    <a:pt x="2693" y="856"/>
                  </a:cubicBezTo>
                  <a:cubicBezTo>
                    <a:pt x="2671" y="856"/>
                    <a:pt x="2650" y="855"/>
                    <a:pt x="2634" y="852"/>
                  </a:cubicBezTo>
                  <a:cubicBezTo>
                    <a:pt x="2573" y="852"/>
                    <a:pt x="2524" y="519"/>
                    <a:pt x="2524" y="458"/>
                  </a:cubicBezTo>
                  <a:cubicBezTo>
                    <a:pt x="2524" y="384"/>
                    <a:pt x="2388" y="298"/>
                    <a:pt x="2351" y="273"/>
                  </a:cubicBezTo>
                  <a:cubicBezTo>
                    <a:pt x="2265" y="236"/>
                    <a:pt x="2166" y="199"/>
                    <a:pt x="2080" y="174"/>
                  </a:cubicBezTo>
                  <a:cubicBezTo>
                    <a:pt x="2071" y="173"/>
                    <a:pt x="2064" y="173"/>
                    <a:pt x="2059" y="173"/>
                  </a:cubicBezTo>
                  <a:cubicBezTo>
                    <a:pt x="2005" y="173"/>
                    <a:pt x="2125" y="228"/>
                    <a:pt x="2203" y="273"/>
                  </a:cubicBezTo>
                  <a:cubicBezTo>
                    <a:pt x="2302" y="335"/>
                    <a:pt x="2252" y="396"/>
                    <a:pt x="2252" y="458"/>
                  </a:cubicBezTo>
                  <a:cubicBezTo>
                    <a:pt x="2250" y="471"/>
                    <a:pt x="2244" y="476"/>
                    <a:pt x="2236" y="476"/>
                  </a:cubicBezTo>
                  <a:cubicBezTo>
                    <a:pt x="2207" y="476"/>
                    <a:pt x="2154" y="408"/>
                    <a:pt x="2154" y="408"/>
                  </a:cubicBezTo>
                  <a:cubicBezTo>
                    <a:pt x="2139" y="423"/>
                    <a:pt x="2125" y="429"/>
                    <a:pt x="2111" y="429"/>
                  </a:cubicBezTo>
                  <a:cubicBezTo>
                    <a:pt x="2100" y="429"/>
                    <a:pt x="2090" y="426"/>
                    <a:pt x="2080" y="421"/>
                  </a:cubicBezTo>
                  <a:cubicBezTo>
                    <a:pt x="2069" y="415"/>
                    <a:pt x="2061" y="413"/>
                    <a:pt x="2055" y="413"/>
                  </a:cubicBezTo>
                  <a:cubicBezTo>
                    <a:pt x="2032" y="413"/>
                    <a:pt x="2027" y="444"/>
                    <a:pt x="1969" y="482"/>
                  </a:cubicBezTo>
                  <a:cubicBezTo>
                    <a:pt x="1907" y="532"/>
                    <a:pt x="1907" y="507"/>
                    <a:pt x="1821" y="544"/>
                  </a:cubicBezTo>
                  <a:cubicBezTo>
                    <a:pt x="1814" y="546"/>
                    <a:pt x="1808" y="547"/>
                    <a:pt x="1804" y="547"/>
                  </a:cubicBezTo>
                  <a:cubicBezTo>
                    <a:pt x="1753" y="547"/>
                    <a:pt x="1848" y="431"/>
                    <a:pt x="1871" y="408"/>
                  </a:cubicBezTo>
                  <a:cubicBezTo>
                    <a:pt x="1895" y="371"/>
                    <a:pt x="1883" y="310"/>
                    <a:pt x="1846" y="285"/>
                  </a:cubicBezTo>
                  <a:cubicBezTo>
                    <a:pt x="1739" y="232"/>
                    <a:pt x="1622" y="197"/>
                    <a:pt x="1504" y="197"/>
                  </a:cubicBezTo>
                  <a:cubicBezTo>
                    <a:pt x="1487" y="197"/>
                    <a:pt x="1469" y="197"/>
                    <a:pt x="1452" y="199"/>
                  </a:cubicBezTo>
                  <a:cubicBezTo>
                    <a:pt x="1402" y="224"/>
                    <a:pt x="1390" y="310"/>
                    <a:pt x="1365" y="347"/>
                  </a:cubicBezTo>
                  <a:cubicBezTo>
                    <a:pt x="1356" y="375"/>
                    <a:pt x="1250" y="388"/>
                    <a:pt x="1187" y="388"/>
                  </a:cubicBezTo>
                  <a:cubicBezTo>
                    <a:pt x="1166" y="388"/>
                    <a:pt x="1150" y="387"/>
                    <a:pt x="1144" y="384"/>
                  </a:cubicBezTo>
                  <a:cubicBezTo>
                    <a:pt x="1107" y="371"/>
                    <a:pt x="1181" y="298"/>
                    <a:pt x="1217" y="236"/>
                  </a:cubicBezTo>
                  <a:cubicBezTo>
                    <a:pt x="1242" y="174"/>
                    <a:pt x="1242" y="100"/>
                    <a:pt x="1217" y="39"/>
                  </a:cubicBezTo>
                  <a:cubicBezTo>
                    <a:pt x="1212" y="12"/>
                    <a:pt x="1168" y="1"/>
                    <a:pt x="1114" y="1"/>
                  </a:cubicBezTo>
                  <a:cubicBezTo>
                    <a:pt x="1045" y="1"/>
                    <a:pt x="958" y="18"/>
                    <a:pt x="909" y="39"/>
                  </a:cubicBezTo>
                  <a:cubicBezTo>
                    <a:pt x="823" y="63"/>
                    <a:pt x="638" y="174"/>
                    <a:pt x="527" y="224"/>
                  </a:cubicBezTo>
                  <a:cubicBezTo>
                    <a:pt x="404" y="285"/>
                    <a:pt x="293" y="371"/>
                    <a:pt x="195" y="470"/>
                  </a:cubicBezTo>
                  <a:cubicBezTo>
                    <a:pt x="133" y="519"/>
                    <a:pt x="219" y="495"/>
                    <a:pt x="244" y="532"/>
                  </a:cubicBezTo>
                  <a:cubicBezTo>
                    <a:pt x="269" y="556"/>
                    <a:pt x="232" y="569"/>
                    <a:pt x="170" y="593"/>
                  </a:cubicBezTo>
                  <a:cubicBezTo>
                    <a:pt x="109" y="655"/>
                    <a:pt x="59" y="741"/>
                    <a:pt x="22" y="827"/>
                  </a:cubicBezTo>
                  <a:cubicBezTo>
                    <a:pt x="0" y="872"/>
                    <a:pt x="58" y="881"/>
                    <a:pt x="129" y="881"/>
                  </a:cubicBezTo>
                  <a:cubicBezTo>
                    <a:pt x="176" y="881"/>
                    <a:pt x="229" y="877"/>
                    <a:pt x="269" y="877"/>
                  </a:cubicBezTo>
                  <a:cubicBezTo>
                    <a:pt x="367" y="877"/>
                    <a:pt x="293" y="926"/>
                    <a:pt x="256" y="963"/>
                  </a:cubicBezTo>
                  <a:cubicBezTo>
                    <a:pt x="244" y="988"/>
                    <a:pt x="269" y="994"/>
                    <a:pt x="315" y="994"/>
                  </a:cubicBezTo>
                  <a:cubicBezTo>
                    <a:pt x="361" y="994"/>
                    <a:pt x="429" y="988"/>
                    <a:pt x="503" y="988"/>
                  </a:cubicBezTo>
                  <a:cubicBezTo>
                    <a:pt x="638" y="988"/>
                    <a:pt x="860" y="963"/>
                    <a:pt x="946" y="963"/>
                  </a:cubicBezTo>
                  <a:cubicBezTo>
                    <a:pt x="749" y="1000"/>
                    <a:pt x="552" y="1061"/>
                    <a:pt x="367" y="1135"/>
                  </a:cubicBezTo>
                  <a:cubicBezTo>
                    <a:pt x="22" y="1283"/>
                    <a:pt x="330" y="1345"/>
                    <a:pt x="417" y="1406"/>
                  </a:cubicBezTo>
                  <a:cubicBezTo>
                    <a:pt x="453" y="1429"/>
                    <a:pt x="493" y="1437"/>
                    <a:pt x="535" y="1437"/>
                  </a:cubicBezTo>
                  <a:cubicBezTo>
                    <a:pt x="609" y="1437"/>
                    <a:pt x="693" y="1414"/>
                    <a:pt x="786" y="1406"/>
                  </a:cubicBezTo>
                  <a:cubicBezTo>
                    <a:pt x="893" y="1391"/>
                    <a:pt x="999" y="1381"/>
                    <a:pt x="1109" y="1381"/>
                  </a:cubicBezTo>
                  <a:cubicBezTo>
                    <a:pt x="1177" y="1381"/>
                    <a:pt x="1245" y="1385"/>
                    <a:pt x="1316" y="1394"/>
                  </a:cubicBezTo>
                  <a:cubicBezTo>
                    <a:pt x="1489" y="1419"/>
                    <a:pt x="1661" y="1468"/>
                    <a:pt x="1834" y="1542"/>
                  </a:cubicBezTo>
                  <a:cubicBezTo>
                    <a:pt x="1957" y="1604"/>
                    <a:pt x="1673" y="1567"/>
                    <a:pt x="1575" y="1591"/>
                  </a:cubicBezTo>
                  <a:cubicBezTo>
                    <a:pt x="1561" y="1593"/>
                    <a:pt x="1546" y="1594"/>
                    <a:pt x="1531" y="1594"/>
                  </a:cubicBezTo>
                  <a:cubicBezTo>
                    <a:pt x="1437" y="1594"/>
                    <a:pt x="1309" y="1567"/>
                    <a:pt x="1045" y="1567"/>
                  </a:cubicBezTo>
                  <a:cubicBezTo>
                    <a:pt x="1024" y="1565"/>
                    <a:pt x="1003" y="1565"/>
                    <a:pt x="982" y="1565"/>
                  </a:cubicBezTo>
                  <a:cubicBezTo>
                    <a:pt x="794" y="1565"/>
                    <a:pt x="609" y="1614"/>
                    <a:pt x="454" y="1702"/>
                  </a:cubicBezTo>
                  <a:cubicBezTo>
                    <a:pt x="404" y="1751"/>
                    <a:pt x="589" y="1899"/>
                    <a:pt x="725" y="2010"/>
                  </a:cubicBezTo>
                  <a:cubicBezTo>
                    <a:pt x="799" y="2077"/>
                    <a:pt x="966" y="2090"/>
                    <a:pt x="1098" y="2090"/>
                  </a:cubicBezTo>
                  <a:cubicBezTo>
                    <a:pt x="1186" y="2090"/>
                    <a:pt x="1259" y="2084"/>
                    <a:pt x="1279" y="2084"/>
                  </a:cubicBezTo>
                  <a:cubicBezTo>
                    <a:pt x="1316" y="2084"/>
                    <a:pt x="1365" y="2183"/>
                    <a:pt x="1365" y="2257"/>
                  </a:cubicBezTo>
                  <a:cubicBezTo>
                    <a:pt x="1365" y="2331"/>
                    <a:pt x="1439" y="2355"/>
                    <a:pt x="1513" y="2405"/>
                  </a:cubicBezTo>
                  <a:cubicBezTo>
                    <a:pt x="1533" y="2419"/>
                    <a:pt x="1568" y="2425"/>
                    <a:pt x="1611" y="2425"/>
                  </a:cubicBezTo>
                  <a:cubicBezTo>
                    <a:pt x="1751" y="2425"/>
                    <a:pt x="1979" y="2365"/>
                    <a:pt x="2092" y="2355"/>
                  </a:cubicBezTo>
                  <a:cubicBezTo>
                    <a:pt x="2228" y="2331"/>
                    <a:pt x="2363" y="2294"/>
                    <a:pt x="2487" y="2244"/>
                  </a:cubicBezTo>
                  <a:cubicBezTo>
                    <a:pt x="2548" y="2207"/>
                    <a:pt x="2610" y="2195"/>
                    <a:pt x="2684" y="2195"/>
                  </a:cubicBezTo>
                  <a:cubicBezTo>
                    <a:pt x="2782" y="2195"/>
                    <a:pt x="2930" y="2023"/>
                    <a:pt x="3016" y="1986"/>
                  </a:cubicBezTo>
                  <a:cubicBezTo>
                    <a:pt x="3030" y="1980"/>
                    <a:pt x="3040" y="1977"/>
                    <a:pt x="3049" y="1977"/>
                  </a:cubicBezTo>
                  <a:cubicBezTo>
                    <a:pt x="3096" y="1977"/>
                    <a:pt x="3080" y="2055"/>
                    <a:pt x="3090" y="2096"/>
                  </a:cubicBezTo>
                  <a:cubicBezTo>
                    <a:pt x="3103" y="2146"/>
                    <a:pt x="3251" y="2158"/>
                    <a:pt x="3337" y="2158"/>
                  </a:cubicBezTo>
                  <a:cubicBezTo>
                    <a:pt x="3411" y="2158"/>
                    <a:pt x="3386" y="2183"/>
                    <a:pt x="3435" y="2244"/>
                  </a:cubicBezTo>
                  <a:cubicBezTo>
                    <a:pt x="3454" y="2269"/>
                    <a:pt x="3549" y="2278"/>
                    <a:pt x="3656" y="2278"/>
                  </a:cubicBezTo>
                  <a:cubicBezTo>
                    <a:pt x="3762" y="2278"/>
                    <a:pt x="3879" y="2269"/>
                    <a:pt x="3941" y="2257"/>
                  </a:cubicBezTo>
                  <a:cubicBezTo>
                    <a:pt x="4051" y="2232"/>
                    <a:pt x="4064" y="2232"/>
                    <a:pt x="4101" y="2195"/>
                  </a:cubicBezTo>
                  <a:cubicBezTo>
                    <a:pt x="4138" y="2170"/>
                    <a:pt x="4175" y="2146"/>
                    <a:pt x="4199" y="2133"/>
                  </a:cubicBezTo>
                  <a:cubicBezTo>
                    <a:pt x="4236" y="2109"/>
                    <a:pt x="4113" y="2096"/>
                    <a:pt x="4076" y="2084"/>
                  </a:cubicBezTo>
                  <a:cubicBezTo>
                    <a:pt x="4039" y="2084"/>
                    <a:pt x="4076" y="2023"/>
                    <a:pt x="4076" y="1986"/>
                  </a:cubicBezTo>
                  <a:cubicBezTo>
                    <a:pt x="4076" y="1963"/>
                    <a:pt x="4072" y="1959"/>
                    <a:pt x="4060" y="1959"/>
                  </a:cubicBezTo>
                  <a:cubicBezTo>
                    <a:pt x="4052" y="1959"/>
                    <a:pt x="4042" y="1961"/>
                    <a:pt x="4027" y="1961"/>
                  </a:cubicBezTo>
                  <a:cubicBezTo>
                    <a:pt x="3990" y="1961"/>
                    <a:pt x="3941" y="1998"/>
                    <a:pt x="3941" y="2023"/>
                  </a:cubicBezTo>
                  <a:cubicBezTo>
                    <a:pt x="3941" y="2035"/>
                    <a:pt x="3854" y="2060"/>
                    <a:pt x="3830" y="2084"/>
                  </a:cubicBezTo>
                  <a:cubicBezTo>
                    <a:pt x="3828" y="2087"/>
                    <a:pt x="3827" y="2089"/>
                    <a:pt x="3827" y="2089"/>
                  </a:cubicBezTo>
                  <a:cubicBezTo>
                    <a:pt x="3826" y="2089"/>
                    <a:pt x="3853" y="2018"/>
                    <a:pt x="3842" y="1986"/>
                  </a:cubicBezTo>
                  <a:cubicBezTo>
                    <a:pt x="3842" y="1961"/>
                    <a:pt x="3793" y="1936"/>
                    <a:pt x="3793" y="1924"/>
                  </a:cubicBezTo>
                  <a:cubicBezTo>
                    <a:pt x="3793" y="1918"/>
                    <a:pt x="3803" y="1915"/>
                    <a:pt x="3818" y="1915"/>
                  </a:cubicBezTo>
                  <a:cubicBezTo>
                    <a:pt x="3851" y="1915"/>
                    <a:pt x="3909" y="1927"/>
                    <a:pt x="3931" y="1927"/>
                  </a:cubicBezTo>
                  <a:cubicBezTo>
                    <a:pt x="3937" y="1927"/>
                    <a:pt x="3941" y="1926"/>
                    <a:pt x="3941" y="1924"/>
                  </a:cubicBezTo>
                  <a:lnTo>
                    <a:pt x="3941" y="1739"/>
                  </a:lnTo>
                  <a:cubicBezTo>
                    <a:pt x="3941" y="1739"/>
                    <a:pt x="4322" y="1838"/>
                    <a:pt x="4359" y="1838"/>
                  </a:cubicBezTo>
                  <a:cubicBezTo>
                    <a:pt x="4396" y="1838"/>
                    <a:pt x="4359" y="1751"/>
                    <a:pt x="4359" y="1690"/>
                  </a:cubicBezTo>
                  <a:cubicBezTo>
                    <a:pt x="4359" y="1628"/>
                    <a:pt x="4187" y="1604"/>
                    <a:pt x="4051" y="1530"/>
                  </a:cubicBezTo>
                  <a:cubicBezTo>
                    <a:pt x="3916" y="1456"/>
                    <a:pt x="3941" y="1419"/>
                    <a:pt x="3793" y="1419"/>
                  </a:cubicBezTo>
                  <a:cubicBezTo>
                    <a:pt x="3645" y="1419"/>
                    <a:pt x="3534" y="1222"/>
                    <a:pt x="3509" y="1160"/>
                  </a:cubicBezTo>
                  <a:cubicBezTo>
                    <a:pt x="3497" y="1111"/>
                    <a:pt x="3497" y="1049"/>
                    <a:pt x="3534" y="1012"/>
                  </a:cubicBezTo>
                  <a:cubicBezTo>
                    <a:pt x="3546" y="1000"/>
                    <a:pt x="3571" y="951"/>
                    <a:pt x="3509" y="840"/>
                  </a:cubicBezTo>
                  <a:cubicBezTo>
                    <a:pt x="3423" y="680"/>
                    <a:pt x="3361" y="519"/>
                    <a:pt x="3300" y="359"/>
                  </a:cubicBezTo>
                  <a:cubicBezTo>
                    <a:pt x="3287" y="298"/>
                    <a:pt x="3287" y="236"/>
                    <a:pt x="3214" y="211"/>
                  </a:cubicBezTo>
                  <a:cubicBezTo>
                    <a:pt x="3152" y="187"/>
                    <a:pt x="3029" y="26"/>
                    <a:pt x="2967" y="2"/>
                  </a:cubicBezTo>
                  <a:cubicBezTo>
                    <a:pt x="2961" y="1"/>
                    <a:pt x="2955" y="0"/>
                    <a:pt x="295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7" name="Google Shape;8113;p67">
              <a:extLst>
                <a:ext uri="{FF2B5EF4-FFF2-40B4-BE49-F238E27FC236}">
                  <a16:creationId xmlns:a16="http://schemas.microsoft.com/office/drawing/2014/main" id="{D4491863-AD77-7BD5-D46E-806A272ECC0F}"/>
                </a:ext>
              </a:extLst>
            </p:cNvPr>
            <p:cNvSpPr/>
            <p:nvPr/>
          </p:nvSpPr>
          <p:spPr>
            <a:xfrm>
              <a:off x="2877100" y="4391225"/>
              <a:ext cx="16950" cy="11550"/>
            </a:xfrm>
            <a:custGeom>
              <a:avLst/>
              <a:gdLst/>
              <a:ahLst/>
              <a:cxnLst/>
              <a:rect l="l" t="t" r="r" b="b"/>
              <a:pathLst>
                <a:path w="678" h="462" extrusionOk="0">
                  <a:moveTo>
                    <a:pt x="362" y="1"/>
                  </a:moveTo>
                  <a:cubicBezTo>
                    <a:pt x="301" y="1"/>
                    <a:pt x="239" y="10"/>
                    <a:pt x="185" y="30"/>
                  </a:cubicBezTo>
                  <a:cubicBezTo>
                    <a:pt x="148" y="55"/>
                    <a:pt x="136" y="104"/>
                    <a:pt x="62" y="129"/>
                  </a:cubicBezTo>
                  <a:cubicBezTo>
                    <a:pt x="0" y="166"/>
                    <a:pt x="197" y="203"/>
                    <a:pt x="259" y="252"/>
                  </a:cubicBezTo>
                  <a:cubicBezTo>
                    <a:pt x="321" y="289"/>
                    <a:pt x="407" y="449"/>
                    <a:pt x="444" y="461"/>
                  </a:cubicBezTo>
                  <a:cubicBezTo>
                    <a:pt x="481" y="461"/>
                    <a:pt x="592" y="240"/>
                    <a:pt x="641" y="178"/>
                  </a:cubicBezTo>
                  <a:cubicBezTo>
                    <a:pt x="678" y="104"/>
                    <a:pt x="579" y="67"/>
                    <a:pt x="505" y="18"/>
                  </a:cubicBezTo>
                  <a:cubicBezTo>
                    <a:pt x="461" y="7"/>
                    <a:pt x="412" y="1"/>
                    <a:pt x="3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8" name="Google Shape;8114;p67">
              <a:extLst>
                <a:ext uri="{FF2B5EF4-FFF2-40B4-BE49-F238E27FC236}">
                  <a16:creationId xmlns:a16="http://schemas.microsoft.com/office/drawing/2014/main" id="{218EFEF0-346A-7778-2C87-BEBAEBAD14B2}"/>
                </a:ext>
              </a:extLst>
            </p:cNvPr>
            <p:cNvSpPr/>
            <p:nvPr/>
          </p:nvSpPr>
          <p:spPr>
            <a:xfrm>
              <a:off x="2904200" y="4386125"/>
              <a:ext cx="37925" cy="37600"/>
            </a:xfrm>
            <a:custGeom>
              <a:avLst/>
              <a:gdLst/>
              <a:ahLst/>
              <a:cxnLst/>
              <a:rect l="l" t="t" r="r" b="b"/>
              <a:pathLst>
                <a:path w="1517" h="1504" extrusionOk="0">
                  <a:moveTo>
                    <a:pt x="1166" y="0"/>
                  </a:moveTo>
                  <a:cubicBezTo>
                    <a:pt x="1116" y="0"/>
                    <a:pt x="1026" y="21"/>
                    <a:pt x="986" y="37"/>
                  </a:cubicBezTo>
                  <a:cubicBezTo>
                    <a:pt x="925" y="62"/>
                    <a:pt x="863" y="74"/>
                    <a:pt x="801" y="111"/>
                  </a:cubicBezTo>
                  <a:cubicBezTo>
                    <a:pt x="764" y="135"/>
                    <a:pt x="949" y="148"/>
                    <a:pt x="888" y="160"/>
                  </a:cubicBezTo>
                  <a:cubicBezTo>
                    <a:pt x="838" y="172"/>
                    <a:pt x="888" y="185"/>
                    <a:pt x="925" y="209"/>
                  </a:cubicBezTo>
                  <a:cubicBezTo>
                    <a:pt x="935" y="225"/>
                    <a:pt x="919" y="232"/>
                    <a:pt x="893" y="232"/>
                  </a:cubicBezTo>
                  <a:cubicBezTo>
                    <a:pt x="857" y="232"/>
                    <a:pt x="800" y="219"/>
                    <a:pt x="764" y="197"/>
                  </a:cubicBezTo>
                  <a:cubicBezTo>
                    <a:pt x="727" y="160"/>
                    <a:pt x="678" y="148"/>
                    <a:pt x="629" y="135"/>
                  </a:cubicBezTo>
                  <a:cubicBezTo>
                    <a:pt x="580" y="135"/>
                    <a:pt x="629" y="160"/>
                    <a:pt x="654" y="185"/>
                  </a:cubicBezTo>
                  <a:cubicBezTo>
                    <a:pt x="661" y="196"/>
                    <a:pt x="659" y="201"/>
                    <a:pt x="650" y="201"/>
                  </a:cubicBezTo>
                  <a:cubicBezTo>
                    <a:pt x="631" y="201"/>
                    <a:pt x="581" y="181"/>
                    <a:pt x="530" y="172"/>
                  </a:cubicBezTo>
                  <a:cubicBezTo>
                    <a:pt x="513" y="170"/>
                    <a:pt x="499" y="169"/>
                    <a:pt x="487" y="169"/>
                  </a:cubicBezTo>
                  <a:cubicBezTo>
                    <a:pt x="438" y="169"/>
                    <a:pt x="422" y="185"/>
                    <a:pt x="382" y="185"/>
                  </a:cubicBezTo>
                  <a:cubicBezTo>
                    <a:pt x="333" y="185"/>
                    <a:pt x="432" y="209"/>
                    <a:pt x="493" y="234"/>
                  </a:cubicBezTo>
                  <a:cubicBezTo>
                    <a:pt x="555" y="259"/>
                    <a:pt x="530" y="271"/>
                    <a:pt x="518" y="283"/>
                  </a:cubicBezTo>
                  <a:cubicBezTo>
                    <a:pt x="493" y="308"/>
                    <a:pt x="493" y="333"/>
                    <a:pt x="481" y="370"/>
                  </a:cubicBezTo>
                  <a:cubicBezTo>
                    <a:pt x="481" y="375"/>
                    <a:pt x="480" y="377"/>
                    <a:pt x="479" y="377"/>
                  </a:cubicBezTo>
                  <a:cubicBezTo>
                    <a:pt x="473" y="377"/>
                    <a:pt x="455" y="346"/>
                    <a:pt x="407" y="308"/>
                  </a:cubicBezTo>
                  <a:cubicBezTo>
                    <a:pt x="386" y="292"/>
                    <a:pt x="378" y="283"/>
                    <a:pt x="369" y="283"/>
                  </a:cubicBezTo>
                  <a:cubicBezTo>
                    <a:pt x="358" y="283"/>
                    <a:pt x="345" y="298"/>
                    <a:pt x="296" y="333"/>
                  </a:cubicBezTo>
                  <a:cubicBezTo>
                    <a:pt x="198" y="394"/>
                    <a:pt x="407" y="431"/>
                    <a:pt x="481" y="468"/>
                  </a:cubicBezTo>
                  <a:cubicBezTo>
                    <a:pt x="555" y="493"/>
                    <a:pt x="567" y="554"/>
                    <a:pt x="604" y="591"/>
                  </a:cubicBezTo>
                  <a:cubicBezTo>
                    <a:pt x="619" y="611"/>
                    <a:pt x="616" y="617"/>
                    <a:pt x="605" y="617"/>
                  </a:cubicBezTo>
                  <a:cubicBezTo>
                    <a:pt x="588" y="617"/>
                    <a:pt x="553" y="604"/>
                    <a:pt x="530" y="604"/>
                  </a:cubicBezTo>
                  <a:cubicBezTo>
                    <a:pt x="493" y="604"/>
                    <a:pt x="555" y="678"/>
                    <a:pt x="530" y="739"/>
                  </a:cubicBezTo>
                  <a:cubicBezTo>
                    <a:pt x="525" y="759"/>
                    <a:pt x="509" y="765"/>
                    <a:pt x="485" y="765"/>
                  </a:cubicBezTo>
                  <a:cubicBezTo>
                    <a:pt x="449" y="765"/>
                    <a:pt x="397" y="752"/>
                    <a:pt x="346" y="752"/>
                  </a:cubicBezTo>
                  <a:cubicBezTo>
                    <a:pt x="272" y="752"/>
                    <a:pt x="173" y="616"/>
                    <a:pt x="87" y="579"/>
                  </a:cubicBezTo>
                  <a:cubicBezTo>
                    <a:pt x="76" y="574"/>
                    <a:pt x="66" y="572"/>
                    <a:pt x="58" y="572"/>
                  </a:cubicBezTo>
                  <a:cubicBezTo>
                    <a:pt x="1" y="572"/>
                    <a:pt x="1" y="673"/>
                    <a:pt x="1" y="727"/>
                  </a:cubicBezTo>
                  <a:cubicBezTo>
                    <a:pt x="1" y="789"/>
                    <a:pt x="1" y="789"/>
                    <a:pt x="136" y="850"/>
                  </a:cubicBezTo>
                  <a:cubicBezTo>
                    <a:pt x="284" y="924"/>
                    <a:pt x="210" y="936"/>
                    <a:pt x="284" y="949"/>
                  </a:cubicBezTo>
                  <a:cubicBezTo>
                    <a:pt x="395" y="1010"/>
                    <a:pt x="506" y="1084"/>
                    <a:pt x="592" y="1170"/>
                  </a:cubicBezTo>
                  <a:cubicBezTo>
                    <a:pt x="666" y="1281"/>
                    <a:pt x="764" y="1380"/>
                    <a:pt x="863" y="1466"/>
                  </a:cubicBezTo>
                  <a:cubicBezTo>
                    <a:pt x="914" y="1494"/>
                    <a:pt x="953" y="1504"/>
                    <a:pt x="983" y="1504"/>
                  </a:cubicBezTo>
                  <a:cubicBezTo>
                    <a:pt x="1059" y="1504"/>
                    <a:pt x="1069" y="1435"/>
                    <a:pt x="1060" y="1417"/>
                  </a:cubicBezTo>
                  <a:cubicBezTo>
                    <a:pt x="1036" y="1355"/>
                    <a:pt x="1011" y="1306"/>
                    <a:pt x="999" y="1244"/>
                  </a:cubicBezTo>
                  <a:cubicBezTo>
                    <a:pt x="999" y="1224"/>
                    <a:pt x="1007" y="1216"/>
                    <a:pt x="1017" y="1216"/>
                  </a:cubicBezTo>
                  <a:cubicBezTo>
                    <a:pt x="1029" y="1216"/>
                    <a:pt x="1043" y="1230"/>
                    <a:pt x="1036" y="1244"/>
                  </a:cubicBezTo>
                  <a:cubicBezTo>
                    <a:pt x="1023" y="1269"/>
                    <a:pt x="1097" y="1318"/>
                    <a:pt x="1146" y="1331"/>
                  </a:cubicBezTo>
                  <a:cubicBezTo>
                    <a:pt x="1220" y="1306"/>
                    <a:pt x="1294" y="1281"/>
                    <a:pt x="1368" y="1244"/>
                  </a:cubicBezTo>
                  <a:cubicBezTo>
                    <a:pt x="1417" y="1220"/>
                    <a:pt x="1454" y="1158"/>
                    <a:pt x="1442" y="1097"/>
                  </a:cubicBezTo>
                  <a:cubicBezTo>
                    <a:pt x="1430" y="1035"/>
                    <a:pt x="1417" y="986"/>
                    <a:pt x="1454" y="936"/>
                  </a:cubicBezTo>
                  <a:cubicBezTo>
                    <a:pt x="1504" y="899"/>
                    <a:pt x="1516" y="850"/>
                    <a:pt x="1491" y="813"/>
                  </a:cubicBezTo>
                  <a:cubicBezTo>
                    <a:pt x="1467" y="764"/>
                    <a:pt x="1430" y="789"/>
                    <a:pt x="1417" y="715"/>
                  </a:cubicBezTo>
                  <a:cubicBezTo>
                    <a:pt x="1393" y="641"/>
                    <a:pt x="1417" y="628"/>
                    <a:pt x="1430" y="591"/>
                  </a:cubicBezTo>
                  <a:cubicBezTo>
                    <a:pt x="1442" y="554"/>
                    <a:pt x="1405" y="530"/>
                    <a:pt x="1368" y="530"/>
                  </a:cubicBezTo>
                  <a:cubicBezTo>
                    <a:pt x="1331" y="530"/>
                    <a:pt x="1319" y="579"/>
                    <a:pt x="1331" y="616"/>
                  </a:cubicBezTo>
                  <a:cubicBezTo>
                    <a:pt x="1368" y="665"/>
                    <a:pt x="1393" y="715"/>
                    <a:pt x="1393" y="776"/>
                  </a:cubicBezTo>
                  <a:cubicBezTo>
                    <a:pt x="1393" y="801"/>
                    <a:pt x="1390" y="807"/>
                    <a:pt x="1384" y="807"/>
                  </a:cubicBezTo>
                  <a:cubicBezTo>
                    <a:pt x="1377" y="807"/>
                    <a:pt x="1368" y="801"/>
                    <a:pt x="1356" y="801"/>
                  </a:cubicBezTo>
                  <a:cubicBezTo>
                    <a:pt x="1355" y="801"/>
                    <a:pt x="1354" y="801"/>
                    <a:pt x="1353" y="801"/>
                  </a:cubicBezTo>
                  <a:cubicBezTo>
                    <a:pt x="1325" y="801"/>
                    <a:pt x="1218" y="615"/>
                    <a:pt x="1159" y="591"/>
                  </a:cubicBezTo>
                  <a:cubicBezTo>
                    <a:pt x="1154" y="590"/>
                    <a:pt x="1150" y="590"/>
                    <a:pt x="1146" y="590"/>
                  </a:cubicBezTo>
                  <a:cubicBezTo>
                    <a:pt x="1099" y="590"/>
                    <a:pt x="1045" y="646"/>
                    <a:pt x="1011" y="702"/>
                  </a:cubicBezTo>
                  <a:cubicBezTo>
                    <a:pt x="1006" y="707"/>
                    <a:pt x="1003" y="709"/>
                    <a:pt x="1001" y="709"/>
                  </a:cubicBezTo>
                  <a:cubicBezTo>
                    <a:pt x="987" y="709"/>
                    <a:pt x="1100" y="526"/>
                    <a:pt x="1122" y="493"/>
                  </a:cubicBezTo>
                  <a:cubicBezTo>
                    <a:pt x="1146" y="444"/>
                    <a:pt x="1208" y="444"/>
                    <a:pt x="1245" y="444"/>
                  </a:cubicBezTo>
                  <a:cubicBezTo>
                    <a:pt x="1294" y="444"/>
                    <a:pt x="1331" y="370"/>
                    <a:pt x="1282" y="370"/>
                  </a:cubicBezTo>
                  <a:cubicBezTo>
                    <a:pt x="1233" y="370"/>
                    <a:pt x="1220" y="320"/>
                    <a:pt x="1245" y="320"/>
                  </a:cubicBezTo>
                  <a:cubicBezTo>
                    <a:pt x="1282" y="308"/>
                    <a:pt x="1307" y="271"/>
                    <a:pt x="1331" y="246"/>
                  </a:cubicBezTo>
                  <a:cubicBezTo>
                    <a:pt x="1368" y="185"/>
                    <a:pt x="1208" y="160"/>
                    <a:pt x="1134" y="148"/>
                  </a:cubicBezTo>
                  <a:cubicBezTo>
                    <a:pt x="1072" y="148"/>
                    <a:pt x="1171" y="62"/>
                    <a:pt x="1196" y="25"/>
                  </a:cubicBezTo>
                  <a:cubicBezTo>
                    <a:pt x="1209" y="7"/>
                    <a:pt x="1194" y="0"/>
                    <a:pt x="11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9" name="Google Shape;8115;p67">
              <a:extLst>
                <a:ext uri="{FF2B5EF4-FFF2-40B4-BE49-F238E27FC236}">
                  <a16:creationId xmlns:a16="http://schemas.microsoft.com/office/drawing/2014/main" id="{22CFFB56-7358-EC86-8CBC-5D1D1D94010E}"/>
                </a:ext>
              </a:extLst>
            </p:cNvPr>
            <p:cNvSpPr/>
            <p:nvPr/>
          </p:nvSpPr>
          <p:spPr>
            <a:xfrm>
              <a:off x="2944550" y="4386050"/>
              <a:ext cx="31750" cy="29675"/>
            </a:xfrm>
            <a:custGeom>
              <a:avLst/>
              <a:gdLst/>
              <a:ahLst/>
              <a:cxnLst/>
              <a:rect l="l" t="t" r="r" b="b"/>
              <a:pathLst>
                <a:path w="1270" h="1187" extrusionOk="0">
                  <a:moveTo>
                    <a:pt x="450" y="1"/>
                  </a:moveTo>
                  <a:cubicBezTo>
                    <a:pt x="354" y="1"/>
                    <a:pt x="259" y="34"/>
                    <a:pt x="173" y="77"/>
                  </a:cubicBezTo>
                  <a:cubicBezTo>
                    <a:pt x="112" y="126"/>
                    <a:pt x="235" y="151"/>
                    <a:pt x="296" y="212"/>
                  </a:cubicBezTo>
                  <a:cubicBezTo>
                    <a:pt x="312" y="228"/>
                    <a:pt x="304" y="234"/>
                    <a:pt x="285" y="234"/>
                  </a:cubicBezTo>
                  <a:cubicBezTo>
                    <a:pt x="244" y="234"/>
                    <a:pt x="153" y="208"/>
                    <a:pt x="136" y="200"/>
                  </a:cubicBezTo>
                  <a:cubicBezTo>
                    <a:pt x="134" y="199"/>
                    <a:pt x="131" y="198"/>
                    <a:pt x="128" y="198"/>
                  </a:cubicBezTo>
                  <a:cubicBezTo>
                    <a:pt x="102" y="198"/>
                    <a:pt x="61" y="245"/>
                    <a:pt x="50" y="311"/>
                  </a:cubicBezTo>
                  <a:cubicBezTo>
                    <a:pt x="38" y="385"/>
                    <a:pt x="62" y="594"/>
                    <a:pt x="38" y="644"/>
                  </a:cubicBezTo>
                  <a:cubicBezTo>
                    <a:pt x="1" y="681"/>
                    <a:pt x="50" y="755"/>
                    <a:pt x="112" y="828"/>
                  </a:cubicBezTo>
                  <a:cubicBezTo>
                    <a:pt x="161" y="890"/>
                    <a:pt x="185" y="964"/>
                    <a:pt x="173" y="1038"/>
                  </a:cubicBezTo>
                  <a:cubicBezTo>
                    <a:pt x="173" y="1098"/>
                    <a:pt x="173" y="1129"/>
                    <a:pt x="186" y="1129"/>
                  </a:cubicBezTo>
                  <a:cubicBezTo>
                    <a:pt x="191" y="1129"/>
                    <a:pt x="199" y="1123"/>
                    <a:pt x="210" y="1112"/>
                  </a:cubicBezTo>
                  <a:cubicBezTo>
                    <a:pt x="214" y="1105"/>
                    <a:pt x="219" y="1103"/>
                    <a:pt x="223" y="1103"/>
                  </a:cubicBezTo>
                  <a:cubicBezTo>
                    <a:pt x="245" y="1103"/>
                    <a:pt x="274" y="1165"/>
                    <a:pt x="346" y="1186"/>
                  </a:cubicBezTo>
                  <a:cubicBezTo>
                    <a:pt x="346" y="1186"/>
                    <a:pt x="347" y="1186"/>
                    <a:pt x="348" y="1186"/>
                  </a:cubicBezTo>
                  <a:cubicBezTo>
                    <a:pt x="389" y="1186"/>
                    <a:pt x="519" y="926"/>
                    <a:pt x="543" y="878"/>
                  </a:cubicBezTo>
                  <a:cubicBezTo>
                    <a:pt x="580" y="828"/>
                    <a:pt x="493" y="792"/>
                    <a:pt x="469" y="767"/>
                  </a:cubicBezTo>
                  <a:cubicBezTo>
                    <a:pt x="457" y="730"/>
                    <a:pt x="530" y="693"/>
                    <a:pt x="580" y="693"/>
                  </a:cubicBezTo>
                  <a:cubicBezTo>
                    <a:pt x="613" y="693"/>
                    <a:pt x="800" y="744"/>
                    <a:pt x="861" y="744"/>
                  </a:cubicBezTo>
                  <a:cubicBezTo>
                    <a:pt x="867" y="744"/>
                    <a:pt x="872" y="743"/>
                    <a:pt x="875" y="742"/>
                  </a:cubicBezTo>
                  <a:cubicBezTo>
                    <a:pt x="925" y="742"/>
                    <a:pt x="1085" y="447"/>
                    <a:pt x="1122" y="410"/>
                  </a:cubicBezTo>
                  <a:cubicBezTo>
                    <a:pt x="1147" y="360"/>
                    <a:pt x="1270" y="237"/>
                    <a:pt x="1270" y="188"/>
                  </a:cubicBezTo>
                  <a:cubicBezTo>
                    <a:pt x="1270" y="126"/>
                    <a:pt x="986" y="89"/>
                    <a:pt x="900" y="89"/>
                  </a:cubicBezTo>
                  <a:cubicBezTo>
                    <a:pt x="802" y="89"/>
                    <a:pt x="617" y="3"/>
                    <a:pt x="493" y="3"/>
                  </a:cubicBezTo>
                  <a:cubicBezTo>
                    <a:pt x="479" y="1"/>
                    <a:pt x="464" y="1"/>
                    <a:pt x="45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0" name="Google Shape;8116;p67">
              <a:extLst>
                <a:ext uri="{FF2B5EF4-FFF2-40B4-BE49-F238E27FC236}">
                  <a16:creationId xmlns:a16="http://schemas.microsoft.com/office/drawing/2014/main" id="{DA1DC493-D612-C22C-23DD-F3AE823C3DF3}"/>
                </a:ext>
              </a:extLst>
            </p:cNvPr>
            <p:cNvSpPr/>
            <p:nvPr/>
          </p:nvSpPr>
          <p:spPr>
            <a:xfrm>
              <a:off x="2764650" y="4380875"/>
              <a:ext cx="65025" cy="45475"/>
            </a:xfrm>
            <a:custGeom>
              <a:avLst/>
              <a:gdLst/>
              <a:ahLst/>
              <a:cxnLst/>
              <a:rect l="l" t="t" r="r" b="b"/>
              <a:pathLst>
                <a:path w="2601" h="1819" extrusionOk="0">
                  <a:moveTo>
                    <a:pt x="1073" y="0"/>
                  </a:moveTo>
                  <a:cubicBezTo>
                    <a:pt x="987" y="0"/>
                    <a:pt x="445" y="111"/>
                    <a:pt x="383" y="124"/>
                  </a:cubicBezTo>
                  <a:cubicBezTo>
                    <a:pt x="334" y="136"/>
                    <a:pt x="518" y="309"/>
                    <a:pt x="518" y="382"/>
                  </a:cubicBezTo>
                  <a:cubicBezTo>
                    <a:pt x="506" y="456"/>
                    <a:pt x="481" y="530"/>
                    <a:pt x="432" y="592"/>
                  </a:cubicBezTo>
                  <a:cubicBezTo>
                    <a:pt x="371" y="666"/>
                    <a:pt x="309" y="703"/>
                    <a:pt x="334" y="764"/>
                  </a:cubicBezTo>
                  <a:cubicBezTo>
                    <a:pt x="371" y="838"/>
                    <a:pt x="383" y="888"/>
                    <a:pt x="334" y="900"/>
                  </a:cubicBezTo>
                  <a:cubicBezTo>
                    <a:pt x="284" y="900"/>
                    <a:pt x="235" y="937"/>
                    <a:pt x="235" y="962"/>
                  </a:cubicBezTo>
                  <a:cubicBezTo>
                    <a:pt x="223" y="1035"/>
                    <a:pt x="186" y="1122"/>
                    <a:pt x="149" y="1196"/>
                  </a:cubicBezTo>
                  <a:cubicBezTo>
                    <a:pt x="124" y="1233"/>
                    <a:pt x="1" y="1393"/>
                    <a:pt x="50" y="1393"/>
                  </a:cubicBezTo>
                  <a:cubicBezTo>
                    <a:pt x="173" y="1405"/>
                    <a:pt x="284" y="1442"/>
                    <a:pt x="383" y="1491"/>
                  </a:cubicBezTo>
                  <a:cubicBezTo>
                    <a:pt x="469" y="1541"/>
                    <a:pt x="605" y="1725"/>
                    <a:pt x="679" y="1775"/>
                  </a:cubicBezTo>
                  <a:cubicBezTo>
                    <a:pt x="713" y="1802"/>
                    <a:pt x="724" y="1818"/>
                    <a:pt x="743" y="1818"/>
                  </a:cubicBezTo>
                  <a:cubicBezTo>
                    <a:pt x="757" y="1818"/>
                    <a:pt x="776" y="1809"/>
                    <a:pt x="814" y="1787"/>
                  </a:cubicBezTo>
                  <a:cubicBezTo>
                    <a:pt x="888" y="1725"/>
                    <a:pt x="974" y="1676"/>
                    <a:pt x="1073" y="1664"/>
                  </a:cubicBezTo>
                  <a:cubicBezTo>
                    <a:pt x="1103" y="1664"/>
                    <a:pt x="1137" y="1666"/>
                    <a:pt x="1170" y="1666"/>
                  </a:cubicBezTo>
                  <a:cubicBezTo>
                    <a:pt x="1244" y="1666"/>
                    <a:pt x="1315" y="1654"/>
                    <a:pt x="1332" y="1578"/>
                  </a:cubicBezTo>
                  <a:cubicBezTo>
                    <a:pt x="1369" y="1467"/>
                    <a:pt x="1319" y="1331"/>
                    <a:pt x="1443" y="1245"/>
                  </a:cubicBezTo>
                  <a:cubicBezTo>
                    <a:pt x="1529" y="1196"/>
                    <a:pt x="1615" y="1122"/>
                    <a:pt x="1664" y="1035"/>
                  </a:cubicBezTo>
                  <a:cubicBezTo>
                    <a:pt x="1837" y="925"/>
                    <a:pt x="2009" y="826"/>
                    <a:pt x="2182" y="752"/>
                  </a:cubicBezTo>
                  <a:cubicBezTo>
                    <a:pt x="2305" y="678"/>
                    <a:pt x="2601" y="617"/>
                    <a:pt x="2539" y="555"/>
                  </a:cubicBezTo>
                  <a:cubicBezTo>
                    <a:pt x="2428" y="432"/>
                    <a:pt x="2305" y="333"/>
                    <a:pt x="2169" y="247"/>
                  </a:cubicBezTo>
                  <a:cubicBezTo>
                    <a:pt x="2083" y="185"/>
                    <a:pt x="1972" y="161"/>
                    <a:pt x="1849" y="161"/>
                  </a:cubicBezTo>
                  <a:cubicBezTo>
                    <a:pt x="1792" y="183"/>
                    <a:pt x="1725" y="248"/>
                    <a:pt x="1695" y="248"/>
                  </a:cubicBezTo>
                  <a:cubicBezTo>
                    <a:pt x="1693" y="248"/>
                    <a:pt x="1691" y="248"/>
                    <a:pt x="1689" y="247"/>
                  </a:cubicBezTo>
                  <a:cubicBezTo>
                    <a:pt x="1652" y="198"/>
                    <a:pt x="1603" y="173"/>
                    <a:pt x="1541" y="161"/>
                  </a:cubicBezTo>
                  <a:cubicBezTo>
                    <a:pt x="1381" y="99"/>
                    <a:pt x="1233" y="5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1" name="Google Shape;8117;p67">
              <a:extLst>
                <a:ext uri="{FF2B5EF4-FFF2-40B4-BE49-F238E27FC236}">
                  <a16:creationId xmlns:a16="http://schemas.microsoft.com/office/drawing/2014/main" id="{98DA6602-0DC2-F642-3327-4EF24EED1E38}"/>
                </a:ext>
              </a:extLst>
            </p:cNvPr>
            <p:cNvSpPr/>
            <p:nvPr/>
          </p:nvSpPr>
          <p:spPr>
            <a:xfrm>
              <a:off x="2890950" y="4368250"/>
              <a:ext cx="7725" cy="6175"/>
            </a:xfrm>
            <a:custGeom>
              <a:avLst/>
              <a:gdLst/>
              <a:ahLst/>
              <a:cxnLst/>
              <a:rect l="l" t="t" r="r" b="b"/>
              <a:pathLst>
                <a:path w="309" h="247" extrusionOk="0">
                  <a:moveTo>
                    <a:pt x="161" y="0"/>
                  </a:moveTo>
                  <a:cubicBezTo>
                    <a:pt x="136" y="0"/>
                    <a:pt x="75" y="74"/>
                    <a:pt x="38" y="124"/>
                  </a:cubicBezTo>
                  <a:cubicBezTo>
                    <a:pt x="1" y="160"/>
                    <a:pt x="50" y="210"/>
                    <a:pt x="198" y="247"/>
                  </a:cubicBezTo>
                  <a:cubicBezTo>
                    <a:pt x="272" y="247"/>
                    <a:pt x="272" y="173"/>
                    <a:pt x="296" y="148"/>
                  </a:cubicBezTo>
                  <a:cubicBezTo>
                    <a:pt x="309" y="136"/>
                    <a:pt x="186" y="0"/>
                    <a:pt x="16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2" name="Google Shape;8118;p67">
              <a:extLst>
                <a:ext uri="{FF2B5EF4-FFF2-40B4-BE49-F238E27FC236}">
                  <a16:creationId xmlns:a16="http://schemas.microsoft.com/office/drawing/2014/main" id="{50FBCC76-E8FC-1715-66C1-84A26B06FB6D}"/>
                </a:ext>
              </a:extLst>
            </p:cNvPr>
            <p:cNvSpPr/>
            <p:nvPr/>
          </p:nvSpPr>
          <p:spPr>
            <a:xfrm>
              <a:off x="2816400" y="4345900"/>
              <a:ext cx="71800" cy="36400"/>
            </a:xfrm>
            <a:custGeom>
              <a:avLst/>
              <a:gdLst/>
              <a:ahLst/>
              <a:cxnLst/>
              <a:rect l="l" t="t" r="r" b="b"/>
              <a:pathLst>
                <a:path w="2872" h="1456" extrusionOk="0">
                  <a:moveTo>
                    <a:pt x="2036" y="0"/>
                  </a:moveTo>
                  <a:cubicBezTo>
                    <a:pt x="1967" y="0"/>
                    <a:pt x="1849" y="170"/>
                    <a:pt x="1849" y="217"/>
                  </a:cubicBezTo>
                  <a:cubicBezTo>
                    <a:pt x="1837" y="291"/>
                    <a:pt x="1812" y="291"/>
                    <a:pt x="1751" y="352"/>
                  </a:cubicBezTo>
                  <a:cubicBezTo>
                    <a:pt x="1689" y="414"/>
                    <a:pt x="1849" y="426"/>
                    <a:pt x="1960" y="512"/>
                  </a:cubicBezTo>
                  <a:cubicBezTo>
                    <a:pt x="2059" y="586"/>
                    <a:pt x="1972" y="599"/>
                    <a:pt x="1837" y="611"/>
                  </a:cubicBezTo>
                  <a:cubicBezTo>
                    <a:pt x="1714" y="623"/>
                    <a:pt x="1837" y="636"/>
                    <a:pt x="1948" y="709"/>
                  </a:cubicBezTo>
                  <a:cubicBezTo>
                    <a:pt x="2046" y="783"/>
                    <a:pt x="1837" y="870"/>
                    <a:pt x="1689" y="870"/>
                  </a:cubicBezTo>
                  <a:lnTo>
                    <a:pt x="1516" y="870"/>
                  </a:lnTo>
                  <a:cubicBezTo>
                    <a:pt x="1455" y="870"/>
                    <a:pt x="1467" y="759"/>
                    <a:pt x="1430" y="722"/>
                  </a:cubicBezTo>
                  <a:cubicBezTo>
                    <a:pt x="1393" y="685"/>
                    <a:pt x="1344" y="697"/>
                    <a:pt x="1344" y="660"/>
                  </a:cubicBezTo>
                  <a:cubicBezTo>
                    <a:pt x="1270" y="574"/>
                    <a:pt x="1171" y="512"/>
                    <a:pt x="1073" y="463"/>
                  </a:cubicBezTo>
                  <a:cubicBezTo>
                    <a:pt x="1044" y="451"/>
                    <a:pt x="1018" y="447"/>
                    <a:pt x="993" y="447"/>
                  </a:cubicBezTo>
                  <a:cubicBezTo>
                    <a:pt x="944" y="447"/>
                    <a:pt x="900" y="463"/>
                    <a:pt x="851" y="463"/>
                  </a:cubicBezTo>
                  <a:cubicBezTo>
                    <a:pt x="789" y="463"/>
                    <a:pt x="802" y="315"/>
                    <a:pt x="765" y="278"/>
                  </a:cubicBezTo>
                  <a:cubicBezTo>
                    <a:pt x="756" y="269"/>
                    <a:pt x="738" y="265"/>
                    <a:pt x="715" y="265"/>
                  </a:cubicBezTo>
                  <a:cubicBezTo>
                    <a:pt x="644" y="265"/>
                    <a:pt x="522" y="303"/>
                    <a:pt x="457" y="340"/>
                  </a:cubicBezTo>
                  <a:cubicBezTo>
                    <a:pt x="358" y="389"/>
                    <a:pt x="555" y="438"/>
                    <a:pt x="642" y="451"/>
                  </a:cubicBezTo>
                  <a:cubicBezTo>
                    <a:pt x="728" y="475"/>
                    <a:pt x="457" y="488"/>
                    <a:pt x="395" y="488"/>
                  </a:cubicBezTo>
                  <a:cubicBezTo>
                    <a:pt x="321" y="488"/>
                    <a:pt x="260" y="512"/>
                    <a:pt x="223" y="574"/>
                  </a:cubicBezTo>
                  <a:cubicBezTo>
                    <a:pt x="173" y="648"/>
                    <a:pt x="531" y="648"/>
                    <a:pt x="605" y="648"/>
                  </a:cubicBezTo>
                  <a:cubicBezTo>
                    <a:pt x="469" y="685"/>
                    <a:pt x="334" y="709"/>
                    <a:pt x="198" y="709"/>
                  </a:cubicBezTo>
                  <a:cubicBezTo>
                    <a:pt x="112" y="709"/>
                    <a:pt x="63" y="759"/>
                    <a:pt x="112" y="796"/>
                  </a:cubicBezTo>
                  <a:cubicBezTo>
                    <a:pt x="160" y="804"/>
                    <a:pt x="209" y="809"/>
                    <a:pt x="259" y="809"/>
                  </a:cubicBezTo>
                  <a:cubicBezTo>
                    <a:pt x="351" y="809"/>
                    <a:pt x="443" y="795"/>
                    <a:pt x="531" y="771"/>
                  </a:cubicBezTo>
                  <a:cubicBezTo>
                    <a:pt x="536" y="770"/>
                    <a:pt x="541" y="770"/>
                    <a:pt x="546" y="770"/>
                  </a:cubicBezTo>
                  <a:cubicBezTo>
                    <a:pt x="612" y="770"/>
                    <a:pt x="474" y="859"/>
                    <a:pt x="358" y="894"/>
                  </a:cubicBezTo>
                  <a:cubicBezTo>
                    <a:pt x="294" y="922"/>
                    <a:pt x="222" y="936"/>
                    <a:pt x="149" y="936"/>
                  </a:cubicBezTo>
                  <a:cubicBezTo>
                    <a:pt x="124" y="936"/>
                    <a:pt x="99" y="934"/>
                    <a:pt x="75" y="931"/>
                  </a:cubicBezTo>
                  <a:cubicBezTo>
                    <a:pt x="1" y="931"/>
                    <a:pt x="26" y="993"/>
                    <a:pt x="38" y="1042"/>
                  </a:cubicBezTo>
                  <a:cubicBezTo>
                    <a:pt x="43" y="1070"/>
                    <a:pt x="75" y="1078"/>
                    <a:pt x="115" y="1078"/>
                  </a:cubicBezTo>
                  <a:cubicBezTo>
                    <a:pt x="163" y="1078"/>
                    <a:pt x="225" y="1067"/>
                    <a:pt x="272" y="1067"/>
                  </a:cubicBezTo>
                  <a:cubicBezTo>
                    <a:pt x="346" y="1067"/>
                    <a:pt x="321" y="1079"/>
                    <a:pt x="395" y="1165"/>
                  </a:cubicBezTo>
                  <a:cubicBezTo>
                    <a:pt x="414" y="1187"/>
                    <a:pt x="424" y="1196"/>
                    <a:pt x="431" y="1196"/>
                  </a:cubicBezTo>
                  <a:cubicBezTo>
                    <a:pt x="447" y="1196"/>
                    <a:pt x="440" y="1147"/>
                    <a:pt x="457" y="1104"/>
                  </a:cubicBezTo>
                  <a:cubicBezTo>
                    <a:pt x="466" y="1091"/>
                    <a:pt x="476" y="1087"/>
                    <a:pt x="486" y="1087"/>
                  </a:cubicBezTo>
                  <a:cubicBezTo>
                    <a:pt x="515" y="1087"/>
                    <a:pt x="543" y="1128"/>
                    <a:pt x="543" y="1128"/>
                  </a:cubicBezTo>
                  <a:cubicBezTo>
                    <a:pt x="592" y="1104"/>
                    <a:pt x="642" y="1067"/>
                    <a:pt x="691" y="1042"/>
                  </a:cubicBezTo>
                  <a:cubicBezTo>
                    <a:pt x="740" y="993"/>
                    <a:pt x="789" y="956"/>
                    <a:pt x="851" y="919"/>
                  </a:cubicBezTo>
                  <a:cubicBezTo>
                    <a:pt x="865" y="908"/>
                    <a:pt x="880" y="904"/>
                    <a:pt x="893" y="904"/>
                  </a:cubicBezTo>
                  <a:cubicBezTo>
                    <a:pt x="926" y="904"/>
                    <a:pt x="948" y="933"/>
                    <a:pt x="913" y="968"/>
                  </a:cubicBezTo>
                  <a:cubicBezTo>
                    <a:pt x="863" y="1030"/>
                    <a:pt x="876" y="1079"/>
                    <a:pt x="950" y="1079"/>
                  </a:cubicBezTo>
                  <a:cubicBezTo>
                    <a:pt x="956" y="1080"/>
                    <a:pt x="964" y="1081"/>
                    <a:pt x="971" y="1081"/>
                  </a:cubicBezTo>
                  <a:cubicBezTo>
                    <a:pt x="1048" y="1081"/>
                    <a:pt x="1166" y="1030"/>
                    <a:pt x="1233" y="1030"/>
                  </a:cubicBezTo>
                  <a:cubicBezTo>
                    <a:pt x="1319" y="1030"/>
                    <a:pt x="1406" y="1030"/>
                    <a:pt x="1492" y="1018"/>
                  </a:cubicBezTo>
                  <a:cubicBezTo>
                    <a:pt x="1498" y="1017"/>
                    <a:pt x="1503" y="1016"/>
                    <a:pt x="1507" y="1016"/>
                  </a:cubicBezTo>
                  <a:cubicBezTo>
                    <a:pt x="1576" y="1016"/>
                    <a:pt x="1461" y="1105"/>
                    <a:pt x="1356" y="1128"/>
                  </a:cubicBezTo>
                  <a:cubicBezTo>
                    <a:pt x="1336" y="1130"/>
                    <a:pt x="1316" y="1131"/>
                    <a:pt x="1296" y="1131"/>
                  </a:cubicBezTo>
                  <a:cubicBezTo>
                    <a:pt x="1256" y="1131"/>
                    <a:pt x="1219" y="1128"/>
                    <a:pt x="1184" y="1128"/>
                  </a:cubicBezTo>
                  <a:cubicBezTo>
                    <a:pt x="1131" y="1128"/>
                    <a:pt x="1085" y="1135"/>
                    <a:pt x="1048" y="1165"/>
                  </a:cubicBezTo>
                  <a:cubicBezTo>
                    <a:pt x="962" y="1227"/>
                    <a:pt x="863" y="1239"/>
                    <a:pt x="765" y="1289"/>
                  </a:cubicBezTo>
                  <a:cubicBezTo>
                    <a:pt x="654" y="1350"/>
                    <a:pt x="814" y="1412"/>
                    <a:pt x="913" y="1449"/>
                  </a:cubicBezTo>
                  <a:cubicBezTo>
                    <a:pt x="925" y="1454"/>
                    <a:pt x="942" y="1456"/>
                    <a:pt x="960" y="1456"/>
                  </a:cubicBezTo>
                  <a:cubicBezTo>
                    <a:pt x="1087" y="1456"/>
                    <a:pt x="1334" y="1359"/>
                    <a:pt x="1430" y="1338"/>
                  </a:cubicBezTo>
                  <a:cubicBezTo>
                    <a:pt x="1541" y="1313"/>
                    <a:pt x="1590" y="1301"/>
                    <a:pt x="1714" y="1264"/>
                  </a:cubicBezTo>
                  <a:cubicBezTo>
                    <a:pt x="1837" y="1239"/>
                    <a:pt x="1960" y="1141"/>
                    <a:pt x="2022" y="1141"/>
                  </a:cubicBezTo>
                  <a:cubicBezTo>
                    <a:pt x="2037" y="1138"/>
                    <a:pt x="2049" y="1136"/>
                    <a:pt x="2058" y="1136"/>
                  </a:cubicBezTo>
                  <a:cubicBezTo>
                    <a:pt x="2087" y="1136"/>
                    <a:pt x="2099" y="1150"/>
                    <a:pt x="2145" y="1178"/>
                  </a:cubicBezTo>
                  <a:cubicBezTo>
                    <a:pt x="2162" y="1188"/>
                    <a:pt x="2172" y="1192"/>
                    <a:pt x="2180" y="1192"/>
                  </a:cubicBezTo>
                  <a:cubicBezTo>
                    <a:pt x="2202" y="1192"/>
                    <a:pt x="2209" y="1161"/>
                    <a:pt x="2280" y="1116"/>
                  </a:cubicBezTo>
                  <a:cubicBezTo>
                    <a:pt x="2315" y="1090"/>
                    <a:pt x="2328" y="1081"/>
                    <a:pt x="2335" y="1081"/>
                  </a:cubicBezTo>
                  <a:cubicBezTo>
                    <a:pt x="2347" y="1081"/>
                    <a:pt x="2335" y="1112"/>
                    <a:pt x="2391" y="1128"/>
                  </a:cubicBezTo>
                  <a:cubicBezTo>
                    <a:pt x="2514" y="1128"/>
                    <a:pt x="2638" y="1091"/>
                    <a:pt x="2749" y="1030"/>
                  </a:cubicBezTo>
                  <a:cubicBezTo>
                    <a:pt x="2835" y="981"/>
                    <a:pt x="2786" y="845"/>
                    <a:pt x="2835" y="796"/>
                  </a:cubicBezTo>
                  <a:cubicBezTo>
                    <a:pt x="2872" y="722"/>
                    <a:pt x="2847" y="636"/>
                    <a:pt x="2773" y="599"/>
                  </a:cubicBezTo>
                  <a:cubicBezTo>
                    <a:pt x="2724" y="562"/>
                    <a:pt x="2650" y="549"/>
                    <a:pt x="2588" y="549"/>
                  </a:cubicBezTo>
                  <a:cubicBezTo>
                    <a:pt x="2514" y="549"/>
                    <a:pt x="2551" y="660"/>
                    <a:pt x="2539" y="697"/>
                  </a:cubicBezTo>
                  <a:cubicBezTo>
                    <a:pt x="2535" y="709"/>
                    <a:pt x="2530" y="713"/>
                    <a:pt x="2524" y="713"/>
                  </a:cubicBezTo>
                  <a:cubicBezTo>
                    <a:pt x="2510" y="713"/>
                    <a:pt x="2490" y="693"/>
                    <a:pt x="2465" y="685"/>
                  </a:cubicBezTo>
                  <a:cubicBezTo>
                    <a:pt x="2416" y="673"/>
                    <a:pt x="2280" y="611"/>
                    <a:pt x="2280" y="549"/>
                  </a:cubicBezTo>
                  <a:cubicBezTo>
                    <a:pt x="2274" y="512"/>
                    <a:pt x="2259" y="503"/>
                    <a:pt x="2240" y="503"/>
                  </a:cubicBezTo>
                  <a:cubicBezTo>
                    <a:pt x="2222" y="503"/>
                    <a:pt x="2200" y="512"/>
                    <a:pt x="2182" y="512"/>
                  </a:cubicBezTo>
                  <a:cubicBezTo>
                    <a:pt x="2157" y="512"/>
                    <a:pt x="2120" y="475"/>
                    <a:pt x="2157" y="463"/>
                  </a:cubicBezTo>
                  <a:cubicBezTo>
                    <a:pt x="2206" y="438"/>
                    <a:pt x="2182" y="389"/>
                    <a:pt x="2157" y="328"/>
                  </a:cubicBezTo>
                  <a:cubicBezTo>
                    <a:pt x="2120" y="241"/>
                    <a:pt x="2096" y="155"/>
                    <a:pt x="2083" y="69"/>
                  </a:cubicBezTo>
                  <a:cubicBezTo>
                    <a:pt x="2077" y="19"/>
                    <a:pt x="2059" y="0"/>
                    <a:pt x="203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3" name="Google Shape;8119;p67">
              <a:extLst>
                <a:ext uri="{FF2B5EF4-FFF2-40B4-BE49-F238E27FC236}">
                  <a16:creationId xmlns:a16="http://schemas.microsoft.com/office/drawing/2014/main" id="{62829E8F-F4D9-165D-F912-1CEC500A4712}"/>
                </a:ext>
              </a:extLst>
            </p:cNvPr>
            <p:cNvSpPr/>
            <p:nvPr/>
          </p:nvSpPr>
          <p:spPr>
            <a:xfrm>
              <a:off x="2804400" y="4359600"/>
              <a:ext cx="12150" cy="7950"/>
            </a:xfrm>
            <a:custGeom>
              <a:avLst/>
              <a:gdLst/>
              <a:ahLst/>
              <a:cxnLst/>
              <a:rect l="l" t="t" r="r" b="b"/>
              <a:pathLst>
                <a:path w="486" h="318" extrusionOk="0">
                  <a:moveTo>
                    <a:pt x="436" y="1"/>
                  </a:moveTo>
                  <a:cubicBezTo>
                    <a:pt x="435" y="1"/>
                    <a:pt x="433" y="1"/>
                    <a:pt x="432" y="1"/>
                  </a:cubicBezTo>
                  <a:cubicBezTo>
                    <a:pt x="370" y="14"/>
                    <a:pt x="0" y="223"/>
                    <a:pt x="50" y="260"/>
                  </a:cubicBezTo>
                  <a:cubicBezTo>
                    <a:pt x="84" y="286"/>
                    <a:pt x="161" y="318"/>
                    <a:pt x="221" y="318"/>
                  </a:cubicBezTo>
                  <a:cubicBezTo>
                    <a:pt x="246" y="318"/>
                    <a:pt x="269" y="312"/>
                    <a:pt x="284" y="297"/>
                  </a:cubicBezTo>
                  <a:cubicBezTo>
                    <a:pt x="332" y="237"/>
                    <a:pt x="486" y="1"/>
                    <a:pt x="43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4" name="Google Shape;8120;p67">
              <a:extLst>
                <a:ext uri="{FF2B5EF4-FFF2-40B4-BE49-F238E27FC236}">
                  <a16:creationId xmlns:a16="http://schemas.microsoft.com/office/drawing/2014/main" id="{8AF2CFF3-FD22-FB20-7907-455D17C22082}"/>
                </a:ext>
              </a:extLst>
            </p:cNvPr>
            <p:cNvSpPr/>
            <p:nvPr/>
          </p:nvSpPr>
          <p:spPr>
            <a:xfrm>
              <a:off x="2783525" y="4338000"/>
              <a:ext cx="44300" cy="23900"/>
            </a:xfrm>
            <a:custGeom>
              <a:avLst/>
              <a:gdLst/>
              <a:ahLst/>
              <a:cxnLst/>
              <a:rect l="l" t="t" r="r" b="b"/>
              <a:pathLst>
                <a:path w="1772" h="956" extrusionOk="0">
                  <a:moveTo>
                    <a:pt x="1474" y="0"/>
                  </a:moveTo>
                  <a:cubicBezTo>
                    <a:pt x="1426" y="0"/>
                    <a:pt x="1462" y="38"/>
                    <a:pt x="1451" y="114"/>
                  </a:cubicBezTo>
                  <a:cubicBezTo>
                    <a:pt x="1451" y="147"/>
                    <a:pt x="1415" y="158"/>
                    <a:pt x="1357" y="158"/>
                  </a:cubicBezTo>
                  <a:cubicBezTo>
                    <a:pt x="1264" y="158"/>
                    <a:pt x="1115" y="129"/>
                    <a:pt x="971" y="114"/>
                  </a:cubicBezTo>
                  <a:cubicBezTo>
                    <a:pt x="967" y="113"/>
                    <a:pt x="962" y="113"/>
                    <a:pt x="958" y="113"/>
                  </a:cubicBezTo>
                  <a:cubicBezTo>
                    <a:pt x="746" y="113"/>
                    <a:pt x="660" y="411"/>
                    <a:pt x="540" y="471"/>
                  </a:cubicBezTo>
                  <a:cubicBezTo>
                    <a:pt x="404" y="533"/>
                    <a:pt x="441" y="570"/>
                    <a:pt x="380" y="619"/>
                  </a:cubicBezTo>
                  <a:cubicBezTo>
                    <a:pt x="306" y="668"/>
                    <a:pt x="219" y="644"/>
                    <a:pt x="108" y="693"/>
                  </a:cubicBezTo>
                  <a:cubicBezTo>
                    <a:pt x="29" y="728"/>
                    <a:pt x="0" y="757"/>
                    <a:pt x="22" y="757"/>
                  </a:cubicBezTo>
                  <a:cubicBezTo>
                    <a:pt x="30" y="757"/>
                    <a:pt x="47" y="753"/>
                    <a:pt x="71" y="742"/>
                  </a:cubicBezTo>
                  <a:cubicBezTo>
                    <a:pt x="84" y="739"/>
                    <a:pt x="94" y="737"/>
                    <a:pt x="102" y="737"/>
                  </a:cubicBezTo>
                  <a:cubicBezTo>
                    <a:pt x="151" y="737"/>
                    <a:pt x="90" y="806"/>
                    <a:pt x="47" y="902"/>
                  </a:cubicBezTo>
                  <a:cubicBezTo>
                    <a:pt x="32" y="942"/>
                    <a:pt x="33" y="955"/>
                    <a:pt x="44" y="955"/>
                  </a:cubicBezTo>
                  <a:cubicBezTo>
                    <a:pt x="61" y="955"/>
                    <a:pt x="101" y="924"/>
                    <a:pt x="145" y="902"/>
                  </a:cubicBezTo>
                  <a:cubicBezTo>
                    <a:pt x="177" y="881"/>
                    <a:pt x="199" y="874"/>
                    <a:pt x="219" y="874"/>
                  </a:cubicBezTo>
                  <a:cubicBezTo>
                    <a:pt x="247" y="874"/>
                    <a:pt x="270" y="888"/>
                    <a:pt x="306" y="902"/>
                  </a:cubicBezTo>
                  <a:cubicBezTo>
                    <a:pt x="322" y="908"/>
                    <a:pt x="336" y="910"/>
                    <a:pt x="348" y="910"/>
                  </a:cubicBezTo>
                  <a:cubicBezTo>
                    <a:pt x="392" y="910"/>
                    <a:pt x="418" y="879"/>
                    <a:pt x="466" y="841"/>
                  </a:cubicBezTo>
                  <a:cubicBezTo>
                    <a:pt x="483" y="830"/>
                    <a:pt x="494" y="826"/>
                    <a:pt x="502" y="826"/>
                  </a:cubicBezTo>
                  <a:cubicBezTo>
                    <a:pt x="524" y="826"/>
                    <a:pt x="525" y="858"/>
                    <a:pt x="552" y="902"/>
                  </a:cubicBezTo>
                  <a:cubicBezTo>
                    <a:pt x="573" y="936"/>
                    <a:pt x="589" y="944"/>
                    <a:pt x="615" y="944"/>
                  </a:cubicBezTo>
                  <a:cubicBezTo>
                    <a:pt x="635" y="944"/>
                    <a:pt x="662" y="939"/>
                    <a:pt x="700" y="939"/>
                  </a:cubicBezTo>
                  <a:cubicBezTo>
                    <a:pt x="798" y="939"/>
                    <a:pt x="774" y="878"/>
                    <a:pt x="786" y="816"/>
                  </a:cubicBezTo>
                  <a:cubicBezTo>
                    <a:pt x="796" y="775"/>
                    <a:pt x="815" y="751"/>
                    <a:pt x="835" y="751"/>
                  </a:cubicBezTo>
                  <a:cubicBezTo>
                    <a:pt x="839" y="751"/>
                    <a:pt x="843" y="752"/>
                    <a:pt x="848" y="754"/>
                  </a:cubicBezTo>
                  <a:cubicBezTo>
                    <a:pt x="865" y="772"/>
                    <a:pt x="888" y="795"/>
                    <a:pt x="913" y="795"/>
                  </a:cubicBezTo>
                  <a:cubicBezTo>
                    <a:pt x="924" y="795"/>
                    <a:pt x="935" y="790"/>
                    <a:pt x="946" y="779"/>
                  </a:cubicBezTo>
                  <a:cubicBezTo>
                    <a:pt x="983" y="742"/>
                    <a:pt x="983" y="693"/>
                    <a:pt x="983" y="594"/>
                  </a:cubicBezTo>
                  <a:cubicBezTo>
                    <a:pt x="983" y="529"/>
                    <a:pt x="983" y="506"/>
                    <a:pt x="986" y="506"/>
                  </a:cubicBezTo>
                  <a:cubicBezTo>
                    <a:pt x="988" y="506"/>
                    <a:pt x="990" y="517"/>
                    <a:pt x="996" y="533"/>
                  </a:cubicBezTo>
                  <a:cubicBezTo>
                    <a:pt x="1004" y="545"/>
                    <a:pt x="1016" y="550"/>
                    <a:pt x="1029" y="550"/>
                  </a:cubicBezTo>
                  <a:cubicBezTo>
                    <a:pt x="1054" y="550"/>
                    <a:pt x="1082" y="529"/>
                    <a:pt x="1082" y="496"/>
                  </a:cubicBezTo>
                  <a:cubicBezTo>
                    <a:pt x="1091" y="460"/>
                    <a:pt x="1118" y="431"/>
                    <a:pt x="1161" y="431"/>
                  </a:cubicBezTo>
                  <a:cubicBezTo>
                    <a:pt x="1177" y="431"/>
                    <a:pt x="1196" y="436"/>
                    <a:pt x="1217" y="446"/>
                  </a:cubicBezTo>
                  <a:cubicBezTo>
                    <a:pt x="1304" y="483"/>
                    <a:pt x="1193" y="545"/>
                    <a:pt x="1193" y="668"/>
                  </a:cubicBezTo>
                  <a:cubicBezTo>
                    <a:pt x="1188" y="716"/>
                    <a:pt x="1216" y="732"/>
                    <a:pt x="1255" y="732"/>
                  </a:cubicBezTo>
                  <a:cubicBezTo>
                    <a:pt x="1316" y="732"/>
                    <a:pt x="1404" y="691"/>
                    <a:pt x="1427" y="668"/>
                  </a:cubicBezTo>
                  <a:cubicBezTo>
                    <a:pt x="1451" y="631"/>
                    <a:pt x="1464" y="582"/>
                    <a:pt x="1464" y="533"/>
                  </a:cubicBezTo>
                  <a:cubicBezTo>
                    <a:pt x="1464" y="533"/>
                    <a:pt x="1599" y="520"/>
                    <a:pt x="1649" y="508"/>
                  </a:cubicBezTo>
                  <a:cubicBezTo>
                    <a:pt x="1698" y="508"/>
                    <a:pt x="1624" y="446"/>
                    <a:pt x="1612" y="422"/>
                  </a:cubicBezTo>
                  <a:cubicBezTo>
                    <a:pt x="1612" y="385"/>
                    <a:pt x="1612" y="385"/>
                    <a:pt x="1673" y="372"/>
                  </a:cubicBezTo>
                  <a:cubicBezTo>
                    <a:pt x="1723" y="360"/>
                    <a:pt x="1673" y="262"/>
                    <a:pt x="1624" y="225"/>
                  </a:cubicBezTo>
                  <a:cubicBezTo>
                    <a:pt x="1587" y="200"/>
                    <a:pt x="1686" y="126"/>
                    <a:pt x="1723" y="101"/>
                  </a:cubicBezTo>
                  <a:cubicBezTo>
                    <a:pt x="1772" y="64"/>
                    <a:pt x="1587" y="27"/>
                    <a:pt x="1501" y="3"/>
                  </a:cubicBezTo>
                  <a:cubicBezTo>
                    <a:pt x="1490" y="1"/>
                    <a:pt x="1481" y="0"/>
                    <a:pt x="14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5" name="Google Shape;8121;p67">
              <a:extLst>
                <a:ext uri="{FF2B5EF4-FFF2-40B4-BE49-F238E27FC236}">
                  <a16:creationId xmlns:a16="http://schemas.microsoft.com/office/drawing/2014/main" id="{8A503898-9647-BD3A-6C72-7A457BE5AADD}"/>
                </a:ext>
              </a:extLst>
            </p:cNvPr>
            <p:cNvSpPr/>
            <p:nvPr/>
          </p:nvSpPr>
          <p:spPr>
            <a:xfrm>
              <a:off x="2831200" y="4348125"/>
              <a:ext cx="9875" cy="1975"/>
            </a:xfrm>
            <a:custGeom>
              <a:avLst/>
              <a:gdLst/>
              <a:ahLst/>
              <a:cxnLst/>
              <a:rect l="l" t="t" r="r" b="b"/>
              <a:pathLst>
                <a:path w="395" h="79" extrusionOk="0">
                  <a:moveTo>
                    <a:pt x="166" y="0"/>
                  </a:moveTo>
                  <a:cubicBezTo>
                    <a:pt x="151" y="0"/>
                    <a:pt x="137" y="2"/>
                    <a:pt x="124" y="4"/>
                  </a:cubicBezTo>
                  <a:cubicBezTo>
                    <a:pt x="0" y="17"/>
                    <a:pt x="185" y="78"/>
                    <a:pt x="296" y="78"/>
                  </a:cubicBezTo>
                  <a:cubicBezTo>
                    <a:pt x="395" y="78"/>
                    <a:pt x="279" y="0"/>
                    <a:pt x="1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6" name="Google Shape;8122;p67">
              <a:extLst>
                <a:ext uri="{FF2B5EF4-FFF2-40B4-BE49-F238E27FC236}">
                  <a16:creationId xmlns:a16="http://schemas.microsoft.com/office/drawing/2014/main" id="{37B203AE-6605-C0AB-E854-6BDAF011AC44}"/>
                </a:ext>
              </a:extLst>
            </p:cNvPr>
            <p:cNvSpPr/>
            <p:nvPr/>
          </p:nvSpPr>
          <p:spPr>
            <a:xfrm>
              <a:off x="2841050" y="4328500"/>
              <a:ext cx="23450" cy="12675"/>
            </a:xfrm>
            <a:custGeom>
              <a:avLst/>
              <a:gdLst/>
              <a:ahLst/>
              <a:cxnLst/>
              <a:rect l="l" t="t" r="r" b="b"/>
              <a:pathLst>
                <a:path w="938" h="507" extrusionOk="0">
                  <a:moveTo>
                    <a:pt x="789" y="1"/>
                  </a:moveTo>
                  <a:cubicBezTo>
                    <a:pt x="580" y="25"/>
                    <a:pt x="358" y="62"/>
                    <a:pt x="161" y="136"/>
                  </a:cubicBezTo>
                  <a:cubicBezTo>
                    <a:pt x="99" y="161"/>
                    <a:pt x="1" y="210"/>
                    <a:pt x="13" y="272"/>
                  </a:cubicBezTo>
                  <a:cubicBezTo>
                    <a:pt x="75" y="370"/>
                    <a:pt x="173" y="457"/>
                    <a:pt x="284" y="506"/>
                  </a:cubicBezTo>
                  <a:cubicBezTo>
                    <a:pt x="289" y="507"/>
                    <a:pt x="295" y="507"/>
                    <a:pt x="301" y="507"/>
                  </a:cubicBezTo>
                  <a:cubicBezTo>
                    <a:pt x="417" y="507"/>
                    <a:pt x="633" y="393"/>
                    <a:pt x="715" y="358"/>
                  </a:cubicBezTo>
                  <a:cubicBezTo>
                    <a:pt x="802" y="321"/>
                    <a:pt x="715" y="223"/>
                    <a:pt x="654" y="223"/>
                  </a:cubicBezTo>
                  <a:cubicBezTo>
                    <a:pt x="580" y="223"/>
                    <a:pt x="654" y="161"/>
                    <a:pt x="789" y="149"/>
                  </a:cubicBezTo>
                  <a:cubicBezTo>
                    <a:pt x="937" y="124"/>
                    <a:pt x="900" y="25"/>
                    <a:pt x="7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7" name="Google Shape;8123;p67">
              <a:extLst>
                <a:ext uri="{FF2B5EF4-FFF2-40B4-BE49-F238E27FC236}">
                  <a16:creationId xmlns:a16="http://schemas.microsoft.com/office/drawing/2014/main" id="{8F9C801F-3550-891A-6EA6-ADE6680E56BB}"/>
                </a:ext>
              </a:extLst>
            </p:cNvPr>
            <p:cNvSpPr/>
            <p:nvPr/>
          </p:nvSpPr>
          <p:spPr>
            <a:xfrm>
              <a:off x="2828625" y="4330650"/>
              <a:ext cx="9625" cy="5325"/>
            </a:xfrm>
            <a:custGeom>
              <a:avLst/>
              <a:gdLst/>
              <a:ahLst/>
              <a:cxnLst/>
              <a:rect l="l" t="t" r="r" b="b"/>
              <a:pathLst>
                <a:path w="385" h="213" extrusionOk="0">
                  <a:moveTo>
                    <a:pt x="166" y="1"/>
                  </a:moveTo>
                  <a:cubicBezTo>
                    <a:pt x="162" y="1"/>
                    <a:pt x="157" y="1"/>
                    <a:pt x="153" y="1"/>
                  </a:cubicBezTo>
                  <a:cubicBezTo>
                    <a:pt x="0" y="1"/>
                    <a:pt x="171" y="212"/>
                    <a:pt x="283" y="212"/>
                  </a:cubicBezTo>
                  <a:cubicBezTo>
                    <a:pt x="289" y="212"/>
                    <a:pt x="295" y="212"/>
                    <a:pt x="300" y="211"/>
                  </a:cubicBezTo>
                  <a:cubicBezTo>
                    <a:pt x="384" y="187"/>
                    <a:pt x="306" y="1"/>
                    <a:pt x="1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8" name="Google Shape;8124;p67">
              <a:extLst>
                <a:ext uri="{FF2B5EF4-FFF2-40B4-BE49-F238E27FC236}">
                  <a16:creationId xmlns:a16="http://schemas.microsoft.com/office/drawing/2014/main" id="{A45FFF69-BA6D-1E1F-0398-525807654C1F}"/>
                </a:ext>
              </a:extLst>
            </p:cNvPr>
            <p:cNvSpPr/>
            <p:nvPr/>
          </p:nvSpPr>
          <p:spPr>
            <a:xfrm>
              <a:off x="2841675" y="4318950"/>
              <a:ext cx="24650" cy="8150"/>
            </a:xfrm>
            <a:custGeom>
              <a:avLst/>
              <a:gdLst/>
              <a:ahLst/>
              <a:cxnLst/>
              <a:rect l="l" t="t" r="r" b="b"/>
              <a:pathLst>
                <a:path w="986" h="326" extrusionOk="0">
                  <a:moveTo>
                    <a:pt x="594" y="0"/>
                  </a:moveTo>
                  <a:cubicBezTo>
                    <a:pt x="516" y="0"/>
                    <a:pt x="366" y="126"/>
                    <a:pt x="271" y="161"/>
                  </a:cubicBezTo>
                  <a:cubicBezTo>
                    <a:pt x="173" y="198"/>
                    <a:pt x="0" y="223"/>
                    <a:pt x="50" y="260"/>
                  </a:cubicBezTo>
                  <a:cubicBezTo>
                    <a:pt x="64" y="274"/>
                    <a:pt x="82" y="279"/>
                    <a:pt x="104" y="279"/>
                  </a:cubicBezTo>
                  <a:cubicBezTo>
                    <a:pt x="137" y="279"/>
                    <a:pt x="177" y="267"/>
                    <a:pt x="222" y="260"/>
                  </a:cubicBezTo>
                  <a:cubicBezTo>
                    <a:pt x="298" y="260"/>
                    <a:pt x="316" y="326"/>
                    <a:pt x="394" y="326"/>
                  </a:cubicBezTo>
                  <a:cubicBezTo>
                    <a:pt x="405" y="326"/>
                    <a:pt x="418" y="324"/>
                    <a:pt x="432" y="321"/>
                  </a:cubicBezTo>
                  <a:cubicBezTo>
                    <a:pt x="481" y="309"/>
                    <a:pt x="542" y="297"/>
                    <a:pt x="604" y="297"/>
                  </a:cubicBezTo>
                  <a:cubicBezTo>
                    <a:pt x="621" y="299"/>
                    <a:pt x="639" y="300"/>
                    <a:pt x="657" y="300"/>
                  </a:cubicBezTo>
                  <a:cubicBezTo>
                    <a:pt x="741" y="300"/>
                    <a:pt x="831" y="278"/>
                    <a:pt x="912" y="247"/>
                  </a:cubicBezTo>
                  <a:cubicBezTo>
                    <a:pt x="986" y="210"/>
                    <a:pt x="666" y="13"/>
                    <a:pt x="604" y="1"/>
                  </a:cubicBezTo>
                  <a:cubicBezTo>
                    <a:pt x="601" y="0"/>
                    <a:pt x="597" y="0"/>
                    <a:pt x="59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9" name="Google Shape;8125;p67">
              <a:extLst>
                <a:ext uri="{FF2B5EF4-FFF2-40B4-BE49-F238E27FC236}">
                  <a16:creationId xmlns:a16="http://schemas.microsoft.com/office/drawing/2014/main" id="{E79B50A3-0DCE-F956-5146-92F003285894}"/>
                </a:ext>
              </a:extLst>
            </p:cNvPr>
            <p:cNvSpPr/>
            <p:nvPr/>
          </p:nvSpPr>
          <p:spPr>
            <a:xfrm>
              <a:off x="2904200" y="4349150"/>
              <a:ext cx="33175" cy="25100"/>
            </a:xfrm>
            <a:custGeom>
              <a:avLst/>
              <a:gdLst/>
              <a:ahLst/>
              <a:cxnLst/>
              <a:rect l="l" t="t" r="r" b="b"/>
              <a:pathLst>
                <a:path w="1327" h="1004" extrusionOk="0">
                  <a:moveTo>
                    <a:pt x="553" y="1"/>
                  </a:moveTo>
                  <a:cubicBezTo>
                    <a:pt x="506" y="1"/>
                    <a:pt x="393" y="20"/>
                    <a:pt x="309" y="62"/>
                  </a:cubicBezTo>
                  <a:cubicBezTo>
                    <a:pt x="267" y="83"/>
                    <a:pt x="261" y="89"/>
                    <a:pt x="272" y="89"/>
                  </a:cubicBezTo>
                  <a:cubicBezTo>
                    <a:pt x="295" y="89"/>
                    <a:pt x="391" y="62"/>
                    <a:pt x="432" y="62"/>
                  </a:cubicBezTo>
                  <a:cubicBezTo>
                    <a:pt x="493" y="62"/>
                    <a:pt x="456" y="87"/>
                    <a:pt x="444" y="124"/>
                  </a:cubicBezTo>
                  <a:cubicBezTo>
                    <a:pt x="419" y="161"/>
                    <a:pt x="493" y="210"/>
                    <a:pt x="617" y="234"/>
                  </a:cubicBezTo>
                  <a:cubicBezTo>
                    <a:pt x="740" y="271"/>
                    <a:pt x="715" y="345"/>
                    <a:pt x="617" y="358"/>
                  </a:cubicBezTo>
                  <a:cubicBezTo>
                    <a:pt x="530" y="370"/>
                    <a:pt x="617" y="382"/>
                    <a:pt x="715" y="382"/>
                  </a:cubicBezTo>
                  <a:cubicBezTo>
                    <a:pt x="801" y="382"/>
                    <a:pt x="752" y="456"/>
                    <a:pt x="715" y="469"/>
                  </a:cubicBezTo>
                  <a:cubicBezTo>
                    <a:pt x="712" y="470"/>
                    <a:pt x="709" y="471"/>
                    <a:pt x="704" y="471"/>
                  </a:cubicBezTo>
                  <a:cubicBezTo>
                    <a:pt x="642" y="471"/>
                    <a:pt x="462" y="302"/>
                    <a:pt x="358" y="198"/>
                  </a:cubicBezTo>
                  <a:cubicBezTo>
                    <a:pt x="322" y="162"/>
                    <a:pt x="298" y="149"/>
                    <a:pt x="277" y="149"/>
                  </a:cubicBezTo>
                  <a:cubicBezTo>
                    <a:pt x="239" y="149"/>
                    <a:pt x="211" y="191"/>
                    <a:pt x="148" y="222"/>
                  </a:cubicBezTo>
                  <a:cubicBezTo>
                    <a:pt x="62" y="271"/>
                    <a:pt x="136" y="271"/>
                    <a:pt x="247" y="271"/>
                  </a:cubicBezTo>
                  <a:cubicBezTo>
                    <a:pt x="370" y="271"/>
                    <a:pt x="210" y="308"/>
                    <a:pt x="148" y="382"/>
                  </a:cubicBezTo>
                  <a:cubicBezTo>
                    <a:pt x="87" y="444"/>
                    <a:pt x="173" y="407"/>
                    <a:pt x="296" y="432"/>
                  </a:cubicBezTo>
                  <a:cubicBezTo>
                    <a:pt x="432" y="469"/>
                    <a:pt x="296" y="543"/>
                    <a:pt x="222" y="543"/>
                  </a:cubicBezTo>
                  <a:cubicBezTo>
                    <a:pt x="136" y="543"/>
                    <a:pt x="1" y="604"/>
                    <a:pt x="1" y="678"/>
                  </a:cubicBezTo>
                  <a:cubicBezTo>
                    <a:pt x="1" y="707"/>
                    <a:pt x="1" y="716"/>
                    <a:pt x="8" y="716"/>
                  </a:cubicBezTo>
                  <a:cubicBezTo>
                    <a:pt x="22" y="716"/>
                    <a:pt x="66" y="678"/>
                    <a:pt x="198" y="678"/>
                  </a:cubicBezTo>
                  <a:cubicBezTo>
                    <a:pt x="346" y="666"/>
                    <a:pt x="481" y="641"/>
                    <a:pt x="617" y="604"/>
                  </a:cubicBezTo>
                  <a:cubicBezTo>
                    <a:pt x="656" y="596"/>
                    <a:pt x="685" y="592"/>
                    <a:pt x="707" y="592"/>
                  </a:cubicBezTo>
                  <a:cubicBezTo>
                    <a:pt x="784" y="592"/>
                    <a:pt x="774" y="632"/>
                    <a:pt x="764" y="641"/>
                  </a:cubicBezTo>
                  <a:cubicBezTo>
                    <a:pt x="678" y="678"/>
                    <a:pt x="604" y="715"/>
                    <a:pt x="518" y="764"/>
                  </a:cubicBezTo>
                  <a:cubicBezTo>
                    <a:pt x="493" y="801"/>
                    <a:pt x="543" y="801"/>
                    <a:pt x="641" y="863"/>
                  </a:cubicBezTo>
                  <a:cubicBezTo>
                    <a:pt x="740" y="912"/>
                    <a:pt x="617" y="900"/>
                    <a:pt x="592" y="961"/>
                  </a:cubicBezTo>
                  <a:cubicBezTo>
                    <a:pt x="585" y="996"/>
                    <a:pt x="670" y="1003"/>
                    <a:pt x="771" y="1003"/>
                  </a:cubicBezTo>
                  <a:cubicBezTo>
                    <a:pt x="853" y="1003"/>
                    <a:pt x="945" y="998"/>
                    <a:pt x="1011" y="998"/>
                  </a:cubicBezTo>
                  <a:cubicBezTo>
                    <a:pt x="1060" y="998"/>
                    <a:pt x="1220" y="949"/>
                    <a:pt x="1196" y="912"/>
                  </a:cubicBezTo>
                  <a:cubicBezTo>
                    <a:pt x="1183" y="875"/>
                    <a:pt x="1097" y="752"/>
                    <a:pt x="1134" y="715"/>
                  </a:cubicBezTo>
                  <a:cubicBezTo>
                    <a:pt x="1138" y="712"/>
                    <a:pt x="1141" y="710"/>
                    <a:pt x="1145" y="710"/>
                  </a:cubicBezTo>
                  <a:cubicBezTo>
                    <a:pt x="1170" y="710"/>
                    <a:pt x="1204" y="766"/>
                    <a:pt x="1257" y="777"/>
                  </a:cubicBezTo>
                  <a:cubicBezTo>
                    <a:pt x="1260" y="777"/>
                    <a:pt x="1262" y="777"/>
                    <a:pt x="1264" y="777"/>
                  </a:cubicBezTo>
                  <a:cubicBezTo>
                    <a:pt x="1326" y="777"/>
                    <a:pt x="1256" y="616"/>
                    <a:pt x="1220" y="604"/>
                  </a:cubicBezTo>
                  <a:cubicBezTo>
                    <a:pt x="1171" y="592"/>
                    <a:pt x="1208" y="432"/>
                    <a:pt x="1220" y="345"/>
                  </a:cubicBezTo>
                  <a:cubicBezTo>
                    <a:pt x="1220" y="259"/>
                    <a:pt x="1196" y="259"/>
                    <a:pt x="1196" y="234"/>
                  </a:cubicBezTo>
                  <a:cubicBezTo>
                    <a:pt x="1146" y="161"/>
                    <a:pt x="1097" y="99"/>
                    <a:pt x="1036" y="50"/>
                  </a:cubicBezTo>
                  <a:cubicBezTo>
                    <a:pt x="1029" y="44"/>
                    <a:pt x="1021" y="42"/>
                    <a:pt x="1013" y="42"/>
                  </a:cubicBezTo>
                  <a:cubicBezTo>
                    <a:pt x="966" y="42"/>
                    <a:pt x="904" y="127"/>
                    <a:pt x="851" y="148"/>
                  </a:cubicBezTo>
                  <a:cubicBezTo>
                    <a:pt x="839" y="152"/>
                    <a:pt x="826" y="154"/>
                    <a:pt x="813" y="154"/>
                  </a:cubicBezTo>
                  <a:cubicBezTo>
                    <a:pt x="748" y="154"/>
                    <a:pt x="674" y="109"/>
                    <a:pt x="592" y="99"/>
                  </a:cubicBezTo>
                  <a:cubicBezTo>
                    <a:pt x="493" y="87"/>
                    <a:pt x="506" y="25"/>
                    <a:pt x="567" y="13"/>
                  </a:cubicBezTo>
                  <a:cubicBezTo>
                    <a:pt x="583" y="5"/>
                    <a:pt x="575" y="1"/>
                    <a:pt x="55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0" name="Google Shape;8126;p67">
              <a:extLst>
                <a:ext uri="{FF2B5EF4-FFF2-40B4-BE49-F238E27FC236}">
                  <a16:creationId xmlns:a16="http://schemas.microsoft.com/office/drawing/2014/main" id="{D397E7AD-D8D6-BCA4-E1CD-72188F3AE275}"/>
                </a:ext>
              </a:extLst>
            </p:cNvPr>
            <p:cNvSpPr/>
            <p:nvPr/>
          </p:nvSpPr>
          <p:spPr>
            <a:xfrm>
              <a:off x="2900225" y="4360550"/>
              <a:ext cx="10475" cy="3425"/>
            </a:xfrm>
            <a:custGeom>
              <a:avLst/>
              <a:gdLst/>
              <a:ahLst/>
              <a:cxnLst/>
              <a:rect l="l" t="t" r="r" b="b"/>
              <a:pathLst>
                <a:path w="419" h="137" extrusionOk="0">
                  <a:moveTo>
                    <a:pt x="295" y="0"/>
                  </a:moveTo>
                  <a:cubicBezTo>
                    <a:pt x="165" y="0"/>
                    <a:pt x="1" y="137"/>
                    <a:pt x="31" y="137"/>
                  </a:cubicBezTo>
                  <a:cubicBezTo>
                    <a:pt x="33" y="137"/>
                    <a:pt x="34" y="136"/>
                    <a:pt x="36" y="136"/>
                  </a:cubicBezTo>
                  <a:cubicBezTo>
                    <a:pt x="160" y="111"/>
                    <a:pt x="418" y="0"/>
                    <a:pt x="29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1" name="Google Shape;8127;p67">
              <a:extLst>
                <a:ext uri="{FF2B5EF4-FFF2-40B4-BE49-F238E27FC236}">
                  <a16:creationId xmlns:a16="http://schemas.microsoft.com/office/drawing/2014/main" id="{F6E3F8C2-22B6-72B7-EB8F-509E73BB09B8}"/>
                </a:ext>
              </a:extLst>
            </p:cNvPr>
            <p:cNvSpPr/>
            <p:nvPr/>
          </p:nvSpPr>
          <p:spPr>
            <a:xfrm>
              <a:off x="2897125" y="4359275"/>
              <a:ext cx="9000" cy="2225"/>
            </a:xfrm>
            <a:custGeom>
              <a:avLst/>
              <a:gdLst/>
              <a:ahLst/>
              <a:cxnLst/>
              <a:rect l="l" t="t" r="r" b="b"/>
              <a:pathLst>
                <a:path w="360" h="89" extrusionOk="0">
                  <a:moveTo>
                    <a:pt x="298" y="1"/>
                  </a:moveTo>
                  <a:cubicBezTo>
                    <a:pt x="294" y="1"/>
                    <a:pt x="289" y="1"/>
                    <a:pt x="284" y="2"/>
                  </a:cubicBezTo>
                  <a:cubicBezTo>
                    <a:pt x="185" y="2"/>
                    <a:pt x="0" y="88"/>
                    <a:pt x="49" y="88"/>
                  </a:cubicBezTo>
                  <a:cubicBezTo>
                    <a:pt x="177" y="88"/>
                    <a:pt x="359" y="1"/>
                    <a:pt x="29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2" name="Google Shape;8128;p67">
              <a:extLst>
                <a:ext uri="{FF2B5EF4-FFF2-40B4-BE49-F238E27FC236}">
                  <a16:creationId xmlns:a16="http://schemas.microsoft.com/office/drawing/2014/main" id="{734C307A-5811-9FFA-A93B-9D7BAB741A6E}"/>
                </a:ext>
              </a:extLst>
            </p:cNvPr>
            <p:cNvSpPr/>
            <p:nvPr/>
          </p:nvSpPr>
          <p:spPr>
            <a:xfrm>
              <a:off x="2892575" y="4355650"/>
              <a:ext cx="11650" cy="4025"/>
            </a:xfrm>
            <a:custGeom>
              <a:avLst/>
              <a:gdLst/>
              <a:ahLst/>
              <a:cxnLst/>
              <a:rect l="l" t="t" r="r" b="b"/>
              <a:pathLst>
                <a:path w="466" h="161" extrusionOk="0">
                  <a:moveTo>
                    <a:pt x="432" y="0"/>
                  </a:moveTo>
                  <a:cubicBezTo>
                    <a:pt x="325" y="0"/>
                    <a:pt x="1" y="93"/>
                    <a:pt x="84" y="135"/>
                  </a:cubicBezTo>
                  <a:cubicBezTo>
                    <a:pt x="122" y="152"/>
                    <a:pt x="164" y="161"/>
                    <a:pt x="206" y="161"/>
                  </a:cubicBezTo>
                  <a:cubicBezTo>
                    <a:pt x="310" y="161"/>
                    <a:pt x="413" y="108"/>
                    <a:pt x="466" y="11"/>
                  </a:cubicBezTo>
                  <a:cubicBezTo>
                    <a:pt x="466" y="3"/>
                    <a:pt x="453" y="0"/>
                    <a:pt x="43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3" name="Google Shape;8129;p67">
              <a:extLst>
                <a:ext uri="{FF2B5EF4-FFF2-40B4-BE49-F238E27FC236}">
                  <a16:creationId xmlns:a16="http://schemas.microsoft.com/office/drawing/2014/main" id="{8C0CD9B3-5779-24C7-CAD9-D77B29ECA625}"/>
                </a:ext>
              </a:extLst>
            </p:cNvPr>
            <p:cNvSpPr/>
            <p:nvPr/>
          </p:nvSpPr>
          <p:spPr>
            <a:xfrm>
              <a:off x="2892800" y="4350375"/>
              <a:ext cx="11125" cy="5325"/>
            </a:xfrm>
            <a:custGeom>
              <a:avLst/>
              <a:gdLst/>
              <a:ahLst/>
              <a:cxnLst/>
              <a:rect l="l" t="t" r="r" b="b"/>
              <a:pathLst>
                <a:path w="445" h="213" extrusionOk="0">
                  <a:moveTo>
                    <a:pt x="75" y="1"/>
                  </a:moveTo>
                  <a:cubicBezTo>
                    <a:pt x="1" y="1"/>
                    <a:pt x="13" y="198"/>
                    <a:pt x="87" y="210"/>
                  </a:cubicBezTo>
                  <a:cubicBezTo>
                    <a:pt x="99" y="211"/>
                    <a:pt x="111" y="212"/>
                    <a:pt x="121" y="212"/>
                  </a:cubicBezTo>
                  <a:cubicBezTo>
                    <a:pt x="207" y="212"/>
                    <a:pt x="246" y="173"/>
                    <a:pt x="333" y="173"/>
                  </a:cubicBezTo>
                  <a:cubicBezTo>
                    <a:pt x="444" y="173"/>
                    <a:pt x="148" y="1"/>
                    <a:pt x="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4" name="Google Shape;8130;p67">
              <a:extLst>
                <a:ext uri="{FF2B5EF4-FFF2-40B4-BE49-F238E27FC236}">
                  <a16:creationId xmlns:a16="http://schemas.microsoft.com/office/drawing/2014/main" id="{91FC3295-8213-AF3E-34BD-84C52378927F}"/>
                </a:ext>
              </a:extLst>
            </p:cNvPr>
            <p:cNvSpPr/>
            <p:nvPr/>
          </p:nvSpPr>
          <p:spPr>
            <a:xfrm>
              <a:off x="2882725" y="4334175"/>
              <a:ext cx="13500" cy="10075"/>
            </a:xfrm>
            <a:custGeom>
              <a:avLst/>
              <a:gdLst/>
              <a:ahLst/>
              <a:cxnLst/>
              <a:rect l="l" t="t" r="r" b="b"/>
              <a:pathLst>
                <a:path w="540" h="403" extrusionOk="0">
                  <a:moveTo>
                    <a:pt x="82" y="0"/>
                  </a:moveTo>
                  <a:cubicBezTo>
                    <a:pt x="0" y="0"/>
                    <a:pt x="249" y="402"/>
                    <a:pt x="317" y="402"/>
                  </a:cubicBezTo>
                  <a:cubicBezTo>
                    <a:pt x="539" y="378"/>
                    <a:pt x="256" y="70"/>
                    <a:pt x="108" y="8"/>
                  </a:cubicBezTo>
                  <a:cubicBezTo>
                    <a:pt x="97" y="3"/>
                    <a:pt x="89" y="0"/>
                    <a:pt x="8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5" name="Google Shape;8131;p67">
              <a:extLst>
                <a:ext uri="{FF2B5EF4-FFF2-40B4-BE49-F238E27FC236}">
                  <a16:creationId xmlns:a16="http://schemas.microsoft.com/office/drawing/2014/main" id="{CBC0CC39-E92B-E2CD-03D3-8D06B4102DAD}"/>
                </a:ext>
              </a:extLst>
            </p:cNvPr>
            <p:cNvSpPr/>
            <p:nvPr/>
          </p:nvSpPr>
          <p:spPr>
            <a:xfrm>
              <a:off x="2904425" y="4332100"/>
              <a:ext cx="10625" cy="2625"/>
            </a:xfrm>
            <a:custGeom>
              <a:avLst/>
              <a:gdLst/>
              <a:ahLst/>
              <a:cxnLst/>
              <a:rect l="l" t="t" r="r" b="b"/>
              <a:pathLst>
                <a:path w="425" h="105" extrusionOk="0">
                  <a:moveTo>
                    <a:pt x="139" y="0"/>
                  </a:moveTo>
                  <a:cubicBezTo>
                    <a:pt x="122" y="0"/>
                    <a:pt x="105" y="2"/>
                    <a:pt x="90" y="5"/>
                  </a:cubicBezTo>
                  <a:cubicBezTo>
                    <a:pt x="1" y="35"/>
                    <a:pt x="88" y="104"/>
                    <a:pt x="235" y="104"/>
                  </a:cubicBezTo>
                  <a:cubicBezTo>
                    <a:pt x="270" y="104"/>
                    <a:pt x="308" y="100"/>
                    <a:pt x="349" y="91"/>
                  </a:cubicBezTo>
                  <a:cubicBezTo>
                    <a:pt x="424" y="69"/>
                    <a:pt x="263" y="0"/>
                    <a:pt x="13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6" name="Google Shape;8132;p67">
              <a:extLst>
                <a:ext uri="{FF2B5EF4-FFF2-40B4-BE49-F238E27FC236}">
                  <a16:creationId xmlns:a16="http://schemas.microsoft.com/office/drawing/2014/main" id="{5141D272-A00E-C496-AACD-2E8277D37F9E}"/>
                </a:ext>
              </a:extLst>
            </p:cNvPr>
            <p:cNvSpPr/>
            <p:nvPr/>
          </p:nvSpPr>
          <p:spPr>
            <a:xfrm>
              <a:off x="2886025" y="4309800"/>
              <a:ext cx="40375" cy="23475"/>
            </a:xfrm>
            <a:custGeom>
              <a:avLst/>
              <a:gdLst/>
              <a:ahLst/>
              <a:cxnLst/>
              <a:rect l="l" t="t" r="r" b="b"/>
              <a:pathLst>
                <a:path w="1615" h="939" extrusionOk="0">
                  <a:moveTo>
                    <a:pt x="557" y="0"/>
                  </a:moveTo>
                  <a:cubicBezTo>
                    <a:pt x="469" y="0"/>
                    <a:pt x="376" y="16"/>
                    <a:pt x="358" y="34"/>
                  </a:cubicBezTo>
                  <a:cubicBezTo>
                    <a:pt x="341" y="42"/>
                    <a:pt x="317" y="45"/>
                    <a:pt x="288" y="45"/>
                  </a:cubicBezTo>
                  <a:cubicBezTo>
                    <a:pt x="231" y="45"/>
                    <a:pt x="157" y="34"/>
                    <a:pt x="99" y="34"/>
                  </a:cubicBezTo>
                  <a:cubicBezTo>
                    <a:pt x="1" y="34"/>
                    <a:pt x="50" y="108"/>
                    <a:pt x="50" y="182"/>
                  </a:cubicBezTo>
                  <a:cubicBezTo>
                    <a:pt x="50" y="231"/>
                    <a:pt x="66" y="236"/>
                    <a:pt x="92" y="236"/>
                  </a:cubicBezTo>
                  <a:cubicBezTo>
                    <a:pt x="100" y="236"/>
                    <a:pt x="109" y="236"/>
                    <a:pt x="119" y="236"/>
                  </a:cubicBezTo>
                  <a:cubicBezTo>
                    <a:pt x="135" y="236"/>
                    <a:pt x="153" y="237"/>
                    <a:pt x="173" y="244"/>
                  </a:cubicBezTo>
                  <a:cubicBezTo>
                    <a:pt x="237" y="276"/>
                    <a:pt x="199" y="308"/>
                    <a:pt x="236" y="308"/>
                  </a:cubicBezTo>
                  <a:cubicBezTo>
                    <a:pt x="242" y="308"/>
                    <a:pt x="249" y="307"/>
                    <a:pt x="259" y="305"/>
                  </a:cubicBezTo>
                  <a:cubicBezTo>
                    <a:pt x="321" y="293"/>
                    <a:pt x="296" y="268"/>
                    <a:pt x="370" y="268"/>
                  </a:cubicBezTo>
                  <a:cubicBezTo>
                    <a:pt x="444" y="268"/>
                    <a:pt x="419" y="268"/>
                    <a:pt x="419" y="367"/>
                  </a:cubicBezTo>
                  <a:cubicBezTo>
                    <a:pt x="415" y="396"/>
                    <a:pt x="422" y="405"/>
                    <a:pt x="435" y="405"/>
                  </a:cubicBezTo>
                  <a:cubicBezTo>
                    <a:pt x="459" y="405"/>
                    <a:pt x="506" y="367"/>
                    <a:pt x="530" y="367"/>
                  </a:cubicBezTo>
                  <a:cubicBezTo>
                    <a:pt x="580" y="367"/>
                    <a:pt x="530" y="404"/>
                    <a:pt x="493" y="416"/>
                  </a:cubicBezTo>
                  <a:cubicBezTo>
                    <a:pt x="444" y="428"/>
                    <a:pt x="493" y="453"/>
                    <a:pt x="530" y="502"/>
                  </a:cubicBezTo>
                  <a:cubicBezTo>
                    <a:pt x="547" y="523"/>
                    <a:pt x="543" y="530"/>
                    <a:pt x="525" y="530"/>
                  </a:cubicBezTo>
                  <a:cubicBezTo>
                    <a:pt x="491" y="530"/>
                    <a:pt x="403" y="502"/>
                    <a:pt x="321" y="502"/>
                  </a:cubicBezTo>
                  <a:cubicBezTo>
                    <a:pt x="261" y="502"/>
                    <a:pt x="235" y="498"/>
                    <a:pt x="223" y="498"/>
                  </a:cubicBezTo>
                  <a:cubicBezTo>
                    <a:pt x="208" y="498"/>
                    <a:pt x="217" y="505"/>
                    <a:pt x="210" y="539"/>
                  </a:cubicBezTo>
                  <a:cubicBezTo>
                    <a:pt x="210" y="601"/>
                    <a:pt x="333" y="663"/>
                    <a:pt x="370" y="663"/>
                  </a:cubicBezTo>
                  <a:cubicBezTo>
                    <a:pt x="407" y="663"/>
                    <a:pt x="629" y="626"/>
                    <a:pt x="728" y="626"/>
                  </a:cubicBezTo>
                  <a:cubicBezTo>
                    <a:pt x="814" y="626"/>
                    <a:pt x="728" y="663"/>
                    <a:pt x="604" y="724"/>
                  </a:cubicBezTo>
                  <a:cubicBezTo>
                    <a:pt x="572" y="746"/>
                    <a:pt x="569" y="754"/>
                    <a:pt x="583" y="754"/>
                  </a:cubicBezTo>
                  <a:cubicBezTo>
                    <a:pt x="618" y="754"/>
                    <a:pt x="759" y="705"/>
                    <a:pt x="838" y="687"/>
                  </a:cubicBezTo>
                  <a:cubicBezTo>
                    <a:pt x="865" y="679"/>
                    <a:pt x="888" y="676"/>
                    <a:pt x="910" y="676"/>
                  </a:cubicBezTo>
                  <a:cubicBezTo>
                    <a:pt x="990" y="676"/>
                    <a:pt x="1047" y="722"/>
                    <a:pt x="1134" y="761"/>
                  </a:cubicBezTo>
                  <a:cubicBezTo>
                    <a:pt x="1245" y="823"/>
                    <a:pt x="1171" y="860"/>
                    <a:pt x="1257" y="909"/>
                  </a:cubicBezTo>
                  <a:cubicBezTo>
                    <a:pt x="1293" y="929"/>
                    <a:pt x="1332" y="939"/>
                    <a:pt x="1371" y="939"/>
                  </a:cubicBezTo>
                  <a:cubicBezTo>
                    <a:pt x="1450" y="939"/>
                    <a:pt x="1528" y="898"/>
                    <a:pt x="1578" y="823"/>
                  </a:cubicBezTo>
                  <a:cubicBezTo>
                    <a:pt x="1615" y="737"/>
                    <a:pt x="1528" y="687"/>
                    <a:pt x="1491" y="650"/>
                  </a:cubicBezTo>
                  <a:cubicBezTo>
                    <a:pt x="1430" y="564"/>
                    <a:pt x="1393" y="478"/>
                    <a:pt x="1368" y="392"/>
                  </a:cubicBezTo>
                  <a:cubicBezTo>
                    <a:pt x="1345" y="337"/>
                    <a:pt x="1296" y="327"/>
                    <a:pt x="1236" y="327"/>
                  </a:cubicBezTo>
                  <a:cubicBezTo>
                    <a:pt x="1201" y="327"/>
                    <a:pt x="1162" y="330"/>
                    <a:pt x="1122" y="330"/>
                  </a:cubicBezTo>
                  <a:cubicBezTo>
                    <a:pt x="1023" y="330"/>
                    <a:pt x="1085" y="318"/>
                    <a:pt x="1011" y="244"/>
                  </a:cubicBezTo>
                  <a:cubicBezTo>
                    <a:pt x="957" y="199"/>
                    <a:pt x="949" y="167"/>
                    <a:pt x="920" y="167"/>
                  </a:cubicBezTo>
                  <a:cubicBezTo>
                    <a:pt x="910" y="167"/>
                    <a:pt x="896" y="172"/>
                    <a:pt x="875" y="182"/>
                  </a:cubicBezTo>
                  <a:cubicBezTo>
                    <a:pt x="801" y="219"/>
                    <a:pt x="826" y="244"/>
                    <a:pt x="728" y="268"/>
                  </a:cubicBezTo>
                  <a:cubicBezTo>
                    <a:pt x="716" y="272"/>
                    <a:pt x="707" y="274"/>
                    <a:pt x="700" y="274"/>
                  </a:cubicBezTo>
                  <a:cubicBezTo>
                    <a:pt x="638" y="274"/>
                    <a:pt x="728" y="136"/>
                    <a:pt x="728" y="59"/>
                  </a:cubicBezTo>
                  <a:cubicBezTo>
                    <a:pt x="728" y="16"/>
                    <a:pt x="644" y="0"/>
                    <a:pt x="5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7" name="Google Shape;8133;p67">
              <a:extLst>
                <a:ext uri="{FF2B5EF4-FFF2-40B4-BE49-F238E27FC236}">
                  <a16:creationId xmlns:a16="http://schemas.microsoft.com/office/drawing/2014/main" id="{D3F9335C-EC4B-1E7D-542E-7F65D0F3EBC2}"/>
                </a:ext>
              </a:extLst>
            </p:cNvPr>
            <p:cNvSpPr/>
            <p:nvPr/>
          </p:nvSpPr>
          <p:spPr>
            <a:xfrm>
              <a:off x="2917750" y="4297575"/>
              <a:ext cx="11725" cy="5700"/>
            </a:xfrm>
            <a:custGeom>
              <a:avLst/>
              <a:gdLst/>
              <a:ahLst/>
              <a:cxnLst/>
              <a:rect l="l" t="t" r="r" b="b"/>
              <a:pathLst>
                <a:path w="469" h="228" extrusionOk="0">
                  <a:moveTo>
                    <a:pt x="245" y="0"/>
                  </a:moveTo>
                  <a:cubicBezTo>
                    <a:pt x="177" y="0"/>
                    <a:pt x="105" y="58"/>
                    <a:pt x="62" y="92"/>
                  </a:cubicBezTo>
                  <a:cubicBezTo>
                    <a:pt x="1" y="154"/>
                    <a:pt x="50" y="154"/>
                    <a:pt x="198" y="166"/>
                  </a:cubicBezTo>
                  <a:cubicBezTo>
                    <a:pt x="333" y="191"/>
                    <a:pt x="259" y="227"/>
                    <a:pt x="346" y="227"/>
                  </a:cubicBezTo>
                  <a:cubicBezTo>
                    <a:pt x="469" y="227"/>
                    <a:pt x="432" y="129"/>
                    <a:pt x="333" y="43"/>
                  </a:cubicBezTo>
                  <a:cubicBezTo>
                    <a:pt x="307" y="12"/>
                    <a:pt x="276" y="0"/>
                    <a:pt x="24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8" name="Google Shape;8134;p67">
              <a:extLst>
                <a:ext uri="{FF2B5EF4-FFF2-40B4-BE49-F238E27FC236}">
                  <a16:creationId xmlns:a16="http://schemas.microsoft.com/office/drawing/2014/main" id="{9F308545-6B14-CEDB-B97A-751E4ACD8B0C}"/>
                </a:ext>
              </a:extLst>
            </p:cNvPr>
            <p:cNvSpPr/>
            <p:nvPr/>
          </p:nvSpPr>
          <p:spPr>
            <a:xfrm>
              <a:off x="2927600" y="4318950"/>
              <a:ext cx="24675" cy="14300"/>
            </a:xfrm>
            <a:custGeom>
              <a:avLst/>
              <a:gdLst/>
              <a:ahLst/>
              <a:cxnLst/>
              <a:rect l="l" t="t" r="r" b="b"/>
              <a:pathLst>
                <a:path w="987" h="572" extrusionOk="0">
                  <a:moveTo>
                    <a:pt x="136" y="1"/>
                  </a:moveTo>
                  <a:lnTo>
                    <a:pt x="136" y="1"/>
                  </a:lnTo>
                  <a:cubicBezTo>
                    <a:pt x="1" y="13"/>
                    <a:pt x="149" y="62"/>
                    <a:pt x="198" y="99"/>
                  </a:cubicBezTo>
                  <a:cubicBezTo>
                    <a:pt x="247" y="136"/>
                    <a:pt x="173" y="124"/>
                    <a:pt x="124" y="186"/>
                  </a:cubicBezTo>
                  <a:cubicBezTo>
                    <a:pt x="63" y="247"/>
                    <a:pt x="247" y="334"/>
                    <a:pt x="408" y="371"/>
                  </a:cubicBezTo>
                  <a:cubicBezTo>
                    <a:pt x="494" y="383"/>
                    <a:pt x="297" y="420"/>
                    <a:pt x="235" y="420"/>
                  </a:cubicBezTo>
                  <a:cubicBezTo>
                    <a:pt x="161" y="432"/>
                    <a:pt x="334" y="506"/>
                    <a:pt x="420" y="555"/>
                  </a:cubicBezTo>
                  <a:cubicBezTo>
                    <a:pt x="436" y="567"/>
                    <a:pt x="458" y="571"/>
                    <a:pt x="484" y="571"/>
                  </a:cubicBezTo>
                  <a:cubicBezTo>
                    <a:pt x="600" y="571"/>
                    <a:pt x="791" y="481"/>
                    <a:pt x="851" y="481"/>
                  </a:cubicBezTo>
                  <a:cubicBezTo>
                    <a:pt x="937" y="481"/>
                    <a:pt x="839" y="383"/>
                    <a:pt x="814" y="321"/>
                  </a:cubicBezTo>
                  <a:cubicBezTo>
                    <a:pt x="777" y="272"/>
                    <a:pt x="863" y="272"/>
                    <a:pt x="925" y="223"/>
                  </a:cubicBezTo>
                  <a:cubicBezTo>
                    <a:pt x="987" y="173"/>
                    <a:pt x="679" y="173"/>
                    <a:pt x="605" y="136"/>
                  </a:cubicBezTo>
                  <a:cubicBezTo>
                    <a:pt x="457" y="62"/>
                    <a:pt x="297" y="26"/>
                    <a:pt x="13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9" name="Google Shape;8135;p67">
              <a:extLst>
                <a:ext uri="{FF2B5EF4-FFF2-40B4-BE49-F238E27FC236}">
                  <a16:creationId xmlns:a16="http://schemas.microsoft.com/office/drawing/2014/main" id="{5BE86B6D-70BC-054B-73A2-92A83863AB63}"/>
                </a:ext>
              </a:extLst>
            </p:cNvPr>
            <p:cNvSpPr/>
            <p:nvPr/>
          </p:nvSpPr>
          <p:spPr>
            <a:xfrm>
              <a:off x="2942100" y="4333250"/>
              <a:ext cx="20350" cy="5450"/>
            </a:xfrm>
            <a:custGeom>
              <a:avLst/>
              <a:gdLst/>
              <a:ahLst/>
              <a:cxnLst/>
              <a:rect l="l" t="t" r="r" b="b"/>
              <a:pathLst>
                <a:path w="814" h="218" extrusionOk="0">
                  <a:moveTo>
                    <a:pt x="180" y="0"/>
                  </a:moveTo>
                  <a:cubicBezTo>
                    <a:pt x="92" y="0"/>
                    <a:pt x="29" y="9"/>
                    <a:pt x="25" y="33"/>
                  </a:cubicBezTo>
                  <a:cubicBezTo>
                    <a:pt x="0" y="94"/>
                    <a:pt x="0" y="205"/>
                    <a:pt x="111" y="205"/>
                  </a:cubicBezTo>
                  <a:cubicBezTo>
                    <a:pt x="271" y="217"/>
                    <a:pt x="444" y="217"/>
                    <a:pt x="604" y="217"/>
                  </a:cubicBezTo>
                  <a:cubicBezTo>
                    <a:pt x="702" y="193"/>
                    <a:pt x="813" y="57"/>
                    <a:pt x="715" y="45"/>
                  </a:cubicBezTo>
                  <a:cubicBezTo>
                    <a:pt x="648" y="37"/>
                    <a:pt x="362" y="0"/>
                    <a:pt x="18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0" name="Google Shape;8136;p67">
              <a:extLst>
                <a:ext uri="{FF2B5EF4-FFF2-40B4-BE49-F238E27FC236}">
                  <a16:creationId xmlns:a16="http://schemas.microsoft.com/office/drawing/2014/main" id="{5CB14EE7-602D-C62A-D455-F430467A85BA}"/>
                </a:ext>
              </a:extLst>
            </p:cNvPr>
            <p:cNvSpPr/>
            <p:nvPr/>
          </p:nvSpPr>
          <p:spPr>
            <a:xfrm>
              <a:off x="2940025" y="4365650"/>
              <a:ext cx="19950" cy="13950"/>
            </a:xfrm>
            <a:custGeom>
              <a:avLst/>
              <a:gdLst/>
              <a:ahLst/>
              <a:cxnLst/>
              <a:rect l="l" t="t" r="r" b="b"/>
              <a:pathLst>
                <a:path w="798" h="558" extrusionOk="0">
                  <a:moveTo>
                    <a:pt x="326" y="0"/>
                  </a:moveTo>
                  <a:cubicBezTo>
                    <a:pt x="207" y="0"/>
                    <a:pt x="1" y="255"/>
                    <a:pt x="46" y="289"/>
                  </a:cubicBezTo>
                  <a:cubicBezTo>
                    <a:pt x="132" y="375"/>
                    <a:pt x="231" y="437"/>
                    <a:pt x="342" y="486"/>
                  </a:cubicBezTo>
                  <a:cubicBezTo>
                    <a:pt x="406" y="505"/>
                    <a:pt x="546" y="557"/>
                    <a:pt x="633" y="557"/>
                  </a:cubicBezTo>
                  <a:cubicBezTo>
                    <a:pt x="663" y="557"/>
                    <a:pt x="687" y="551"/>
                    <a:pt x="699" y="536"/>
                  </a:cubicBezTo>
                  <a:cubicBezTo>
                    <a:pt x="748" y="462"/>
                    <a:pt x="699" y="388"/>
                    <a:pt x="711" y="338"/>
                  </a:cubicBezTo>
                  <a:cubicBezTo>
                    <a:pt x="736" y="277"/>
                    <a:pt x="798" y="264"/>
                    <a:pt x="724" y="203"/>
                  </a:cubicBezTo>
                  <a:cubicBezTo>
                    <a:pt x="613" y="129"/>
                    <a:pt x="490" y="55"/>
                    <a:pt x="354" y="6"/>
                  </a:cubicBezTo>
                  <a:cubicBezTo>
                    <a:pt x="346" y="2"/>
                    <a:pt x="336" y="0"/>
                    <a:pt x="3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1" name="Google Shape;8137;p67">
              <a:extLst>
                <a:ext uri="{FF2B5EF4-FFF2-40B4-BE49-F238E27FC236}">
                  <a16:creationId xmlns:a16="http://schemas.microsoft.com/office/drawing/2014/main" id="{F26D8767-D07B-9B62-D719-F03BF88752EA}"/>
                </a:ext>
              </a:extLst>
            </p:cNvPr>
            <p:cNvSpPr/>
            <p:nvPr/>
          </p:nvSpPr>
          <p:spPr>
            <a:xfrm>
              <a:off x="2949300" y="4361050"/>
              <a:ext cx="4975" cy="2400"/>
            </a:xfrm>
            <a:custGeom>
              <a:avLst/>
              <a:gdLst/>
              <a:ahLst/>
              <a:cxnLst/>
              <a:rect l="l" t="t" r="r" b="b"/>
              <a:pathLst>
                <a:path w="199" h="96" extrusionOk="0">
                  <a:moveTo>
                    <a:pt x="66" y="1"/>
                  </a:moveTo>
                  <a:cubicBezTo>
                    <a:pt x="59" y="1"/>
                    <a:pt x="52" y="2"/>
                    <a:pt x="45" y="5"/>
                  </a:cubicBezTo>
                  <a:cubicBezTo>
                    <a:pt x="1" y="16"/>
                    <a:pt x="55" y="95"/>
                    <a:pt x="119" y="95"/>
                  </a:cubicBezTo>
                  <a:cubicBezTo>
                    <a:pt x="127" y="95"/>
                    <a:pt x="135" y="94"/>
                    <a:pt x="143" y="91"/>
                  </a:cubicBezTo>
                  <a:cubicBezTo>
                    <a:pt x="198" y="80"/>
                    <a:pt x="126" y="1"/>
                    <a:pt x="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2" name="Google Shape;8138;p67">
              <a:extLst>
                <a:ext uri="{FF2B5EF4-FFF2-40B4-BE49-F238E27FC236}">
                  <a16:creationId xmlns:a16="http://schemas.microsoft.com/office/drawing/2014/main" id="{AF230BDA-C5E7-ACEF-FA04-194E0118E0C0}"/>
                </a:ext>
              </a:extLst>
            </p:cNvPr>
            <p:cNvSpPr/>
            <p:nvPr/>
          </p:nvSpPr>
          <p:spPr>
            <a:xfrm>
              <a:off x="2971525" y="4335750"/>
              <a:ext cx="11875" cy="7950"/>
            </a:xfrm>
            <a:custGeom>
              <a:avLst/>
              <a:gdLst/>
              <a:ahLst/>
              <a:cxnLst/>
              <a:rect l="l" t="t" r="r" b="b"/>
              <a:pathLst>
                <a:path w="475" h="318" extrusionOk="0">
                  <a:moveTo>
                    <a:pt x="56" y="0"/>
                  </a:moveTo>
                  <a:cubicBezTo>
                    <a:pt x="1" y="0"/>
                    <a:pt x="45" y="48"/>
                    <a:pt x="55" y="130"/>
                  </a:cubicBezTo>
                  <a:cubicBezTo>
                    <a:pt x="68" y="228"/>
                    <a:pt x="6" y="216"/>
                    <a:pt x="43" y="265"/>
                  </a:cubicBezTo>
                  <a:cubicBezTo>
                    <a:pt x="69" y="291"/>
                    <a:pt x="77" y="318"/>
                    <a:pt x="101" y="318"/>
                  </a:cubicBezTo>
                  <a:cubicBezTo>
                    <a:pt x="111" y="318"/>
                    <a:pt x="123" y="313"/>
                    <a:pt x="141" y="302"/>
                  </a:cubicBezTo>
                  <a:cubicBezTo>
                    <a:pt x="215" y="253"/>
                    <a:pt x="302" y="228"/>
                    <a:pt x="388" y="179"/>
                  </a:cubicBezTo>
                  <a:cubicBezTo>
                    <a:pt x="474" y="117"/>
                    <a:pt x="228" y="31"/>
                    <a:pt x="104" y="7"/>
                  </a:cubicBezTo>
                  <a:cubicBezTo>
                    <a:pt x="83" y="2"/>
                    <a:pt x="68" y="0"/>
                    <a:pt x="5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3" name="Google Shape;8139;p67">
              <a:extLst>
                <a:ext uri="{FF2B5EF4-FFF2-40B4-BE49-F238E27FC236}">
                  <a16:creationId xmlns:a16="http://schemas.microsoft.com/office/drawing/2014/main" id="{1E7D9290-2865-C680-EB26-50C25DE99479}"/>
                </a:ext>
              </a:extLst>
            </p:cNvPr>
            <p:cNvSpPr/>
            <p:nvPr/>
          </p:nvSpPr>
          <p:spPr>
            <a:xfrm>
              <a:off x="2976600" y="4348375"/>
              <a:ext cx="4100" cy="3975"/>
            </a:xfrm>
            <a:custGeom>
              <a:avLst/>
              <a:gdLst/>
              <a:ahLst/>
              <a:cxnLst/>
              <a:rect l="l" t="t" r="r" b="b"/>
              <a:pathLst>
                <a:path w="164" h="159" extrusionOk="0">
                  <a:moveTo>
                    <a:pt x="60" y="1"/>
                  </a:moveTo>
                  <a:cubicBezTo>
                    <a:pt x="7" y="1"/>
                    <a:pt x="1" y="124"/>
                    <a:pt x="62" y="155"/>
                  </a:cubicBezTo>
                  <a:cubicBezTo>
                    <a:pt x="69" y="158"/>
                    <a:pt x="76" y="159"/>
                    <a:pt x="83" y="159"/>
                  </a:cubicBezTo>
                  <a:cubicBezTo>
                    <a:pt x="133" y="159"/>
                    <a:pt x="164" y="84"/>
                    <a:pt x="99" y="19"/>
                  </a:cubicBezTo>
                  <a:cubicBezTo>
                    <a:pt x="84" y="6"/>
                    <a:pt x="71" y="1"/>
                    <a:pt x="6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4" name="Google Shape;8140;p67">
              <a:extLst>
                <a:ext uri="{FF2B5EF4-FFF2-40B4-BE49-F238E27FC236}">
                  <a16:creationId xmlns:a16="http://schemas.microsoft.com/office/drawing/2014/main" id="{A681C971-89EF-6110-FA4F-108A8619A8F1}"/>
                </a:ext>
              </a:extLst>
            </p:cNvPr>
            <p:cNvSpPr/>
            <p:nvPr/>
          </p:nvSpPr>
          <p:spPr>
            <a:xfrm>
              <a:off x="2936225" y="4344775"/>
              <a:ext cx="106300" cy="36600"/>
            </a:xfrm>
            <a:custGeom>
              <a:avLst/>
              <a:gdLst/>
              <a:ahLst/>
              <a:cxnLst/>
              <a:rect l="l" t="t" r="r" b="b"/>
              <a:pathLst>
                <a:path w="4252" h="1464" extrusionOk="0">
                  <a:moveTo>
                    <a:pt x="368" y="1"/>
                  </a:moveTo>
                  <a:cubicBezTo>
                    <a:pt x="248" y="1"/>
                    <a:pt x="62" y="44"/>
                    <a:pt x="161" y="77"/>
                  </a:cubicBezTo>
                  <a:cubicBezTo>
                    <a:pt x="272" y="114"/>
                    <a:pt x="223" y="126"/>
                    <a:pt x="136" y="151"/>
                  </a:cubicBezTo>
                  <a:cubicBezTo>
                    <a:pt x="50" y="163"/>
                    <a:pt x="1" y="188"/>
                    <a:pt x="136" y="212"/>
                  </a:cubicBezTo>
                  <a:cubicBezTo>
                    <a:pt x="210" y="237"/>
                    <a:pt x="297" y="262"/>
                    <a:pt x="371" y="299"/>
                  </a:cubicBezTo>
                  <a:cubicBezTo>
                    <a:pt x="420" y="311"/>
                    <a:pt x="371" y="360"/>
                    <a:pt x="346" y="360"/>
                  </a:cubicBezTo>
                  <a:cubicBezTo>
                    <a:pt x="321" y="360"/>
                    <a:pt x="383" y="397"/>
                    <a:pt x="481" y="409"/>
                  </a:cubicBezTo>
                  <a:cubicBezTo>
                    <a:pt x="568" y="434"/>
                    <a:pt x="654" y="434"/>
                    <a:pt x="740" y="434"/>
                  </a:cubicBezTo>
                  <a:cubicBezTo>
                    <a:pt x="833" y="434"/>
                    <a:pt x="849" y="413"/>
                    <a:pt x="882" y="413"/>
                  </a:cubicBezTo>
                  <a:cubicBezTo>
                    <a:pt x="893" y="413"/>
                    <a:pt x="907" y="416"/>
                    <a:pt x="925" y="422"/>
                  </a:cubicBezTo>
                  <a:cubicBezTo>
                    <a:pt x="1011" y="446"/>
                    <a:pt x="1024" y="508"/>
                    <a:pt x="1110" y="545"/>
                  </a:cubicBezTo>
                  <a:cubicBezTo>
                    <a:pt x="1196" y="582"/>
                    <a:pt x="1171" y="668"/>
                    <a:pt x="1208" y="730"/>
                  </a:cubicBezTo>
                  <a:cubicBezTo>
                    <a:pt x="1245" y="791"/>
                    <a:pt x="1307" y="816"/>
                    <a:pt x="1270" y="865"/>
                  </a:cubicBezTo>
                  <a:cubicBezTo>
                    <a:pt x="1221" y="915"/>
                    <a:pt x="1159" y="939"/>
                    <a:pt x="1171" y="1026"/>
                  </a:cubicBezTo>
                  <a:cubicBezTo>
                    <a:pt x="1171" y="1099"/>
                    <a:pt x="1208" y="1173"/>
                    <a:pt x="1258" y="1235"/>
                  </a:cubicBezTo>
                  <a:cubicBezTo>
                    <a:pt x="1312" y="1311"/>
                    <a:pt x="1271" y="1387"/>
                    <a:pt x="1336" y="1387"/>
                  </a:cubicBezTo>
                  <a:cubicBezTo>
                    <a:pt x="1345" y="1387"/>
                    <a:pt x="1356" y="1386"/>
                    <a:pt x="1369" y="1383"/>
                  </a:cubicBezTo>
                  <a:cubicBezTo>
                    <a:pt x="1454" y="1354"/>
                    <a:pt x="1488" y="1289"/>
                    <a:pt x="1511" y="1289"/>
                  </a:cubicBezTo>
                  <a:cubicBezTo>
                    <a:pt x="1518" y="1289"/>
                    <a:pt x="1523" y="1295"/>
                    <a:pt x="1529" y="1309"/>
                  </a:cubicBezTo>
                  <a:cubicBezTo>
                    <a:pt x="1560" y="1382"/>
                    <a:pt x="1636" y="1438"/>
                    <a:pt x="1718" y="1438"/>
                  </a:cubicBezTo>
                  <a:cubicBezTo>
                    <a:pt x="1733" y="1438"/>
                    <a:pt x="1748" y="1436"/>
                    <a:pt x="1763" y="1432"/>
                  </a:cubicBezTo>
                  <a:cubicBezTo>
                    <a:pt x="1886" y="1408"/>
                    <a:pt x="1849" y="1383"/>
                    <a:pt x="1960" y="1334"/>
                  </a:cubicBezTo>
                  <a:cubicBezTo>
                    <a:pt x="2037" y="1300"/>
                    <a:pt x="2072" y="1242"/>
                    <a:pt x="2087" y="1242"/>
                  </a:cubicBezTo>
                  <a:cubicBezTo>
                    <a:pt x="2093" y="1242"/>
                    <a:pt x="2096" y="1254"/>
                    <a:pt x="2096" y="1284"/>
                  </a:cubicBezTo>
                  <a:cubicBezTo>
                    <a:pt x="2108" y="1395"/>
                    <a:pt x="2182" y="1444"/>
                    <a:pt x="2280" y="1444"/>
                  </a:cubicBezTo>
                  <a:cubicBezTo>
                    <a:pt x="2347" y="1444"/>
                    <a:pt x="2635" y="1458"/>
                    <a:pt x="2869" y="1458"/>
                  </a:cubicBezTo>
                  <a:cubicBezTo>
                    <a:pt x="3024" y="1458"/>
                    <a:pt x="3155" y="1452"/>
                    <a:pt x="3180" y="1432"/>
                  </a:cubicBezTo>
                  <a:cubicBezTo>
                    <a:pt x="3254" y="1383"/>
                    <a:pt x="3229" y="1309"/>
                    <a:pt x="3266" y="1284"/>
                  </a:cubicBezTo>
                  <a:cubicBezTo>
                    <a:pt x="3282" y="1274"/>
                    <a:pt x="3287" y="1265"/>
                    <a:pt x="3293" y="1265"/>
                  </a:cubicBezTo>
                  <a:cubicBezTo>
                    <a:pt x="3300" y="1265"/>
                    <a:pt x="3311" y="1279"/>
                    <a:pt x="3352" y="1321"/>
                  </a:cubicBezTo>
                  <a:cubicBezTo>
                    <a:pt x="3434" y="1413"/>
                    <a:pt x="3542" y="1463"/>
                    <a:pt x="3653" y="1463"/>
                  </a:cubicBezTo>
                  <a:cubicBezTo>
                    <a:pt x="3676" y="1463"/>
                    <a:pt x="3699" y="1461"/>
                    <a:pt x="3722" y="1457"/>
                  </a:cubicBezTo>
                  <a:cubicBezTo>
                    <a:pt x="3845" y="1420"/>
                    <a:pt x="4005" y="1457"/>
                    <a:pt x="4042" y="1395"/>
                  </a:cubicBezTo>
                  <a:cubicBezTo>
                    <a:pt x="4079" y="1321"/>
                    <a:pt x="4018" y="1321"/>
                    <a:pt x="4104" y="1297"/>
                  </a:cubicBezTo>
                  <a:cubicBezTo>
                    <a:pt x="4178" y="1272"/>
                    <a:pt x="4203" y="1161"/>
                    <a:pt x="4153" y="1161"/>
                  </a:cubicBezTo>
                  <a:cubicBezTo>
                    <a:pt x="4129" y="1161"/>
                    <a:pt x="4027" y="1183"/>
                    <a:pt x="3992" y="1183"/>
                  </a:cubicBezTo>
                  <a:cubicBezTo>
                    <a:pt x="3974" y="1183"/>
                    <a:pt x="3973" y="1178"/>
                    <a:pt x="4005" y="1161"/>
                  </a:cubicBezTo>
                  <a:cubicBezTo>
                    <a:pt x="4104" y="1112"/>
                    <a:pt x="4252" y="927"/>
                    <a:pt x="4178" y="927"/>
                  </a:cubicBezTo>
                  <a:cubicBezTo>
                    <a:pt x="4104" y="927"/>
                    <a:pt x="4141" y="902"/>
                    <a:pt x="4042" y="865"/>
                  </a:cubicBezTo>
                  <a:cubicBezTo>
                    <a:pt x="4004" y="851"/>
                    <a:pt x="3975" y="848"/>
                    <a:pt x="3950" y="848"/>
                  </a:cubicBezTo>
                  <a:cubicBezTo>
                    <a:pt x="3930" y="848"/>
                    <a:pt x="3913" y="850"/>
                    <a:pt x="3896" y="850"/>
                  </a:cubicBezTo>
                  <a:cubicBezTo>
                    <a:pt x="3880" y="850"/>
                    <a:pt x="3864" y="848"/>
                    <a:pt x="3845" y="841"/>
                  </a:cubicBezTo>
                  <a:cubicBezTo>
                    <a:pt x="3784" y="816"/>
                    <a:pt x="3882" y="754"/>
                    <a:pt x="3771" y="754"/>
                  </a:cubicBezTo>
                  <a:lnTo>
                    <a:pt x="3402" y="754"/>
                  </a:lnTo>
                  <a:cubicBezTo>
                    <a:pt x="3313" y="754"/>
                    <a:pt x="3264" y="723"/>
                    <a:pt x="3210" y="723"/>
                  </a:cubicBezTo>
                  <a:cubicBezTo>
                    <a:pt x="3196" y="723"/>
                    <a:pt x="3182" y="725"/>
                    <a:pt x="3168" y="730"/>
                  </a:cubicBezTo>
                  <a:cubicBezTo>
                    <a:pt x="3032" y="791"/>
                    <a:pt x="2884" y="841"/>
                    <a:pt x="2736" y="878"/>
                  </a:cubicBezTo>
                  <a:cubicBezTo>
                    <a:pt x="2650" y="878"/>
                    <a:pt x="2650" y="915"/>
                    <a:pt x="2712" y="939"/>
                  </a:cubicBezTo>
                  <a:cubicBezTo>
                    <a:pt x="2786" y="952"/>
                    <a:pt x="2712" y="976"/>
                    <a:pt x="2662" y="976"/>
                  </a:cubicBezTo>
                  <a:cubicBezTo>
                    <a:pt x="2636" y="976"/>
                    <a:pt x="2621" y="983"/>
                    <a:pt x="2602" y="983"/>
                  </a:cubicBezTo>
                  <a:cubicBezTo>
                    <a:pt x="2576" y="983"/>
                    <a:pt x="2543" y="971"/>
                    <a:pt x="2465" y="915"/>
                  </a:cubicBezTo>
                  <a:cubicBezTo>
                    <a:pt x="2409" y="879"/>
                    <a:pt x="2377" y="869"/>
                    <a:pt x="2351" y="869"/>
                  </a:cubicBezTo>
                  <a:cubicBezTo>
                    <a:pt x="2315" y="869"/>
                    <a:pt x="2294" y="890"/>
                    <a:pt x="2243" y="890"/>
                  </a:cubicBezTo>
                  <a:cubicBezTo>
                    <a:pt x="2169" y="890"/>
                    <a:pt x="2132" y="863"/>
                    <a:pt x="2091" y="863"/>
                  </a:cubicBezTo>
                  <a:cubicBezTo>
                    <a:pt x="2085" y="863"/>
                    <a:pt x="2078" y="864"/>
                    <a:pt x="2071" y="865"/>
                  </a:cubicBezTo>
                  <a:cubicBezTo>
                    <a:pt x="2034" y="878"/>
                    <a:pt x="2083" y="952"/>
                    <a:pt x="2022" y="952"/>
                  </a:cubicBezTo>
                  <a:cubicBezTo>
                    <a:pt x="1960" y="952"/>
                    <a:pt x="1935" y="865"/>
                    <a:pt x="1886" y="865"/>
                  </a:cubicBezTo>
                  <a:cubicBezTo>
                    <a:pt x="1825" y="865"/>
                    <a:pt x="1788" y="853"/>
                    <a:pt x="1849" y="804"/>
                  </a:cubicBezTo>
                  <a:cubicBezTo>
                    <a:pt x="1911" y="767"/>
                    <a:pt x="1923" y="767"/>
                    <a:pt x="1849" y="705"/>
                  </a:cubicBezTo>
                  <a:cubicBezTo>
                    <a:pt x="1791" y="657"/>
                    <a:pt x="1771" y="624"/>
                    <a:pt x="1735" y="624"/>
                  </a:cubicBezTo>
                  <a:cubicBezTo>
                    <a:pt x="1725" y="624"/>
                    <a:pt x="1714" y="626"/>
                    <a:pt x="1701" y="631"/>
                  </a:cubicBezTo>
                  <a:cubicBezTo>
                    <a:pt x="1657" y="658"/>
                    <a:pt x="1542" y="678"/>
                    <a:pt x="1500" y="678"/>
                  </a:cubicBezTo>
                  <a:cubicBezTo>
                    <a:pt x="1484" y="678"/>
                    <a:pt x="1478" y="675"/>
                    <a:pt x="1492" y="668"/>
                  </a:cubicBezTo>
                  <a:cubicBezTo>
                    <a:pt x="1553" y="631"/>
                    <a:pt x="1640" y="619"/>
                    <a:pt x="1566" y="594"/>
                  </a:cubicBezTo>
                  <a:cubicBezTo>
                    <a:pt x="1492" y="582"/>
                    <a:pt x="1332" y="483"/>
                    <a:pt x="1393" y="483"/>
                  </a:cubicBezTo>
                  <a:cubicBezTo>
                    <a:pt x="1438" y="483"/>
                    <a:pt x="1698" y="509"/>
                    <a:pt x="1808" y="509"/>
                  </a:cubicBezTo>
                  <a:cubicBezTo>
                    <a:pt x="1849" y="509"/>
                    <a:pt x="1869" y="506"/>
                    <a:pt x="1849" y="496"/>
                  </a:cubicBezTo>
                  <a:cubicBezTo>
                    <a:pt x="1800" y="459"/>
                    <a:pt x="1738" y="422"/>
                    <a:pt x="1677" y="397"/>
                  </a:cubicBezTo>
                  <a:cubicBezTo>
                    <a:pt x="1603" y="360"/>
                    <a:pt x="1516" y="348"/>
                    <a:pt x="1430" y="348"/>
                  </a:cubicBezTo>
                  <a:cubicBezTo>
                    <a:pt x="1504" y="348"/>
                    <a:pt x="1603" y="323"/>
                    <a:pt x="1553" y="274"/>
                  </a:cubicBezTo>
                  <a:cubicBezTo>
                    <a:pt x="1492" y="237"/>
                    <a:pt x="1443" y="225"/>
                    <a:pt x="1319" y="225"/>
                  </a:cubicBezTo>
                  <a:cubicBezTo>
                    <a:pt x="1208" y="237"/>
                    <a:pt x="1098" y="262"/>
                    <a:pt x="987" y="274"/>
                  </a:cubicBezTo>
                  <a:cubicBezTo>
                    <a:pt x="962" y="274"/>
                    <a:pt x="913" y="323"/>
                    <a:pt x="876" y="336"/>
                  </a:cubicBezTo>
                  <a:cubicBezTo>
                    <a:pt x="876" y="336"/>
                    <a:pt x="1011" y="249"/>
                    <a:pt x="950" y="188"/>
                  </a:cubicBezTo>
                  <a:cubicBezTo>
                    <a:pt x="893" y="142"/>
                    <a:pt x="836" y="75"/>
                    <a:pt x="779" y="75"/>
                  </a:cubicBezTo>
                  <a:cubicBezTo>
                    <a:pt x="774" y="75"/>
                    <a:pt x="769" y="76"/>
                    <a:pt x="765" y="77"/>
                  </a:cubicBezTo>
                  <a:cubicBezTo>
                    <a:pt x="642" y="64"/>
                    <a:pt x="531" y="40"/>
                    <a:pt x="408" y="3"/>
                  </a:cubicBezTo>
                  <a:cubicBezTo>
                    <a:pt x="396" y="2"/>
                    <a:pt x="382" y="1"/>
                    <a:pt x="36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5" name="Google Shape;8141;p67">
              <a:extLst>
                <a:ext uri="{FF2B5EF4-FFF2-40B4-BE49-F238E27FC236}">
                  <a16:creationId xmlns:a16="http://schemas.microsoft.com/office/drawing/2014/main" id="{A6CB194F-3076-EEC5-D1E9-36E17D5A5CDB}"/>
                </a:ext>
              </a:extLst>
            </p:cNvPr>
            <p:cNvSpPr/>
            <p:nvPr/>
          </p:nvSpPr>
          <p:spPr>
            <a:xfrm>
              <a:off x="2940000" y="4277325"/>
              <a:ext cx="69575" cy="51025"/>
            </a:xfrm>
            <a:custGeom>
              <a:avLst/>
              <a:gdLst/>
              <a:ahLst/>
              <a:cxnLst/>
              <a:rect l="l" t="t" r="r" b="b"/>
              <a:pathLst>
                <a:path w="2783" h="2041" extrusionOk="0">
                  <a:moveTo>
                    <a:pt x="673" y="0"/>
                  </a:moveTo>
                  <a:cubicBezTo>
                    <a:pt x="553" y="0"/>
                    <a:pt x="522" y="30"/>
                    <a:pt x="565" y="52"/>
                  </a:cubicBezTo>
                  <a:cubicBezTo>
                    <a:pt x="602" y="64"/>
                    <a:pt x="811" y="101"/>
                    <a:pt x="811" y="126"/>
                  </a:cubicBezTo>
                  <a:cubicBezTo>
                    <a:pt x="811" y="163"/>
                    <a:pt x="811" y="187"/>
                    <a:pt x="762" y="187"/>
                  </a:cubicBezTo>
                  <a:cubicBezTo>
                    <a:pt x="700" y="187"/>
                    <a:pt x="577" y="163"/>
                    <a:pt x="552" y="163"/>
                  </a:cubicBezTo>
                  <a:cubicBezTo>
                    <a:pt x="540" y="163"/>
                    <a:pt x="675" y="212"/>
                    <a:pt x="614" y="212"/>
                  </a:cubicBezTo>
                  <a:lnTo>
                    <a:pt x="429" y="212"/>
                  </a:lnTo>
                  <a:cubicBezTo>
                    <a:pt x="367" y="212"/>
                    <a:pt x="330" y="224"/>
                    <a:pt x="306" y="261"/>
                  </a:cubicBezTo>
                  <a:cubicBezTo>
                    <a:pt x="294" y="311"/>
                    <a:pt x="257" y="323"/>
                    <a:pt x="330" y="323"/>
                  </a:cubicBezTo>
                  <a:cubicBezTo>
                    <a:pt x="404" y="335"/>
                    <a:pt x="429" y="397"/>
                    <a:pt x="515" y="421"/>
                  </a:cubicBezTo>
                  <a:cubicBezTo>
                    <a:pt x="602" y="434"/>
                    <a:pt x="491" y="434"/>
                    <a:pt x="491" y="458"/>
                  </a:cubicBezTo>
                  <a:cubicBezTo>
                    <a:pt x="491" y="481"/>
                    <a:pt x="562" y="534"/>
                    <a:pt x="519" y="534"/>
                  </a:cubicBezTo>
                  <a:cubicBezTo>
                    <a:pt x="515" y="534"/>
                    <a:pt x="510" y="533"/>
                    <a:pt x="503" y="532"/>
                  </a:cubicBezTo>
                  <a:cubicBezTo>
                    <a:pt x="441" y="520"/>
                    <a:pt x="330" y="458"/>
                    <a:pt x="281" y="458"/>
                  </a:cubicBezTo>
                  <a:cubicBezTo>
                    <a:pt x="250" y="458"/>
                    <a:pt x="127" y="431"/>
                    <a:pt x="124" y="431"/>
                  </a:cubicBezTo>
                  <a:lnTo>
                    <a:pt x="124" y="431"/>
                  </a:lnTo>
                  <a:cubicBezTo>
                    <a:pt x="124" y="431"/>
                    <a:pt x="126" y="432"/>
                    <a:pt x="133" y="434"/>
                  </a:cubicBezTo>
                  <a:cubicBezTo>
                    <a:pt x="183" y="458"/>
                    <a:pt x="318" y="495"/>
                    <a:pt x="269" y="495"/>
                  </a:cubicBezTo>
                  <a:cubicBezTo>
                    <a:pt x="232" y="495"/>
                    <a:pt x="146" y="495"/>
                    <a:pt x="170" y="545"/>
                  </a:cubicBezTo>
                  <a:cubicBezTo>
                    <a:pt x="207" y="594"/>
                    <a:pt x="330" y="656"/>
                    <a:pt x="244" y="656"/>
                  </a:cubicBezTo>
                  <a:cubicBezTo>
                    <a:pt x="170" y="656"/>
                    <a:pt x="109" y="668"/>
                    <a:pt x="47" y="692"/>
                  </a:cubicBezTo>
                  <a:cubicBezTo>
                    <a:pt x="72" y="692"/>
                    <a:pt x="84" y="729"/>
                    <a:pt x="158" y="754"/>
                  </a:cubicBezTo>
                  <a:cubicBezTo>
                    <a:pt x="201" y="769"/>
                    <a:pt x="249" y="775"/>
                    <a:pt x="296" y="775"/>
                  </a:cubicBezTo>
                  <a:cubicBezTo>
                    <a:pt x="329" y="775"/>
                    <a:pt x="361" y="772"/>
                    <a:pt x="392" y="766"/>
                  </a:cubicBezTo>
                  <a:cubicBezTo>
                    <a:pt x="435" y="759"/>
                    <a:pt x="494" y="752"/>
                    <a:pt x="529" y="752"/>
                  </a:cubicBezTo>
                  <a:cubicBezTo>
                    <a:pt x="555" y="752"/>
                    <a:pt x="568" y="756"/>
                    <a:pt x="552" y="766"/>
                  </a:cubicBezTo>
                  <a:cubicBezTo>
                    <a:pt x="515" y="791"/>
                    <a:pt x="454" y="828"/>
                    <a:pt x="478" y="840"/>
                  </a:cubicBezTo>
                  <a:cubicBezTo>
                    <a:pt x="503" y="853"/>
                    <a:pt x="528" y="890"/>
                    <a:pt x="503" y="890"/>
                  </a:cubicBezTo>
                  <a:lnTo>
                    <a:pt x="269" y="890"/>
                  </a:lnTo>
                  <a:cubicBezTo>
                    <a:pt x="195" y="890"/>
                    <a:pt x="121" y="877"/>
                    <a:pt x="59" y="853"/>
                  </a:cubicBezTo>
                  <a:cubicBezTo>
                    <a:pt x="44" y="842"/>
                    <a:pt x="29" y="836"/>
                    <a:pt x="19" y="836"/>
                  </a:cubicBezTo>
                  <a:cubicBezTo>
                    <a:pt x="4" y="836"/>
                    <a:pt x="1" y="848"/>
                    <a:pt x="22" y="877"/>
                  </a:cubicBezTo>
                  <a:cubicBezTo>
                    <a:pt x="59" y="939"/>
                    <a:pt x="109" y="1111"/>
                    <a:pt x="220" y="1111"/>
                  </a:cubicBezTo>
                  <a:cubicBezTo>
                    <a:pt x="343" y="1124"/>
                    <a:pt x="392" y="1161"/>
                    <a:pt x="330" y="1161"/>
                  </a:cubicBezTo>
                  <a:cubicBezTo>
                    <a:pt x="257" y="1161"/>
                    <a:pt x="257" y="1247"/>
                    <a:pt x="281" y="1259"/>
                  </a:cubicBezTo>
                  <a:cubicBezTo>
                    <a:pt x="293" y="1259"/>
                    <a:pt x="369" y="1334"/>
                    <a:pt x="419" y="1334"/>
                  </a:cubicBezTo>
                  <a:cubicBezTo>
                    <a:pt x="422" y="1334"/>
                    <a:pt x="426" y="1334"/>
                    <a:pt x="429" y="1333"/>
                  </a:cubicBezTo>
                  <a:cubicBezTo>
                    <a:pt x="479" y="1313"/>
                    <a:pt x="521" y="1277"/>
                    <a:pt x="561" y="1277"/>
                  </a:cubicBezTo>
                  <a:cubicBezTo>
                    <a:pt x="570" y="1277"/>
                    <a:pt x="580" y="1279"/>
                    <a:pt x="589" y="1284"/>
                  </a:cubicBezTo>
                  <a:cubicBezTo>
                    <a:pt x="619" y="1304"/>
                    <a:pt x="633" y="1340"/>
                    <a:pt x="657" y="1340"/>
                  </a:cubicBezTo>
                  <a:cubicBezTo>
                    <a:pt x="662" y="1340"/>
                    <a:pt x="668" y="1338"/>
                    <a:pt x="675" y="1333"/>
                  </a:cubicBezTo>
                  <a:cubicBezTo>
                    <a:pt x="719" y="1301"/>
                    <a:pt x="829" y="1230"/>
                    <a:pt x="905" y="1230"/>
                  </a:cubicBezTo>
                  <a:cubicBezTo>
                    <a:pt x="915" y="1230"/>
                    <a:pt x="925" y="1232"/>
                    <a:pt x="934" y="1235"/>
                  </a:cubicBezTo>
                  <a:cubicBezTo>
                    <a:pt x="1008" y="1247"/>
                    <a:pt x="1070" y="1296"/>
                    <a:pt x="1057" y="1296"/>
                  </a:cubicBezTo>
                  <a:cubicBezTo>
                    <a:pt x="1119" y="1309"/>
                    <a:pt x="1181" y="1309"/>
                    <a:pt x="1242" y="1309"/>
                  </a:cubicBezTo>
                  <a:cubicBezTo>
                    <a:pt x="1316" y="1309"/>
                    <a:pt x="1008" y="1333"/>
                    <a:pt x="1020" y="1333"/>
                  </a:cubicBezTo>
                  <a:cubicBezTo>
                    <a:pt x="1131" y="1346"/>
                    <a:pt x="1242" y="1358"/>
                    <a:pt x="1353" y="1382"/>
                  </a:cubicBezTo>
                  <a:cubicBezTo>
                    <a:pt x="1316" y="1395"/>
                    <a:pt x="836" y="1419"/>
                    <a:pt x="774" y="1444"/>
                  </a:cubicBezTo>
                  <a:cubicBezTo>
                    <a:pt x="712" y="1456"/>
                    <a:pt x="589" y="1506"/>
                    <a:pt x="626" y="1555"/>
                  </a:cubicBezTo>
                  <a:cubicBezTo>
                    <a:pt x="651" y="1580"/>
                    <a:pt x="688" y="1604"/>
                    <a:pt x="725" y="1629"/>
                  </a:cubicBezTo>
                  <a:cubicBezTo>
                    <a:pt x="749" y="1629"/>
                    <a:pt x="725" y="1703"/>
                    <a:pt x="786" y="1727"/>
                  </a:cubicBezTo>
                  <a:cubicBezTo>
                    <a:pt x="836" y="1752"/>
                    <a:pt x="996" y="1752"/>
                    <a:pt x="1082" y="1789"/>
                  </a:cubicBezTo>
                  <a:cubicBezTo>
                    <a:pt x="1168" y="1814"/>
                    <a:pt x="1082" y="1814"/>
                    <a:pt x="1020" y="1814"/>
                  </a:cubicBezTo>
                  <a:cubicBezTo>
                    <a:pt x="959" y="1814"/>
                    <a:pt x="860" y="1838"/>
                    <a:pt x="947" y="1875"/>
                  </a:cubicBezTo>
                  <a:cubicBezTo>
                    <a:pt x="1008" y="1937"/>
                    <a:pt x="1094" y="1974"/>
                    <a:pt x="1168" y="1999"/>
                  </a:cubicBezTo>
                  <a:cubicBezTo>
                    <a:pt x="1224" y="2026"/>
                    <a:pt x="1286" y="2040"/>
                    <a:pt x="1350" y="2040"/>
                  </a:cubicBezTo>
                  <a:cubicBezTo>
                    <a:pt x="1372" y="2040"/>
                    <a:pt x="1393" y="2039"/>
                    <a:pt x="1415" y="2036"/>
                  </a:cubicBezTo>
                  <a:cubicBezTo>
                    <a:pt x="1464" y="2011"/>
                    <a:pt x="1600" y="2011"/>
                    <a:pt x="1513" y="1974"/>
                  </a:cubicBezTo>
                  <a:cubicBezTo>
                    <a:pt x="1462" y="1952"/>
                    <a:pt x="1476" y="1934"/>
                    <a:pt x="1507" y="1934"/>
                  </a:cubicBezTo>
                  <a:cubicBezTo>
                    <a:pt x="1528" y="1934"/>
                    <a:pt x="1555" y="1942"/>
                    <a:pt x="1575" y="1962"/>
                  </a:cubicBezTo>
                  <a:cubicBezTo>
                    <a:pt x="1610" y="1988"/>
                    <a:pt x="1638" y="2014"/>
                    <a:pt x="1652" y="2014"/>
                  </a:cubicBezTo>
                  <a:cubicBezTo>
                    <a:pt x="1658" y="2014"/>
                    <a:pt x="1661" y="2009"/>
                    <a:pt x="1661" y="1999"/>
                  </a:cubicBezTo>
                  <a:cubicBezTo>
                    <a:pt x="1661" y="1967"/>
                    <a:pt x="1573" y="1822"/>
                    <a:pt x="1605" y="1822"/>
                  </a:cubicBezTo>
                  <a:cubicBezTo>
                    <a:pt x="1611" y="1822"/>
                    <a:pt x="1621" y="1827"/>
                    <a:pt x="1637" y="1838"/>
                  </a:cubicBezTo>
                  <a:cubicBezTo>
                    <a:pt x="1724" y="1904"/>
                    <a:pt x="1801" y="2017"/>
                    <a:pt x="1835" y="2017"/>
                  </a:cubicBezTo>
                  <a:cubicBezTo>
                    <a:pt x="1839" y="2017"/>
                    <a:pt x="1843" y="2015"/>
                    <a:pt x="1846" y="2011"/>
                  </a:cubicBezTo>
                  <a:cubicBezTo>
                    <a:pt x="1871" y="1986"/>
                    <a:pt x="1945" y="1937"/>
                    <a:pt x="1920" y="1888"/>
                  </a:cubicBezTo>
                  <a:cubicBezTo>
                    <a:pt x="1883" y="1851"/>
                    <a:pt x="1871" y="1801"/>
                    <a:pt x="1920" y="1801"/>
                  </a:cubicBezTo>
                  <a:cubicBezTo>
                    <a:pt x="1965" y="1801"/>
                    <a:pt x="1948" y="1954"/>
                    <a:pt x="1973" y="1954"/>
                  </a:cubicBezTo>
                  <a:cubicBezTo>
                    <a:pt x="1975" y="1954"/>
                    <a:pt x="1978" y="1953"/>
                    <a:pt x="1982" y="1949"/>
                  </a:cubicBezTo>
                  <a:cubicBezTo>
                    <a:pt x="2018" y="1900"/>
                    <a:pt x="2043" y="1826"/>
                    <a:pt x="2031" y="1764"/>
                  </a:cubicBezTo>
                  <a:cubicBezTo>
                    <a:pt x="2018" y="1727"/>
                    <a:pt x="1957" y="1629"/>
                    <a:pt x="1982" y="1580"/>
                  </a:cubicBezTo>
                  <a:cubicBezTo>
                    <a:pt x="1997" y="1556"/>
                    <a:pt x="2018" y="1518"/>
                    <a:pt x="2031" y="1518"/>
                  </a:cubicBezTo>
                  <a:cubicBezTo>
                    <a:pt x="2038" y="1518"/>
                    <a:pt x="2043" y="1531"/>
                    <a:pt x="2043" y="1567"/>
                  </a:cubicBezTo>
                  <a:cubicBezTo>
                    <a:pt x="2043" y="1654"/>
                    <a:pt x="2072" y="1732"/>
                    <a:pt x="2113" y="1732"/>
                  </a:cubicBezTo>
                  <a:cubicBezTo>
                    <a:pt x="2118" y="1732"/>
                    <a:pt x="2124" y="1730"/>
                    <a:pt x="2129" y="1727"/>
                  </a:cubicBezTo>
                  <a:cubicBezTo>
                    <a:pt x="2203" y="1654"/>
                    <a:pt x="2277" y="1580"/>
                    <a:pt x="2363" y="1518"/>
                  </a:cubicBezTo>
                  <a:cubicBezTo>
                    <a:pt x="2397" y="1504"/>
                    <a:pt x="2429" y="1498"/>
                    <a:pt x="2454" y="1498"/>
                  </a:cubicBezTo>
                  <a:cubicBezTo>
                    <a:pt x="2493" y="1498"/>
                    <a:pt x="2514" y="1511"/>
                    <a:pt x="2499" y="1518"/>
                  </a:cubicBezTo>
                  <a:cubicBezTo>
                    <a:pt x="2477" y="1529"/>
                    <a:pt x="2426" y="1569"/>
                    <a:pt x="2450" y="1569"/>
                  </a:cubicBezTo>
                  <a:cubicBezTo>
                    <a:pt x="2453" y="1569"/>
                    <a:pt x="2457" y="1569"/>
                    <a:pt x="2462" y="1567"/>
                  </a:cubicBezTo>
                  <a:cubicBezTo>
                    <a:pt x="2511" y="1543"/>
                    <a:pt x="2721" y="1506"/>
                    <a:pt x="2672" y="1493"/>
                  </a:cubicBezTo>
                  <a:cubicBezTo>
                    <a:pt x="2622" y="1493"/>
                    <a:pt x="2536" y="1493"/>
                    <a:pt x="2598" y="1469"/>
                  </a:cubicBezTo>
                  <a:cubicBezTo>
                    <a:pt x="2659" y="1432"/>
                    <a:pt x="2782" y="1395"/>
                    <a:pt x="2782" y="1346"/>
                  </a:cubicBezTo>
                  <a:cubicBezTo>
                    <a:pt x="2770" y="1284"/>
                    <a:pt x="2647" y="1235"/>
                    <a:pt x="2622" y="1185"/>
                  </a:cubicBezTo>
                  <a:cubicBezTo>
                    <a:pt x="2611" y="1169"/>
                    <a:pt x="2608" y="1162"/>
                    <a:pt x="2601" y="1162"/>
                  </a:cubicBezTo>
                  <a:cubicBezTo>
                    <a:pt x="2594" y="1162"/>
                    <a:pt x="2582" y="1172"/>
                    <a:pt x="2548" y="1185"/>
                  </a:cubicBezTo>
                  <a:cubicBezTo>
                    <a:pt x="2538" y="1189"/>
                    <a:pt x="2530" y="1191"/>
                    <a:pt x="2523" y="1191"/>
                  </a:cubicBezTo>
                  <a:cubicBezTo>
                    <a:pt x="2485" y="1191"/>
                    <a:pt x="2475" y="1144"/>
                    <a:pt x="2413" y="1124"/>
                  </a:cubicBezTo>
                  <a:cubicBezTo>
                    <a:pt x="2395" y="1120"/>
                    <a:pt x="2386" y="1119"/>
                    <a:pt x="2380" y="1119"/>
                  </a:cubicBezTo>
                  <a:cubicBezTo>
                    <a:pt x="2366" y="1119"/>
                    <a:pt x="2368" y="1127"/>
                    <a:pt x="2290" y="1136"/>
                  </a:cubicBezTo>
                  <a:cubicBezTo>
                    <a:pt x="2240" y="1142"/>
                    <a:pt x="2206" y="1148"/>
                    <a:pt x="2191" y="1148"/>
                  </a:cubicBezTo>
                  <a:cubicBezTo>
                    <a:pt x="2176" y="1148"/>
                    <a:pt x="2179" y="1142"/>
                    <a:pt x="2203" y="1124"/>
                  </a:cubicBezTo>
                  <a:cubicBezTo>
                    <a:pt x="2240" y="1087"/>
                    <a:pt x="2327" y="1025"/>
                    <a:pt x="2253" y="1013"/>
                  </a:cubicBezTo>
                  <a:cubicBezTo>
                    <a:pt x="2246" y="1012"/>
                    <a:pt x="2239" y="1011"/>
                    <a:pt x="2233" y="1011"/>
                  </a:cubicBezTo>
                  <a:cubicBezTo>
                    <a:pt x="2198" y="1011"/>
                    <a:pt x="2182" y="1028"/>
                    <a:pt x="2180" y="1028"/>
                  </a:cubicBezTo>
                  <a:cubicBezTo>
                    <a:pt x="2178" y="1028"/>
                    <a:pt x="2182" y="1022"/>
                    <a:pt x="2191" y="1001"/>
                  </a:cubicBezTo>
                  <a:cubicBezTo>
                    <a:pt x="2216" y="951"/>
                    <a:pt x="2277" y="939"/>
                    <a:pt x="2228" y="902"/>
                  </a:cubicBezTo>
                  <a:cubicBezTo>
                    <a:pt x="2191" y="890"/>
                    <a:pt x="2142" y="865"/>
                    <a:pt x="2092" y="865"/>
                  </a:cubicBezTo>
                  <a:cubicBezTo>
                    <a:pt x="2068" y="865"/>
                    <a:pt x="2055" y="853"/>
                    <a:pt x="2105" y="816"/>
                  </a:cubicBezTo>
                  <a:cubicBezTo>
                    <a:pt x="2142" y="779"/>
                    <a:pt x="2179" y="742"/>
                    <a:pt x="2129" y="705"/>
                  </a:cubicBezTo>
                  <a:cubicBezTo>
                    <a:pt x="2084" y="660"/>
                    <a:pt x="2091" y="605"/>
                    <a:pt x="1999" y="605"/>
                  </a:cubicBezTo>
                  <a:cubicBezTo>
                    <a:pt x="1990" y="605"/>
                    <a:pt x="1980" y="605"/>
                    <a:pt x="1969" y="606"/>
                  </a:cubicBezTo>
                  <a:cubicBezTo>
                    <a:pt x="1858" y="606"/>
                    <a:pt x="1760" y="643"/>
                    <a:pt x="1846" y="680"/>
                  </a:cubicBezTo>
                  <a:cubicBezTo>
                    <a:pt x="1920" y="717"/>
                    <a:pt x="2080" y="828"/>
                    <a:pt x="2018" y="828"/>
                  </a:cubicBezTo>
                  <a:cubicBezTo>
                    <a:pt x="1973" y="828"/>
                    <a:pt x="1951" y="847"/>
                    <a:pt x="1929" y="847"/>
                  </a:cubicBezTo>
                  <a:cubicBezTo>
                    <a:pt x="1915" y="847"/>
                    <a:pt x="1902" y="839"/>
                    <a:pt x="1883" y="816"/>
                  </a:cubicBezTo>
                  <a:cubicBezTo>
                    <a:pt x="1821" y="766"/>
                    <a:pt x="1784" y="766"/>
                    <a:pt x="1760" y="692"/>
                  </a:cubicBezTo>
                  <a:cubicBezTo>
                    <a:pt x="1747" y="631"/>
                    <a:pt x="1809" y="569"/>
                    <a:pt x="1723" y="569"/>
                  </a:cubicBezTo>
                  <a:cubicBezTo>
                    <a:pt x="1649" y="557"/>
                    <a:pt x="1439" y="569"/>
                    <a:pt x="1390" y="495"/>
                  </a:cubicBezTo>
                  <a:cubicBezTo>
                    <a:pt x="1329" y="360"/>
                    <a:pt x="1230" y="237"/>
                    <a:pt x="1119" y="126"/>
                  </a:cubicBezTo>
                  <a:cubicBezTo>
                    <a:pt x="996" y="52"/>
                    <a:pt x="873" y="15"/>
                    <a:pt x="737" y="2"/>
                  </a:cubicBezTo>
                  <a:cubicBezTo>
                    <a:pt x="713" y="1"/>
                    <a:pt x="692" y="0"/>
                    <a:pt x="6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6" name="Google Shape;8142;p67">
              <a:extLst>
                <a:ext uri="{FF2B5EF4-FFF2-40B4-BE49-F238E27FC236}">
                  <a16:creationId xmlns:a16="http://schemas.microsoft.com/office/drawing/2014/main" id="{CEC69349-64E8-925A-9C81-C8250C9B6663}"/>
                </a:ext>
              </a:extLst>
            </p:cNvPr>
            <p:cNvSpPr/>
            <p:nvPr/>
          </p:nvSpPr>
          <p:spPr>
            <a:xfrm>
              <a:off x="2967975" y="4247825"/>
              <a:ext cx="183600" cy="109350"/>
            </a:xfrm>
            <a:custGeom>
              <a:avLst/>
              <a:gdLst/>
              <a:ahLst/>
              <a:cxnLst/>
              <a:rect l="l" t="t" r="r" b="b"/>
              <a:pathLst>
                <a:path w="7344" h="4374" extrusionOk="0">
                  <a:moveTo>
                    <a:pt x="4978" y="1"/>
                  </a:moveTo>
                  <a:cubicBezTo>
                    <a:pt x="4927" y="1"/>
                    <a:pt x="4894" y="9"/>
                    <a:pt x="4916" y="37"/>
                  </a:cubicBezTo>
                  <a:cubicBezTo>
                    <a:pt x="4962" y="82"/>
                    <a:pt x="5071" y="149"/>
                    <a:pt x="4999" y="149"/>
                  </a:cubicBezTo>
                  <a:cubicBezTo>
                    <a:pt x="4993" y="149"/>
                    <a:pt x="4986" y="148"/>
                    <a:pt x="4978" y="147"/>
                  </a:cubicBezTo>
                  <a:cubicBezTo>
                    <a:pt x="4879" y="135"/>
                    <a:pt x="4830" y="24"/>
                    <a:pt x="4731" y="12"/>
                  </a:cubicBezTo>
                  <a:cubicBezTo>
                    <a:pt x="4721" y="11"/>
                    <a:pt x="4708" y="10"/>
                    <a:pt x="4693" y="10"/>
                  </a:cubicBezTo>
                  <a:cubicBezTo>
                    <a:pt x="4571" y="10"/>
                    <a:pt x="4329" y="53"/>
                    <a:pt x="4362" y="86"/>
                  </a:cubicBezTo>
                  <a:cubicBezTo>
                    <a:pt x="4399" y="111"/>
                    <a:pt x="4423" y="209"/>
                    <a:pt x="4534" y="234"/>
                  </a:cubicBezTo>
                  <a:cubicBezTo>
                    <a:pt x="4564" y="240"/>
                    <a:pt x="4566" y="243"/>
                    <a:pt x="4552" y="243"/>
                  </a:cubicBezTo>
                  <a:cubicBezTo>
                    <a:pt x="4514" y="243"/>
                    <a:pt x="4354" y="221"/>
                    <a:pt x="4300" y="184"/>
                  </a:cubicBezTo>
                  <a:cubicBezTo>
                    <a:pt x="4226" y="135"/>
                    <a:pt x="4152" y="12"/>
                    <a:pt x="4078" y="12"/>
                  </a:cubicBezTo>
                  <a:cubicBezTo>
                    <a:pt x="3992" y="12"/>
                    <a:pt x="3339" y="12"/>
                    <a:pt x="3475" y="86"/>
                  </a:cubicBezTo>
                  <a:cubicBezTo>
                    <a:pt x="3610" y="147"/>
                    <a:pt x="3894" y="369"/>
                    <a:pt x="3844" y="369"/>
                  </a:cubicBezTo>
                  <a:cubicBezTo>
                    <a:pt x="3804" y="379"/>
                    <a:pt x="3715" y="472"/>
                    <a:pt x="3696" y="472"/>
                  </a:cubicBezTo>
                  <a:cubicBezTo>
                    <a:pt x="3692" y="472"/>
                    <a:pt x="3692" y="467"/>
                    <a:pt x="3696" y="456"/>
                  </a:cubicBezTo>
                  <a:cubicBezTo>
                    <a:pt x="3709" y="406"/>
                    <a:pt x="3820" y="406"/>
                    <a:pt x="3696" y="357"/>
                  </a:cubicBezTo>
                  <a:cubicBezTo>
                    <a:pt x="3573" y="295"/>
                    <a:pt x="3499" y="172"/>
                    <a:pt x="3425" y="160"/>
                  </a:cubicBezTo>
                  <a:cubicBezTo>
                    <a:pt x="3314" y="160"/>
                    <a:pt x="3216" y="147"/>
                    <a:pt x="3105" y="135"/>
                  </a:cubicBezTo>
                  <a:cubicBezTo>
                    <a:pt x="3036" y="120"/>
                    <a:pt x="2973" y="109"/>
                    <a:pt x="2908" y="109"/>
                  </a:cubicBezTo>
                  <a:cubicBezTo>
                    <a:pt x="2868" y="109"/>
                    <a:pt x="2827" y="113"/>
                    <a:pt x="2785" y="123"/>
                  </a:cubicBezTo>
                  <a:cubicBezTo>
                    <a:pt x="2809" y="135"/>
                    <a:pt x="2834" y="246"/>
                    <a:pt x="2933" y="246"/>
                  </a:cubicBezTo>
                  <a:cubicBezTo>
                    <a:pt x="3019" y="246"/>
                    <a:pt x="3216" y="271"/>
                    <a:pt x="3117" y="271"/>
                  </a:cubicBezTo>
                  <a:cubicBezTo>
                    <a:pt x="3052" y="271"/>
                    <a:pt x="2936" y="328"/>
                    <a:pt x="2846" y="328"/>
                  </a:cubicBezTo>
                  <a:cubicBezTo>
                    <a:pt x="2818" y="328"/>
                    <a:pt x="2793" y="322"/>
                    <a:pt x="2772" y="308"/>
                  </a:cubicBezTo>
                  <a:cubicBezTo>
                    <a:pt x="2711" y="246"/>
                    <a:pt x="2624" y="197"/>
                    <a:pt x="2538" y="184"/>
                  </a:cubicBezTo>
                  <a:cubicBezTo>
                    <a:pt x="2517" y="184"/>
                    <a:pt x="2502" y="183"/>
                    <a:pt x="2493" y="183"/>
                  </a:cubicBezTo>
                  <a:cubicBezTo>
                    <a:pt x="2470" y="183"/>
                    <a:pt x="2485" y="190"/>
                    <a:pt x="2538" y="234"/>
                  </a:cubicBezTo>
                  <a:cubicBezTo>
                    <a:pt x="2614" y="288"/>
                    <a:pt x="2643" y="400"/>
                    <a:pt x="2589" y="400"/>
                  </a:cubicBezTo>
                  <a:cubicBezTo>
                    <a:pt x="2582" y="400"/>
                    <a:pt x="2573" y="398"/>
                    <a:pt x="2563" y="394"/>
                  </a:cubicBezTo>
                  <a:cubicBezTo>
                    <a:pt x="2477" y="357"/>
                    <a:pt x="2378" y="332"/>
                    <a:pt x="2279" y="332"/>
                  </a:cubicBezTo>
                  <a:cubicBezTo>
                    <a:pt x="2304" y="345"/>
                    <a:pt x="2501" y="406"/>
                    <a:pt x="2427" y="406"/>
                  </a:cubicBezTo>
                  <a:cubicBezTo>
                    <a:pt x="2366" y="406"/>
                    <a:pt x="2169" y="406"/>
                    <a:pt x="2218" y="480"/>
                  </a:cubicBezTo>
                  <a:cubicBezTo>
                    <a:pt x="2267" y="554"/>
                    <a:pt x="2674" y="677"/>
                    <a:pt x="2748" y="702"/>
                  </a:cubicBezTo>
                  <a:cubicBezTo>
                    <a:pt x="2822" y="713"/>
                    <a:pt x="2950" y="877"/>
                    <a:pt x="2938" y="877"/>
                  </a:cubicBezTo>
                  <a:cubicBezTo>
                    <a:pt x="2937" y="877"/>
                    <a:pt x="2931" y="873"/>
                    <a:pt x="2920" y="862"/>
                  </a:cubicBezTo>
                  <a:cubicBezTo>
                    <a:pt x="2834" y="801"/>
                    <a:pt x="2723" y="751"/>
                    <a:pt x="2612" y="739"/>
                  </a:cubicBezTo>
                  <a:cubicBezTo>
                    <a:pt x="2535" y="728"/>
                    <a:pt x="2172" y="559"/>
                    <a:pt x="2149" y="559"/>
                  </a:cubicBezTo>
                  <a:cubicBezTo>
                    <a:pt x="2146" y="559"/>
                    <a:pt x="2149" y="561"/>
                    <a:pt x="2156" y="566"/>
                  </a:cubicBezTo>
                  <a:cubicBezTo>
                    <a:pt x="2222" y="621"/>
                    <a:pt x="2357" y="706"/>
                    <a:pt x="2315" y="706"/>
                  </a:cubicBezTo>
                  <a:cubicBezTo>
                    <a:pt x="2310" y="706"/>
                    <a:pt x="2302" y="705"/>
                    <a:pt x="2292" y="702"/>
                  </a:cubicBezTo>
                  <a:cubicBezTo>
                    <a:pt x="2281" y="701"/>
                    <a:pt x="2272" y="700"/>
                    <a:pt x="2263" y="700"/>
                  </a:cubicBezTo>
                  <a:cubicBezTo>
                    <a:pt x="2219" y="700"/>
                    <a:pt x="2204" y="714"/>
                    <a:pt x="2187" y="714"/>
                  </a:cubicBezTo>
                  <a:cubicBezTo>
                    <a:pt x="2174" y="714"/>
                    <a:pt x="2161" y="706"/>
                    <a:pt x="2132" y="677"/>
                  </a:cubicBezTo>
                  <a:cubicBezTo>
                    <a:pt x="2058" y="603"/>
                    <a:pt x="1959" y="505"/>
                    <a:pt x="1873" y="492"/>
                  </a:cubicBezTo>
                  <a:cubicBezTo>
                    <a:pt x="1808" y="492"/>
                    <a:pt x="1593" y="426"/>
                    <a:pt x="1515" y="426"/>
                  </a:cubicBezTo>
                  <a:cubicBezTo>
                    <a:pt x="1504" y="426"/>
                    <a:pt x="1496" y="428"/>
                    <a:pt x="1491" y="431"/>
                  </a:cubicBezTo>
                  <a:cubicBezTo>
                    <a:pt x="1454" y="468"/>
                    <a:pt x="1639" y="492"/>
                    <a:pt x="1565" y="529"/>
                  </a:cubicBezTo>
                  <a:cubicBezTo>
                    <a:pt x="1491" y="566"/>
                    <a:pt x="1158" y="665"/>
                    <a:pt x="1232" y="665"/>
                  </a:cubicBezTo>
                  <a:cubicBezTo>
                    <a:pt x="1239" y="666"/>
                    <a:pt x="1246" y="667"/>
                    <a:pt x="1253" y="667"/>
                  </a:cubicBezTo>
                  <a:cubicBezTo>
                    <a:pt x="1295" y="667"/>
                    <a:pt x="1338" y="649"/>
                    <a:pt x="1388" y="649"/>
                  </a:cubicBezTo>
                  <a:cubicBezTo>
                    <a:pt x="1419" y="649"/>
                    <a:pt x="1453" y="656"/>
                    <a:pt x="1491" y="677"/>
                  </a:cubicBezTo>
                  <a:cubicBezTo>
                    <a:pt x="1590" y="744"/>
                    <a:pt x="1690" y="790"/>
                    <a:pt x="1647" y="790"/>
                  </a:cubicBezTo>
                  <a:cubicBezTo>
                    <a:pt x="1642" y="790"/>
                    <a:pt x="1635" y="789"/>
                    <a:pt x="1626" y="788"/>
                  </a:cubicBezTo>
                  <a:cubicBezTo>
                    <a:pt x="1540" y="788"/>
                    <a:pt x="1479" y="788"/>
                    <a:pt x="1516" y="813"/>
                  </a:cubicBezTo>
                  <a:cubicBezTo>
                    <a:pt x="1549" y="830"/>
                    <a:pt x="1537" y="864"/>
                    <a:pt x="1510" y="864"/>
                  </a:cubicBezTo>
                  <a:cubicBezTo>
                    <a:pt x="1497" y="864"/>
                    <a:pt x="1482" y="857"/>
                    <a:pt x="1466" y="837"/>
                  </a:cubicBezTo>
                  <a:cubicBezTo>
                    <a:pt x="1417" y="788"/>
                    <a:pt x="1380" y="702"/>
                    <a:pt x="1294" y="702"/>
                  </a:cubicBezTo>
                  <a:cubicBezTo>
                    <a:pt x="1233" y="712"/>
                    <a:pt x="1197" y="831"/>
                    <a:pt x="1145" y="831"/>
                  </a:cubicBezTo>
                  <a:cubicBezTo>
                    <a:pt x="1134" y="831"/>
                    <a:pt x="1122" y="826"/>
                    <a:pt x="1109" y="813"/>
                  </a:cubicBezTo>
                  <a:cubicBezTo>
                    <a:pt x="1035" y="739"/>
                    <a:pt x="1072" y="702"/>
                    <a:pt x="961" y="702"/>
                  </a:cubicBezTo>
                  <a:cubicBezTo>
                    <a:pt x="838" y="702"/>
                    <a:pt x="653" y="776"/>
                    <a:pt x="653" y="825"/>
                  </a:cubicBezTo>
                  <a:cubicBezTo>
                    <a:pt x="653" y="860"/>
                    <a:pt x="615" y="889"/>
                    <a:pt x="580" y="889"/>
                  </a:cubicBezTo>
                  <a:cubicBezTo>
                    <a:pt x="566" y="889"/>
                    <a:pt x="553" y="885"/>
                    <a:pt x="542" y="874"/>
                  </a:cubicBezTo>
                  <a:cubicBezTo>
                    <a:pt x="505" y="837"/>
                    <a:pt x="456" y="825"/>
                    <a:pt x="394" y="825"/>
                  </a:cubicBezTo>
                  <a:cubicBezTo>
                    <a:pt x="320" y="825"/>
                    <a:pt x="210" y="911"/>
                    <a:pt x="148" y="911"/>
                  </a:cubicBezTo>
                  <a:cubicBezTo>
                    <a:pt x="74" y="911"/>
                    <a:pt x="0" y="961"/>
                    <a:pt x="49" y="985"/>
                  </a:cubicBezTo>
                  <a:cubicBezTo>
                    <a:pt x="76" y="1003"/>
                    <a:pt x="110" y="1015"/>
                    <a:pt x="145" y="1015"/>
                  </a:cubicBezTo>
                  <a:cubicBezTo>
                    <a:pt x="158" y="1015"/>
                    <a:pt x="172" y="1013"/>
                    <a:pt x="185" y="1010"/>
                  </a:cubicBezTo>
                  <a:cubicBezTo>
                    <a:pt x="250" y="1001"/>
                    <a:pt x="323" y="977"/>
                    <a:pt x="381" y="977"/>
                  </a:cubicBezTo>
                  <a:cubicBezTo>
                    <a:pt x="400" y="977"/>
                    <a:pt x="416" y="979"/>
                    <a:pt x="431" y="985"/>
                  </a:cubicBezTo>
                  <a:cubicBezTo>
                    <a:pt x="481" y="1022"/>
                    <a:pt x="431" y="1035"/>
                    <a:pt x="370" y="1047"/>
                  </a:cubicBezTo>
                  <a:cubicBezTo>
                    <a:pt x="327" y="1058"/>
                    <a:pt x="221" y="1114"/>
                    <a:pt x="263" y="1114"/>
                  </a:cubicBezTo>
                  <a:cubicBezTo>
                    <a:pt x="269" y="1114"/>
                    <a:pt x="280" y="1112"/>
                    <a:pt x="296" y="1109"/>
                  </a:cubicBezTo>
                  <a:cubicBezTo>
                    <a:pt x="407" y="1096"/>
                    <a:pt x="702" y="1084"/>
                    <a:pt x="813" y="1059"/>
                  </a:cubicBezTo>
                  <a:cubicBezTo>
                    <a:pt x="824" y="1058"/>
                    <a:pt x="833" y="1058"/>
                    <a:pt x="839" y="1058"/>
                  </a:cubicBezTo>
                  <a:cubicBezTo>
                    <a:pt x="904" y="1058"/>
                    <a:pt x="743" y="1110"/>
                    <a:pt x="653" y="1121"/>
                  </a:cubicBezTo>
                  <a:cubicBezTo>
                    <a:pt x="542" y="1133"/>
                    <a:pt x="370" y="1281"/>
                    <a:pt x="394" y="1306"/>
                  </a:cubicBezTo>
                  <a:cubicBezTo>
                    <a:pt x="419" y="1343"/>
                    <a:pt x="468" y="1380"/>
                    <a:pt x="579" y="1380"/>
                  </a:cubicBezTo>
                  <a:cubicBezTo>
                    <a:pt x="653" y="1386"/>
                    <a:pt x="724" y="1389"/>
                    <a:pt x="795" y="1389"/>
                  </a:cubicBezTo>
                  <a:cubicBezTo>
                    <a:pt x="866" y="1389"/>
                    <a:pt x="936" y="1386"/>
                    <a:pt x="1010" y="1380"/>
                  </a:cubicBezTo>
                  <a:cubicBezTo>
                    <a:pt x="1109" y="1367"/>
                    <a:pt x="1380" y="1219"/>
                    <a:pt x="1503" y="1219"/>
                  </a:cubicBezTo>
                  <a:cubicBezTo>
                    <a:pt x="1626" y="1219"/>
                    <a:pt x="1688" y="1219"/>
                    <a:pt x="1602" y="1256"/>
                  </a:cubicBezTo>
                  <a:cubicBezTo>
                    <a:pt x="1503" y="1306"/>
                    <a:pt x="1392" y="1343"/>
                    <a:pt x="1281" y="1367"/>
                  </a:cubicBezTo>
                  <a:cubicBezTo>
                    <a:pt x="1072" y="1404"/>
                    <a:pt x="863" y="1429"/>
                    <a:pt x="665" y="1454"/>
                  </a:cubicBezTo>
                  <a:cubicBezTo>
                    <a:pt x="654" y="1452"/>
                    <a:pt x="644" y="1452"/>
                    <a:pt x="637" y="1452"/>
                  </a:cubicBezTo>
                  <a:cubicBezTo>
                    <a:pt x="578" y="1452"/>
                    <a:pt x="676" y="1494"/>
                    <a:pt x="764" y="1527"/>
                  </a:cubicBezTo>
                  <a:cubicBezTo>
                    <a:pt x="845" y="1558"/>
                    <a:pt x="876" y="1638"/>
                    <a:pt x="967" y="1638"/>
                  </a:cubicBezTo>
                  <a:cubicBezTo>
                    <a:pt x="987" y="1638"/>
                    <a:pt x="1009" y="1635"/>
                    <a:pt x="1035" y="1626"/>
                  </a:cubicBezTo>
                  <a:cubicBezTo>
                    <a:pt x="1183" y="1577"/>
                    <a:pt x="1306" y="1441"/>
                    <a:pt x="1405" y="1429"/>
                  </a:cubicBezTo>
                  <a:cubicBezTo>
                    <a:pt x="1491" y="1404"/>
                    <a:pt x="2033" y="1306"/>
                    <a:pt x="2144" y="1306"/>
                  </a:cubicBezTo>
                  <a:cubicBezTo>
                    <a:pt x="2150" y="1305"/>
                    <a:pt x="2153" y="1305"/>
                    <a:pt x="2154" y="1305"/>
                  </a:cubicBezTo>
                  <a:cubicBezTo>
                    <a:pt x="2173" y="1305"/>
                    <a:pt x="1618" y="1396"/>
                    <a:pt x="1479" y="1454"/>
                  </a:cubicBezTo>
                  <a:cubicBezTo>
                    <a:pt x="1318" y="1515"/>
                    <a:pt x="1183" y="1651"/>
                    <a:pt x="1269" y="1688"/>
                  </a:cubicBezTo>
                  <a:cubicBezTo>
                    <a:pt x="1301" y="1697"/>
                    <a:pt x="1316" y="1699"/>
                    <a:pt x="1332" y="1699"/>
                  </a:cubicBezTo>
                  <a:cubicBezTo>
                    <a:pt x="1350" y="1699"/>
                    <a:pt x="1369" y="1696"/>
                    <a:pt x="1413" y="1696"/>
                  </a:cubicBezTo>
                  <a:cubicBezTo>
                    <a:pt x="1438" y="1696"/>
                    <a:pt x="1471" y="1697"/>
                    <a:pt x="1516" y="1700"/>
                  </a:cubicBezTo>
                  <a:cubicBezTo>
                    <a:pt x="1581" y="1704"/>
                    <a:pt x="1635" y="1709"/>
                    <a:pt x="1683" y="1709"/>
                  </a:cubicBezTo>
                  <a:cubicBezTo>
                    <a:pt x="1769" y="1709"/>
                    <a:pt x="1829" y="1694"/>
                    <a:pt x="1885" y="1638"/>
                  </a:cubicBezTo>
                  <a:cubicBezTo>
                    <a:pt x="1961" y="1574"/>
                    <a:pt x="1942" y="1537"/>
                    <a:pt x="1993" y="1537"/>
                  </a:cubicBezTo>
                  <a:cubicBezTo>
                    <a:pt x="2001" y="1537"/>
                    <a:pt x="2010" y="1538"/>
                    <a:pt x="2021" y="1540"/>
                  </a:cubicBezTo>
                  <a:cubicBezTo>
                    <a:pt x="2082" y="1557"/>
                    <a:pt x="1989" y="1575"/>
                    <a:pt x="2007" y="1575"/>
                  </a:cubicBezTo>
                  <a:cubicBezTo>
                    <a:pt x="2015" y="1575"/>
                    <a:pt x="2042" y="1572"/>
                    <a:pt x="2107" y="1564"/>
                  </a:cubicBezTo>
                  <a:cubicBezTo>
                    <a:pt x="2264" y="1538"/>
                    <a:pt x="2384" y="1512"/>
                    <a:pt x="2410" y="1512"/>
                  </a:cubicBezTo>
                  <a:cubicBezTo>
                    <a:pt x="2421" y="1512"/>
                    <a:pt x="2416" y="1517"/>
                    <a:pt x="2390" y="1527"/>
                  </a:cubicBezTo>
                  <a:cubicBezTo>
                    <a:pt x="2308" y="1563"/>
                    <a:pt x="2002" y="1676"/>
                    <a:pt x="2101" y="1676"/>
                  </a:cubicBezTo>
                  <a:cubicBezTo>
                    <a:pt x="2106" y="1676"/>
                    <a:pt x="2112" y="1676"/>
                    <a:pt x="2119" y="1675"/>
                  </a:cubicBezTo>
                  <a:cubicBezTo>
                    <a:pt x="2267" y="1663"/>
                    <a:pt x="2649" y="1675"/>
                    <a:pt x="2760" y="1589"/>
                  </a:cubicBezTo>
                  <a:cubicBezTo>
                    <a:pt x="2871" y="1503"/>
                    <a:pt x="3019" y="1429"/>
                    <a:pt x="2994" y="1355"/>
                  </a:cubicBezTo>
                  <a:cubicBezTo>
                    <a:pt x="2974" y="1309"/>
                    <a:pt x="2983" y="1298"/>
                    <a:pt x="3003" y="1298"/>
                  </a:cubicBezTo>
                  <a:cubicBezTo>
                    <a:pt x="3020" y="1298"/>
                    <a:pt x="3045" y="1306"/>
                    <a:pt x="3068" y="1306"/>
                  </a:cubicBezTo>
                  <a:cubicBezTo>
                    <a:pt x="3117" y="1306"/>
                    <a:pt x="3130" y="1256"/>
                    <a:pt x="3241" y="1170"/>
                  </a:cubicBezTo>
                  <a:cubicBezTo>
                    <a:pt x="3320" y="1117"/>
                    <a:pt x="3471" y="1076"/>
                    <a:pt x="3507" y="1076"/>
                  </a:cubicBezTo>
                  <a:cubicBezTo>
                    <a:pt x="3521" y="1076"/>
                    <a:pt x="3518" y="1082"/>
                    <a:pt x="3487" y="1096"/>
                  </a:cubicBezTo>
                  <a:cubicBezTo>
                    <a:pt x="3376" y="1158"/>
                    <a:pt x="3314" y="1269"/>
                    <a:pt x="3228" y="1343"/>
                  </a:cubicBezTo>
                  <a:cubicBezTo>
                    <a:pt x="3130" y="1417"/>
                    <a:pt x="3019" y="1491"/>
                    <a:pt x="3154" y="1491"/>
                  </a:cubicBezTo>
                  <a:cubicBezTo>
                    <a:pt x="3222" y="1491"/>
                    <a:pt x="3373" y="1487"/>
                    <a:pt x="3485" y="1487"/>
                  </a:cubicBezTo>
                  <a:cubicBezTo>
                    <a:pt x="3598" y="1487"/>
                    <a:pt x="3672" y="1491"/>
                    <a:pt x="3586" y="1503"/>
                  </a:cubicBezTo>
                  <a:cubicBezTo>
                    <a:pt x="3425" y="1540"/>
                    <a:pt x="2748" y="1651"/>
                    <a:pt x="2933" y="1651"/>
                  </a:cubicBezTo>
                  <a:cubicBezTo>
                    <a:pt x="3105" y="1651"/>
                    <a:pt x="3401" y="1700"/>
                    <a:pt x="3253" y="1712"/>
                  </a:cubicBezTo>
                  <a:cubicBezTo>
                    <a:pt x="3117" y="1725"/>
                    <a:pt x="2649" y="1799"/>
                    <a:pt x="2538" y="1799"/>
                  </a:cubicBezTo>
                  <a:cubicBezTo>
                    <a:pt x="2415" y="1799"/>
                    <a:pt x="1996" y="1823"/>
                    <a:pt x="2095" y="1885"/>
                  </a:cubicBezTo>
                  <a:cubicBezTo>
                    <a:pt x="2193" y="1959"/>
                    <a:pt x="2464" y="2082"/>
                    <a:pt x="2440" y="2131"/>
                  </a:cubicBezTo>
                  <a:cubicBezTo>
                    <a:pt x="2427" y="2193"/>
                    <a:pt x="2440" y="2279"/>
                    <a:pt x="2514" y="2279"/>
                  </a:cubicBezTo>
                  <a:cubicBezTo>
                    <a:pt x="2557" y="2273"/>
                    <a:pt x="2603" y="2270"/>
                    <a:pt x="2649" y="2270"/>
                  </a:cubicBezTo>
                  <a:cubicBezTo>
                    <a:pt x="2695" y="2270"/>
                    <a:pt x="2742" y="2273"/>
                    <a:pt x="2785" y="2279"/>
                  </a:cubicBezTo>
                  <a:cubicBezTo>
                    <a:pt x="2739" y="2288"/>
                    <a:pt x="2612" y="2338"/>
                    <a:pt x="2519" y="2338"/>
                  </a:cubicBezTo>
                  <a:cubicBezTo>
                    <a:pt x="2487" y="2338"/>
                    <a:pt x="2459" y="2332"/>
                    <a:pt x="2440" y="2316"/>
                  </a:cubicBezTo>
                  <a:cubicBezTo>
                    <a:pt x="2353" y="2242"/>
                    <a:pt x="2267" y="2181"/>
                    <a:pt x="2169" y="2119"/>
                  </a:cubicBezTo>
                  <a:cubicBezTo>
                    <a:pt x="2070" y="2057"/>
                    <a:pt x="1984" y="1922"/>
                    <a:pt x="1885" y="1909"/>
                  </a:cubicBezTo>
                  <a:cubicBezTo>
                    <a:pt x="1774" y="1897"/>
                    <a:pt x="1479" y="1885"/>
                    <a:pt x="1405" y="1860"/>
                  </a:cubicBezTo>
                  <a:cubicBezTo>
                    <a:pt x="1380" y="1855"/>
                    <a:pt x="1356" y="1850"/>
                    <a:pt x="1337" y="1850"/>
                  </a:cubicBezTo>
                  <a:cubicBezTo>
                    <a:pt x="1309" y="1850"/>
                    <a:pt x="1289" y="1861"/>
                    <a:pt x="1281" y="1897"/>
                  </a:cubicBezTo>
                  <a:cubicBezTo>
                    <a:pt x="1269" y="1971"/>
                    <a:pt x="1134" y="2045"/>
                    <a:pt x="1306" y="2045"/>
                  </a:cubicBezTo>
                  <a:cubicBezTo>
                    <a:pt x="1479" y="2045"/>
                    <a:pt x="1626" y="2070"/>
                    <a:pt x="1491" y="2070"/>
                  </a:cubicBezTo>
                  <a:cubicBezTo>
                    <a:pt x="1343" y="2070"/>
                    <a:pt x="1158" y="2230"/>
                    <a:pt x="1331" y="2242"/>
                  </a:cubicBezTo>
                  <a:cubicBezTo>
                    <a:pt x="1503" y="2254"/>
                    <a:pt x="1589" y="2254"/>
                    <a:pt x="1651" y="2328"/>
                  </a:cubicBezTo>
                  <a:cubicBezTo>
                    <a:pt x="1725" y="2439"/>
                    <a:pt x="1811" y="2538"/>
                    <a:pt x="1922" y="2599"/>
                  </a:cubicBezTo>
                  <a:cubicBezTo>
                    <a:pt x="2037" y="2673"/>
                    <a:pt x="2090" y="2728"/>
                    <a:pt x="2171" y="2728"/>
                  </a:cubicBezTo>
                  <a:cubicBezTo>
                    <a:pt x="2186" y="2728"/>
                    <a:pt x="2201" y="2726"/>
                    <a:pt x="2218" y="2723"/>
                  </a:cubicBezTo>
                  <a:cubicBezTo>
                    <a:pt x="2299" y="2714"/>
                    <a:pt x="2408" y="2685"/>
                    <a:pt x="2445" y="2685"/>
                  </a:cubicBezTo>
                  <a:cubicBezTo>
                    <a:pt x="2458" y="2685"/>
                    <a:pt x="2462" y="2688"/>
                    <a:pt x="2452" y="2698"/>
                  </a:cubicBezTo>
                  <a:cubicBezTo>
                    <a:pt x="2415" y="2735"/>
                    <a:pt x="2477" y="2809"/>
                    <a:pt x="2341" y="2809"/>
                  </a:cubicBezTo>
                  <a:cubicBezTo>
                    <a:pt x="2264" y="2801"/>
                    <a:pt x="2164" y="2784"/>
                    <a:pt x="2123" y="2784"/>
                  </a:cubicBezTo>
                  <a:cubicBezTo>
                    <a:pt x="2098" y="2784"/>
                    <a:pt x="2094" y="2790"/>
                    <a:pt x="2132" y="2809"/>
                  </a:cubicBezTo>
                  <a:cubicBezTo>
                    <a:pt x="2201" y="2849"/>
                    <a:pt x="2343" y="2952"/>
                    <a:pt x="2305" y="2952"/>
                  </a:cubicBezTo>
                  <a:cubicBezTo>
                    <a:pt x="2296" y="2952"/>
                    <a:pt x="2276" y="2946"/>
                    <a:pt x="2243" y="2932"/>
                  </a:cubicBezTo>
                  <a:cubicBezTo>
                    <a:pt x="2070" y="2871"/>
                    <a:pt x="2045" y="2797"/>
                    <a:pt x="1885" y="2784"/>
                  </a:cubicBezTo>
                  <a:cubicBezTo>
                    <a:pt x="1802" y="2757"/>
                    <a:pt x="1719" y="2743"/>
                    <a:pt x="1631" y="2743"/>
                  </a:cubicBezTo>
                  <a:cubicBezTo>
                    <a:pt x="1601" y="2743"/>
                    <a:pt x="1571" y="2744"/>
                    <a:pt x="1540" y="2747"/>
                  </a:cubicBezTo>
                  <a:cubicBezTo>
                    <a:pt x="1491" y="2784"/>
                    <a:pt x="1429" y="2858"/>
                    <a:pt x="1343" y="2858"/>
                  </a:cubicBezTo>
                  <a:cubicBezTo>
                    <a:pt x="1257" y="2858"/>
                    <a:pt x="1232" y="2883"/>
                    <a:pt x="1208" y="2944"/>
                  </a:cubicBezTo>
                  <a:cubicBezTo>
                    <a:pt x="1195" y="2994"/>
                    <a:pt x="1146" y="3006"/>
                    <a:pt x="1097" y="3031"/>
                  </a:cubicBezTo>
                  <a:cubicBezTo>
                    <a:pt x="1035" y="3043"/>
                    <a:pt x="1072" y="3179"/>
                    <a:pt x="1134" y="3191"/>
                  </a:cubicBezTo>
                  <a:cubicBezTo>
                    <a:pt x="1158" y="3203"/>
                    <a:pt x="1186" y="3209"/>
                    <a:pt x="1215" y="3209"/>
                  </a:cubicBezTo>
                  <a:cubicBezTo>
                    <a:pt x="1244" y="3209"/>
                    <a:pt x="1275" y="3203"/>
                    <a:pt x="1306" y="3191"/>
                  </a:cubicBezTo>
                  <a:cubicBezTo>
                    <a:pt x="1313" y="3188"/>
                    <a:pt x="1318" y="3187"/>
                    <a:pt x="1322" y="3187"/>
                  </a:cubicBezTo>
                  <a:cubicBezTo>
                    <a:pt x="1349" y="3187"/>
                    <a:pt x="1300" y="3254"/>
                    <a:pt x="1364" y="3254"/>
                  </a:cubicBezTo>
                  <a:cubicBezTo>
                    <a:pt x="1369" y="3254"/>
                    <a:pt x="1374" y="3253"/>
                    <a:pt x="1380" y="3252"/>
                  </a:cubicBezTo>
                  <a:cubicBezTo>
                    <a:pt x="1434" y="3252"/>
                    <a:pt x="1458" y="3263"/>
                    <a:pt x="1483" y="3263"/>
                  </a:cubicBezTo>
                  <a:cubicBezTo>
                    <a:pt x="1504" y="3263"/>
                    <a:pt x="1526" y="3256"/>
                    <a:pt x="1565" y="3228"/>
                  </a:cubicBezTo>
                  <a:cubicBezTo>
                    <a:pt x="1638" y="3186"/>
                    <a:pt x="1685" y="3000"/>
                    <a:pt x="1697" y="3000"/>
                  </a:cubicBezTo>
                  <a:cubicBezTo>
                    <a:pt x="1699" y="3000"/>
                    <a:pt x="1700" y="3006"/>
                    <a:pt x="1700" y="3018"/>
                  </a:cubicBezTo>
                  <a:cubicBezTo>
                    <a:pt x="1700" y="3092"/>
                    <a:pt x="1651" y="3105"/>
                    <a:pt x="1725" y="3105"/>
                  </a:cubicBezTo>
                  <a:cubicBezTo>
                    <a:pt x="1799" y="3105"/>
                    <a:pt x="1651" y="3191"/>
                    <a:pt x="1713" y="3191"/>
                  </a:cubicBezTo>
                  <a:cubicBezTo>
                    <a:pt x="1774" y="3191"/>
                    <a:pt x="1565" y="3277"/>
                    <a:pt x="1651" y="3277"/>
                  </a:cubicBezTo>
                  <a:cubicBezTo>
                    <a:pt x="1737" y="3277"/>
                    <a:pt x="1368" y="3351"/>
                    <a:pt x="1516" y="3351"/>
                  </a:cubicBezTo>
                  <a:cubicBezTo>
                    <a:pt x="1549" y="3351"/>
                    <a:pt x="1584" y="3350"/>
                    <a:pt x="1615" y="3350"/>
                  </a:cubicBezTo>
                  <a:cubicBezTo>
                    <a:pt x="1710" y="3350"/>
                    <a:pt x="1774" y="3357"/>
                    <a:pt x="1700" y="3413"/>
                  </a:cubicBezTo>
                  <a:cubicBezTo>
                    <a:pt x="1605" y="3476"/>
                    <a:pt x="1518" y="3568"/>
                    <a:pt x="1552" y="3568"/>
                  </a:cubicBezTo>
                  <a:cubicBezTo>
                    <a:pt x="1557" y="3568"/>
                    <a:pt x="1565" y="3566"/>
                    <a:pt x="1577" y="3561"/>
                  </a:cubicBezTo>
                  <a:cubicBezTo>
                    <a:pt x="1642" y="3533"/>
                    <a:pt x="1755" y="3519"/>
                    <a:pt x="1787" y="3519"/>
                  </a:cubicBezTo>
                  <a:cubicBezTo>
                    <a:pt x="1797" y="3519"/>
                    <a:pt x="1799" y="3520"/>
                    <a:pt x="1787" y="3524"/>
                  </a:cubicBezTo>
                  <a:cubicBezTo>
                    <a:pt x="1725" y="3548"/>
                    <a:pt x="1688" y="3561"/>
                    <a:pt x="1811" y="3573"/>
                  </a:cubicBezTo>
                  <a:cubicBezTo>
                    <a:pt x="1947" y="3561"/>
                    <a:pt x="2070" y="3487"/>
                    <a:pt x="2144" y="3363"/>
                  </a:cubicBezTo>
                  <a:cubicBezTo>
                    <a:pt x="2190" y="3297"/>
                    <a:pt x="2241" y="3263"/>
                    <a:pt x="2265" y="3263"/>
                  </a:cubicBezTo>
                  <a:cubicBezTo>
                    <a:pt x="2286" y="3263"/>
                    <a:pt x="2289" y="3288"/>
                    <a:pt x="2255" y="3339"/>
                  </a:cubicBezTo>
                  <a:cubicBezTo>
                    <a:pt x="2181" y="3437"/>
                    <a:pt x="2021" y="3536"/>
                    <a:pt x="1971" y="3610"/>
                  </a:cubicBezTo>
                  <a:cubicBezTo>
                    <a:pt x="1922" y="3684"/>
                    <a:pt x="1885" y="3671"/>
                    <a:pt x="1799" y="3684"/>
                  </a:cubicBezTo>
                  <a:cubicBezTo>
                    <a:pt x="1741" y="3684"/>
                    <a:pt x="1684" y="3706"/>
                    <a:pt x="1626" y="3706"/>
                  </a:cubicBezTo>
                  <a:cubicBezTo>
                    <a:pt x="1598" y="3706"/>
                    <a:pt x="1569" y="3700"/>
                    <a:pt x="1540" y="3684"/>
                  </a:cubicBezTo>
                  <a:cubicBezTo>
                    <a:pt x="1442" y="3634"/>
                    <a:pt x="1442" y="3622"/>
                    <a:pt x="1405" y="3548"/>
                  </a:cubicBezTo>
                  <a:cubicBezTo>
                    <a:pt x="1355" y="3450"/>
                    <a:pt x="1257" y="3388"/>
                    <a:pt x="1146" y="3388"/>
                  </a:cubicBezTo>
                  <a:cubicBezTo>
                    <a:pt x="1124" y="3388"/>
                    <a:pt x="1097" y="3388"/>
                    <a:pt x="1070" y="3388"/>
                  </a:cubicBezTo>
                  <a:cubicBezTo>
                    <a:pt x="949" y="3388"/>
                    <a:pt x="807" y="3396"/>
                    <a:pt x="887" y="3487"/>
                  </a:cubicBezTo>
                  <a:cubicBezTo>
                    <a:pt x="998" y="3597"/>
                    <a:pt x="924" y="3634"/>
                    <a:pt x="1072" y="3647"/>
                  </a:cubicBezTo>
                  <a:cubicBezTo>
                    <a:pt x="1232" y="3671"/>
                    <a:pt x="1047" y="3708"/>
                    <a:pt x="1109" y="3721"/>
                  </a:cubicBezTo>
                  <a:cubicBezTo>
                    <a:pt x="1171" y="3745"/>
                    <a:pt x="1306" y="3807"/>
                    <a:pt x="1257" y="3807"/>
                  </a:cubicBezTo>
                  <a:cubicBezTo>
                    <a:pt x="1121" y="3807"/>
                    <a:pt x="986" y="3819"/>
                    <a:pt x="863" y="3844"/>
                  </a:cubicBezTo>
                  <a:cubicBezTo>
                    <a:pt x="789" y="3856"/>
                    <a:pt x="579" y="3893"/>
                    <a:pt x="579" y="3992"/>
                  </a:cubicBezTo>
                  <a:cubicBezTo>
                    <a:pt x="579" y="4103"/>
                    <a:pt x="579" y="4177"/>
                    <a:pt x="628" y="4201"/>
                  </a:cubicBezTo>
                  <a:cubicBezTo>
                    <a:pt x="660" y="4217"/>
                    <a:pt x="703" y="4249"/>
                    <a:pt x="739" y="4249"/>
                  </a:cubicBezTo>
                  <a:cubicBezTo>
                    <a:pt x="758" y="4249"/>
                    <a:pt x="776" y="4240"/>
                    <a:pt x="789" y="4214"/>
                  </a:cubicBezTo>
                  <a:cubicBezTo>
                    <a:pt x="829" y="4163"/>
                    <a:pt x="804" y="4105"/>
                    <a:pt x="819" y="4105"/>
                  </a:cubicBezTo>
                  <a:cubicBezTo>
                    <a:pt x="823" y="4105"/>
                    <a:pt x="829" y="4108"/>
                    <a:pt x="838" y="4115"/>
                  </a:cubicBezTo>
                  <a:cubicBezTo>
                    <a:pt x="875" y="4152"/>
                    <a:pt x="801" y="4263"/>
                    <a:pt x="887" y="4263"/>
                  </a:cubicBezTo>
                  <a:lnTo>
                    <a:pt x="1097" y="4263"/>
                  </a:lnTo>
                  <a:cubicBezTo>
                    <a:pt x="1143" y="4276"/>
                    <a:pt x="1178" y="4289"/>
                    <a:pt x="1205" y="4289"/>
                  </a:cubicBezTo>
                  <a:cubicBezTo>
                    <a:pt x="1229" y="4289"/>
                    <a:pt x="1245" y="4279"/>
                    <a:pt x="1257" y="4251"/>
                  </a:cubicBezTo>
                  <a:cubicBezTo>
                    <a:pt x="1265" y="4207"/>
                    <a:pt x="1298" y="4158"/>
                    <a:pt x="1322" y="4158"/>
                  </a:cubicBezTo>
                  <a:cubicBezTo>
                    <a:pt x="1331" y="4158"/>
                    <a:pt x="1339" y="4167"/>
                    <a:pt x="1343" y="4189"/>
                  </a:cubicBezTo>
                  <a:cubicBezTo>
                    <a:pt x="1355" y="4275"/>
                    <a:pt x="1220" y="4263"/>
                    <a:pt x="1405" y="4275"/>
                  </a:cubicBezTo>
                  <a:cubicBezTo>
                    <a:pt x="1515" y="4290"/>
                    <a:pt x="1638" y="4309"/>
                    <a:pt x="1709" y="4309"/>
                  </a:cubicBezTo>
                  <a:cubicBezTo>
                    <a:pt x="1758" y="4309"/>
                    <a:pt x="1782" y="4300"/>
                    <a:pt x="1762" y="4275"/>
                  </a:cubicBezTo>
                  <a:cubicBezTo>
                    <a:pt x="1731" y="4234"/>
                    <a:pt x="1638" y="4183"/>
                    <a:pt x="1669" y="4183"/>
                  </a:cubicBezTo>
                  <a:cubicBezTo>
                    <a:pt x="1675" y="4183"/>
                    <a:pt x="1685" y="4185"/>
                    <a:pt x="1700" y="4189"/>
                  </a:cubicBezTo>
                  <a:cubicBezTo>
                    <a:pt x="1785" y="4198"/>
                    <a:pt x="1805" y="4258"/>
                    <a:pt x="1810" y="4258"/>
                  </a:cubicBezTo>
                  <a:cubicBezTo>
                    <a:pt x="1811" y="4258"/>
                    <a:pt x="1811" y="4253"/>
                    <a:pt x="1811" y="4238"/>
                  </a:cubicBezTo>
                  <a:cubicBezTo>
                    <a:pt x="1820" y="4194"/>
                    <a:pt x="1816" y="4162"/>
                    <a:pt x="1832" y="4162"/>
                  </a:cubicBezTo>
                  <a:cubicBezTo>
                    <a:pt x="1838" y="4162"/>
                    <a:pt x="1847" y="4166"/>
                    <a:pt x="1861" y="4177"/>
                  </a:cubicBezTo>
                  <a:cubicBezTo>
                    <a:pt x="1905" y="4210"/>
                    <a:pt x="2002" y="4264"/>
                    <a:pt x="2028" y="4264"/>
                  </a:cubicBezTo>
                  <a:cubicBezTo>
                    <a:pt x="2030" y="4264"/>
                    <a:pt x="2032" y="4264"/>
                    <a:pt x="2033" y="4263"/>
                  </a:cubicBezTo>
                  <a:cubicBezTo>
                    <a:pt x="2044" y="4240"/>
                    <a:pt x="1983" y="4124"/>
                    <a:pt x="2030" y="4124"/>
                  </a:cubicBezTo>
                  <a:cubicBezTo>
                    <a:pt x="2034" y="4124"/>
                    <a:pt x="2039" y="4125"/>
                    <a:pt x="2045" y="4127"/>
                  </a:cubicBezTo>
                  <a:cubicBezTo>
                    <a:pt x="2107" y="4152"/>
                    <a:pt x="2132" y="4226"/>
                    <a:pt x="2193" y="4226"/>
                  </a:cubicBezTo>
                  <a:cubicBezTo>
                    <a:pt x="2214" y="4226"/>
                    <a:pt x="2236" y="4227"/>
                    <a:pt x="2256" y="4227"/>
                  </a:cubicBezTo>
                  <a:cubicBezTo>
                    <a:pt x="2303" y="4227"/>
                    <a:pt x="2332" y="4221"/>
                    <a:pt x="2279" y="4177"/>
                  </a:cubicBezTo>
                  <a:cubicBezTo>
                    <a:pt x="2234" y="4122"/>
                    <a:pt x="2216" y="4088"/>
                    <a:pt x="2238" y="4088"/>
                  </a:cubicBezTo>
                  <a:cubicBezTo>
                    <a:pt x="2246" y="4088"/>
                    <a:pt x="2260" y="4093"/>
                    <a:pt x="2279" y="4103"/>
                  </a:cubicBezTo>
                  <a:cubicBezTo>
                    <a:pt x="2366" y="4127"/>
                    <a:pt x="2255" y="4103"/>
                    <a:pt x="2403" y="4164"/>
                  </a:cubicBezTo>
                  <a:cubicBezTo>
                    <a:pt x="2453" y="4187"/>
                    <a:pt x="2497" y="4191"/>
                    <a:pt x="2532" y="4191"/>
                  </a:cubicBezTo>
                  <a:cubicBezTo>
                    <a:pt x="2552" y="4191"/>
                    <a:pt x="2569" y="4190"/>
                    <a:pt x="2583" y="4190"/>
                  </a:cubicBezTo>
                  <a:cubicBezTo>
                    <a:pt x="2610" y="4190"/>
                    <a:pt x="2624" y="4195"/>
                    <a:pt x="2624" y="4226"/>
                  </a:cubicBezTo>
                  <a:cubicBezTo>
                    <a:pt x="2624" y="4287"/>
                    <a:pt x="2452" y="4374"/>
                    <a:pt x="2501" y="4374"/>
                  </a:cubicBezTo>
                  <a:cubicBezTo>
                    <a:pt x="2637" y="4361"/>
                    <a:pt x="2772" y="4337"/>
                    <a:pt x="2896" y="4275"/>
                  </a:cubicBezTo>
                  <a:cubicBezTo>
                    <a:pt x="3006" y="4226"/>
                    <a:pt x="3043" y="4189"/>
                    <a:pt x="3142" y="4177"/>
                  </a:cubicBezTo>
                  <a:cubicBezTo>
                    <a:pt x="3241" y="4164"/>
                    <a:pt x="3314" y="4127"/>
                    <a:pt x="3327" y="4041"/>
                  </a:cubicBezTo>
                  <a:cubicBezTo>
                    <a:pt x="3339" y="3955"/>
                    <a:pt x="3290" y="3918"/>
                    <a:pt x="3241" y="3918"/>
                  </a:cubicBezTo>
                  <a:cubicBezTo>
                    <a:pt x="3209" y="3928"/>
                    <a:pt x="3186" y="3957"/>
                    <a:pt x="3141" y="3957"/>
                  </a:cubicBezTo>
                  <a:cubicBezTo>
                    <a:pt x="3134" y="3957"/>
                    <a:pt x="3126" y="3957"/>
                    <a:pt x="3117" y="3955"/>
                  </a:cubicBezTo>
                  <a:cubicBezTo>
                    <a:pt x="3095" y="3947"/>
                    <a:pt x="3070" y="3946"/>
                    <a:pt x="3046" y="3946"/>
                  </a:cubicBezTo>
                  <a:cubicBezTo>
                    <a:pt x="3021" y="3946"/>
                    <a:pt x="2997" y="3948"/>
                    <a:pt x="2980" y="3948"/>
                  </a:cubicBezTo>
                  <a:cubicBezTo>
                    <a:pt x="2958" y="3948"/>
                    <a:pt x="2948" y="3945"/>
                    <a:pt x="2957" y="3930"/>
                  </a:cubicBezTo>
                  <a:cubicBezTo>
                    <a:pt x="2994" y="3893"/>
                    <a:pt x="3093" y="3819"/>
                    <a:pt x="3031" y="3807"/>
                  </a:cubicBezTo>
                  <a:cubicBezTo>
                    <a:pt x="2969" y="3795"/>
                    <a:pt x="2908" y="3795"/>
                    <a:pt x="2859" y="3795"/>
                  </a:cubicBezTo>
                  <a:cubicBezTo>
                    <a:pt x="2823" y="3802"/>
                    <a:pt x="2796" y="3817"/>
                    <a:pt x="2768" y="3817"/>
                  </a:cubicBezTo>
                  <a:cubicBezTo>
                    <a:pt x="2746" y="3817"/>
                    <a:pt x="2725" y="3809"/>
                    <a:pt x="2698" y="3782"/>
                  </a:cubicBezTo>
                  <a:cubicBezTo>
                    <a:pt x="2681" y="3756"/>
                    <a:pt x="2644" y="3735"/>
                    <a:pt x="2611" y="3735"/>
                  </a:cubicBezTo>
                  <a:cubicBezTo>
                    <a:pt x="2598" y="3735"/>
                    <a:pt x="2586" y="3738"/>
                    <a:pt x="2575" y="3745"/>
                  </a:cubicBezTo>
                  <a:cubicBezTo>
                    <a:pt x="2489" y="3758"/>
                    <a:pt x="2415" y="3758"/>
                    <a:pt x="2341" y="3758"/>
                  </a:cubicBezTo>
                  <a:cubicBezTo>
                    <a:pt x="2390" y="3758"/>
                    <a:pt x="2489" y="3758"/>
                    <a:pt x="2452" y="3684"/>
                  </a:cubicBezTo>
                  <a:cubicBezTo>
                    <a:pt x="2409" y="3630"/>
                    <a:pt x="2375" y="3556"/>
                    <a:pt x="2401" y="3556"/>
                  </a:cubicBezTo>
                  <a:cubicBezTo>
                    <a:pt x="2404" y="3556"/>
                    <a:pt x="2409" y="3558"/>
                    <a:pt x="2415" y="3561"/>
                  </a:cubicBezTo>
                  <a:cubicBezTo>
                    <a:pt x="2514" y="3659"/>
                    <a:pt x="2649" y="3708"/>
                    <a:pt x="2797" y="3708"/>
                  </a:cubicBezTo>
                  <a:cubicBezTo>
                    <a:pt x="2909" y="3708"/>
                    <a:pt x="2989" y="3722"/>
                    <a:pt x="3052" y="3722"/>
                  </a:cubicBezTo>
                  <a:cubicBezTo>
                    <a:pt x="3108" y="3722"/>
                    <a:pt x="3151" y="3712"/>
                    <a:pt x="3191" y="3671"/>
                  </a:cubicBezTo>
                  <a:cubicBezTo>
                    <a:pt x="3278" y="3585"/>
                    <a:pt x="3314" y="3511"/>
                    <a:pt x="3265" y="3462"/>
                  </a:cubicBezTo>
                  <a:cubicBezTo>
                    <a:pt x="3216" y="3413"/>
                    <a:pt x="3191" y="3351"/>
                    <a:pt x="3278" y="3339"/>
                  </a:cubicBezTo>
                  <a:cubicBezTo>
                    <a:pt x="3376" y="3326"/>
                    <a:pt x="3968" y="3302"/>
                    <a:pt x="3820" y="3252"/>
                  </a:cubicBezTo>
                  <a:cubicBezTo>
                    <a:pt x="3672" y="3216"/>
                    <a:pt x="3524" y="3166"/>
                    <a:pt x="3623" y="3166"/>
                  </a:cubicBezTo>
                  <a:cubicBezTo>
                    <a:pt x="3721" y="3166"/>
                    <a:pt x="4004" y="3129"/>
                    <a:pt x="3918" y="3068"/>
                  </a:cubicBezTo>
                  <a:cubicBezTo>
                    <a:pt x="3832" y="3018"/>
                    <a:pt x="3573" y="2981"/>
                    <a:pt x="3672" y="2969"/>
                  </a:cubicBezTo>
                  <a:cubicBezTo>
                    <a:pt x="3770" y="2944"/>
                    <a:pt x="4165" y="2944"/>
                    <a:pt x="4078" y="2858"/>
                  </a:cubicBezTo>
                  <a:cubicBezTo>
                    <a:pt x="4047" y="2796"/>
                    <a:pt x="3991" y="2769"/>
                    <a:pt x="3929" y="2769"/>
                  </a:cubicBezTo>
                  <a:cubicBezTo>
                    <a:pt x="3918" y="2769"/>
                    <a:pt x="3906" y="2770"/>
                    <a:pt x="3894" y="2772"/>
                  </a:cubicBezTo>
                  <a:cubicBezTo>
                    <a:pt x="3874" y="2772"/>
                    <a:pt x="3829" y="2774"/>
                    <a:pt x="3785" y="2774"/>
                  </a:cubicBezTo>
                  <a:cubicBezTo>
                    <a:pt x="3720" y="2774"/>
                    <a:pt x="3659" y="2769"/>
                    <a:pt x="3696" y="2747"/>
                  </a:cubicBezTo>
                  <a:cubicBezTo>
                    <a:pt x="3746" y="2710"/>
                    <a:pt x="3844" y="2673"/>
                    <a:pt x="3770" y="2673"/>
                  </a:cubicBezTo>
                  <a:cubicBezTo>
                    <a:pt x="3684" y="2673"/>
                    <a:pt x="3425" y="2698"/>
                    <a:pt x="3376" y="2698"/>
                  </a:cubicBezTo>
                  <a:cubicBezTo>
                    <a:pt x="3335" y="2698"/>
                    <a:pt x="3188" y="2838"/>
                    <a:pt x="3187" y="2838"/>
                  </a:cubicBezTo>
                  <a:cubicBezTo>
                    <a:pt x="3187" y="2838"/>
                    <a:pt x="3192" y="2833"/>
                    <a:pt x="3204" y="2821"/>
                  </a:cubicBezTo>
                  <a:cubicBezTo>
                    <a:pt x="3265" y="2760"/>
                    <a:pt x="3351" y="2673"/>
                    <a:pt x="3290" y="2673"/>
                  </a:cubicBezTo>
                  <a:cubicBezTo>
                    <a:pt x="3216" y="2673"/>
                    <a:pt x="3031" y="2624"/>
                    <a:pt x="3080" y="2624"/>
                  </a:cubicBezTo>
                  <a:lnTo>
                    <a:pt x="3425" y="2624"/>
                  </a:lnTo>
                  <a:cubicBezTo>
                    <a:pt x="3376" y="2624"/>
                    <a:pt x="3216" y="2550"/>
                    <a:pt x="3290" y="2550"/>
                  </a:cubicBezTo>
                  <a:cubicBezTo>
                    <a:pt x="3339" y="2550"/>
                    <a:pt x="3460" y="2561"/>
                    <a:pt x="3509" y="2561"/>
                  </a:cubicBezTo>
                  <a:cubicBezTo>
                    <a:pt x="3534" y="2561"/>
                    <a:pt x="3540" y="2558"/>
                    <a:pt x="3512" y="2550"/>
                  </a:cubicBezTo>
                  <a:cubicBezTo>
                    <a:pt x="3425" y="2513"/>
                    <a:pt x="3228" y="2501"/>
                    <a:pt x="3364" y="2476"/>
                  </a:cubicBezTo>
                  <a:cubicBezTo>
                    <a:pt x="3499" y="2464"/>
                    <a:pt x="3770" y="2476"/>
                    <a:pt x="3733" y="2452"/>
                  </a:cubicBezTo>
                  <a:cubicBezTo>
                    <a:pt x="3684" y="2427"/>
                    <a:pt x="3499" y="2353"/>
                    <a:pt x="3610" y="2353"/>
                  </a:cubicBezTo>
                  <a:cubicBezTo>
                    <a:pt x="3709" y="2365"/>
                    <a:pt x="3758" y="2476"/>
                    <a:pt x="3931" y="2476"/>
                  </a:cubicBezTo>
                  <a:cubicBezTo>
                    <a:pt x="4103" y="2476"/>
                    <a:pt x="4029" y="2439"/>
                    <a:pt x="4152" y="2427"/>
                  </a:cubicBezTo>
                  <a:cubicBezTo>
                    <a:pt x="4276" y="2402"/>
                    <a:pt x="4497" y="2378"/>
                    <a:pt x="4423" y="2328"/>
                  </a:cubicBezTo>
                  <a:cubicBezTo>
                    <a:pt x="4337" y="2279"/>
                    <a:pt x="3955" y="2181"/>
                    <a:pt x="4054" y="2156"/>
                  </a:cubicBezTo>
                  <a:cubicBezTo>
                    <a:pt x="4133" y="2146"/>
                    <a:pt x="4093" y="2112"/>
                    <a:pt x="4151" y="2112"/>
                  </a:cubicBezTo>
                  <a:cubicBezTo>
                    <a:pt x="4165" y="2112"/>
                    <a:pt x="4185" y="2114"/>
                    <a:pt x="4214" y="2119"/>
                  </a:cubicBezTo>
                  <a:cubicBezTo>
                    <a:pt x="4313" y="2131"/>
                    <a:pt x="4411" y="2156"/>
                    <a:pt x="4510" y="2193"/>
                  </a:cubicBezTo>
                  <a:cubicBezTo>
                    <a:pt x="4547" y="2221"/>
                    <a:pt x="4584" y="2276"/>
                    <a:pt x="4652" y="2276"/>
                  </a:cubicBezTo>
                  <a:cubicBezTo>
                    <a:pt x="4674" y="2276"/>
                    <a:pt x="4701" y="2270"/>
                    <a:pt x="4731" y="2254"/>
                  </a:cubicBezTo>
                  <a:cubicBezTo>
                    <a:pt x="4830" y="2217"/>
                    <a:pt x="4916" y="2156"/>
                    <a:pt x="5003" y="2082"/>
                  </a:cubicBezTo>
                  <a:cubicBezTo>
                    <a:pt x="5049" y="2036"/>
                    <a:pt x="5073" y="1958"/>
                    <a:pt x="5046" y="1958"/>
                  </a:cubicBezTo>
                  <a:cubicBezTo>
                    <a:pt x="5044" y="1958"/>
                    <a:pt x="5042" y="1958"/>
                    <a:pt x="5039" y="1959"/>
                  </a:cubicBezTo>
                  <a:cubicBezTo>
                    <a:pt x="4999" y="1979"/>
                    <a:pt x="4767" y="2057"/>
                    <a:pt x="4686" y="2057"/>
                  </a:cubicBezTo>
                  <a:cubicBezTo>
                    <a:pt x="4668" y="2057"/>
                    <a:pt x="4658" y="2054"/>
                    <a:pt x="4658" y="2045"/>
                  </a:cubicBezTo>
                  <a:cubicBezTo>
                    <a:pt x="4647" y="2001"/>
                    <a:pt x="4636" y="1918"/>
                    <a:pt x="4651" y="1918"/>
                  </a:cubicBezTo>
                  <a:cubicBezTo>
                    <a:pt x="4653" y="1918"/>
                    <a:pt x="4655" y="1919"/>
                    <a:pt x="4658" y="1922"/>
                  </a:cubicBezTo>
                  <a:cubicBezTo>
                    <a:pt x="4687" y="1951"/>
                    <a:pt x="4700" y="2011"/>
                    <a:pt x="4759" y="2011"/>
                  </a:cubicBezTo>
                  <a:cubicBezTo>
                    <a:pt x="4775" y="2011"/>
                    <a:pt x="4794" y="2006"/>
                    <a:pt x="4818" y="1996"/>
                  </a:cubicBezTo>
                  <a:cubicBezTo>
                    <a:pt x="4929" y="1959"/>
                    <a:pt x="5175" y="1909"/>
                    <a:pt x="5175" y="1909"/>
                  </a:cubicBezTo>
                  <a:cubicBezTo>
                    <a:pt x="5175" y="1909"/>
                    <a:pt x="4999" y="1723"/>
                    <a:pt x="5042" y="1723"/>
                  </a:cubicBezTo>
                  <a:cubicBezTo>
                    <a:pt x="5044" y="1723"/>
                    <a:pt x="5048" y="1723"/>
                    <a:pt x="5052" y="1725"/>
                  </a:cubicBezTo>
                  <a:cubicBezTo>
                    <a:pt x="5123" y="1755"/>
                    <a:pt x="5127" y="1836"/>
                    <a:pt x="5202" y="1836"/>
                  </a:cubicBezTo>
                  <a:cubicBezTo>
                    <a:pt x="5218" y="1836"/>
                    <a:pt x="5237" y="1832"/>
                    <a:pt x="5261" y="1823"/>
                  </a:cubicBezTo>
                  <a:cubicBezTo>
                    <a:pt x="5397" y="1774"/>
                    <a:pt x="5434" y="1663"/>
                    <a:pt x="5569" y="1601"/>
                  </a:cubicBezTo>
                  <a:cubicBezTo>
                    <a:pt x="5693" y="1552"/>
                    <a:pt x="6050" y="1330"/>
                    <a:pt x="6198" y="1256"/>
                  </a:cubicBezTo>
                  <a:cubicBezTo>
                    <a:pt x="6358" y="1195"/>
                    <a:pt x="6543" y="1084"/>
                    <a:pt x="6493" y="1084"/>
                  </a:cubicBezTo>
                  <a:cubicBezTo>
                    <a:pt x="6438" y="1084"/>
                    <a:pt x="5244" y="1341"/>
                    <a:pt x="5157" y="1341"/>
                  </a:cubicBezTo>
                  <a:cubicBezTo>
                    <a:pt x="5147" y="1341"/>
                    <a:pt x="5152" y="1338"/>
                    <a:pt x="5175" y="1330"/>
                  </a:cubicBezTo>
                  <a:cubicBezTo>
                    <a:pt x="5409" y="1256"/>
                    <a:pt x="5939" y="1084"/>
                    <a:pt x="5890" y="1084"/>
                  </a:cubicBezTo>
                  <a:cubicBezTo>
                    <a:pt x="5860" y="1087"/>
                    <a:pt x="5830" y="1089"/>
                    <a:pt x="5801" y="1089"/>
                  </a:cubicBezTo>
                  <a:cubicBezTo>
                    <a:pt x="5719" y="1089"/>
                    <a:pt x="5638" y="1077"/>
                    <a:pt x="5557" y="1059"/>
                  </a:cubicBezTo>
                  <a:cubicBezTo>
                    <a:pt x="5477" y="1025"/>
                    <a:pt x="5429" y="959"/>
                    <a:pt x="5461" y="959"/>
                  </a:cubicBezTo>
                  <a:cubicBezTo>
                    <a:pt x="5464" y="959"/>
                    <a:pt x="5467" y="960"/>
                    <a:pt x="5471" y="961"/>
                  </a:cubicBezTo>
                  <a:cubicBezTo>
                    <a:pt x="5520" y="985"/>
                    <a:pt x="5582" y="998"/>
                    <a:pt x="5643" y="998"/>
                  </a:cubicBezTo>
                  <a:cubicBezTo>
                    <a:pt x="5717" y="998"/>
                    <a:pt x="5939" y="1010"/>
                    <a:pt x="6050" y="1010"/>
                  </a:cubicBezTo>
                  <a:cubicBezTo>
                    <a:pt x="6161" y="998"/>
                    <a:pt x="6309" y="936"/>
                    <a:pt x="6383" y="936"/>
                  </a:cubicBezTo>
                  <a:lnTo>
                    <a:pt x="6580" y="936"/>
                  </a:lnTo>
                  <a:cubicBezTo>
                    <a:pt x="6691" y="924"/>
                    <a:pt x="7344" y="690"/>
                    <a:pt x="7344" y="579"/>
                  </a:cubicBezTo>
                  <a:cubicBezTo>
                    <a:pt x="7344" y="488"/>
                    <a:pt x="7344" y="480"/>
                    <a:pt x="7290" y="480"/>
                  </a:cubicBezTo>
                  <a:cubicBezTo>
                    <a:pt x="7278" y="480"/>
                    <a:pt x="7263" y="480"/>
                    <a:pt x="7245" y="480"/>
                  </a:cubicBezTo>
                  <a:cubicBezTo>
                    <a:pt x="7134" y="468"/>
                    <a:pt x="7011" y="456"/>
                    <a:pt x="6900" y="456"/>
                  </a:cubicBezTo>
                  <a:cubicBezTo>
                    <a:pt x="6889" y="461"/>
                    <a:pt x="6882" y="470"/>
                    <a:pt x="6878" y="470"/>
                  </a:cubicBezTo>
                  <a:cubicBezTo>
                    <a:pt x="6873" y="470"/>
                    <a:pt x="6870" y="458"/>
                    <a:pt x="6863" y="419"/>
                  </a:cubicBezTo>
                  <a:cubicBezTo>
                    <a:pt x="6863" y="332"/>
                    <a:pt x="6752" y="295"/>
                    <a:pt x="6752" y="258"/>
                  </a:cubicBezTo>
                  <a:cubicBezTo>
                    <a:pt x="6752" y="230"/>
                    <a:pt x="6774" y="201"/>
                    <a:pt x="6739" y="201"/>
                  </a:cubicBezTo>
                  <a:cubicBezTo>
                    <a:pt x="6728" y="201"/>
                    <a:pt x="6713" y="204"/>
                    <a:pt x="6691" y="209"/>
                  </a:cubicBezTo>
                  <a:cubicBezTo>
                    <a:pt x="6630" y="232"/>
                    <a:pt x="6593" y="254"/>
                    <a:pt x="6559" y="254"/>
                  </a:cubicBezTo>
                  <a:cubicBezTo>
                    <a:pt x="6537" y="254"/>
                    <a:pt x="6517" y="245"/>
                    <a:pt x="6493" y="221"/>
                  </a:cubicBezTo>
                  <a:cubicBezTo>
                    <a:pt x="6457" y="175"/>
                    <a:pt x="6440" y="130"/>
                    <a:pt x="6419" y="130"/>
                  </a:cubicBezTo>
                  <a:cubicBezTo>
                    <a:pt x="6412" y="130"/>
                    <a:pt x="6404" y="135"/>
                    <a:pt x="6395" y="147"/>
                  </a:cubicBezTo>
                  <a:cubicBezTo>
                    <a:pt x="6378" y="180"/>
                    <a:pt x="6395" y="180"/>
                    <a:pt x="6375" y="180"/>
                  </a:cubicBezTo>
                  <a:cubicBezTo>
                    <a:pt x="6365" y="180"/>
                    <a:pt x="6346" y="180"/>
                    <a:pt x="6309" y="184"/>
                  </a:cubicBezTo>
                  <a:cubicBezTo>
                    <a:pt x="6185" y="209"/>
                    <a:pt x="6050" y="258"/>
                    <a:pt x="5927" y="283"/>
                  </a:cubicBezTo>
                  <a:cubicBezTo>
                    <a:pt x="5848" y="300"/>
                    <a:pt x="5647" y="318"/>
                    <a:pt x="5583" y="318"/>
                  </a:cubicBezTo>
                  <a:cubicBezTo>
                    <a:pt x="5557" y="318"/>
                    <a:pt x="5554" y="315"/>
                    <a:pt x="5594" y="308"/>
                  </a:cubicBezTo>
                  <a:cubicBezTo>
                    <a:pt x="5742" y="258"/>
                    <a:pt x="5902" y="184"/>
                    <a:pt x="6038" y="111"/>
                  </a:cubicBezTo>
                  <a:lnTo>
                    <a:pt x="6038" y="111"/>
                  </a:lnTo>
                  <a:cubicBezTo>
                    <a:pt x="5998" y="114"/>
                    <a:pt x="5957" y="115"/>
                    <a:pt x="5916" y="115"/>
                  </a:cubicBezTo>
                  <a:cubicBezTo>
                    <a:pt x="5805" y="115"/>
                    <a:pt x="5690" y="104"/>
                    <a:pt x="5582" y="86"/>
                  </a:cubicBezTo>
                  <a:cubicBezTo>
                    <a:pt x="5564" y="88"/>
                    <a:pt x="5546" y="89"/>
                    <a:pt x="5529" y="89"/>
                  </a:cubicBezTo>
                  <a:cubicBezTo>
                    <a:pt x="5451" y="89"/>
                    <a:pt x="5381" y="69"/>
                    <a:pt x="5311" y="49"/>
                  </a:cubicBezTo>
                  <a:cubicBezTo>
                    <a:pt x="5283" y="21"/>
                    <a:pt x="5241" y="7"/>
                    <a:pt x="5201" y="7"/>
                  </a:cubicBezTo>
                  <a:cubicBezTo>
                    <a:pt x="5188" y="7"/>
                    <a:pt x="5175" y="9"/>
                    <a:pt x="5163" y="12"/>
                  </a:cubicBezTo>
                  <a:cubicBezTo>
                    <a:pt x="5122" y="12"/>
                    <a:pt x="5038" y="1"/>
                    <a:pt x="497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7" name="Google Shape;8143;p67">
              <a:extLst>
                <a:ext uri="{FF2B5EF4-FFF2-40B4-BE49-F238E27FC236}">
                  <a16:creationId xmlns:a16="http://schemas.microsoft.com/office/drawing/2014/main" id="{124984F8-8345-0AA8-6851-5D67EA3AEF67}"/>
                </a:ext>
              </a:extLst>
            </p:cNvPr>
            <p:cNvSpPr/>
            <p:nvPr/>
          </p:nvSpPr>
          <p:spPr>
            <a:xfrm>
              <a:off x="3052675" y="4310100"/>
              <a:ext cx="19325" cy="4775"/>
            </a:xfrm>
            <a:custGeom>
              <a:avLst/>
              <a:gdLst/>
              <a:ahLst/>
              <a:cxnLst/>
              <a:rect l="l" t="t" r="r" b="b"/>
              <a:pathLst>
                <a:path w="773" h="191" extrusionOk="0">
                  <a:moveTo>
                    <a:pt x="205" y="0"/>
                  </a:moveTo>
                  <a:cubicBezTo>
                    <a:pt x="172" y="0"/>
                    <a:pt x="163" y="7"/>
                    <a:pt x="198" y="22"/>
                  </a:cubicBezTo>
                  <a:cubicBezTo>
                    <a:pt x="333" y="96"/>
                    <a:pt x="0" y="121"/>
                    <a:pt x="136" y="121"/>
                  </a:cubicBezTo>
                  <a:cubicBezTo>
                    <a:pt x="164" y="118"/>
                    <a:pt x="191" y="116"/>
                    <a:pt x="219" y="116"/>
                  </a:cubicBezTo>
                  <a:cubicBezTo>
                    <a:pt x="302" y="116"/>
                    <a:pt x="382" y="130"/>
                    <a:pt x="456" y="158"/>
                  </a:cubicBezTo>
                  <a:cubicBezTo>
                    <a:pt x="502" y="181"/>
                    <a:pt x="580" y="190"/>
                    <a:pt x="644" y="190"/>
                  </a:cubicBezTo>
                  <a:cubicBezTo>
                    <a:pt x="717" y="190"/>
                    <a:pt x="773" y="178"/>
                    <a:pt x="740" y="158"/>
                  </a:cubicBezTo>
                  <a:cubicBezTo>
                    <a:pt x="678" y="121"/>
                    <a:pt x="764" y="96"/>
                    <a:pt x="678" y="71"/>
                  </a:cubicBezTo>
                  <a:cubicBezTo>
                    <a:pt x="614" y="53"/>
                    <a:pt x="303" y="0"/>
                    <a:pt x="20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8" name="Google Shape;8144;p67">
              <a:extLst>
                <a:ext uri="{FF2B5EF4-FFF2-40B4-BE49-F238E27FC236}">
                  <a16:creationId xmlns:a16="http://schemas.microsoft.com/office/drawing/2014/main" id="{741F4336-7186-CB62-A8DC-A0DFE54D0621}"/>
                </a:ext>
              </a:extLst>
            </p:cNvPr>
            <p:cNvSpPr/>
            <p:nvPr/>
          </p:nvSpPr>
          <p:spPr>
            <a:xfrm>
              <a:off x="3010000" y="4314025"/>
              <a:ext cx="6650" cy="1975"/>
            </a:xfrm>
            <a:custGeom>
              <a:avLst/>
              <a:gdLst/>
              <a:ahLst/>
              <a:cxnLst/>
              <a:rect l="l" t="t" r="r" b="b"/>
              <a:pathLst>
                <a:path w="266" h="79" extrusionOk="0">
                  <a:moveTo>
                    <a:pt x="44" y="1"/>
                  </a:moveTo>
                  <a:cubicBezTo>
                    <a:pt x="0" y="1"/>
                    <a:pt x="141" y="79"/>
                    <a:pt x="208" y="79"/>
                  </a:cubicBezTo>
                  <a:cubicBezTo>
                    <a:pt x="216" y="79"/>
                    <a:pt x="223" y="77"/>
                    <a:pt x="229" y="75"/>
                  </a:cubicBezTo>
                  <a:cubicBezTo>
                    <a:pt x="266" y="38"/>
                    <a:pt x="106" y="1"/>
                    <a:pt x="4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9" name="Google Shape;8145;p67">
              <a:extLst>
                <a:ext uri="{FF2B5EF4-FFF2-40B4-BE49-F238E27FC236}">
                  <a16:creationId xmlns:a16="http://schemas.microsoft.com/office/drawing/2014/main" id="{0123472F-A2C8-24C2-15EB-DD860AA0655C}"/>
                </a:ext>
              </a:extLst>
            </p:cNvPr>
            <p:cNvSpPr/>
            <p:nvPr/>
          </p:nvSpPr>
          <p:spPr>
            <a:xfrm>
              <a:off x="3040450" y="4358350"/>
              <a:ext cx="6275" cy="2450"/>
            </a:xfrm>
            <a:custGeom>
              <a:avLst/>
              <a:gdLst/>
              <a:ahLst/>
              <a:cxnLst/>
              <a:rect l="l" t="t" r="r" b="b"/>
              <a:pathLst>
                <a:path w="251" h="98" extrusionOk="0">
                  <a:moveTo>
                    <a:pt x="159" y="1"/>
                  </a:moveTo>
                  <a:cubicBezTo>
                    <a:pt x="113" y="1"/>
                    <a:pt x="0" y="65"/>
                    <a:pt x="46" y="88"/>
                  </a:cubicBezTo>
                  <a:cubicBezTo>
                    <a:pt x="54" y="95"/>
                    <a:pt x="66" y="97"/>
                    <a:pt x="80" y="97"/>
                  </a:cubicBezTo>
                  <a:cubicBezTo>
                    <a:pt x="146" y="97"/>
                    <a:pt x="251" y="33"/>
                    <a:pt x="169" y="2"/>
                  </a:cubicBezTo>
                  <a:cubicBezTo>
                    <a:pt x="166" y="1"/>
                    <a:pt x="163" y="1"/>
                    <a:pt x="15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0" name="Google Shape;8146;p67">
              <a:extLst>
                <a:ext uri="{FF2B5EF4-FFF2-40B4-BE49-F238E27FC236}">
                  <a16:creationId xmlns:a16="http://schemas.microsoft.com/office/drawing/2014/main" id="{AE03622F-4CA1-C812-F03F-E85BA9E0C6F1}"/>
                </a:ext>
              </a:extLst>
            </p:cNvPr>
            <p:cNvSpPr/>
            <p:nvPr/>
          </p:nvSpPr>
          <p:spPr>
            <a:xfrm>
              <a:off x="2634700" y="4552700"/>
              <a:ext cx="4900" cy="4450"/>
            </a:xfrm>
            <a:custGeom>
              <a:avLst/>
              <a:gdLst/>
              <a:ahLst/>
              <a:cxnLst/>
              <a:rect l="l" t="t" r="r" b="b"/>
              <a:pathLst>
                <a:path w="196" h="178" extrusionOk="0">
                  <a:moveTo>
                    <a:pt x="178" y="0"/>
                  </a:moveTo>
                  <a:cubicBezTo>
                    <a:pt x="139" y="0"/>
                    <a:pt x="1" y="152"/>
                    <a:pt x="24" y="175"/>
                  </a:cubicBezTo>
                  <a:cubicBezTo>
                    <a:pt x="25" y="177"/>
                    <a:pt x="26" y="178"/>
                    <a:pt x="28" y="178"/>
                  </a:cubicBezTo>
                  <a:cubicBezTo>
                    <a:pt x="56" y="178"/>
                    <a:pt x="196" y="14"/>
                    <a:pt x="184" y="3"/>
                  </a:cubicBezTo>
                  <a:cubicBezTo>
                    <a:pt x="183" y="1"/>
                    <a:pt x="180" y="0"/>
                    <a:pt x="17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1" name="Google Shape;8147;p67">
              <a:extLst>
                <a:ext uri="{FF2B5EF4-FFF2-40B4-BE49-F238E27FC236}">
                  <a16:creationId xmlns:a16="http://schemas.microsoft.com/office/drawing/2014/main" id="{2A80ECAB-4C11-07FF-285D-B07D32A03694}"/>
                </a:ext>
              </a:extLst>
            </p:cNvPr>
            <p:cNvSpPr/>
            <p:nvPr/>
          </p:nvSpPr>
          <p:spPr>
            <a:xfrm>
              <a:off x="2642075" y="4549800"/>
              <a:ext cx="2175" cy="1550"/>
            </a:xfrm>
            <a:custGeom>
              <a:avLst/>
              <a:gdLst/>
              <a:ahLst/>
              <a:cxnLst/>
              <a:rect l="l" t="t" r="r" b="b"/>
              <a:pathLst>
                <a:path w="87" h="62" extrusionOk="0">
                  <a:moveTo>
                    <a:pt x="48" y="0"/>
                  </a:moveTo>
                  <a:cubicBezTo>
                    <a:pt x="25" y="0"/>
                    <a:pt x="0" y="13"/>
                    <a:pt x="0" y="33"/>
                  </a:cubicBezTo>
                  <a:cubicBezTo>
                    <a:pt x="0" y="47"/>
                    <a:pt x="29" y="61"/>
                    <a:pt x="53" y="61"/>
                  </a:cubicBezTo>
                  <a:cubicBezTo>
                    <a:pt x="71" y="61"/>
                    <a:pt x="86" y="53"/>
                    <a:pt x="86" y="33"/>
                  </a:cubicBezTo>
                  <a:cubicBezTo>
                    <a:pt x="86" y="10"/>
                    <a:pt x="68" y="0"/>
                    <a:pt x="4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2" name="Google Shape;8148;p67">
              <a:extLst>
                <a:ext uri="{FF2B5EF4-FFF2-40B4-BE49-F238E27FC236}">
                  <a16:creationId xmlns:a16="http://schemas.microsoft.com/office/drawing/2014/main" id="{F2BEE8A3-D4A2-0FE8-7C72-A119773CFDD8}"/>
                </a:ext>
              </a:extLst>
            </p:cNvPr>
            <p:cNvSpPr/>
            <p:nvPr/>
          </p:nvSpPr>
          <p:spPr>
            <a:xfrm>
              <a:off x="2521625" y="4551775"/>
              <a:ext cx="6075" cy="5175"/>
            </a:xfrm>
            <a:custGeom>
              <a:avLst/>
              <a:gdLst/>
              <a:ahLst/>
              <a:cxnLst/>
              <a:rect l="l" t="t" r="r" b="b"/>
              <a:pathLst>
                <a:path w="243" h="207" extrusionOk="0">
                  <a:moveTo>
                    <a:pt x="133" y="1"/>
                  </a:moveTo>
                  <a:cubicBezTo>
                    <a:pt x="129" y="1"/>
                    <a:pt x="126" y="2"/>
                    <a:pt x="124" y="3"/>
                  </a:cubicBezTo>
                  <a:cubicBezTo>
                    <a:pt x="99" y="3"/>
                    <a:pt x="0" y="77"/>
                    <a:pt x="13" y="101"/>
                  </a:cubicBezTo>
                  <a:cubicBezTo>
                    <a:pt x="21" y="110"/>
                    <a:pt x="57" y="206"/>
                    <a:pt x="113" y="206"/>
                  </a:cubicBezTo>
                  <a:cubicBezTo>
                    <a:pt x="141" y="206"/>
                    <a:pt x="173" y="183"/>
                    <a:pt x="210" y="114"/>
                  </a:cubicBezTo>
                  <a:cubicBezTo>
                    <a:pt x="243" y="47"/>
                    <a:pt x="167" y="1"/>
                    <a:pt x="13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3" name="Google Shape;8149;p67">
              <a:extLst>
                <a:ext uri="{FF2B5EF4-FFF2-40B4-BE49-F238E27FC236}">
                  <a16:creationId xmlns:a16="http://schemas.microsoft.com/office/drawing/2014/main" id="{BCDAC934-4999-88F4-2542-9B12CF6AD947}"/>
                </a:ext>
              </a:extLst>
            </p:cNvPr>
            <p:cNvSpPr/>
            <p:nvPr/>
          </p:nvSpPr>
          <p:spPr>
            <a:xfrm>
              <a:off x="3835800" y="4290900"/>
              <a:ext cx="3000" cy="2050"/>
            </a:xfrm>
            <a:custGeom>
              <a:avLst/>
              <a:gdLst/>
              <a:ahLst/>
              <a:cxnLst/>
              <a:rect l="l" t="t" r="r" b="b"/>
              <a:pathLst>
                <a:path w="120" h="82" extrusionOk="0">
                  <a:moveTo>
                    <a:pt x="74" y="0"/>
                  </a:moveTo>
                  <a:cubicBezTo>
                    <a:pt x="62" y="0"/>
                    <a:pt x="48" y="7"/>
                    <a:pt x="33" y="26"/>
                  </a:cubicBezTo>
                  <a:cubicBezTo>
                    <a:pt x="0" y="59"/>
                    <a:pt x="50" y="81"/>
                    <a:pt x="86" y="81"/>
                  </a:cubicBezTo>
                  <a:cubicBezTo>
                    <a:pt x="104" y="81"/>
                    <a:pt x="120" y="76"/>
                    <a:pt x="120" y="63"/>
                  </a:cubicBezTo>
                  <a:cubicBezTo>
                    <a:pt x="120" y="38"/>
                    <a:pt x="102" y="0"/>
                    <a:pt x="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4" name="Google Shape;8150;p67">
              <a:extLst>
                <a:ext uri="{FF2B5EF4-FFF2-40B4-BE49-F238E27FC236}">
                  <a16:creationId xmlns:a16="http://schemas.microsoft.com/office/drawing/2014/main" id="{96BA4E1C-A8D8-8CE8-428B-5BF5765FDF91}"/>
                </a:ext>
              </a:extLst>
            </p:cNvPr>
            <p:cNvSpPr/>
            <p:nvPr/>
          </p:nvSpPr>
          <p:spPr>
            <a:xfrm>
              <a:off x="4279075" y="5047225"/>
              <a:ext cx="2075" cy="875"/>
            </a:xfrm>
            <a:custGeom>
              <a:avLst/>
              <a:gdLst/>
              <a:ahLst/>
              <a:cxnLst/>
              <a:rect l="l" t="t" r="r" b="b"/>
              <a:pathLst>
                <a:path w="83" h="35" extrusionOk="0">
                  <a:moveTo>
                    <a:pt x="50" y="1"/>
                  </a:moveTo>
                  <a:cubicBezTo>
                    <a:pt x="33" y="1"/>
                    <a:pt x="14" y="4"/>
                    <a:pt x="8" y="10"/>
                  </a:cubicBezTo>
                  <a:cubicBezTo>
                    <a:pt x="0" y="18"/>
                    <a:pt x="31" y="35"/>
                    <a:pt x="55" y="35"/>
                  </a:cubicBezTo>
                  <a:cubicBezTo>
                    <a:pt x="70" y="35"/>
                    <a:pt x="82" y="29"/>
                    <a:pt x="82" y="10"/>
                  </a:cubicBezTo>
                  <a:cubicBezTo>
                    <a:pt x="82" y="4"/>
                    <a:pt x="67" y="1"/>
                    <a:pt x="5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5" name="Google Shape;8151;p67">
              <a:extLst>
                <a:ext uri="{FF2B5EF4-FFF2-40B4-BE49-F238E27FC236}">
                  <a16:creationId xmlns:a16="http://schemas.microsoft.com/office/drawing/2014/main" id="{3B3849F9-8E1D-761B-DFED-8C654A386BB0}"/>
                </a:ext>
              </a:extLst>
            </p:cNvPr>
            <p:cNvSpPr/>
            <p:nvPr/>
          </p:nvSpPr>
          <p:spPr>
            <a:xfrm>
              <a:off x="4263550" y="5044100"/>
              <a:ext cx="2500" cy="2150"/>
            </a:xfrm>
            <a:custGeom>
              <a:avLst/>
              <a:gdLst/>
              <a:ahLst/>
              <a:cxnLst/>
              <a:rect l="l" t="t" r="r" b="b"/>
              <a:pathLst>
                <a:path w="100" h="86" extrusionOk="0">
                  <a:moveTo>
                    <a:pt x="54" y="1"/>
                  </a:moveTo>
                  <a:cubicBezTo>
                    <a:pt x="28" y="1"/>
                    <a:pt x="1" y="16"/>
                    <a:pt x="1" y="49"/>
                  </a:cubicBezTo>
                  <a:cubicBezTo>
                    <a:pt x="1" y="75"/>
                    <a:pt x="18" y="85"/>
                    <a:pt x="38" y="85"/>
                  </a:cubicBezTo>
                  <a:cubicBezTo>
                    <a:pt x="66" y="85"/>
                    <a:pt x="99" y="65"/>
                    <a:pt x="99" y="36"/>
                  </a:cubicBezTo>
                  <a:cubicBezTo>
                    <a:pt x="99" y="13"/>
                    <a:pt x="77" y="1"/>
                    <a:pt x="5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6" name="Google Shape;8152;p67">
              <a:extLst>
                <a:ext uri="{FF2B5EF4-FFF2-40B4-BE49-F238E27FC236}">
                  <a16:creationId xmlns:a16="http://schemas.microsoft.com/office/drawing/2014/main" id="{87682077-FB9E-3F9E-695E-9D754B34C699}"/>
                </a:ext>
              </a:extLst>
            </p:cNvPr>
            <p:cNvSpPr/>
            <p:nvPr/>
          </p:nvSpPr>
          <p:spPr>
            <a:xfrm>
              <a:off x="4317725" y="5293925"/>
              <a:ext cx="7375" cy="3825"/>
            </a:xfrm>
            <a:custGeom>
              <a:avLst/>
              <a:gdLst/>
              <a:ahLst/>
              <a:cxnLst/>
              <a:rect l="l" t="t" r="r" b="b"/>
              <a:pathLst>
                <a:path w="295" h="153" extrusionOk="0">
                  <a:moveTo>
                    <a:pt x="182" y="1"/>
                  </a:moveTo>
                  <a:cubicBezTo>
                    <a:pt x="101" y="1"/>
                    <a:pt x="1" y="33"/>
                    <a:pt x="15" y="61"/>
                  </a:cubicBezTo>
                  <a:cubicBezTo>
                    <a:pt x="22" y="92"/>
                    <a:pt x="104" y="153"/>
                    <a:pt x="175" y="153"/>
                  </a:cubicBezTo>
                  <a:cubicBezTo>
                    <a:pt x="217" y="153"/>
                    <a:pt x="255" y="132"/>
                    <a:pt x="273" y="73"/>
                  </a:cubicBezTo>
                  <a:cubicBezTo>
                    <a:pt x="295" y="20"/>
                    <a:pt x="244" y="1"/>
                    <a:pt x="18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7" name="Google Shape;8153;p67">
              <a:extLst>
                <a:ext uri="{FF2B5EF4-FFF2-40B4-BE49-F238E27FC236}">
                  <a16:creationId xmlns:a16="http://schemas.microsoft.com/office/drawing/2014/main" id="{6AA707C4-1253-12C3-2E9D-A830A8FCB978}"/>
                </a:ext>
              </a:extLst>
            </p:cNvPr>
            <p:cNvSpPr/>
            <p:nvPr/>
          </p:nvSpPr>
          <p:spPr>
            <a:xfrm>
              <a:off x="3612075" y="4460050"/>
              <a:ext cx="625" cy="25"/>
            </a:xfrm>
            <a:custGeom>
              <a:avLst/>
              <a:gdLst/>
              <a:ahLst/>
              <a:cxnLst/>
              <a:rect l="l" t="t" r="r" b="b"/>
              <a:pathLst>
                <a:path w="25" h="1" extrusionOk="0">
                  <a:moveTo>
                    <a:pt x="25" y="0"/>
                  </a:moveTo>
                  <a:cubicBezTo>
                    <a:pt x="0" y="0"/>
                    <a:pt x="12" y="0"/>
                    <a:pt x="2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8" name="Google Shape;8154;p67">
              <a:extLst>
                <a:ext uri="{FF2B5EF4-FFF2-40B4-BE49-F238E27FC236}">
                  <a16:creationId xmlns:a16="http://schemas.microsoft.com/office/drawing/2014/main" id="{6065A523-8969-183C-FDAD-CC8C8BFCEBBE}"/>
                </a:ext>
              </a:extLst>
            </p:cNvPr>
            <p:cNvSpPr/>
            <p:nvPr/>
          </p:nvSpPr>
          <p:spPr>
            <a:xfrm>
              <a:off x="3020575" y="4688050"/>
              <a:ext cx="8150" cy="2825"/>
            </a:xfrm>
            <a:custGeom>
              <a:avLst/>
              <a:gdLst/>
              <a:ahLst/>
              <a:cxnLst/>
              <a:rect l="l" t="t" r="r" b="b"/>
              <a:pathLst>
                <a:path w="326" h="113" extrusionOk="0">
                  <a:moveTo>
                    <a:pt x="114" y="0"/>
                  </a:moveTo>
                  <a:cubicBezTo>
                    <a:pt x="51" y="0"/>
                    <a:pt x="0" y="5"/>
                    <a:pt x="15" y="10"/>
                  </a:cubicBezTo>
                  <a:cubicBezTo>
                    <a:pt x="41" y="19"/>
                    <a:pt x="152" y="112"/>
                    <a:pt x="233" y="112"/>
                  </a:cubicBezTo>
                  <a:cubicBezTo>
                    <a:pt x="267" y="112"/>
                    <a:pt x="296" y="95"/>
                    <a:pt x="311" y="47"/>
                  </a:cubicBezTo>
                  <a:cubicBezTo>
                    <a:pt x="326" y="11"/>
                    <a:pt x="206" y="0"/>
                    <a:pt x="11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9" name="Google Shape;8155;p67">
              <a:extLst>
                <a:ext uri="{FF2B5EF4-FFF2-40B4-BE49-F238E27FC236}">
                  <a16:creationId xmlns:a16="http://schemas.microsoft.com/office/drawing/2014/main" id="{EED881A8-6445-A31E-CBFE-6424E1CA7CFC}"/>
                </a:ext>
              </a:extLst>
            </p:cNvPr>
            <p:cNvSpPr/>
            <p:nvPr/>
          </p:nvSpPr>
          <p:spPr>
            <a:xfrm>
              <a:off x="3081625" y="5437625"/>
              <a:ext cx="46550" cy="30950"/>
            </a:xfrm>
            <a:custGeom>
              <a:avLst/>
              <a:gdLst/>
              <a:ahLst/>
              <a:cxnLst/>
              <a:rect l="l" t="t" r="r" b="b"/>
              <a:pathLst>
                <a:path w="1862" h="1238" extrusionOk="0">
                  <a:moveTo>
                    <a:pt x="761" y="1"/>
                  </a:moveTo>
                  <a:cubicBezTo>
                    <a:pt x="755" y="1"/>
                    <a:pt x="749" y="5"/>
                    <a:pt x="740" y="18"/>
                  </a:cubicBezTo>
                  <a:cubicBezTo>
                    <a:pt x="715" y="67"/>
                    <a:pt x="715" y="91"/>
                    <a:pt x="666" y="91"/>
                  </a:cubicBezTo>
                  <a:cubicBezTo>
                    <a:pt x="625" y="91"/>
                    <a:pt x="611" y="80"/>
                    <a:pt x="599" y="80"/>
                  </a:cubicBezTo>
                  <a:cubicBezTo>
                    <a:pt x="593" y="80"/>
                    <a:pt x="588" y="83"/>
                    <a:pt x="580" y="91"/>
                  </a:cubicBezTo>
                  <a:cubicBezTo>
                    <a:pt x="567" y="116"/>
                    <a:pt x="592" y="153"/>
                    <a:pt x="567" y="190"/>
                  </a:cubicBezTo>
                  <a:cubicBezTo>
                    <a:pt x="543" y="239"/>
                    <a:pt x="530" y="289"/>
                    <a:pt x="530" y="338"/>
                  </a:cubicBezTo>
                  <a:cubicBezTo>
                    <a:pt x="538" y="353"/>
                    <a:pt x="546" y="364"/>
                    <a:pt x="556" y="364"/>
                  </a:cubicBezTo>
                  <a:cubicBezTo>
                    <a:pt x="563" y="364"/>
                    <a:pt x="570" y="360"/>
                    <a:pt x="580" y="350"/>
                  </a:cubicBezTo>
                  <a:cubicBezTo>
                    <a:pt x="597" y="333"/>
                    <a:pt x="680" y="310"/>
                    <a:pt x="724" y="310"/>
                  </a:cubicBezTo>
                  <a:cubicBezTo>
                    <a:pt x="744" y="310"/>
                    <a:pt x="756" y="314"/>
                    <a:pt x="752" y="326"/>
                  </a:cubicBezTo>
                  <a:cubicBezTo>
                    <a:pt x="752" y="350"/>
                    <a:pt x="740" y="412"/>
                    <a:pt x="691" y="424"/>
                  </a:cubicBezTo>
                  <a:cubicBezTo>
                    <a:pt x="629" y="436"/>
                    <a:pt x="604" y="486"/>
                    <a:pt x="604" y="547"/>
                  </a:cubicBezTo>
                  <a:cubicBezTo>
                    <a:pt x="604" y="597"/>
                    <a:pt x="654" y="609"/>
                    <a:pt x="703" y="646"/>
                  </a:cubicBezTo>
                  <a:cubicBezTo>
                    <a:pt x="746" y="678"/>
                    <a:pt x="807" y="710"/>
                    <a:pt x="790" y="710"/>
                  </a:cubicBezTo>
                  <a:cubicBezTo>
                    <a:pt x="788" y="710"/>
                    <a:pt x="783" y="709"/>
                    <a:pt x="777" y="708"/>
                  </a:cubicBezTo>
                  <a:cubicBezTo>
                    <a:pt x="741" y="693"/>
                    <a:pt x="705" y="687"/>
                    <a:pt x="669" y="687"/>
                  </a:cubicBezTo>
                  <a:cubicBezTo>
                    <a:pt x="643" y="687"/>
                    <a:pt x="618" y="690"/>
                    <a:pt x="592" y="695"/>
                  </a:cubicBezTo>
                  <a:cubicBezTo>
                    <a:pt x="567" y="708"/>
                    <a:pt x="552" y="714"/>
                    <a:pt x="538" y="714"/>
                  </a:cubicBezTo>
                  <a:cubicBezTo>
                    <a:pt x="524" y="714"/>
                    <a:pt x="512" y="708"/>
                    <a:pt x="493" y="695"/>
                  </a:cubicBezTo>
                  <a:cubicBezTo>
                    <a:pt x="457" y="671"/>
                    <a:pt x="407" y="658"/>
                    <a:pt x="469" y="658"/>
                  </a:cubicBezTo>
                  <a:cubicBezTo>
                    <a:pt x="518" y="646"/>
                    <a:pt x="481" y="621"/>
                    <a:pt x="493" y="572"/>
                  </a:cubicBezTo>
                  <a:cubicBezTo>
                    <a:pt x="493" y="535"/>
                    <a:pt x="518" y="510"/>
                    <a:pt x="493" y="486"/>
                  </a:cubicBezTo>
                  <a:cubicBezTo>
                    <a:pt x="490" y="479"/>
                    <a:pt x="488" y="476"/>
                    <a:pt x="485" y="476"/>
                  </a:cubicBezTo>
                  <a:cubicBezTo>
                    <a:pt x="478" y="476"/>
                    <a:pt x="471" y="496"/>
                    <a:pt x="444" y="523"/>
                  </a:cubicBezTo>
                  <a:cubicBezTo>
                    <a:pt x="407" y="560"/>
                    <a:pt x="407" y="597"/>
                    <a:pt x="395" y="609"/>
                  </a:cubicBezTo>
                  <a:cubicBezTo>
                    <a:pt x="391" y="613"/>
                    <a:pt x="387" y="614"/>
                    <a:pt x="382" y="614"/>
                  </a:cubicBezTo>
                  <a:cubicBezTo>
                    <a:pt x="373" y="614"/>
                    <a:pt x="362" y="609"/>
                    <a:pt x="346" y="609"/>
                  </a:cubicBezTo>
                  <a:cubicBezTo>
                    <a:pt x="321" y="597"/>
                    <a:pt x="296" y="584"/>
                    <a:pt x="259" y="584"/>
                  </a:cubicBezTo>
                  <a:cubicBezTo>
                    <a:pt x="232" y="584"/>
                    <a:pt x="190" y="564"/>
                    <a:pt x="161" y="564"/>
                  </a:cubicBezTo>
                  <a:cubicBezTo>
                    <a:pt x="151" y="564"/>
                    <a:pt x="142" y="566"/>
                    <a:pt x="136" y="572"/>
                  </a:cubicBezTo>
                  <a:cubicBezTo>
                    <a:pt x="112" y="584"/>
                    <a:pt x="1" y="671"/>
                    <a:pt x="50" y="671"/>
                  </a:cubicBezTo>
                  <a:cubicBezTo>
                    <a:pt x="80" y="671"/>
                    <a:pt x="111" y="612"/>
                    <a:pt x="134" y="612"/>
                  </a:cubicBezTo>
                  <a:cubicBezTo>
                    <a:pt x="139" y="612"/>
                    <a:pt x="144" y="615"/>
                    <a:pt x="148" y="621"/>
                  </a:cubicBezTo>
                  <a:cubicBezTo>
                    <a:pt x="157" y="638"/>
                    <a:pt x="160" y="667"/>
                    <a:pt x="173" y="667"/>
                  </a:cubicBezTo>
                  <a:cubicBezTo>
                    <a:pt x="178" y="667"/>
                    <a:pt x="186" y="661"/>
                    <a:pt x="198" y="646"/>
                  </a:cubicBezTo>
                  <a:cubicBezTo>
                    <a:pt x="206" y="633"/>
                    <a:pt x="215" y="628"/>
                    <a:pt x="223" y="628"/>
                  </a:cubicBezTo>
                  <a:cubicBezTo>
                    <a:pt x="238" y="628"/>
                    <a:pt x="251" y="646"/>
                    <a:pt x="259" y="671"/>
                  </a:cubicBezTo>
                  <a:cubicBezTo>
                    <a:pt x="284" y="695"/>
                    <a:pt x="358" y="695"/>
                    <a:pt x="309" y="720"/>
                  </a:cubicBezTo>
                  <a:cubicBezTo>
                    <a:pt x="290" y="726"/>
                    <a:pt x="266" y="726"/>
                    <a:pt x="244" y="726"/>
                  </a:cubicBezTo>
                  <a:cubicBezTo>
                    <a:pt x="222" y="726"/>
                    <a:pt x="204" y="726"/>
                    <a:pt x="198" y="732"/>
                  </a:cubicBezTo>
                  <a:cubicBezTo>
                    <a:pt x="186" y="755"/>
                    <a:pt x="164" y="820"/>
                    <a:pt x="220" y="820"/>
                  </a:cubicBezTo>
                  <a:cubicBezTo>
                    <a:pt x="224" y="820"/>
                    <a:pt x="229" y="819"/>
                    <a:pt x="235" y="818"/>
                  </a:cubicBezTo>
                  <a:cubicBezTo>
                    <a:pt x="271" y="804"/>
                    <a:pt x="286" y="785"/>
                    <a:pt x="305" y="785"/>
                  </a:cubicBezTo>
                  <a:cubicBezTo>
                    <a:pt x="318" y="785"/>
                    <a:pt x="333" y="793"/>
                    <a:pt x="358" y="818"/>
                  </a:cubicBezTo>
                  <a:cubicBezTo>
                    <a:pt x="420" y="880"/>
                    <a:pt x="444" y="868"/>
                    <a:pt x="395" y="880"/>
                  </a:cubicBezTo>
                  <a:cubicBezTo>
                    <a:pt x="346" y="880"/>
                    <a:pt x="346" y="917"/>
                    <a:pt x="395" y="917"/>
                  </a:cubicBezTo>
                  <a:cubicBezTo>
                    <a:pt x="417" y="924"/>
                    <a:pt x="458" y="936"/>
                    <a:pt x="489" y="936"/>
                  </a:cubicBezTo>
                  <a:cubicBezTo>
                    <a:pt x="509" y="936"/>
                    <a:pt x="526" y="931"/>
                    <a:pt x="530" y="917"/>
                  </a:cubicBezTo>
                  <a:cubicBezTo>
                    <a:pt x="530" y="895"/>
                    <a:pt x="539" y="877"/>
                    <a:pt x="557" y="877"/>
                  </a:cubicBezTo>
                  <a:cubicBezTo>
                    <a:pt x="569" y="877"/>
                    <a:pt x="585" y="885"/>
                    <a:pt x="604" y="905"/>
                  </a:cubicBezTo>
                  <a:cubicBezTo>
                    <a:pt x="629" y="942"/>
                    <a:pt x="654" y="991"/>
                    <a:pt x="678" y="1040"/>
                  </a:cubicBezTo>
                  <a:cubicBezTo>
                    <a:pt x="699" y="1071"/>
                    <a:pt x="811" y="1151"/>
                    <a:pt x="829" y="1151"/>
                  </a:cubicBezTo>
                  <a:cubicBezTo>
                    <a:pt x="833" y="1151"/>
                    <a:pt x="833" y="1147"/>
                    <a:pt x="826" y="1139"/>
                  </a:cubicBezTo>
                  <a:cubicBezTo>
                    <a:pt x="806" y="1098"/>
                    <a:pt x="777" y="1074"/>
                    <a:pt x="796" y="1074"/>
                  </a:cubicBezTo>
                  <a:cubicBezTo>
                    <a:pt x="799" y="1074"/>
                    <a:pt x="805" y="1075"/>
                    <a:pt x="814" y="1077"/>
                  </a:cubicBezTo>
                  <a:cubicBezTo>
                    <a:pt x="844" y="1087"/>
                    <a:pt x="1048" y="1238"/>
                    <a:pt x="1094" y="1238"/>
                  </a:cubicBezTo>
                  <a:cubicBezTo>
                    <a:pt x="1104" y="1238"/>
                    <a:pt x="1106" y="1231"/>
                    <a:pt x="1097" y="1213"/>
                  </a:cubicBezTo>
                  <a:cubicBezTo>
                    <a:pt x="1048" y="1114"/>
                    <a:pt x="900" y="979"/>
                    <a:pt x="962" y="979"/>
                  </a:cubicBezTo>
                  <a:cubicBezTo>
                    <a:pt x="1023" y="979"/>
                    <a:pt x="1183" y="1028"/>
                    <a:pt x="1257" y="1028"/>
                  </a:cubicBezTo>
                  <a:cubicBezTo>
                    <a:pt x="1319" y="1028"/>
                    <a:pt x="1381" y="1016"/>
                    <a:pt x="1442" y="991"/>
                  </a:cubicBezTo>
                  <a:lnTo>
                    <a:pt x="1467" y="991"/>
                  </a:lnTo>
                  <a:cubicBezTo>
                    <a:pt x="1504" y="966"/>
                    <a:pt x="1565" y="942"/>
                    <a:pt x="1615" y="942"/>
                  </a:cubicBezTo>
                  <a:cubicBezTo>
                    <a:pt x="1676" y="929"/>
                    <a:pt x="1861" y="831"/>
                    <a:pt x="1750" y="831"/>
                  </a:cubicBezTo>
                  <a:cubicBezTo>
                    <a:pt x="1627" y="831"/>
                    <a:pt x="1504" y="781"/>
                    <a:pt x="1430" y="695"/>
                  </a:cubicBezTo>
                  <a:cubicBezTo>
                    <a:pt x="1294" y="572"/>
                    <a:pt x="1134" y="363"/>
                    <a:pt x="1060" y="326"/>
                  </a:cubicBezTo>
                  <a:cubicBezTo>
                    <a:pt x="999" y="276"/>
                    <a:pt x="949" y="276"/>
                    <a:pt x="974" y="252"/>
                  </a:cubicBezTo>
                  <a:cubicBezTo>
                    <a:pt x="1011" y="215"/>
                    <a:pt x="1060" y="227"/>
                    <a:pt x="1023" y="178"/>
                  </a:cubicBezTo>
                  <a:cubicBezTo>
                    <a:pt x="986" y="128"/>
                    <a:pt x="974" y="128"/>
                    <a:pt x="949" y="91"/>
                  </a:cubicBezTo>
                  <a:cubicBezTo>
                    <a:pt x="912" y="67"/>
                    <a:pt x="875" y="42"/>
                    <a:pt x="838" y="42"/>
                  </a:cubicBezTo>
                  <a:cubicBezTo>
                    <a:pt x="783" y="42"/>
                    <a:pt x="776" y="1"/>
                    <a:pt x="76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0" name="Google Shape;8156;p67">
              <a:extLst>
                <a:ext uri="{FF2B5EF4-FFF2-40B4-BE49-F238E27FC236}">
                  <a16:creationId xmlns:a16="http://schemas.microsoft.com/office/drawing/2014/main" id="{540EA349-7747-CB8B-81F7-6D21415FB400}"/>
                </a:ext>
              </a:extLst>
            </p:cNvPr>
            <p:cNvSpPr/>
            <p:nvPr/>
          </p:nvSpPr>
          <p:spPr>
            <a:xfrm>
              <a:off x="2514225" y="4416925"/>
              <a:ext cx="794450" cy="1036075"/>
            </a:xfrm>
            <a:custGeom>
              <a:avLst/>
              <a:gdLst/>
              <a:ahLst/>
              <a:cxnLst/>
              <a:rect l="l" t="t" r="r" b="b"/>
              <a:pathLst>
                <a:path w="31778" h="41443" extrusionOk="0">
                  <a:moveTo>
                    <a:pt x="11520" y="2406"/>
                  </a:moveTo>
                  <a:cubicBezTo>
                    <a:pt x="11577" y="2406"/>
                    <a:pt x="11622" y="2422"/>
                    <a:pt x="11644" y="2452"/>
                  </a:cubicBezTo>
                  <a:cubicBezTo>
                    <a:pt x="11681" y="2501"/>
                    <a:pt x="11583" y="2538"/>
                    <a:pt x="11521" y="2588"/>
                  </a:cubicBezTo>
                  <a:cubicBezTo>
                    <a:pt x="11447" y="2625"/>
                    <a:pt x="11460" y="2600"/>
                    <a:pt x="11447" y="2674"/>
                  </a:cubicBezTo>
                  <a:cubicBezTo>
                    <a:pt x="11442" y="2700"/>
                    <a:pt x="11510" y="2708"/>
                    <a:pt x="11594" y="2708"/>
                  </a:cubicBezTo>
                  <a:cubicBezTo>
                    <a:pt x="11706" y="2708"/>
                    <a:pt x="11845" y="2693"/>
                    <a:pt x="11866" y="2686"/>
                  </a:cubicBezTo>
                  <a:cubicBezTo>
                    <a:pt x="11896" y="2686"/>
                    <a:pt x="11967" y="2565"/>
                    <a:pt x="12018" y="2565"/>
                  </a:cubicBezTo>
                  <a:cubicBezTo>
                    <a:pt x="12031" y="2565"/>
                    <a:pt x="12042" y="2571"/>
                    <a:pt x="12051" y="2588"/>
                  </a:cubicBezTo>
                  <a:cubicBezTo>
                    <a:pt x="12076" y="2637"/>
                    <a:pt x="11903" y="2957"/>
                    <a:pt x="11805" y="2982"/>
                  </a:cubicBezTo>
                  <a:lnTo>
                    <a:pt x="11805" y="2970"/>
                  </a:lnTo>
                  <a:cubicBezTo>
                    <a:pt x="11780" y="2976"/>
                    <a:pt x="11763" y="2978"/>
                    <a:pt x="11750" y="2978"/>
                  </a:cubicBezTo>
                  <a:cubicBezTo>
                    <a:pt x="11711" y="2978"/>
                    <a:pt x="11709" y="2957"/>
                    <a:pt x="11644" y="2957"/>
                  </a:cubicBezTo>
                  <a:cubicBezTo>
                    <a:pt x="11558" y="2970"/>
                    <a:pt x="11558" y="2982"/>
                    <a:pt x="11521" y="3043"/>
                  </a:cubicBezTo>
                  <a:cubicBezTo>
                    <a:pt x="11484" y="3117"/>
                    <a:pt x="11570" y="3105"/>
                    <a:pt x="11607" y="3142"/>
                  </a:cubicBezTo>
                  <a:cubicBezTo>
                    <a:pt x="11632" y="3167"/>
                    <a:pt x="11632" y="3173"/>
                    <a:pt x="11617" y="3173"/>
                  </a:cubicBezTo>
                  <a:cubicBezTo>
                    <a:pt x="11601" y="3173"/>
                    <a:pt x="11570" y="3167"/>
                    <a:pt x="11533" y="3167"/>
                  </a:cubicBezTo>
                  <a:cubicBezTo>
                    <a:pt x="11447" y="3167"/>
                    <a:pt x="11349" y="3265"/>
                    <a:pt x="11287" y="3327"/>
                  </a:cubicBezTo>
                  <a:cubicBezTo>
                    <a:pt x="11268" y="3346"/>
                    <a:pt x="11253" y="3353"/>
                    <a:pt x="11242" y="3353"/>
                  </a:cubicBezTo>
                  <a:cubicBezTo>
                    <a:pt x="11217" y="3353"/>
                    <a:pt x="11216" y="3316"/>
                    <a:pt x="11250" y="3290"/>
                  </a:cubicBezTo>
                  <a:cubicBezTo>
                    <a:pt x="11287" y="3253"/>
                    <a:pt x="11398" y="3105"/>
                    <a:pt x="11373" y="3056"/>
                  </a:cubicBezTo>
                  <a:cubicBezTo>
                    <a:pt x="11366" y="3049"/>
                    <a:pt x="11356" y="3046"/>
                    <a:pt x="11345" y="3046"/>
                  </a:cubicBezTo>
                  <a:cubicBezTo>
                    <a:pt x="11295" y="3046"/>
                    <a:pt x="11209" y="3100"/>
                    <a:pt x="11139" y="3130"/>
                  </a:cubicBezTo>
                  <a:cubicBezTo>
                    <a:pt x="11053" y="3154"/>
                    <a:pt x="11090" y="3228"/>
                    <a:pt x="11065" y="3278"/>
                  </a:cubicBezTo>
                  <a:cubicBezTo>
                    <a:pt x="11052" y="3295"/>
                    <a:pt x="11024" y="3301"/>
                    <a:pt x="10987" y="3301"/>
                  </a:cubicBezTo>
                  <a:cubicBezTo>
                    <a:pt x="10916" y="3301"/>
                    <a:pt x="10817" y="3277"/>
                    <a:pt x="10745" y="3253"/>
                  </a:cubicBezTo>
                  <a:cubicBezTo>
                    <a:pt x="10634" y="3228"/>
                    <a:pt x="10708" y="3216"/>
                    <a:pt x="10770" y="3216"/>
                  </a:cubicBezTo>
                  <a:cubicBezTo>
                    <a:pt x="10776" y="3217"/>
                    <a:pt x="10782" y="3218"/>
                    <a:pt x="10788" y="3218"/>
                  </a:cubicBezTo>
                  <a:cubicBezTo>
                    <a:pt x="10836" y="3218"/>
                    <a:pt x="10856" y="3174"/>
                    <a:pt x="10856" y="3130"/>
                  </a:cubicBezTo>
                  <a:cubicBezTo>
                    <a:pt x="10856" y="3080"/>
                    <a:pt x="10917" y="3031"/>
                    <a:pt x="10954" y="2982"/>
                  </a:cubicBezTo>
                  <a:cubicBezTo>
                    <a:pt x="10991" y="2945"/>
                    <a:pt x="10905" y="2896"/>
                    <a:pt x="10893" y="2859"/>
                  </a:cubicBezTo>
                  <a:cubicBezTo>
                    <a:pt x="10886" y="2849"/>
                    <a:pt x="10895" y="2845"/>
                    <a:pt x="10913" y="2845"/>
                  </a:cubicBezTo>
                  <a:cubicBezTo>
                    <a:pt x="10961" y="2845"/>
                    <a:pt x="11073" y="2871"/>
                    <a:pt x="11127" y="2871"/>
                  </a:cubicBezTo>
                  <a:cubicBezTo>
                    <a:pt x="11188" y="2871"/>
                    <a:pt x="11102" y="2797"/>
                    <a:pt x="10991" y="2760"/>
                  </a:cubicBezTo>
                  <a:cubicBezTo>
                    <a:pt x="10967" y="2752"/>
                    <a:pt x="10941" y="2748"/>
                    <a:pt x="10915" y="2748"/>
                  </a:cubicBezTo>
                  <a:cubicBezTo>
                    <a:pt x="10863" y="2748"/>
                    <a:pt x="10811" y="2764"/>
                    <a:pt x="10770" y="2797"/>
                  </a:cubicBezTo>
                  <a:cubicBezTo>
                    <a:pt x="10714" y="2803"/>
                    <a:pt x="10656" y="2806"/>
                    <a:pt x="10597" y="2806"/>
                  </a:cubicBezTo>
                  <a:cubicBezTo>
                    <a:pt x="10539" y="2806"/>
                    <a:pt x="10480" y="2803"/>
                    <a:pt x="10425" y="2797"/>
                  </a:cubicBezTo>
                  <a:cubicBezTo>
                    <a:pt x="10338" y="2797"/>
                    <a:pt x="10388" y="2822"/>
                    <a:pt x="10314" y="2859"/>
                  </a:cubicBezTo>
                  <a:cubicBezTo>
                    <a:pt x="10303" y="2867"/>
                    <a:pt x="10295" y="2871"/>
                    <a:pt x="10290" y="2871"/>
                  </a:cubicBezTo>
                  <a:cubicBezTo>
                    <a:pt x="10265" y="2871"/>
                    <a:pt x="10293" y="2791"/>
                    <a:pt x="10314" y="2760"/>
                  </a:cubicBezTo>
                  <a:cubicBezTo>
                    <a:pt x="10330" y="2727"/>
                    <a:pt x="10363" y="2722"/>
                    <a:pt x="10412" y="2722"/>
                  </a:cubicBezTo>
                  <a:cubicBezTo>
                    <a:pt x="10437" y="2722"/>
                    <a:pt x="10466" y="2723"/>
                    <a:pt x="10498" y="2723"/>
                  </a:cubicBezTo>
                  <a:cubicBezTo>
                    <a:pt x="10597" y="2711"/>
                    <a:pt x="10609" y="2662"/>
                    <a:pt x="10720" y="2625"/>
                  </a:cubicBezTo>
                  <a:cubicBezTo>
                    <a:pt x="10794" y="2600"/>
                    <a:pt x="10868" y="2575"/>
                    <a:pt x="10954" y="2563"/>
                  </a:cubicBezTo>
                  <a:cubicBezTo>
                    <a:pt x="11102" y="2526"/>
                    <a:pt x="11250" y="2489"/>
                    <a:pt x="11398" y="2427"/>
                  </a:cubicBezTo>
                  <a:cubicBezTo>
                    <a:pt x="11442" y="2413"/>
                    <a:pt x="11483" y="2406"/>
                    <a:pt x="11520" y="2406"/>
                  </a:cubicBezTo>
                  <a:close/>
                  <a:moveTo>
                    <a:pt x="13827" y="4223"/>
                  </a:moveTo>
                  <a:cubicBezTo>
                    <a:pt x="13929" y="4223"/>
                    <a:pt x="14029" y="4247"/>
                    <a:pt x="14121" y="4288"/>
                  </a:cubicBezTo>
                  <a:cubicBezTo>
                    <a:pt x="14158" y="4313"/>
                    <a:pt x="14035" y="4313"/>
                    <a:pt x="13985" y="4313"/>
                  </a:cubicBezTo>
                  <a:cubicBezTo>
                    <a:pt x="13948" y="4306"/>
                    <a:pt x="13911" y="4303"/>
                    <a:pt x="13876" y="4303"/>
                  </a:cubicBezTo>
                  <a:cubicBezTo>
                    <a:pt x="13841" y="4303"/>
                    <a:pt x="13807" y="4306"/>
                    <a:pt x="13776" y="4313"/>
                  </a:cubicBezTo>
                  <a:cubicBezTo>
                    <a:pt x="13727" y="4337"/>
                    <a:pt x="13899" y="4337"/>
                    <a:pt x="13899" y="4362"/>
                  </a:cubicBezTo>
                  <a:cubicBezTo>
                    <a:pt x="13899" y="4399"/>
                    <a:pt x="13776" y="4448"/>
                    <a:pt x="13677" y="4460"/>
                  </a:cubicBezTo>
                  <a:cubicBezTo>
                    <a:pt x="13603" y="4473"/>
                    <a:pt x="13542" y="4497"/>
                    <a:pt x="13493" y="4559"/>
                  </a:cubicBezTo>
                  <a:cubicBezTo>
                    <a:pt x="13443" y="4596"/>
                    <a:pt x="13419" y="4658"/>
                    <a:pt x="13357" y="4670"/>
                  </a:cubicBezTo>
                  <a:cubicBezTo>
                    <a:pt x="13348" y="4672"/>
                    <a:pt x="13340" y="4672"/>
                    <a:pt x="13333" y="4672"/>
                  </a:cubicBezTo>
                  <a:cubicBezTo>
                    <a:pt x="13306" y="4672"/>
                    <a:pt x="13296" y="4661"/>
                    <a:pt x="13282" y="4661"/>
                  </a:cubicBezTo>
                  <a:cubicBezTo>
                    <a:pt x="13275" y="4661"/>
                    <a:pt x="13268" y="4663"/>
                    <a:pt x="13258" y="4670"/>
                  </a:cubicBezTo>
                  <a:cubicBezTo>
                    <a:pt x="13221" y="4682"/>
                    <a:pt x="13234" y="4719"/>
                    <a:pt x="13258" y="4731"/>
                  </a:cubicBezTo>
                  <a:cubicBezTo>
                    <a:pt x="13283" y="4731"/>
                    <a:pt x="13382" y="4768"/>
                    <a:pt x="13320" y="4818"/>
                  </a:cubicBezTo>
                  <a:cubicBezTo>
                    <a:pt x="13246" y="4879"/>
                    <a:pt x="13172" y="4867"/>
                    <a:pt x="13061" y="4892"/>
                  </a:cubicBezTo>
                  <a:cubicBezTo>
                    <a:pt x="12950" y="4916"/>
                    <a:pt x="13012" y="4929"/>
                    <a:pt x="13000" y="5003"/>
                  </a:cubicBezTo>
                  <a:cubicBezTo>
                    <a:pt x="13000" y="5064"/>
                    <a:pt x="12876" y="5113"/>
                    <a:pt x="12741" y="5138"/>
                  </a:cubicBezTo>
                  <a:cubicBezTo>
                    <a:pt x="12700" y="5146"/>
                    <a:pt x="12658" y="5150"/>
                    <a:pt x="12615" y="5150"/>
                  </a:cubicBezTo>
                  <a:cubicBezTo>
                    <a:pt x="12518" y="5150"/>
                    <a:pt x="12420" y="5128"/>
                    <a:pt x="12334" y="5076"/>
                  </a:cubicBezTo>
                  <a:cubicBezTo>
                    <a:pt x="12270" y="5001"/>
                    <a:pt x="12196" y="4963"/>
                    <a:pt x="12219" y="4963"/>
                  </a:cubicBezTo>
                  <a:cubicBezTo>
                    <a:pt x="12223" y="4963"/>
                    <a:pt x="12228" y="4964"/>
                    <a:pt x="12236" y="4966"/>
                  </a:cubicBezTo>
                  <a:cubicBezTo>
                    <a:pt x="12241" y="4967"/>
                    <a:pt x="12245" y="4967"/>
                    <a:pt x="12249" y="4967"/>
                  </a:cubicBezTo>
                  <a:cubicBezTo>
                    <a:pt x="12287" y="4967"/>
                    <a:pt x="12301" y="4931"/>
                    <a:pt x="12359" y="4931"/>
                  </a:cubicBezTo>
                  <a:cubicBezTo>
                    <a:pt x="12376" y="4931"/>
                    <a:pt x="12396" y="4933"/>
                    <a:pt x="12421" y="4941"/>
                  </a:cubicBezTo>
                  <a:cubicBezTo>
                    <a:pt x="12438" y="4949"/>
                    <a:pt x="12452" y="4952"/>
                    <a:pt x="12463" y="4952"/>
                  </a:cubicBezTo>
                  <a:cubicBezTo>
                    <a:pt x="12522" y="4952"/>
                    <a:pt x="12500" y="4855"/>
                    <a:pt x="12531" y="4793"/>
                  </a:cubicBezTo>
                  <a:cubicBezTo>
                    <a:pt x="12581" y="4719"/>
                    <a:pt x="12667" y="4744"/>
                    <a:pt x="12729" y="4707"/>
                  </a:cubicBezTo>
                  <a:cubicBezTo>
                    <a:pt x="12790" y="4682"/>
                    <a:pt x="12704" y="4608"/>
                    <a:pt x="12630" y="4584"/>
                  </a:cubicBezTo>
                  <a:cubicBezTo>
                    <a:pt x="12556" y="4547"/>
                    <a:pt x="12581" y="4522"/>
                    <a:pt x="12581" y="4460"/>
                  </a:cubicBezTo>
                  <a:cubicBezTo>
                    <a:pt x="12581" y="4411"/>
                    <a:pt x="12581" y="4436"/>
                    <a:pt x="12519" y="4423"/>
                  </a:cubicBezTo>
                  <a:cubicBezTo>
                    <a:pt x="12476" y="4413"/>
                    <a:pt x="12452" y="4345"/>
                    <a:pt x="12496" y="4345"/>
                  </a:cubicBezTo>
                  <a:cubicBezTo>
                    <a:pt x="12502" y="4345"/>
                    <a:pt x="12510" y="4346"/>
                    <a:pt x="12519" y="4350"/>
                  </a:cubicBezTo>
                  <a:cubicBezTo>
                    <a:pt x="12605" y="4374"/>
                    <a:pt x="12778" y="4448"/>
                    <a:pt x="12852" y="4473"/>
                  </a:cubicBezTo>
                  <a:cubicBezTo>
                    <a:pt x="12913" y="4497"/>
                    <a:pt x="12950" y="4547"/>
                    <a:pt x="13000" y="4596"/>
                  </a:cubicBezTo>
                  <a:cubicBezTo>
                    <a:pt x="13012" y="4605"/>
                    <a:pt x="13035" y="4609"/>
                    <a:pt x="13064" y="4609"/>
                  </a:cubicBezTo>
                  <a:cubicBezTo>
                    <a:pt x="13150" y="4609"/>
                    <a:pt x="13286" y="4574"/>
                    <a:pt x="13332" y="4547"/>
                  </a:cubicBezTo>
                  <a:cubicBezTo>
                    <a:pt x="13394" y="4510"/>
                    <a:pt x="13456" y="4460"/>
                    <a:pt x="13493" y="4399"/>
                  </a:cubicBezTo>
                  <a:cubicBezTo>
                    <a:pt x="13566" y="4313"/>
                    <a:pt x="13665" y="4251"/>
                    <a:pt x="13764" y="4226"/>
                  </a:cubicBezTo>
                  <a:cubicBezTo>
                    <a:pt x="13785" y="4224"/>
                    <a:pt x="13806" y="4223"/>
                    <a:pt x="13827" y="4223"/>
                  </a:cubicBezTo>
                  <a:close/>
                  <a:moveTo>
                    <a:pt x="16544" y="7899"/>
                  </a:moveTo>
                  <a:cubicBezTo>
                    <a:pt x="16575" y="7899"/>
                    <a:pt x="16628" y="7948"/>
                    <a:pt x="16696" y="7997"/>
                  </a:cubicBezTo>
                  <a:cubicBezTo>
                    <a:pt x="16795" y="8046"/>
                    <a:pt x="16782" y="8108"/>
                    <a:pt x="16807" y="8145"/>
                  </a:cubicBezTo>
                  <a:cubicBezTo>
                    <a:pt x="16844" y="8194"/>
                    <a:pt x="16856" y="8305"/>
                    <a:pt x="16881" y="8354"/>
                  </a:cubicBezTo>
                  <a:cubicBezTo>
                    <a:pt x="16930" y="8416"/>
                    <a:pt x="16955" y="8502"/>
                    <a:pt x="16943" y="8576"/>
                  </a:cubicBezTo>
                  <a:cubicBezTo>
                    <a:pt x="16930" y="8687"/>
                    <a:pt x="17029" y="8625"/>
                    <a:pt x="17029" y="8699"/>
                  </a:cubicBezTo>
                  <a:cubicBezTo>
                    <a:pt x="17029" y="8871"/>
                    <a:pt x="17066" y="8773"/>
                    <a:pt x="17103" y="8884"/>
                  </a:cubicBezTo>
                  <a:cubicBezTo>
                    <a:pt x="17127" y="8982"/>
                    <a:pt x="17103" y="9093"/>
                    <a:pt x="17066" y="9180"/>
                  </a:cubicBezTo>
                  <a:cubicBezTo>
                    <a:pt x="17057" y="9198"/>
                    <a:pt x="17048" y="9205"/>
                    <a:pt x="17039" y="9205"/>
                  </a:cubicBezTo>
                  <a:cubicBezTo>
                    <a:pt x="17011" y="9205"/>
                    <a:pt x="16983" y="9131"/>
                    <a:pt x="16955" y="9056"/>
                  </a:cubicBezTo>
                  <a:cubicBezTo>
                    <a:pt x="16918" y="8958"/>
                    <a:pt x="17016" y="8871"/>
                    <a:pt x="17016" y="8798"/>
                  </a:cubicBezTo>
                  <a:cubicBezTo>
                    <a:pt x="17016" y="8755"/>
                    <a:pt x="17005" y="8736"/>
                    <a:pt x="16990" y="8736"/>
                  </a:cubicBezTo>
                  <a:cubicBezTo>
                    <a:pt x="16983" y="8736"/>
                    <a:pt x="16975" y="8740"/>
                    <a:pt x="16967" y="8748"/>
                  </a:cubicBezTo>
                  <a:cubicBezTo>
                    <a:pt x="16946" y="8770"/>
                    <a:pt x="16929" y="8799"/>
                    <a:pt x="16918" y="8799"/>
                  </a:cubicBezTo>
                  <a:cubicBezTo>
                    <a:pt x="16910" y="8799"/>
                    <a:pt x="16906" y="8783"/>
                    <a:pt x="16906" y="8736"/>
                  </a:cubicBezTo>
                  <a:cubicBezTo>
                    <a:pt x="16906" y="8637"/>
                    <a:pt x="16881" y="8650"/>
                    <a:pt x="16819" y="8588"/>
                  </a:cubicBezTo>
                  <a:cubicBezTo>
                    <a:pt x="16809" y="8575"/>
                    <a:pt x="16802" y="8570"/>
                    <a:pt x="16798" y="8570"/>
                  </a:cubicBezTo>
                  <a:cubicBezTo>
                    <a:pt x="16783" y="8570"/>
                    <a:pt x="16802" y="8643"/>
                    <a:pt x="16782" y="8662"/>
                  </a:cubicBezTo>
                  <a:cubicBezTo>
                    <a:pt x="16781" y="8662"/>
                    <a:pt x="16780" y="8662"/>
                    <a:pt x="16779" y="8662"/>
                  </a:cubicBezTo>
                  <a:cubicBezTo>
                    <a:pt x="16739" y="8662"/>
                    <a:pt x="16608" y="8438"/>
                    <a:pt x="16524" y="8366"/>
                  </a:cubicBezTo>
                  <a:lnTo>
                    <a:pt x="16524" y="8354"/>
                  </a:lnTo>
                  <a:cubicBezTo>
                    <a:pt x="16450" y="8280"/>
                    <a:pt x="16524" y="8280"/>
                    <a:pt x="16573" y="8243"/>
                  </a:cubicBezTo>
                  <a:cubicBezTo>
                    <a:pt x="16602" y="8221"/>
                    <a:pt x="16588" y="8216"/>
                    <a:pt x="16558" y="8216"/>
                  </a:cubicBezTo>
                  <a:cubicBezTo>
                    <a:pt x="16538" y="8216"/>
                    <a:pt x="16511" y="8218"/>
                    <a:pt x="16487" y="8218"/>
                  </a:cubicBezTo>
                  <a:cubicBezTo>
                    <a:pt x="16437" y="8218"/>
                    <a:pt x="16450" y="8095"/>
                    <a:pt x="16474" y="8046"/>
                  </a:cubicBezTo>
                  <a:cubicBezTo>
                    <a:pt x="16499" y="7997"/>
                    <a:pt x="16487" y="7947"/>
                    <a:pt x="16524" y="7910"/>
                  </a:cubicBezTo>
                  <a:cubicBezTo>
                    <a:pt x="16529" y="7903"/>
                    <a:pt x="16536" y="7899"/>
                    <a:pt x="16544" y="7899"/>
                  </a:cubicBezTo>
                  <a:close/>
                  <a:moveTo>
                    <a:pt x="21750" y="11406"/>
                  </a:moveTo>
                  <a:cubicBezTo>
                    <a:pt x="21757" y="11406"/>
                    <a:pt x="21764" y="11407"/>
                    <a:pt x="21773" y="11410"/>
                  </a:cubicBezTo>
                  <a:cubicBezTo>
                    <a:pt x="21797" y="11422"/>
                    <a:pt x="21834" y="11447"/>
                    <a:pt x="21846" y="11471"/>
                  </a:cubicBezTo>
                  <a:cubicBezTo>
                    <a:pt x="21859" y="11508"/>
                    <a:pt x="21871" y="11533"/>
                    <a:pt x="21871" y="11570"/>
                  </a:cubicBezTo>
                  <a:cubicBezTo>
                    <a:pt x="21846" y="11644"/>
                    <a:pt x="21809" y="11693"/>
                    <a:pt x="21748" y="11730"/>
                  </a:cubicBezTo>
                  <a:cubicBezTo>
                    <a:pt x="21705" y="11736"/>
                    <a:pt x="21659" y="11739"/>
                    <a:pt x="21612" y="11739"/>
                  </a:cubicBezTo>
                  <a:cubicBezTo>
                    <a:pt x="21566" y="11739"/>
                    <a:pt x="21520" y="11736"/>
                    <a:pt x="21477" y="11730"/>
                  </a:cubicBezTo>
                  <a:cubicBezTo>
                    <a:pt x="21462" y="11724"/>
                    <a:pt x="21445" y="11722"/>
                    <a:pt x="21425" y="11722"/>
                  </a:cubicBezTo>
                  <a:cubicBezTo>
                    <a:pt x="21361" y="11722"/>
                    <a:pt x="21275" y="11748"/>
                    <a:pt x="21218" y="11767"/>
                  </a:cubicBezTo>
                  <a:lnTo>
                    <a:pt x="21181" y="11767"/>
                  </a:lnTo>
                  <a:cubicBezTo>
                    <a:pt x="21119" y="11767"/>
                    <a:pt x="21070" y="11767"/>
                    <a:pt x="21058" y="11730"/>
                  </a:cubicBezTo>
                  <a:cubicBezTo>
                    <a:pt x="21046" y="11705"/>
                    <a:pt x="21169" y="11533"/>
                    <a:pt x="21243" y="11521"/>
                  </a:cubicBezTo>
                  <a:cubicBezTo>
                    <a:pt x="21341" y="11508"/>
                    <a:pt x="21452" y="11496"/>
                    <a:pt x="21551" y="11471"/>
                  </a:cubicBezTo>
                  <a:cubicBezTo>
                    <a:pt x="21569" y="11465"/>
                    <a:pt x="21581" y="11463"/>
                    <a:pt x="21588" y="11463"/>
                  </a:cubicBezTo>
                  <a:cubicBezTo>
                    <a:pt x="21612" y="11463"/>
                    <a:pt x="21600" y="11484"/>
                    <a:pt x="21637" y="11484"/>
                  </a:cubicBezTo>
                  <a:cubicBezTo>
                    <a:pt x="21681" y="11484"/>
                    <a:pt x="21695" y="11406"/>
                    <a:pt x="21750" y="11406"/>
                  </a:cubicBezTo>
                  <a:close/>
                  <a:moveTo>
                    <a:pt x="19080" y="9740"/>
                  </a:moveTo>
                  <a:cubicBezTo>
                    <a:pt x="19083" y="9740"/>
                    <a:pt x="19085" y="9742"/>
                    <a:pt x="19086" y="9746"/>
                  </a:cubicBezTo>
                  <a:cubicBezTo>
                    <a:pt x="19086" y="9796"/>
                    <a:pt x="19111" y="9820"/>
                    <a:pt x="19197" y="9820"/>
                  </a:cubicBezTo>
                  <a:cubicBezTo>
                    <a:pt x="19243" y="9820"/>
                    <a:pt x="19296" y="9812"/>
                    <a:pt x="19344" y="9812"/>
                  </a:cubicBezTo>
                  <a:cubicBezTo>
                    <a:pt x="19400" y="9812"/>
                    <a:pt x="19449" y="9823"/>
                    <a:pt x="19468" y="9870"/>
                  </a:cubicBezTo>
                  <a:cubicBezTo>
                    <a:pt x="19505" y="9943"/>
                    <a:pt x="19530" y="10079"/>
                    <a:pt x="19592" y="10091"/>
                  </a:cubicBezTo>
                  <a:cubicBezTo>
                    <a:pt x="19653" y="10091"/>
                    <a:pt x="19789" y="10104"/>
                    <a:pt x="19801" y="10178"/>
                  </a:cubicBezTo>
                  <a:cubicBezTo>
                    <a:pt x="19801" y="10251"/>
                    <a:pt x="19875" y="10424"/>
                    <a:pt x="19875" y="10486"/>
                  </a:cubicBezTo>
                  <a:cubicBezTo>
                    <a:pt x="19875" y="10596"/>
                    <a:pt x="19949" y="10695"/>
                    <a:pt x="20048" y="10720"/>
                  </a:cubicBezTo>
                  <a:cubicBezTo>
                    <a:pt x="20195" y="10757"/>
                    <a:pt x="20590" y="10781"/>
                    <a:pt x="20688" y="10818"/>
                  </a:cubicBezTo>
                  <a:cubicBezTo>
                    <a:pt x="20774" y="10855"/>
                    <a:pt x="20799" y="10917"/>
                    <a:pt x="20873" y="11003"/>
                  </a:cubicBezTo>
                  <a:cubicBezTo>
                    <a:pt x="20935" y="11089"/>
                    <a:pt x="21021" y="11188"/>
                    <a:pt x="20984" y="11225"/>
                  </a:cubicBezTo>
                  <a:cubicBezTo>
                    <a:pt x="20964" y="11245"/>
                    <a:pt x="20943" y="11308"/>
                    <a:pt x="20909" y="11308"/>
                  </a:cubicBezTo>
                  <a:cubicBezTo>
                    <a:pt x="20902" y="11308"/>
                    <a:pt x="20894" y="11305"/>
                    <a:pt x="20885" y="11299"/>
                  </a:cubicBezTo>
                  <a:cubicBezTo>
                    <a:pt x="20832" y="11267"/>
                    <a:pt x="20604" y="11087"/>
                    <a:pt x="20575" y="11087"/>
                  </a:cubicBezTo>
                  <a:cubicBezTo>
                    <a:pt x="20570" y="11087"/>
                    <a:pt x="20571" y="11092"/>
                    <a:pt x="20577" y="11102"/>
                  </a:cubicBezTo>
                  <a:cubicBezTo>
                    <a:pt x="20614" y="11176"/>
                    <a:pt x="20676" y="11237"/>
                    <a:pt x="20639" y="11286"/>
                  </a:cubicBezTo>
                  <a:cubicBezTo>
                    <a:pt x="20602" y="11348"/>
                    <a:pt x="20577" y="11422"/>
                    <a:pt x="20577" y="11496"/>
                  </a:cubicBezTo>
                  <a:cubicBezTo>
                    <a:pt x="20590" y="11582"/>
                    <a:pt x="20577" y="11668"/>
                    <a:pt x="20540" y="11755"/>
                  </a:cubicBezTo>
                  <a:cubicBezTo>
                    <a:pt x="20491" y="11792"/>
                    <a:pt x="20442" y="11829"/>
                    <a:pt x="20380" y="11866"/>
                  </a:cubicBezTo>
                  <a:cubicBezTo>
                    <a:pt x="20380" y="11866"/>
                    <a:pt x="20368" y="11866"/>
                    <a:pt x="20368" y="11841"/>
                  </a:cubicBezTo>
                  <a:cubicBezTo>
                    <a:pt x="20356" y="11779"/>
                    <a:pt x="20343" y="11718"/>
                    <a:pt x="20343" y="11644"/>
                  </a:cubicBezTo>
                  <a:cubicBezTo>
                    <a:pt x="20343" y="11610"/>
                    <a:pt x="20323" y="11505"/>
                    <a:pt x="20291" y="11505"/>
                  </a:cubicBezTo>
                  <a:cubicBezTo>
                    <a:pt x="20288" y="11505"/>
                    <a:pt x="20285" y="11506"/>
                    <a:pt x="20282" y="11508"/>
                  </a:cubicBezTo>
                  <a:cubicBezTo>
                    <a:pt x="20239" y="11530"/>
                    <a:pt x="20149" y="11626"/>
                    <a:pt x="20102" y="11626"/>
                  </a:cubicBezTo>
                  <a:cubicBezTo>
                    <a:pt x="20095" y="11626"/>
                    <a:pt x="20089" y="11624"/>
                    <a:pt x="20084" y="11619"/>
                  </a:cubicBezTo>
                  <a:cubicBezTo>
                    <a:pt x="20035" y="11570"/>
                    <a:pt x="19998" y="11570"/>
                    <a:pt x="20048" y="11521"/>
                  </a:cubicBezTo>
                  <a:cubicBezTo>
                    <a:pt x="20097" y="11471"/>
                    <a:pt x="20195" y="11348"/>
                    <a:pt x="20183" y="11274"/>
                  </a:cubicBezTo>
                  <a:cubicBezTo>
                    <a:pt x="20158" y="11188"/>
                    <a:pt x="20183" y="11102"/>
                    <a:pt x="20109" y="11052"/>
                  </a:cubicBezTo>
                  <a:cubicBezTo>
                    <a:pt x="20045" y="11010"/>
                    <a:pt x="19899" y="10922"/>
                    <a:pt x="19837" y="10922"/>
                  </a:cubicBezTo>
                  <a:cubicBezTo>
                    <a:pt x="19827" y="10922"/>
                    <a:pt x="19819" y="10924"/>
                    <a:pt x="19813" y="10929"/>
                  </a:cubicBezTo>
                  <a:cubicBezTo>
                    <a:pt x="19789" y="10966"/>
                    <a:pt x="19752" y="11003"/>
                    <a:pt x="19715" y="11028"/>
                  </a:cubicBezTo>
                  <a:cubicBezTo>
                    <a:pt x="19668" y="11063"/>
                    <a:pt x="19710" y="11176"/>
                    <a:pt x="19672" y="11176"/>
                  </a:cubicBezTo>
                  <a:cubicBezTo>
                    <a:pt x="19670" y="11176"/>
                    <a:pt x="19668" y="11176"/>
                    <a:pt x="19666" y="11176"/>
                  </a:cubicBezTo>
                  <a:cubicBezTo>
                    <a:pt x="19641" y="11151"/>
                    <a:pt x="19604" y="11151"/>
                    <a:pt x="19579" y="11151"/>
                  </a:cubicBezTo>
                  <a:cubicBezTo>
                    <a:pt x="19530" y="11225"/>
                    <a:pt x="19493" y="11311"/>
                    <a:pt x="19468" y="11385"/>
                  </a:cubicBezTo>
                  <a:cubicBezTo>
                    <a:pt x="19444" y="11484"/>
                    <a:pt x="19431" y="11570"/>
                    <a:pt x="19431" y="11668"/>
                  </a:cubicBezTo>
                  <a:cubicBezTo>
                    <a:pt x="19444" y="11730"/>
                    <a:pt x="19493" y="12013"/>
                    <a:pt x="19456" y="12075"/>
                  </a:cubicBezTo>
                  <a:cubicBezTo>
                    <a:pt x="19419" y="12137"/>
                    <a:pt x="19333" y="12223"/>
                    <a:pt x="19308" y="12223"/>
                  </a:cubicBezTo>
                  <a:cubicBezTo>
                    <a:pt x="19284" y="12223"/>
                    <a:pt x="19232" y="12261"/>
                    <a:pt x="19200" y="12261"/>
                  </a:cubicBezTo>
                  <a:cubicBezTo>
                    <a:pt x="19184" y="12261"/>
                    <a:pt x="19173" y="12252"/>
                    <a:pt x="19173" y="12223"/>
                  </a:cubicBezTo>
                  <a:cubicBezTo>
                    <a:pt x="19173" y="12149"/>
                    <a:pt x="19111" y="12001"/>
                    <a:pt x="19111" y="11915"/>
                  </a:cubicBezTo>
                  <a:cubicBezTo>
                    <a:pt x="19123" y="11755"/>
                    <a:pt x="19136" y="11582"/>
                    <a:pt x="19173" y="11410"/>
                  </a:cubicBezTo>
                  <a:cubicBezTo>
                    <a:pt x="19193" y="11327"/>
                    <a:pt x="19214" y="11226"/>
                    <a:pt x="19191" y="11226"/>
                  </a:cubicBezTo>
                  <a:cubicBezTo>
                    <a:pt x="19186" y="11226"/>
                    <a:pt x="19180" y="11229"/>
                    <a:pt x="19173" y="11237"/>
                  </a:cubicBezTo>
                  <a:cubicBezTo>
                    <a:pt x="19140" y="11270"/>
                    <a:pt x="19096" y="11314"/>
                    <a:pt x="19081" y="11314"/>
                  </a:cubicBezTo>
                  <a:cubicBezTo>
                    <a:pt x="19074" y="11314"/>
                    <a:pt x="19074" y="11303"/>
                    <a:pt x="19086" y="11274"/>
                  </a:cubicBezTo>
                  <a:cubicBezTo>
                    <a:pt x="19136" y="11151"/>
                    <a:pt x="19197" y="11028"/>
                    <a:pt x="19271" y="10929"/>
                  </a:cubicBezTo>
                  <a:cubicBezTo>
                    <a:pt x="19321" y="10880"/>
                    <a:pt x="19296" y="10892"/>
                    <a:pt x="19407" y="10868"/>
                  </a:cubicBezTo>
                  <a:cubicBezTo>
                    <a:pt x="19521" y="10856"/>
                    <a:pt x="19592" y="10792"/>
                    <a:pt x="19690" y="10792"/>
                  </a:cubicBezTo>
                  <a:cubicBezTo>
                    <a:pt x="19698" y="10792"/>
                    <a:pt x="19706" y="10793"/>
                    <a:pt x="19715" y="10794"/>
                  </a:cubicBezTo>
                  <a:cubicBezTo>
                    <a:pt x="19793" y="10801"/>
                    <a:pt x="19917" y="10829"/>
                    <a:pt x="19984" y="10829"/>
                  </a:cubicBezTo>
                  <a:cubicBezTo>
                    <a:pt x="20021" y="10829"/>
                    <a:pt x="20041" y="10820"/>
                    <a:pt x="20023" y="10794"/>
                  </a:cubicBezTo>
                  <a:cubicBezTo>
                    <a:pt x="19986" y="10732"/>
                    <a:pt x="19961" y="10683"/>
                    <a:pt x="19924" y="10670"/>
                  </a:cubicBezTo>
                  <a:cubicBezTo>
                    <a:pt x="19911" y="10670"/>
                    <a:pt x="19875" y="10681"/>
                    <a:pt x="19846" y="10681"/>
                  </a:cubicBezTo>
                  <a:cubicBezTo>
                    <a:pt x="19821" y="10681"/>
                    <a:pt x="19801" y="10674"/>
                    <a:pt x="19801" y="10646"/>
                  </a:cubicBezTo>
                  <a:cubicBezTo>
                    <a:pt x="19801" y="10572"/>
                    <a:pt x="19813" y="10535"/>
                    <a:pt x="19764" y="10535"/>
                  </a:cubicBezTo>
                  <a:cubicBezTo>
                    <a:pt x="19703" y="10547"/>
                    <a:pt x="19407" y="10633"/>
                    <a:pt x="19345" y="10633"/>
                  </a:cubicBezTo>
                  <a:cubicBezTo>
                    <a:pt x="19259" y="10596"/>
                    <a:pt x="19173" y="10547"/>
                    <a:pt x="19099" y="10486"/>
                  </a:cubicBezTo>
                  <a:cubicBezTo>
                    <a:pt x="19049" y="10449"/>
                    <a:pt x="18963" y="10461"/>
                    <a:pt x="18988" y="10436"/>
                  </a:cubicBezTo>
                  <a:cubicBezTo>
                    <a:pt x="19013" y="10399"/>
                    <a:pt x="19148" y="10276"/>
                    <a:pt x="19099" y="10276"/>
                  </a:cubicBezTo>
                  <a:cubicBezTo>
                    <a:pt x="19013" y="10313"/>
                    <a:pt x="18926" y="10350"/>
                    <a:pt x="18865" y="10412"/>
                  </a:cubicBezTo>
                  <a:cubicBezTo>
                    <a:pt x="18803" y="10449"/>
                    <a:pt x="18741" y="10473"/>
                    <a:pt x="18680" y="10498"/>
                  </a:cubicBezTo>
                  <a:cubicBezTo>
                    <a:pt x="18648" y="10519"/>
                    <a:pt x="18616" y="10577"/>
                    <a:pt x="18553" y="10577"/>
                  </a:cubicBezTo>
                  <a:cubicBezTo>
                    <a:pt x="18543" y="10577"/>
                    <a:pt x="18532" y="10575"/>
                    <a:pt x="18520" y="10572"/>
                  </a:cubicBezTo>
                  <a:cubicBezTo>
                    <a:pt x="18433" y="10560"/>
                    <a:pt x="18421" y="10473"/>
                    <a:pt x="18372" y="10473"/>
                  </a:cubicBezTo>
                  <a:cubicBezTo>
                    <a:pt x="18335" y="10483"/>
                    <a:pt x="18241" y="10527"/>
                    <a:pt x="18187" y="10527"/>
                  </a:cubicBezTo>
                  <a:cubicBezTo>
                    <a:pt x="18170" y="10527"/>
                    <a:pt x="18156" y="10522"/>
                    <a:pt x="18150" y="10510"/>
                  </a:cubicBezTo>
                  <a:cubicBezTo>
                    <a:pt x="18138" y="10473"/>
                    <a:pt x="18372" y="10276"/>
                    <a:pt x="18470" y="10215"/>
                  </a:cubicBezTo>
                  <a:lnTo>
                    <a:pt x="18668" y="10104"/>
                  </a:lnTo>
                  <a:cubicBezTo>
                    <a:pt x="18717" y="10079"/>
                    <a:pt x="18766" y="10042"/>
                    <a:pt x="18815" y="9993"/>
                  </a:cubicBezTo>
                  <a:cubicBezTo>
                    <a:pt x="18865" y="9931"/>
                    <a:pt x="18889" y="9943"/>
                    <a:pt x="18939" y="9894"/>
                  </a:cubicBezTo>
                  <a:cubicBezTo>
                    <a:pt x="18993" y="9851"/>
                    <a:pt x="19057" y="9740"/>
                    <a:pt x="19080" y="9740"/>
                  </a:cubicBezTo>
                  <a:close/>
                  <a:moveTo>
                    <a:pt x="21181" y="11890"/>
                  </a:moveTo>
                  <a:cubicBezTo>
                    <a:pt x="21206" y="11890"/>
                    <a:pt x="21218" y="11890"/>
                    <a:pt x="21218" y="11903"/>
                  </a:cubicBezTo>
                  <a:cubicBezTo>
                    <a:pt x="21169" y="12038"/>
                    <a:pt x="20898" y="12149"/>
                    <a:pt x="20725" y="12260"/>
                  </a:cubicBezTo>
                  <a:cubicBezTo>
                    <a:pt x="20640" y="12311"/>
                    <a:pt x="20537" y="12338"/>
                    <a:pt x="20433" y="12338"/>
                  </a:cubicBezTo>
                  <a:cubicBezTo>
                    <a:pt x="20387" y="12338"/>
                    <a:pt x="20340" y="12333"/>
                    <a:pt x="20294" y="12321"/>
                  </a:cubicBezTo>
                  <a:cubicBezTo>
                    <a:pt x="20195" y="12272"/>
                    <a:pt x="20134" y="12223"/>
                    <a:pt x="20146" y="12174"/>
                  </a:cubicBezTo>
                  <a:cubicBezTo>
                    <a:pt x="20167" y="12132"/>
                    <a:pt x="20265" y="12039"/>
                    <a:pt x="20282" y="12039"/>
                  </a:cubicBezTo>
                  <a:cubicBezTo>
                    <a:pt x="20285" y="12039"/>
                    <a:pt x="20286" y="12042"/>
                    <a:pt x="20282" y="12050"/>
                  </a:cubicBezTo>
                  <a:cubicBezTo>
                    <a:pt x="20257" y="12063"/>
                    <a:pt x="20257" y="12087"/>
                    <a:pt x="20269" y="12112"/>
                  </a:cubicBezTo>
                  <a:cubicBezTo>
                    <a:pt x="20282" y="12149"/>
                    <a:pt x="20306" y="12174"/>
                    <a:pt x="20331" y="12186"/>
                  </a:cubicBezTo>
                  <a:cubicBezTo>
                    <a:pt x="20337" y="12188"/>
                    <a:pt x="20343" y="12190"/>
                    <a:pt x="20349" y="12190"/>
                  </a:cubicBezTo>
                  <a:cubicBezTo>
                    <a:pt x="20441" y="12190"/>
                    <a:pt x="20604" y="11963"/>
                    <a:pt x="20639" y="11952"/>
                  </a:cubicBezTo>
                  <a:cubicBezTo>
                    <a:pt x="20644" y="11950"/>
                    <a:pt x="20650" y="11949"/>
                    <a:pt x="20656" y="11949"/>
                  </a:cubicBezTo>
                  <a:cubicBezTo>
                    <a:pt x="20697" y="11949"/>
                    <a:pt x="20760" y="11978"/>
                    <a:pt x="20824" y="11989"/>
                  </a:cubicBezTo>
                  <a:cubicBezTo>
                    <a:pt x="20832" y="11992"/>
                    <a:pt x="20840" y="11993"/>
                    <a:pt x="20847" y="11993"/>
                  </a:cubicBezTo>
                  <a:cubicBezTo>
                    <a:pt x="20909" y="11993"/>
                    <a:pt x="20952" y="11914"/>
                    <a:pt x="20996" y="11903"/>
                  </a:cubicBezTo>
                  <a:cubicBezTo>
                    <a:pt x="21058" y="11890"/>
                    <a:pt x="21119" y="11890"/>
                    <a:pt x="21181" y="11890"/>
                  </a:cubicBezTo>
                  <a:close/>
                  <a:moveTo>
                    <a:pt x="17460" y="0"/>
                  </a:moveTo>
                  <a:cubicBezTo>
                    <a:pt x="17411" y="0"/>
                    <a:pt x="17325" y="0"/>
                    <a:pt x="17325" y="62"/>
                  </a:cubicBezTo>
                  <a:cubicBezTo>
                    <a:pt x="17325" y="111"/>
                    <a:pt x="17337" y="123"/>
                    <a:pt x="17300" y="123"/>
                  </a:cubicBezTo>
                  <a:cubicBezTo>
                    <a:pt x="17251" y="123"/>
                    <a:pt x="17152" y="185"/>
                    <a:pt x="17251" y="185"/>
                  </a:cubicBezTo>
                  <a:cubicBezTo>
                    <a:pt x="17349" y="185"/>
                    <a:pt x="17374" y="222"/>
                    <a:pt x="17337" y="222"/>
                  </a:cubicBezTo>
                  <a:cubicBezTo>
                    <a:pt x="17300" y="222"/>
                    <a:pt x="17312" y="234"/>
                    <a:pt x="17300" y="259"/>
                  </a:cubicBezTo>
                  <a:cubicBezTo>
                    <a:pt x="17291" y="277"/>
                    <a:pt x="17269" y="288"/>
                    <a:pt x="17243" y="288"/>
                  </a:cubicBezTo>
                  <a:cubicBezTo>
                    <a:pt x="17233" y="288"/>
                    <a:pt x="17224" y="287"/>
                    <a:pt x="17214" y="283"/>
                  </a:cubicBezTo>
                  <a:cubicBezTo>
                    <a:pt x="17194" y="270"/>
                    <a:pt x="17175" y="254"/>
                    <a:pt x="17153" y="254"/>
                  </a:cubicBezTo>
                  <a:cubicBezTo>
                    <a:pt x="17134" y="254"/>
                    <a:pt x="17114" y="267"/>
                    <a:pt x="17090" y="308"/>
                  </a:cubicBezTo>
                  <a:cubicBezTo>
                    <a:pt x="17029" y="407"/>
                    <a:pt x="17004" y="505"/>
                    <a:pt x="17029" y="530"/>
                  </a:cubicBezTo>
                  <a:cubicBezTo>
                    <a:pt x="17078" y="567"/>
                    <a:pt x="17127" y="592"/>
                    <a:pt x="17177" y="616"/>
                  </a:cubicBezTo>
                  <a:cubicBezTo>
                    <a:pt x="17189" y="628"/>
                    <a:pt x="17189" y="628"/>
                    <a:pt x="17127" y="653"/>
                  </a:cubicBezTo>
                  <a:cubicBezTo>
                    <a:pt x="17078" y="690"/>
                    <a:pt x="17041" y="752"/>
                    <a:pt x="17041" y="826"/>
                  </a:cubicBezTo>
                  <a:cubicBezTo>
                    <a:pt x="17078" y="924"/>
                    <a:pt x="17152" y="1010"/>
                    <a:pt x="17238" y="1072"/>
                  </a:cubicBezTo>
                  <a:cubicBezTo>
                    <a:pt x="17273" y="1072"/>
                    <a:pt x="17330" y="1159"/>
                    <a:pt x="17377" y="1159"/>
                  </a:cubicBezTo>
                  <a:cubicBezTo>
                    <a:pt x="17380" y="1159"/>
                    <a:pt x="17383" y="1159"/>
                    <a:pt x="17386" y="1158"/>
                  </a:cubicBezTo>
                  <a:cubicBezTo>
                    <a:pt x="17422" y="1149"/>
                    <a:pt x="17445" y="1120"/>
                    <a:pt x="17475" y="1120"/>
                  </a:cubicBezTo>
                  <a:cubicBezTo>
                    <a:pt x="17485" y="1120"/>
                    <a:pt x="17496" y="1124"/>
                    <a:pt x="17509" y="1134"/>
                  </a:cubicBezTo>
                  <a:cubicBezTo>
                    <a:pt x="17546" y="1183"/>
                    <a:pt x="17583" y="1220"/>
                    <a:pt x="17633" y="1245"/>
                  </a:cubicBezTo>
                  <a:cubicBezTo>
                    <a:pt x="17694" y="1257"/>
                    <a:pt x="17706" y="1282"/>
                    <a:pt x="17645" y="1294"/>
                  </a:cubicBezTo>
                  <a:cubicBezTo>
                    <a:pt x="17596" y="1294"/>
                    <a:pt x="17583" y="1294"/>
                    <a:pt x="17583" y="1343"/>
                  </a:cubicBezTo>
                  <a:cubicBezTo>
                    <a:pt x="17608" y="1392"/>
                    <a:pt x="17583" y="1442"/>
                    <a:pt x="17546" y="1454"/>
                  </a:cubicBezTo>
                  <a:cubicBezTo>
                    <a:pt x="17511" y="1478"/>
                    <a:pt x="17487" y="1603"/>
                    <a:pt x="17539" y="1603"/>
                  </a:cubicBezTo>
                  <a:cubicBezTo>
                    <a:pt x="17541" y="1603"/>
                    <a:pt x="17544" y="1602"/>
                    <a:pt x="17546" y="1602"/>
                  </a:cubicBezTo>
                  <a:cubicBezTo>
                    <a:pt x="17608" y="1590"/>
                    <a:pt x="17670" y="1565"/>
                    <a:pt x="17657" y="1516"/>
                  </a:cubicBezTo>
                  <a:cubicBezTo>
                    <a:pt x="17649" y="1474"/>
                    <a:pt x="17680" y="1449"/>
                    <a:pt x="17705" y="1449"/>
                  </a:cubicBezTo>
                  <a:cubicBezTo>
                    <a:pt x="17717" y="1449"/>
                    <a:pt x="17727" y="1454"/>
                    <a:pt x="17731" y="1466"/>
                  </a:cubicBezTo>
                  <a:cubicBezTo>
                    <a:pt x="17756" y="1516"/>
                    <a:pt x="17731" y="1651"/>
                    <a:pt x="17694" y="1688"/>
                  </a:cubicBezTo>
                  <a:cubicBezTo>
                    <a:pt x="17645" y="1713"/>
                    <a:pt x="17583" y="1750"/>
                    <a:pt x="17571" y="1799"/>
                  </a:cubicBezTo>
                  <a:cubicBezTo>
                    <a:pt x="17571" y="1848"/>
                    <a:pt x="17522" y="1885"/>
                    <a:pt x="17472" y="1885"/>
                  </a:cubicBezTo>
                  <a:cubicBezTo>
                    <a:pt x="17423" y="1898"/>
                    <a:pt x="17300" y="1910"/>
                    <a:pt x="17288" y="1984"/>
                  </a:cubicBezTo>
                  <a:cubicBezTo>
                    <a:pt x="17288" y="2045"/>
                    <a:pt x="17226" y="2045"/>
                    <a:pt x="17251" y="2070"/>
                  </a:cubicBezTo>
                  <a:cubicBezTo>
                    <a:pt x="17288" y="2107"/>
                    <a:pt x="17349" y="2169"/>
                    <a:pt x="17349" y="2230"/>
                  </a:cubicBezTo>
                  <a:cubicBezTo>
                    <a:pt x="17349" y="2279"/>
                    <a:pt x="17349" y="2312"/>
                    <a:pt x="17319" y="2312"/>
                  </a:cubicBezTo>
                  <a:cubicBezTo>
                    <a:pt x="17311" y="2312"/>
                    <a:pt x="17301" y="2309"/>
                    <a:pt x="17288" y="2304"/>
                  </a:cubicBezTo>
                  <a:cubicBezTo>
                    <a:pt x="17249" y="2275"/>
                    <a:pt x="17248" y="2231"/>
                    <a:pt x="17232" y="2231"/>
                  </a:cubicBezTo>
                  <a:cubicBezTo>
                    <a:pt x="17227" y="2231"/>
                    <a:pt x="17222" y="2235"/>
                    <a:pt x="17214" y="2243"/>
                  </a:cubicBezTo>
                  <a:cubicBezTo>
                    <a:pt x="17192" y="2264"/>
                    <a:pt x="17179" y="2277"/>
                    <a:pt x="17164" y="2277"/>
                  </a:cubicBezTo>
                  <a:cubicBezTo>
                    <a:pt x="17154" y="2277"/>
                    <a:pt x="17143" y="2270"/>
                    <a:pt x="17127" y="2255"/>
                  </a:cubicBezTo>
                  <a:cubicBezTo>
                    <a:pt x="17090" y="2218"/>
                    <a:pt x="17016" y="2193"/>
                    <a:pt x="17066" y="2132"/>
                  </a:cubicBezTo>
                  <a:cubicBezTo>
                    <a:pt x="17090" y="2095"/>
                    <a:pt x="17115" y="2033"/>
                    <a:pt x="17115" y="1984"/>
                  </a:cubicBezTo>
                  <a:cubicBezTo>
                    <a:pt x="17115" y="1935"/>
                    <a:pt x="17152" y="1885"/>
                    <a:pt x="17152" y="1848"/>
                  </a:cubicBezTo>
                  <a:cubicBezTo>
                    <a:pt x="17152" y="1835"/>
                    <a:pt x="17148" y="1825"/>
                    <a:pt x="17139" y="1825"/>
                  </a:cubicBezTo>
                  <a:cubicBezTo>
                    <a:pt x="17131" y="1825"/>
                    <a:pt x="17119" y="1832"/>
                    <a:pt x="17103" y="1848"/>
                  </a:cubicBezTo>
                  <a:cubicBezTo>
                    <a:pt x="17079" y="1872"/>
                    <a:pt x="17060" y="1891"/>
                    <a:pt x="17043" y="1891"/>
                  </a:cubicBezTo>
                  <a:cubicBezTo>
                    <a:pt x="17034" y="1891"/>
                    <a:pt x="17025" y="1886"/>
                    <a:pt x="17016" y="1873"/>
                  </a:cubicBezTo>
                  <a:cubicBezTo>
                    <a:pt x="17004" y="1824"/>
                    <a:pt x="16955" y="1836"/>
                    <a:pt x="16918" y="1787"/>
                  </a:cubicBezTo>
                  <a:cubicBezTo>
                    <a:pt x="16881" y="1737"/>
                    <a:pt x="16819" y="1700"/>
                    <a:pt x="16758" y="1688"/>
                  </a:cubicBezTo>
                  <a:cubicBezTo>
                    <a:pt x="16721" y="1688"/>
                    <a:pt x="16708" y="1762"/>
                    <a:pt x="16659" y="1762"/>
                  </a:cubicBezTo>
                  <a:cubicBezTo>
                    <a:pt x="16635" y="1762"/>
                    <a:pt x="16610" y="1750"/>
                    <a:pt x="16573" y="1737"/>
                  </a:cubicBezTo>
                  <a:cubicBezTo>
                    <a:pt x="16570" y="1734"/>
                    <a:pt x="16566" y="1733"/>
                    <a:pt x="16562" y="1733"/>
                  </a:cubicBezTo>
                  <a:cubicBezTo>
                    <a:pt x="16550" y="1733"/>
                    <a:pt x="16536" y="1747"/>
                    <a:pt x="16536" y="1774"/>
                  </a:cubicBezTo>
                  <a:cubicBezTo>
                    <a:pt x="16548" y="1824"/>
                    <a:pt x="16573" y="1799"/>
                    <a:pt x="16585" y="1848"/>
                  </a:cubicBezTo>
                  <a:cubicBezTo>
                    <a:pt x="16598" y="1910"/>
                    <a:pt x="16647" y="1947"/>
                    <a:pt x="16708" y="1947"/>
                  </a:cubicBezTo>
                  <a:cubicBezTo>
                    <a:pt x="16782" y="1947"/>
                    <a:pt x="16844" y="1972"/>
                    <a:pt x="16881" y="2033"/>
                  </a:cubicBezTo>
                  <a:cubicBezTo>
                    <a:pt x="16893" y="2082"/>
                    <a:pt x="16930" y="2132"/>
                    <a:pt x="16844" y="2132"/>
                  </a:cubicBezTo>
                  <a:cubicBezTo>
                    <a:pt x="16758" y="2132"/>
                    <a:pt x="16671" y="2008"/>
                    <a:pt x="16622" y="1984"/>
                  </a:cubicBezTo>
                  <a:cubicBezTo>
                    <a:pt x="16601" y="1968"/>
                    <a:pt x="16589" y="1959"/>
                    <a:pt x="16577" y="1959"/>
                  </a:cubicBezTo>
                  <a:cubicBezTo>
                    <a:pt x="16561" y="1959"/>
                    <a:pt x="16546" y="1974"/>
                    <a:pt x="16511" y="2008"/>
                  </a:cubicBezTo>
                  <a:cubicBezTo>
                    <a:pt x="16487" y="2028"/>
                    <a:pt x="16466" y="2034"/>
                    <a:pt x="16444" y="2034"/>
                  </a:cubicBezTo>
                  <a:cubicBezTo>
                    <a:pt x="16410" y="2034"/>
                    <a:pt x="16373" y="2021"/>
                    <a:pt x="16314" y="2021"/>
                  </a:cubicBezTo>
                  <a:cubicBezTo>
                    <a:pt x="16303" y="2019"/>
                    <a:pt x="16291" y="2019"/>
                    <a:pt x="16277" y="2019"/>
                  </a:cubicBezTo>
                  <a:cubicBezTo>
                    <a:pt x="16170" y="2019"/>
                    <a:pt x="15995" y="2058"/>
                    <a:pt x="15908" y="2058"/>
                  </a:cubicBezTo>
                  <a:cubicBezTo>
                    <a:pt x="15797" y="2058"/>
                    <a:pt x="15686" y="2045"/>
                    <a:pt x="15575" y="1996"/>
                  </a:cubicBezTo>
                  <a:cubicBezTo>
                    <a:pt x="15427" y="1922"/>
                    <a:pt x="15267" y="1922"/>
                    <a:pt x="15205" y="1885"/>
                  </a:cubicBezTo>
                  <a:cubicBezTo>
                    <a:pt x="15144" y="1848"/>
                    <a:pt x="14983" y="1836"/>
                    <a:pt x="14946" y="1750"/>
                  </a:cubicBezTo>
                  <a:cubicBezTo>
                    <a:pt x="14910" y="1663"/>
                    <a:pt x="14922" y="1540"/>
                    <a:pt x="14811" y="1516"/>
                  </a:cubicBezTo>
                  <a:cubicBezTo>
                    <a:pt x="14688" y="1528"/>
                    <a:pt x="14565" y="1553"/>
                    <a:pt x="14441" y="1602"/>
                  </a:cubicBezTo>
                  <a:cubicBezTo>
                    <a:pt x="14343" y="1614"/>
                    <a:pt x="14256" y="1627"/>
                    <a:pt x="14220" y="1676"/>
                  </a:cubicBezTo>
                  <a:cubicBezTo>
                    <a:pt x="14183" y="1725"/>
                    <a:pt x="14146" y="1762"/>
                    <a:pt x="14146" y="1787"/>
                  </a:cubicBezTo>
                  <a:cubicBezTo>
                    <a:pt x="14146" y="1811"/>
                    <a:pt x="14244" y="1811"/>
                    <a:pt x="14306" y="1836"/>
                  </a:cubicBezTo>
                  <a:cubicBezTo>
                    <a:pt x="14348" y="1844"/>
                    <a:pt x="14367" y="1870"/>
                    <a:pt x="14375" y="1870"/>
                  </a:cubicBezTo>
                  <a:cubicBezTo>
                    <a:pt x="14378" y="1870"/>
                    <a:pt x="14380" y="1864"/>
                    <a:pt x="14380" y="1848"/>
                  </a:cubicBezTo>
                  <a:cubicBezTo>
                    <a:pt x="14380" y="1804"/>
                    <a:pt x="14380" y="1760"/>
                    <a:pt x="14406" y="1760"/>
                  </a:cubicBezTo>
                  <a:cubicBezTo>
                    <a:pt x="14409" y="1760"/>
                    <a:pt x="14413" y="1761"/>
                    <a:pt x="14417" y="1762"/>
                  </a:cubicBezTo>
                  <a:cubicBezTo>
                    <a:pt x="14455" y="1772"/>
                    <a:pt x="14463" y="1811"/>
                    <a:pt x="14494" y="1811"/>
                  </a:cubicBezTo>
                  <a:cubicBezTo>
                    <a:pt x="14503" y="1811"/>
                    <a:pt x="14514" y="1807"/>
                    <a:pt x="14528" y="1799"/>
                  </a:cubicBezTo>
                  <a:cubicBezTo>
                    <a:pt x="14589" y="1750"/>
                    <a:pt x="14638" y="1713"/>
                    <a:pt x="14712" y="1676"/>
                  </a:cubicBezTo>
                  <a:cubicBezTo>
                    <a:pt x="14759" y="1656"/>
                    <a:pt x="14805" y="1643"/>
                    <a:pt x="14832" y="1643"/>
                  </a:cubicBezTo>
                  <a:cubicBezTo>
                    <a:pt x="14856" y="1643"/>
                    <a:pt x="14865" y="1653"/>
                    <a:pt x="14848" y="1676"/>
                  </a:cubicBezTo>
                  <a:cubicBezTo>
                    <a:pt x="14799" y="1737"/>
                    <a:pt x="14725" y="1750"/>
                    <a:pt x="14688" y="1811"/>
                  </a:cubicBezTo>
                  <a:cubicBezTo>
                    <a:pt x="14656" y="1854"/>
                    <a:pt x="14605" y="1888"/>
                    <a:pt x="14560" y="1888"/>
                  </a:cubicBezTo>
                  <a:cubicBezTo>
                    <a:pt x="14553" y="1888"/>
                    <a:pt x="14546" y="1887"/>
                    <a:pt x="14540" y="1885"/>
                  </a:cubicBezTo>
                  <a:cubicBezTo>
                    <a:pt x="14491" y="1898"/>
                    <a:pt x="14441" y="1910"/>
                    <a:pt x="14392" y="1935"/>
                  </a:cubicBezTo>
                  <a:cubicBezTo>
                    <a:pt x="14355" y="1972"/>
                    <a:pt x="14318" y="1996"/>
                    <a:pt x="14343" y="2070"/>
                  </a:cubicBezTo>
                  <a:cubicBezTo>
                    <a:pt x="14351" y="2091"/>
                    <a:pt x="14362" y="2095"/>
                    <a:pt x="14373" y="2095"/>
                  </a:cubicBezTo>
                  <a:cubicBezTo>
                    <a:pt x="14380" y="2095"/>
                    <a:pt x="14387" y="2093"/>
                    <a:pt x="14394" y="2093"/>
                  </a:cubicBezTo>
                  <a:cubicBezTo>
                    <a:pt x="14407" y="2093"/>
                    <a:pt x="14417" y="2100"/>
                    <a:pt x="14417" y="2144"/>
                  </a:cubicBezTo>
                  <a:cubicBezTo>
                    <a:pt x="14429" y="2243"/>
                    <a:pt x="14380" y="2280"/>
                    <a:pt x="14441" y="2317"/>
                  </a:cubicBezTo>
                  <a:cubicBezTo>
                    <a:pt x="14503" y="2366"/>
                    <a:pt x="14491" y="2341"/>
                    <a:pt x="14515" y="2403"/>
                  </a:cubicBezTo>
                  <a:cubicBezTo>
                    <a:pt x="14542" y="2457"/>
                    <a:pt x="14530" y="2491"/>
                    <a:pt x="14507" y="2491"/>
                  </a:cubicBezTo>
                  <a:cubicBezTo>
                    <a:pt x="14498" y="2491"/>
                    <a:pt x="14488" y="2487"/>
                    <a:pt x="14478" y="2477"/>
                  </a:cubicBezTo>
                  <a:cubicBezTo>
                    <a:pt x="14440" y="2448"/>
                    <a:pt x="14417" y="2419"/>
                    <a:pt x="14408" y="2419"/>
                  </a:cubicBezTo>
                  <a:cubicBezTo>
                    <a:pt x="14406" y="2419"/>
                    <a:pt x="14404" y="2422"/>
                    <a:pt x="14404" y="2427"/>
                  </a:cubicBezTo>
                  <a:cubicBezTo>
                    <a:pt x="14392" y="2452"/>
                    <a:pt x="14404" y="2514"/>
                    <a:pt x="14392" y="2526"/>
                  </a:cubicBezTo>
                  <a:cubicBezTo>
                    <a:pt x="14390" y="2530"/>
                    <a:pt x="14387" y="2532"/>
                    <a:pt x="14383" y="2532"/>
                  </a:cubicBezTo>
                  <a:cubicBezTo>
                    <a:pt x="14361" y="2532"/>
                    <a:pt x="14314" y="2483"/>
                    <a:pt x="14293" y="2452"/>
                  </a:cubicBezTo>
                  <a:cubicBezTo>
                    <a:pt x="14281" y="2427"/>
                    <a:pt x="14256" y="2403"/>
                    <a:pt x="14220" y="2390"/>
                  </a:cubicBezTo>
                  <a:cubicBezTo>
                    <a:pt x="14207" y="2378"/>
                    <a:pt x="14195" y="2366"/>
                    <a:pt x="14244" y="2366"/>
                  </a:cubicBezTo>
                  <a:cubicBezTo>
                    <a:pt x="14293" y="2366"/>
                    <a:pt x="14367" y="2366"/>
                    <a:pt x="14330" y="2304"/>
                  </a:cubicBezTo>
                  <a:cubicBezTo>
                    <a:pt x="14306" y="2243"/>
                    <a:pt x="14256" y="2267"/>
                    <a:pt x="14281" y="2243"/>
                  </a:cubicBezTo>
                  <a:cubicBezTo>
                    <a:pt x="14318" y="2230"/>
                    <a:pt x="14367" y="2243"/>
                    <a:pt x="14343" y="2206"/>
                  </a:cubicBezTo>
                  <a:cubicBezTo>
                    <a:pt x="14316" y="2170"/>
                    <a:pt x="14295" y="2147"/>
                    <a:pt x="14291" y="2147"/>
                  </a:cubicBezTo>
                  <a:cubicBezTo>
                    <a:pt x="14290" y="2147"/>
                    <a:pt x="14290" y="2150"/>
                    <a:pt x="14293" y="2156"/>
                  </a:cubicBezTo>
                  <a:cubicBezTo>
                    <a:pt x="14306" y="2181"/>
                    <a:pt x="14318" y="2230"/>
                    <a:pt x="14269" y="2230"/>
                  </a:cubicBezTo>
                  <a:cubicBezTo>
                    <a:pt x="14232" y="2218"/>
                    <a:pt x="14170" y="2230"/>
                    <a:pt x="14183" y="2206"/>
                  </a:cubicBezTo>
                  <a:cubicBezTo>
                    <a:pt x="14207" y="2181"/>
                    <a:pt x="14269" y="2132"/>
                    <a:pt x="14232" y="2132"/>
                  </a:cubicBezTo>
                  <a:cubicBezTo>
                    <a:pt x="14195" y="2132"/>
                    <a:pt x="14195" y="2156"/>
                    <a:pt x="14158" y="2169"/>
                  </a:cubicBezTo>
                  <a:cubicBezTo>
                    <a:pt x="14125" y="2169"/>
                    <a:pt x="14098" y="2196"/>
                    <a:pt x="14083" y="2196"/>
                  </a:cubicBezTo>
                  <a:cubicBezTo>
                    <a:pt x="14076" y="2196"/>
                    <a:pt x="14072" y="2189"/>
                    <a:pt x="14072" y="2169"/>
                  </a:cubicBezTo>
                  <a:cubicBezTo>
                    <a:pt x="14072" y="2095"/>
                    <a:pt x="14072" y="2058"/>
                    <a:pt x="14047" y="2058"/>
                  </a:cubicBezTo>
                  <a:cubicBezTo>
                    <a:pt x="14010" y="2058"/>
                    <a:pt x="13961" y="2058"/>
                    <a:pt x="13924" y="2033"/>
                  </a:cubicBezTo>
                  <a:cubicBezTo>
                    <a:pt x="13889" y="2010"/>
                    <a:pt x="13865" y="1921"/>
                    <a:pt x="13832" y="1921"/>
                  </a:cubicBezTo>
                  <a:cubicBezTo>
                    <a:pt x="13830" y="1921"/>
                    <a:pt x="13827" y="1921"/>
                    <a:pt x="13825" y="1922"/>
                  </a:cubicBezTo>
                  <a:cubicBezTo>
                    <a:pt x="13788" y="1935"/>
                    <a:pt x="13677" y="2045"/>
                    <a:pt x="13640" y="2058"/>
                  </a:cubicBezTo>
                  <a:cubicBezTo>
                    <a:pt x="13532" y="2067"/>
                    <a:pt x="13424" y="2071"/>
                    <a:pt x="13316" y="2071"/>
                  </a:cubicBezTo>
                  <a:cubicBezTo>
                    <a:pt x="13141" y="2071"/>
                    <a:pt x="12965" y="2061"/>
                    <a:pt x="12790" y="2045"/>
                  </a:cubicBezTo>
                  <a:cubicBezTo>
                    <a:pt x="12679" y="1996"/>
                    <a:pt x="12482" y="2045"/>
                    <a:pt x="12581" y="1972"/>
                  </a:cubicBezTo>
                  <a:cubicBezTo>
                    <a:pt x="12686" y="1901"/>
                    <a:pt x="12714" y="1798"/>
                    <a:pt x="12779" y="1798"/>
                  </a:cubicBezTo>
                  <a:cubicBezTo>
                    <a:pt x="12783" y="1798"/>
                    <a:pt x="12786" y="1798"/>
                    <a:pt x="12790" y="1799"/>
                  </a:cubicBezTo>
                  <a:cubicBezTo>
                    <a:pt x="12815" y="1807"/>
                    <a:pt x="12845" y="1813"/>
                    <a:pt x="12870" y="1813"/>
                  </a:cubicBezTo>
                  <a:cubicBezTo>
                    <a:pt x="12920" y="1813"/>
                    <a:pt x="12950" y="1791"/>
                    <a:pt x="12876" y="1725"/>
                  </a:cubicBezTo>
                  <a:cubicBezTo>
                    <a:pt x="12778" y="1627"/>
                    <a:pt x="12753" y="1516"/>
                    <a:pt x="12630" y="1516"/>
                  </a:cubicBezTo>
                  <a:cubicBezTo>
                    <a:pt x="12535" y="1506"/>
                    <a:pt x="12491" y="1467"/>
                    <a:pt x="12459" y="1467"/>
                  </a:cubicBezTo>
                  <a:cubicBezTo>
                    <a:pt x="12450" y="1467"/>
                    <a:pt x="12441" y="1470"/>
                    <a:pt x="12433" y="1479"/>
                  </a:cubicBezTo>
                  <a:cubicBezTo>
                    <a:pt x="12396" y="1516"/>
                    <a:pt x="12445" y="1540"/>
                    <a:pt x="12347" y="1540"/>
                  </a:cubicBezTo>
                  <a:cubicBezTo>
                    <a:pt x="12248" y="1540"/>
                    <a:pt x="12273" y="1516"/>
                    <a:pt x="12211" y="1503"/>
                  </a:cubicBezTo>
                  <a:cubicBezTo>
                    <a:pt x="12063" y="1466"/>
                    <a:pt x="11928" y="1429"/>
                    <a:pt x="11780" y="1368"/>
                  </a:cubicBezTo>
                  <a:cubicBezTo>
                    <a:pt x="11694" y="1318"/>
                    <a:pt x="11583" y="1355"/>
                    <a:pt x="11496" y="1318"/>
                  </a:cubicBezTo>
                  <a:cubicBezTo>
                    <a:pt x="11410" y="1269"/>
                    <a:pt x="11238" y="1109"/>
                    <a:pt x="11152" y="1084"/>
                  </a:cubicBezTo>
                  <a:cubicBezTo>
                    <a:pt x="11075" y="1069"/>
                    <a:pt x="10994" y="1059"/>
                    <a:pt x="10915" y="1059"/>
                  </a:cubicBezTo>
                  <a:cubicBezTo>
                    <a:pt x="10865" y="1059"/>
                    <a:pt x="10817" y="1063"/>
                    <a:pt x="10770" y="1072"/>
                  </a:cubicBezTo>
                  <a:cubicBezTo>
                    <a:pt x="10720" y="1097"/>
                    <a:pt x="10659" y="1257"/>
                    <a:pt x="10609" y="1269"/>
                  </a:cubicBezTo>
                  <a:cubicBezTo>
                    <a:pt x="10591" y="1275"/>
                    <a:pt x="10539" y="1282"/>
                    <a:pt x="10492" y="1282"/>
                  </a:cubicBezTo>
                  <a:cubicBezTo>
                    <a:pt x="10446" y="1282"/>
                    <a:pt x="10406" y="1275"/>
                    <a:pt x="10412" y="1257"/>
                  </a:cubicBezTo>
                  <a:cubicBezTo>
                    <a:pt x="10412" y="1208"/>
                    <a:pt x="10560" y="1109"/>
                    <a:pt x="10498" y="1109"/>
                  </a:cubicBezTo>
                  <a:cubicBezTo>
                    <a:pt x="10478" y="1105"/>
                    <a:pt x="10459" y="1105"/>
                    <a:pt x="10442" y="1105"/>
                  </a:cubicBezTo>
                  <a:cubicBezTo>
                    <a:pt x="10409" y="1105"/>
                    <a:pt x="10388" y="1105"/>
                    <a:pt x="10388" y="1072"/>
                  </a:cubicBezTo>
                  <a:cubicBezTo>
                    <a:pt x="10399" y="1025"/>
                    <a:pt x="10388" y="874"/>
                    <a:pt x="10377" y="874"/>
                  </a:cubicBezTo>
                  <a:cubicBezTo>
                    <a:pt x="10376" y="874"/>
                    <a:pt x="10376" y="874"/>
                    <a:pt x="10375" y="875"/>
                  </a:cubicBezTo>
                  <a:cubicBezTo>
                    <a:pt x="10351" y="900"/>
                    <a:pt x="10314" y="924"/>
                    <a:pt x="10277" y="924"/>
                  </a:cubicBezTo>
                  <a:cubicBezTo>
                    <a:pt x="10252" y="924"/>
                    <a:pt x="10190" y="961"/>
                    <a:pt x="10190" y="998"/>
                  </a:cubicBezTo>
                  <a:cubicBezTo>
                    <a:pt x="10193" y="1003"/>
                    <a:pt x="10194" y="1005"/>
                    <a:pt x="10195" y="1005"/>
                  </a:cubicBezTo>
                  <a:cubicBezTo>
                    <a:pt x="10200" y="1005"/>
                    <a:pt x="10198" y="971"/>
                    <a:pt x="10227" y="961"/>
                  </a:cubicBezTo>
                  <a:cubicBezTo>
                    <a:pt x="10242" y="961"/>
                    <a:pt x="10259" y="959"/>
                    <a:pt x="10272" y="959"/>
                  </a:cubicBezTo>
                  <a:cubicBezTo>
                    <a:pt x="10292" y="959"/>
                    <a:pt x="10304" y="964"/>
                    <a:pt x="10289" y="986"/>
                  </a:cubicBezTo>
                  <a:cubicBezTo>
                    <a:pt x="10277" y="1023"/>
                    <a:pt x="10203" y="1072"/>
                    <a:pt x="10227" y="1072"/>
                  </a:cubicBezTo>
                  <a:cubicBezTo>
                    <a:pt x="10252" y="1084"/>
                    <a:pt x="10326" y="1109"/>
                    <a:pt x="10301" y="1109"/>
                  </a:cubicBezTo>
                  <a:cubicBezTo>
                    <a:pt x="10277" y="1109"/>
                    <a:pt x="10190" y="1109"/>
                    <a:pt x="10190" y="1158"/>
                  </a:cubicBezTo>
                  <a:cubicBezTo>
                    <a:pt x="10190" y="1208"/>
                    <a:pt x="10166" y="1294"/>
                    <a:pt x="10129" y="1294"/>
                  </a:cubicBezTo>
                  <a:cubicBezTo>
                    <a:pt x="10104" y="1282"/>
                    <a:pt x="9895" y="1183"/>
                    <a:pt x="9882" y="1121"/>
                  </a:cubicBezTo>
                  <a:cubicBezTo>
                    <a:pt x="9858" y="1035"/>
                    <a:pt x="9821" y="937"/>
                    <a:pt x="9772" y="863"/>
                  </a:cubicBezTo>
                  <a:cubicBezTo>
                    <a:pt x="9685" y="776"/>
                    <a:pt x="9599" y="715"/>
                    <a:pt x="9500" y="653"/>
                  </a:cubicBezTo>
                  <a:cubicBezTo>
                    <a:pt x="9463" y="653"/>
                    <a:pt x="9463" y="690"/>
                    <a:pt x="9513" y="739"/>
                  </a:cubicBezTo>
                  <a:cubicBezTo>
                    <a:pt x="9562" y="801"/>
                    <a:pt x="9648" y="850"/>
                    <a:pt x="9648" y="863"/>
                  </a:cubicBezTo>
                  <a:cubicBezTo>
                    <a:pt x="9652" y="867"/>
                    <a:pt x="9644" y="868"/>
                    <a:pt x="9631" y="868"/>
                  </a:cubicBezTo>
                  <a:cubicBezTo>
                    <a:pt x="9604" y="868"/>
                    <a:pt x="9558" y="863"/>
                    <a:pt x="9550" y="863"/>
                  </a:cubicBezTo>
                  <a:cubicBezTo>
                    <a:pt x="9525" y="863"/>
                    <a:pt x="9451" y="887"/>
                    <a:pt x="9451" y="924"/>
                  </a:cubicBezTo>
                  <a:cubicBezTo>
                    <a:pt x="9439" y="961"/>
                    <a:pt x="9463" y="1023"/>
                    <a:pt x="9427" y="1023"/>
                  </a:cubicBezTo>
                  <a:cubicBezTo>
                    <a:pt x="9393" y="1034"/>
                    <a:pt x="9320" y="1125"/>
                    <a:pt x="9288" y="1125"/>
                  </a:cubicBezTo>
                  <a:cubicBezTo>
                    <a:pt x="9284" y="1125"/>
                    <a:pt x="9281" y="1124"/>
                    <a:pt x="9279" y="1121"/>
                  </a:cubicBezTo>
                  <a:cubicBezTo>
                    <a:pt x="9246" y="1111"/>
                    <a:pt x="9290" y="1043"/>
                    <a:pt x="9284" y="1043"/>
                  </a:cubicBezTo>
                  <a:cubicBezTo>
                    <a:pt x="9283" y="1043"/>
                    <a:pt x="9282" y="1044"/>
                    <a:pt x="9279" y="1047"/>
                  </a:cubicBezTo>
                  <a:cubicBezTo>
                    <a:pt x="9242" y="1072"/>
                    <a:pt x="9106" y="1060"/>
                    <a:pt x="9069" y="1097"/>
                  </a:cubicBezTo>
                  <a:cubicBezTo>
                    <a:pt x="9008" y="1158"/>
                    <a:pt x="8946" y="1232"/>
                    <a:pt x="8897" y="1306"/>
                  </a:cubicBezTo>
                  <a:cubicBezTo>
                    <a:pt x="8865" y="1330"/>
                    <a:pt x="8848" y="1344"/>
                    <a:pt x="8837" y="1344"/>
                  </a:cubicBezTo>
                  <a:cubicBezTo>
                    <a:pt x="8831" y="1344"/>
                    <a:pt x="8827" y="1340"/>
                    <a:pt x="8823" y="1331"/>
                  </a:cubicBezTo>
                  <a:cubicBezTo>
                    <a:pt x="8810" y="1318"/>
                    <a:pt x="8810" y="1269"/>
                    <a:pt x="8798" y="1257"/>
                  </a:cubicBezTo>
                  <a:cubicBezTo>
                    <a:pt x="8798" y="1245"/>
                    <a:pt x="8795" y="1238"/>
                    <a:pt x="8790" y="1238"/>
                  </a:cubicBezTo>
                  <a:cubicBezTo>
                    <a:pt x="8786" y="1238"/>
                    <a:pt x="8780" y="1245"/>
                    <a:pt x="8773" y="1257"/>
                  </a:cubicBezTo>
                  <a:cubicBezTo>
                    <a:pt x="8767" y="1269"/>
                    <a:pt x="8730" y="1269"/>
                    <a:pt x="8692" y="1269"/>
                  </a:cubicBezTo>
                  <a:cubicBezTo>
                    <a:pt x="8653" y="1269"/>
                    <a:pt x="8613" y="1269"/>
                    <a:pt x="8601" y="1282"/>
                  </a:cubicBezTo>
                  <a:cubicBezTo>
                    <a:pt x="8576" y="1318"/>
                    <a:pt x="8576" y="1368"/>
                    <a:pt x="8539" y="1368"/>
                  </a:cubicBezTo>
                  <a:cubicBezTo>
                    <a:pt x="8502" y="1368"/>
                    <a:pt x="8428" y="1442"/>
                    <a:pt x="8404" y="1479"/>
                  </a:cubicBezTo>
                  <a:cubicBezTo>
                    <a:pt x="8367" y="1503"/>
                    <a:pt x="8441" y="1516"/>
                    <a:pt x="8453" y="1540"/>
                  </a:cubicBezTo>
                  <a:cubicBezTo>
                    <a:pt x="8453" y="1577"/>
                    <a:pt x="8367" y="1602"/>
                    <a:pt x="8330" y="1602"/>
                  </a:cubicBezTo>
                  <a:cubicBezTo>
                    <a:pt x="8281" y="1602"/>
                    <a:pt x="8182" y="1590"/>
                    <a:pt x="8244" y="1516"/>
                  </a:cubicBezTo>
                  <a:cubicBezTo>
                    <a:pt x="8293" y="1442"/>
                    <a:pt x="8342" y="1442"/>
                    <a:pt x="8379" y="1405"/>
                  </a:cubicBezTo>
                  <a:cubicBezTo>
                    <a:pt x="8404" y="1368"/>
                    <a:pt x="8453" y="1380"/>
                    <a:pt x="8502" y="1318"/>
                  </a:cubicBezTo>
                  <a:cubicBezTo>
                    <a:pt x="8539" y="1257"/>
                    <a:pt x="8576" y="1195"/>
                    <a:pt x="8638" y="1183"/>
                  </a:cubicBezTo>
                  <a:cubicBezTo>
                    <a:pt x="8675" y="1175"/>
                    <a:pt x="8717" y="1163"/>
                    <a:pt x="8745" y="1163"/>
                  </a:cubicBezTo>
                  <a:cubicBezTo>
                    <a:pt x="8762" y="1163"/>
                    <a:pt x="8773" y="1168"/>
                    <a:pt x="8773" y="1183"/>
                  </a:cubicBezTo>
                  <a:cubicBezTo>
                    <a:pt x="8773" y="1200"/>
                    <a:pt x="8779" y="1209"/>
                    <a:pt x="8787" y="1209"/>
                  </a:cubicBezTo>
                  <a:cubicBezTo>
                    <a:pt x="8796" y="1209"/>
                    <a:pt x="8810" y="1197"/>
                    <a:pt x="8823" y="1171"/>
                  </a:cubicBezTo>
                  <a:cubicBezTo>
                    <a:pt x="8884" y="1097"/>
                    <a:pt x="8958" y="1047"/>
                    <a:pt x="9045" y="1010"/>
                  </a:cubicBezTo>
                  <a:cubicBezTo>
                    <a:pt x="9106" y="973"/>
                    <a:pt x="9168" y="973"/>
                    <a:pt x="9180" y="949"/>
                  </a:cubicBezTo>
                  <a:cubicBezTo>
                    <a:pt x="9180" y="924"/>
                    <a:pt x="9192" y="875"/>
                    <a:pt x="9155" y="875"/>
                  </a:cubicBezTo>
                  <a:cubicBezTo>
                    <a:pt x="9106" y="887"/>
                    <a:pt x="9057" y="900"/>
                    <a:pt x="8995" y="900"/>
                  </a:cubicBezTo>
                  <a:cubicBezTo>
                    <a:pt x="8934" y="900"/>
                    <a:pt x="8872" y="912"/>
                    <a:pt x="8823" y="949"/>
                  </a:cubicBezTo>
                  <a:cubicBezTo>
                    <a:pt x="8798" y="986"/>
                    <a:pt x="8773" y="1035"/>
                    <a:pt x="8712" y="1035"/>
                  </a:cubicBezTo>
                  <a:cubicBezTo>
                    <a:pt x="8638" y="1035"/>
                    <a:pt x="8576" y="1097"/>
                    <a:pt x="8527" y="1097"/>
                  </a:cubicBezTo>
                  <a:cubicBezTo>
                    <a:pt x="8465" y="1097"/>
                    <a:pt x="8404" y="1121"/>
                    <a:pt x="8367" y="1171"/>
                  </a:cubicBezTo>
                  <a:cubicBezTo>
                    <a:pt x="8330" y="1232"/>
                    <a:pt x="8219" y="1257"/>
                    <a:pt x="8194" y="1282"/>
                  </a:cubicBezTo>
                  <a:cubicBezTo>
                    <a:pt x="8172" y="1304"/>
                    <a:pt x="8135" y="1327"/>
                    <a:pt x="8116" y="1327"/>
                  </a:cubicBezTo>
                  <a:cubicBezTo>
                    <a:pt x="8104" y="1327"/>
                    <a:pt x="8099" y="1318"/>
                    <a:pt x="8108" y="1294"/>
                  </a:cubicBezTo>
                  <a:cubicBezTo>
                    <a:pt x="8133" y="1245"/>
                    <a:pt x="8207" y="1220"/>
                    <a:pt x="8157" y="1220"/>
                  </a:cubicBezTo>
                  <a:cubicBezTo>
                    <a:pt x="8108" y="1208"/>
                    <a:pt x="8059" y="1183"/>
                    <a:pt x="8022" y="1146"/>
                  </a:cubicBezTo>
                  <a:cubicBezTo>
                    <a:pt x="8020" y="1142"/>
                    <a:pt x="8018" y="1140"/>
                    <a:pt x="8016" y="1140"/>
                  </a:cubicBezTo>
                  <a:cubicBezTo>
                    <a:pt x="8006" y="1140"/>
                    <a:pt x="7995" y="1185"/>
                    <a:pt x="7985" y="1195"/>
                  </a:cubicBezTo>
                  <a:cubicBezTo>
                    <a:pt x="7948" y="1232"/>
                    <a:pt x="7899" y="1245"/>
                    <a:pt x="7849" y="1257"/>
                  </a:cubicBezTo>
                  <a:cubicBezTo>
                    <a:pt x="7812" y="1257"/>
                    <a:pt x="7763" y="1282"/>
                    <a:pt x="7726" y="1318"/>
                  </a:cubicBezTo>
                  <a:cubicBezTo>
                    <a:pt x="7714" y="1343"/>
                    <a:pt x="7615" y="1355"/>
                    <a:pt x="7640" y="1392"/>
                  </a:cubicBezTo>
                  <a:cubicBezTo>
                    <a:pt x="7652" y="1417"/>
                    <a:pt x="7714" y="1392"/>
                    <a:pt x="7702" y="1429"/>
                  </a:cubicBezTo>
                  <a:cubicBezTo>
                    <a:pt x="7689" y="1479"/>
                    <a:pt x="7652" y="1491"/>
                    <a:pt x="7714" y="1491"/>
                  </a:cubicBezTo>
                  <a:cubicBezTo>
                    <a:pt x="7738" y="1491"/>
                    <a:pt x="7775" y="1497"/>
                    <a:pt x="7811" y="1497"/>
                  </a:cubicBezTo>
                  <a:cubicBezTo>
                    <a:pt x="7846" y="1497"/>
                    <a:pt x="7880" y="1491"/>
                    <a:pt x="7899" y="1466"/>
                  </a:cubicBezTo>
                  <a:cubicBezTo>
                    <a:pt x="7948" y="1417"/>
                    <a:pt x="7997" y="1380"/>
                    <a:pt x="8047" y="1355"/>
                  </a:cubicBezTo>
                  <a:lnTo>
                    <a:pt x="8047" y="1355"/>
                  </a:lnTo>
                  <a:cubicBezTo>
                    <a:pt x="8010" y="1380"/>
                    <a:pt x="7948" y="1454"/>
                    <a:pt x="7948" y="1479"/>
                  </a:cubicBezTo>
                  <a:cubicBezTo>
                    <a:pt x="7959" y="1511"/>
                    <a:pt x="8026" y="1609"/>
                    <a:pt x="8018" y="1609"/>
                  </a:cubicBezTo>
                  <a:cubicBezTo>
                    <a:pt x="8017" y="1609"/>
                    <a:pt x="8014" y="1607"/>
                    <a:pt x="8010" y="1602"/>
                  </a:cubicBezTo>
                  <a:cubicBezTo>
                    <a:pt x="7960" y="1577"/>
                    <a:pt x="8010" y="1540"/>
                    <a:pt x="7923" y="1540"/>
                  </a:cubicBezTo>
                  <a:cubicBezTo>
                    <a:pt x="7914" y="1539"/>
                    <a:pt x="7906" y="1539"/>
                    <a:pt x="7898" y="1539"/>
                  </a:cubicBezTo>
                  <a:cubicBezTo>
                    <a:pt x="7818" y="1539"/>
                    <a:pt x="7786" y="1591"/>
                    <a:pt x="7763" y="1602"/>
                  </a:cubicBezTo>
                  <a:cubicBezTo>
                    <a:pt x="7738" y="1602"/>
                    <a:pt x="7665" y="1565"/>
                    <a:pt x="7615" y="1540"/>
                  </a:cubicBezTo>
                  <a:cubicBezTo>
                    <a:pt x="7554" y="1528"/>
                    <a:pt x="7381" y="1540"/>
                    <a:pt x="7307" y="1503"/>
                  </a:cubicBezTo>
                  <a:cubicBezTo>
                    <a:pt x="7221" y="1454"/>
                    <a:pt x="6999" y="1331"/>
                    <a:pt x="6938" y="1282"/>
                  </a:cubicBezTo>
                  <a:cubicBezTo>
                    <a:pt x="6876" y="1245"/>
                    <a:pt x="6864" y="1195"/>
                    <a:pt x="6901" y="1183"/>
                  </a:cubicBezTo>
                  <a:cubicBezTo>
                    <a:pt x="6925" y="1183"/>
                    <a:pt x="6888" y="1171"/>
                    <a:pt x="6839" y="1171"/>
                  </a:cubicBezTo>
                  <a:cubicBezTo>
                    <a:pt x="6771" y="1183"/>
                    <a:pt x="6703" y="1189"/>
                    <a:pt x="6636" y="1189"/>
                  </a:cubicBezTo>
                  <a:cubicBezTo>
                    <a:pt x="6568" y="1189"/>
                    <a:pt x="6500" y="1183"/>
                    <a:pt x="6432" y="1171"/>
                  </a:cubicBezTo>
                  <a:cubicBezTo>
                    <a:pt x="6420" y="1171"/>
                    <a:pt x="6395" y="1171"/>
                    <a:pt x="6383" y="1158"/>
                  </a:cubicBezTo>
                  <a:cubicBezTo>
                    <a:pt x="6285" y="1109"/>
                    <a:pt x="6137" y="1023"/>
                    <a:pt x="6038" y="986"/>
                  </a:cubicBezTo>
                  <a:cubicBezTo>
                    <a:pt x="6015" y="976"/>
                    <a:pt x="5973" y="972"/>
                    <a:pt x="5923" y="972"/>
                  </a:cubicBezTo>
                  <a:cubicBezTo>
                    <a:pt x="5789" y="972"/>
                    <a:pt x="5596" y="998"/>
                    <a:pt x="5533" y="998"/>
                  </a:cubicBezTo>
                  <a:cubicBezTo>
                    <a:pt x="5447" y="998"/>
                    <a:pt x="5250" y="912"/>
                    <a:pt x="5077" y="900"/>
                  </a:cubicBezTo>
                  <a:cubicBezTo>
                    <a:pt x="4892" y="875"/>
                    <a:pt x="4720" y="838"/>
                    <a:pt x="4547" y="776"/>
                  </a:cubicBezTo>
                  <a:cubicBezTo>
                    <a:pt x="4436" y="752"/>
                    <a:pt x="4313" y="752"/>
                    <a:pt x="4190" y="752"/>
                  </a:cubicBezTo>
                  <a:cubicBezTo>
                    <a:pt x="4116" y="764"/>
                    <a:pt x="4030" y="776"/>
                    <a:pt x="3956" y="776"/>
                  </a:cubicBezTo>
                  <a:cubicBezTo>
                    <a:pt x="3907" y="776"/>
                    <a:pt x="3820" y="715"/>
                    <a:pt x="3771" y="715"/>
                  </a:cubicBezTo>
                  <a:cubicBezTo>
                    <a:pt x="3734" y="702"/>
                    <a:pt x="3623" y="715"/>
                    <a:pt x="3660" y="678"/>
                  </a:cubicBezTo>
                  <a:cubicBezTo>
                    <a:pt x="3697" y="653"/>
                    <a:pt x="3709" y="604"/>
                    <a:pt x="3709" y="567"/>
                  </a:cubicBezTo>
                  <a:cubicBezTo>
                    <a:pt x="3709" y="542"/>
                    <a:pt x="3549" y="555"/>
                    <a:pt x="3537" y="542"/>
                  </a:cubicBezTo>
                  <a:lnTo>
                    <a:pt x="3389" y="542"/>
                  </a:lnTo>
                  <a:cubicBezTo>
                    <a:pt x="3335" y="550"/>
                    <a:pt x="3265" y="573"/>
                    <a:pt x="3222" y="573"/>
                  </a:cubicBezTo>
                  <a:cubicBezTo>
                    <a:pt x="3196" y="573"/>
                    <a:pt x="3180" y="565"/>
                    <a:pt x="3180" y="542"/>
                  </a:cubicBezTo>
                  <a:cubicBezTo>
                    <a:pt x="3180" y="493"/>
                    <a:pt x="3180" y="456"/>
                    <a:pt x="3118" y="456"/>
                  </a:cubicBezTo>
                  <a:cubicBezTo>
                    <a:pt x="3102" y="456"/>
                    <a:pt x="3088" y="455"/>
                    <a:pt x="3076" y="455"/>
                  </a:cubicBezTo>
                  <a:cubicBezTo>
                    <a:pt x="3051" y="455"/>
                    <a:pt x="3032" y="460"/>
                    <a:pt x="3007" y="493"/>
                  </a:cubicBezTo>
                  <a:cubicBezTo>
                    <a:pt x="2978" y="531"/>
                    <a:pt x="2957" y="562"/>
                    <a:pt x="2925" y="562"/>
                  </a:cubicBezTo>
                  <a:cubicBezTo>
                    <a:pt x="2917" y="562"/>
                    <a:pt x="2907" y="560"/>
                    <a:pt x="2896" y="555"/>
                  </a:cubicBezTo>
                  <a:cubicBezTo>
                    <a:pt x="2847" y="530"/>
                    <a:pt x="2798" y="493"/>
                    <a:pt x="2822" y="468"/>
                  </a:cubicBezTo>
                  <a:cubicBezTo>
                    <a:pt x="2859" y="456"/>
                    <a:pt x="2970" y="444"/>
                    <a:pt x="2945" y="407"/>
                  </a:cubicBezTo>
                  <a:cubicBezTo>
                    <a:pt x="2933" y="382"/>
                    <a:pt x="2859" y="370"/>
                    <a:pt x="2699" y="333"/>
                  </a:cubicBezTo>
                  <a:cubicBezTo>
                    <a:pt x="2693" y="331"/>
                    <a:pt x="2688" y="331"/>
                    <a:pt x="2682" y="331"/>
                  </a:cubicBezTo>
                  <a:cubicBezTo>
                    <a:pt x="2596" y="331"/>
                    <a:pt x="2556" y="508"/>
                    <a:pt x="2428" y="555"/>
                  </a:cubicBezTo>
                  <a:cubicBezTo>
                    <a:pt x="2395" y="568"/>
                    <a:pt x="2360" y="572"/>
                    <a:pt x="2324" y="572"/>
                  </a:cubicBezTo>
                  <a:cubicBezTo>
                    <a:pt x="2255" y="572"/>
                    <a:pt x="2182" y="556"/>
                    <a:pt x="2110" y="556"/>
                  </a:cubicBezTo>
                  <a:cubicBezTo>
                    <a:pt x="2080" y="556"/>
                    <a:pt x="2051" y="559"/>
                    <a:pt x="2021" y="567"/>
                  </a:cubicBezTo>
                  <a:cubicBezTo>
                    <a:pt x="1898" y="604"/>
                    <a:pt x="1874" y="678"/>
                    <a:pt x="1910" y="702"/>
                  </a:cubicBezTo>
                  <a:cubicBezTo>
                    <a:pt x="1960" y="715"/>
                    <a:pt x="2009" y="739"/>
                    <a:pt x="1984" y="764"/>
                  </a:cubicBezTo>
                  <a:cubicBezTo>
                    <a:pt x="1980" y="768"/>
                    <a:pt x="1974" y="770"/>
                    <a:pt x="1968" y="770"/>
                  </a:cubicBezTo>
                  <a:cubicBezTo>
                    <a:pt x="1943" y="770"/>
                    <a:pt x="1906" y="746"/>
                    <a:pt x="1892" y="746"/>
                  </a:cubicBezTo>
                  <a:cubicBezTo>
                    <a:pt x="1888" y="746"/>
                    <a:pt x="1886" y="747"/>
                    <a:pt x="1886" y="752"/>
                  </a:cubicBezTo>
                  <a:cubicBezTo>
                    <a:pt x="1886" y="776"/>
                    <a:pt x="1935" y="863"/>
                    <a:pt x="1910" y="863"/>
                  </a:cubicBezTo>
                  <a:cubicBezTo>
                    <a:pt x="1888" y="863"/>
                    <a:pt x="1865" y="724"/>
                    <a:pt x="1822" y="724"/>
                  </a:cubicBezTo>
                  <a:cubicBezTo>
                    <a:pt x="1819" y="724"/>
                    <a:pt x="1815" y="725"/>
                    <a:pt x="1812" y="727"/>
                  </a:cubicBezTo>
                  <a:cubicBezTo>
                    <a:pt x="1763" y="752"/>
                    <a:pt x="1701" y="863"/>
                    <a:pt x="1615" y="875"/>
                  </a:cubicBezTo>
                  <a:cubicBezTo>
                    <a:pt x="1598" y="880"/>
                    <a:pt x="1583" y="881"/>
                    <a:pt x="1567" y="881"/>
                  </a:cubicBezTo>
                  <a:cubicBezTo>
                    <a:pt x="1534" y="881"/>
                    <a:pt x="1502" y="874"/>
                    <a:pt x="1470" y="874"/>
                  </a:cubicBezTo>
                  <a:cubicBezTo>
                    <a:pt x="1437" y="874"/>
                    <a:pt x="1404" y="881"/>
                    <a:pt x="1368" y="912"/>
                  </a:cubicBezTo>
                  <a:cubicBezTo>
                    <a:pt x="1282" y="998"/>
                    <a:pt x="1171" y="1084"/>
                    <a:pt x="1159" y="1171"/>
                  </a:cubicBezTo>
                  <a:cubicBezTo>
                    <a:pt x="1134" y="1257"/>
                    <a:pt x="1159" y="1355"/>
                    <a:pt x="1036" y="1442"/>
                  </a:cubicBezTo>
                  <a:cubicBezTo>
                    <a:pt x="974" y="1503"/>
                    <a:pt x="888" y="1540"/>
                    <a:pt x="802" y="1553"/>
                  </a:cubicBezTo>
                  <a:cubicBezTo>
                    <a:pt x="765" y="1553"/>
                    <a:pt x="530" y="1577"/>
                    <a:pt x="481" y="1577"/>
                  </a:cubicBezTo>
                  <a:cubicBezTo>
                    <a:pt x="420" y="1590"/>
                    <a:pt x="457" y="1663"/>
                    <a:pt x="420" y="1713"/>
                  </a:cubicBezTo>
                  <a:cubicBezTo>
                    <a:pt x="383" y="1762"/>
                    <a:pt x="333" y="1799"/>
                    <a:pt x="346" y="1811"/>
                  </a:cubicBezTo>
                  <a:cubicBezTo>
                    <a:pt x="370" y="1836"/>
                    <a:pt x="457" y="1848"/>
                    <a:pt x="481" y="1885"/>
                  </a:cubicBezTo>
                  <a:cubicBezTo>
                    <a:pt x="518" y="1922"/>
                    <a:pt x="555" y="1935"/>
                    <a:pt x="629" y="1972"/>
                  </a:cubicBezTo>
                  <a:cubicBezTo>
                    <a:pt x="691" y="2021"/>
                    <a:pt x="974" y="2206"/>
                    <a:pt x="999" y="2280"/>
                  </a:cubicBezTo>
                  <a:cubicBezTo>
                    <a:pt x="1023" y="2366"/>
                    <a:pt x="1036" y="2403"/>
                    <a:pt x="1073" y="2427"/>
                  </a:cubicBezTo>
                  <a:cubicBezTo>
                    <a:pt x="1106" y="2436"/>
                    <a:pt x="1174" y="2456"/>
                    <a:pt x="1226" y="2456"/>
                  </a:cubicBezTo>
                  <a:cubicBezTo>
                    <a:pt x="1250" y="2456"/>
                    <a:pt x="1270" y="2451"/>
                    <a:pt x="1282" y="2440"/>
                  </a:cubicBezTo>
                  <a:cubicBezTo>
                    <a:pt x="1301" y="2415"/>
                    <a:pt x="1313" y="2406"/>
                    <a:pt x="1324" y="2406"/>
                  </a:cubicBezTo>
                  <a:cubicBezTo>
                    <a:pt x="1334" y="2406"/>
                    <a:pt x="1344" y="2415"/>
                    <a:pt x="1356" y="2427"/>
                  </a:cubicBezTo>
                  <a:cubicBezTo>
                    <a:pt x="1359" y="2430"/>
                    <a:pt x="1368" y="2431"/>
                    <a:pt x="1379" y="2431"/>
                  </a:cubicBezTo>
                  <a:cubicBezTo>
                    <a:pt x="1390" y="2431"/>
                    <a:pt x="1405" y="2430"/>
                    <a:pt x="1419" y="2430"/>
                  </a:cubicBezTo>
                  <a:cubicBezTo>
                    <a:pt x="1448" y="2430"/>
                    <a:pt x="1479" y="2434"/>
                    <a:pt x="1492" y="2452"/>
                  </a:cubicBezTo>
                  <a:cubicBezTo>
                    <a:pt x="1513" y="2474"/>
                    <a:pt x="1487" y="2555"/>
                    <a:pt x="1446" y="2555"/>
                  </a:cubicBezTo>
                  <a:cubicBezTo>
                    <a:pt x="1441" y="2555"/>
                    <a:pt x="1435" y="2553"/>
                    <a:pt x="1430" y="2551"/>
                  </a:cubicBezTo>
                  <a:cubicBezTo>
                    <a:pt x="1403" y="2542"/>
                    <a:pt x="1362" y="2512"/>
                    <a:pt x="1333" y="2512"/>
                  </a:cubicBezTo>
                  <a:cubicBezTo>
                    <a:pt x="1322" y="2512"/>
                    <a:pt x="1313" y="2516"/>
                    <a:pt x="1307" y="2526"/>
                  </a:cubicBezTo>
                  <a:cubicBezTo>
                    <a:pt x="1270" y="2563"/>
                    <a:pt x="1307" y="2563"/>
                    <a:pt x="1368" y="2612"/>
                  </a:cubicBezTo>
                  <a:cubicBezTo>
                    <a:pt x="1430" y="2662"/>
                    <a:pt x="1455" y="2735"/>
                    <a:pt x="1504" y="2735"/>
                  </a:cubicBezTo>
                  <a:cubicBezTo>
                    <a:pt x="1541" y="2723"/>
                    <a:pt x="1565" y="2698"/>
                    <a:pt x="1602" y="2662"/>
                  </a:cubicBezTo>
                  <a:cubicBezTo>
                    <a:pt x="1627" y="2643"/>
                    <a:pt x="1667" y="2637"/>
                    <a:pt x="1707" y="2637"/>
                  </a:cubicBezTo>
                  <a:cubicBezTo>
                    <a:pt x="1747" y="2637"/>
                    <a:pt x="1787" y="2643"/>
                    <a:pt x="1812" y="2649"/>
                  </a:cubicBezTo>
                  <a:cubicBezTo>
                    <a:pt x="1874" y="2649"/>
                    <a:pt x="1874" y="2735"/>
                    <a:pt x="1787" y="2735"/>
                  </a:cubicBezTo>
                  <a:cubicBezTo>
                    <a:pt x="1701" y="2748"/>
                    <a:pt x="1627" y="2760"/>
                    <a:pt x="1652" y="2809"/>
                  </a:cubicBezTo>
                  <a:cubicBezTo>
                    <a:pt x="1659" y="2839"/>
                    <a:pt x="1658" y="2855"/>
                    <a:pt x="1647" y="2855"/>
                  </a:cubicBezTo>
                  <a:cubicBezTo>
                    <a:pt x="1640" y="2855"/>
                    <a:pt x="1629" y="2849"/>
                    <a:pt x="1615" y="2834"/>
                  </a:cubicBezTo>
                  <a:cubicBezTo>
                    <a:pt x="1606" y="2828"/>
                    <a:pt x="1599" y="2826"/>
                    <a:pt x="1591" y="2826"/>
                  </a:cubicBezTo>
                  <a:cubicBezTo>
                    <a:pt x="1565" y="2826"/>
                    <a:pt x="1539" y="2855"/>
                    <a:pt x="1492" y="2883"/>
                  </a:cubicBezTo>
                  <a:cubicBezTo>
                    <a:pt x="1411" y="2900"/>
                    <a:pt x="1331" y="2910"/>
                    <a:pt x="1253" y="2910"/>
                  </a:cubicBezTo>
                  <a:cubicBezTo>
                    <a:pt x="1162" y="2910"/>
                    <a:pt x="1072" y="2897"/>
                    <a:pt x="986" y="2871"/>
                  </a:cubicBezTo>
                  <a:cubicBezTo>
                    <a:pt x="925" y="2834"/>
                    <a:pt x="949" y="2785"/>
                    <a:pt x="986" y="2735"/>
                  </a:cubicBezTo>
                  <a:cubicBezTo>
                    <a:pt x="1023" y="2698"/>
                    <a:pt x="1011" y="2674"/>
                    <a:pt x="962" y="2674"/>
                  </a:cubicBezTo>
                  <a:cubicBezTo>
                    <a:pt x="839" y="2686"/>
                    <a:pt x="715" y="2723"/>
                    <a:pt x="592" y="2760"/>
                  </a:cubicBezTo>
                  <a:cubicBezTo>
                    <a:pt x="543" y="2785"/>
                    <a:pt x="518" y="2797"/>
                    <a:pt x="555" y="2834"/>
                  </a:cubicBezTo>
                  <a:cubicBezTo>
                    <a:pt x="583" y="2852"/>
                    <a:pt x="576" y="2884"/>
                    <a:pt x="546" y="2884"/>
                  </a:cubicBezTo>
                  <a:cubicBezTo>
                    <a:pt x="535" y="2884"/>
                    <a:pt x="522" y="2880"/>
                    <a:pt x="506" y="2871"/>
                  </a:cubicBezTo>
                  <a:cubicBezTo>
                    <a:pt x="485" y="2863"/>
                    <a:pt x="462" y="2859"/>
                    <a:pt x="438" y="2859"/>
                  </a:cubicBezTo>
                  <a:cubicBezTo>
                    <a:pt x="389" y="2859"/>
                    <a:pt x="337" y="2875"/>
                    <a:pt x="296" y="2908"/>
                  </a:cubicBezTo>
                  <a:cubicBezTo>
                    <a:pt x="247" y="2945"/>
                    <a:pt x="272" y="2970"/>
                    <a:pt x="210" y="2982"/>
                  </a:cubicBezTo>
                  <a:cubicBezTo>
                    <a:pt x="149" y="3007"/>
                    <a:pt x="87" y="3068"/>
                    <a:pt x="50" y="3093"/>
                  </a:cubicBezTo>
                  <a:cubicBezTo>
                    <a:pt x="13" y="3117"/>
                    <a:pt x="1" y="3142"/>
                    <a:pt x="87" y="3179"/>
                  </a:cubicBezTo>
                  <a:cubicBezTo>
                    <a:pt x="173" y="3204"/>
                    <a:pt x="259" y="3228"/>
                    <a:pt x="346" y="3241"/>
                  </a:cubicBezTo>
                  <a:cubicBezTo>
                    <a:pt x="420" y="3241"/>
                    <a:pt x="432" y="3265"/>
                    <a:pt x="383" y="3302"/>
                  </a:cubicBezTo>
                  <a:cubicBezTo>
                    <a:pt x="333" y="3339"/>
                    <a:pt x="247" y="3364"/>
                    <a:pt x="309" y="3401"/>
                  </a:cubicBezTo>
                  <a:cubicBezTo>
                    <a:pt x="346" y="3438"/>
                    <a:pt x="383" y="3487"/>
                    <a:pt x="395" y="3549"/>
                  </a:cubicBezTo>
                  <a:cubicBezTo>
                    <a:pt x="407" y="3586"/>
                    <a:pt x="543" y="3598"/>
                    <a:pt x="617" y="3610"/>
                  </a:cubicBezTo>
                  <a:cubicBezTo>
                    <a:pt x="628" y="3614"/>
                    <a:pt x="638" y="3615"/>
                    <a:pt x="649" y="3615"/>
                  </a:cubicBezTo>
                  <a:cubicBezTo>
                    <a:pt x="700" y="3615"/>
                    <a:pt x="751" y="3581"/>
                    <a:pt x="833" y="3581"/>
                  </a:cubicBezTo>
                  <a:cubicBezTo>
                    <a:pt x="850" y="3581"/>
                    <a:pt x="868" y="3582"/>
                    <a:pt x="888" y="3586"/>
                  </a:cubicBezTo>
                  <a:cubicBezTo>
                    <a:pt x="962" y="3598"/>
                    <a:pt x="1023" y="3598"/>
                    <a:pt x="1097" y="3598"/>
                  </a:cubicBezTo>
                  <a:cubicBezTo>
                    <a:pt x="1116" y="3598"/>
                    <a:pt x="1120" y="3577"/>
                    <a:pt x="1137" y="3577"/>
                  </a:cubicBezTo>
                  <a:cubicBezTo>
                    <a:pt x="1143" y="3577"/>
                    <a:pt x="1150" y="3579"/>
                    <a:pt x="1159" y="3586"/>
                  </a:cubicBezTo>
                  <a:cubicBezTo>
                    <a:pt x="1182" y="3597"/>
                    <a:pt x="1215" y="3661"/>
                    <a:pt x="1239" y="3661"/>
                  </a:cubicBezTo>
                  <a:cubicBezTo>
                    <a:pt x="1241" y="3661"/>
                    <a:pt x="1243" y="3660"/>
                    <a:pt x="1245" y="3660"/>
                  </a:cubicBezTo>
                  <a:cubicBezTo>
                    <a:pt x="1257" y="3660"/>
                    <a:pt x="1319" y="3561"/>
                    <a:pt x="1381" y="3536"/>
                  </a:cubicBezTo>
                  <a:lnTo>
                    <a:pt x="1553" y="3475"/>
                  </a:lnTo>
                  <a:cubicBezTo>
                    <a:pt x="1590" y="3462"/>
                    <a:pt x="1602" y="3413"/>
                    <a:pt x="1627" y="3413"/>
                  </a:cubicBezTo>
                  <a:cubicBezTo>
                    <a:pt x="1676" y="3438"/>
                    <a:pt x="1701" y="3475"/>
                    <a:pt x="1701" y="3512"/>
                  </a:cubicBezTo>
                  <a:cubicBezTo>
                    <a:pt x="1701" y="3549"/>
                    <a:pt x="1652" y="3610"/>
                    <a:pt x="1615" y="3610"/>
                  </a:cubicBezTo>
                  <a:cubicBezTo>
                    <a:pt x="1578" y="3623"/>
                    <a:pt x="1652" y="3721"/>
                    <a:pt x="1664" y="3770"/>
                  </a:cubicBezTo>
                  <a:cubicBezTo>
                    <a:pt x="1701" y="3807"/>
                    <a:pt x="1713" y="3869"/>
                    <a:pt x="1713" y="3918"/>
                  </a:cubicBezTo>
                  <a:cubicBezTo>
                    <a:pt x="1689" y="4017"/>
                    <a:pt x="1602" y="4091"/>
                    <a:pt x="1504" y="4091"/>
                  </a:cubicBezTo>
                  <a:cubicBezTo>
                    <a:pt x="1415" y="4091"/>
                    <a:pt x="1374" y="4059"/>
                    <a:pt x="1354" y="4059"/>
                  </a:cubicBezTo>
                  <a:cubicBezTo>
                    <a:pt x="1350" y="4059"/>
                    <a:pt x="1346" y="4061"/>
                    <a:pt x="1344" y="4066"/>
                  </a:cubicBezTo>
                  <a:cubicBezTo>
                    <a:pt x="1331" y="4078"/>
                    <a:pt x="1257" y="4226"/>
                    <a:pt x="1196" y="4251"/>
                  </a:cubicBezTo>
                  <a:cubicBezTo>
                    <a:pt x="1177" y="4254"/>
                    <a:pt x="1159" y="4256"/>
                    <a:pt x="1141" y="4256"/>
                  </a:cubicBezTo>
                  <a:cubicBezTo>
                    <a:pt x="1086" y="4256"/>
                    <a:pt x="1033" y="4242"/>
                    <a:pt x="986" y="4214"/>
                  </a:cubicBezTo>
                  <a:cubicBezTo>
                    <a:pt x="971" y="4199"/>
                    <a:pt x="951" y="4192"/>
                    <a:pt x="931" y="4192"/>
                  </a:cubicBezTo>
                  <a:cubicBezTo>
                    <a:pt x="902" y="4192"/>
                    <a:pt x="872" y="4205"/>
                    <a:pt x="851" y="4226"/>
                  </a:cubicBezTo>
                  <a:cubicBezTo>
                    <a:pt x="814" y="4276"/>
                    <a:pt x="888" y="4276"/>
                    <a:pt x="851" y="4288"/>
                  </a:cubicBezTo>
                  <a:cubicBezTo>
                    <a:pt x="814" y="4300"/>
                    <a:pt x="777" y="4350"/>
                    <a:pt x="752" y="4374"/>
                  </a:cubicBezTo>
                  <a:cubicBezTo>
                    <a:pt x="734" y="4393"/>
                    <a:pt x="752" y="4393"/>
                    <a:pt x="777" y="4393"/>
                  </a:cubicBezTo>
                  <a:cubicBezTo>
                    <a:pt x="802" y="4393"/>
                    <a:pt x="832" y="4393"/>
                    <a:pt x="839" y="4411"/>
                  </a:cubicBezTo>
                  <a:cubicBezTo>
                    <a:pt x="839" y="4448"/>
                    <a:pt x="789" y="4423"/>
                    <a:pt x="789" y="4460"/>
                  </a:cubicBezTo>
                  <a:cubicBezTo>
                    <a:pt x="789" y="4497"/>
                    <a:pt x="789" y="4510"/>
                    <a:pt x="728" y="4522"/>
                  </a:cubicBezTo>
                  <a:cubicBezTo>
                    <a:pt x="654" y="4559"/>
                    <a:pt x="592" y="4621"/>
                    <a:pt x="555" y="4695"/>
                  </a:cubicBezTo>
                  <a:cubicBezTo>
                    <a:pt x="555" y="4756"/>
                    <a:pt x="580" y="4744"/>
                    <a:pt x="580" y="4781"/>
                  </a:cubicBezTo>
                  <a:cubicBezTo>
                    <a:pt x="567" y="4818"/>
                    <a:pt x="481" y="4867"/>
                    <a:pt x="469" y="4892"/>
                  </a:cubicBezTo>
                  <a:cubicBezTo>
                    <a:pt x="494" y="4966"/>
                    <a:pt x="530" y="5027"/>
                    <a:pt x="580" y="5089"/>
                  </a:cubicBezTo>
                  <a:cubicBezTo>
                    <a:pt x="582" y="5093"/>
                    <a:pt x="585" y="5094"/>
                    <a:pt x="588" y="5094"/>
                  </a:cubicBezTo>
                  <a:cubicBezTo>
                    <a:pt x="614" y="5094"/>
                    <a:pt x="657" y="4962"/>
                    <a:pt x="691" y="4929"/>
                  </a:cubicBezTo>
                  <a:cubicBezTo>
                    <a:pt x="719" y="4900"/>
                    <a:pt x="764" y="4872"/>
                    <a:pt x="780" y="4872"/>
                  </a:cubicBezTo>
                  <a:cubicBezTo>
                    <a:pt x="792" y="4872"/>
                    <a:pt x="789" y="4887"/>
                    <a:pt x="752" y="4929"/>
                  </a:cubicBezTo>
                  <a:cubicBezTo>
                    <a:pt x="654" y="5027"/>
                    <a:pt x="654" y="5052"/>
                    <a:pt x="703" y="5113"/>
                  </a:cubicBezTo>
                  <a:cubicBezTo>
                    <a:pt x="752" y="5175"/>
                    <a:pt x="814" y="5224"/>
                    <a:pt x="888" y="5249"/>
                  </a:cubicBezTo>
                  <a:cubicBezTo>
                    <a:pt x="910" y="5249"/>
                    <a:pt x="1016" y="5135"/>
                    <a:pt x="1024" y="5135"/>
                  </a:cubicBezTo>
                  <a:cubicBezTo>
                    <a:pt x="1024" y="5135"/>
                    <a:pt x="1024" y="5136"/>
                    <a:pt x="1023" y="5138"/>
                  </a:cubicBezTo>
                  <a:cubicBezTo>
                    <a:pt x="1011" y="5163"/>
                    <a:pt x="999" y="5237"/>
                    <a:pt x="1023" y="5237"/>
                  </a:cubicBezTo>
                  <a:cubicBezTo>
                    <a:pt x="1048" y="5249"/>
                    <a:pt x="1110" y="5274"/>
                    <a:pt x="1085" y="5298"/>
                  </a:cubicBezTo>
                  <a:cubicBezTo>
                    <a:pt x="1062" y="5314"/>
                    <a:pt x="1039" y="5324"/>
                    <a:pt x="1016" y="5324"/>
                  </a:cubicBezTo>
                  <a:cubicBezTo>
                    <a:pt x="1002" y="5324"/>
                    <a:pt x="988" y="5320"/>
                    <a:pt x="974" y="5311"/>
                  </a:cubicBezTo>
                  <a:cubicBezTo>
                    <a:pt x="960" y="5303"/>
                    <a:pt x="954" y="5296"/>
                    <a:pt x="942" y="5296"/>
                  </a:cubicBezTo>
                  <a:cubicBezTo>
                    <a:pt x="933" y="5296"/>
                    <a:pt x="921" y="5300"/>
                    <a:pt x="900" y="5311"/>
                  </a:cubicBezTo>
                  <a:cubicBezTo>
                    <a:pt x="896" y="5314"/>
                    <a:pt x="891" y="5316"/>
                    <a:pt x="886" y="5316"/>
                  </a:cubicBezTo>
                  <a:cubicBezTo>
                    <a:pt x="846" y="5316"/>
                    <a:pt x="799" y="5204"/>
                    <a:pt x="758" y="5204"/>
                  </a:cubicBezTo>
                  <a:cubicBezTo>
                    <a:pt x="752" y="5204"/>
                    <a:pt x="746" y="5206"/>
                    <a:pt x="740" y="5212"/>
                  </a:cubicBezTo>
                  <a:cubicBezTo>
                    <a:pt x="703" y="5261"/>
                    <a:pt x="654" y="5372"/>
                    <a:pt x="666" y="5385"/>
                  </a:cubicBezTo>
                  <a:cubicBezTo>
                    <a:pt x="691" y="5397"/>
                    <a:pt x="740" y="5421"/>
                    <a:pt x="789" y="5446"/>
                  </a:cubicBezTo>
                  <a:cubicBezTo>
                    <a:pt x="839" y="5471"/>
                    <a:pt x="900" y="5619"/>
                    <a:pt x="962" y="5643"/>
                  </a:cubicBezTo>
                  <a:cubicBezTo>
                    <a:pt x="971" y="5648"/>
                    <a:pt x="982" y="5650"/>
                    <a:pt x="994" y="5650"/>
                  </a:cubicBezTo>
                  <a:cubicBezTo>
                    <a:pt x="1044" y="5650"/>
                    <a:pt x="1112" y="5616"/>
                    <a:pt x="1171" y="5606"/>
                  </a:cubicBezTo>
                  <a:cubicBezTo>
                    <a:pt x="1245" y="5594"/>
                    <a:pt x="1307" y="5606"/>
                    <a:pt x="1307" y="5545"/>
                  </a:cubicBezTo>
                  <a:cubicBezTo>
                    <a:pt x="1294" y="5471"/>
                    <a:pt x="1319" y="5385"/>
                    <a:pt x="1356" y="5323"/>
                  </a:cubicBezTo>
                  <a:cubicBezTo>
                    <a:pt x="1388" y="5291"/>
                    <a:pt x="1430" y="5272"/>
                    <a:pt x="1451" y="5272"/>
                  </a:cubicBezTo>
                  <a:cubicBezTo>
                    <a:pt x="1470" y="5272"/>
                    <a:pt x="1471" y="5288"/>
                    <a:pt x="1430" y="5323"/>
                  </a:cubicBezTo>
                  <a:cubicBezTo>
                    <a:pt x="1356" y="5385"/>
                    <a:pt x="1294" y="5458"/>
                    <a:pt x="1368" y="5557"/>
                  </a:cubicBezTo>
                  <a:cubicBezTo>
                    <a:pt x="1442" y="5668"/>
                    <a:pt x="1492" y="5754"/>
                    <a:pt x="1479" y="5791"/>
                  </a:cubicBezTo>
                  <a:cubicBezTo>
                    <a:pt x="1467" y="5816"/>
                    <a:pt x="1418" y="5865"/>
                    <a:pt x="1430" y="5890"/>
                  </a:cubicBezTo>
                  <a:cubicBezTo>
                    <a:pt x="1430" y="5914"/>
                    <a:pt x="1516" y="5951"/>
                    <a:pt x="1504" y="5976"/>
                  </a:cubicBezTo>
                  <a:cubicBezTo>
                    <a:pt x="1504" y="5988"/>
                    <a:pt x="1479" y="6050"/>
                    <a:pt x="1442" y="6075"/>
                  </a:cubicBezTo>
                  <a:cubicBezTo>
                    <a:pt x="1422" y="6094"/>
                    <a:pt x="1379" y="6162"/>
                    <a:pt x="1414" y="6162"/>
                  </a:cubicBezTo>
                  <a:cubicBezTo>
                    <a:pt x="1422" y="6162"/>
                    <a:pt x="1435" y="6158"/>
                    <a:pt x="1455" y="6148"/>
                  </a:cubicBezTo>
                  <a:cubicBezTo>
                    <a:pt x="1555" y="6104"/>
                    <a:pt x="1645" y="6009"/>
                    <a:pt x="1661" y="6009"/>
                  </a:cubicBezTo>
                  <a:cubicBezTo>
                    <a:pt x="1663" y="6009"/>
                    <a:pt x="1664" y="6011"/>
                    <a:pt x="1664" y="6013"/>
                  </a:cubicBezTo>
                  <a:cubicBezTo>
                    <a:pt x="1664" y="6036"/>
                    <a:pt x="1633" y="6151"/>
                    <a:pt x="1637" y="6151"/>
                  </a:cubicBezTo>
                  <a:cubicBezTo>
                    <a:pt x="1638" y="6151"/>
                    <a:pt x="1638" y="6150"/>
                    <a:pt x="1639" y="6148"/>
                  </a:cubicBezTo>
                  <a:cubicBezTo>
                    <a:pt x="1664" y="6124"/>
                    <a:pt x="1713" y="6013"/>
                    <a:pt x="1763" y="6001"/>
                  </a:cubicBezTo>
                  <a:cubicBezTo>
                    <a:pt x="1781" y="5993"/>
                    <a:pt x="1794" y="5990"/>
                    <a:pt x="1806" y="5990"/>
                  </a:cubicBezTo>
                  <a:cubicBezTo>
                    <a:pt x="1835" y="5990"/>
                    <a:pt x="1851" y="6008"/>
                    <a:pt x="1886" y="6025"/>
                  </a:cubicBezTo>
                  <a:cubicBezTo>
                    <a:pt x="1935" y="6038"/>
                    <a:pt x="1972" y="6050"/>
                    <a:pt x="2009" y="6062"/>
                  </a:cubicBezTo>
                  <a:cubicBezTo>
                    <a:pt x="2034" y="6087"/>
                    <a:pt x="2095" y="6198"/>
                    <a:pt x="2120" y="6210"/>
                  </a:cubicBezTo>
                  <a:cubicBezTo>
                    <a:pt x="2127" y="6215"/>
                    <a:pt x="2132" y="6217"/>
                    <a:pt x="2138" y="6217"/>
                  </a:cubicBezTo>
                  <a:cubicBezTo>
                    <a:pt x="2161" y="6217"/>
                    <a:pt x="2169" y="6174"/>
                    <a:pt x="2169" y="6124"/>
                  </a:cubicBezTo>
                  <a:cubicBezTo>
                    <a:pt x="2169" y="6075"/>
                    <a:pt x="2243" y="6013"/>
                    <a:pt x="2243" y="5964"/>
                  </a:cubicBezTo>
                  <a:cubicBezTo>
                    <a:pt x="2251" y="5922"/>
                    <a:pt x="2254" y="5892"/>
                    <a:pt x="2259" y="5892"/>
                  </a:cubicBezTo>
                  <a:cubicBezTo>
                    <a:pt x="2261" y="5892"/>
                    <a:pt x="2264" y="5898"/>
                    <a:pt x="2268" y="5914"/>
                  </a:cubicBezTo>
                  <a:cubicBezTo>
                    <a:pt x="2268" y="5964"/>
                    <a:pt x="2317" y="5964"/>
                    <a:pt x="2354" y="5976"/>
                  </a:cubicBezTo>
                  <a:cubicBezTo>
                    <a:pt x="2373" y="5982"/>
                    <a:pt x="2376" y="5982"/>
                    <a:pt x="2368" y="5982"/>
                  </a:cubicBezTo>
                  <a:cubicBezTo>
                    <a:pt x="2360" y="5982"/>
                    <a:pt x="2342" y="5982"/>
                    <a:pt x="2317" y="5988"/>
                  </a:cubicBezTo>
                  <a:cubicBezTo>
                    <a:pt x="2255" y="6013"/>
                    <a:pt x="2243" y="6050"/>
                    <a:pt x="2268" y="6087"/>
                  </a:cubicBezTo>
                  <a:cubicBezTo>
                    <a:pt x="2286" y="6111"/>
                    <a:pt x="2317" y="6124"/>
                    <a:pt x="2348" y="6124"/>
                  </a:cubicBezTo>
                  <a:cubicBezTo>
                    <a:pt x="2379" y="6124"/>
                    <a:pt x="2409" y="6111"/>
                    <a:pt x="2428" y="6087"/>
                  </a:cubicBezTo>
                  <a:cubicBezTo>
                    <a:pt x="2455" y="6060"/>
                    <a:pt x="2478" y="6052"/>
                    <a:pt x="2496" y="6052"/>
                  </a:cubicBezTo>
                  <a:cubicBezTo>
                    <a:pt x="2516" y="6052"/>
                    <a:pt x="2532" y="6061"/>
                    <a:pt x="2545" y="6061"/>
                  </a:cubicBezTo>
                  <a:cubicBezTo>
                    <a:pt x="2552" y="6061"/>
                    <a:pt x="2558" y="6058"/>
                    <a:pt x="2564" y="6050"/>
                  </a:cubicBezTo>
                  <a:cubicBezTo>
                    <a:pt x="2587" y="6015"/>
                    <a:pt x="2665" y="5926"/>
                    <a:pt x="2684" y="5926"/>
                  </a:cubicBezTo>
                  <a:cubicBezTo>
                    <a:pt x="2685" y="5926"/>
                    <a:pt x="2686" y="5926"/>
                    <a:pt x="2687" y="5927"/>
                  </a:cubicBezTo>
                  <a:cubicBezTo>
                    <a:pt x="2687" y="5939"/>
                    <a:pt x="2637" y="5976"/>
                    <a:pt x="2613" y="6025"/>
                  </a:cubicBezTo>
                  <a:cubicBezTo>
                    <a:pt x="2588" y="6075"/>
                    <a:pt x="2539" y="6173"/>
                    <a:pt x="2514" y="6222"/>
                  </a:cubicBezTo>
                  <a:cubicBezTo>
                    <a:pt x="2502" y="6259"/>
                    <a:pt x="2490" y="6309"/>
                    <a:pt x="2527" y="6309"/>
                  </a:cubicBezTo>
                  <a:cubicBezTo>
                    <a:pt x="2576" y="6309"/>
                    <a:pt x="2551" y="6346"/>
                    <a:pt x="2514" y="6346"/>
                  </a:cubicBezTo>
                  <a:cubicBezTo>
                    <a:pt x="2477" y="6346"/>
                    <a:pt x="2477" y="6370"/>
                    <a:pt x="2465" y="6420"/>
                  </a:cubicBezTo>
                  <a:cubicBezTo>
                    <a:pt x="2440" y="6456"/>
                    <a:pt x="2428" y="6567"/>
                    <a:pt x="2465" y="6567"/>
                  </a:cubicBezTo>
                  <a:cubicBezTo>
                    <a:pt x="2514" y="6567"/>
                    <a:pt x="2527" y="6592"/>
                    <a:pt x="2453" y="6604"/>
                  </a:cubicBezTo>
                  <a:cubicBezTo>
                    <a:pt x="2354" y="6654"/>
                    <a:pt x="2280" y="6728"/>
                    <a:pt x="2231" y="6814"/>
                  </a:cubicBezTo>
                  <a:cubicBezTo>
                    <a:pt x="2182" y="6912"/>
                    <a:pt x="2120" y="6888"/>
                    <a:pt x="2046" y="6937"/>
                  </a:cubicBezTo>
                  <a:cubicBezTo>
                    <a:pt x="1947" y="6999"/>
                    <a:pt x="1861" y="7073"/>
                    <a:pt x="1800" y="7171"/>
                  </a:cubicBezTo>
                  <a:cubicBezTo>
                    <a:pt x="1775" y="7220"/>
                    <a:pt x="1787" y="7245"/>
                    <a:pt x="1800" y="7257"/>
                  </a:cubicBezTo>
                  <a:cubicBezTo>
                    <a:pt x="1812" y="7257"/>
                    <a:pt x="1812" y="7282"/>
                    <a:pt x="1775" y="7282"/>
                  </a:cubicBezTo>
                  <a:cubicBezTo>
                    <a:pt x="1750" y="7282"/>
                    <a:pt x="1726" y="7293"/>
                    <a:pt x="1705" y="7293"/>
                  </a:cubicBezTo>
                  <a:cubicBezTo>
                    <a:pt x="1694" y="7293"/>
                    <a:pt x="1685" y="7290"/>
                    <a:pt x="1676" y="7282"/>
                  </a:cubicBezTo>
                  <a:cubicBezTo>
                    <a:pt x="1652" y="7257"/>
                    <a:pt x="1664" y="7245"/>
                    <a:pt x="1615" y="7245"/>
                  </a:cubicBezTo>
                  <a:cubicBezTo>
                    <a:pt x="1529" y="7245"/>
                    <a:pt x="1455" y="7270"/>
                    <a:pt x="1393" y="7331"/>
                  </a:cubicBezTo>
                  <a:cubicBezTo>
                    <a:pt x="1344" y="7381"/>
                    <a:pt x="1319" y="7430"/>
                    <a:pt x="1282" y="7491"/>
                  </a:cubicBezTo>
                  <a:cubicBezTo>
                    <a:pt x="1282" y="7501"/>
                    <a:pt x="1266" y="7583"/>
                    <a:pt x="1311" y="7583"/>
                  </a:cubicBezTo>
                  <a:cubicBezTo>
                    <a:pt x="1322" y="7583"/>
                    <a:pt x="1336" y="7578"/>
                    <a:pt x="1356" y="7565"/>
                  </a:cubicBezTo>
                  <a:cubicBezTo>
                    <a:pt x="1418" y="7504"/>
                    <a:pt x="1479" y="7442"/>
                    <a:pt x="1529" y="7368"/>
                  </a:cubicBezTo>
                  <a:cubicBezTo>
                    <a:pt x="1541" y="7362"/>
                    <a:pt x="1559" y="7359"/>
                    <a:pt x="1573" y="7359"/>
                  </a:cubicBezTo>
                  <a:cubicBezTo>
                    <a:pt x="1587" y="7359"/>
                    <a:pt x="1596" y="7362"/>
                    <a:pt x="1590" y="7368"/>
                  </a:cubicBezTo>
                  <a:cubicBezTo>
                    <a:pt x="1565" y="7393"/>
                    <a:pt x="1516" y="7467"/>
                    <a:pt x="1578" y="7467"/>
                  </a:cubicBezTo>
                  <a:cubicBezTo>
                    <a:pt x="1623" y="7456"/>
                    <a:pt x="1647" y="7404"/>
                    <a:pt x="1660" y="7404"/>
                  </a:cubicBezTo>
                  <a:cubicBezTo>
                    <a:pt x="1662" y="7404"/>
                    <a:pt x="1663" y="7404"/>
                    <a:pt x="1664" y="7405"/>
                  </a:cubicBezTo>
                  <a:cubicBezTo>
                    <a:pt x="1689" y="7418"/>
                    <a:pt x="1689" y="7467"/>
                    <a:pt x="1713" y="7479"/>
                  </a:cubicBezTo>
                  <a:cubicBezTo>
                    <a:pt x="1720" y="7481"/>
                    <a:pt x="1727" y="7482"/>
                    <a:pt x="1736" y="7482"/>
                  </a:cubicBezTo>
                  <a:cubicBezTo>
                    <a:pt x="1777" y="7482"/>
                    <a:pt x="1832" y="7458"/>
                    <a:pt x="1812" y="7418"/>
                  </a:cubicBezTo>
                  <a:cubicBezTo>
                    <a:pt x="1787" y="7368"/>
                    <a:pt x="1824" y="7393"/>
                    <a:pt x="1861" y="7356"/>
                  </a:cubicBezTo>
                  <a:cubicBezTo>
                    <a:pt x="1870" y="7328"/>
                    <a:pt x="1900" y="7314"/>
                    <a:pt x="1925" y="7314"/>
                  </a:cubicBezTo>
                  <a:cubicBezTo>
                    <a:pt x="1934" y="7314"/>
                    <a:pt x="1941" y="7316"/>
                    <a:pt x="1947" y="7319"/>
                  </a:cubicBezTo>
                  <a:cubicBezTo>
                    <a:pt x="1984" y="7319"/>
                    <a:pt x="2009" y="7294"/>
                    <a:pt x="2034" y="7257"/>
                  </a:cubicBezTo>
                  <a:cubicBezTo>
                    <a:pt x="2071" y="7220"/>
                    <a:pt x="2317" y="7171"/>
                    <a:pt x="2305" y="7134"/>
                  </a:cubicBezTo>
                  <a:cubicBezTo>
                    <a:pt x="2280" y="7097"/>
                    <a:pt x="2243" y="7073"/>
                    <a:pt x="2280" y="7036"/>
                  </a:cubicBezTo>
                  <a:cubicBezTo>
                    <a:pt x="2329" y="6999"/>
                    <a:pt x="2761" y="6777"/>
                    <a:pt x="2761" y="6752"/>
                  </a:cubicBezTo>
                  <a:cubicBezTo>
                    <a:pt x="2761" y="6715"/>
                    <a:pt x="2662" y="6691"/>
                    <a:pt x="2724" y="6666"/>
                  </a:cubicBezTo>
                  <a:cubicBezTo>
                    <a:pt x="2810" y="6641"/>
                    <a:pt x="2884" y="6604"/>
                    <a:pt x="2945" y="6555"/>
                  </a:cubicBezTo>
                  <a:cubicBezTo>
                    <a:pt x="3007" y="6493"/>
                    <a:pt x="3155" y="6370"/>
                    <a:pt x="3217" y="6358"/>
                  </a:cubicBezTo>
                  <a:cubicBezTo>
                    <a:pt x="3266" y="6358"/>
                    <a:pt x="3290" y="6358"/>
                    <a:pt x="3290" y="6247"/>
                  </a:cubicBezTo>
                  <a:cubicBezTo>
                    <a:pt x="3303" y="6148"/>
                    <a:pt x="3414" y="6185"/>
                    <a:pt x="3451" y="6124"/>
                  </a:cubicBezTo>
                  <a:cubicBezTo>
                    <a:pt x="3475" y="6050"/>
                    <a:pt x="3364" y="5988"/>
                    <a:pt x="3315" y="5976"/>
                  </a:cubicBezTo>
                  <a:cubicBezTo>
                    <a:pt x="3266" y="5964"/>
                    <a:pt x="3290" y="5840"/>
                    <a:pt x="3352" y="5791"/>
                  </a:cubicBezTo>
                  <a:cubicBezTo>
                    <a:pt x="3414" y="5742"/>
                    <a:pt x="3500" y="5717"/>
                    <a:pt x="3549" y="5668"/>
                  </a:cubicBezTo>
                  <a:cubicBezTo>
                    <a:pt x="3611" y="5619"/>
                    <a:pt x="3660" y="5545"/>
                    <a:pt x="3586" y="5471"/>
                  </a:cubicBezTo>
                  <a:cubicBezTo>
                    <a:pt x="3554" y="5448"/>
                    <a:pt x="3546" y="5440"/>
                    <a:pt x="3549" y="5440"/>
                  </a:cubicBezTo>
                  <a:cubicBezTo>
                    <a:pt x="3555" y="5440"/>
                    <a:pt x="3595" y="5463"/>
                    <a:pt x="3611" y="5471"/>
                  </a:cubicBezTo>
                  <a:cubicBezTo>
                    <a:pt x="3615" y="5473"/>
                    <a:pt x="3620" y="5474"/>
                    <a:pt x="3627" y="5474"/>
                  </a:cubicBezTo>
                  <a:cubicBezTo>
                    <a:pt x="3659" y="5474"/>
                    <a:pt x="3713" y="5448"/>
                    <a:pt x="3734" y="5397"/>
                  </a:cubicBezTo>
                  <a:cubicBezTo>
                    <a:pt x="3783" y="5323"/>
                    <a:pt x="3845" y="5249"/>
                    <a:pt x="3907" y="5200"/>
                  </a:cubicBezTo>
                  <a:cubicBezTo>
                    <a:pt x="3968" y="5138"/>
                    <a:pt x="4042" y="5076"/>
                    <a:pt x="4128" y="5040"/>
                  </a:cubicBezTo>
                  <a:cubicBezTo>
                    <a:pt x="4135" y="5038"/>
                    <a:pt x="4142" y="5038"/>
                    <a:pt x="4148" y="5038"/>
                  </a:cubicBezTo>
                  <a:cubicBezTo>
                    <a:pt x="4201" y="5038"/>
                    <a:pt x="4246" y="5076"/>
                    <a:pt x="4301" y="5076"/>
                  </a:cubicBezTo>
                  <a:cubicBezTo>
                    <a:pt x="4375" y="5089"/>
                    <a:pt x="4362" y="5175"/>
                    <a:pt x="4276" y="5175"/>
                  </a:cubicBezTo>
                  <a:cubicBezTo>
                    <a:pt x="4219" y="5175"/>
                    <a:pt x="4189" y="5159"/>
                    <a:pt x="4160" y="5159"/>
                  </a:cubicBezTo>
                  <a:cubicBezTo>
                    <a:pt x="4146" y="5159"/>
                    <a:pt x="4132" y="5163"/>
                    <a:pt x="4116" y="5175"/>
                  </a:cubicBezTo>
                  <a:cubicBezTo>
                    <a:pt x="4079" y="5212"/>
                    <a:pt x="3968" y="5274"/>
                    <a:pt x="3980" y="5372"/>
                  </a:cubicBezTo>
                  <a:cubicBezTo>
                    <a:pt x="3980" y="5458"/>
                    <a:pt x="3882" y="5545"/>
                    <a:pt x="3857" y="5643"/>
                  </a:cubicBezTo>
                  <a:cubicBezTo>
                    <a:pt x="3839" y="5716"/>
                    <a:pt x="3828" y="5735"/>
                    <a:pt x="3853" y="5735"/>
                  </a:cubicBezTo>
                  <a:cubicBezTo>
                    <a:pt x="3861" y="5735"/>
                    <a:pt x="3875" y="5733"/>
                    <a:pt x="3894" y="5730"/>
                  </a:cubicBezTo>
                  <a:cubicBezTo>
                    <a:pt x="3904" y="5728"/>
                    <a:pt x="3914" y="5727"/>
                    <a:pt x="3923" y="5727"/>
                  </a:cubicBezTo>
                  <a:cubicBezTo>
                    <a:pt x="3982" y="5727"/>
                    <a:pt x="4018" y="5758"/>
                    <a:pt x="3943" y="5779"/>
                  </a:cubicBezTo>
                  <a:cubicBezTo>
                    <a:pt x="3870" y="5816"/>
                    <a:pt x="3820" y="5877"/>
                    <a:pt x="3833" y="5890"/>
                  </a:cubicBezTo>
                  <a:cubicBezTo>
                    <a:pt x="3857" y="5898"/>
                    <a:pt x="3883" y="5902"/>
                    <a:pt x="3909" y="5902"/>
                  </a:cubicBezTo>
                  <a:cubicBezTo>
                    <a:pt x="3961" y="5902"/>
                    <a:pt x="4013" y="5886"/>
                    <a:pt x="4054" y="5853"/>
                  </a:cubicBezTo>
                  <a:cubicBezTo>
                    <a:pt x="4128" y="5791"/>
                    <a:pt x="4178" y="5766"/>
                    <a:pt x="4239" y="5730"/>
                  </a:cubicBezTo>
                  <a:cubicBezTo>
                    <a:pt x="4313" y="5668"/>
                    <a:pt x="4399" y="5619"/>
                    <a:pt x="4486" y="5594"/>
                  </a:cubicBezTo>
                  <a:cubicBezTo>
                    <a:pt x="4535" y="5569"/>
                    <a:pt x="4658" y="5569"/>
                    <a:pt x="4695" y="5508"/>
                  </a:cubicBezTo>
                  <a:cubicBezTo>
                    <a:pt x="4720" y="5458"/>
                    <a:pt x="4658" y="5323"/>
                    <a:pt x="4658" y="5286"/>
                  </a:cubicBezTo>
                  <a:cubicBezTo>
                    <a:pt x="4658" y="5251"/>
                    <a:pt x="4725" y="5149"/>
                    <a:pt x="4763" y="5149"/>
                  </a:cubicBezTo>
                  <a:cubicBezTo>
                    <a:pt x="4765" y="5149"/>
                    <a:pt x="4767" y="5150"/>
                    <a:pt x="4769" y="5150"/>
                  </a:cubicBezTo>
                  <a:cubicBezTo>
                    <a:pt x="4818" y="5163"/>
                    <a:pt x="4880" y="5163"/>
                    <a:pt x="4929" y="5163"/>
                  </a:cubicBezTo>
                  <a:cubicBezTo>
                    <a:pt x="5040" y="5187"/>
                    <a:pt x="5126" y="5224"/>
                    <a:pt x="5213" y="5286"/>
                  </a:cubicBezTo>
                  <a:cubicBezTo>
                    <a:pt x="5235" y="5320"/>
                    <a:pt x="5360" y="5425"/>
                    <a:pt x="5400" y="5425"/>
                  </a:cubicBezTo>
                  <a:cubicBezTo>
                    <a:pt x="5404" y="5425"/>
                    <a:pt x="5408" y="5424"/>
                    <a:pt x="5410" y="5421"/>
                  </a:cubicBezTo>
                  <a:cubicBezTo>
                    <a:pt x="5420" y="5412"/>
                    <a:pt x="5493" y="5315"/>
                    <a:pt x="5515" y="5315"/>
                  </a:cubicBezTo>
                  <a:cubicBezTo>
                    <a:pt x="5521" y="5315"/>
                    <a:pt x="5523" y="5321"/>
                    <a:pt x="5521" y="5335"/>
                  </a:cubicBezTo>
                  <a:cubicBezTo>
                    <a:pt x="5496" y="5421"/>
                    <a:pt x="5570" y="5495"/>
                    <a:pt x="5619" y="5532"/>
                  </a:cubicBezTo>
                  <a:cubicBezTo>
                    <a:pt x="5682" y="5556"/>
                    <a:pt x="5749" y="5564"/>
                    <a:pt x="5815" y="5564"/>
                  </a:cubicBezTo>
                  <a:cubicBezTo>
                    <a:pt x="5853" y="5564"/>
                    <a:pt x="5891" y="5562"/>
                    <a:pt x="5927" y="5557"/>
                  </a:cubicBezTo>
                  <a:cubicBezTo>
                    <a:pt x="6013" y="5557"/>
                    <a:pt x="6038" y="5532"/>
                    <a:pt x="6063" y="5532"/>
                  </a:cubicBezTo>
                  <a:cubicBezTo>
                    <a:pt x="6094" y="5532"/>
                    <a:pt x="6176" y="5575"/>
                    <a:pt x="6231" y="5575"/>
                  </a:cubicBezTo>
                  <a:cubicBezTo>
                    <a:pt x="6242" y="5575"/>
                    <a:pt x="6252" y="5573"/>
                    <a:pt x="6260" y="5569"/>
                  </a:cubicBezTo>
                  <a:cubicBezTo>
                    <a:pt x="6269" y="5565"/>
                    <a:pt x="6275" y="5563"/>
                    <a:pt x="6278" y="5563"/>
                  </a:cubicBezTo>
                  <a:cubicBezTo>
                    <a:pt x="6295" y="5563"/>
                    <a:pt x="6271" y="5603"/>
                    <a:pt x="6322" y="5643"/>
                  </a:cubicBezTo>
                  <a:cubicBezTo>
                    <a:pt x="6368" y="5674"/>
                    <a:pt x="6464" y="5706"/>
                    <a:pt x="6544" y="5706"/>
                  </a:cubicBezTo>
                  <a:cubicBezTo>
                    <a:pt x="6591" y="5706"/>
                    <a:pt x="6632" y="5695"/>
                    <a:pt x="6654" y="5668"/>
                  </a:cubicBezTo>
                  <a:cubicBezTo>
                    <a:pt x="6701" y="5629"/>
                    <a:pt x="6744" y="5599"/>
                    <a:pt x="6768" y="5599"/>
                  </a:cubicBezTo>
                  <a:cubicBezTo>
                    <a:pt x="6782" y="5599"/>
                    <a:pt x="6790" y="5609"/>
                    <a:pt x="6790" y="5631"/>
                  </a:cubicBezTo>
                  <a:cubicBezTo>
                    <a:pt x="6790" y="5680"/>
                    <a:pt x="6716" y="5754"/>
                    <a:pt x="6740" y="5791"/>
                  </a:cubicBezTo>
                  <a:cubicBezTo>
                    <a:pt x="6851" y="5840"/>
                    <a:pt x="6962" y="5914"/>
                    <a:pt x="7073" y="5976"/>
                  </a:cubicBezTo>
                  <a:cubicBezTo>
                    <a:pt x="7184" y="6087"/>
                    <a:pt x="7295" y="6198"/>
                    <a:pt x="7418" y="6284"/>
                  </a:cubicBezTo>
                  <a:cubicBezTo>
                    <a:pt x="7421" y="6285"/>
                    <a:pt x="7424" y="6285"/>
                    <a:pt x="7428" y="6285"/>
                  </a:cubicBezTo>
                  <a:cubicBezTo>
                    <a:pt x="7469" y="6285"/>
                    <a:pt x="7554" y="6221"/>
                    <a:pt x="7554" y="6198"/>
                  </a:cubicBezTo>
                  <a:cubicBezTo>
                    <a:pt x="7554" y="6173"/>
                    <a:pt x="7504" y="6099"/>
                    <a:pt x="7504" y="6075"/>
                  </a:cubicBezTo>
                  <a:cubicBezTo>
                    <a:pt x="7504" y="6070"/>
                    <a:pt x="7509" y="6068"/>
                    <a:pt x="7515" y="6068"/>
                  </a:cubicBezTo>
                  <a:cubicBezTo>
                    <a:pt x="7543" y="6068"/>
                    <a:pt x="7615" y="6102"/>
                    <a:pt x="7615" y="6111"/>
                  </a:cubicBezTo>
                  <a:cubicBezTo>
                    <a:pt x="7628" y="6124"/>
                    <a:pt x="7665" y="6222"/>
                    <a:pt x="7689" y="6222"/>
                  </a:cubicBezTo>
                  <a:cubicBezTo>
                    <a:pt x="7726" y="6235"/>
                    <a:pt x="7775" y="6235"/>
                    <a:pt x="7812" y="6235"/>
                  </a:cubicBezTo>
                  <a:cubicBezTo>
                    <a:pt x="7812" y="6222"/>
                    <a:pt x="7763" y="6050"/>
                    <a:pt x="7751" y="5988"/>
                  </a:cubicBezTo>
                  <a:cubicBezTo>
                    <a:pt x="7742" y="5943"/>
                    <a:pt x="7733" y="5891"/>
                    <a:pt x="7743" y="5891"/>
                  </a:cubicBezTo>
                  <a:cubicBezTo>
                    <a:pt x="7747" y="5891"/>
                    <a:pt x="7753" y="5898"/>
                    <a:pt x="7763" y="5914"/>
                  </a:cubicBezTo>
                  <a:cubicBezTo>
                    <a:pt x="7825" y="6025"/>
                    <a:pt x="7886" y="6148"/>
                    <a:pt x="7948" y="6259"/>
                  </a:cubicBezTo>
                  <a:cubicBezTo>
                    <a:pt x="7985" y="6306"/>
                    <a:pt x="8009" y="6346"/>
                    <a:pt x="8034" y="6346"/>
                  </a:cubicBezTo>
                  <a:cubicBezTo>
                    <a:pt x="8042" y="6346"/>
                    <a:pt x="8050" y="6342"/>
                    <a:pt x="8059" y="6333"/>
                  </a:cubicBezTo>
                  <a:cubicBezTo>
                    <a:pt x="8088" y="6294"/>
                    <a:pt x="8125" y="6232"/>
                    <a:pt x="8127" y="6232"/>
                  </a:cubicBezTo>
                  <a:lnTo>
                    <a:pt x="8127" y="6232"/>
                  </a:lnTo>
                  <a:cubicBezTo>
                    <a:pt x="8128" y="6232"/>
                    <a:pt x="8126" y="6237"/>
                    <a:pt x="8120" y="6247"/>
                  </a:cubicBezTo>
                  <a:cubicBezTo>
                    <a:pt x="8108" y="6321"/>
                    <a:pt x="8133" y="6395"/>
                    <a:pt x="8194" y="6456"/>
                  </a:cubicBezTo>
                  <a:cubicBezTo>
                    <a:pt x="8256" y="6506"/>
                    <a:pt x="8256" y="6543"/>
                    <a:pt x="8281" y="6543"/>
                  </a:cubicBezTo>
                  <a:cubicBezTo>
                    <a:pt x="8305" y="6543"/>
                    <a:pt x="8281" y="6580"/>
                    <a:pt x="8268" y="6592"/>
                  </a:cubicBezTo>
                  <a:cubicBezTo>
                    <a:pt x="8244" y="6617"/>
                    <a:pt x="8268" y="6654"/>
                    <a:pt x="8293" y="6654"/>
                  </a:cubicBezTo>
                  <a:cubicBezTo>
                    <a:pt x="8318" y="6666"/>
                    <a:pt x="8318" y="6678"/>
                    <a:pt x="8293" y="6691"/>
                  </a:cubicBezTo>
                  <a:cubicBezTo>
                    <a:pt x="8268" y="6703"/>
                    <a:pt x="8231" y="6740"/>
                    <a:pt x="8268" y="6752"/>
                  </a:cubicBezTo>
                  <a:cubicBezTo>
                    <a:pt x="8318" y="6777"/>
                    <a:pt x="8367" y="6814"/>
                    <a:pt x="8404" y="6863"/>
                  </a:cubicBezTo>
                  <a:cubicBezTo>
                    <a:pt x="8465" y="6949"/>
                    <a:pt x="8527" y="7036"/>
                    <a:pt x="8613" y="7110"/>
                  </a:cubicBezTo>
                  <a:cubicBezTo>
                    <a:pt x="8619" y="7110"/>
                    <a:pt x="8635" y="7106"/>
                    <a:pt x="8647" y="7106"/>
                  </a:cubicBezTo>
                  <a:cubicBezTo>
                    <a:pt x="8660" y="7106"/>
                    <a:pt x="8669" y="7110"/>
                    <a:pt x="8663" y="7122"/>
                  </a:cubicBezTo>
                  <a:cubicBezTo>
                    <a:pt x="8613" y="7183"/>
                    <a:pt x="8589" y="7257"/>
                    <a:pt x="8576" y="7331"/>
                  </a:cubicBezTo>
                  <a:cubicBezTo>
                    <a:pt x="8576" y="7353"/>
                    <a:pt x="8583" y="7363"/>
                    <a:pt x="8592" y="7363"/>
                  </a:cubicBezTo>
                  <a:cubicBezTo>
                    <a:pt x="8604" y="7363"/>
                    <a:pt x="8619" y="7347"/>
                    <a:pt x="8626" y="7319"/>
                  </a:cubicBezTo>
                  <a:cubicBezTo>
                    <a:pt x="8633" y="7291"/>
                    <a:pt x="8644" y="7262"/>
                    <a:pt x="8657" y="7262"/>
                  </a:cubicBezTo>
                  <a:cubicBezTo>
                    <a:pt x="8666" y="7262"/>
                    <a:pt x="8677" y="7277"/>
                    <a:pt x="8687" y="7319"/>
                  </a:cubicBezTo>
                  <a:cubicBezTo>
                    <a:pt x="8706" y="7405"/>
                    <a:pt x="8726" y="7454"/>
                    <a:pt x="8733" y="7454"/>
                  </a:cubicBezTo>
                  <a:cubicBezTo>
                    <a:pt x="8735" y="7454"/>
                    <a:pt x="8737" y="7450"/>
                    <a:pt x="8737" y="7442"/>
                  </a:cubicBezTo>
                  <a:cubicBezTo>
                    <a:pt x="8746" y="7413"/>
                    <a:pt x="8741" y="7369"/>
                    <a:pt x="8744" y="7369"/>
                  </a:cubicBezTo>
                  <a:lnTo>
                    <a:pt x="8744" y="7369"/>
                  </a:lnTo>
                  <a:cubicBezTo>
                    <a:pt x="8745" y="7369"/>
                    <a:pt x="8746" y="7373"/>
                    <a:pt x="8749" y="7381"/>
                  </a:cubicBezTo>
                  <a:cubicBezTo>
                    <a:pt x="8761" y="7405"/>
                    <a:pt x="8773" y="7479"/>
                    <a:pt x="8823" y="7479"/>
                  </a:cubicBezTo>
                  <a:cubicBezTo>
                    <a:pt x="8829" y="7481"/>
                    <a:pt x="8833" y="7482"/>
                    <a:pt x="8836" y="7482"/>
                  </a:cubicBezTo>
                  <a:cubicBezTo>
                    <a:pt x="8845" y="7482"/>
                    <a:pt x="8847" y="7477"/>
                    <a:pt x="8851" y="7477"/>
                  </a:cubicBezTo>
                  <a:cubicBezTo>
                    <a:pt x="8856" y="7477"/>
                    <a:pt x="8863" y="7482"/>
                    <a:pt x="8884" y="7504"/>
                  </a:cubicBezTo>
                  <a:cubicBezTo>
                    <a:pt x="8914" y="7534"/>
                    <a:pt x="8958" y="7550"/>
                    <a:pt x="8990" y="7550"/>
                  </a:cubicBezTo>
                  <a:cubicBezTo>
                    <a:pt x="9011" y="7550"/>
                    <a:pt x="9027" y="7543"/>
                    <a:pt x="9032" y="7528"/>
                  </a:cubicBezTo>
                  <a:cubicBezTo>
                    <a:pt x="9053" y="7508"/>
                    <a:pt x="9048" y="7461"/>
                    <a:pt x="9053" y="7461"/>
                  </a:cubicBezTo>
                  <a:cubicBezTo>
                    <a:pt x="9054" y="7461"/>
                    <a:pt x="9055" y="7463"/>
                    <a:pt x="9057" y="7467"/>
                  </a:cubicBezTo>
                  <a:cubicBezTo>
                    <a:pt x="9069" y="7491"/>
                    <a:pt x="9069" y="7504"/>
                    <a:pt x="9082" y="7516"/>
                  </a:cubicBezTo>
                  <a:cubicBezTo>
                    <a:pt x="9082" y="7541"/>
                    <a:pt x="9106" y="7565"/>
                    <a:pt x="9118" y="7578"/>
                  </a:cubicBezTo>
                  <a:cubicBezTo>
                    <a:pt x="9143" y="7578"/>
                    <a:pt x="9082" y="7602"/>
                    <a:pt x="9045" y="7639"/>
                  </a:cubicBezTo>
                  <a:cubicBezTo>
                    <a:pt x="9008" y="7676"/>
                    <a:pt x="8946" y="7750"/>
                    <a:pt x="8971" y="7775"/>
                  </a:cubicBezTo>
                  <a:cubicBezTo>
                    <a:pt x="8995" y="7812"/>
                    <a:pt x="9057" y="7935"/>
                    <a:pt x="9082" y="7935"/>
                  </a:cubicBezTo>
                  <a:cubicBezTo>
                    <a:pt x="9118" y="7935"/>
                    <a:pt x="9106" y="7935"/>
                    <a:pt x="9082" y="7960"/>
                  </a:cubicBezTo>
                  <a:cubicBezTo>
                    <a:pt x="9062" y="7988"/>
                    <a:pt x="9043" y="8017"/>
                    <a:pt x="9024" y="8017"/>
                  </a:cubicBezTo>
                  <a:cubicBezTo>
                    <a:pt x="9019" y="8017"/>
                    <a:pt x="9013" y="8015"/>
                    <a:pt x="9008" y="8009"/>
                  </a:cubicBezTo>
                  <a:cubicBezTo>
                    <a:pt x="8988" y="7980"/>
                    <a:pt x="8977" y="7936"/>
                    <a:pt x="8961" y="7936"/>
                  </a:cubicBezTo>
                  <a:cubicBezTo>
                    <a:pt x="8956" y="7936"/>
                    <a:pt x="8951" y="7939"/>
                    <a:pt x="8946" y="7947"/>
                  </a:cubicBezTo>
                  <a:cubicBezTo>
                    <a:pt x="8934" y="7997"/>
                    <a:pt x="8971" y="7997"/>
                    <a:pt x="8995" y="8034"/>
                  </a:cubicBezTo>
                  <a:cubicBezTo>
                    <a:pt x="9020" y="8058"/>
                    <a:pt x="8995" y="8108"/>
                    <a:pt x="8995" y="8120"/>
                  </a:cubicBezTo>
                  <a:cubicBezTo>
                    <a:pt x="8995" y="8145"/>
                    <a:pt x="9032" y="8231"/>
                    <a:pt x="9069" y="8280"/>
                  </a:cubicBezTo>
                  <a:cubicBezTo>
                    <a:pt x="9079" y="8290"/>
                    <a:pt x="9087" y="8293"/>
                    <a:pt x="9093" y="8293"/>
                  </a:cubicBezTo>
                  <a:cubicBezTo>
                    <a:pt x="9113" y="8293"/>
                    <a:pt x="9125" y="8261"/>
                    <a:pt x="9143" y="8243"/>
                  </a:cubicBezTo>
                  <a:cubicBezTo>
                    <a:pt x="9180" y="8231"/>
                    <a:pt x="9229" y="8243"/>
                    <a:pt x="9242" y="8218"/>
                  </a:cubicBezTo>
                  <a:cubicBezTo>
                    <a:pt x="9242" y="8189"/>
                    <a:pt x="9258" y="8134"/>
                    <a:pt x="9264" y="8134"/>
                  </a:cubicBezTo>
                  <a:cubicBezTo>
                    <a:pt x="9265" y="8134"/>
                    <a:pt x="9266" y="8137"/>
                    <a:pt x="9266" y="8145"/>
                  </a:cubicBezTo>
                  <a:cubicBezTo>
                    <a:pt x="9266" y="8194"/>
                    <a:pt x="9316" y="8206"/>
                    <a:pt x="9340" y="8243"/>
                  </a:cubicBezTo>
                  <a:cubicBezTo>
                    <a:pt x="9353" y="8280"/>
                    <a:pt x="9340" y="8268"/>
                    <a:pt x="9316" y="8317"/>
                  </a:cubicBezTo>
                  <a:cubicBezTo>
                    <a:pt x="9316" y="8366"/>
                    <a:pt x="9303" y="8416"/>
                    <a:pt x="9279" y="8465"/>
                  </a:cubicBezTo>
                  <a:cubicBezTo>
                    <a:pt x="9262" y="8498"/>
                    <a:pt x="9268" y="8514"/>
                    <a:pt x="9284" y="8514"/>
                  </a:cubicBezTo>
                  <a:cubicBezTo>
                    <a:pt x="9292" y="8514"/>
                    <a:pt x="9303" y="8510"/>
                    <a:pt x="9316" y="8502"/>
                  </a:cubicBezTo>
                  <a:cubicBezTo>
                    <a:pt x="9340" y="8477"/>
                    <a:pt x="9365" y="8440"/>
                    <a:pt x="9402" y="8440"/>
                  </a:cubicBezTo>
                  <a:cubicBezTo>
                    <a:pt x="9427" y="8440"/>
                    <a:pt x="9439" y="8428"/>
                    <a:pt x="9427" y="8391"/>
                  </a:cubicBezTo>
                  <a:cubicBezTo>
                    <a:pt x="9427" y="8374"/>
                    <a:pt x="9427" y="8351"/>
                    <a:pt x="9435" y="8351"/>
                  </a:cubicBezTo>
                  <a:cubicBezTo>
                    <a:pt x="9438" y="8351"/>
                    <a:pt x="9444" y="8355"/>
                    <a:pt x="9451" y="8366"/>
                  </a:cubicBezTo>
                  <a:cubicBezTo>
                    <a:pt x="9463" y="8391"/>
                    <a:pt x="9488" y="8428"/>
                    <a:pt x="9513" y="8440"/>
                  </a:cubicBezTo>
                  <a:cubicBezTo>
                    <a:pt x="9537" y="8465"/>
                    <a:pt x="9463" y="8453"/>
                    <a:pt x="9500" y="8526"/>
                  </a:cubicBezTo>
                  <a:cubicBezTo>
                    <a:pt x="9525" y="8588"/>
                    <a:pt x="9525" y="8600"/>
                    <a:pt x="9562" y="8625"/>
                  </a:cubicBezTo>
                  <a:cubicBezTo>
                    <a:pt x="9574" y="8634"/>
                    <a:pt x="9588" y="8638"/>
                    <a:pt x="9601" y="8638"/>
                  </a:cubicBezTo>
                  <a:cubicBezTo>
                    <a:pt x="9644" y="8638"/>
                    <a:pt x="9691" y="8601"/>
                    <a:pt x="9710" y="8563"/>
                  </a:cubicBezTo>
                  <a:cubicBezTo>
                    <a:pt x="9723" y="8546"/>
                    <a:pt x="9730" y="8540"/>
                    <a:pt x="9732" y="8540"/>
                  </a:cubicBezTo>
                  <a:cubicBezTo>
                    <a:pt x="9737" y="8540"/>
                    <a:pt x="9726" y="8564"/>
                    <a:pt x="9710" y="8588"/>
                  </a:cubicBezTo>
                  <a:cubicBezTo>
                    <a:pt x="9693" y="8621"/>
                    <a:pt x="9693" y="8621"/>
                    <a:pt x="9710" y="8621"/>
                  </a:cubicBezTo>
                  <a:cubicBezTo>
                    <a:pt x="9718" y="8621"/>
                    <a:pt x="9730" y="8621"/>
                    <a:pt x="9747" y="8625"/>
                  </a:cubicBezTo>
                  <a:cubicBezTo>
                    <a:pt x="9808" y="8625"/>
                    <a:pt x="9821" y="8637"/>
                    <a:pt x="9747" y="8650"/>
                  </a:cubicBezTo>
                  <a:cubicBezTo>
                    <a:pt x="9685" y="8650"/>
                    <a:pt x="9685" y="8687"/>
                    <a:pt x="9636" y="8711"/>
                  </a:cubicBezTo>
                  <a:cubicBezTo>
                    <a:pt x="9587" y="8736"/>
                    <a:pt x="9537" y="8773"/>
                    <a:pt x="9562" y="8835"/>
                  </a:cubicBezTo>
                  <a:cubicBezTo>
                    <a:pt x="9574" y="8863"/>
                    <a:pt x="9596" y="8873"/>
                    <a:pt x="9619" y="8873"/>
                  </a:cubicBezTo>
                  <a:cubicBezTo>
                    <a:pt x="9645" y="8873"/>
                    <a:pt x="9672" y="8860"/>
                    <a:pt x="9685" y="8847"/>
                  </a:cubicBezTo>
                  <a:cubicBezTo>
                    <a:pt x="9693" y="8839"/>
                    <a:pt x="9706" y="8836"/>
                    <a:pt x="9720" y="8836"/>
                  </a:cubicBezTo>
                  <a:cubicBezTo>
                    <a:pt x="9748" y="8836"/>
                    <a:pt x="9784" y="8847"/>
                    <a:pt x="9808" y="8847"/>
                  </a:cubicBezTo>
                  <a:cubicBezTo>
                    <a:pt x="9845" y="8847"/>
                    <a:pt x="9870" y="8871"/>
                    <a:pt x="9821" y="8871"/>
                  </a:cubicBezTo>
                  <a:cubicBezTo>
                    <a:pt x="9772" y="8871"/>
                    <a:pt x="9722" y="8884"/>
                    <a:pt x="9673" y="8908"/>
                  </a:cubicBezTo>
                  <a:cubicBezTo>
                    <a:pt x="9636" y="8945"/>
                    <a:pt x="9599" y="8995"/>
                    <a:pt x="9661" y="8995"/>
                  </a:cubicBezTo>
                  <a:cubicBezTo>
                    <a:pt x="9722" y="8995"/>
                    <a:pt x="9772" y="9019"/>
                    <a:pt x="9698" y="9019"/>
                  </a:cubicBezTo>
                  <a:cubicBezTo>
                    <a:pt x="9624" y="9019"/>
                    <a:pt x="9636" y="9093"/>
                    <a:pt x="9710" y="9130"/>
                  </a:cubicBezTo>
                  <a:cubicBezTo>
                    <a:pt x="9755" y="9148"/>
                    <a:pt x="9807" y="9160"/>
                    <a:pt x="9855" y="9160"/>
                  </a:cubicBezTo>
                  <a:cubicBezTo>
                    <a:pt x="9873" y="9160"/>
                    <a:pt x="9891" y="9158"/>
                    <a:pt x="9907" y="9155"/>
                  </a:cubicBezTo>
                  <a:cubicBezTo>
                    <a:pt x="9969" y="9155"/>
                    <a:pt x="9944" y="9216"/>
                    <a:pt x="9993" y="9229"/>
                  </a:cubicBezTo>
                  <a:cubicBezTo>
                    <a:pt x="10002" y="9232"/>
                    <a:pt x="10010" y="9234"/>
                    <a:pt x="10018" y="9234"/>
                  </a:cubicBezTo>
                  <a:cubicBezTo>
                    <a:pt x="10071" y="9234"/>
                    <a:pt x="10117" y="9173"/>
                    <a:pt x="10117" y="9130"/>
                  </a:cubicBezTo>
                  <a:cubicBezTo>
                    <a:pt x="10121" y="9113"/>
                    <a:pt x="10125" y="9106"/>
                    <a:pt x="10129" y="9106"/>
                  </a:cubicBezTo>
                  <a:cubicBezTo>
                    <a:pt x="10136" y="9106"/>
                    <a:pt x="10141" y="9127"/>
                    <a:pt x="10141" y="9143"/>
                  </a:cubicBezTo>
                  <a:cubicBezTo>
                    <a:pt x="10141" y="9180"/>
                    <a:pt x="10092" y="9229"/>
                    <a:pt x="10080" y="9253"/>
                  </a:cubicBezTo>
                  <a:cubicBezTo>
                    <a:pt x="10055" y="9278"/>
                    <a:pt x="10104" y="9290"/>
                    <a:pt x="10129" y="9315"/>
                  </a:cubicBezTo>
                  <a:cubicBezTo>
                    <a:pt x="10145" y="9325"/>
                    <a:pt x="10163" y="9330"/>
                    <a:pt x="10179" y="9330"/>
                  </a:cubicBezTo>
                  <a:cubicBezTo>
                    <a:pt x="10225" y="9330"/>
                    <a:pt x="10264" y="9295"/>
                    <a:pt x="10264" y="9241"/>
                  </a:cubicBezTo>
                  <a:cubicBezTo>
                    <a:pt x="10264" y="9182"/>
                    <a:pt x="10282" y="9140"/>
                    <a:pt x="10293" y="9140"/>
                  </a:cubicBezTo>
                  <a:cubicBezTo>
                    <a:pt x="10298" y="9140"/>
                    <a:pt x="10301" y="9148"/>
                    <a:pt x="10301" y="9167"/>
                  </a:cubicBezTo>
                  <a:cubicBezTo>
                    <a:pt x="10301" y="9216"/>
                    <a:pt x="10289" y="9266"/>
                    <a:pt x="10277" y="9315"/>
                  </a:cubicBezTo>
                  <a:cubicBezTo>
                    <a:pt x="10270" y="9335"/>
                    <a:pt x="10282" y="9345"/>
                    <a:pt x="10300" y="9345"/>
                  </a:cubicBezTo>
                  <a:cubicBezTo>
                    <a:pt x="10315" y="9345"/>
                    <a:pt x="10334" y="9338"/>
                    <a:pt x="10351" y="9327"/>
                  </a:cubicBezTo>
                  <a:cubicBezTo>
                    <a:pt x="10364" y="9314"/>
                    <a:pt x="10378" y="9304"/>
                    <a:pt x="10381" y="9304"/>
                  </a:cubicBezTo>
                  <a:cubicBezTo>
                    <a:pt x="10384" y="9304"/>
                    <a:pt x="10380" y="9311"/>
                    <a:pt x="10363" y="9327"/>
                  </a:cubicBezTo>
                  <a:cubicBezTo>
                    <a:pt x="10338" y="9377"/>
                    <a:pt x="10326" y="9426"/>
                    <a:pt x="10363" y="9475"/>
                  </a:cubicBezTo>
                  <a:cubicBezTo>
                    <a:pt x="10371" y="9517"/>
                    <a:pt x="10430" y="9575"/>
                    <a:pt x="10471" y="9575"/>
                  </a:cubicBezTo>
                  <a:cubicBezTo>
                    <a:pt x="10491" y="9575"/>
                    <a:pt x="10507" y="9561"/>
                    <a:pt x="10511" y="9525"/>
                  </a:cubicBezTo>
                  <a:cubicBezTo>
                    <a:pt x="10519" y="9450"/>
                    <a:pt x="10527" y="9409"/>
                    <a:pt x="10532" y="9409"/>
                  </a:cubicBezTo>
                  <a:cubicBezTo>
                    <a:pt x="10534" y="9409"/>
                    <a:pt x="10535" y="9418"/>
                    <a:pt x="10535" y="9438"/>
                  </a:cubicBezTo>
                  <a:cubicBezTo>
                    <a:pt x="10548" y="9488"/>
                    <a:pt x="10548" y="9537"/>
                    <a:pt x="10572" y="9586"/>
                  </a:cubicBezTo>
                  <a:cubicBezTo>
                    <a:pt x="10572" y="9635"/>
                    <a:pt x="10523" y="9623"/>
                    <a:pt x="10511" y="9635"/>
                  </a:cubicBezTo>
                  <a:cubicBezTo>
                    <a:pt x="10511" y="9648"/>
                    <a:pt x="10535" y="9660"/>
                    <a:pt x="10585" y="9672"/>
                  </a:cubicBezTo>
                  <a:cubicBezTo>
                    <a:pt x="10604" y="9672"/>
                    <a:pt x="10626" y="9674"/>
                    <a:pt x="10646" y="9674"/>
                  </a:cubicBezTo>
                  <a:cubicBezTo>
                    <a:pt x="10675" y="9674"/>
                    <a:pt x="10701" y="9670"/>
                    <a:pt x="10708" y="9648"/>
                  </a:cubicBezTo>
                  <a:cubicBezTo>
                    <a:pt x="10708" y="9628"/>
                    <a:pt x="10708" y="9615"/>
                    <a:pt x="10710" y="9615"/>
                  </a:cubicBezTo>
                  <a:cubicBezTo>
                    <a:pt x="10711" y="9615"/>
                    <a:pt x="10715" y="9625"/>
                    <a:pt x="10720" y="9648"/>
                  </a:cubicBezTo>
                  <a:cubicBezTo>
                    <a:pt x="10745" y="9697"/>
                    <a:pt x="10757" y="9734"/>
                    <a:pt x="10770" y="9783"/>
                  </a:cubicBezTo>
                  <a:cubicBezTo>
                    <a:pt x="10782" y="9808"/>
                    <a:pt x="10794" y="9833"/>
                    <a:pt x="10819" y="9857"/>
                  </a:cubicBezTo>
                  <a:cubicBezTo>
                    <a:pt x="10843" y="9882"/>
                    <a:pt x="10868" y="9906"/>
                    <a:pt x="10868" y="9931"/>
                  </a:cubicBezTo>
                  <a:cubicBezTo>
                    <a:pt x="10868" y="9956"/>
                    <a:pt x="10905" y="10079"/>
                    <a:pt x="10905" y="10153"/>
                  </a:cubicBezTo>
                  <a:cubicBezTo>
                    <a:pt x="10905" y="10227"/>
                    <a:pt x="10942" y="10412"/>
                    <a:pt x="10880" y="10424"/>
                  </a:cubicBezTo>
                  <a:cubicBezTo>
                    <a:pt x="10852" y="10435"/>
                    <a:pt x="10810" y="10444"/>
                    <a:pt x="10777" y="10444"/>
                  </a:cubicBezTo>
                  <a:cubicBezTo>
                    <a:pt x="10739" y="10444"/>
                    <a:pt x="10713" y="10432"/>
                    <a:pt x="10733" y="10399"/>
                  </a:cubicBezTo>
                  <a:cubicBezTo>
                    <a:pt x="10782" y="10338"/>
                    <a:pt x="10868" y="10215"/>
                    <a:pt x="10819" y="10190"/>
                  </a:cubicBezTo>
                  <a:cubicBezTo>
                    <a:pt x="10770" y="10153"/>
                    <a:pt x="10609" y="10178"/>
                    <a:pt x="10535" y="10141"/>
                  </a:cubicBezTo>
                  <a:cubicBezTo>
                    <a:pt x="10482" y="10114"/>
                    <a:pt x="10417" y="10062"/>
                    <a:pt x="10379" y="10062"/>
                  </a:cubicBezTo>
                  <a:cubicBezTo>
                    <a:pt x="10365" y="10062"/>
                    <a:pt x="10354" y="10070"/>
                    <a:pt x="10351" y="10091"/>
                  </a:cubicBezTo>
                  <a:cubicBezTo>
                    <a:pt x="10363" y="10227"/>
                    <a:pt x="10412" y="10375"/>
                    <a:pt x="10486" y="10498"/>
                  </a:cubicBezTo>
                  <a:cubicBezTo>
                    <a:pt x="10560" y="10609"/>
                    <a:pt x="10462" y="10695"/>
                    <a:pt x="10523" y="10744"/>
                  </a:cubicBezTo>
                  <a:cubicBezTo>
                    <a:pt x="10585" y="10794"/>
                    <a:pt x="10745" y="10806"/>
                    <a:pt x="10683" y="10818"/>
                  </a:cubicBezTo>
                  <a:cubicBezTo>
                    <a:pt x="10597" y="10818"/>
                    <a:pt x="10535" y="10880"/>
                    <a:pt x="10535" y="10966"/>
                  </a:cubicBezTo>
                  <a:cubicBezTo>
                    <a:pt x="10535" y="11065"/>
                    <a:pt x="10560" y="11225"/>
                    <a:pt x="10560" y="11274"/>
                  </a:cubicBezTo>
                  <a:cubicBezTo>
                    <a:pt x="10548" y="11422"/>
                    <a:pt x="10535" y="11558"/>
                    <a:pt x="10498" y="11705"/>
                  </a:cubicBezTo>
                  <a:cubicBezTo>
                    <a:pt x="10474" y="11816"/>
                    <a:pt x="10412" y="11890"/>
                    <a:pt x="10425" y="11989"/>
                  </a:cubicBezTo>
                  <a:cubicBezTo>
                    <a:pt x="10412" y="12075"/>
                    <a:pt x="10425" y="12161"/>
                    <a:pt x="10462" y="12248"/>
                  </a:cubicBezTo>
                  <a:cubicBezTo>
                    <a:pt x="10498" y="12346"/>
                    <a:pt x="10523" y="12445"/>
                    <a:pt x="10511" y="12556"/>
                  </a:cubicBezTo>
                  <a:cubicBezTo>
                    <a:pt x="10511" y="12630"/>
                    <a:pt x="10449" y="12765"/>
                    <a:pt x="10462" y="12814"/>
                  </a:cubicBezTo>
                  <a:cubicBezTo>
                    <a:pt x="10474" y="12864"/>
                    <a:pt x="10560" y="12938"/>
                    <a:pt x="10560" y="13036"/>
                  </a:cubicBezTo>
                  <a:cubicBezTo>
                    <a:pt x="10560" y="13135"/>
                    <a:pt x="10585" y="13233"/>
                    <a:pt x="10634" y="13320"/>
                  </a:cubicBezTo>
                  <a:cubicBezTo>
                    <a:pt x="10696" y="13393"/>
                    <a:pt x="10720" y="13393"/>
                    <a:pt x="10770" y="13480"/>
                  </a:cubicBezTo>
                  <a:cubicBezTo>
                    <a:pt x="10807" y="13566"/>
                    <a:pt x="10807" y="13628"/>
                    <a:pt x="10831" y="13628"/>
                  </a:cubicBezTo>
                  <a:cubicBezTo>
                    <a:pt x="10851" y="13628"/>
                    <a:pt x="10871" y="13580"/>
                    <a:pt x="10884" y="13580"/>
                  </a:cubicBezTo>
                  <a:cubicBezTo>
                    <a:pt x="10887" y="13580"/>
                    <a:pt x="10890" y="13583"/>
                    <a:pt x="10893" y="13591"/>
                  </a:cubicBezTo>
                  <a:cubicBezTo>
                    <a:pt x="10917" y="13628"/>
                    <a:pt x="10979" y="13714"/>
                    <a:pt x="10954" y="13726"/>
                  </a:cubicBezTo>
                  <a:cubicBezTo>
                    <a:pt x="10951" y="13728"/>
                    <a:pt x="10948" y="13728"/>
                    <a:pt x="10945" y="13728"/>
                  </a:cubicBezTo>
                  <a:cubicBezTo>
                    <a:pt x="10927" y="13728"/>
                    <a:pt x="10905" y="13712"/>
                    <a:pt x="10895" y="13712"/>
                  </a:cubicBezTo>
                  <a:cubicBezTo>
                    <a:pt x="10891" y="13712"/>
                    <a:pt x="10889" y="13716"/>
                    <a:pt x="10893" y="13726"/>
                  </a:cubicBezTo>
                  <a:cubicBezTo>
                    <a:pt x="10905" y="13800"/>
                    <a:pt x="10930" y="13862"/>
                    <a:pt x="10967" y="13923"/>
                  </a:cubicBezTo>
                  <a:cubicBezTo>
                    <a:pt x="11016" y="13960"/>
                    <a:pt x="11065" y="13960"/>
                    <a:pt x="11065" y="13997"/>
                  </a:cubicBezTo>
                  <a:cubicBezTo>
                    <a:pt x="11065" y="14046"/>
                    <a:pt x="11016" y="14108"/>
                    <a:pt x="11041" y="14157"/>
                  </a:cubicBezTo>
                  <a:cubicBezTo>
                    <a:pt x="11078" y="14207"/>
                    <a:pt x="11287" y="14453"/>
                    <a:pt x="11324" y="14539"/>
                  </a:cubicBezTo>
                  <a:cubicBezTo>
                    <a:pt x="11349" y="14626"/>
                    <a:pt x="11324" y="14675"/>
                    <a:pt x="11386" y="14687"/>
                  </a:cubicBezTo>
                  <a:cubicBezTo>
                    <a:pt x="11509" y="14736"/>
                    <a:pt x="11620" y="14786"/>
                    <a:pt x="11718" y="14847"/>
                  </a:cubicBezTo>
                  <a:cubicBezTo>
                    <a:pt x="11780" y="14884"/>
                    <a:pt x="11817" y="14847"/>
                    <a:pt x="11891" y="14897"/>
                  </a:cubicBezTo>
                  <a:cubicBezTo>
                    <a:pt x="11952" y="14946"/>
                    <a:pt x="12137" y="15131"/>
                    <a:pt x="12137" y="15205"/>
                  </a:cubicBezTo>
                  <a:cubicBezTo>
                    <a:pt x="12150" y="15242"/>
                    <a:pt x="12150" y="15291"/>
                    <a:pt x="12174" y="15328"/>
                  </a:cubicBezTo>
                  <a:cubicBezTo>
                    <a:pt x="12186" y="15402"/>
                    <a:pt x="12211" y="15463"/>
                    <a:pt x="12248" y="15525"/>
                  </a:cubicBezTo>
                  <a:cubicBezTo>
                    <a:pt x="12310" y="15599"/>
                    <a:pt x="12421" y="15895"/>
                    <a:pt x="12482" y="16018"/>
                  </a:cubicBezTo>
                  <a:cubicBezTo>
                    <a:pt x="12531" y="16141"/>
                    <a:pt x="12507" y="16166"/>
                    <a:pt x="12568" y="16227"/>
                  </a:cubicBezTo>
                  <a:cubicBezTo>
                    <a:pt x="12679" y="16314"/>
                    <a:pt x="12778" y="16412"/>
                    <a:pt x="12864" y="16535"/>
                  </a:cubicBezTo>
                  <a:cubicBezTo>
                    <a:pt x="12889" y="16622"/>
                    <a:pt x="12901" y="16708"/>
                    <a:pt x="12901" y="16794"/>
                  </a:cubicBezTo>
                  <a:cubicBezTo>
                    <a:pt x="12912" y="16828"/>
                    <a:pt x="12913" y="16841"/>
                    <a:pt x="12907" y="16841"/>
                  </a:cubicBezTo>
                  <a:cubicBezTo>
                    <a:pt x="12899" y="16841"/>
                    <a:pt x="12879" y="16821"/>
                    <a:pt x="12852" y="16794"/>
                  </a:cubicBezTo>
                  <a:cubicBezTo>
                    <a:pt x="12834" y="16777"/>
                    <a:pt x="12795" y="16765"/>
                    <a:pt x="12761" y="16765"/>
                  </a:cubicBezTo>
                  <a:cubicBezTo>
                    <a:pt x="12723" y="16765"/>
                    <a:pt x="12691" y="16780"/>
                    <a:pt x="12704" y="16819"/>
                  </a:cubicBezTo>
                  <a:cubicBezTo>
                    <a:pt x="12766" y="16917"/>
                    <a:pt x="12864" y="17004"/>
                    <a:pt x="12975" y="17053"/>
                  </a:cubicBezTo>
                  <a:cubicBezTo>
                    <a:pt x="13024" y="17053"/>
                    <a:pt x="13086" y="17065"/>
                    <a:pt x="13123" y="17102"/>
                  </a:cubicBezTo>
                  <a:cubicBezTo>
                    <a:pt x="13209" y="17188"/>
                    <a:pt x="13295" y="17275"/>
                    <a:pt x="13369" y="17373"/>
                  </a:cubicBezTo>
                  <a:cubicBezTo>
                    <a:pt x="13394" y="17423"/>
                    <a:pt x="13394" y="17484"/>
                    <a:pt x="13369" y="17546"/>
                  </a:cubicBezTo>
                  <a:cubicBezTo>
                    <a:pt x="13332" y="17595"/>
                    <a:pt x="13295" y="17620"/>
                    <a:pt x="13345" y="17657"/>
                  </a:cubicBezTo>
                  <a:cubicBezTo>
                    <a:pt x="13382" y="17706"/>
                    <a:pt x="13542" y="17817"/>
                    <a:pt x="13591" y="17878"/>
                  </a:cubicBezTo>
                  <a:cubicBezTo>
                    <a:pt x="13653" y="17940"/>
                    <a:pt x="13776" y="18063"/>
                    <a:pt x="13825" y="18137"/>
                  </a:cubicBezTo>
                  <a:cubicBezTo>
                    <a:pt x="13859" y="18188"/>
                    <a:pt x="13876" y="18216"/>
                    <a:pt x="13895" y="18216"/>
                  </a:cubicBezTo>
                  <a:cubicBezTo>
                    <a:pt x="13903" y="18216"/>
                    <a:pt x="13912" y="18210"/>
                    <a:pt x="13924" y="18199"/>
                  </a:cubicBezTo>
                  <a:cubicBezTo>
                    <a:pt x="13948" y="18162"/>
                    <a:pt x="14010" y="18088"/>
                    <a:pt x="13973" y="18051"/>
                  </a:cubicBezTo>
                  <a:cubicBezTo>
                    <a:pt x="13936" y="18002"/>
                    <a:pt x="13911" y="17989"/>
                    <a:pt x="13899" y="17940"/>
                  </a:cubicBezTo>
                  <a:cubicBezTo>
                    <a:pt x="13899" y="17891"/>
                    <a:pt x="13899" y="17854"/>
                    <a:pt x="13850" y="17841"/>
                  </a:cubicBezTo>
                  <a:cubicBezTo>
                    <a:pt x="13788" y="17817"/>
                    <a:pt x="13690" y="17854"/>
                    <a:pt x="13677" y="17768"/>
                  </a:cubicBezTo>
                  <a:cubicBezTo>
                    <a:pt x="13653" y="17669"/>
                    <a:pt x="13702" y="17644"/>
                    <a:pt x="13702" y="17620"/>
                  </a:cubicBezTo>
                  <a:cubicBezTo>
                    <a:pt x="13702" y="17595"/>
                    <a:pt x="13677" y="17607"/>
                    <a:pt x="13665" y="17583"/>
                  </a:cubicBezTo>
                  <a:cubicBezTo>
                    <a:pt x="13603" y="17484"/>
                    <a:pt x="13566" y="17386"/>
                    <a:pt x="13542" y="17287"/>
                  </a:cubicBezTo>
                  <a:cubicBezTo>
                    <a:pt x="13530" y="17213"/>
                    <a:pt x="13505" y="17151"/>
                    <a:pt x="13456" y="17090"/>
                  </a:cubicBezTo>
                  <a:cubicBezTo>
                    <a:pt x="13419" y="17053"/>
                    <a:pt x="13258" y="16843"/>
                    <a:pt x="13221" y="16806"/>
                  </a:cubicBezTo>
                  <a:cubicBezTo>
                    <a:pt x="13197" y="16770"/>
                    <a:pt x="13172" y="16597"/>
                    <a:pt x="13123" y="16535"/>
                  </a:cubicBezTo>
                  <a:cubicBezTo>
                    <a:pt x="13086" y="16486"/>
                    <a:pt x="13037" y="16461"/>
                    <a:pt x="13012" y="16425"/>
                  </a:cubicBezTo>
                  <a:cubicBezTo>
                    <a:pt x="12987" y="16351"/>
                    <a:pt x="12950" y="16289"/>
                    <a:pt x="12901" y="16227"/>
                  </a:cubicBezTo>
                  <a:cubicBezTo>
                    <a:pt x="12827" y="16166"/>
                    <a:pt x="12778" y="16129"/>
                    <a:pt x="12766" y="16055"/>
                  </a:cubicBezTo>
                  <a:cubicBezTo>
                    <a:pt x="12753" y="15981"/>
                    <a:pt x="12704" y="15661"/>
                    <a:pt x="12692" y="15611"/>
                  </a:cubicBezTo>
                  <a:cubicBezTo>
                    <a:pt x="12692" y="15574"/>
                    <a:pt x="12692" y="15537"/>
                    <a:pt x="12724" y="15537"/>
                  </a:cubicBezTo>
                  <a:cubicBezTo>
                    <a:pt x="12734" y="15537"/>
                    <a:pt x="12748" y="15541"/>
                    <a:pt x="12766" y="15550"/>
                  </a:cubicBezTo>
                  <a:cubicBezTo>
                    <a:pt x="12832" y="15594"/>
                    <a:pt x="12839" y="15638"/>
                    <a:pt x="12866" y="15638"/>
                  </a:cubicBezTo>
                  <a:cubicBezTo>
                    <a:pt x="12869" y="15638"/>
                    <a:pt x="12873" y="15637"/>
                    <a:pt x="12876" y="15636"/>
                  </a:cubicBezTo>
                  <a:cubicBezTo>
                    <a:pt x="12897" y="15629"/>
                    <a:pt x="12921" y="15619"/>
                    <a:pt x="12942" y="15619"/>
                  </a:cubicBezTo>
                  <a:cubicBezTo>
                    <a:pt x="12960" y="15619"/>
                    <a:pt x="12976" y="15626"/>
                    <a:pt x="12987" y="15648"/>
                  </a:cubicBezTo>
                  <a:cubicBezTo>
                    <a:pt x="13024" y="15698"/>
                    <a:pt x="13098" y="15673"/>
                    <a:pt x="13123" y="15710"/>
                  </a:cubicBezTo>
                  <a:cubicBezTo>
                    <a:pt x="13148" y="15747"/>
                    <a:pt x="13148" y="15919"/>
                    <a:pt x="13209" y="16092"/>
                  </a:cubicBezTo>
                  <a:cubicBezTo>
                    <a:pt x="13283" y="16264"/>
                    <a:pt x="13295" y="16314"/>
                    <a:pt x="13283" y="16351"/>
                  </a:cubicBezTo>
                  <a:cubicBezTo>
                    <a:pt x="13272" y="16383"/>
                    <a:pt x="13223" y="16454"/>
                    <a:pt x="13245" y="16454"/>
                  </a:cubicBezTo>
                  <a:cubicBezTo>
                    <a:pt x="13248" y="16454"/>
                    <a:pt x="13252" y="16452"/>
                    <a:pt x="13258" y="16449"/>
                  </a:cubicBezTo>
                  <a:cubicBezTo>
                    <a:pt x="13305" y="16421"/>
                    <a:pt x="13295" y="16345"/>
                    <a:pt x="13314" y="16345"/>
                  </a:cubicBezTo>
                  <a:cubicBezTo>
                    <a:pt x="13320" y="16345"/>
                    <a:pt x="13329" y="16354"/>
                    <a:pt x="13345" y="16375"/>
                  </a:cubicBezTo>
                  <a:cubicBezTo>
                    <a:pt x="13382" y="16449"/>
                    <a:pt x="13443" y="16523"/>
                    <a:pt x="13493" y="16585"/>
                  </a:cubicBezTo>
                  <a:cubicBezTo>
                    <a:pt x="13542" y="16646"/>
                    <a:pt x="13603" y="16696"/>
                    <a:pt x="13665" y="16720"/>
                  </a:cubicBezTo>
                  <a:cubicBezTo>
                    <a:pt x="13714" y="16745"/>
                    <a:pt x="13665" y="16794"/>
                    <a:pt x="13714" y="16868"/>
                  </a:cubicBezTo>
                  <a:cubicBezTo>
                    <a:pt x="13764" y="16930"/>
                    <a:pt x="13838" y="16942"/>
                    <a:pt x="13862" y="16991"/>
                  </a:cubicBezTo>
                  <a:cubicBezTo>
                    <a:pt x="13875" y="17041"/>
                    <a:pt x="13887" y="17102"/>
                    <a:pt x="13924" y="17115"/>
                  </a:cubicBezTo>
                  <a:cubicBezTo>
                    <a:pt x="13934" y="17115"/>
                    <a:pt x="13951" y="17111"/>
                    <a:pt x="13968" y="17111"/>
                  </a:cubicBezTo>
                  <a:cubicBezTo>
                    <a:pt x="13994" y="17111"/>
                    <a:pt x="14017" y="17119"/>
                    <a:pt x="14010" y="17164"/>
                  </a:cubicBezTo>
                  <a:cubicBezTo>
                    <a:pt x="14010" y="17225"/>
                    <a:pt x="13973" y="17250"/>
                    <a:pt x="13985" y="17312"/>
                  </a:cubicBezTo>
                  <a:cubicBezTo>
                    <a:pt x="14010" y="17386"/>
                    <a:pt x="14084" y="17423"/>
                    <a:pt x="14133" y="17447"/>
                  </a:cubicBezTo>
                  <a:cubicBezTo>
                    <a:pt x="14170" y="17484"/>
                    <a:pt x="14183" y="17521"/>
                    <a:pt x="14207" y="17521"/>
                  </a:cubicBezTo>
                  <a:cubicBezTo>
                    <a:pt x="14256" y="17546"/>
                    <a:pt x="14293" y="17595"/>
                    <a:pt x="14306" y="17644"/>
                  </a:cubicBezTo>
                  <a:cubicBezTo>
                    <a:pt x="14318" y="17681"/>
                    <a:pt x="14343" y="17706"/>
                    <a:pt x="14380" y="17731"/>
                  </a:cubicBezTo>
                  <a:cubicBezTo>
                    <a:pt x="14429" y="17792"/>
                    <a:pt x="14478" y="17841"/>
                    <a:pt x="14528" y="17903"/>
                  </a:cubicBezTo>
                  <a:cubicBezTo>
                    <a:pt x="14577" y="17977"/>
                    <a:pt x="14749" y="18162"/>
                    <a:pt x="14799" y="18236"/>
                  </a:cubicBezTo>
                  <a:cubicBezTo>
                    <a:pt x="14860" y="18322"/>
                    <a:pt x="14922" y="18396"/>
                    <a:pt x="14910" y="18458"/>
                  </a:cubicBezTo>
                  <a:cubicBezTo>
                    <a:pt x="14910" y="18519"/>
                    <a:pt x="14836" y="18556"/>
                    <a:pt x="14885" y="18568"/>
                  </a:cubicBezTo>
                  <a:cubicBezTo>
                    <a:pt x="14922" y="18568"/>
                    <a:pt x="14959" y="18568"/>
                    <a:pt x="14971" y="18618"/>
                  </a:cubicBezTo>
                  <a:cubicBezTo>
                    <a:pt x="14996" y="18667"/>
                    <a:pt x="14946" y="18753"/>
                    <a:pt x="14922" y="18803"/>
                  </a:cubicBezTo>
                  <a:cubicBezTo>
                    <a:pt x="14910" y="18852"/>
                    <a:pt x="14971" y="18839"/>
                    <a:pt x="14959" y="18864"/>
                  </a:cubicBezTo>
                  <a:cubicBezTo>
                    <a:pt x="14946" y="18901"/>
                    <a:pt x="14873" y="18975"/>
                    <a:pt x="14897" y="19024"/>
                  </a:cubicBezTo>
                  <a:cubicBezTo>
                    <a:pt x="14959" y="19135"/>
                    <a:pt x="15033" y="19234"/>
                    <a:pt x="15131" y="19332"/>
                  </a:cubicBezTo>
                  <a:cubicBezTo>
                    <a:pt x="15181" y="19357"/>
                    <a:pt x="15255" y="19357"/>
                    <a:pt x="15316" y="19443"/>
                  </a:cubicBezTo>
                  <a:cubicBezTo>
                    <a:pt x="15365" y="19517"/>
                    <a:pt x="15439" y="19591"/>
                    <a:pt x="15526" y="19628"/>
                  </a:cubicBezTo>
                  <a:cubicBezTo>
                    <a:pt x="15600" y="19653"/>
                    <a:pt x="15747" y="19665"/>
                    <a:pt x="15784" y="19690"/>
                  </a:cubicBezTo>
                  <a:cubicBezTo>
                    <a:pt x="15920" y="19788"/>
                    <a:pt x="16055" y="19887"/>
                    <a:pt x="16203" y="19973"/>
                  </a:cubicBezTo>
                  <a:cubicBezTo>
                    <a:pt x="16339" y="20035"/>
                    <a:pt x="16474" y="20096"/>
                    <a:pt x="16598" y="20158"/>
                  </a:cubicBezTo>
                  <a:cubicBezTo>
                    <a:pt x="16721" y="20219"/>
                    <a:pt x="16869" y="20244"/>
                    <a:pt x="16930" y="20293"/>
                  </a:cubicBezTo>
                  <a:cubicBezTo>
                    <a:pt x="16966" y="20309"/>
                    <a:pt x="17007" y="20316"/>
                    <a:pt x="17048" y="20316"/>
                  </a:cubicBezTo>
                  <a:cubicBezTo>
                    <a:pt x="17105" y="20316"/>
                    <a:pt x="17163" y="20303"/>
                    <a:pt x="17214" y="20281"/>
                  </a:cubicBezTo>
                  <a:cubicBezTo>
                    <a:pt x="17275" y="20232"/>
                    <a:pt x="17325" y="20170"/>
                    <a:pt x="17411" y="20170"/>
                  </a:cubicBezTo>
                  <a:cubicBezTo>
                    <a:pt x="17425" y="20168"/>
                    <a:pt x="17440" y="20167"/>
                    <a:pt x="17454" y="20167"/>
                  </a:cubicBezTo>
                  <a:cubicBezTo>
                    <a:pt x="17525" y="20167"/>
                    <a:pt x="17596" y="20193"/>
                    <a:pt x="17657" y="20244"/>
                  </a:cubicBezTo>
                  <a:cubicBezTo>
                    <a:pt x="17756" y="20318"/>
                    <a:pt x="17830" y="20343"/>
                    <a:pt x="17879" y="20404"/>
                  </a:cubicBezTo>
                  <a:cubicBezTo>
                    <a:pt x="17928" y="20478"/>
                    <a:pt x="17990" y="20564"/>
                    <a:pt x="18051" y="20626"/>
                  </a:cubicBezTo>
                  <a:cubicBezTo>
                    <a:pt x="18064" y="20638"/>
                    <a:pt x="18076" y="20651"/>
                    <a:pt x="18088" y="20663"/>
                  </a:cubicBezTo>
                  <a:cubicBezTo>
                    <a:pt x="18162" y="20737"/>
                    <a:pt x="18224" y="20799"/>
                    <a:pt x="18286" y="20823"/>
                  </a:cubicBezTo>
                  <a:cubicBezTo>
                    <a:pt x="18372" y="20823"/>
                    <a:pt x="18470" y="20836"/>
                    <a:pt x="18557" y="20873"/>
                  </a:cubicBezTo>
                  <a:lnTo>
                    <a:pt x="18581" y="20885"/>
                  </a:lnTo>
                  <a:cubicBezTo>
                    <a:pt x="18668" y="20934"/>
                    <a:pt x="18766" y="20983"/>
                    <a:pt x="18865" y="21020"/>
                  </a:cubicBezTo>
                  <a:cubicBezTo>
                    <a:pt x="18903" y="21036"/>
                    <a:pt x="18950" y="21046"/>
                    <a:pt x="18996" y="21046"/>
                  </a:cubicBezTo>
                  <a:cubicBezTo>
                    <a:pt x="19023" y="21046"/>
                    <a:pt x="19051" y="21042"/>
                    <a:pt x="19074" y="21033"/>
                  </a:cubicBezTo>
                  <a:lnTo>
                    <a:pt x="19099" y="21020"/>
                  </a:lnTo>
                  <a:cubicBezTo>
                    <a:pt x="19123" y="21008"/>
                    <a:pt x="19157" y="21002"/>
                    <a:pt x="19182" y="21002"/>
                  </a:cubicBezTo>
                  <a:cubicBezTo>
                    <a:pt x="19207" y="21002"/>
                    <a:pt x="19222" y="21008"/>
                    <a:pt x="19210" y="21020"/>
                  </a:cubicBezTo>
                  <a:cubicBezTo>
                    <a:pt x="19185" y="21045"/>
                    <a:pt x="19148" y="21107"/>
                    <a:pt x="19160" y="21144"/>
                  </a:cubicBezTo>
                  <a:lnTo>
                    <a:pt x="19173" y="21156"/>
                  </a:lnTo>
                  <a:cubicBezTo>
                    <a:pt x="19210" y="21181"/>
                    <a:pt x="19308" y="21353"/>
                    <a:pt x="19394" y="21452"/>
                  </a:cubicBezTo>
                  <a:cubicBezTo>
                    <a:pt x="19481" y="21538"/>
                    <a:pt x="19567" y="21587"/>
                    <a:pt x="19616" y="21636"/>
                  </a:cubicBezTo>
                  <a:cubicBezTo>
                    <a:pt x="19629" y="21649"/>
                    <a:pt x="19641" y="21661"/>
                    <a:pt x="19653" y="21673"/>
                  </a:cubicBezTo>
                  <a:cubicBezTo>
                    <a:pt x="19678" y="21710"/>
                    <a:pt x="19616" y="21723"/>
                    <a:pt x="19616" y="21760"/>
                  </a:cubicBezTo>
                  <a:cubicBezTo>
                    <a:pt x="19604" y="21797"/>
                    <a:pt x="19555" y="21846"/>
                    <a:pt x="19567" y="21895"/>
                  </a:cubicBezTo>
                  <a:cubicBezTo>
                    <a:pt x="19567" y="21932"/>
                    <a:pt x="19567" y="21969"/>
                    <a:pt x="19604" y="21969"/>
                  </a:cubicBezTo>
                  <a:cubicBezTo>
                    <a:pt x="19653" y="21981"/>
                    <a:pt x="19641" y="22018"/>
                    <a:pt x="19678" y="22031"/>
                  </a:cubicBezTo>
                  <a:cubicBezTo>
                    <a:pt x="19689" y="22042"/>
                    <a:pt x="19702" y="22046"/>
                    <a:pt x="19715" y="22046"/>
                  </a:cubicBezTo>
                  <a:cubicBezTo>
                    <a:pt x="19746" y="22046"/>
                    <a:pt x="19776" y="22020"/>
                    <a:pt x="19776" y="21994"/>
                  </a:cubicBezTo>
                  <a:cubicBezTo>
                    <a:pt x="19776" y="21969"/>
                    <a:pt x="19690" y="21920"/>
                    <a:pt x="19678" y="21895"/>
                  </a:cubicBezTo>
                  <a:cubicBezTo>
                    <a:pt x="19675" y="21889"/>
                    <a:pt x="19675" y="21887"/>
                    <a:pt x="19678" y="21887"/>
                  </a:cubicBezTo>
                  <a:cubicBezTo>
                    <a:pt x="19687" y="21887"/>
                    <a:pt x="19721" y="21913"/>
                    <a:pt x="19739" y="21932"/>
                  </a:cubicBezTo>
                  <a:cubicBezTo>
                    <a:pt x="19764" y="21944"/>
                    <a:pt x="19813" y="21969"/>
                    <a:pt x="19838" y="22043"/>
                  </a:cubicBezTo>
                  <a:cubicBezTo>
                    <a:pt x="19863" y="22105"/>
                    <a:pt x="19875" y="22105"/>
                    <a:pt x="19912" y="22105"/>
                  </a:cubicBezTo>
                  <a:cubicBezTo>
                    <a:pt x="19974" y="22117"/>
                    <a:pt x="20023" y="22154"/>
                    <a:pt x="20048" y="22203"/>
                  </a:cubicBezTo>
                  <a:cubicBezTo>
                    <a:pt x="20072" y="22277"/>
                    <a:pt x="20084" y="22339"/>
                    <a:pt x="20121" y="22388"/>
                  </a:cubicBezTo>
                  <a:cubicBezTo>
                    <a:pt x="20149" y="22406"/>
                    <a:pt x="20182" y="22418"/>
                    <a:pt x="20213" y="22418"/>
                  </a:cubicBezTo>
                  <a:cubicBezTo>
                    <a:pt x="20224" y="22418"/>
                    <a:pt x="20235" y="22416"/>
                    <a:pt x="20245" y="22413"/>
                  </a:cubicBezTo>
                  <a:cubicBezTo>
                    <a:pt x="20269" y="22413"/>
                    <a:pt x="20282" y="22413"/>
                    <a:pt x="20306" y="22425"/>
                  </a:cubicBezTo>
                  <a:cubicBezTo>
                    <a:pt x="20393" y="22437"/>
                    <a:pt x="20466" y="22462"/>
                    <a:pt x="20540" y="22511"/>
                  </a:cubicBezTo>
                  <a:cubicBezTo>
                    <a:pt x="20574" y="22556"/>
                    <a:pt x="20628" y="22611"/>
                    <a:pt x="20638" y="22611"/>
                  </a:cubicBezTo>
                  <a:cubicBezTo>
                    <a:pt x="20638" y="22611"/>
                    <a:pt x="20639" y="22611"/>
                    <a:pt x="20639" y="22610"/>
                  </a:cubicBezTo>
                  <a:cubicBezTo>
                    <a:pt x="20639" y="22592"/>
                    <a:pt x="20653" y="22560"/>
                    <a:pt x="20665" y="22560"/>
                  </a:cubicBezTo>
                  <a:cubicBezTo>
                    <a:pt x="20669" y="22560"/>
                    <a:pt x="20673" y="22563"/>
                    <a:pt x="20676" y="22573"/>
                  </a:cubicBezTo>
                  <a:cubicBezTo>
                    <a:pt x="20688" y="22610"/>
                    <a:pt x="20676" y="22708"/>
                    <a:pt x="20738" y="22721"/>
                  </a:cubicBezTo>
                  <a:cubicBezTo>
                    <a:pt x="20811" y="22721"/>
                    <a:pt x="20836" y="22696"/>
                    <a:pt x="20861" y="22684"/>
                  </a:cubicBezTo>
                  <a:cubicBezTo>
                    <a:pt x="20898" y="22671"/>
                    <a:pt x="20947" y="22671"/>
                    <a:pt x="20910" y="22622"/>
                  </a:cubicBezTo>
                  <a:cubicBezTo>
                    <a:pt x="20873" y="22573"/>
                    <a:pt x="20811" y="22524"/>
                    <a:pt x="20824" y="22487"/>
                  </a:cubicBezTo>
                  <a:cubicBezTo>
                    <a:pt x="20848" y="22450"/>
                    <a:pt x="20885" y="22425"/>
                    <a:pt x="20910" y="22400"/>
                  </a:cubicBezTo>
                  <a:cubicBezTo>
                    <a:pt x="20947" y="22351"/>
                    <a:pt x="20984" y="22302"/>
                    <a:pt x="21033" y="22265"/>
                  </a:cubicBezTo>
                  <a:cubicBezTo>
                    <a:pt x="21054" y="22234"/>
                    <a:pt x="21090" y="22212"/>
                    <a:pt x="21124" y="22212"/>
                  </a:cubicBezTo>
                  <a:cubicBezTo>
                    <a:pt x="21131" y="22212"/>
                    <a:pt x="21138" y="22213"/>
                    <a:pt x="21144" y="22216"/>
                  </a:cubicBezTo>
                  <a:cubicBezTo>
                    <a:pt x="21181" y="22216"/>
                    <a:pt x="21206" y="22277"/>
                    <a:pt x="21230" y="22302"/>
                  </a:cubicBezTo>
                  <a:cubicBezTo>
                    <a:pt x="21237" y="22305"/>
                    <a:pt x="21243" y="22306"/>
                    <a:pt x="21249" y="22306"/>
                  </a:cubicBezTo>
                  <a:cubicBezTo>
                    <a:pt x="21255" y="22306"/>
                    <a:pt x="21260" y="22305"/>
                    <a:pt x="21266" y="22305"/>
                  </a:cubicBezTo>
                  <a:cubicBezTo>
                    <a:pt x="21277" y="22305"/>
                    <a:pt x="21286" y="22308"/>
                    <a:pt x="21292" y="22326"/>
                  </a:cubicBezTo>
                  <a:cubicBezTo>
                    <a:pt x="21292" y="22376"/>
                    <a:pt x="21341" y="22376"/>
                    <a:pt x="21341" y="22413"/>
                  </a:cubicBezTo>
                  <a:cubicBezTo>
                    <a:pt x="21341" y="22450"/>
                    <a:pt x="21317" y="22450"/>
                    <a:pt x="21317" y="22487"/>
                  </a:cubicBezTo>
                  <a:cubicBezTo>
                    <a:pt x="21341" y="22573"/>
                    <a:pt x="21391" y="22659"/>
                    <a:pt x="21452" y="22733"/>
                  </a:cubicBezTo>
                  <a:cubicBezTo>
                    <a:pt x="21526" y="22795"/>
                    <a:pt x="21563" y="22869"/>
                    <a:pt x="21588" y="22967"/>
                  </a:cubicBezTo>
                  <a:lnTo>
                    <a:pt x="21588" y="23177"/>
                  </a:lnTo>
                  <a:cubicBezTo>
                    <a:pt x="21588" y="23226"/>
                    <a:pt x="21575" y="23497"/>
                    <a:pt x="21563" y="23559"/>
                  </a:cubicBezTo>
                  <a:cubicBezTo>
                    <a:pt x="21551" y="23633"/>
                    <a:pt x="21637" y="23682"/>
                    <a:pt x="21612" y="23731"/>
                  </a:cubicBezTo>
                  <a:cubicBezTo>
                    <a:pt x="21588" y="23780"/>
                    <a:pt x="21489" y="24027"/>
                    <a:pt x="21428" y="24051"/>
                  </a:cubicBezTo>
                  <a:cubicBezTo>
                    <a:pt x="21366" y="24076"/>
                    <a:pt x="21317" y="24051"/>
                    <a:pt x="21280" y="24101"/>
                  </a:cubicBezTo>
                  <a:cubicBezTo>
                    <a:pt x="21243" y="24150"/>
                    <a:pt x="21255" y="24212"/>
                    <a:pt x="21243" y="24236"/>
                  </a:cubicBezTo>
                  <a:cubicBezTo>
                    <a:pt x="21218" y="24261"/>
                    <a:pt x="21193" y="24261"/>
                    <a:pt x="21181" y="24298"/>
                  </a:cubicBezTo>
                  <a:cubicBezTo>
                    <a:pt x="21181" y="24323"/>
                    <a:pt x="21181" y="24335"/>
                    <a:pt x="21181" y="24347"/>
                  </a:cubicBezTo>
                  <a:cubicBezTo>
                    <a:pt x="21181" y="24396"/>
                    <a:pt x="21193" y="24446"/>
                    <a:pt x="21169" y="24458"/>
                  </a:cubicBezTo>
                  <a:cubicBezTo>
                    <a:pt x="21119" y="24458"/>
                    <a:pt x="21070" y="24470"/>
                    <a:pt x="21033" y="24495"/>
                  </a:cubicBezTo>
                  <a:cubicBezTo>
                    <a:pt x="20996" y="24532"/>
                    <a:pt x="20935" y="24520"/>
                    <a:pt x="20935" y="24557"/>
                  </a:cubicBezTo>
                  <a:cubicBezTo>
                    <a:pt x="20935" y="24618"/>
                    <a:pt x="20935" y="24668"/>
                    <a:pt x="20910" y="24729"/>
                  </a:cubicBezTo>
                  <a:cubicBezTo>
                    <a:pt x="20898" y="24766"/>
                    <a:pt x="20799" y="24815"/>
                    <a:pt x="20811" y="24852"/>
                  </a:cubicBezTo>
                  <a:cubicBezTo>
                    <a:pt x="20824" y="24889"/>
                    <a:pt x="20824" y="24926"/>
                    <a:pt x="20811" y="24963"/>
                  </a:cubicBezTo>
                  <a:cubicBezTo>
                    <a:pt x="20774" y="25000"/>
                    <a:pt x="20750" y="25037"/>
                    <a:pt x="20738" y="25086"/>
                  </a:cubicBezTo>
                  <a:cubicBezTo>
                    <a:pt x="20713" y="25123"/>
                    <a:pt x="20750" y="25197"/>
                    <a:pt x="20738" y="25247"/>
                  </a:cubicBezTo>
                  <a:cubicBezTo>
                    <a:pt x="20713" y="25284"/>
                    <a:pt x="20688" y="25370"/>
                    <a:pt x="20713" y="25394"/>
                  </a:cubicBezTo>
                  <a:cubicBezTo>
                    <a:pt x="20747" y="25429"/>
                    <a:pt x="20782" y="25507"/>
                    <a:pt x="20816" y="25507"/>
                  </a:cubicBezTo>
                  <a:cubicBezTo>
                    <a:pt x="20819" y="25507"/>
                    <a:pt x="20821" y="25506"/>
                    <a:pt x="20824" y="25505"/>
                  </a:cubicBezTo>
                  <a:cubicBezTo>
                    <a:pt x="20848" y="25505"/>
                    <a:pt x="20898" y="25407"/>
                    <a:pt x="20922" y="25382"/>
                  </a:cubicBezTo>
                  <a:cubicBezTo>
                    <a:pt x="20935" y="25364"/>
                    <a:pt x="20941" y="25354"/>
                    <a:pt x="20942" y="25354"/>
                  </a:cubicBezTo>
                  <a:lnTo>
                    <a:pt x="20942" y="25354"/>
                  </a:lnTo>
                  <a:cubicBezTo>
                    <a:pt x="20944" y="25354"/>
                    <a:pt x="20941" y="25364"/>
                    <a:pt x="20935" y="25382"/>
                  </a:cubicBezTo>
                  <a:cubicBezTo>
                    <a:pt x="20922" y="25419"/>
                    <a:pt x="20935" y="25431"/>
                    <a:pt x="20959" y="25431"/>
                  </a:cubicBezTo>
                  <a:cubicBezTo>
                    <a:pt x="20972" y="25444"/>
                    <a:pt x="20996" y="25431"/>
                    <a:pt x="20972" y="25493"/>
                  </a:cubicBezTo>
                  <a:cubicBezTo>
                    <a:pt x="20959" y="25542"/>
                    <a:pt x="20947" y="25592"/>
                    <a:pt x="20935" y="25653"/>
                  </a:cubicBezTo>
                  <a:cubicBezTo>
                    <a:pt x="20918" y="25686"/>
                    <a:pt x="20907" y="25686"/>
                    <a:pt x="20895" y="25686"/>
                  </a:cubicBezTo>
                  <a:cubicBezTo>
                    <a:pt x="20888" y="25686"/>
                    <a:pt x="20881" y="25686"/>
                    <a:pt x="20873" y="25690"/>
                  </a:cubicBezTo>
                  <a:cubicBezTo>
                    <a:pt x="20861" y="25690"/>
                    <a:pt x="20861" y="25690"/>
                    <a:pt x="20848" y="25703"/>
                  </a:cubicBezTo>
                  <a:cubicBezTo>
                    <a:pt x="20799" y="25739"/>
                    <a:pt x="20762" y="25776"/>
                    <a:pt x="20725" y="25826"/>
                  </a:cubicBezTo>
                  <a:cubicBezTo>
                    <a:pt x="20688" y="25875"/>
                    <a:pt x="20590" y="25974"/>
                    <a:pt x="20627" y="26072"/>
                  </a:cubicBezTo>
                  <a:cubicBezTo>
                    <a:pt x="20651" y="26183"/>
                    <a:pt x="20750" y="26319"/>
                    <a:pt x="20713" y="26356"/>
                  </a:cubicBezTo>
                  <a:cubicBezTo>
                    <a:pt x="20688" y="26380"/>
                    <a:pt x="20639" y="26380"/>
                    <a:pt x="20651" y="26429"/>
                  </a:cubicBezTo>
                  <a:cubicBezTo>
                    <a:pt x="20651" y="26479"/>
                    <a:pt x="20861" y="26516"/>
                    <a:pt x="20959" y="26713"/>
                  </a:cubicBezTo>
                  <a:cubicBezTo>
                    <a:pt x="21009" y="26824"/>
                    <a:pt x="21070" y="26947"/>
                    <a:pt x="21144" y="27058"/>
                  </a:cubicBezTo>
                  <a:cubicBezTo>
                    <a:pt x="21181" y="27107"/>
                    <a:pt x="21304" y="27440"/>
                    <a:pt x="21354" y="27575"/>
                  </a:cubicBezTo>
                  <a:cubicBezTo>
                    <a:pt x="21391" y="27723"/>
                    <a:pt x="21723" y="28352"/>
                    <a:pt x="21760" y="28413"/>
                  </a:cubicBezTo>
                  <a:cubicBezTo>
                    <a:pt x="21809" y="28487"/>
                    <a:pt x="21834" y="28586"/>
                    <a:pt x="21809" y="28610"/>
                  </a:cubicBezTo>
                  <a:cubicBezTo>
                    <a:pt x="21807" y="28616"/>
                    <a:pt x="21804" y="28618"/>
                    <a:pt x="21802" y="28618"/>
                  </a:cubicBezTo>
                  <a:cubicBezTo>
                    <a:pt x="21796" y="28618"/>
                    <a:pt x="21791" y="28608"/>
                    <a:pt x="21788" y="28608"/>
                  </a:cubicBezTo>
                  <a:cubicBezTo>
                    <a:pt x="21786" y="28608"/>
                    <a:pt x="21785" y="28612"/>
                    <a:pt x="21785" y="28623"/>
                  </a:cubicBezTo>
                  <a:cubicBezTo>
                    <a:pt x="21834" y="28746"/>
                    <a:pt x="21908" y="28857"/>
                    <a:pt x="21994" y="28955"/>
                  </a:cubicBezTo>
                  <a:cubicBezTo>
                    <a:pt x="22019" y="28992"/>
                    <a:pt x="22044" y="29029"/>
                    <a:pt x="22068" y="29066"/>
                  </a:cubicBezTo>
                  <a:cubicBezTo>
                    <a:pt x="22093" y="29103"/>
                    <a:pt x="22499" y="29313"/>
                    <a:pt x="22573" y="29387"/>
                  </a:cubicBezTo>
                  <a:cubicBezTo>
                    <a:pt x="22660" y="29473"/>
                    <a:pt x="22980" y="29645"/>
                    <a:pt x="22980" y="29695"/>
                  </a:cubicBezTo>
                  <a:cubicBezTo>
                    <a:pt x="22980" y="29732"/>
                    <a:pt x="23017" y="29756"/>
                    <a:pt x="23054" y="29793"/>
                  </a:cubicBezTo>
                  <a:cubicBezTo>
                    <a:pt x="23103" y="29843"/>
                    <a:pt x="23214" y="29892"/>
                    <a:pt x="23226" y="29929"/>
                  </a:cubicBezTo>
                  <a:cubicBezTo>
                    <a:pt x="23239" y="29966"/>
                    <a:pt x="23239" y="30126"/>
                    <a:pt x="23239" y="30200"/>
                  </a:cubicBezTo>
                  <a:cubicBezTo>
                    <a:pt x="23251" y="30360"/>
                    <a:pt x="23263" y="30520"/>
                    <a:pt x="23263" y="30680"/>
                  </a:cubicBezTo>
                  <a:cubicBezTo>
                    <a:pt x="23276" y="30878"/>
                    <a:pt x="23263" y="31087"/>
                    <a:pt x="23214" y="31284"/>
                  </a:cubicBezTo>
                  <a:cubicBezTo>
                    <a:pt x="23177" y="31333"/>
                    <a:pt x="23140" y="31370"/>
                    <a:pt x="23153" y="31395"/>
                  </a:cubicBezTo>
                  <a:cubicBezTo>
                    <a:pt x="23177" y="31543"/>
                    <a:pt x="23189" y="31691"/>
                    <a:pt x="23189" y="31839"/>
                  </a:cubicBezTo>
                  <a:cubicBezTo>
                    <a:pt x="23177" y="31986"/>
                    <a:pt x="23140" y="32110"/>
                    <a:pt x="23128" y="32196"/>
                  </a:cubicBezTo>
                  <a:cubicBezTo>
                    <a:pt x="23128" y="32282"/>
                    <a:pt x="22992" y="32911"/>
                    <a:pt x="22955" y="33009"/>
                  </a:cubicBezTo>
                  <a:cubicBezTo>
                    <a:pt x="22931" y="33120"/>
                    <a:pt x="23029" y="33317"/>
                    <a:pt x="23005" y="33366"/>
                  </a:cubicBezTo>
                  <a:cubicBezTo>
                    <a:pt x="22980" y="33428"/>
                    <a:pt x="22894" y="33465"/>
                    <a:pt x="22894" y="33539"/>
                  </a:cubicBezTo>
                  <a:cubicBezTo>
                    <a:pt x="22894" y="33601"/>
                    <a:pt x="22931" y="34069"/>
                    <a:pt x="22931" y="34130"/>
                  </a:cubicBezTo>
                  <a:cubicBezTo>
                    <a:pt x="22918" y="34217"/>
                    <a:pt x="22906" y="34303"/>
                    <a:pt x="22894" y="34389"/>
                  </a:cubicBezTo>
                  <a:cubicBezTo>
                    <a:pt x="22906" y="34438"/>
                    <a:pt x="22906" y="34500"/>
                    <a:pt x="22894" y="34549"/>
                  </a:cubicBezTo>
                  <a:cubicBezTo>
                    <a:pt x="22857" y="34623"/>
                    <a:pt x="22598" y="35375"/>
                    <a:pt x="22561" y="35486"/>
                  </a:cubicBezTo>
                  <a:cubicBezTo>
                    <a:pt x="22536" y="35535"/>
                    <a:pt x="22499" y="35597"/>
                    <a:pt x="22450" y="35634"/>
                  </a:cubicBezTo>
                  <a:cubicBezTo>
                    <a:pt x="22413" y="35671"/>
                    <a:pt x="22401" y="35732"/>
                    <a:pt x="22413" y="35781"/>
                  </a:cubicBezTo>
                  <a:cubicBezTo>
                    <a:pt x="22438" y="35843"/>
                    <a:pt x="22475" y="36028"/>
                    <a:pt x="22499" y="36102"/>
                  </a:cubicBezTo>
                  <a:cubicBezTo>
                    <a:pt x="22524" y="36200"/>
                    <a:pt x="22524" y="36299"/>
                    <a:pt x="22499" y="36385"/>
                  </a:cubicBezTo>
                  <a:cubicBezTo>
                    <a:pt x="22463" y="36447"/>
                    <a:pt x="22438" y="36521"/>
                    <a:pt x="22413" y="36582"/>
                  </a:cubicBezTo>
                  <a:cubicBezTo>
                    <a:pt x="22376" y="36693"/>
                    <a:pt x="22352" y="36816"/>
                    <a:pt x="22352" y="36927"/>
                  </a:cubicBezTo>
                  <a:cubicBezTo>
                    <a:pt x="22364" y="37001"/>
                    <a:pt x="22401" y="37075"/>
                    <a:pt x="22450" y="37124"/>
                  </a:cubicBezTo>
                  <a:cubicBezTo>
                    <a:pt x="22455" y="37128"/>
                    <a:pt x="22459" y="37129"/>
                    <a:pt x="22464" y="37129"/>
                  </a:cubicBezTo>
                  <a:cubicBezTo>
                    <a:pt x="22497" y="37129"/>
                    <a:pt x="22530" y="37061"/>
                    <a:pt x="22573" y="37051"/>
                  </a:cubicBezTo>
                  <a:cubicBezTo>
                    <a:pt x="22593" y="37043"/>
                    <a:pt x="22616" y="37040"/>
                    <a:pt x="22640" y="37040"/>
                  </a:cubicBezTo>
                  <a:cubicBezTo>
                    <a:pt x="22692" y="37040"/>
                    <a:pt x="22742" y="37054"/>
                    <a:pt x="22734" y="37063"/>
                  </a:cubicBezTo>
                  <a:cubicBezTo>
                    <a:pt x="22721" y="37087"/>
                    <a:pt x="22610" y="37137"/>
                    <a:pt x="22635" y="37174"/>
                  </a:cubicBezTo>
                  <a:cubicBezTo>
                    <a:pt x="22660" y="37223"/>
                    <a:pt x="22684" y="37260"/>
                    <a:pt x="22660" y="37272"/>
                  </a:cubicBezTo>
                  <a:cubicBezTo>
                    <a:pt x="22647" y="37297"/>
                    <a:pt x="22623" y="37297"/>
                    <a:pt x="22623" y="37371"/>
                  </a:cubicBezTo>
                  <a:cubicBezTo>
                    <a:pt x="22610" y="37445"/>
                    <a:pt x="22573" y="37617"/>
                    <a:pt x="22561" y="37654"/>
                  </a:cubicBezTo>
                  <a:cubicBezTo>
                    <a:pt x="22561" y="37704"/>
                    <a:pt x="22598" y="37790"/>
                    <a:pt x="22586" y="37827"/>
                  </a:cubicBezTo>
                  <a:cubicBezTo>
                    <a:pt x="22573" y="37864"/>
                    <a:pt x="22524" y="37913"/>
                    <a:pt x="22524" y="37938"/>
                  </a:cubicBezTo>
                  <a:cubicBezTo>
                    <a:pt x="22524" y="37962"/>
                    <a:pt x="22647" y="38036"/>
                    <a:pt x="22623" y="38049"/>
                  </a:cubicBezTo>
                  <a:cubicBezTo>
                    <a:pt x="22610" y="38073"/>
                    <a:pt x="22499" y="38086"/>
                    <a:pt x="22499" y="38122"/>
                  </a:cubicBezTo>
                  <a:cubicBezTo>
                    <a:pt x="22512" y="38159"/>
                    <a:pt x="22512" y="38172"/>
                    <a:pt x="22524" y="38184"/>
                  </a:cubicBezTo>
                  <a:cubicBezTo>
                    <a:pt x="22512" y="38184"/>
                    <a:pt x="22512" y="38196"/>
                    <a:pt x="22499" y="38209"/>
                  </a:cubicBezTo>
                  <a:cubicBezTo>
                    <a:pt x="22487" y="38246"/>
                    <a:pt x="22475" y="38307"/>
                    <a:pt x="22524" y="38320"/>
                  </a:cubicBezTo>
                  <a:cubicBezTo>
                    <a:pt x="22554" y="38340"/>
                    <a:pt x="22576" y="38360"/>
                    <a:pt x="22550" y="38360"/>
                  </a:cubicBezTo>
                  <a:cubicBezTo>
                    <a:pt x="22544" y="38360"/>
                    <a:pt x="22535" y="38359"/>
                    <a:pt x="22524" y="38357"/>
                  </a:cubicBezTo>
                  <a:cubicBezTo>
                    <a:pt x="22516" y="38355"/>
                    <a:pt x="22508" y="38354"/>
                    <a:pt x="22501" y="38354"/>
                  </a:cubicBezTo>
                  <a:cubicBezTo>
                    <a:pt x="22453" y="38354"/>
                    <a:pt x="22424" y="38388"/>
                    <a:pt x="22413" y="38431"/>
                  </a:cubicBezTo>
                  <a:cubicBezTo>
                    <a:pt x="22413" y="38455"/>
                    <a:pt x="22450" y="38517"/>
                    <a:pt x="22450" y="38554"/>
                  </a:cubicBezTo>
                  <a:cubicBezTo>
                    <a:pt x="22463" y="38615"/>
                    <a:pt x="22450" y="38665"/>
                    <a:pt x="22426" y="38714"/>
                  </a:cubicBezTo>
                  <a:cubicBezTo>
                    <a:pt x="22418" y="38724"/>
                    <a:pt x="22412" y="38728"/>
                    <a:pt x="22405" y="38728"/>
                  </a:cubicBezTo>
                  <a:cubicBezTo>
                    <a:pt x="22379" y="38728"/>
                    <a:pt x="22362" y="38660"/>
                    <a:pt x="22352" y="38640"/>
                  </a:cubicBezTo>
                  <a:cubicBezTo>
                    <a:pt x="22352" y="38615"/>
                    <a:pt x="22241" y="38554"/>
                    <a:pt x="22241" y="38504"/>
                  </a:cubicBezTo>
                  <a:cubicBezTo>
                    <a:pt x="22241" y="38474"/>
                    <a:pt x="22249" y="38452"/>
                    <a:pt x="22238" y="38452"/>
                  </a:cubicBezTo>
                  <a:cubicBezTo>
                    <a:pt x="22236" y="38452"/>
                    <a:pt x="22233" y="38453"/>
                    <a:pt x="22228" y="38455"/>
                  </a:cubicBezTo>
                  <a:cubicBezTo>
                    <a:pt x="22191" y="38480"/>
                    <a:pt x="22142" y="38504"/>
                    <a:pt x="22118" y="38554"/>
                  </a:cubicBezTo>
                  <a:cubicBezTo>
                    <a:pt x="22093" y="38566"/>
                    <a:pt x="22130" y="38603"/>
                    <a:pt x="22130" y="38628"/>
                  </a:cubicBezTo>
                  <a:cubicBezTo>
                    <a:pt x="22130" y="38665"/>
                    <a:pt x="22105" y="38665"/>
                    <a:pt x="22056" y="38689"/>
                  </a:cubicBezTo>
                  <a:cubicBezTo>
                    <a:pt x="22019" y="38702"/>
                    <a:pt x="21933" y="38763"/>
                    <a:pt x="21933" y="38800"/>
                  </a:cubicBezTo>
                  <a:cubicBezTo>
                    <a:pt x="21933" y="38843"/>
                    <a:pt x="21961" y="38876"/>
                    <a:pt x="21976" y="38876"/>
                  </a:cubicBezTo>
                  <a:cubicBezTo>
                    <a:pt x="21978" y="38876"/>
                    <a:pt x="21980" y="38876"/>
                    <a:pt x="21982" y="38874"/>
                  </a:cubicBezTo>
                  <a:cubicBezTo>
                    <a:pt x="22007" y="38862"/>
                    <a:pt x="21970" y="38812"/>
                    <a:pt x="21982" y="38788"/>
                  </a:cubicBezTo>
                  <a:cubicBezTo>
                    <a:pt x="21985" y="38781"/>
                    <a:pt x="21992" y="38778"/>
                    <a:pt x="22000" y="38778"/>
                  </a:cubicBezTo>
                  <a:cubicBezTo>
                    <a:pt x="22022" y="38778"/>
                    <a:pt x="22057" y="38798"/>
                    <a:pt x="22093" y="38825"/>
                  </a:cubicBezTo>
                  <a:cubicBezTo>
                    <a:pt x="22105" y="38849"/>
                    <a:pt x="22142" y="38862"/>
                    <a:pt x="22179" y="38862"/>
                  </a:cubicBezTo>
                  <a:cubicBezTo>
                    <a:pt x="22204" y="38862"/>
                    <a:pt x="22241" y="38837"/>
                    <a:pt x="22265" y="38837"/>
                  </a:cubicBezTo>
                  <a:cubicBezTo>
                    <a:pt x="22278" y="38837"/>
                    <a:pt x="22315" y="38923"/>
                    <a:pt x="22302" y="38960"/>
                  </a:cubicBezTo>
                  <a:cubicBezTo>
                    <a:pt x="22302" y="38997"/>
                    <a:pt x="22228" y="39022"/>
                    <a:pt x="22228" y="39059"/>
                  </a:cubicBezTo>
                  <a:cubicBezTo>
                    <a:pt x="22228" y="39096"/>
                    <a:pt x="22191" y="39157"/>
                    <a:pt x="22204" y="39182"/>
                  </a:cubicBezTo>
                  <a:cubicBezTo>
                    <a:pt x="22209" y="39193"/>
                    <a:pt x="22230" y="39196"/>
                    <a:pt x="22254" y="39196"/>
                  </a:cubicBezTo>
                  <a:cubicBezTo>
                    <a:pt x="22288" y="39196"/>
                    <a:pt x="22330" y="39189"/>
                    <a:pt x="22352" y="39182"/>
                  </a:cubicBezTo>
                  <a:cubicBezTo>
                    <a:pt x="22354" y="39181"/>
                    <a:pt x="22357" y="39181"/>
                    <a:pt x="22360" y="39181"/>
                  </a:cubicBezTo>
                  <a:cubicBezTo>
                    <a:pt x="22399" y="39181"/>
                    <a:pt x="22510" y="39238"/>
                    <a:pt x="22487" y="39305"/>
                  </a:cubicBezTo>
                  <a:cubicBezTo>
                    <a:pt x="22476" y="39346"/>
                    <a:pt x="22469" y="39359"/>
                    <a:pt x="22462" y="39359"/>
                  </a:cubicBezTo>
                  <a:cubicBezTo>
                    <a:pt x="22454" y="39359"/>
                    <a:pt x="22445" y="39343"/>
                    <a:pt x="22426" y="39330"/>
                  </a:cubicBezTo>
                  <a:cubicBezTo>
                    <a:pt x="22396" y="39320"/>
                    <a:pt x="22326" y="39286"/>
                    <a:pt x="22294" y="39286"/>
                  </a:cubicBezTo>
                  <a:cubicBezTo>
                    <a:pt x="22286" y="39286"/>
                    <a:pt x="22280" y="39288"/>
                    <a:pt x="22278" y="39293"/>
                  </a:cubicBezTo>
                  <a:cubicBezTo>
                    <a:pt x="22253" y="39330"/>
                    <a:pt x="22204" y="39367"/>
                    <a:pt x="22241" y="39404"/>
                  </a:cubicBezTo>
                  <a:cubicBezTo>
                    <a:pt x="22290" y="39441"/>
                    <a:pt x="22302" y="39490"/>
                    <a:pt x="22290" y="39502"/>
                  </a:cubicBezTo>
                  <a:cubicBezTo>
                    <a:pt x="22265" y="39515"/>
                    <a:pt x="22278" y="39576"/>
                    <a:pt x="22265" y="39601"/>
                  </a:cubicBezTo>
                  <a:cubicBezTo>
                    <a:pt x="22253" y="39626"/>
                    <a:pt x="22204" y="39737"/>
                    <a:pt x="22241" y="39749"/>
                  </a:cubicBezTo>
                  <a:cubicBezTo>
                    <a:pt x="22243" y="39750"/>
                    <a:pt x="22246" y="39751"/>
                    <a:pt x="22248" y="39751"/>
                  </a:cubicBezTo>
                  <a:cubicBezTo>
                    <a:pt x="22268" y="39751"/>
                    <a:pt x="22279" y="39708"/>
                    <a:pt x="22290" y="39675"/>
                  </a:cubicBezTo>
                  <a:cubicBezTo>
                    <a:pt x="22298" y="39659"/>
                    <a:pt x="22321" y="39633"/>
                    <a:pt x="22337" y="39633"/>
                  </a:cubicBezTo>
                  <a:cubicBezTo>
                    <a:pt x="22345" y="39633"/>
                    <a:pt x="22352" y="39641"/>
                    <a:pt x="22352" y="39663"/>
                  </a:cubicBezTo>
                  <a:cubicBezTo>
                    <a:pt x="22352" y="39724"/>
                    <a:pt x="22290" y="39823"/>
                    <a:pt x="22327" y="39823"/>
                  </a:cubicBezTo>
                  <a:cubicBezTo>
                    <a:pt x="22364" y="39823"/>
                    <a:pt x="22389" y="39835"/>
                    <a:pt x="22327" y="39847"/>
                  </a:cubicBezTo>
                  <a:cubicBezTo>
                    <a:pt x="22265" y="39872"/>
                    <a:pt x="22265" y="39872"/>
                    <a:pt x="22278" y="39934"/>
                  </a:cubicBezTo>
                  <a:cubicBezTo>
                    <a:pt x="22290" y="39983"/>
                    <a:pt x="22327" y="39983"/>
                    <a:pt x="22327" y="39995"/>
                  </a:cubicBezTo>
                  <a:cubicBezTo>
                    <a:pt x="22339" y="40008"/>
                    <a:pt x="22327" y="40020"/>
                    <a:pt x="22290" y="40020"/>
                  </a:cubicBezTo>
                  <a:cubicBezTo>
                    <a:pt x="22241" y="40020"/>
                    <a:pt x="22204" y="40057"/>
                    <a:pt x="22241" y="40082"/>
                  </a:cubicBezTo>
                  <a:cubicBezTo>
                    <a:pt x="22265" y="40106"/>
                    <a:pt x="22241" y="40119"/>
                    <a:pt x="22241" y="40143"/>
                  </a:cubicBezTo>
                  <a:cubicBezTo>
                    <a:pt x="22228" y="40168"/>
                    <a:pt x="22278" y="40180"/>
                    <a:pt x="22315" y="40205"/>
                  </a:cubicBezTo>
                  <a:cubicBezTo>
                    <a:pt x="22329" y="40212"/>
                    <a:pt x="22339" y="40219"/>
                    <a:pt x="22350" y="40219"/>
                  </a:cubicBezTo>
                  <a:cubicBezTo>
                    <a:pt x="22358" y="40219"/>
                    <a:pt x="22366" y="40215"/>
                    <a:pt x="22376" y="40205"/>
                  </a:cubicBezTo>
                  <a:cubicBezTo>
                    <a:pt x="22389" y="40199"/>
                    <a:pt x="22398" y="40196"/>
                    <a:pt x="22401" y="40196"/>
                  </a:cubicBezTo>
                  <a:cubicBezTo>
                    <a:pt x="22404" y="40196"/>
                    <a:pt x="22401" y="40199"/>
                    <a:pt x="22389" y="40205"/>
                  </a:cubicBezTo>
                  <a:cubicBezTo>
                    <a:pt x="22369" y="40225"/>
                    <a:pt x="22365" y="40261"/>
                    <a:pt x="22377" y="40261"/>
                  </a:cubicBezTo>
                  <a:cubicBezTo>
                    <a:pt x="22380" y="40261"/>
                    <a:pt x="22384" y="40259"/>
                    <a:pt x="22389" y="40254"/>
                  </a:cubicBezTo>
                  <a:cubicBezTo>
                    <a:pt x="22398" y="40251"/>
                    <a:pt x="22405" y="40249"/>
                    <a:pt x="22408" y="40249"/>
                  </a:cubicBezTo>
                  <a:cubicBezTo>
                    <a:pt x="22417" y="40249"/>
                    <a:pt x="22403" y="40261"/>
                    <a:pt x="22376" y="40279"/>
                  </a:cubicBezTo>
                  <a:cubicBezTo>
                    <a:pt x="22352" y="40303"/>
                    <a:pt x="22364" y="40340"/>
                    <a:pt x="22339" y="40353"/>
                  </a:cubicBezTo>
                  <a:cubicBezTo>
                    <a:pt x="22302" y="40377"/>
                    <a:pt x="22278" y="40402"/>
                    <a:pt x="22278" y="40427"/>
                  </a:cubicBezTo>
                  <a:cubicBezTo>
                    <a:pt x="22278" y="40451"/>
                    <a:pt x="22265" y="40501"/>
                    <a:pt x="22278" y="40501"/>
                  </a:cubicBezTo>
                  <a:cubicBezTo>
                    <a:pt x="22315" y="40476"/>
                    <a:pt x="22352" y="40464"/>
                    <a:pt x="22376" y="40439"/>
                  </a:cubicBezTo>
                  <a:cubicBezTo>
                    <a:pt x="22402" y="40422"/>
                    <a:pt x="22416" y="40393"/>
                    <a:pt x="22418" y="40393"/>
                  </a:cubicBezTo>
                  <a:lnTo>
                    <a:pt x="22418" y="40393"/>
                  </a:lnTo>
                  <a:cubicBezTo>
                    <a:pt x="22419" y="40393"/>
                    <a:pt x="22417" y="40399"/>
                    <a:pt x="22413" y="40414"/>
                  </a:cubicBezTo>
                  <a:cubicBezTo>
                    <a:pt x="22401" y="40451"/>
                    <a:pt x="22463" y="40525"/>
                    <a:pt x="22413" y="40550"/>
                  </a:cubicBezTo>
                  <a:cubicBezTo>
                    <a:pt x="22364" y="40562"/>
                    <a:pt x="22352" y="40587"/>
                    <a:pt x="22315" y="40599"/>
                  </a:cubicBezTo>
                  <a:cubicBezTo>
                    <a:pt x="22265" y="40624"/>
                    <a:pt x="22253" y="40624"/>
                    <a:pt x="22315" y="40624"/>
                  </a:cubicBezTo>
                  <a:cubicBezTo>
                    <a:pt x="22330" y="40624"/>
                    <a:pt x="22342" y="40623"/>
                    <a:pt x="22353" y="40623"/>
                  </a:cubicBezTo>
                  <a:cubicBezTo>
                    <a:pt x="22384" y="40623"/>
                    <a:pt x="22398" y="40630"/>
                    <a:pt x="22426" y="40685"/>
                  </a:cubicBezTo>
                  <a:cubicBezTo>
                    <a:pt x="22445" y="40734"/>
                    <a:pt x="22457" y="40767"/>
                    <a:pt x="22473" y="40767"/>
                  </a:cubicBezTo>
                  <a:cubicBezTo>
                    <a:pt x="22477" y="40767"/>
                    <a:pt x="22482" y="40765"/>
                    <a:pt x="22487" y="40759"/>
                  </a:cubicBezTo>
                  <a:cubicBezTo>
                    <a:pt x="22524" y="40722"/>
                    <a:pt x="22536" y="40685"/>
                    <a:pt x="22536" y="40636"/>
                  </a:cubicBezTo>
                  <a:cubicBezTo>
                    <a:pt x="22536" y="40599"/>
                    <a:pt x="22536" y="40574"/>
                    <a:pt x="22536" y="40537"/>
                  </a:cubicBezTo>
                  <a:cubicBezTo>
                    <a:pt x="22549" y="40550"/>
                    <a:pt x="22561" y="40562"/>
                    <a:pt x="22573" y="40587"/>
                  </a:cubicBezTo>
                  <a:cubicBezTo>
                    <a:pt x="22583" y="40607"/>
                    <a:pt x="22601" y="40659"/>
                    <a:pt x="22608" y="40659"/>
                  </a:cubicBezTo>
                  <a:cubicBezTo>
                    <a:pt x="22609" y="40659"/>
                    <a:pt x="22610" y="40656"/>
                    <a:pt x="22610" y="40648"/>
                  </a:cubicBezTo>
                  <a:cubicBezTo>
                    <a:pt x="22610" y="40627"/>
                    <a:pt x="22619" y="40569"/>
                    <a:pt x="22622" y="40569"/>
                  </a:cubicBezTo>
                  <a:cubicBezTo>
                    <a:pt x="22622" y="40569"/>
                    <a:pt x="22623" y="40571"/>
                    <a:pt x="22623" y="40574"/>
                  </a:cubicBezTo>
                  <a:cubicBezTo>
                    <a:pt x="22623" y="40596"/>
                    <a:pt x="22614" y="40653"/>
                    <a:pt x="22619" y="40653"/>
                  </a:cubicBezTo>
                  <a:cubicBezTo>
                    <a:pt x="22620" y="40653"/>
                    <a:pt x="22621" y="40652"/>
                    <a:pt x="22623" y="40648"/>
                  </a:cubicBezTo>
                  <a:cubicBezTo>
                    <a:pt x="22644" y="40638"/>
                    <a:pt x="22675" y="40570"/>
                    <a:pt x="22683" y="40570"/>
                  </a:cubicBezTo>
                  <a:cubicBezTo>
                    <a:pt x="22684" y="40570"/>
                    <a:pt x="22684" y="40571"/>
                    <a:pt x="22684" y="40574"/>
                  </a:cubicBezTo>
                  <a:cubicBezTo>
                    <a:pt x="22684" y="40599"/>
                    <a:pt x="22721" y="40574"/>
                    <a:pt x="22697" y="40611"/>
                  </a:cubicBezTo>
                  <a:cubicBezTo>
                    <a:pt x="22675" y="40644"/>
                    <a:pt x="22653" y="40714"/>
                    <a:pt x="22665" y="40714"/>
                  </a:cubicBezTo>
                  <a:cubicBezTo>
                    <a:pt x="22667" y="40714"/>
                    <a:pt x="22669" y="40713"/>
                    <a:pt x="22672" y="40710"/>
                  </a:cubicBezTo>
                  <a:cubicBezTo>
                    <a:pt x="22673" y="40709"/>
                    <a:pt x="22674" y="40708"/>
                    <a:pt x="22674" y="40708"/>
                  </a:cubicBezTo>
                  <a:lnTo>
                    <a:pt x="22674" y="40708"/>
                  </a:lnTo>
                  <a:cubicBezTo>
                    <a:pt x="22677" y="40708"/>
                    <a:pt x="22650" y="40750"/>
                    <a:pt x="22672" y="40772"/>
                  </a:cubicBezTo>
                  <a:cubicBezTo>
                    <a:pt x="22684" y="40796"/>
                    <a:pt x="22709" y="40821"/>
                    <a:pt x="22684" y="40833"/>
                  </a:cubicBezTo>
                  <a:cubicBezTo>
                    <a:pt x="22672" y="40846"/>
                    <a:pt x="22635" y="40919"/>
                    <a:pt x="22660" y="40919"/>
                  </a:cubicBezTo>
                  <a:cubicBezTo>
                    <a:pt x="22734" y="40919"/>
                    <a:pt x="22808" y="40919"/>
                    <a:pt x="22881" y="40932"/>
                  </a:cubicBezTo>
                  <a:cubicBezTo>
                    <a:pt x="22906" y="40944"/>
                    <a:pt x="22918" y="41006"/>
                    <a:pt x="22955" y="41018"/>
                  </a:cubicBezTo>
                  <a:cubicBezTo>
                    <a:pt x="22980" y="41030"/>
                    <a:pt x="23005" y="41055"/>
                    <a:pt x="22992" y="41092"/>
                  </a:cubicBezTo>
                  <a:cubicBezTo>
                    <a:pt x="22955" y="41129"/>
                    <a:pt x="22918" y="41166"/>
                    <a:pt x="22881" y="41203"/>
                  </a:cubicBezTo>
                  <a:cubicBezTo>
                    <a:pt x="22862" y="41213"/>
                    <a:pt x="22825" y="41231"/>
                    <a:pt x="22806" y="41231"/>
                  </a:cubicBezTo>
                  <a:cubicBezTo>
                    <a:pt x="22801" y="41231"/>
                    <a:pt x="22798" y="41230"/>
                    <a:pt x="22795" y="41227"/>
                  </a:cubicBezTo>
                  <a:cubicBezTo>
                    <a:pt x="22777" y="41215"/>
                    <a:pt x="22761" y="41209"/>
                    <a:pt x="22747" y="41209"/>
                  </a:cubicBezTo>
                  <a:cubicBezTo>
                    <a:pt x="22734" y="41209"/>
                    <a:pt x="22721" y="41215"/>
                    <a:pt x="22709" y="41227"/>
                  </a:cubicBezTo>
                  <a:cubicBezTo>
                    <a:pt x="22672" y="41227"/>
                    <a:pt x="22647" y="41301"/>
                    <a:pt x="22660" y="41301"/>
                  </a:cubicBezTo>
                  <a:cubicBezTo>
                    <a:pt x="22681" y="41301"/>
                    <a:pt x="22693" y="41329"/>
                    <a:pt x="22719" y="41329"/>
                  </a:cubicBezTo>
                  <a:cubicBezTo>
                    <a:pt x="22724" y="41329"/>
                    <a:pt x="22728" y="41328"/>
                    <a:pt x="22734" y="41326"/>
                  </a:cubicBezTo>
                  <a:lnTo>
                    <a:pt x="22783" y="41326"/>
                  </a:lnTo>
                  <a:cubicBezTo>
                    <a:pt x="22746" y="41326"/>
                    <a:pt x="22734" y="41363"/>
                    <a:pt x="22771" y="41363"/>
                  </a:cubicBezTo>
                  <a:cubicBezTo>
                    <a:pt x="22792" y="41363"/>
                    <a:pt x="22814" y="41402"/>
                    <a:pt x="22845" y="41402"/>
                  </a:cubicBezTo>
                  <a:cubicBezTo>
                    <a:pt x="22849" y="41402"/>
                    <a:pt x="22853" y="41401"/>
                    <a:pt x="22857" y="41400"/>
                  </a:cubicBezTo>
                  <a:cubicBezTo>
                    <a:pt x="22894" y="41400"/>
                    <a:pt x="22894" y="41400"/>
                    <a:pt x="22894" y="41425"/>
                  </a:cubicBezTo>
                  <a:cubicBezTo>
                    <a:pt x="22894" y="41433"/>
                    <a:pt x="22894" y="41442"/>
                    <a:pt x="22907" y="41442"/>
                  </a:cubicBezTo>
                  <a:cubicBezTo>
                    <a:pt x="22912" y="41442"/>
                    <a:pt x="22920" y="41441"/>
                    <a:pt x="22931" y="41437"/>
                  </a:cubicBezTo>
                  <a:cubicBezTo>
                    <a:pt x="22968" y="41425"/>
                    <a:pt x="23017" y="41437"/>
                    <a:pt x="23042" y="41363"/>
                  </a:cubicBezTo>
                  <a:cubicBezTo>
                    <a:pt x="23079" y="41301"/>
                    <a:pt x="23017" y="41203"/>
                    <a:pt x="23079" y="41092"/>
                  </a:cubicBezTo>
                  <a:cubicBezTo>
                    <a:pt x="23128" y="40981"/>
                    <a:pt x="23153" y="40993"/>
                    <a:pt x="23214" y="40981"/>
                  </a:cubicBezTo>
                  <a:cubicBezTo>
                    <a:pt x="23276" y="40956"/>
                    <a:pt x="23387" y="40932"/>
                    <a:pt x="23399" y="40882"/>
                  </a:cubicBezTo>
                  <a:cubicBezTo>
                    <a:pt x="23399" y="40858"/>
                    <a:pt x="23411" y="40833"/>
                    <a:pt x="23424" y="40809"/>
                  </a:cubicBezTo>
                  <a:cubicBezTo>
                    <a:pt x="23431" y="40793"/>
                    <a:pt x="23453" y="40783"/>
                    <a:pt x="23474" y="40783"/>
                  </a:cubicBezTo>
                  <a:cubicBezTo>
                    <a:pt x="23487" y="40783"/>
                    <a:pt x="23500" y="40787"/>
                    <a:pt x="23510" y="40796"/>
                  </a:cubicBezTo>
                  <a:cubicBezTo>
                    <a:pt x="23568" y="40835"/>
                    <a:pt x="23626" y="40881"/>
                    <a:pt x="23642" y="40881"/>
                  </a:cubicBezTo>
                  <a:cubicBezTo>
                    <a:pt x="23647" y="40881"/>
                    <a:pt x="23648" y="40878"/>
                    <a:pt x="23645" y="40870"/>
                  </a:cubicBezTo>
                  <a:cubicBezTo>
                    <a:pt x="23633" y="40821"/>
                    <a:pt x="23485" y="40636"/>
                    <a:pt x="23485" y="40513"/>
                  </a:cubicBezTo>
                  <a:cubicBezTo>
                    <a:pt x="23485" y="40402"/>
                    <a:pt x="23424" y="40229"/>
                    <a:pt x="23510" y="40143"/>
                  </a:cubicBezTo>
                  <a:cubicBezTo>
                    <a:pt x="23596" y="40069"/>
                    <a:pt x="23658" y="40069"/>
                    <a:pt x="23621" y="40020"/>
                  </a:cubicBezTo>
                  <a:cubicBezTo>
                    <a:pt x="23608" y="40003"/>
                    <a:pt x="23596" y="39998"/>
                    <a:pt x="23586" y="39998"/>
                  </a:cubicBezTo>
                  <a:cubicBezTo>
                    <a:pt x="23570" y="39998"/>
                    <a:pt x="23556" y="40010"/>
                    <a:pt x="23543" y="40010"/>
                  </a:cubicBezTo>
                  <a:cubicBezTo>
                    <a:pt x="23540" y="40010"/>
                    <a:pt x="23537" y="40009"/>
                    <a:pt x="23534" y="40008"/>
                  </a:cubicBezTo>
                  <a:cubicBezTo>
                    <a:pt x="23498" y="39995"/>
                    <a:pt x="23510" y="39971"/>
                    <a:pt x="23534" y="39971"/>
                  </a:cubicBezTo>
                  <a:cubicBezTo>
                    <a:pt x="23571" y="39971"/>
                    <a:pt x="23584" y="39971"/>
                    <a:pt x="23584" y="39946"/>
                  </a:cubicBezTo>
                  <a:cubicBezTo>
                    <a:pt x="23584" y="39928"/>
                    <a:pt x="23587" y="39918"/>
                    <a:pt x="23590" y="39918"/>
                  </a:cubicBezTo>
                  <a:cubicBezTo>
                    <a:pt x="23593" y="39918"/>
                    <a:pt x="23596" y="39928"/>
                    <a:pt x="23596" y="39946"/>
                  </a:cubicBezTo>
                  <a:cubicBezTo>
                    <a:pt x="23596" y="39983"/>
                    <a:pt x="23621" y="40008"/>
                    <a:pt x="23658" y="40020"/>
                  </a:cubicBezTo>
                  <a:cubicBezTo>
                    <a:pt x="23671" y="40027"/>
                    <a:pt x="23685" y="40030"/>
                    <a:pt x="23699" y="40030"/>
                  </a:cubicBezTo>
                  <a:cubicBezTo>
                    <a:pt x="23734" y="40030"/>
                    <a:pt x="23767" y="40010"/>
                    <a:pt x="23793" y="39983"/>
                  </a:cubicBezTo>
                  <a:cubicBezTo>
                    <a:pt x="23818" y="39934"/>
                    <a:pt x="23793" y="39749"/>
                    <a:pt x="23818" y="39700"/>
                  </a:cubicBezTo>
                  <a:cubicBezTo>
                    <a:pt x="23843" y="39601"/>
                    <a:pt x="23904" y="39527"/>
                    <a:pt x="23978" y="39478"/>
                  </a:cubicBezTo>
                  <a:cubicBezTo>
                    <a:pt x="24077" y="39429"/>
                    <a:pt x="24237" y="39330"/>
                    <a:pt x="24237" y="39293"/>
                  </a:cubicBezTo>
                  <a:cubicBezTo>
                    <a:pt x="24249" y="39268"/>
                    <a:pt x="24224" y="39219"/>
                    <a:pt x="24200" y="39219"/>
                  </a:cubicBezTo>
                  <a:cubicBezTo>
                    <a:pt x="24175" y="39219"/>
                    <a:pt x="24175" y="39219"/>
                    <a:pt x="24200" y="39194"/>
                  </a:cubicBezTo>
                  <a:cubicBezTo>
                    <a:pt x="24237" y="39170"/>
                    <a:pt x="24274" y="39133"/>
                    <a:pt x="24286" y="39084"/>
                  </a:cubicBezTo>
                  <a:cubicBezTo>
                    <a:pt x="24298" y="39034"/>
                    <a:pt x="24261" y="38973"/>
                    <a:pt x="24212" y="38960"/>
                  </a:cubicBezTo>
                  <a:cubicBezTo>
                    <a:pt x="24151" y="38936"/>
                    <a:pt x="24064" y="38948"/>
                    <a:pt x="24027" y="38923"/>
                  </a:cubicBezTo>
                  <a:cubicBezTo>
                    <a:pt x="23990" y="38899"/>
                    <a:pt x="24003" y="38874"/>
                    <a:pt x="23978" y="38862"/>
                  </a:cubicBezTo>
                  <a:cubicBezTo>
                    <a:pt x="23904" y="38825"/>
                    <a:pt x="23843" y="38751"/>
                    <a:pt x="23843" y="38665"/>
                  </a:cubicBezTo>
                  <a:cubicBezTo>
                    <a:pt x="23843" y="38554"/>
                    <a:pt x="23892" y="38443"/>
                    <a:pt x="23966" y="38357"/>
                  </a:cubicBezTo>
                  <a:cubicBezTo>
                    <a:pt x="24035" y="38299"/>
                    <a:pt x="24160" y="38208"/>
                    <a:pt x="24215" y="38208"/>
                  </a:cubicBezTo>
                  <a:cubicBezTo>
                    <a:pt x="24218" y="38208"/>
                    <a:pt x="24222" y="38208"/>
                    <a:pt x="24224" y="38209"/>
                  </a:cubicBezTo>
                  <a:cubicBezTo>
                    <a:pt x="24262" y="38218"/>
                    <a:pt x="24278" y="38242"/>
                    <a:pt x="24294" y="38242"/>
                  </a:cubicBezTo>
                  <a:cubicBezTo>
                    <a:pt x="24300" y="38242"/>
                    <a:pt x="24305" y="38239"/>
                    <a:pt x="24311" y="38233"/>
                  </a:cubicBezTo>
                  <a:cubicBezTo>
                    <a:pt x="24335" y="38209"/>
                    <a:pt x="24298" y="38086"/>
                    <a:pt x="24348" y="38036"/>
                  </a:cubicBezTo>
                  <a:cubicBezTo>
                    <a:pt x="24385" y="37987"/>
                    <a:pt x="24409" y="37925"/>
                    <a:pt x="24409" y="37864"/>
                  </a:cubicBezTo>
                  <a:cubicBezTo>
                    <a:pt x="24385" y="37814"/>
                    <a:pt x="24360" y="37777"/>
                    <a:pt x="24385" y="37741"/>
                  </a:cubicBezTo>
                  <a:cubicBezTo>
                    <a:pt x="24434" y="37691"/>
                    <a:pt x="24471" y="37642"/>
                    <a:pt x="24520" y="37605"/>
                  </a:cubicBezTo>
                  <a:cubicBezTo>
                    <a:pt x="24569" y="37556"/>
                    <a:pt x="24619" y="37568"/>
                    <a:pt x="24582" y="37531"/>
                  </a:cubicBezTo>
                  <a:cubicBezTo>
                    <a:pt x="24545" y="37494"/>
                    <a:pt x="24496" y="37482"/>
                    <a:pt x="24496" y="37432"/>
                  </a:cubicBezTo>
                  <a:cubicBezTo>
                    <a:pt x="24502" y="37405"/>
                    <a:pt x="24532" y="37397"/>
                    <a:pt x="24561" y="37397"/>
                  </a:cubicBezTo>
                  <a:cubicBezTo>
                    <a:pt x="24584" y="37397"/>
                    <a:pt x="24608" y="37402"/>
                    <a:pt x="24619" y="37408"/>
                  </a:cubicBezTo>
                  <a:cubicBezTo>
                    <a:pt x="24643" y="37420"/>
                    <a:pt x="24693" y="37494"/>
                    <a:pt x="24730" y="37494"/>
                  </a:cubicBezTo>
                  <a:cubicBezTo>
                    <a:pt x="24779" y="37482"/>
                    <a:pt x="24816" y="37420"/>
                    <a:pt x="24804" y="37371"/>
                  </a:cubicBezTo>
                  <a:cubicBezTo>
                    <a:pt x="24791" y="37309"/>
                    <a:pt x="24791" y="37272"/>
                    <a:pt x="24754" y="37272"/>
                  </a:cubicBezTo>
                  <a:cubicBezTo>
                    <a:pt x="24717" y="37272"/>
                    <a:pt x="24693" y="37334"/>
                    <a:pt x="24656" y="37334"/>
                  </a:cubicBezTo>
                  <a:cubicBezTo>
                    <a:pt x="24606" y="37334"/>
                    <a:pt x="24569" y="37322"/>
                    <a:pt x="24533" y="37297"/>
                  </a:cubicBezTo>
                  <a:cubicBezTo>
                    <a:pt x="24483" y="37260"/>
                    <a:pt x="24459" y="37198"/>
                    <a:pt x="24459" y="37137"/>
                  </a:cubicBezTo>
                  <a:cubicBezTo>
                    <a:pt x="24459" y="37038"/>
                    <a:pt x="24422" y="36890"/>
                    <a:pt x="24434" y="36829"/>
                  </a:cubicBezTo>
                  <a:cubicBezTo>
                    <a:pt x="24434" y="36800"/>
                    <a:pt x="24447" y="36788"/>
                    <a:pt x="24467" y="36788"/>
                  </a:cubicBezTo>
                  <a:cubicBezTo>
                    <a:pt x="24481" y="36788"/>
                    <a:pt x="24500" y="36794"/>
                    <a:pt x="24520" y="36804"/>
                  </a:cubicBezTo>
                  <a:cubicBezTo>
                    <a:pt x="24606" y="36866"/>
                    <a:pt x="24717" y="36903"/>
                    <a:pt x="24828" y="36927"/>
                  </a:cubicBezTo>
                  <a:cubicBezTo>
                    <a:pt x="24902" y="36927"/>
                    <a:pt x="24988" y="36903"/>
                    <a:pt x="25050" y="36853"/>
                  </a:cubicBezTo>
                  <a:cubicBezTo>
                    <a:pt x="25087" y="36829"/>
                    <a:pt x="25099" y="36792"/>
                    <a:pt x="25099" y="36755"/>
                  </a:cubicBezTo>
                  <a:cubicBezTo>
                    <a:pt x="25087" y="36706"/>
                    <a:pt x="25075" y="36669"/>
                    <a:pt x="25075" y="36619"/>
                  </a:cubicBezTo>
                  <a:cubicBezTo>
                    <a:pt x="25075" y="36570"/>
                    <a:pt x="25173" y="36447"/>
                    <a:pt x="25173" y="36410"/>
                  </a:cubicBezTo>
                  <a:cubicBezTo>
                    <a:pt x="25173" y="36385"/>
                    <a:pt x="25087" y="36287"/>
                    <a:pt x="25099" y="36213"/>
                  </a:cubicBezTo>
                  <a:cubicBezTo>
                    <a:pt x="25113" y="36165"/>
                    <a:pt x="25138" y="36148"/>
                    <a:pt x="25159" y="36148"/>
                  </a:cubicBezTo>
                  <a:cubicBezTo>
                    <a:pt x="25177" y="36148"/>
                    <a:pt x="25192" y="36159"/>
                    <a:pt x="25198" y="36176"/>
                  </a:cubicBezTo>
                  <a:cubicBezTo>
                    <a:pt x="25198" y="36215"/>
                    <a:pt x="25206" y="36277"/>
                    <a:pt x="25209" y="36277"/>
                  </a:cubicBezTo>
                  <a:cubicBezTo>
                    <a:pt x="25210" y="36277"/>
                    <a:pt x="25210" y="36272"/>
                    <a:pt x="25210" y="36262"/>
                  </a:cubicBezTo>
                  <a:cubicBezTo>
                    <a:pt x="25223" y="36213"/>
                    <a:pt x="25210" y="36213"/>
                    <a:pt x="25309" y="36213"/>
                  </a:cubicBezTo>
                  <a:cubicBezTo>
                    <a:pt x="25444" y="36213"/>
                    <a:pt x="25568" y="36188"/>
                    <a:pt x="25703" y="36139"/>
                  </a:cubicBezTo>
                  <a:cubicBezTo>
                    <a:pt x="25826" y="36114"/>
                    <a:pt x="25962" y="36065"/>
                    <a:pt x="26085" y="36016"/>
                  </a:cubicBezTo>
                  <a:cubicBezTo>
                    <a:pt x="26147" y="35966"/>
                    <a:pt x="26233" y="35954"/>
                    <a:pt x="26245" y="35880"/>
                  </a:cubicBezTo>
                  <a:cubicBezTo>
                    <a:pt x="26270" y="35794"/>
                    <a:pt x="26319" y="35720"/>
                    <a:pt x="26393" y="35658"/>
                  </a:cubicBezTo>
                  <a:cubicBezTo>
                    <a:pt x="26442" y="35621"/>
                    <a:pt x="26467" y="35560"/>
                    <a:pt x="26467" y="35498"/>
                  </a:cubicBezTo>
                  <a:cubicBezTo>
                    <a:pt x="26467" y="35424"/>
                    <a:pt x="26467" y="35375"/>
                    <a:pt x="26405" y="35350"/>
                  </a:cubicBezTo>
                  <a:cubicBezTo>
                    <a:pt x="26356" y="35338"/>
                    <a:pt x="26282" y="35301"/>
                    <a:pt x="26282" y="35239"/>
                  </a:cubicBezTo>
                  <a:cubicBezTo>
                    <a:pt x="26282" y="35178"/>
                    <a:pt x="26356" y="35067"/>
                    <a:pt x="26344" y="35042"/>
                  </a:cubicBezTo>
                  <a:cubicBezTo>
                    <a:pt x="26307" y="34968"/>
                    <a:pt x="26245" y="34907"/>
                    <a:pt x="26159" y="34857"/>
                  </a:cubicBezTo>
                  <a:cubicBezTo>
                    <a:pt x="26085" y="34833"/>
                    <a:pt x="26023" y="34833"/>
                    <a:pt x="26036" y="34771"/>
                  </a:cubicBezTo>
                  <a:cubicBezTo>
                    <a:pt x="26036" y="34734"/>
                    <a:pt x="26060" y="34709"/>
                    <a:pt x="26085" y="34697"/>
                  </a:cubicBezTo>
                  <a:lnTo>
                    <a:pt x="26147" y="34697"/>
                  </a:lnTo>
                  <a:cubicBezTo>
                    <a:pt x="26221" y="34734"/>
                    <a:pt x="26294" y="34746"/>
                    <a:pt x="26381" y="34759"/>
                  </a:cubicBezTo>
                  <a:cubicBezTo>
                    <a:pt x="26405" y="34759"/>
                    <a:pt x="26467" y="34820"/>
                    <a:pt x="26516" y="34845"/>
                  </a:cubicBezTo>
                  <a:cubicBezTo>
                    <a:pt x="26556" y="34865"/>
                    <a:pt x="26572" y="34901"/>
                    <a:pt x="26609" y="34901"/>
                  </a:cubicBezTo>
                  <a:cubicBezTo>
                    <a:pt x="26618" y="34901"/>
                    <a:pt x="26628" y="34899"/>
                    <a:pt x="26639" y="34894"/>
                  </a:cubicBezTo>
                  <a:cubicBezTo>
                    <a:pt x="26689" y="34882"/>
                    <a:pt x="26689" y="34870"/>
                    <a:pt x="26763" y="34870"/>
                  </a:cubicBezTo>
                  <a:cubicBezTo>
                    <a:pt x="26824" y="34870"/>
                    <a:pt x="26854" y="34901"/>
                    <a:pt x="26894" y="34901"/>
                  </a:cubicBezTo>
                  <a:cubicBezTo>
                    <a:pt x="26909" y="34901"/>
                    <a:pt x="26926" y="34896"/>
                    <a:pt x="26947" y="34882"/>
                  </a:cubicBezTo>
                  <a:cubicBezTo>
                    <a:pt x="27021" y="34833"/>
                    <a:pt x="27145" y="34783"/>
                    <a:pt x="27182" y="34697"/>
                  </a:cubicBezTo>
                  <a:cubicBezTo>
                    <a:pt x="27206" y="34648"/>
                    <a:pt x="27231" y="34599"/>
                    <a:pt x="27268" y="34549"/>
                  </a:cubicBezTo>
                  <a:cubicBezTo>
                    <a:pt x="27305" y="34500"/>
                    <a:pt x="27329" y="34463"/>
                    <a:pt x="27366" y="34426"/>
                  </a:cubicBezTo>
                  <a:cubicBezTo>
                    <a:pt x="27428" y="34340"/>
                    <a:pt x="27465" y="34143"/>
                    <a:pt x="27514" y="34069"/>
                  </a:cubicBezTo>
                  <a:cubicBezTo>
                    <a:pt x="27564" y="34007"/>
                    <a:pt x="27613" y="33946"/>
                    <a:pt x="27687" y="33909"/>
                  </a:cubicBezTo>
                  <a:cubicBezTo>
                    <a:pt x="27798" y="33810"/>
                    <a:pt x="27884" y="33699"/>
                    <a:pt x="27958" y="33564"/>
                  </a:cubicBezTo>
                  <a:cubicBezTo>
                    <a:pt x="27995" y="33477"/>
                    <a:pt x="28032" y="33231"/>
                    <a:pt x="28143" y="33132"/>
                  </a:cubicBezTo>
                  <a:cubicBezTo>
                    <a:pt x="28254" y="33021"/>
                    <a:pt x="28364" y="32960"/>
                    <a:pt x="28389" y="32886"/>
                  </a:cubicBezTo>
                  <a:cubicBezTo>
                    <a:pt x="28401" y="32787"/>
                    <a:pt x="28414" y="32701"/>
                    <a:pt x="28426" y="32602"/>
                  </a:cubicBezTo>
                  <a:cubicBezTo>
                    <a:pt x="28438" y="32516"/>
                    <a:pt x="28377" y="32430"/>
                    <a:pt x="28401" y="32307"/>
                  </a:cubicBezTo>
                  <a:cubicBezTo>
                    <a:pt x="28426" y="32233"/>
                    <a:pt x="28438" y="32159"/>
                    <a:pt x="28438" y="32085"/>
                  </a:cubicBezTo>
                  <a:cubicBezTo>
                    <a:pt x="28438" y="32036"/>
                    <a:pt x="28401" y="32060"/>
                    <a:pt x="28426" y="32011"/>
                  </a:cubicBezTo>
                  <a:cubicBezTo>
                    <a:pt x="28451" y="31974"/>
                    <a:pt x="28500" y="32011"/>
                    <a:pt x="28549" y="31962"/>
                  </a:cubicBezTo>
                  <a:cubicBezTo>
                    <a:pt x="28611" y="31876"/>
                    <a:pt x="28672" y="31789"/>
                    <a:pt x="28746" y="31715"/>
                  </a:cubicBezTo>
                  <a:cubicBezTo>
                    <a:pt x="28783" y="31691"/>
                    <a:pt x="28820" y="31654"/>
                    <a:pt x="28857" y="31629"/>
                  </a:cubicBezTo>
                  <a:cubicBezTo>
                    <a:pt x="28894" y="31617"/>
                    <a:pt x="29017" y="31506"/>
                    <a:pt x="29079" y="31506"/>
                  </a:cubicBezTo>
                  <a:cubicBezTo>
                    <a:pt x="29137" y="31506"/>
                    <a:pt x="29202" y="31558"/>
                    <a:pt x="29222" y="31558"/>
                  </a:cubicBezTo>
                  <a:cubicBezTo>
                    <a:pt x="29228" y="31558"/>
                    <a:pt x="29230" y="31554"/>
                    <a:pt x="29227" y="31543"/>
                  </a:cubicBezTo>
                  <a:cubicBezTo>
                    <a:pt x="29215" y="31494"/>
                    <a:pt x="29165" y="31494"/>
                    <a:pt x="29190" y="31457"/>
                  </a:cubicBezTo>
                  <a:cubicBezTo>
                    <a:pt x="29215" y="31432"/>
                    <a:pt x="29276" y="31432"/>
                    <a:pt x="29338" y="31395"/>
                  </a:cubicBezTo>
                  <a:cubicBezTo>
                    <a:pt x="29412" y="31370"/>
                    <a:pt x="29412" y="31346"/>
                    <a:pt x="29387" y="31321"/>
                  </a:cubicBezTo>
                  <a:cubicBezTo>
                    <a:pt x="29375" y="31296"/>
                    <a:pt x="29436" y="31284"/>
                    <a:pt x="29449" y="31272"/>
                  </a:cubicBezTo>
                  <a:cubicBezTo>
                    <a:pt x="29453" y="31264"/>
                    <a:pt x="29455" y="31261"/>
                    <a:pt x="29457" y="31261"/>
                  </a:cubicBezTo>
                  <a:cubicBezTo>
                    <a:pt x="29461" y="31261"/>
                    <a:pt x="29461" y="31276"/>
                    <a:pt x="29461" y="31284"/>
                  </a:cubicBezTo>
                  <a:cubicBezTo>
                    <a:pt x="29461" y="31299"/>
                    <a:pt x="29478" y="31305"/>
                    <a:pt x="29507" y="31305"/>
                  </a:cubicBezTo>
                  <a:cubicBezTo>
                    <a:pt x="29527" y="31305"/>
                    <a:pt x="29554" y="31302"/>
                    <a:pt x="29584" y="31296"/>
                  </a:cubicBezTo>
                  <a:cubicBezTo>
                    <a:pt x="29658" y="31284"/>
                    <a:pt x="29695" y="31223"/>
                    <a:pt x="29732" y="31210"/>
                  </a:cubicBezTo>
                  <a:cubicBezTo>
                    <a:pt x="29739" y="31208"/>
                    <a:pt x="29744" y="31208"/>
                    <a:pt x="29747" y="31208"/>
                  </a:cubicBezTo>
                  <a:cubicBezTo>
                    <a:pt x="29769" y="31208"/>
                    <a:pt x="29734" y="31237"/>
                    <a:pt x="29744" y="31247"/>
                  </a:cubicBezTo>
                  <a:cubicBezTo>
                    <a:pt x="29753" y="31265"/>
                    <a:pt x="29787" y="31282"/>
                    <a:pt x="29836" y="31282"/>
                  </a:cubicBezTo>
                  <a:cubicBezTo>
                    <a:pt x="29856" y="31282"/>
                    <a:pt x="29879" y="31279"/>
                    <a:pt x="29905" y="31272"/>
                  </a:cubicBezTo>
                  <a:cubicBezTo>
                    <a:pt x="29991" y="31235"/>
                    <a:pt x="30040" y="31272"/>
                    <a:pt x="30040" y="31198"/>
                  </a:cubicBezTo>
                  <a:cubicBezTo>
                    <a:pt x="30040" y="31124"/>
                    <a:pt x="30139" y="31050"/>
                    <a:pt x="30176" y="31025"/>
                  </a:cubicBezTo>
                  <a:cubicBezTo>
                    <a:pt x="30225" y="30976"/>
                    <a:pt x="30250" y="30914"/>
                    <a:pt x="30250" y="30841"/>
                  </a:cubicBezTo>
                  <a:cubicBezTo>
                    <a:pt x="30262" y="30754"/>
                    <a:pt x="30299" y="30680"/>
                    <a:pt x="30373" y="30619"/>
                  </a:cubicBezTo>
                  <a:cubicBezTo>
                    <a:pt x="30422" y="30557"/>
                    <a:pt x="30459" y="30483"/>
                    <a:pt x="30496" y="30409"/>
                  </a:cubicBezTo>
                  <a:cubicBezTo>
                    <a:pt x="30521" y="30360"/>
                    <a:pt x="30533" y="30360"/>
                    <a:pt x="30558" y="30311"/>
                  </a:cubicBezTo>
                  <a:cubicBezTo>
                    <a:pt x="30570" y="30212"/>
                    <a:pt x="30570" y="30126"/>
                    <a:pt x="30558" y="30040"/>
                  </a:cubicBezTo>
                  <a:cubicBezTo>
                    <a:pt x="30558" y="29966"/>
                    <a:pt x="30582" y="29892"/>
                    <a:pt x="30632" y="29830"/>
                  </a:cubicBezTo>
                  <a:cubicBezTo>
                    <a:pt x="30656" y="29806"/>
                    <a:pt x="30718" y="29806"/>
                    <a:pt x="30718" y="29695"/>
                  </a:cubicBezTo>
                  <a:cubicBezTo>
                    <a:pt x="30706" y="29559"/>
                    <a:pt x="30718" y="29436"/>
                    <a:pt x="30742" y="29313"/>
                  </a:cubicBezTo>
                  <a:cubicBezTo>
                    <a:pt x="30792" y="29202"/>
                    <a:pt x="30742" y="28968"/>
                    <a:pt x="30742" y="28832"/>
                  </a:cubicBezTo>
                  <a:cubicBezTo>
                    <a:pt x="30742" y="28709"/>
                    <a:pt x="30742" y="28598"/>
                    <a:pt x="30755" y="28475"/>
                  </a:cubicBezTo>
                  <a:cubicBezTo>
                    <a:pt x="30779" y="28426"/>
                    <a:pt x="30829" y="28426"/>
                    <a:pt x="30792" y="28389"/>
                  </a:cubicBezTo>
                  <a:cubicBezTo>
                    <a:pt x="30761" y="28348"/>
                    <a:pt x="30739" y="28324"/>
                    <a:pt x="30746" y="28324"/>
                  </a:cubicBezTo>
                  <a:cubicBezTo>
                    <a:pt x="30748" y="28324"/>
                    <a:pt x="30751" y="28325"/>
                    <a:pt x="30755" y="28327"/>
                  </a:cubicBezTo>
                  <a:cubicBezTo>
                    <a:pt x="30785" y="28327"/>
                    <a:pt x="30832" y="28385"/>
                    <a:pt x="30841" y="28385"/>
                  </a:cubicBezTo>
                  <a:cubicBezTo>
                    <a:pt x="30843" y="28385"/>
                    <a:pt x="30843" y="28383"/>
                    <a:pt x="30841" y="28376"/>
                  </a:cubicBezTo>
                  <a:cubicBezTo>
                    <a:pt x="30831" y="28346"/>
                    <a:pt x="30837" y="28308"/>
                    <a:pt x="30840" y="28308"/>
                  </a:cubicBezTo>
                  <a:lnTo>
                    <a:pt x="30840" y="28308"/>
                  </a:lnTo>
                  <a:cubicBezTo>
                    <a:pt x="30841" y="28308"/>
                    <a:pt x="30841" y="28310"/>
                    <a:pt x="30841" y="28315"/>
                  </a:cubicBezTo>
                  <a:cubicBezTo>
                    <a:pt x="30841" y="28324"/>
                    <a:pt x="30843" y="28326"/>
                    <a:pt x="30846" y="28326"/>
                  </a:cubicBezTo>
                  <a:cubicBezTo>
                    <a:pt x="30850" y="28326"/>
                    <a:pt x="30855" y="28323"/>
                    <a:pt x="30863" y="28323"/>
                  </a:cubicBezTo>
                  <a:cubicBezTo>
                    <a:pt x="30867" y="28323"/>
                    <a:pt x="30872" y="28324"/>
                    <a:pt x="30878" y="28327"/>
                  </a:cubicBezTo>
                  <a:cubicBezTo>
                    <a:pt x="30890" y="28339"/>
                    <a:pt x="30899" y="28350"/>
                    <a:pt x="30910" y="28350"/>
                  </a:cubicBezTo>
                  <a:cubicBezTo>
                    <a:pt x="30922" y="28350"/>
                    <a:pt x="30938" y="28336"/>
                    <a:pt x="30964" y="28290"/>
                  </a:cubicBezTo>
                  <a:cubicBezTo>
                    <a:pt x="31014" y="28204"/>
                    <a:pt x="31063" y="28105"/>
                    <a:pt x="31124" y="27982"/>
                  </a:cubicBezTo>
                  <a:cubicBezTo>
                    <a:pt x="31149" y="27871"/>
                    <a:pt x="31223" y="27773"/>
                    <a:pt x="31309" y="27711"/>
                  </a:cubicBezTo>
                  <a:cubicBezTo>
                    <a:pt x="31383" y="27662"/>
                    <a:pt x="31445" y="27600"/>
                    <a:pt x="31482" y="27526"/>
                  </a:cubicBezTo>
                  <a:cubicBezTo>
                    <a:pt x="31593" y="27378"/>
                    <a:pt x="31679" y="27230"/>
                    <a:pt x="31728" y="27058"/>
                  </a:cubicBezTo>
                  <a:cubicBezTo>
                    <a:pt x="31777" y="26861"/>
                    <a:pt x="31753" y="26651"/>
                    <a:pt x="31691" y="26466"/>
                  </a:cubicBezTo>
                  <a:cubicBezTo>
                    <a:pt x="31630" y="26146"/>
                    <a:pt x="31667" y="26084"/>
                    <a:pt x="31531" y="26084"/>
                  </a:cubicBezTo>
                  <a:cubicBezTo>
                    <a:pt x="31517" y="26086"/>
                    <a:pt x="31503" y="26086"/>
                    <a:pt x="31490" y="26086"/>
                  </a:cubicBezTo>
                  <a:cubicBezTo>
                    <a:pt x="31368" y="26086"/>
                    <a:pt x="31250" y="26039"/>
                    <a:pt x="31161" y="25961"/>
                  </a:cubicBezTo>
                  <a:cubicBezTo>
                    <a:pt x="31087" y="25850"/>
                    <a:pt x="30989" y="25764"/>
                    <a:pt x="30890" y="25678"/>
                  </a:cubicBezTo>
                  <a:cubicBezTo>
                    <a:pt x="30792" y="25616"/>
                    <a:pt x="30582" y="25456"/>
                    <a:pt x="30471" y="25444"/>
                  </a:cubicBezTo>
                  <a:cubicBezTo>
                    <a:pt x="30382" y="25444"/>
                    <a:pt x="30343" y="25495"/>
                    <a:pt x="30253" y="25495"/>
                  </a:cubicBezTo>
                  <a:cubicBezTo>
                    <a:pt x="30245" y="25495"/>
                    <a:pt x="30235" y="25494"/>
                    <a:pt x="30225" y="25493"/>
                  </a:cubicBezTo>
                  <a:cubicBezTo>
                    <a:pt x="30077" y="25456"/>
                    <a:pt x="29942" y="25407"/>
                    <a:pt x="29818" y="25345"/>
                  </a:cubicBezTo>
                  <a:cubicBezTo>
                    <a:pt x="29802" y="25337"/>
                    <a:pt x="29786" y="25334"/>
                    <a:pt x="29770" y="25334"/>
                  </a:cubicBezTo>
                  <a:cubicBezTo>
                    <a:pt x="29718" y="25334"/>
                    <a:pt x="29674" y="25373"/>
                    <a:pt x="29646" y="25382"/>
                  </a:cubicBezTo>
                  <a:cubicBezTo>
                    <a:pt x="29609" y="25382"/>
                    <a:pt x="29498" y="25284"/>
                    <a:pt x="29473" y="25247"/>
                  </a:cubicBezTo>
                  <a:cubicBezTo>
                    <a:pt x="29436" y="25173"/>
                    <a:pt x="29375" y="25123"/>
                    <a:pt x="29301" y="25086"/>
                  </a:cubicBezTo>
                  <a:cubicBezTo>
                    <a:pt x="29190" y="25037"/>
                    <a:pt x="28919" y="24889"/>
                    <a:pt x="28845" y="24865"/>
                  </a:cubicBezTo>
                  <a:cubicBezTo>
                    <a:pt x="28808" y="24858"/>
                    <a:pt x="28756" y="24846"/>
                    <a:pt x="28706" y="24846"/>
                  </a:cubicBezTo>
                  <a:cubicBezTo>
                    <a:pt x="28657" y="24846"/>
                    <a:pt x="28611" y="24858"/>
                    <a:pt x="28586" y="24902"/>
                  </a:cubicBezTo>
                  <a:cubicBezTo>
                    <a:pt x="28549" y="25000"/>
                    <a:pt x="28488" y="25086"/>
                    <a:pt x="28414" y="25160"/>
                  </a:cubicBezTo>
                  <a:cubicBezTo>
                    <a:pt x="28364" y="25197"/>
                    <a:pt x="28327" y="25259"/>
                    <a:pt x="28315" y="25321"/>
                  </a:cubicBezTo>
                  <a:cubicBezTo>
                    <a:pt x="28302" y="25340"/>
                    <a:pt x="28289" y="25353"/>
                    <a:pt x="28279" y="25353"/>
                  </a:cubicBezTo>
                  <a:cubicBezTo>
                    <a:pt x="28271" y="25353"/>
                    <a:pt x="28266" y="25343"/>
                    <a:pt x="28266" y="25321"/>
                  </a:cubicBezTo>
                  <a:cubicBezTo>
                    <a:pt x="28254" y="25284"/>
                    <a:pt x="28241" y="25259"/>
                    <a:pt x="28217" y="25247"/>
                  </a:cubicBezTo>
                  <a:cubicBezTo>
                    <a:pt x="28192" y="25222"/>
                    <a:pt x="28180" y="25197"/>
                    <a:pt x="28167" y="25185"/>
                  </a:cubicBezTo>
                  <a:cubicBezTo>
                    <a:pt x="28153" y="25170"/>
                    <a:pt x="28129" y="25151"/>
                    <a:pt x="28110" y="25151"/>
                  </a:cubicBezTo>
                  <a:cubicBezTo>
                    <a:pt x="28097" y="25151"/>
                    <a:pt x="28086" y="25160"/>
                    <a:pt x="28081" y="25185"/>
                  </a:cubicBezTo>
                  <a:cubicBezTo>
                    <a:pt x="28072" y="25222"/>
                    <a:pt x="28076" y="25265"/>
                    <a:pt x="28069" y="25265"/>
                  </a:cubicBezTo>
                  <a:cubicBezTo>
                    <a:pt x="28067" y="25265"/>
                    <a:pt x="28063" y="25259"/>
                    <a:pt x="28056" y="25247"/>
                  </a:cubicBezTo>
                  <a:cubicBezTo>
                    <a:pt x="28044" y="25222"/>
                    <a:pt x="28019" y="25197"/>
                    <a:pt x="28007" y="25173"/>
                  </a:cubicBezTo>
                  <a:cubicBezTo>
                    <a:pt x="27982" y="25148"/>
                    <a:pt x="27982" y="25136"/>
                    <a:pt x="27958" y="25099"/>
                  </a:cubicBezTo>
                  <a:cubicBezTo>
                    <a:pt x="27933" y="25049"/>
                    <a:pt x="27921" y="25013"/>
                    <a:pt x="27933" y="24963"/>
                  </a:cubicBezTo>
                  <a:cubicBezTo>
                    <a:pt x="27933" y="24926"/>
                    <a:pt x="27933" y="24852"/>
                    <a:pt x="27917" y="24852"/>
                  </a:cubicBezTo>
                  <a:cubicBezTo>
                    <a:pt x="27912" y="24852"/>
                    <a:pt x="27905" y="24859"/>
                    <a:pt x="27896" y="24877"/>
                  </a:cubicBezTo>
                  <a:cubicBezTo>
                    <a:pt x="27859" y="24939"/>
                    <a:pt x="27810" y="25049"/>
                    <a:pt x="27748" y="25074"/>
                  </a:cubicBezTo>
                  <a:cubicBezTo>
                    <a:pt x="27732" y="25078"/>
                    <a:pt x="27721" y="25081"/>
                    <a:pt x="27716" y="25081"/>
                  </a:cubicBezTo>
                  <a:cubicBezTo>
                    <a:pt x="27705" y="25081"/>
                    <a:pt x="27716" y="25070"/>
                    <a:pt x="27748" y="25037"/>
                  </a:cubicBezTo>
                  <a:cubicBezTo>
                    <a:pt x="27810" y="25000"/>
                    <a:pt x="27847" y="24939"/>
                    <a:pt x="27872" y="24865"/>
                  </a:cubicBezTo>
                  <a:cubicBezTo>
                    <a:pt x="27872" y="24836"/>
                    <a:pt x="27850" y="24824"/>
                    <a:pt x="27830" y="24824"/>
                  </a:cubicBezTo>
                  <a:cubicBezTo>
                    <a:pt x="27816" y="24824"/>
                    <a:pt x="27803" y="24830"/>
                    <a:pt x="27798" y="24840"/>
                  </a:cubicBezTo>
                  <a:cubicBezTo>
                    <a:pt x="27785" y="24877"/>
                    <a:pt x="27748" y="25000"/>
                    <a:pt x="27687" y="25025"/>
                  </a:cubicBezTo>
                  <a:cubicBezTo>
                    <a:pt x="27669" y="25035"/>
                    <a:pt x="27659" y="25040"/>
                    <a:pt x="27654" y="25040"/>
                  </a:cubicBezTo>
                  <a:cubicBezTo>
                    <a:pt x="27641" y="25040"/>
                    <a:pt x="27664" y="25011"/>
                    <a:pt x="27699" y="24976"/>
                  </a:cubicBezTo>
                  <a:cubicBezTo>
                    <a:pt x="27748" y="24939"/>
                    <a:pt x="27736" y="24889"/>
                    <a:pt x="27761" y="24828"/>
                  </a:cubicBezTo>
                  <a:cubicBezTo>
                    <a:pt x="27785" y="24766"/>
                    <a:pt x="27822" y="24778"/>
                    <a:pt x="27847" y="24717"/>
                  </a:cubicBezTo>
                  <a:cubicBezTo>
                    <a:pt x="27872" y="24655"/>
                    <a:pt x="27847" y="24643"/>
                    <a:pt x="27884" y="24631"/>
                  </a:cubicBezTo>
                  <a:cubicBezTo>
                    <a:pt x="27921" y="24631"/>
                    <a:pt x="27958" y="24594"/>
                    <a:pt x="27982" y="24557"/>
                  </a:cubicBezTo>
                  <a:cubicBezTo>
                    <a:pt x="27990" y="24541"/>
                    <a:pt x="28013" y="24525"/>
                    <a:pt x="28032" y="24525"/>
                  </a:cubicBezTo>
                  <a:cubicBezTo>
                    <a:pt x="28042" y="24525"/>
                    <a:pt x="28052" y="24531"/>
                    <a:pt x="28056" y="24544"/>
                  </a:cubicBezTo>
                  <a:cubicBezTo>
                    <a:pt x="28061" y="24557"/>
                    <a:pt x="28068" y="24563"/>
                    <a:pt x="28076" y="24563"/>
                  </a:cubicBezTo>
                  <a:cubicBezTo>
                    <a:pt x="28092" y="24563"/>
                    <a:pt x="28110" y="24544"/>
                    <a:pt x="28118" y="24520"/>
                  </a:cubicBezTo>
                  <a:cubicBezTo>
                    <a:pt x="28143" y="24495"/>
                    <a:pt x="28143" y="24446"/>
                    <a:pt x="28118" y="24421"/>
                  </a:cubicBezTo>
                  <a:cubicBezTo>
                    <a:pt x="28093" y="24384"/>
                    <a:pt x="28167" y="24323"/>
                    <a:pt x="28167" y="24249"/>
                  </a:cubicBezTo>
                  <a:cubicBezTo>
                    <a:pt x="28167" y="24175"/>
                    <a:pt x="28081" y="24125"/>
                    <a:pt x="28007" y="24101"/>
                  </a:cubicBezTo>
                  <a:cubicBezTo>
                    <a:pt x="27933" y="24064"/>
                    <a:pt x="27921" y="23891"/>
                    <a:pt x="27909" y="23793"/>
                  </a:cubicBezTo>
                  <a:cubicBezTo>
                    <a:pt x="27896" y="23682"/>
                    <a:pt x="27909" y="23559"/>
                    <a:pt x="27847" y="23509"/>
                  </a:cubicBezTo>
                  <a:cubicBezTo>
                    <a:pt x="27835" y="23485"/>
                    <a:pt x="27810" y="23472"/>
                    <a:pt x="27798" y="23460"/>
                  </a:cubicBezTo>
                  <a:cubicBezTo>
                    <a:pt x="27736" y="23423"/>
                    <a:pt x="27674" y="23374"/>
                    <a:pt x="27613" y="23324"/>
                  </a:cubicBezTo>
                  <a:cubicBezTo>
                    <a:pt x="27551" y="23263"/>
                    <a:pt x="27477" y="23140"/>
                    <a:pt x="27391" y="23103"/>
                  </a:cubicBezTo>
                  <a:cubicBezTo>
                    <a:pt x="27342" y="23078"/>
                    <a:pt x="27292" y="23066"/>
                    <a:pt x="27231" y="23041"/>
                  </a:cubicBezTo>
                  <a:cubicBezTo>
                    <a:pt x="27157" y="23016"/>
                    <a:pt x="27083" y="22992"/>
                    <a:pt x="27009" y="22979"/>
                  </a:cubicBezTo>
                  <a:lnTo>
                    <a:pt x="26837" y="22979"/>
                  </a:lnTo>
                  <a:cubicBezTo>
                    <a:pt x="26760" y="23001"/>
                    <a:pt x="26751" y="23043"/>
                    <a:pt x="26724" y="23043"/>
                  </a:cubicBezTo>
                  <a:cubicBezTo>
                    <a:pt x="26721" y="23043"/>
                    <a:pt x="26717" y="23042"/>
                    <a:pt x="26713" y="23041"/>
                  </a:cubicBezTo>
                  <a:cubicBezTo>
                    <a:pt x="26708" y="23043"/>
                    <a:pt x="26703" y="23044"/>
                    <a:pt x="26699" y="23044"/>
                  </a:cubicBezTo>
                  <a:cubicBezTo>
                    <a:pt x="26667" y="23044"/>
                    <a:pt x="26638" y="23011"/>
                    <a:pt x="26627" y="22979"/>
                  </a:cubicBezTo>
                  <a:cubicBezTo>
                    <a:pt x="26609" y="22944"/>
                    <a:pt x="26598" y="22915"/>
                    <a:pt x="26584" y="22915"/>
                  </a:cubicBezTo>
                  <a:cubicBezTo>
                    <a:pt x="26579" y="22915"/>
                    <a:pt x="26573" y="22920"/>
                    <a:pt x="26566" y="22930"/>
                  </a:cubicBezTo>
                  <a:cubicBezTo>
                    <a:pt x="26556" y="22958"/>
                    <a:pt x="26540" y="22993"/>
                    <a:pt x="26512" y="22993"/>
                  </a:cubicBezTo>
                  <a:cubicBezTo>
                    <a:pt x="26502" y="22993"/>
                    <a:pt x="26492" y="22989"/>
                    <a:pt x="26479" y="22979"/>
                  </a:cubicBezTo>
                  <a:lnTo>
                    <a:pt x="26455" y="22967"/>
                  </a:lnTo>
                  <a:cubicBezTo>
                    <a:pt x="26405" y="22943"/>
                    <a:pt x="26368" y="22906"/>
                    <a:pt x="26344" y="22856"/>
                  </a:cubicBezTo>
                  <a:cubicBezTo>
                    <a:pt x="26270" y="22770"/>
                    <a:pt x="26221" y="22782"/>
                    <a:pt x="26171" y="22733"/>
                  </a:cubicBezTo>
                  <a:cubicBezTo>
                    <a:pt x="26122" y="22684"/>
                    <a:pt x="26134" y="22634"/>
                    <a:pt x="26085" y="22573"/>
                  </a:cubicBezTo>
                  <a:cubicBezTo>
                    <a:pt x="26011" y="22437"/>
                    <a:pt x="25913" y="22339"/>
                    <a:pt x="25777" y="22265"/>
                  </a:cubicBezTo>
                  <a:cubicBezTo>
                    <a:pt x="25771" y="22259"/>
                    <a:pt x="25765" y="22256"/>
                    <a:pt x="25758" y="22256"/>
                  </a:cubicBezTo>
                  <a:cubicBezTo>
                    <a:pt x="25752" y="22256"/>
                    <a:pt x="25746" y="22259"/>
                    <a:pt x="25740" y="22265"/>
                  </a:cubicBezTo>
                  <a:cubicBezTo>
                    <a:pt x="25703" y="22259"/>
                    <a:pt x="25666" y="22256"/>
                    <a:pt x="25629" y="22256"/>
                  </a:cubicBezTo>
                  <a:cubicBezTo>
                    <a:pt x="25592" y="22256"/>
                    <a:pt x="25555" y="22259"/>
                    <a:pt x="25518" y="22265"/>
                  </a:cubicBezTo>
                  <a:cubicBezTo>
                    <a:pt x="25500" y="22269"/>
                    <a:pt x="25466" y="22272"/>
                    <a:pt x="25433" y="22272"/>
                  </a:cubicBezTo>
                  <a:cubicBezTo>
                    <a:pt x="25376" y="22272"/>
                    <a:pt x="25323" y="22264"/>
                    <a:pt x="25370" y="22240"/>
                  </a:cubicBezTo>
                  <a:cubicBezTo>
                    <a:pt x="25444" y="22203"/>
                    <a:pt x="25481" y="22228"/>
                    <a:pt x="25494" y="22142"/>
                  </a:cubicBezTo>
                  <a:cubicBezTo>
                    <a:pt x="25506" y="22068"/>
                    <a:pt x="25555" y="22031"/>
                    <a:pt x="25494" y="21994"/>
                  </a:cubicBezTo>
                  <a:cubicBezTo>
                    <a:pt x="25437" y="21949"/>
                    <a:pt x="25391" y="21894"/>
                    <a:pt x="25365" y="21894"/>
                  </a:cubicBezTo>
                  <a:cubicBezTo>
                    <a:pt x="25363" y="21894"/>
                    <a:pt x="25360" y="21894"/>
                    <a:pt x="25358" y="21895"/>
                  </a:cubicBezTo>
                  <a:cubicBezTo>
                    <a:pt x="25326" y="21906"/>
                    <a:pt x="25349" y="21935"/>
                    <a:pt x="25340" y="21935"/>
                  </a:cubicBezTo>
                  <a:cubicBezTo>
                    <a:pt x="25339" y="21935"/>
                    <a:pt x="25337" y="21934"/>
                    <a:pt x="25333" y="21932"/>
                  </a:cubicBezTo>
                  <a:cubicBezTo>
                    <a:pt x="25321" y="21920"/>
                    <a:pt x="25284" y="21908"/>
                    <a:pt x="25272" y="21871"/>
                  </a:cubicBezTo>
                  <a:cubicBezTo>
                    <a:pt x="25269" y="21865"/>
                    <a:pt x="25266" y="21862"/>
                    <a:pt x="25263" y="21862"/>
                  </a:cubicBezTo>
                  <a:cubicBezTo>
                    <a:pt x="25253" y="21862"/>
                    <a:pt x="25241" y="21889"/>
                    <a:pt x="25223" y="21908"/>
                  </a:cubicBezTo>
                  <a:cubicBezTo>
                    <a:pt x="25218" y="21917"/>
                    <a:pt x="25215" y="21921"/>
                    <a:pt x="25213" y="21921"/>
                  </a:cubicBezTo>
                  <a:cubicBezTo>
                    <a:pt x="25210" y="21921"/>
                    <a:pt x="25210" y="21910"/>
                    <a:pt x="25210" y="21895"/>
                  </a:cubicBezTo>
                  <a:cubicBezTo>
                    <a:pt x="25198" y="21846"/>
                    <a:pt x="25173" y="21809"/>
                    <a:pt x="25136" y="21797"/>
                  </a:cubicBezTo>
                  <a:cubicBezTo>
                    <a:pt x="25103" y="21797"/>
                    <a:pt x="25079" y="21848"/>
                    <a:pt x="25066" y="21848"/>
                  </a:cubicBezTo>
                  <a:cubicBezTo>
                    <a:pt x="25065" y="21848"/>
                    <a:pt x="25063" y="21847"/>
                    <a:pt x="25062" y="21846"/>
                  </a:cubicBezTo>
                  <a:cubicBezTo>
                    <a:pt x="25038" y="21834"/>
                    <a:pt x="25050" y="21809"/>
                    <a:pt x="25062" y="21772"/>
                  </a:cubicBezTo>
                  <a:cubicBezTo>
                    <a:pt x="25087" y="21735"/>
                    <a:pt x="25013" y="21735"/>
                    <a:pt x="25062" y="21698"/>
                  </a:cubicBezTo>
                  <a:cubicBezTo>
                    <a:pt x="25124" y="21661"/>
                    <a:pt x="25259" y="21698"/>
                    <a:pt x="25235" y="21649"/>
                  </a:cubicBezTo>
                  <a:cubicBezTo>
                    <a:pt x="25220" y="21627"/>
                    <a:pt x="25210" y="21622"/>
                    <a:pt x="25188" y="21622"/>
                  </a:cubicBezTo>
                  <a:cubicBezTo>
                    <a:pt x="25173" y="21622"/>
                    <a:pt x="25154" y="21624"/>
                    <a:pt x="25124" y="21624"/>
                  </a:cubicBezTo>
                  <a:cubicBezTo>
                    <a:pt x="25084" y="21624"/>
                    <a:pt x="25026" y="21616"/>
                    <a:pt x="24966" y="21616"/>
                  </a:cubicBezTo>
                  <a:cubicBezTo>
                    <a:pt x="24897" y="21616"/>
                    <a:pt x="24825" y="21627"/>
                    <a:pt x="24779" y="21673"/>
                  </a:cubicBezTo>
                  <a:cubicBezTo>
                    <a:pt x="24704" y="21748"/>
                    <a:pt x="24639" y="21814"/>
                    <a:pt x="24582" y="21814"/>
                  </a:cubicBezTo>
                  <a:cubicBezTo>
                    <a:pt x="24574" y="21814"/>
                    <a:pt x="24565" y="21812"/>
                    <a:pt x="24557" y="21809"/>
                  </a:cubicBezTo>
                  <a:cubicBezTo>
                    <a:pt x="24483" y="21809"/>
                    <a:pt x="24409" y="21784"/>
                    <a:pt x="24348" y="21747"/>
                  </a:cubicBezTo>
                  <a:cubicBezTo>
                    <a:pt x="24311" y="21710"/>
                    <a:pt x="24274" y="21649"/>
                    <a:pt x="24224" y="21649"/>
                  </a:cubicBezTo>
                  <a:cubicBezTo>
                    <a:pt x="24163" y="21649"/>
                    <a:pt x="23929" y="21686"/>
                    <a:pt x="23855" y="21686"/>
                  </a:cubicBezTo>
                  <a:cubicBezTo>
                    <a:pt x="23769" y="21686"/>
                    <a:pt x="23744" y="21686"/>
                    <a:pt x="23732" y="21624"/>
                  </a:cubicBezTo>
                  <a:cubicBezTo>
                    <a:pt x="23719" y="21550"/>
                    <a:pt x="23682" y="21415"/>
                    <a:pt x="23608" y="21415"/>
                  </a:cubicBezTo>
                  <a:cubicBezTo>
                    <a:pt x="23559" y="21409"/>
                    <a:pt x="23513" y="21405"/>
                    <a:pt x="23467" y="21405"/>
                  </a:cubicBezTo>
                  <a:cubicBezTo>
                    <a:pt x="23421" y="21405"/>
                    <a:pt x="23374" y="21409"/>
                    <a:pt x="23325" y="21415"/>
                  </a:cubicBezTo>
                  <a:cubicBezTo>
                    <a:pt x="23239" y="21439"/>
                    <a:pt x="23128" y="21501"/>
                    <a:pt x="23103" y="21513"/>
                  </a:cubicBezTo>
                  <a:cubicBezTo>
                    <a:pt x="23079" y="21526"/>
                    <a:pt x="22968" y="21587"/>
                    <a:pt x="22968" y="21636"/>
                  </a:cubicBezTo>
                  <a:cubicBezTo>
                    <a:pt x="22968" y="21698"/>
                    <a:pt x="23103" y="21858"/>
                    <a:pt x="23091" y="21908"/>
                  </a:cubicBezTo>
                  <a:cubicBezTo>
                    <a:pt x="23091" y="21957"/>
                    <a:pt x="23079" y="22105"/>
                    <a:pt x="23017" y="22105"/>
                  </a:cubicBezTo>
                  <a:cubicBezTo>
                    <a:pt x="22955" y="22105"/>
                    <a:pt x="22820" y="21932"/>
                    <a:pt x="22820" y="21895"/>
                  </a:cubicBezTo>
                  <a:cubicBezTo>
                    <a:pt x="22820" y="21846"/>
                    <a:pt x="22943" y="21686"/>
                    <a:pt x="22943" y="21649"/>
                  </a:cubicBezTo>
                  <a:cubicBezTo>
                    <a:pt x="22943" y="21599"/>
                    <a:pt x="22857" y="21513"/>
                    <a:pt x="22844" y="21476"/>
                  </a:cubicBezTo>
                  <a:lnTo>
                    <a:pt x="22844" y="21464"/>
                  </a:lnTo>
                  <a:cubicBezTo>
                    <a:pt x="22857" y="21402"/>
                    <a:pt x="22906" y="21365"/>
                    <a:pt x="22955" y="21341"/>
                  </a:cubicBezTo>
                  <a:cubicBezTo>
                    <a:pt x="23005" y="21328"/>
                    <a:pt x="23103" y="21230"/>
                    <a:pt x="23054" y="21193"/>
                  </a:cubicBezTo>
                  <a:cubicBezTo>
                    <a:pt x="23029" y="21168"/>
                    <a:pt x="22995" y="21156"/>
                    <a:pt x="22962" y="21156"/>
                  </a:cubicBezTo>
                  <a:cubicBezTo>
                    <a:pt x="22928" y="21156"/>
                    <a:pt x="22894" y="21168"/>
                    <a:pt x="22869" y="21193"/>
                  </a:cubicBezTo>
                  <a:cubicBezTo>
                    <a:pt x="22832" y="21230"/>
                    <a:pt x="22795" y="21291"/>
                    <a:pt x="22771" y="21304"/>
                  </a:cubicBezTo>
                  <a:cubicBezTo>
                    <a:pt x="22746" y="21316"/>
                    <a:pt x="22709" y="21341"/>
                    <a:pt x="22684" y="21365"/>
                  </a:cubicBezTo>
                  <a:cubicBezTo>
                    <a:pt x="22660" y="21378"/>
                    <a:pt x="22610" y="21476"/>
                    <a:pt x="22573" y="21489"/>
                  </a:cubicBezTo>
                  <a:cubicBezTo>
                    <a:pt x="22567" y="21490"/>
                    <a:pt x="22560" y="21491"/>
                    <a:pt x="22552" y="21491"/>
                  </a:cubicBezTo>
                  <a:cubicBezTo>
                    <a:pt x="22520" y="21491"/>
                    <a:pt x="22474" y="21481"/>
                    <a:pt x="22433" y="21481"/>
                  </a:cubicBezTo>
                  <a:cubicBezTo>
                    <a:pt x="22398" y="21481"/>
                    <a:pt x="22367" y="21488"/>
                    <a:pt x="22352" y="21513"/>
                  </a:cubicBezTo>
                  <a:cubicBezTo>
                    <a:pt x="22331" y="21566"/>
                    <a:pt x="22310" y="21645"/>
                    <a:pt x="22281" y="21645"/>
                  </a:cubicBezTo>
                  <a:cubicBezTo>
                    <a:pt x="22276" y="21645"/>
                    <a:pt x="22271" y="21642"/>
                    <a:pt x="22265" y="21636"/>
                  </a:cubicBezTo>
                  <a:cubicBezTo>
                    <a:pt x="22241" y="21599"/>
                    <a:pt x="22253" y="21563"/>
                    <a:pt x="22216" y="21550"/>
                  </a:cubicBezTo>
                  <a:cubicBezTo>
                    <a:pt x="22209" y="21548"/>
                    <a:pt x="22203" y="21547"/>
                    <a:pt x="22196" y="21547"/>
                  </a:cubicBezTo>
                  <a:cubicBezTo>
                    <a:pt x="22166" y="21547"/>
                    <a:pt x="22138" y="21567"/>
                    <a:pt x="22118" y="21587"/>
                  </a:cubicBezTo>
                  <a:cubicBezTo>
                    <a:pt x="22068" y="21636"/>
                    <a:pt x="22031" y="21698"/>
                    <a:pt x="22007" y="21772"/>
                  </a:cubicBezTo>
                  <a:cubicBezTo>
                    <a:pt x="21994" y="21858"/>
                    <a:pt x="22019" y="21932"/>
                    <a:pt x="21970" y="21994"/>
                  </a:cubicBezTo>
                  <a:cubicBezTo>
                    <a:pt x="21883" y="22068"/>
                    <a:pt x="21809" y="22154"/>
                    <a:pt x="21760" y="22240"/>
                  </a:cubicBezTo>
                  <a:cubicBezTo>
                    <a:pt x="21725" y="22322"/>
                    <a:pt x="21723" y="22426"/>
                    <a:pt x="21702" y="22426"/>
                  </a:cubicBezTo>
                  <a:cubicBezTo>
                    <a:pt x="21701" y="22426"/>
                    <a:pt x="21700" y="22426"/>
                    <a:pt x="21699" y="22425"/>
                  </a:cubicBezTo>
                  <a:cubicBezTo>
                    <a:pt x="21674" y="22413"/>
                    <a:pt x="21588" y="22228"/>
                    <a:pt x="21538" y="22166"/>
                  </a:cubicBezTo>
                  <a:cubicBezTo>
                    <a:pt x="21490" y="22118"/>
                    <a:pt x="21433" y="22069"/>
                    <a:pt x="21412" y="22069"/>
                  </a:cubicBezTo>
                  <a:cubicBezTo>
                    <a:pt x="21406" y="22069"/>
                    <a:pt x="21403" y="22072"/>
                    <a:pt x="21403" y="22080"/>
                  </a:cubicBezTo>
                  <a:cubicBezTo>
                    <a:pt x="21403" y="22087"/>
                    <a:pt x="21398" y="22090"/>
                    <a:pt x="21390" y="22090"/>
                  </a:cubicBezTo>
                  <a:cubicBezTo>
                    <a:pt x="21370" y="22090"/>
                    <a:pt x="21331" y="22070"/>
                    <a:pt x="21304" y="22043"/>
                  </a:cubicBezTo>
                  <a:cubicBezTo>
                    <a:pt x="21230" y="22006"/>
                    <a:pt x="21156" y="21981"/>
                    <a:pt x="21083" y="21969"/>
                  </a:cubicBezTo>
                  <a:cubicBezTo>
                    <a:pt x="21074" y="21967"/>
                    <a:pt x="21065" y="21966"/>
                    <a:pt x="21057" y="21966"/>
                  </a:cubicBezTo>
                  <a:cubicBezTo>
                    <a:pt x="21021" y="21966"/>
                    <a:pt x="20992" y="21988"/>
                    <a:pt x="20972" y="22018"/>
                  </a:cubicBezTo>
                  <a:cubicBezTo>
                    <a:pt x="20922" y="22055"/>
                    <a:pt x="20873" y="22080"/>
                    <a:pt x="20824" y="22117"/>
                  </a:cubicBezTo>
                  <a:cubicBezTo>
                    <a:pt x="20799" y="22117"/>
                    <a:pt x="20799" y="22154"/>
                    <a:pt x="20738" y="22154"/>
                  </a:cubicBezTo>
                  <a:cubicBezTo>
                    <a:pt x="20721" y="22158"/>
                    <a:pt x="20698" y="22161"/>
                    <a:pt x="20673" y="22161"/>
                  </a:cubicBezTo>
                  <a:cubicBezTo>
                    <a:pt x="20623" y="22161"/>
                    <a:pt x="20565" y="22150"/>
                    <a:pt x="20540" y="22117"/>
                  </a:cubicBezTo>
                  <a:cubicBezTo>
                    <a:pt x="20491" y="22080"/>
                    <a:pt x="20442" y="22068"/>
                    <a:pt x="20393" y="22055"/>
                  </a:cubicBezTo>
                  <a:cubicBezTo>
                    <a:pt x="20368" y="22055"/>
                    <a:pt x="20343" y="22018"/>
                    <a:pt x="20306" y="21969"/>
                  </a:cubicBezTo>
                  <a:cubicBezTo>
                    <a:pt x="20294" y="21944"/>
                    <a:pt x="20269" y="21908"/>
                    <a:pt x="20257" y="21871"/>
                  </a:cubicBezTo>
                  <a:cubicBezTo>
                    <a:pt x="20220" y="21821"/>
                    <a:pt x="20121" y="21723"/>
                    <a:pt x="20060" y="21624"/>
                  </a:cubicBezTo>
                  <a:cubicBezTo>
                    <a:pt x="20035" y="21599"/>
                    <a:pt x="20023" y="21563"/>
                    <a:pt x="20011" y="21538"/>
                  </a:cubicBezTo>
                  <a:cubicBezTo>
                    <a:pt x="19986" y="21464"/>
                    <a:pt x="20060" y="21378"/>
                    <a:pt x="20072" y="21267"/>
                  </a:cubicBezTo>
                  <a:cubicBezTo>
                    <a:pt x="20097" y="21131"/>
                    <a:pt x="20109" y="20996"/>
                    <a:pt x="20121" y="20860"/>
                  </a:cubicBezTo>
                  <a:cubicBezTo>
                    <a:pt x="20121" y="20762"/>
                    <a:pt x="20195" y="20675"/>
                    <a:pt x="20195" y="20589"/>
                  </a:cubicBezTo>
                  <a:cubicBezTo>
                    <a:pt x="20183" y="20503"/>
                    <a:pt x="20195" y="20491"/>
                    <a:pt x="20195" y="20454"/>
                  </a:cubicBezTo>
                  <a:cubicBezTo>
                    <a:pt x="20195" y="20429"/>
                    <a:pt x="20195" y="20429"/>
                    <a:pt x="20171" y="20417"/>
                  </a:cubicBezTo>
                  <a:cubicBezTo>
                    <a:pt x="20158" y="20417"/>
                    <a:pt x="20146" y="20404"/>
                    <a:pt x="20134" y="20404"/>
                  </a:cubicBezTo>
                  <a:cubicBezTo>
                    <a:pt x="20072" y="20392"/>
                    <a:pt x="19998" y="20269"/>
                    <a:pt x="19924" y="20219"/>
                  </a:cubicBezTo>
                  <a:cubicBezTo>
                    <a:pt x="19859" y="20187"/>
                    <a:pt x="19787" y="20170"/>
                    <a:pt x="19718" y="20170"/>
                  </a:cubicBezTo>
                  <a:cubicBezTo>
                    <a:pt x="19683" y="20170"/>
                    <a:pt x="19649" y="20174"/>
                    <a:pt x="19616" y="20183"/>
                  </a:cubicBezTo>
                  <a:cubicBezTo>
                    <a:pt x="19510" y="20204"/>
                    <a:pt x="19450" y="20261"/>
                    <a:pt x="19380" y="20261"/>
                  </a:cubicBezTo>
                  <a:cubicBezTo>
                    <a:pt x="19369" y="20261"/>
                    <a:pt x="19357" y="20260"/>
                    <a:pt x="19345" y="20256"/>
                  </a:cubicBezTo>
                  <a:cubicBezTo>
                    <a:pt x="19268" y="20234"/>
                    <a:pt x="19250" y="20193"/>
                    <a:pt x="19186" y="20193"/>
                  </a:cubicBezTo>
                  <a:cubicBezTo>
                    <a:pt x="19178" y="20193"/>
                    <a:pt x="19170" y="20194"/>
                    <a:pt x="19160" y="20195"/>
                  </a:cubicBezTo>
                  <a:cubicBezTo>
                    <a:pt x="19073" y="20206"/>
                    <a:pt x="19034" y="20246"/>
                    <a:pt x="18974" y="20246"/>
                  </a:cubicBezTo>
                  <a:cubicBezTo>
                    <a:pt x="18967" y="20246"/>
                    <a:pt x="18959" y="20245"/>
                    <a:pt x="18951" y="20244"/>
                  </a:cubicBezTo>
                  <a:lnTo>
                    <a:pt x="18926" y="20232"/>
                  </a:lnTo>
                  <a:cubicBezTo>
                    <a:pt x="18889" y="20219"/>
                    <a:pt x="18865" y="20195"/>
                    <a:pt x="18840" y="20183"/>
                  </a:cubicBezTo>
                  <a:cubicBezTo>
                    <a:pt x="18815" y="20158"/>
                    <a:pt x="18815" y="20133"/>
                    <a:pt x="18865" y="20109"/>
                  </a:cubicBezTo>
                  <a:cubicBezTo>
                    <a:pt x="18951" y="20022"/>
                    <a:pt x="19000" y="19899"/>
                    <a:pt x="19000" y="19764"/>
                  </a:cubicBezTo>
                  <a:cubicBezTo>
                    <a:pt x="18988" y="19677"/>
                    <a:pt x="19013" y="19591"/>
                    <a:pt x="19062" y="19517"/>
                  </a:cubicBezTo>
                  <a:cubicBezTo>
                    <a:pt x="19111" y="19443"/>
                    <a:pt x="19136" y="19357"/>
                    <a:pt x="19148" y="19271"/>
                  </a:cubicBezTo>
                  <a:cubicBezTo>
                    <a:pt x="19148" y="19209"/>
                    <a:pt x="19111" y="19012"/>
                    <a:pt x="19185" y="18901"/>
                  </a:cubicBezTo>
                  <a:cubicBezTo>
                    <a:pt x="19259" y="18803"/>
                    <a:pt x="19333" y="18741"/>
                    <a:pt x="19333" y="18679"/>
                  </a:cubicBezTo>
                  <a:cubicBezTo>
                    <a:pt x="19321" y="18618"/>
                    <a:pt x="19333" y="18556"/>
                    <a:pt x="19197" y="18556"/>
                  </a:cubicBezTo>
                  <a:cubicBezTo>
                    <a:pt x="19049" y="18568"/>
                    <a:pt x="18606" y="18605"/>
                    <a:pt x="18520" y="18716"/>
                  </a:cubicBezTo>
                  <a:cubicBezTo>
                    <a:pt x="18446" y="18815"/>
                    <a:pt x="18483" y="19024"/>
                    <a:pt x="18446" y="19086"/>
                  </a:cubicBezTo>
                  <a:cubicBezTo>
                    <a:pt x="18384" y="19172"/>
                    <a:pt x="18323" y="19246"/>
                    <a:pt x="18261" y="19332"/>
                  </a:cubicBezTo>
                  <a:cubicBezTo>
                    <a:pt x="18249" y="19345"/>
                    <a:pt x="18273" y="19406"/>
                    <a:pt x="18236" y="19431"/>
                  </a:cubicBezTo>
                  <a:cubicBezTo>
                    <a:pt x="18232" y="19432"/>
                    <a:pt x="18228" y="19433"/>
                    <a:pt x="18224" y="19433"/>
                  </a:cubicBezTo>
                  <a:cubicBezTo>
                    <a:pt x="18191" y="19433"/>
                    <a:pt x="18156" y="19393"/>
                    <a:pt x="18101" y="19382"/>
                  </a:cubicBezTo>
                  <a:cubicBezTo>
                    <a:pt x="17978" y="19382"/>
                    <a:pt x="17854" y="19406"/>
                    <a:pt x="17743" y="19456"/>
                  </a:cubicBezTo>
                  <a:cubicBezTo>
                    <a:pt x="17667" y="19481"/>
                    <a:pt x="17613" y="19519"/>
                    <a:pt x="17571" y="19519"/>
                  </a:cubicBezTo>
                  <a:cubicBezTo>
                    <a:pt x="17553" y="19519"/>
                    <a:pt x="17537" y="19511"/>
                    <a:pt x="17522" y="19493"/>
                  </a:cubicBezTo>
                  <a:cubicBezTo>
                    <a:pt x="17460" y="19443"/>
                    <a:pt x="17435" y="19382"/>
                    <a:pt x="17349" y="19357"/>
                  </a:cubicBezTo>
                  <a:cubicBezTo>
                    <a:pt x="17263" y="19345"/>
                    <a:pt x="17127" y="19345"/>
                    <a:pt x="17090" y="19184"/>
                  </a:cubicBezTo>
                  <a:cubicBezTo>
                    <a:pt x="17053" y="19061"/>
                    <a:pt x="17004" y="18950"/>
                    <a:pt x="16930" y="18852"/>
                  </a:cubicBezTo>
                  <a:cubicBezTo>
                    <a:pt x="16856" y="18704"/>
                    <a:pt x="16807" y="18556"/>
                    <a:pt x="16782" y="18396"/>
                  </a:cubicBezTo>
                  <a:cubicBezTo>
                    <a:pt x="16745" y="18248"/>
                    <a:pt x="16733" y="18088"/>
                    <a:pt x="16758" y="17940"/>
                  </a:cubicBezTo>
                  <a:cubicBezTo>
                    <a:pt x="16745" y="17829"/>
                    <a:pt x="16745" y="17706"/>
                    <a:pt x="16745" y="17595"/>
                  </a:cubicBezTo>
                  <a:cubicBezTo>
                    <a:pt x="16758" y="17509"/>
                    <a:pt x="16869" y="17423"/>
                    <a:pt x="16881" y="17312"/>
                  </a:cubicBezTo>
                  <a:cubicBezTo>
                    <a:pt x="16881" y="17275"/>
                    <a:pt x="16881" y="17250"/>
                    <a:pt x="16881" y="17225"/>
                  </a:cubicBezTo>
                  <a:cubicBezTo>
                    <a:pt x="16869" y="17102"/>
                    <a:pt x="16795" y="16917"/>
                    <a:pt x="16782" y="16856"/>
                  </a:cubicBezTo>
                  <a:cubicBezTo>
                    <a:pt x="16777" y="16825"/>
                    <a:pt x="16779" y="16820"/>
                    <a:pt x="16784" y="16820"/>
                  </a:cubicBezTo>
                  <a:cubicBezTo>
                    <a:pt x="16787" y="16820"/>
                    <a:pt x="16792" y="16821"/>
                    <a:pt x="16797" y="16821"/>
                  </a:cubicBezTo>
                  <a:cubicBezTo>
                    <a:pt x="16806" y="16821"/>
                    <a:pt x="16818" y="16817"/>
                    <a:pt x="16832" y="16794"/>
                  </a:cubicBezTo>
                  <a:cubicBezTo>
                    <a:pt x="16869" y="16733"/>
                    <a:pt x="16819" y="16708"/>
                    <a:pt x="16844" y="16671"/>
                  </a:cubicBezTo>
                  <a:cubicBezTo>
                    <a:pt x="16869" y="16646"/>
                    <a:pt x="16893" y="16659"/>
                    <a:pt x="16918" y="16622"/>
                  </a:cubicBezTo>
                  <a:cubicBezTo>
                    <a:pt x="16955" y="16597"/>
                    <a:pt x="17078" y="16535"/>
                    <a:pt x="17078" y="16474"/>
                  </a:cubicBezTo>
                  <a:cubicBezTo>
                    <a:pt x="17078" y="16435"/>
                    <a:pt x="17085" y="16420"/>
                    <a:pt x="17095" y="16420"/>
                  </a:cubicBezTo>
                  <a:cubicBezTo>
                    <a:pt x="17104" y="16420"/>
                    <a:pt x="17116" y="16432"/>
                    <a:pt x="17127" y="16449"/>
                  </a:cubicBezTo>
                  <a:cubicBezTo>
                    <a:pt x="17130" y="16452"/>
                    <a:pt x="17135" y="16453"/>
                    <a:pt x="17141" y="16453"/>
                  </a:cubicBezTo>
                  <a:cubicBezTo>
                    <a:pt x="17184" y="16453"/>
                    <a:pt x="17298" y="16380"/>
                    <a:pt x="17374" y="16326"/>
                  </a:cubicBezTo>
                  <a:cubicBezTo>
                    <a:pt x="17448" y="16277"/>
                    <a:pt x="17509" y="16215"/>
                    <a:pt x="17460" y="16190"/>
                  </a:cubicBezTo>
                  <a:cubicBezTo>
                    <a:pt x="17429" y="16170"/>
                    <a:pt x="17372" y="16123"/>
                    <a:pt x="17398" y="16123"/>
                  </a:cubicBezTo>
                  <a:cubicBezTo>
                    <a:pt x="17403" y="16123"/>
                    <a:pt x="17411" y="16125"/>
                    <a:pt x="17423" y="16129"/>
                  </a:cubicBezTo>
                  <a:cubicBezTo>
                    <a:pt x="17477" y="16138"/>
                    <a:pt x="17492" y="16167"/>
                    <a:pt x="17520" y="16167"/>
                  </a:cubicBezTo>
                  <a:cubicBezTo>
                    <a:pt x="17530" y="16167"/>
                    <a:pt x="17542" y="16163"/>
                    <a:pt x="17559" y="16153"/>
                  </a:cubicBezTo>
                  <a:cubicBezTo>
                    <a:pt x="17620" y="16116"/>
                    <a:pt x="17633" y="16067"/>
                    <a:pt x="17719" y="16067"/>
                  </a:cubicBezTo>
                  <a:cubicBezTo>
                    <a:pt x="17817" y="16067"/>
                    <a:pt x="17891" y="16067"/>
                    <a:pt x="17941" y="16129"/>
                  </a:cubicBezTo>
                  <a:cubicBezTo>
                    <a:pt x="17974" y="16162"/>
                    <a:pt x="17996" y="16174"/>
                    <a:pt x="18015" y="16174"/>
                  </a:cubicBezTo>
                  <a:cubicBezTo>
                    <a:pt x="18032" y="16174"/>
                    <a:pt x="18047" y="16165"/>
                    <a:pt x="18064" y="16153"/>
                  </a:cubicBezTo>
                  <a:cubicBezTo>
                    <a:pt x="18090" y="16136"/>
                    <a:pt x="18121" y="16113"/>
                    <a:pt x="18159" y="16113"/>
                  </a:cubicBezTo>
                  <a:cubicBezTo>
                    <a:pt x="18175" y="16113"/>
                    <a:pt x="18193" y="16118"/>
                    <a:pt x="18212" y="16129"/>
                  </a:cubicBezTo>
                  <a:cubicBezTo>
                    <a:pt x="18282" y="16164"/>
                    <a:pt x="18330" y="16265"/>
                    <a:pt x="18387" y="16265"/>
                  </a:cubicBezTo>
                  <a:cubicBezTo>
                    <a:pt x="18390" y="16265"/>
                    <a:pt x="18393" y="16265"/>
                    <a:pt x="18396" y="16264"/>
                  </a:cubicBezTo>
                  <a:cubicBezTo>
                    <a:pt x="18455" y="16264"/>
                    <a:pt x="18548" y="16140"/>
                    <a:pt x="18588" y="16140"/>
                  </a:cubicBezTo>
                  <a:cubicBezTo>
                    <a:pt x="18590" y="16140"/>
                    <a:pt x="18592" y="16141"/>
                    <a:pt x="18594" y="16141"/>
                  </a:cubicBezTo>
                  <a:cubicBezTo>
                    <a:pt x="18631" y="16166"/>
                    <a:pt x="18754" y="16289"/>
                    <a:pt x="18741" y="16314"/>
                  </a:cubicBezTo>
                  <a:cubicBezTo>
                    <a:pt x="18739" y="16318"/>
                    <a:pt x="18739" y="16320"/>
                    <a:pt x="18742" y="16320"/>
                  </a:cubicBezTo>
                  <a:cubicBezTo>
                    <a:pt x="18751" y="16320"/>
                    <a:pt x="18793" y="16284"/>
                    <a:pt x="18803" y="16264"/>
                  </a:cubicBezTo>
                  <a:cubicBezTo>
                    <a:pt x="18815" y="16252"/>
                    <a:pt x="18803" y="16264"/>
                    <a:pt x="18778" y="16227"/>
                  </a:cubicBezTo>
                  <a:cubicBezTo>
                    <a:pt x="18741" y="16190"/>
                    <a:pt x="18655" y="16141"/>
                    <a:pt x="18692" y="16116"/>
                  </a:cubicBezTo>
                  <a:cubicBezTo>
                    <a:pt x="18729" y="16092"/>
                    <a:pt x="18741" y="16116"/>
                    <a:pt x="18705" y="16080"/>
                  </a:cubicBezTo>
                  <a:cubicBezTo>
                    <a:pt x="18692" y="16055"/>
                    <a:pt x="18680" y="16030"/>
                    <a:pt x="18680" y="15993"/>
                  </a:cubicBezTo>
                  <a:cubicBezTo>
                    <a:pt x="18680" y="15978"/>
                    <a:pt x="18670" y="15968"/>
                    <a:pt x="18657" y="15968"/>
                  </a:cubicBezTo>
                  <a:cubicBezTo>
                    <a:pt x="18649" y="15968"/>
                    <a:pt x="18640" y="15972"/>
                    <a:pt x="18631" y="15981"/>
                  </a:cubicBezTo>
                  <a:cubicBezTo>
                    <a:pt x="18620" y="15986"/>
                    <a:pt x="18586" y="15992"/>
                    <a:pt x="18553" y="15992"/>
                  </a:cubicBezTo>
                  <a:cubicBezTo>
                    <a:pt x="18512" y="15992"/>
                    <a:pt x="18470" y="15984"/>
                    <a:pt x="18470" y="15956"/>
                  </a:cubicBezTo>
                  <a:cubicBezTo>
                    <a:pt x="18481" y="15926"/>
                    <a:pt x="18516" y="15904"/>
                    <a:pt x="18548" y="15904"/>
                  </a:cubicBezTo>
                  <a:cubicBezTo>
                    <a:pt x="18555" y="15904"/>
                    <a:pt x="18562" y="15905"/>
                    <a:pt x="18569" y="15907"/>
                  </a:cubicBezTo>
                  <a:cubicBezTo>
                    <a:pt x="18596" y="15925"/>
                    <a:pt x="18603" y="15957"/>
                    <a:pt x="18641" y="15957"/>
                  </a:cubicBezTo>
                  <a:cubicBezTo>
                    <a:pt x="18654" y="15957"/>
                    <a:pt x="18670" y="15953"/>
                    <a:pt x="18692" y="15944"/>
                  </a:cubicBezTo>
                  <a:cubicBezTo>
                    <a:pt x="18766" y="15919"/>
                    <a:pt x="18852" y="15907"/>
                    <a:pt x="18939" y="15907"/>
                  </a:cubicBezTo>
                  <a:cubicBezTo>
                    <a:pt x="18991" y="15907"/>
                    <a:pt x="19035" y="15880"/>
                    <a:pt x="19062" y="15880"/>
                  </a:cubicBezTo>
                  <a:cubicBezTo>
                    <a:pt x="19067" y="15880"/>
                    <a:pt x="19071" y="15881"/>
                    <a:pt x="19074" y="15882"/>
                  </a:cubicBezTo>
                  <a:cubicBezTo>
                    <a:pt x="19099" y="15895"/>
                    <a:pt x="19074" y="15932"/>
                    <a:pt x="19111" y="15932"/>
                  </a:cubicBezTo>
                  <a:cubicBezTo>
                    <a:pt x="19148" y="15932"/>
                    <a:pt x="19210" y="15907"/>
                    <a:pt x="19296" y="15907"/>
                  </a:cubicBezTo>
                  <a:cubicBezTo>
                    <a:pt x="19333" y="15907"/>
                    <a:pt x="19385" y="15901"/>
                    <a:pt x="19436" y="15901"/>
                  </a:cubicBezTo>
                  <a:cubicBezTo>
                    <a:pt x="19487" y="15901"/>
                    <a:pt x="19536" y="15907"/>
                    <a:pt x="19567" y="15932"/>
                  </a:cubicBezTo>
                  <a:cubicBezTo>
                    <a:pt x="19629" y="15981"/>
                    <a:pt x="19653" y="16055"/>
                    <a:pt x="19690" y="16080"/>
                  </a:cubicBezTo>
                  <a:cubicBezTo>
                    <a:pt x="19716" y="16097"/>
                    <a:pt x="19730" y="16114"/>
                    <a:pt x="19758" y="16114"/>
                  </a:cubicBezTo>
                  <a:cubicBezTo>
                    <a:pt x="19769" y="16114"/>
                    <a:pt x="19783" y="16111"/>
                    <a:pt x="19801" y="16104"/>
                  </a:cubicBezTo>
                  <a:cubicBezTo>
                    <a:pt x="19863" y="16080"/>
                    <a:pt x="19961" y="15993"/>
                    <a:pt x="19986" y="15993"/>
                  </a:cubicBezTo>
                  <a:cubicBezTo>
                    <a:pt x="20011" y="16006"/>
                    <a:pt x="20097" y="16153"/>
                    <a:pt x="20158" y="16203"/>
                  </a:cubicBezTo>
                  <a:cubicBezTo>
                    <a:pt x="20220" y="16252"/>
                    <a:pt x="20331" y="16351"/>
                    <a:pt x="20319" y="16400"/>
                  </a:cubicBezTo>
                  <a:cubicBezTo>
                    <a:pt x="20319" y="16461"/>
                    <a:pt x="20294" y="16560"/>
                    <a:pt x="20294" y="16597"/>
                  </a:cubicBezTo>
                  <a:cubicBezTo>
                    <a:pt x="20294" y="16634"/>
                    <a:pt x="20343" y="16671"/>
                    <a:pt x="20356" y="16696"/>
                  </a:cubicBezTo>
                  <a:cubicBezTo>
                    <a:pt x="20359" y="16702"/>
                    <a:pt x="20359" y="16703"/>
                    <a:pt x="20357" y="16703"/>
                  </a:cubicBezTo>
                  <a:cubicBezTo>
                    <a:pt x="20355" y="16703"/>
                    <a:pt x="20352" y="16702"/>
                    <a:pt x="20348" y="16702"/>
                  </a:cubicBezTo>
                  <a:cubicBezTo>
                    <a:pt x="20340" y="16702"/>
                    <a:pt x="20331" y="16708"/>
                    <a:pt x="20331" y="16745"/>
                  </a:cubicBezTo>
                  <a:cubicBezTo>
                    <a:pt x="20331" y="16819"/>
                    <a:pt x="20331" y="16880"/>
                    <a:pt x="20380" y="16930"/>
                  </a:cubicBezTo>
                  <a:cubicBezTo>
                    <a:pt x="20429" y="16979"/>
                    <a:pt x="20466" y="16954"/>
                    <a:pt x="20466" y="16991"/>
                  </a:cubicBezTo>
                  <a:cubicBezTo>
                    <a:pt x="20466" y="17011"/>
                    <a:pt x="20470" y="17015"/>
                    <a:pt x="20476" y="17015"/>
                  </a:cubicBezTo>
                  <a:cubicBezTo>
                    <a:pt x="20480" y="17015"/>
                    <a:pt x="20484" y="17013"/>
                    <a:pt x="20488" y="17013"/>
                  </a:cubicBezTo>
                  <a:cubicBezTo>
                    <a:pt x="20494" y="17013"/>
                    <a:pt x="20499" y="17016"/>
                    <a:pt x="20503" y="17028"/>
                  </a:cubicBezTo>
                  <a:cubicBezTo>
                    <a:pt x="20516" y="17053"/>
                    <a:pt x="20491" y="17115"/>
                    <a:pt x="20503" y="17176"/>
                  </a:cubicBezTo>
                  <a:cubicBezTo>
                    <a:pt x="20528" y="17250"/>
                    <a:pt x="20602" y="17250"/>
                    <a:pt x="20627" y="17287"/>
                  </a:cubicBezTo>
                  <a:cubicBezTo>
                    <a:pt x="20651" y="17361"/>
                    <a:pt x="20688" y="17435"/>
                    <a:pt x="20725" y="17496"/>
                  </a:cubicBezTo>
                  <a:cubicBezTo>
                    <a:pt x="20727" y="17497"/>
                    <a:pt x="20729" y="17498"/>
                    <a:pt x="20731" y="17498"/>
                  </a:cubicBezTo>
                  <a:cubicBezTo>
                    <a:pt x="20755" y="17498"/>
                    <a:pt x="20793" y="17446"/>
                    <a:pt x="20808" y="17446"/>
                  </a:cubicBezTo>
                  <a:cubicBezTo>
                    <a:pt x="20809" y="17446"/>
                    <a:pt x="20811" y="17446"/>
                    <a:pt x="20811" y="17447"/>
                  </a:cubicBezTo>
                  <a:cubicBezTo>
                    <a:pt x="20836" y="17460"/>
                    <a:pt x="20811" y="17509"/>
                    <a:pt x="20811" y="17533"/>
                  </a:cubicBezTo>
                  <a:cubicBezTo>
                    <a:pt x="20811" y="17538"/>
                    <a:pt x="20816" y="17541"/>
                    <a:pt x="20823" y="17541"/>
                  </a:cubicBezTo>
                  <a:cubicBezTo>
                    <a:pt x="20834" y="17541"/>
                    <a:pt x="20848" y="17532"/>
                    <a:pt x="20848" y="17509"/>
                  </a:cubicBezTo>
                  <a:cubicBezTo>
                    <a:pt x="20848" y="17423"/>
                    <a:pt x="20861" y="17349"/>
                    <a:pt x="20898" y="17262"/>
                  </a:cubicBezTo>
                  <a:cubicBezTo>
                    <a:pt x="20947" y="17115"/>
                    <a:pt x="20947" y="16942"/>
                    <a:pt x="20885" y="16794"/>
                  </a:cubicBezTo>
                  <a:cubicBezTo>
                    <a:pt x="20836" y="16696"/>
                    <a:pt x="20799" y="16597"/>
                    <a:pt x="20774" y="16486"/>
                  </a:cubicBezTo>
                  <a:cubicBezTo>
                    <a:pt x="20750" y="16363"/>
                    <a:pt x="20713" y="16252"/>
                    <a:pt x="20664" y="16129"/>
                  </a:cubicBezTo>
                  <a:cubicBezTo>
                    <a:pt x="20602" y="15993"/>
                    <a:pt x="20577" y="15833"/>
                    <a:pt x="20577" y="15685"/>
                  </a:cubicBezTo>
                  <a:cubicBezTo>
                    <a:pt x="20602" y="15562"/>
                    <a:pt x="20651" y="15463"/>
                    <a:pt x="20725" y="15365"/>
                  </a:cubicBezTo>
                  <a:cubicBezTo>
                    <a:pt x="20774" y="15266"/>
                    <a:pt x="20898" y="15217"/>
                    <a:pt x="20935" y="15168"/>
                  </a:cubicBezTo>
                  <a:cubicBezTo>
                    <a:pt x="20996" y="15131"/>
                    <a:pt x="21046" y="15069"/>
                    <a:pt x="21095" y="15020"/>
                  </a:cubicBezTo>
                  <a:cubicBezTo>
                    <a:pt x="21132" y="14971"/>
                    <a:pt x="21107" y="14958"/>
                    <a:pt x="21144" y="14934"/>
                  </a:cubicBezTo>
                  <a:cubicBezTo>
                    <a:pt x="21193" y="14884"/>
                    <a:pt x="21243" y="14847"/>
                    <a:pt x="21304" y="14823"/>
                  </a:cubicBezTo>
                  <a:cubicBezTo>
                    <a:pt x="21354" y="14786"/>
                    <a:pt x="21403" y="14786"/>
                    <a:pt x="21428" y="14761"/>
                  </a:cubicBezTo>
                  <a:cubicBezTo>
                    <a:pt x="21489" y="14687"/>
                    <a:pt x="21551" y="14626"/>
                    <a:pt x="21625" y="14564"/>
                  </a:cubicBezTo>
                  <a:cubicBezTo>
                    <a:pt x="21686" y="14539"/>
                    <a:pt x="21773" y="14564"/>
                    <a:pt x="21809" y="14527"/>
                  </a:cubicBezTo>
                  <a:cubicBezTo>
                    <a:pt x="21831" y="14494"/>
                    <a:pt x="21854" y="14451"/>
                    <a:pt x="21832" y="14451"/>
                  </a:cubicBezTo>
                  <a:cubicBezTo>
                    <a:pt x="21829" y="14451"/>
                    <a:pt x="21826" y="14452"/>
                    <a:pt x="21822" y="14453"/>
                  </a:cubicBezTo>
                  <a:cubicBezTo>
                    <a:pt x="21782" y="14473"/>
                    <a:pt x="21692" y="14493"/>
                    <a:pt x="21667" y="14493"/>
                  </a:cubicBezTo>
                  <a:cubicBezTo>
                    <a:pt x="21662" y="14493"/>
                    <a:pt x="21659" y="14492"/>
                    <a:pt x="21662" y="14490"/>
                  </a:cubicBezTo>
                  <a:cubicBezTo>
                    <a:pt x="21674" y="14465"/>
                    <a:pt x="21723" y="14465"/>
                    <a:pt x="21736" y="14441"/>
                  </a:cubicBezTo>
                  <a:cubicBezTo>
                    <a:pt x="21736" y="14404"/>
                    <a:pt x="21736" y="14367"/>
                    <a:pt x="21711" y="14342"/>
                  </a:cubicBezTo>
                  <a:cubicBezTo>
                    <a:pt x="21691" y="14322"/>
                    <a:pt x="21687" y="14302"/>
                    <a:pt x="21707" y="14302"/>
                  </a:cubicBezTo>
                  <a:cubicBezTo>
                    <a:pt x="21711" y="14302"/>
                    <a:pt x="21716" y="14303"/>
                    <a:pt x="21723" y="14305"/>
                  </a:cubicBezTo>
                  <a:cubicBezTo>
                    <a:pt x="21740" y="14305"/>
                    <a:pt x="21745" y="14311"/>
                    <a:pt x="21747" y="14311"/>
                  </a:cubicBezTo>
                  <a:cubicBezTo>
                    <a:pt x="21748" y="14311"/>
                    <a:pt x="21748" y="14309"/>
                    <a:pt x="21748" y="14305"/>
                  </a:cubicBezTo>
                  <a:cubicBezTo>
                    <a:pt x="21757" y="14288"/>
                    <a:pt x="21765" y="14270"/>
                    <a:pt x="21770" y="14270"/>
                  </a:cubicBezTo>
                  <a:cubicBezTo>
                    <a:pt x="21771" y="14270"/>
                    <a:pt x="21773" y="14273"/>
                    <a:pt x="21773" y="14281"/>
                  </a:cubicBezTo>
                  <a:cubicBezTo>
                    <a:pt x="21773" y="14318"/>
                    <a:pt x="21785" y="14342"/>
                    <a:pt x="21809" y="14342"/>
                  </a:cubicBezTo>
                  <a:cubicBezTo>
                    <a:pt x="21834" y="14342"/>
                    <a:pt x="21871" y="14318"/>
                    <a:pt x="21920" y="14268"/>
                  </a:cubicBezTo>
                  <a:cubicBezTo>
                    <a:pt x="21945" y="14231"/>
                    <a:pt x="21970" y="14194"/>
                    <a:pt x="21982" y="14145"/>
                  </a:cubicBezTo>
                  <a:cubicBezTo>
                    <a:pt x="21982" y="14142"/>
                    <a:pt x="21978" y="14140"/>
                    <a:pt x="21973" y="14140"/>
                  </a:cubicBezTo>
                  <a:cubicBezTo>
                    <a:pt x="21958" y="14140"/>
                    <a:pt x="21929" y="14152"/>
                    <a:pt x="21920" y="14170"/>
                  </a:cubicBezTo>
                  <a:cubicBezTo>
                    <a:pt x="21913" y="14184"/>
                    <a:pt x="21897" y="14190"/>
                    <a:pt x="21883" y="14190"/>
                  </a:cubicBezTo>
                  <a:cubicBezTo>
                    <a:pt x="21873" y="14190"/>
                    <a:pt x="21864" y="14187"/>
                    <a:pt x="21859" y="14182"/>
                  </a:cubicBezTo>
                  <a:cubicBezTo>
                    <a:pt x="21846" y="14157"/>
                    <a:pt x="21871" y="14157"/>
                    <a:pt x="21822" y="14157"/>
                  </a:cubicBezTo>
                  <a:cubicBezTo>
                    <a:pt x="21789" y="14157"/>
                    <a:pt x="21756" y="14163"/>
                    <a:pt x="21734" y="14163"/>
                  </a:cubicBezTo>
                  <a:cubicBezTo>
                    <a:pt x="21723" y="14163"/>
                    <a:pt x="21715" y="14161"/>
                    <a:pt x="21711" y="14157"/>
                  </a:cubicBezTo>
                  <a:cubicBezTo>
                    <a:pt x="21701" y="14147"/>
                    <a:pt x="21690" y="14102"/>
                    <a:pt x="21709" y="14102"/>
                  </a:cubicBezTo>
                  <a:cubicBezTo>
                    <a:pt x="21712" y="14102"/>
                    <a:pt x="21717" y="14104"/>
                    <a:pt x="21723" y="14108"/>
                  </a:cubicBezTo>
                  <a:cubicBezTo>
                    <a:pt x="21747" y="14124"/>
                    <a:pt x="21771" y="14145"/>
                    <a:pt x="21791" y="14145"/>
                  </a:cubicBezTo>
                  <a:cubicBezTo>
                    <a:pt x="21802" y="14145"/>
                    <a:pt x="21813" y="14138"/>
                    <a:pt x="21822" y="14120"/>
                  </a:cubicBezTo>
                  <a:cubicBezTo>
                    <a:pt x="21846" y="14088"/>
                    <a:pt x="21855" y="14077"/>
                    <a:pt x="21868" y="14077"/>
                  </a:cubicBezTo>
                  <a:cubicBezTo>
                    <a:pt x="21875" y="14077"/>
                    <a:pt x="21883" y="14079"/>
                    <a:pt x="21896" y="14083"/>
                  </a:cubicBezTo>
                  <a:cubicBezTo>
                    <a:pt x="21911" y="14083"/>
                    <a:pt x="21919" y="14085"/>
                    <a:pt x="21924" y="14085"/>
                  </a:cubicBezTo>
                  <a:cubicBezTo>
                    <a:pt x="21931" y="14085"/>
                    <a:pt x="21928" y="14081"/>
                    <a:pt x="21920" y="14059"/>
                  </a:cubicBezTo>
                  <a:cubicBezTo>
                    <a:pt x="21896" y="14010"/>
                    <a:pt x="21871" y="14010"/>
                    <a:pt x="21896" y="13960"/>
                  </a:cubicBezTo>
                  <a:cubicBezTo>
                    <a:pt x="21908" y="13923"/>
                    <a:pt x="21908" y="13862"/>
                    <a:pt x="21871" y="13849"/>
                  </a:cubicBezTo>
                  <a:cubicBezTo>
                    <a:pt x="21846" y="13837"/>
                    <a:pt x="21760" y="13849"/>
                    <a:pt x="21723" y="13812"/>
                  </a:cubicBezTo>
                  <a:cubicBezTo>
                    <a:pt x="21686" y="13775"/>
                    <a:pt x="21662" y="13751"/>
                    <a:pt x="21625" y="13726"/>
                  </a:cubicBezTo>
                  <a:cubicBezTo>
                    <a:pt x="21588" y="13714"/>
                    <a:pt x="21637" y="13701"/>
                    <a:pt x="21662" y="13701"/>
                  </a:cubicBezTo>
                  <a:cubicBezTo>
                    <a:pt x="21678" y="13701"/>
                    <a:pt x="21716" y="13712"/>
                    <a:pt x="21747" y="13712"/>
                  </a:cubicBezTo>
                  <a:cubicBezTo>
                    <a:pt x="21763" y="13712"/>
                    <a:pt x="21777" y="13710"/>
                    <a:pt x="21785" y="13701"/>
                  </a:cubicBezTo>
                  <a:cubicBezTo>
                    <a:pt x="21809" y="13677"/>
                    <a:pt x="21785" y="13652"/>
                    <a:pt x="21760" y="13628"/>
                  </a:cubicBezTo>
                  <a:cubicBezTo>
                    <a:pt x="21686" y="13566"/>
                    <a:pt x="21625" y="13504"/>
                    <a:pt x="21575" y="13430"/>
                  </a:cubicBezTo>
                  <a:cubicBezTo>
                    <a:pt x="21551" y="13381"/>
                    <a:pt x="21551" y="13332"/>
                    <a:pt x="21588" y="13295"/>
                  </a:cubicBezTo>
                  <a:cubicBezTo>
                    <a:pt x="21612" y="13258"/>
                    <a:pt x="21625" y="13221"/>
                    <a:pt x="21625" y="13184"/>
                  </a:cubicBezTo>
                  <a:cubicBezTo>
                    <a:pt x="21625" y="13176"/>
                    <a:pt x="21626" y="13173"/>
                    <a:pt x="21629" y="13173"/>
                  </a:cubicBezTo>
                  <a:cubicBezTo>
                    <a:pt x="21638" y="13173"/>
                    <a:pt x="21659" y="13217"/>
                    <a:pt x="21649" y="13246"/>
                  </a:cubicBezTo>
                  <a:cubicBezTo>
                    <a:pt x="21637" y="13270"/>
                    <a:pt x="21612" y="13270"/>
                    <a:pt x="21625" y="13307"/>
                  </a:cubicBezTo>
                  <a:cubicBezTo>
                    <a:pt x="21636" y="13353"/>
                    <a:pt x="21711" y="13419"/>
                    <a:pt x="21732" y="13419"/>
                  </a:cubicBezTo>
                  <a:cubicBezTo>
                    <a:pt x="21733" y="13419"/>
                    <a:pt x="21735" y="13419"/>
                    <a:pt x="21736" y="13418"/>
                  </a:cubicBezTo>
                  <a:cubicBezTo>
                    <a:pt x="21748" y="13406"/>
                    <a:pt x="21748" y="13332"/>
                    <a:pt x="21760" y="13270"/>
                  </a:cubicBezTo>
                  <a:cubicBezTo>
                    <a:pt x="21760" y="13209"/>
                    <a:pt x="21760" y="13122"/>
                    <a:pt x="21773" y="13098"/>
                  </a:cubicBezTo>
                  <a:cubicBezTo>
                    <a:pt x="21793" y="13077"/>
                    <a:pt x="21857" y="12988"/>
                    <a:pt x="21877" y="12988"/>
                  </a:cubicBezTo>
                  <a:cubicBezTo>
                    <a:pt x="21881" y="12988"/>
                    <a:pt x="21883" y="12991"/>
                    <a:pt x="21883" y="12999"/>
                  </a:cubicBezTo>
                  <a:cubicBezTo>
                    <a:pt x="21871" y="13036"/>
                    <a:pt x="21809" y="13024"/>
                    <a:pt x="21834" y="13147"/>
                  </a:cubicBezTo>
                  <a:cubicBezTo>
                    <a:pt x="21846" y="13270"/>
                    <a:pt x="21809" y="13320"/>
                    <a:pt x="21871" y="13381"/>
                  </a:cubicBezTo>
                  <a:cubicBezTo>
                    <a:pt x="21920" y="13418"/>
                    <a:pt x="21957" y="13492"/>
                    <a:pt x="21970" y="13566"/>
                  </a:cubicBezTo>
                  <a:cubicBezTo>
                    <a:pt x="21957" y="13615"/>
                    <a:pt x="21896" y="13665"/>
                    <a:pt x="21883" y="13726"/>
                  </a:cubicBezTo>
                  <a:cubicBezTo>
                    <a:pt x="21883" y="13752"/>
                    <a:pt x="21883" y="13774"/>
                    <a:pt x="21883" y="13788"/>
                  </a:cubicBezTo>
                  <a:cubicBezTo>
                    <a:pt x="21883" y="13763"/>
                    <a:pt x="21957" y="13665"/>
                    <a:pt x="21994" y="13615"/>
                  </a:cubicBezTo>
                  <a:cubicBezTo>
                    <a:pt x="22019" y="13578"/>
                    <a:pt x="22130" y="13393"/>
                    <a:pt x="22105" y="13332"/>
                  </a:cubicBezTo>
                  <a:cubicBezTo>
                    <a:pt x="22093" y="13258"/>
                    <a:pt x="21994" y="13098"/>
                    <a:pt x="21982" y="13036"/>
                  </a:cubicBezTo>
                  <a:cubicBezTo>
                    <a:pt x="21970" y="12975"/>
                    <a:pt x="21970" y="12950"/>
                    <a:pt x="22007" y="12913"/>
                  </a:cubicBezTo>
                  <a:cubicBezTo>
                    <a:pt x="22030" y="12897"/>
                    <a:pt x="22073" y="12882"/>
                    <a:pt x="22092" y="12882"/>
                  </a:cubicBezTo>
                  <a:cubicBezTo>
                    <a:pt x="22103" y="12882"/>
                    <a:pt x="22106" y="12887"/>
                    <a:pt x="22093" y="12901"/>
                  </a:cubicBezTo>
                  <a:cubicBezTo>
                    <a:pt x="22044" y="12938"/>
                    <a:pt x="22007" y="12913"/>
                    <a:pt x="22019" y="12975"/>
                  </a:cubicBezTo>
                  <a:cubicBezTo>
                    <a:pt x="22019" y="13036"/>
                    <a:pt x="22044" y="13073"/>
                    <a:pt x="22093" y="13110"/>
                  </a:cubicBezTo>
                  <a:cubicBezTo>
                    <a:pt x="22120" y="13137"/>
                    <a:pt x="22134" y="13178"/>
                    <a:pt x="22149" y="13178"/>
                  </a:cubicBezTo>
                  <a:cubicBezTo>
                    <a:pt x="22155" y="13178"/>
                    <a:pt x="22160" y="13172"/>
                    <a:pt x="22167" y="13159"/>
                  </a:cubicBezTo>
                  <a:cubicBezTo>
                    <a:pt x="22204" y="13110"/>
                    <a:pt x="22253" y="13048"/>
                    <a:pt x="22302" y="12962"/>
                  </a:cubicBezTo>
                  <a:cubicBezTo>
                    <a:pt x="22339" y="12901"/>
                    <a:pt x="22364" y="12814"/>
                    <a:pt x="22352" y="12740"/>
                  </a:cubicBezTo>
                  <a:cubicBezTo>
                    <a:pt x="22327" y="12679"/>
                    <a:pt x="22302" y="12630"/>
                    <a:pt x="22327" y="12617"/>
                  </a:cubicBezTo>
                  <a:cubicBezTo>
                    <a:pt x="22339" y="12580"/>
                    <a:pt x="22352" y="12556"/>
                    <a:pt x="22364" y="12519"/>
                  </a:cubicBezTo>
                  <a:cubicBezTo>
                    <a:pt x="22368" y="12505"/>
                    <a:pt x="22371" y="12500"/>
                    <a:pt x="22373" y="12500"/>
                  </a:cubicBezTo>
                  <a:cubicBezTo>
                    <a:pt x="22376" y="12500"/>
                    <a:pt x="22376" y="12515"/>
                    <a:pt x="22376" y="12531"/>
                  </a:cubicBezTo>
                  <a:cubicBezTo>
                    <a:pt x="22376" y="12560"/>
                    <a:pt x="22354" y="12604"/>
                    <a:pt x="22362" y="12604"/>
                  </a:cubicBezTo>
                  <a:cubicBezTo>
                    <a:pt x="22364" y="12604"/>
                    <a:pt x="22368" y="12601"/>
                    <a:pt x="22376" y="12593"/>
                  </a:cubicBezTo>
                  <a:cubicBezTo>
                    <a:pt x="22426" y="12556"/>
                    <a:pt x="22475" y="12519"/>
                    <a:pt x="22524" y="12482"/>
                  </a:cubicBezTo>
                  <a:cubicBezTo>
                    <a:pt x="22586" y="12432"/>
                    <a:pt x="22660" y="12408"/>
                    <a:pt x="22746" y="12408"/>
                  </a:cubicBezTo>
                  <a:cubicBezTo>
                    <a:pt x="22795" y="12408"/>
                    <a:pt x="22848" y="12414"/>
                    <a:pt x="22889" y="12414"/>
                  </a:cubicBezTo>
                  <a:cubicBezTo>
                    <a:pt x="22931" y="12414"/>
                    <a:pt x="22962" y="12408"/>
                    <a:pt x="22968" y="12383"/>
                  </a:cubicBezTo>
                  <a:cubicBezTo>
                    <a:pt x="22978" y="12332"/>
                    <a:pt x="22963" y="12263"/>
                    <a:pt x="22979" y="12263"/>
                  </a:cubicBezTo>
                  <a:cubicBezTo>
                    <a:pt x="22982" y="12263"/>
                    <a:pt x="22986" y="12266"/>
                    <a:pt x="22992" y="12272"/>
                  </a:cubicBezTo>
                  <a:cubicBezTo>
                    <a:pt x="23029" y="12309"/>
                    <a:pt x="22980" y="12358"/>
                    <a:pt x="23029" y="12358"/>
                  </a:cubicBezTo>
                  <a:cubicBezTo>
                    <a:pt x="23066" y="12358"/>
                    <a:pt x="23116" y="12346"/>
                    <a:pt x="23140" y="12309"/>
                  </a:cubicBezTo>
                  <a:cubicBezTo>
                    <a:pt x="23147" y="12302"/>
                    <a:pt x="23153" y="12299"/>
                    <a:pt x="23156" y="12299"/>
                  </a:cubicBezTo>
                  <a:cubicBezTo>
                    <a:pt x="23165" y="12299"/>
                    <a:pt x="23165" y="12316"/>
                    <a:pt x="23165" y="12334"/>
                  </a:cubicBezTo>
                  <a:cubicBezTo>
                    <a:pt x="23165" y="12344"/>
                    <a:pt x="23169" y="12348"/>
                    <a:pt x="23177" y="12348"/>
                  </a:cubicBezTo>
                  <a:cubicBezTo>
                    <a:pt x="23188" y="12348"/>
                    <a:pt x="23205" y="12341"/>
                    <a:pt x="23226" y="12334"/>
                  </a:cubicBezTo>
                  <a:cubicBezTo>
                    <a:pt x="23263" y="12321"/>
                    <a:pt x="23337" y="12285"/>
                    <a:pt x="23337" y="12260"/>
                  </a:cubicBezTo>
                  <a:cubicBezTo>
                    <a:pt x="23350" y="12235"/>
                    <a:pt x="23362" y="12198"/>
                    <a:pt x="23313" y="12186"/>
                  </a:cubicBezTo>
                  <a:cubicBezTo>
                    <a:pt x="23300" y="12182"/>
                    <a:pt x="23289" y="12180"/>
                    <a:pt x="23281" y="12180"/>
                  </a:cubicBezTo>
                  <a:cubicBezTo>
                    <a:pt x="23265" y="12180"/>
                    <a:pt x="23259" y="12186"/>
                    <a:pt x="23276" y="12186"/>
                  </a:cubicBezTo>
                  <a:cubicBezTo>
                    <a:pt x="23288" y="12186"/>
                    <a:pt x="23288" y="12248"/>
                    <a:pt x="23263" y="12260"/>
                  </a:cubicBezTo>
                  <a:cubicBezTo>
                    <a:pt x="23250" y="12264"/>
                    <a:pt x="23238" y="12267"/>
                    <a:pt x="23228" y="12267"/>
                  </a:cubicBezTo>
                  <a:cubicBezTo>
                    <a:pt x="23212" y="12267"/>
                    <a:pt x="23202" y="12259"/>
                    <a:pt x="23202" y="12235"/>
                  </a:cubicBezTo>
                  <a:cubicBezTo>
                    <a:pt x="23177" y="12186"/>
                    <a:pt x="23153" y="12137"/>
                    <a:pt x="23116" y="12100"/>
                  </a:cubicBezTo>
                  <a:cubicBezTo>
                    <a:pt x="23091" y="12075"/>
                    <a:pt x="23091" y="12063"/>
                    <a:pt x="23116" y="12038"/>
                  </a:cubicBezTo>
                  <a:cubicBezTo>
                    <a:pt x="23140" y="12013"/>
                    <a:pt x="23153" y="11976"/>
                    <a:pt x="23140" y="11952"/>
                  </a:cubicBezTo>
                  <a:cubicBezTo>
                    <a:pt x="23128" y="11915"/>
                    <a:pt x="23103" y="11927"/>
                    <a:pt x="23140" y="11866"/>
                  </a:cubicBezTo>
                  <a:cubicBezTo>
                    <a:pt x="23165" y="11829"/>
                    <a:pt x="23177" y="11792"/>
                    <a:pt x="23202" y="11742"/>
                  </a:cubicBezTo>
                  <a:cubicBezTo>
                    <a:pt x="23226" y="11693"/>
                    <a:pt x="23239" y="11681"/>
                    <a:pt x="23263" y="11644"/>
                  </a:cubicBezTo>
                  <a:cubicBezTo>
                    <a:pt x="23276" y="11595"/>
                    <a:pt x="23300" y="11582"/>
                    <a:pt x="23325" y="11582"/>
                  </a:cubicBezTo>
                  <a:cubicBezTo>
                    <a:pt x="23350" y="11582"/>
                    <a:pt x="23374" y="11545"/>
                    <a:pt x="23387" y="11533"/>
                  </a:cubicBezTo>
                  <a:cubicBezTo>
                    <a:pt x="23393" y="11527"/>
                    <a:pt x="23393" y="11524"/>
                    <a:pt x="23393" y="11524"/>
                  </a:cubicBezTo>
                  <a:cubicBezTo>
                    <a:pt x="23393" y="11524"/>
                    <a:pt x="23393" y="11527"/>
                    <a:pt x="23399" y="11533"/>
                  </a:cubicBezTo>
                  <a:cubicBezTo>
                    <a:pt x="23406" y="11536"/>
                    <a:pt x="23416" y="11539"/>
                    <a:pt x="23428" y="11539"/>
                  </a:cubicBezTo>
                  <a:cubicBezTo>
                    <a:pt x="23458" y="11539"/>
                    <a:pt x="23499" y="11524"/>
                    <a:pt x="23534" y="11471"/>
                  </a:cubicBezTo>
                  <a:cubicBezTo>
                    <a:pt x="23566" y="11398"/>
                    <a:pt x="23562" y="11343"/>
                    <a:pt x="23582" y="11343"/>
                  </a:cubicBezTo>
                  <a:cubicBezTo>
                    <a:pt x="23586" y="11343"/>
                    <a:pt x="23591" y="11344"/>
                    <a:pt x="23596" y="11348"/>
                  </a:cubicBezTo>
                  <a:cubicBezTo>
                    <a:pt x="23621" y="11373"/>
                    <a:pt x="23621" y="11434"/>
                    <a:pt x="23658" y="11434"/>
                  </a:cubicBezTo>
                  <a:cubicBezTo>
                    <a:pt x="23707" y="11434"/>
                    <a:pt x="23732" y="11397"/>
                    <a:pt x="23769" y="11373"/>
                  </a:cubicBezTo>
                  <a:cubicBezTo>
                    <a:pt x="23806" y="11348"/>
                    <a:pt x="23843" y="11373"/>
                    <a:pt x="23904" y="11311"/>
                  </a:cubicBezTo>
                  <a:cubicBezTo>
                    <a:pt x="23978" y="11250"/>
                    <a:pt x="24015" y="11262"/>
                    <a:pt x="24052" y="11213"/>
                  </a:cubicBezTo>
                  <a:cubicBezTo>
                    <a:pt x="24052" y="11213"/>
                    <a:pt x="24052" y="11200"/>
                    <a:pt x="24052" y="11188"/>
                  </a:cubicBezTo>
                  <a:cubicBezTo>
                    <a:pt x="24077" y="11163"/>
                    <a:pt x="24052" y="11163"/>
                    <a:pt x="24101" y="11139"/>
                  </a:cubicBezTo>
                  <a:cubicBezTo>
                    <a:pt x="24163" y="11126"/>
                    <a:pt x="24200" y="11102"/>
                    <a:pt x="24249" y="11065"/>
                  </a:cubicBezTo>
                  <a:cubicBezTo>
                    <a:pt x="24268" y="11052"/>
                    <a:pt x="24268" y="11046"/>
                    <a:pt x="24269" y="11046"/>
                  </a:cubicBezTo>
                  <a:cubicBezTo>
                    <a:pt x="24271" y="11046"/>
                    <a:pt x="24274" y="11052"/>
                    <a:pt x="24298" y="11065"/>
                  </a:cubicBezTo>
                  <a:cubicBezTo>
                    <a:pt x="24304" y="11068"/>
                    <a:pt x="24311" y="11069"/>
                    <a:pt x="24317" y="11069"/>
                  </a:cubicBezTo>
                  <a:cubicBezTo>
                    <a:pt x="24363" y="11069"/>
                    <a:pt x="24417" y="11000"/>
                    <a:pt x="24471" y="10978"/>
                  </a:cubicBezTo>
                  <a:cubicBezTo>
                    <a:pt x="24502" y="10960"/>
                    <a:pt x="24523" y="10960"/>
                    <a:pt x="24543" y="10960"/>
                  </a:cubicBezTo>
                  <a:cubicBezTo>
                    <a:pt x="24563" y="10960"/>
                    <a:pt x="24582" y="10960"/>
                    <a:pt x="24606" y="10941"/>
                  </a:cubicBezTo>
                  <a:cubicBezTo>
                    <a:pt x="24643" y="10917"/>
                    <a:pt x="24656" y="10941"/>
                    <a:pt x="24619" y="10905"/>
                  </a:cubicBezTo>
                  <a:cubicBezTo>
                    <a:pt x="24598" y="10863"/>
                    <a:pt x="24568" y="10813"/>
                    <a:pt x="24574" y="10813"/>
                  </a:cubicBezTo>
                  <a:cubicBezTo>
                    <a:pt x="24576" y="10813"/>
                    <a:pt x="24578" y="10814"/>
                    <a:pt x="24582" y="10818"/>
                  </a:cubicBezTo>
                  <a:cubicBezTo>
                    <a:pt x="24606" y="10843"/>
                    <a:pt x="24619" y="10892"/>
                    <a:pt x="24656" y="10892"/>
                  </a:cubicBezTo>
                  <a:cubicBezTo>
                    <a:pt x="24693" y="10892"/>
                    <a:pt x="24717" y="10892"/>
                    <a:pt x="24656" y="10941"/>
                  </a:cubicBezTo>
                  <a:cubicBezTo>
                    <a:pt x="24606" y="10991"/>
                    <a:pt x="24533" y="11003"/>
                    <a:pt x="24557" y="11015"/>
                  </a:cubicBezTo>
                  <a:cubicBezTo>
                    <a:pt x="24594" y="11028"/>
                    <a:pt x="24594" y="11028"/>
                    <a:pt x="24643" y="11028"/>
                  </a:cubicBezTo>
                  <a:cubicBezTo>
                    <a:pt x="24676" y="11028"/>
                    <a:pt x="24747" y="11022"/>
                    <a:pt x="24799" y="11022"/>
                  </a:cubicBezTo>
                  <a:cubicBezTo>
                    <a:pt x="24824" y="11022"/>
                    <a:pt x="24845" y="11024"/>
                    <a:pt x="24853" y="11028"/>
                  </a:cubicBezTo>
                  <a:cubicBezTo>
                    <a:pt x="24878" y="11040"/>
                    <a:pt x="24878" y="11052"/>
                    <a:pt x="24865" y="11065"/>
                  </a:cubicBezTo>
                  <a:cubicBezTo>
                    <a:pt x="24853" y="11065"/>
                    <a:pt x="24841" y="11077"/>
                    <a:pt x="24878" y="11089"/>
                  </a:cubicBezTo>
                  <a:cubicBezTo>
                    <a:pt x="24902" y="11089"/>
                    <a:pt x="24828" y="11102"/>
                    <a:pt x="24804" y="11102"/>
                  </a:cubicBezTo>
                  <a:cubicBezTo>
                    <a:pt x="24779" y="11102"/>
                    <a:pt x="24767" y="11102"/>
                    <a:pt x="24742" y="11126"/>
                  </a:cubicBezTo>
                  <a:cubicBezTo>
                    <a:pt x="24724" y="11145"/>
                    <a:pt x="24726" y="11177"/>
                    <a:pt x="24723" y="11177"/>
                  </a:cubicBezTo>
                  <a:cubicBezTo>
                    <a:pt x="24722" y="11177"/>
                    <a:pt x="24720" y="11173"/>
                    <a:pt x="24717" y="11163"/>
                  </a:cubicBezTo>
                  <a:cubicBezTo>
                    <a:pt x="24693" y="11139"/>
                    <a:pt x="24668" y="11114"/>
                    <a:pt x="24668" y="11089"/>
                  </a:cubicBezTo>
                  <a:cubicBezTo>
                    <a:pt x="24659" y="11080"/>
                    <a:pt x="24664" y="11056"/>
                    <a:pt x="24656" y="11056"/>
                  </a:cubicBezTo>
                  <a:cubicBezTo>
                    <a:pt x="24653" y="11056"/>
                    <a:pt x="24649" y="11059"/>
                    <a:pt x="24643" y="11065"/>
                  </a:cubicBezTo>
                  <a:cubicBezTo>
                    <a:pt x="24627" y="11089"/>
                    <a:pt x="24622" y="11102"/>
                    <a:pt x="24617" y="11102"/>
                  </a:cubicBezTo>
                  <a:cubicBezTo>
                    <a:pt x="24614" y="11102"/>
                    <a:pt x="24611" y="11098"/>
                    <a:pt x="24606" y="11089"/>
                  </a:cubicBezTo>
                  <a:cubicBezTo>
                    <a:pt x="24600" y="11071"/>
                    <a:pt x="24597" y="11059"/>
                    <a:pt x="24591" y="11059"/>
                  </a:cubicBezTo>
                  <a:cubicBezTo>
                    <a:pt x="24585" y="11059"/>
                    <a:pt x="24576" y="11071"/>
                    <a:pt x="24557" y="11102"/>
                  </a:cubicBezTo>
                  <a:cubicBezTo>
                    <a:pt x="24520" y="11151"/>
                    <a:pt x="24520" y="11151"/>
                    <a:pt x="24483" y="11176"/>
                  </a:cubicBezTo>
                  <a:cubicBezTo>
                    <a:pt x="24434" y="11213"/>
                    <a:pt x="24372" y="11237"/>
                    <a:pt x="24323" y="11274"/>
                  </a:cubicBezTo>
                  <a:cubicBezTo>
                    <a:pt x="24286" y="11323"/>
                    <a:pt x="24261" y="11373"/>
                    <a:pt x="24249" y="11434"/>
                  </a:cubicBezTo>
                  <a:cubicBezTo>
                    <a:pt x="24224" y="11484"/>
                    <a:pt x="24237" y="11545"/>
                    <a:pt x="24261" y="11595"/>
                  </a:cubicBezTo>
                  <a:cubicBezTo>
                    <a:pt x="24298" y="11631"/>
                    <a:pt x="24335" y="11656"/>
                    <a:pt x="24385" y="11668"/>
                  </a:cubicBezTo>
                  <a:cubicBezTo>
                    <a:pt x="24409" y="11668"/>
                    <a:pt x="24422" y="11644"/>
                    <a:pt x="24459" y="11619"/>
                  </a:cubicBezTo>
                  <a:cubicBezTo>
                    <a:pt x="24520" y="11558"/>
                    <a:pt x="24582" y="11496"/>
                    <a:pt x="24631" y="11434"/>
                  </a:cubicBezTo>
                  <a:cubicBezTo>
                    <a:pt x="24675" y="11391"/>
                    <a:pt x="24766" y="11280"/>
                    <a:pt x="24778" y="11280"/>
                  </a:cubicBezTo>
                  <a:cubicBezTo>
                    <a:pt x="24780" y="11280"/>
                    <a:pt x="24780" y="11282"/>
                    <a:pt x="24779" y="11286"/>
                  </a:cubicBezTo>
                  <a:cubicBezTo>
                    <a:pt x="24767" y="11311"/>
                    <a:pt x="24754" y="11336"/>
                    <a:pt x="24779" y="11348"/>
                  </a:cubicBezTo>
                  <a:cubicBezTo>
                    <a:pt x="24789" y="11348"/>
                    <a:pt x="24807" y="11350"/>
                    <a:pt x="24825" y="11350"/>
                  </a:cubicBezTo>
                  <a:cubicBezTo>
                    <a:pt x="24853" y="11350"/>
                    <a:pt x="24882" y="11346"/>
                    <a:pt x="24890" y="11323"/>
                  </a:cubicBezTo>
                  <a:cubicBezTo>
                    <a:pt x="24914" y="11286"/>
                    <a:pt x="24902" y="11299"/>
                    <a:pt x="24964" y="11274"/>
                  </a:cubicBezTo>
                  <a:cubicBezTo>
                    <a:pt x="25062" y="11250"/>
                    <a:pt x="25161" y="11200"/>
                    <a:pt x="25247" y="11151"/>
                  </a:cubicBezTo>
                  <a:cubicBezTo>
                    <a:pt x="25321" y="11114"/>
                    <a:pt x="25407" y="11114"/>
                    <a:pt x="25432" y="11089"/>
                  </a:cubicBezTo>
                  <a:cubicBezTo>
                    <a:pt x="25457" y="11077"/>
                    <a:pt x="25444" y="11065"/>
                    <a:pt x="25432" y="11040"/>
                  </a:cubicBezTo>
                  <a:cubicBezTo>
                    <a:pt x="25420" y="11028"/>
                    <a:pt x="25395" y="11028"/>
                    <a:pt x="25420" y="11003"/>
                  </a:cubicBezTo>
                  <a:cubicBezTo>
                    <a:pt x="25444" y="10978"/>
                    <a:pt x="25457" y="10966"/>
                    <a:pt x="25420" y="10966"/>
                  </a:cubicBezTo>
                  <a:cubicBezTo>
                    <a:pt x="25403" y="10966"/>
                    <a:pt x="25377" y="10971"/>
                    <a:pt x="25352" y="10971"/>
                  </a:cubicBezTo>
                  <a:cubicBezTo>
                    <a:pt x="25321" y="10971"/>
                    <a:pt x="25291" y="10963"/>
                    <a:pt x="25284" y="10929"/>
                  </a:cubicBezTo>
                  <a:cubicBezTo>
                    <a:pt x="25278" y="10900"/>
                    <a:pt x="25267" y="10890"/>
                    <a:pt x="25253" y="10890"/>
                  </a:cubicBezTo>
                  <a:cubicBezTo>
                    <a:pt x="25237" y="10890"/>
                    <a:pt x="25218" y="10904"/>
                    <a:pt x="25198" y="10917"/>
                  </a:cubicBezTo>
                  <a:cubicBezTo>
                    <a:pt x="25180" y="10935"/>
                    <a:pt x="25155" y="10946"/>
                    <a:pt x="25124" y="10946"/>
                  </a:cubicBezTo>
                  <a:cubicBezTo>
                    <a:pt x="25112" y="10946"/>
                    <a:pt x="25100" y="10945"/>
                    <a:pt x="25087" y="10941"/>
                  </a:cubicBezTo>
                  <a:cubicBezTo>
                    <a:pt x="25050" y="10941"/>
                    <a:pt x="25050" y="10917"/>
                    <a:pt x="24988" y="10905"/>
                  </a:cubicBezTo>
                  <a:cubicBezTo>
                    <a:pt x="24914" y="10892"/>
                    <a:pt x="24804" y="10905"/>
                    <a:pt x="24791" y="10868"/>
                  </a:cubicBezTo>
                  <a:cubicBezTo>
                    <a:pt x="24779" y="10818"/>
                    <a:pt x="24779" y="10818"/>
                    <a:pt x="24791" y="10794"/>
                  </a:cubicBezTo>
                  <a:cubicBezTo>
                    <a:pt x="24804" y="10781"/>
                    <a:pt x="24779" y="10769"/>
                    <a:pt x="24742" y="10757"/>
                  </a:cubicBezTo>
                  <a:cubicBezTo>
                    <a:pt x="24717" y="10757"/>
                    <a:pt x="24643" y="10757"/>
                    <a:pt x="24619" y="10695"/>
                  </a:cubicBezTo>
                  <a:cubicBezTo>
                    <a:pt x="24594" y="10633"/>
                    <a:pt x="24582" y="10572"/>
                    <a:pt x="24569" y="10510"/>
                  </a:cubicBezTo>
                  <a:cubicBezTo>
                    <a:pt x="24569" y="10449"/>
                    <a:pt x="24508" y="10449"/>
                    <a:pt x="24483" y="10449"/>
                  </a:cubicBezTo>
                  <a:cubicBezTo>
                    <a:pt x="24459" y="10449"/>
                    <a:pt x="24409" y="10449"/>
                    <a:pt x="24446" y="10424"/>
                  </a:cubicBezTo>
                  <a:cubicBezTo>
                    <a:pt x="24496" y="10399"/>
                    <a:pt x="24533" y="10350"/>
                    <a:pt x="24545" y="10301"/>
                  </a:cubicBezTo>
                  <a:cubicBezTo>
                    <a:pt x="24569" y="10251"/>
                    <a:pt x="24569" y="10239"/>
                    <a:pt x="24545" y="10215"/>
                  </a:cubicBezTo>
                  <a:cubicBezTo>
                    <a:pt x="24520" y="10178"/>
                    <a:pt x="24520" y="10141"/>
                    <a:pt x="24508" y="10128"/>
                  </a:cubicBezTo>
                  <a:cubicBezTo>
                    <a:pt x="24503" y="10124"/>
                    <a:pt x="24497" y="10121"/>
                    <a:pt x="24490" y="10121"/>
                  </a:cubicBezTo>
                  <a:cubicBezTo>
                    <a:pt x="24478" y="10121"/>
                    <a:pt x="24462" y="10129"/>
                    <a:pt x="24446" y="10153"/>
                  </a:cubicBezTo>
                  <a:cubicBezTo>
                    <a:pt x="24434" y="10190"/>
                    <a:pt x="24446" y="10227"/>
                    <a:pt x="24409" y="10227"/>
                  </a:cubicBezTo>
                  <a:cubicBezTo>
                    <a:pt x="24385" y="10227"/>
                    <a:pt x="24348" y="10227"/>
                    <a:pt x="24335" y="10190"/>
                  </a:cubicBezTo>
                  <a:cubicBezTo>
                    <a:pt x="24335" y="10165"/>
                    <a:pt x="24372" y="10165"/>
                    <a:pt x="24323" y="10141"/>
                  </a:cubicBezTo>
                  <a:cubicBezTo>
                    <a:pt x="24261" y="10116"/>
                    <a:pt x="24224" y="10079"/>
                    <a:pt x="24261" y="10079"/>
                  </a:cubicBezTo>
                  <a:cubicBezTo>
                    <a:pt x="24278" y="10079"/>
                    <a:pt x="24300" y="10074"/>
                    <a:pt x="24320" y="10074"/>
                  </a:cubicBezTo>
                  <a:cubicBezTo>
                    <a:pt x="24330" y="10074"/>
                    <a:pt x="24339" y="10075"/>
                    <a:pt x="24348" y="10079"/>
                  </a:cubicBezTo>
                  <a:cubicBezTo>
                    <a:pt x="24368" y="10089"/>
                    <a:pt x="24396" y="10107"/>
                    <a:pt x="24425" y="10107"/>
                  </a:cubicBezTo>
                  <a:cubicBezTo>
                    <a:pt x="24432" y="10107"/>
                    <a:pt x="24439" y="10106"/>
                    <a:pt x="24446" y="10104"/>
                  </a:cubicBezTo>
                  <a:cubicBezTo>
                    <a:pt x="24483" y="10079"/>
                    <a:pt x="24582" y="10017"/>
                    <a:pt x="24606" y="9993"/>
                  </a:cubicBezTo>
                  <a:cubicBezTo>
                    <a:pt x="24631" y="9980"/>
                    <a:pt x="24705" y="9968"/>
                    <a:pt x="24705" y="9931"/>
                  </a:cubicBezTo>
                  <a:cubicBezTo>
                    <a:pt x="24705" y="9906"/>
                    <a:pt x="24693" y="9882"/>
                    <a:pt x="24680" y="9857"/>
                  </a:cubicBezTo>
                  <a:cubicBezTo>
                    <a:pt x="24656" y="9833"/>
                    <a:pt x="24631" y="9820"/>
                    <a:pt x="24656" y="9820"/>
                  </a:cubicBezTo>
                  <a:cubicBezTo>
                    <a:pt x="24680" y="9808"/>
                    <a:pt x="24730" y="9820"/>
                    <a:pt x="24693" y="9796"/>
                  </a:cubicBezTo>
                  <a:cubicBezTo>
                    <a:pt x="24594" y="9722"/>
                    <a:pt x="24471" y="9685"/>
                    <a:pt x="24335" y="9672"/>
                  </a:cubicBezTo>
                  <a:cubicBezTo>
                    <a:pt x="24151" y="9709"/>
                    <a:pt x="23966" y="9771"/>
                    <a:pt x="23793" y="9870"/>
                  </a:cubicBezTo>
                  <a:cubicBezTo>
                    <a:pt x="23732" y="9919"/>
                    <a:pt x="23547" y="10042"/>
                    <a:pt x="23510" y="10067"/>
                  </a:cubicBezTo>
                  <a:cubicBezTo>
                    <a:pt x="23411" y="10178"/>
                    <a:pt x="23313" y="10301"/>
                    <a:pt x="23226" y="10424"/>
                  </a:cubicBezTo>
                  <a:cubicBezTo>
                    <a:pt x="23189" y="10486"/>
                    <a:pt x="23153" y="10473"/>
                    <a:pt x="23079" y="10510"/>
                  </a:cubicBezTo>
                  <a:cubicBezTo>
                    <a:pt x="23053" y="10523"/>
                    <a:pt x="23038" y="10529"/>
                    <a:pt x="23030" y="10529"/>
                  </a:cubicBezTo>
                  <a:cubicBezTo>
                    <a:pt x="23016" y="10529"/>
                    <a:pt x="23030" y="10510"/>
                    <a:pt x="23054" y="10486"/>
                  </a:cubicBezTo>
                  <a:cubicBezTo>
                    <a:pt x="23165" y="10399"/>
                    <a:pt x="23251" y="10288"/>
                    <a:pt x="23337" y="10165"/>
                  </a:cubicBezTo>
                  <a:cubicBezTo>
                    <a:pt x="23350" y="10116"/>
                    <a:pt x="23399" y="10104"/>
                    <a:pt x="23337" y="10067"/>
                  </a:cubicBezTo>
                  <a:cubicBezTo>
                    <a:pt x="23288" y="10030"/>
                    <a:pt x="23239" y="10005"/>
                    <a:pt x="23202" y="9968"/>
                  </a:cubicBezTo>
                  <a:cubicBezTo>
                    <a:pt x="23198" y="9965"/>
                    <a:pt x="23197" y="9964"/>
                    <a:pt x="23198" y="9964"/>
                  </a:cubicBezTo>
                  <a:cubicBezTo>
                    <a:pt x="23210" y="9964"/>
                    <a:pt x="23381" y="10042"/>
                    <a:pt x="23436" y="10042"/>
                  </a:cubicBezTo>
                  <a:cubicBezTo>
                    <a:pt x="23498" y="10042"/>
                    <a:pt x="23571" y="9906"/>
                    <a:pt x="23608" y="9857"/>
                  </a:cubicBezTo>
                  <a:cubicBezTo>
                    <a:pt x="23658" y="9796"/>
                    <a:pt x="23744" y="9672"/>
                    <a:pt x="23806" y="9660"/>
                  </a:cubicBezTo>
                  <a:cubicBezTo>
                    <a:pt x="23855" y="9635"/>
                    <a:pt x="24015" y="9660"/>
                    <a:pt x="24027" y="9598"/>
                  </a:cubicBezTo>
                  <a:cubicBezTo>
                    <a:pt x="24052" y="9500"/>
                    <a:pt x="24101" y="9426"/>
                    <a:pt x="24151" y="9352"/>
                  </a:cubicBezTo>
                  <a:cubicBezTo>
                    <a:pt x="24200" y="9315"/>
                    <a:pt x="24249" y="9303"/>
                    <a:pt x="24311" y="9290"/>
                  </a:cubicBezTo>
                  <a:cubicBezTo>
                    <a:pt x="24323" y="9286"/>
                    <a:pt x="24422" y="9285"/>
                    <a:pt x="24551" y="9285"/>
                  </a:cubicBezTo>
                  <a:cubicBezTo>
                    <a:pt x="24810" y="9285"/>
                    <a:pt x="25194" y="9290"/>
                    <a:pt x="25259" y="9290"/>
                  </a:cubicBezTo>
                  <a:cubicBezTo>
                    <a:pt x="25336" y="9290"/>
                    <a:pt x="25364" y="9329"/>
                    <a:pt x="25413" y="9329"/>
                  </a:cubicBezTo>
                  <a:cubicBezTo>
                    <a:pt x="25419" y="9329"/>
                    <a:pt x="25425" y="9329"/>
                    <a:pt x="25432" y="9327"/>
                  </a:cubicBezTo>
                  <a:cubicBezTo>
                    <a:pt x="25506" y="9315"/>
                    <a:pt x="25641" y="9290"/>
                    <a:pt x="25715" y="9266"/>
                  </a:cubicBezTo>
                  <a:cubicBezTo>
                    <a:pt x="25802" y="9253"/>
                    <a:pt x="25888" y="9216"/>
                    <a:pt x="25949" y="9155"/>
                  </a:cubicBezTo>
                  <a:cubicBezTo>
                    <a:pt x="26036" y="9069"/>
                    <a:pt x="26085" y="8958"/>
                    <a:pt x="26147" y="8908"/>
                  </a:cubicBezTo>
                  <a:cubicBezTo>
                    <a:pt x="26177" y="8883"/>
                    <a:pt x="26223" y="8879"/>
                    <a:pt x="26275" y="8879"/>
                  </a:cubicBezTo>
                  <a:cubicBezTo>
                    <a:pt x="26304" y="8879"/>
                    <a:pt x="26336" y="8880"/>
                    <a:pt x="26366" y="8880"/>
                  </a:cubicBezTo>
                  <a:cubicBezTo>
                    <a:pt x="26412" y="8880"/>
                    <a:pt x="26457" y="8877"/>
                    <a:pt x="26492" y="8859"/>
                  </a:cubicBezTo>
                  <a:cubicBezTo>
                    <a:pt x="26615" y="8798"/>
                    <a:pt x="26726" y="8711"/>
                    <a:pt x="26800" y="8600"/>
                  </a:cubicBezTo>
                  <a:cubicBezTo>
                    <a:pt x="26824" y="8551"/>
                    <a:pt x="26837" y="8514"/>
                    <a:pt x="26763" y="8490"/>
                  </a:cubicBezTo>
                  <a:cubicBezTo>
                    <a:pt x="26701" y="8465"/>
                    <a:pt x="26602" y="8440"/>
                    <a:pt x="26652" y="8428"/>
                  </a:cubicBezTo>
                  <a:cubicBezTo>
                    <a:pt x="26701" y="8403"/>
                    <a:pt x="26763" y="8440"/>
                    <a:pt x="26763" y="8366"/>
                  </a:cubicBezTo>
                  <a:cubicBezTo>
                    <a:pt x="26750" y="8292"/>
                    <a:pt x="26763" y="8268"/>
                    <a:pt x="26738" y="8255"/>
                  </a:cubicBezTo>
                  <a:cubicBezTo>
                    <a:pt x="26713" y="8243"/>
                    <a:pt x="26726" y="8255"/>
                    <a:pt x="26763" y="8218"/>
                  </a:cubicBezTo>
                  <a:cubicBezTo>
                    <a:pt x="26800" y="8194"/>
                    <a:pt x="26824" y="8181"/>
                    <a:pt x="26763" y="8120"/>
                  </a:cubicBezTo>
                  <a:cubicBezTo>
                    <a:pt x="26689" y="8046"/>
                    <a:pt x="26664" y="8046"/>
                    <a:pt x="26639" y="8021"/>
                  </a:cubicBezTo>
                  <a:cubicBezTo>
                    <a:pt x="26614" y="8004"/>
                    <a:pt x="26606" y="7981"/>
                    <a:pt x="26591" y="7981"/>
                  </a:cubicBezTo>
                  <a:cubicBezTo>
                    <a:pt x="26585" y="7981"/>
                    <a:pt x="26577" y="7985"/>
                    <a:pt x="26566" y="7997"/>
                  </a:cubicBezTo>
                  <a:cubicBezTo>
                    <a:pt x="26541" y="8034"/>
                    <a:pt x="26492" y="8046"/>
                    <a:pt x="26455" y="8046"/>
                  </a:cubicBezTo>
                  <a:cubicBezTo>
                    <a:pt x="26405" y="8046"/>
                    <a:pt x="26442" y="8009"/>
                    <a:pt x="26467" y="7972"/>
                  </a:cubicBezTo>
                  <a:cubicBezTo>
                    <a:pt x="26504" y="7935"/>
                    <a:pt x="26467" y="7910"/>
                    <a:pt x="26442" y="7886"/>
                  </a:cubicBezTo>
                  <a:cubicBezTo>
                    <a:pt x="26405" y="7849"/>
                    <a:pt x="26393" y="7812"/>
                    <a:pt x="26319" y="7812"/>
                  </a:cubicBezTo>
                  <a:cubicBezTo>
                    <a:pt x="26270" y="7812"/>
                    <a:pt x="26208" y="7824"/>
                    <a:pt x="26171" y="7861"/>
                  </a:cubicBezTo>
                  <a:cubicBezTo>
                    <a:pt x="26134" y="7886"/>
                    <a:pt x="26110" y="7873"/>
                    <a:pt x="26085" y="7910"/>
                  </a:cubicBezTo>
                  <a:cubicBezTo>
                    <a:pt x="26048" y="7984"/>
                    <a:pt x="25999" y="8021"/>
                    <a:pt x="25925" y="8046"/>
                  </a:cubicBezTo>
                  <a:cubicBezTo>
                    <a:pt x="25869" y="8057"/>
                    <a:pt x="25813" y="8109"/>
                    <a:pt x="25775" y="8109"/>
                  </a:cubicBezTo>
                  <a:cubicBezTo>
                    <a:pt x="25772" y="8109"/>
                    <a:pt x="25768" y="8109"/>
                    <a:pt x="25765" y="8108"/>
                  </a:cubicBezTo>
                  <a:cubicBezTo>
                    <a:pt x="25728" y="8095"/>
                    <a:pt x="25641" y="7997"/>
                    <a:pt x="25604" y="7972"/>
                  </a:cubicBezTo>
                  <a:cubicBezTo>
                    <a:pt x="25576" y="7958"/>
                    <a:pt x="25572" y="7944"/>
                    <a:pt x="25586" y="7944"/>
                  </a:cubicBezTo>
                  <a:cubicBezTo>
                    <a:pt x="25596" y="7944"/>
                    <a:pt x="25615" y="7951"/>
                    <a:pt x="25641" y="7972"/>
                  </a:cubicBezTo>
                  <a:cubicBezTo>
                    <a:pt x="25687" y="8009"/>
                    <a:pt x="25719" y="8052"/>
                    <a:pt x="25748" y="8052"/>
                  </a:cubicBezTo>
                  <a:cubicBezTo>
                    <a:pt x="25758" y="8052"/>
                    <a:pt x="25767" y="8046"/>
                    <a:pt x="25777" y="8034"/>
                  </a:cubicBezTo>
                  <a:cubicBezTo>
                    <a:pt x="25826" y="7972"/>
                    <a:pt x="25888" y="7923"/>
                    <a:pt x="25949" y="7898"/>
                  </a:cubicBezTo>
                  <a:cubicBezTo>
                    <a:pt x="26011" y="7861"/>
                    <a:pt x="25925" y="7873"/>
                    <a:pt x="25900" y="7861"/>
                  </a:cubicBezTo>
                  <a:cubicBezTo>
                    <a:pt x="25876" y="7849"/>
                    <a:pt x="25925" y="7849"/>
                    <a:pt x="25999" y="7849"/>
                  </a:cubicBezTo>
                  <a:cubicBezTo>
                    <a:pt x="26060" y="7824"/>
                    <a:pt x="26122" y="7800"/>
                    <a:pt x="26184" y="7775"/>
                  </a:cubicBezTo>
                  <a:cubicBezTo>
                    <a:pt x="26270" y="7738"/>
                    <a:pt x="26381" y="7701"/>
                    <a:pt x="26381" y="7676"/>
                  </a:cubicBezTo>
                  <a:cubicBezTo>
                    <a:pt x="26381" y="7664"/>
                    <a:pt x="26344" y="7639"/>
                    <a:pt x="26319" y="7615"/>
                  </a:cubicBezTo>
                  <a:cubicBezTo>
                    <a:pt x="26282" y="7590"/>
                    <a:pt x="26294" y="7553"/>
                    <a:pt x="26282" y="7541"/>
                  </a:cubicBezTo>
                  <a:cubicBezTo>
                    <a:pt x="26278" y="7533"/>
                    <a:pt x="26275" y="7530"/>
                    <a:pt x="26270" y="7530"/>
                  </a:cubicBezTo>
                  <a:cubicBezTo>
                    <a:pt x="26260" y="7530"/>
                    <a:pt x="26246" y="7545"/>
                    <a:pt x="26221" y="7553"/>
                  </a:cubicBezTo>
                  <a:cubicBezTo>
                    <a:pt x="26208" y="7555"/>
                    <a:pt x="26195" y="7556"/>
                    <a:pt x="26183" y="7556"/>
                  </a:cubicBezTo>
                  <a:cubicBezTo>
                    <a:pt x="26122" y="7556"/>
                    <a:pt x="26064" y="7532"/>
                    <a:pt x="26023" y="7491"/>
                  </a:cubicBezTo>
                  <a:cubicBezTo>
                    <a:pt x="26001" y="7463"/>
                    <a:pt x="25994" y="7448"/>
                    <a:pt x="25984" y="7448"/>
                  </a:cubicBezTo>
                  <a:cubicBezTo>
                    <a:pt x="25973" y="7448"/>
                    <a:pt x="25959" y="7469"/>
                    <a:pt x="25913" y="7516"/>
                  </a:cubicBezTo>
                  <a:cubicBezTo>
                    <a:pt x="25859" y="7569"/>
                    <a:pt x="25811" y="7594"/>
                    <a:pt x="25793" y="7594"/>
                  </a:cubicBezTo>
                  <a:cubicBezTo>
                    <a:pt x="25782" y="7594"/>
                    <a:pt x="25783" y="7584"/>
                    <a:pt x="25802" y="7565"/>
                  </a:cubicBezTo>
                  <a:cubicBezTo>
                    <a:pt x="25839" y="7516"/>
                    <a:pt x="25888" y="7479"/>
                    <a:pt x="25851" y="7442"/>
                  </a:cubicBezTo>
                  <a:cubicBezTo>
                    <a:pt x="25847" y="7436"/>
                    <a:pt x="25839" y="7433"/>
                    <a:pt x="25829" y="7433"/>
                  </a:cubicBezTo>
                  <a:cubicBezTo>
                    <a:pt x="25781" y="7433"/>
                    <a:pt x="25684" y="7491"/>
                    <a:pt x="25654" y="7491"/>
                  </a:cubicBezTo>
                  <a:cubicBezTo>
                    <a:pt x="25645" y="7495"/>
                    <a:pt x="25637" y="7496"/>
                    <a:pt x="25631" y="7496"/>
                  </a:cubicBezTo>
                  <a:cubicBezTo>
                    <a:pt x="25614" y="7496"/>
                    <a:pt x="25614" y="7482"/>
                    <a:pt x="25641" y="7455"/>
                  </a:cubicBezTo>
                  <a:cubicBezTo>
                    <a:pt x="25678" y="7405"/>
                    <a:pt x="25691" y="7393"/>
                    <a:pt x="25703" y="7356"/>
                  </a:cubicBezTo>
                  <a:cubicBezTo>
                    <a:pt x="25728" y="7331"/>
                    <a:pt x="25703" y="7233"/>
                    <a:pt x="25666" y="7220"/>
                  </a:cubicBezTo>
                  <a:cubicBezTo>
                    <a:pt x="25629" y="7220"/>
                    <a:pt x="25555" y="7196"/>
                    <a:pt x="25543" y="7146"/>
                  </a:cubicBezTo>
                  <a:cubicBezTo>
                    <a:pt x="25535" y="7114"/>
                    <a:pt x="25510" y="7108"/>
                    <a:pt x="25487" y="7108"/>
                  </a:cubicBezTo>
                  <a:cubicBezTo>
                    <a:pt x="25476" y="7108"/>
                    <a:pt x="25465" y="7110"/>
                    <a:pt x="25457" y="7110"/>
                  </a:cubicBezTo>
                  <a:cubicBezTo>
                    <a:pt x="25407" y="7085"/>
                    <a:pt x="25383" y="7048"/>
                    <a:pt x="25370" y="6999"/>
                  </a:cubicBezTo>
                  <a:cubicBezTo>
                    <a:pt x="25370" y="6990"/>
                    <a:pt x="25368" y="6988"/>
                    <a:pt x="25363" y="6988"/>
                  </a:cubicBezTo>
                  <a:cubicBezTo>
                    <a:pt x="25354" y="6988"/>
                    <a:pt x="25338" y="6999"/>
                    <a:pt x="25321" y="6999"/>
                  </a:cubicBezTo>
                  <a:cubicBezTo>
                    <a:pt x="25296" y="6999"/>
                    <a:pt x="25296" y="6999"/>
                    <a:pt x="25296" y="6962"/>
                  </a:cubicBezTo>
                  <a:cubicBezTo>
                    <a:pt x="25309" y="6912"/>
                    <a:pt x="25272" y="6900"/>
                    <a:pt x="25247" y="6863"/>
                  </a:cubicBezTo>
                  <a:cubicBezTo>
                    <a:pt x="25217" y="6843"/>
                    <a:pt x="25186" y="6780"/>
                    <a:pt x="25197" y="6780"/>
                  </a:cubicBezTo>
                  <a:cubicBezTo>
                    <a:pt x="25200" y="6780"/>
                    <a:pt x="25204" y="6783"/>
                    <a:pt x="25210" y="6789"/>
                  </a:cubicBezTo>
                  <a:cubicBezTo>
                    <a:pt x="25240" y="6819"/>
                    <a:pt x="25270" y="6873"/>
                    <a:pt x="25300" y="6873"/>
                  </a:cubicBezTo>
                  <a:cubicBezTo>
                    <a:pt x="25307" y="6873"/>
                    <a:pt x="25314" y="6870"/>
                    <a:pt x="25321" y="6863"/>
                  </a:cubicBezTo>
                  <a:cubicBezTo>
                    <a:pt x="25358" y="6838"/>
                    <a:pt x="25321" y="6814"/>
                    <a:pt x="25383" y="6801"/>
                  </a:cubicBezTo>
                  <a:cubicBezTo>
                    <a:pt x="25444" y="6789"/>
                    <a:pt x="25481" y="6752"/>
                    <a:pt x="25444" y="6691"/>
                  </a:cubicBezTo>
                  <a:cubicBezTo>
                    <a:pt x="25407" y="6641"/>
                    <a:pt x="25358" y="6592"/>
                    <a:pt x="25296" y="6567"/>
                  </a:cubicBezTo>
                  <a:cubicBezTo>
                    <a:pt x="25247" y="6543"/>
                    <a:pt x="25186" y="6543"/>
                    <a:pt x="25223" y="6530"/>
                  </a:cubicBezTo>
                  <a:cubicBezTo>
                    <a:pt x="25259" y="6518"/>
                    <a:pt x="25321" y="6481"/>
                    <a:pt x="25321" y="6444"/>
                  </a:cubicBezTo>
                  <a:cubicBezTo>
                    <a:pt x="25321" y="6407"/>
                    <a:pt x="25223" y="6370"/>
                    <a:pt x="25198" y="6346"/>
                  </a:cubicBezTo>
                  <a:cubicBezTo>
                    <a:pt x="25186" y="6333"/>
                    <a:pt x="25173" y="6309"/>
                    <a:pt x="25161" y="6284"/>
                  </a:cubicBezTo>
                  <a:cubicBezTo>
                    <a:pt x="25153" y="6276"/>
                    <a:pt x="25144" y="6273"/>
                    <a:pt x="25135" y="6273"/>
                  </a:cubicBezTo>
                  <a:cubicBezTo>
                    <a:pt x="25115" y="6273"/>
                    <a:pt x="25092" y="6288"/>
                    <a:pt x="25075" y="6296"/>
                  </a:cubicBezTo>
                  <a:cubicBezTo>
                    <a:pt x="25058" y="6302"/>
                    <a:pt x="25037" y="6307"/>
                    <a:pt x="25023" y="6307"/>
                  </a:cubicBezTo>
                  <a:cubicBezTo>
                    <a:pt x="25007" y="6307"/>
                    <a:pt x="25004" y="6299"/>
                    <a:pt x="25038" y="6272"/>
                  </a:cubicBezTo>
                  <a:cubicBezTo>
                    <a:pt x="25099" y="6235"/>
                    <a:pt x="25161" y="6222"/>
                    <a:pt x="25124" y="6185"/>
                  </a:cubicBezTo>
                  <a:cubicBezTo>
                    <a:pt x="25106" y="6149"/>
                    <a:pt x="25108" y="6126"/>
                    <a:pt x="25091" y="6126"/>
                  </a:cubicBezTo>
                  <a:cubicBezTo>
                    <a:pt x="25084" y="6126"/>
                    <a:pt x="25076" y="6130"/>
                    <a:pt x="25062" y="6136"/>
                  </a:cubicBezTo>
                  <a:cubicBezTo>
                    <a:pt x="25023" y="6152"/>
                    <a:pt x="24968" y="6173"/>
                    <a:pt x="24944" y="6173"/>
                  </a:cubicBezTo>
                  <a:cubicBezTo>
                    <a:pt x="24930" y="6173"/>
                    <a:pt x="24926" y="6166"/>
                    <a:pt x="24939" y="6148"/>
                  </a:cubicBezTo>
                  <a:cubicBezTo>
                    <a:pt x="24988" y="6111"/>
                    <a:pt x="25038" y="6111"/>
                    <a:pt x="25038" y="6062"/>
                  </a:cubicBezTo>
                  <a:cubicBezTo>
                    <a:pt x="25050" y="6013"/>
                    <a:pt x="25038" y="6013"/>
                    <a:pt x="25013" y="5964"/>
                  </a:cubicBezTo>
                  <a:cubicBezTo>
                    <a:pt x="24992" y="5912"/>
                    <a:pt x="24998" y="5860"/>
                    <a:pt x="24978" y="5860"/>
                  </a:cubicBezTo>
                  <a:cubicBezTo>
                    <a:pt x="24974" y="5860"/>
                    <a:pt x="24969" y="5861"/>
                    <a:pt x="24964" y="5865"/>
                  </a:cubicBezTo>
                  <a:cubicBezTo>
                    <a:pt x="24945" y="5871"/>
                    <a:pt x="24927" y="5874"/>
                    <a:pt x="24914" y="5874"/>
                  </a:cubicBezTo>
                  <a:cubicBezTo>
                    <a:pt x="24902" y="5874"/>
                    <a:pt x="24896" y="5871"/>
                    <a:pt x="24902" y="5865"/>
                  </a:cubicBezTo>
                  <a:cubicBezTo>
                    <a:pt x="24927" y="5840"/>
                    <a:pt x="24865" y="5754"/>
                    <a:pt x="24816" y="5656"/>
                  </a:cubicBezTo>
                  <a:cubicBezTo>
                    <a:pt x="24767" y="5569"/>
                    <a:pt x="24767" y="5545"/>
                    <a:pt x="24742" y="5508"/>
                  </a:cubicBezTo>
                  <a:cubicBezTo>
                    <a:pt x="24717" y="5446"/>
                    <a:pt x="24705" y="5372"/>
                    <a:pt x="24693" y="5311"/>
                  </a:cubicBezTo>
                  <a:cubicBezTo>
                    <a:pt x="24684" y="5298"/>
                    <a:pt x="24678" y="5293"/>
                    <a:pt x="24671" y="5293"/>
                  </a:cubicBezTo>
                  <a:cubicBezTo>
                    <a:pt x="24658" y="5293"/>
                    <a:pt x="24648" y="5315"/>
                    <a:pt x="24631" y="5348"/>
                  </a:cubicBezTo>
                  <a:cubicBezTo>
                    <a:pt x="24606" y="5397"/>
                    <a:pt x="24582" y="5446"/>
                    <a:pt x="24569" y="5483"/>
                  </a:cubicBezTo>
                  <a:cubicBezTo>
                    <a:pt x="24545" y="5508"/>
                    <a:pt x="24545" y="5545"/>
                    <a:pt x="24569" y="5569"/>
                  </a:cubicBezTo>
                  <a:cubicBezTo>
                    <a:pt x="24594" y="5569"/>
                    <a:pt x="24557" y="5582"/>
                    <a:pt x="24520" y="5582"/>
                  </a:cubicBezTo>
                  <a:cubicBezTo>
                    <a:pt x="24483" y="5582"/>
                    <a:pt x="24446" y="5668"/>
                    <a:pt x="24483" y="5693"/>
                  </a:cubicBezTo>
                  <a:cubicBezTo>
                    <a:pt x="24514" y="5703"/>
                    <a:pt x="24561" y="5763"/>
                    <a:pt x="24556" y="5763"/>
                  </a:cubicBezTo>
                  <a:cubicBezTo>
                    <a:pt x="24555" y="5763"/>
                    <a:pt x="24551" y="5761"/>
                    <a:pt x="24545" y="5754"/>
                  </a:cubicBezTo>
                  <a:cubicBezTo>
                    <a:pt x="24528" y="5737"/>
                    <a:pt x="24516" y="5728"/>
                    <a:pt x="24506" y="5728"/>
                  </a:cubicBezTo>
                  <a:cubicBezTo>
                    <a:pt x="24494" y="5728"/>
                    <a:pt x="24484" y="5740"/>
                    <a:pt x="24471" y="5766"/>
                  </a:cubicBezTo>
                  <a:cubicBezTo>
                    <a:pt x="24446" y="5816"/>
                    <a:pt x="24385" y="5828"/>
                    <a:pt x="24434" y="5865"/>
                  </a:cubicBezTo>
                  <a:cubicBezTo>
                    <a:pt x="24483" y="5890"/>
                    <a:pt x="24508" y="5902"/>
                    <a:pt x="24434" y="5927"/>
                  </a:cubicBezTo>
                  <a:cubicBezTo>
                    <a:pt x="24372" y="5939"/>
                    <a:pt x="24323" y="5939"/>
                    <a:pt x="24335" y="6001"/>
                  </a:cubicBezTo>
                  <a:cubicBezTo>
                    <a:pt x="24348" y="6050"/>
                    <a:pt x="24372" y="6124"/>
                    <a:pt x="24335" y="6161"/>
                  </a:cubicBezTo>
                  <a:cubicBezTo>
                    <a:pt x="24326" y="6175"/>
                    <a:pt x="24322" y="6182"/>
                    <a:pt x="24320" y="6182"/>
                  </a:cubicBezTo>
                  <a:cubicBezTo>
                    <a:pt x="24316" y="6182"/>
                    <a:pt x="24318" y="6162"/>
                    <a:pt x="24311" y="6124"/>
                  </a:cubicBezTo>
                  <a:cubicBezTo>
                    <a:pt x="24301" y="6077"/>
                    <a:pt x="24249" y="6037"/>
                    <a:pt x="24214" y="6037"/>
                  </a:cubicBezTo>
                  <a:cubicBezTo>
                    <a:pt x="24203" y="6037"/>
                    <a:pt x="24193" y="6041"/>
                    <a:pt x="24188" y="6050"/>
                  </a:cubicBezTo>
                  <a:cubicBezTo>
                    <a:pt x="24163" y="6075"/>
                    <a:pt x="24126" y="6148"/>
                    <a:pt x="24077" y="6173"/>
                  </a:cubicBezTo>
                  <a:cubicBezTo>
                    <a:pt x="24027" y="6198"/>
                    <a:pt x="23953" y="6235"/>
                    <a:pt x="23953" y="6272"/>
                  </a:cubicBezTo>
                  <a:cubicBezTo>
                    <a:pt x="23953" y="6287"/>
                    <a:pt x="23949" y="6294"/>
                    <a:pt x="23944" y="6294"/>
                  </a:cubicBezTo>
                  <a:cubicBezTo>
                    <a:pt x="23937" y="6294"/>
                    <a:pt x="23929" y="6281"/>
                    <a:pt x="23929" y="6259"/>
                  </a:cubicBezTo>
                  <a:cubicBezTo>
                    <a:pt x="23919" y="6240"/>
                    <a:pt x="23910" y="6199"/>
                    <a:pt x="23894" y="6199"/>
                  </a:cubicBezTo>
                  <a:cubicBezTo>
                    <a:pt x="23890" y="6199"/>
                    <a:pt x="23885" y="6202"/>
                    <a:pt x="23879" y="6210"/>
                  </a:cubicBezTo>
                  <a:cubicBezTo>
                    <a:pt x="23867" y="6222"/>
                    <a:pt x="23855" y="6232"/>
                    <a:pt x="23847" y="6232"/>
                  </a:cubicBezTo>
                  <a:cubicBezTo>
                    <a:pt x="23839" y="6232"/>
                    <a:pt x="23836" y="6222"/>
                    <a:pt x="23843" y="6198"/>
                  </a:cubicBezTo>
                  <a:cubicBezTo>
                    <a:pt x="23862" y="6159"/>
                    <a:pt x="23858" y="6113"/>
                    <a:pt x="23850" y="6113"/>
                  </a:cubicBezTo>
                  <a:cubicBezTo>
                    <a:pt x="23848" y="6113"/>
                    <a:pt x="23845" y="6116"/>
                    <a:pt x="23843" y="6124"/>
                  </a:cubicBezTo>
                  <a:cubicBezTo>
                    <a:pt x="23793" y="6210"/>
                    <a:pt x="23732" y="6284"/>
                    <a:pt x="23658" y="6333"/>
                  </a:cubicBezTo>
                  <a:cubicBezTo>
                    <a:pt x="23608" y="6358"/>
                    <a:pt x="23559" y="6383"/>
                    <a:pt x="23522" y="6420"/>
                  </a:cubicBezTo>
                  <a:cubicBezTo>
                    <a:pt x="23517" y="6424"/>
                    <a:pt x="23514" y="6426"/>
                    <a:pt x="23511" y="6426"/>
                  </a:cubicBezTo>
                  <a:cubicBezTo>
                    <a:pt x="23498" y="6426"/>
                    <a:pt x="23502" y="6390"/>
                    <a:pt x="23522" y="6370"/>
                  </a:cubicBezTo>
                  <a:cubicBezTo>
                    <a:pt x="23596" y="6333"/>
                    <a:pt x="23658" y="6296"/>
                    <a:pt x="23719" y="6247"/>
                  </a:cubicBezTo>
                  <a:cubicBezTo>
                    <a:pt x="23756" y="6210"/>
                    <a:pt x="23818" y="6161"/>
                    <a:pt x="23793" y="6111"/>
                  </a:cubicBezTo>
                  <a:cubicBezTo>
                    <a:pt x="23769" y="6062"/>
                    <a:pt x="23744" y="5951"/>
                    <a:pt x="23707" y="5951"/>
                  </a:cubicBezTo>
                  <a:cubicBezTo>
                    <a:pt x="23621" y="5951"/>
                    <a:pt x="23547" y="5964"/>
                    <a:pt x="23473" y="5976"/>
                  </a:cubicBezTo>
                  <a:cubicBezTo>
                    <a:pt x="23461" y="6001"/>
                    <a:pt x="23473" y="6038"/>
                    <a:pt x="23436" y="6038"/>
                  </a:cubicBezTo>
                  <a:cubicBezTo>
                    <a:pt x="23399" y="6038"/>
                    <a:pt x="23362" y="6038"/>
                    <a:pt x="23325" y="6013"/>
                  </a:cubicBezTo>
                  <a:cubicBezTo>
                    <a:pt x="23288" y="6001"/>
                    <a:pt x="23300" y="6001"/>
                    <a:pt x="23337" y="5976"/>
                  </a:cubicBezTo>
                  <a:cubicBezTo>
                    <a:pt x="23374" y="5964"/>
                    <a:pt x="23387" y="5939"/>
                    <a:pt x="23399" y="5902"/>
                  </a:cubicBezTo>
                  <a:cubicBezTo>
                    <a:pt x="23403" y="5890"/>
                    <a:pt x="23408" y="5886"/>
                    <a:pt x="23414" y="5886"/>
                  </a:cubicBezTo>
                  <a:cubicBezTo>
                    <a:pt x="23427" y="5886"/>
                    <a:pt x="23444" y="5906"/>
                    <a:pt x="23461" y="5914"/>
                  </a:cubicBezTo>
                  <a:cubicBezTo>
                    <a:pt x="23469" y="5932"/>
                    <a:pt x="23478" y="5955"/>
                    <a:pt x="23482" y="5955"/>
                  </a:cubicBezTo>
                  <a:cubicBezTo>
                    <a:pt x="23484" y="5955"/>
                    <a:pt x="23485" y="5950"/>
                    <a:pt x="23485" y="5939"/>
                  </a:cubicBezTo>
                  <a:cubicBezTo>
                    <a:pt x="23485" y="5902"/>
                    <a:pt x="23485" y="5877"/>
                    <a:pt x="23510" y="5853"/>
                  </a:cubicBezTo>
                  <a:cubicBezTo>
                    <a:pt x="23534" y="5828"/>
                    <a:pt x="23547" y="5766"/>
                    <a:pt x="23510" y="5754"/>
                  </a:cubicBezTo>
                  <a:cubicBezTo>
                    <a:pt x="23473" y="5742"/>
                    <a:pt x="23424" y="5754"/>
                    <a:pt x="23436" y="5717"/>
                  </a:cubicBezTo>
                  <a:cubicBezTo>
                    <a:pt x="23461" y="5668"/>
                    <a:pt x="23461" y="5606"/>
                    <a:pt x="23448" y="5557"/>
                  </a:cubicBezTo>
                  <a:cubicBezTo>
                    <a:pt x="23424" y="5520"/>
                    <a:pt x="23424" y="5508"/>
                    <a:pt x="23374" y="5495"/>
                  </a:cubicBezTo>
                  <a:cubicBezTo>
                    <a:pt x="23337" y="5483"/>
                    <a:pt x="23374" y="5495"/>
                    <a:pt x="23399" y="5471"/>
                  </a:cubicBezTo>
                  <a:cubicBezTo>
                    <a:pt x="23424" y="5446"/>
                    <a:pt x="23473" y="5434"/>
                    <a:pt x="23448" y="5397"/>
                  </a:cubicBezTo>
                  <a:cubicBezTo>
                    <a:pt x="23424" y="5372"/>
                    <a:pt x="23387" y="5323"/>
                    <a:pt x="23387" y="5298"/>
                  </a:cubicBezTo>
                  <a:cubicBezTo>
                    <a:pt x="23411" y="5261"/>
                    <a:pt x="23436" y="5224"/>
                    <a:pt x="23461" y="5187"/>
                  </a:cubicBezTo>
                  <a:cubicBezTo>
                    <a:pt x="23498" y="5163"/>
                    <a:pt x="23498" y="5113"/>
                    <a:pt x="23461" y="5076"/>
                  </a:cubicBezTo>
                  <a:cubicBezTo>
                    <a:pt x="23459" y="5075"/>
                    <a:pt x="23458" y="5075"/>
                    <a:pt x="23456" y="5075"/>
                  </a:cubicBezTo>
                  <a:cubicBezTo>
                    <a:pt x="23439" y="5075"/>
                    <a:pt x="23396" y="5126"/>
                    <a:pt x="23362" y="5126"/>
                  </a:cubicBezTo>
                  <a:cubicBezTo>
                    <a:pt x="23337" y="5126"/>
                    <a:pt x="23350" y="5089"/>
                    <a:pt x="23300" y="5076"/>
                  </a:cubicBezTo>
                  <a:cubicBezTo>
                    <a:pt x="23251" y="5064"/>
                    <a:pt x="23042" y="5040"/>
                    <a:pt x="22992" y="4978"/>
                  </a:cubicBezTo>
                  <a:cubicBezTo>
                    <a:pt x="22943" y="4916"/>
                    <a:pt x="22980" y="4879"/>
                    <a:pt x="22931" y="4842"/>
                  </a:cubicBezTo>
                  <a:cubicBezTo>
                    <a:pt x="22881" y="4805"/>
                    <a:pt x="22869" y="4818"/>
                    <a:pt x="22832" y="4793"/>
                  </a:cubicBezTo>
                  <a:cubicBezTo>
                    <a:pt x="22795" y="4768"/>
                    <a:pt x="22808" y="4719"/>
                    <a:pt x="22795" y="4707"/>
                  </a:cubicBezTo>
                  <a:cubicBezTo>
                    <a:pt x="22793" y="4705"/>
                    <a:pt x="22792" y="4704"/>
                    <a:pt x="22790" y="4704"/>
                  </a:cubicBezTo>
                  <a:cubicBezTo>
                    <a:pt x="22779" y="4704"/>
                    <a:pt x="22765" y="4731"/>
                    <a:pt x="22734" y="4731"/>
                  </a:cubicBezTo>
                  <a:cubicBezTo>
                    <a:pt x="22717" y="4731"/>
                    <a:pt x="22708" y="4733"/>
                    <a:pt x="22703" y="4733"/>
                  </a:cubicBezTo>
                  <a:cubicBezTo>
                    <a:pt x="22693" y="4733"/>
                    <a:pt x="22701" y="4727"/>
                    <a:pt x="22709" y="4695"/>
                  </a:cubicBezTo>
                  <a:cubicBezTo>
                    <a:pt x="22734" y="4670"/>
                    <a:pt x="22721" y="4621"/>
                    <a:pt x="22684" y="4608"/>
                  </a:cubicBezTo>
                  <a:cubicBezTo>
                    <a:pt x="22635" y="4571"/>
                    <a:pt x="22635" y="4571"/>
                    <a:pt x="22586" y="4547"/>
                  </a:cubicBezTo>
                  <a:cubicBezTo>
                    <a:pt x="22556" y="4517"/>
                    <a:pt x="22558" y="4463"/>
                    <a:pt x="22508" y="4463"/>
                  </a:cubicBezTo>
                  <a:cubicBezTo>
                    <a:pt x="22496" y="4463"/>
                    <a:pt x="22481" y="4466"/>
                    <a:pt x="22463" y="4473"/>
                  </a:cubicBezTo>
                  <a:cubicBezTo>
                    <a:pt x="22382" y="4507"/>
                    <a:pt x="22323" y="4585"/>
                    <a:pt x="22255" y="4585"/>
                  </a:cubicBezTo>
                  <a:cubicBezTo>
                    <a:pt x="22250" y="4585"/>
                    <a:pt x="22246" y="4584"/>
                    <a:pt x="22241" y="4584"/>
                  </a:cubicBezTo>
                  <a:cubicBezTo>
                    <a:pt x="22186" y="4573"/>
                    <a:pt x="22151" y="4532"/>
                    <a:pt x="22100" y="4532"/>
                  </a:cubicBezTo>
                  <a:cubicBezTo>
                    <a:pt x="22094" y="4532"/>
                    <a:pt x="22087" y="4533"/>
                    <a:pt x="22081" y="4534"/>
                  </a:cubicBezTo>
                  <a:cubicBezTo>
                    <a:pt x="22035" y="4543"/>
                    <a:pt x="22023" y="4573"/>
                    <a:pt x="22000" y="4573"/>
                  </a:cubicBezTo>
                  <a:cubicBezTo>
                    <a:pt x="21992" y="4573"/>
                    <a:pt x="21983" y="4569"/>
                    <a:pt x="21970" y="4559"/>
                  </a:cubicBezTo>
                  <a:cubicBezTo>
                    <a:pt x="21920" y="4522"/>
                    <a:pt x="21896" y="4485"/>
                    <a:pt x="21809" y="4460"/>
                  </a:cubicBezTo>
                  <a:cubicBezTo>
                    <a:pt x="21750" y="4443"/>
                    <a:pt x="21702" y="4415"/>
                    <a:pt x="21646" y="4415"/>
                  </a:cubicBezTo>
                  <a:cubicBezTo>
                    <a:pt x="21621" y="4415"/>
                    <a:pt x="21594" y="4420"/>
                    <a:pt x="21563" y="4436"/>
                  </a:cubicBezTo>
                  <a:cubicBezTo>
                    <a:pt x="21477" y="4473"/>
                    <a:pt x="21366" y="4497"/>
                    <a:pt x="21428" y="4633"/>
                  </a:cubicBezTo>
                  <a:cubicBezTo>
                    <a:pt x="21477" y="4768"/>
                    <a:pt x="21551" y="4768"/>
                    <a:pt x="21514" y="4855"/>
                  </a:cubicBezTo>
                  <a:cubicBezTo>
                    <a:pt x="21489" y="4916"/>
                    <a:pt x="21477" y="4978"/>
                    <a:pt x="21477" y="5052"/>
                  </a:cubicBezTo>
                  <a:cubicBezTo>
                    <a:pt x="21464" y="5113"/>
                    <a:pt x="21415" y="5076"/>
                    <a:pt x="21440" y="5126"/>
                  </a:cubicBezTo>
                  <a:cubicBezTo>
                    <a:pt x="21452" y="5175"/>
                    <a:pt x="21489" y="5187"/>
                    <a:pt x="21501" y="5249"/>
                  </a:cubicBezTo>
                  <a:cubicBezTo>
                    <a:pt x="21526" y="5311"/>
                    <a:pt x="21501" y="5311"/>
                    <a:pt x="21526" y="5348"/>
                  </a:cubicBezTo>
                  <a:cubicBezTo>
                    <a:pt x="21538" y="5385"/>
                    <a:pt x="21563" y="5434"/>
                    <a:pt x="21563" y="5471"/>
                  </a:cubicBezTo>
                  <a:cubicBezTo>
                    <a:pt x="21563" y="5495"/>
                    <a:pt x="21551" y="5643"/>
                    <a:pt x="21526" y="5643"/>
                  </a:cubicBezTo>
                  <a:cubicBezTo>
                    <a:pt x="21520" y="5643"/>
                    <a:pt x="21512" y="5635"/>
                    <a:pt x="21504" y="5635"/>
                  </a:cubicBezTo>
                  <a:cubicBezTo>
                    <a:pt x="21494" y="5635"/>
                    <a:pt x="21483" y="5646"/>
                    <a:pt x="21477" y="5693"/>
                  </a:cubicBezTo>
                  <a:cubicBezTo>
                    <a:pt x="21464" y="5766"/>
                    <a:pt x="21428" y="5840"/>
                    <a:pt x="21378" y="5902"/>
                  </a:cubicBezTo>
                  <a:cubicBezTo>
                    <a:pt x="21317" y="5964"/>
                    <a:pt x="21280" y="6050"/>
                    <a:pt x="21317" y="6075"/>
                  </a:cubicBezTo>
                  <a:cubicBezTo>
                    <a:pt x="21366" y="6111"/>
                    <a:pt x="21773" y="6383"/>
                    <a:pt x="21773" y="6604"/>
                  </a:cubicBezTo>
                  <a:cubicBezTo>
                    <a:pt x="21773" y="6814"/>
                    <a:pt x="21883" y="7048"/>
                    <a:pt x="21612" y="7257"/>
                  </a:cubicBezTo>
                  <a:cubicBezTo>
                    <a:pt x="21477" y="7393"/>
                    <a:pt x="21304" y="7504"/>
                    <a:pt x="21132" y="7590"/>
                  </a:cubicBezTo>
                  <a:cubicBezTo>
                    <a:pt x="21058" y="7602"/>
                    <a:pt x="21033" y="7701"/>
                    <a:pt x="21119" y="7836"/>
                  </a:cubicBezTo>
                  <a:cubicBezTo>
                    <a:pt x="21206" y="7960"/>
                    <a:pt x="21169" y="7997"/>
                    <a:pt x="21156" y="8034"/>
                  </a:cubicBezTo>
                  <a:cubicBezTo>
                    <a:pt x="21156" y="8071"/>
                    <a:pt x="21193" y="8095"/>
                    <a:pt x="21193" y="8120"/>
                  </a:cubicBezTo>
                  <a:cubicBezTo>
                    <a:pt x="21181" y="8194"/>
                    <a:pt x="21193" y="8280"/>
                    <a:pt x="21218" y="8342"/>
                  </a:cubicBezTo>
                  <a:cubicBezTo>
                    <a:pt x="21280" y="8477"/>
                    <a:pt x="21292" y="8613"/>
                    <a:pt x="21255" y="8650"/>
                  </a:cubicBezTo>
                  <a:cubicBezTo>
                    <a:pt x="21218" y="8687"/>
                    <a:pt x="21169" y="8724"/>
                    <a:pt x="21206" y="8761"/>
                  </a:cubicBezTo>
                  <a:cubicBezTo>
                    <a:pt x="21243" y="8798"/>
                    <a:pt x="21230" y="8884"/>
                    <a:pt x="21218" y="8921"/>
                  </a:cubicBezTo>
                  <a:cubicBezTo>
                    <a:pt x="21218" y="8940"/>
                    <a:pt x="21216" y="8948"/>
                    <a:pt x="21213" y="8948"/>
                  </a:cubicBezTo>
                  <a:cubicBezTo>
                    <a:pt x="21207" y="8948"/>
                    <a:pt x="21196" y="8927"/>
                    <a:pt x="21181" y="8896"/>
                  </a:cubicBezTo>
                  <a:cubicBezTo>
                    <a:pt x="21156" y="8859"/>
                    <a:pt x="21132" y="8835"/>
                    <a:pt x="21095" y="8835"/>
                  </a:cubicBezTo>
                  <a:cubicBezTo>
                    <a:pt x="21058" y="8835"/>
                    <a:pt x="21021" y="8921"/>
                    <a:pt x="21033" y="8970"/>
                  </a:cubicBezTo>
                  <a:cubicBezTo>
                    <a:pt x="21044" y="9024"/>
                    <a:pt x="21113" y="9137"/>
                    <a:pt x="21103" y="9137"/>
                  </a:cubicBezTo>
                  <a:cubicBezTo>
                    <a:pt x="21102" y="9137"/>
                    <a:pt x="21099" y="9135"/>
                    <a:pt x="21095" y="9130"/>
                  </a:cubicBezTo>
                  <a:cubicBezTo>
                    <a:pt x="21046" y="9081"/>
                    <a:pt x="20898" y="8908"/>
                    <a:pt x="20848" y="8908"/>
                  </a:cubicBezTo>
                  <a:cubicBezTo>
                    <a:pt x="20807" y="8919"/>
                    <a:pt x="20697" y="9006"/>
                    <a:pt x="20691" y="9006"/>
                  </a:cubicBezTo>
                  <a:cubicBezTo>
                    <a:pt x="20690" y="9006"/>
                    <a:pt x="20692" y="9003"/>
                    <a:pt x="20701" y="8995"/>
                  </a:cubicBezTo>
                  <a:cubicBezTo>
                    <a:pt x="20750" y="8945"/>
                    <a:pt x="20824" y="8847"/>
                    <a:pt x="20774" y="8773"/>
                  </a:cubicBezTo>
                  <a:cubicBezTo>
                    <a:pt x="20725" y="8687"/>
                    <a:pt x="20651" y="8625"/>
                    <a:pt x="20565" y="8588"/>
                  </a:cubicBezTo>
                  <a:cubicBezTo>
                    <a:pt x="20491" y="8576"/>
                    <a:pt x="20491" y="8576"/>
                    <a:pt x="20528" y="8539"/>
                  </a:cubicBezTo>
                  <a:cubicBezTo>
                    <a:pt x="20553" y="8502"/>
                    <a:pt x="20479" y="8440"/>
                    <a:pt x="20429" y="8366"/>
                  </a:cubicBezTo>
                  <a:cubicBezTo>
                    <a:pt x="20393" y="8305"/>
                    <a:pt x="20393" y="8218"/>
                    <a:pt x="20417" y="8145"/>
                  </a:cubicBezTo>
                  <a:cubicBezTo>
                    <a:pt x="20429" y="8083"/>
                    <a:pt x="20429" y="8009"/>
                    <a:pt x="20405" y="7935"/>
                  </a:cubicBezTo>
                  <a:cubicBezTo>
                    <a:pt x="20380" y="7898"/>
                    <a:pt x="20306" y="7824"/>
                    <a:pt x="20343" y="7775"/>
                  </a:cubicBezTo>
                  <a:cubicBezTo>
                    <a:pt x="20393" y="7713"/>
                    <a:pt x="20405" y="7639"/>
                    <a:pt x="20393" y="7565"/>
                  </a:cubicBezTo>
                  <a:cubicBezTo>
                    <a:pt x="20380" y="7504"/>
                    <a:pt x="20319" y="7455"/>
                    <a:pt x="20245" y="7455"/>
                  </a:cubicBezTo>
                  <a:cubicBezTo>
                    <a:pt x="20084" y="7418"/>
                    <a:pt x="19924" y="7418"/>
                    <a:pt x="19764" y="7418"/>
                  </a:cubicBezTo>
                  <a:cubicBezTo>
                    <a:pt x="19736" y="7445"/>
                    <a:pt x="19674" y="7522"/>
                    <a:pt x="19660" y="7522"/>
                  </a:cubicBezTo>
                  <a:cubicBezTo>
                    <a:pt x="19656" y="7522"/>
                    <a:pt x="19656" y="7513"/>
                    <a:pt x="19666" y="7491"/>
                  </a:cubicBezTo>
                  <a:cubicBezTo>
                    <a:pt x="19690" y="7405"/>
                    <a:pt x="19666" y="7393"/>
                    <a:pt x="19592" y="7331"/>
                  </a:cubicBezTo>
                  <a:cubicBezTo>
                    <a:pt x="19456" y="7257"/>
                    <a:pt x="19308" y="7183"/>
                    <a:pt x="19160" y="7122"/>
                  </a:cubicBezTo>
                  <a:cubicBezTo>
                    <a:pt x="19099" y="7085"/>
                    <a:pt x="19099" y="7048"/>
                    <a:pt x="19074" y="7011"/>
                  </a:cubicBezTo>
                  <a:cubicBezTo>
                    <a:pt x="19037" y="6962"/>
                    <a:pt x="18976" y="6925"/>
                    <a:pt x="18914" y="6875"/>
                  </a:cubicBezTo>
                  <a:cubicBezTo>
                    <a:pt x="18877" y="6838"/>
                    <a:pt x="18840" y="6814"/>
                    <a:pt x="18791" y="6789"/>
                  </a:cubicBezTo>
                  <a:cubicBezTo>
                    <a:pt x="18717" y="6765"/>
                    <a:pt x="18643" y="6752"/>
                    <a:pt x="18581" y="6740"/>
                  </a:cubicBezTo>
                  <a:cubicBezTo>
                    <a:pt x="18532" y="6715"/>
                    <a:pt x="18458" y="6641"/>
                    <a:pt x="18372" y="6641"/>
                  </a:cubicBezTo>
                  <a:cubicBezTo>
                    <a:pt x="18286" y="6654"/>
                    <a:pt x="18212" y="6678"/>
                    <a:pt x="18125" y="6703"/>
                  </a:cubicBezTo>
                  <a:cubicBezTo>
                    <a:pt x="18072" y="6712"/>
                    <a:pt x="17948" y="6746"/>
                    <a:pt x="17906" y="6746"/>
                  </a:cubicBezTo>
                  <a:cubicBezTo>
                    <a:pt x="17890" y="6746"/>
                    <a:pt x="17886" y="6741"/>
                    <a:pt x="17904" y="6728"/>
                  </a:cubicBezTo>
                  <a:cubicBezTo>
                    <a:pt x="17953" y="6678"/>
                    <a:pt x="18015" y="6666"/>
                    <a:pt x="17978" y="6567"/>
                  </a:cubicBezTo>
                  <a:cubicBezTo>
                    <a:pt x="17953" y="6469"/>
                    <a:pt x="17830" y="6148"/>
                    <a:pt x="17793" y="6111"/>
                  </a:cubicBezTo>
                  <a:cubicBezTo>
                    <a:pt x="17768" y="6062"/>
                    <a:pt x="17657" y="6025"/>
                    <a:pt x="17608" y="6025"/>
                  </a:cubicBezTo>
                  <a:cubicBezTo>
                    <a:pt x="17559" y="6025"/>
                    <a:pt x="17435" y="6025"/>
                    <a:pt x="17411" y="5964"/>
                  </a:cubicBezTo>
                  <a:cubicBezTo>
                    <a:pt x="17398" y="5914"/>
                    <a:pt x="17423" y="5902"/>
                    <a:pt x="17435" y="5865"/>
                  </a:cubicBezTo>
                  <a:cubicBezTo>
                    <a:pt x="17423" y="5705"/>
                    <a:pt x="17435" y="5545"/>
                    <a:pt x="17460" y="5385"/>
                  </a:cubicBezTo>
                  <a:cubicBezTo>
                    <a:pt x="17509" y="5224"/>
                    <a:pt x="17633" y="5003"/>
                    <a:pt x="17645" y="4929"/>
                  </a:cubicBezTo>
                  <a:cubicBezTo>
                    <a:pt x="17657" y="4867"/>
                    <a:pt x="17670" y="4855"/>
                    <a:pt x="17731" y="4830"/>
                  </a:cubicBezTo>
                  <a:cubicBezTo>
                    <a:pt x="17780" y="4818"/>
                    <a:pt x="17793" y="4818"/>
                    <a:pt x="17780" y="4768"/>
                  </a:cubicBezTo>
                  <a:cubicBezTo>
                    <a:pt x="17756" y="4731"/>
                    <a:pt x="17793" y="4633"/>
                    <a:pt x="17867" y="4621"/>
                  </a:cubicBezTo>
                  <a:cubicBezTo>
                    <a:pt x="17928" y="4608"/>
                    <a:pt x="17941" y="4584"/>
                    <a:pt x="17891" y="4571"/>
                  </a:cubicBezTo>
                  <a:cubicBezTo>
                    <a:pt x="17842" y="4559"/>
                    <a:pt x="17854" y="4534"/>
                    <a:pt x="17904" y="4534"/>
                  </a:cubicBezTo>
                  <a:cubicBezTo>
                    <a:pt x="17953" y="4522"/>
                    <a:pt x="17891" y="4485"/>
                    <a:pt x="17953" y="4460"/>
                  </a:cubicBezTo>
                  <a:cubicBezTo>
                    <a:pt x="17965" y="4456"/>
                    <a:pt x="17974" y="4454"/>
                    <a:pt x="17981" y="4454"/>
                  </a:cubicBezTo>
                  <a:cubicBezTo>
                    <a:pt x="18012" y="4454"/>
                    <a:pt x="18009" y="4487"/>
                    <a:pt x="18039" y="4497"/>
                  </a:cubicBezTo>
                  <a:cubicBezTo>
                    <a:pt x="18064" y="4497"/>
                    <a:pt x="18138" y="4362"/>
                    <a:pt x="18101" y="4362"/>
                  </a:cubicBezTo>
                  <a:cubicBezTo>
                    <a:pt x="18064" y="4350"/>
                    <a:pt x="17978" y="4337"/>
                    <a:pt x="18002" y="4313"/>
                  </a:cubicBezTo>
                  <a:cubicBezTo>
                    <a:pt x="18031" y="4291"/>
                    <a:pt x="18064" y="4278"/>
                    <a:pt x="18096" y="4278"/>
                  </a:cubicBezTo>
                  <a:cubicBezTo>
                    <a:pt x="18119" y="4278"/>
                    <a:pt x="18142" y="4285"/>
                    <a:pt x="18162" y="4300"/>
                  </a:cubicBezTo>
                  <a:cubicBezTo>
                    <a:pt x="18214" y="4331"/>
                    <a:pt x="18257" y="4380"/>
                    <a:pt x="18277" y="4380"/>
                  </a:cubicBezTo>
                  <a:cubicBezTo>
                    <a:pt x="18281" y="4380"/>
                    <a:pt x="18284" y="4378"/>
                    <a:pt x="18286" y="4374"/>
                  </a:cubicBezTo>
                  <a:cubicBezTo>
                    <a:pt x="18298" y="4350"/>
                    <a:pt x="18310" y="4276"/>
                    <a:pt x="18347" y="4276"/>
                  </a:cubicBezTo>
                  <a:cubicBezTo>
                    <a:pt x="18421" y="4251"/>
                    <a:pt x="18433" y="4165"/>
                    <a:pt x="18384" y="4115"/>
                  </a:cubicBezTo>
                  <a:cubicBezTo>
                    <a:pt x="18335" y="4066"/>
                    <a:pt x="18261" y="4017"/>
                    <a:pt x="18187" y="3992"/>
                  </a:cubicBezTo>
                  <a:cubicBezTo>
                    <a:pt x="18165" y="3989"/>
                    <a:pt x="18144" y="3987"/>
                    <a:pt x="18122" y="3987"/>
                  </a:cubicBezTo>
                  <a:cubicBezTo>
                    <a:pt x="18070" y="3987"/>
                    <a:pt x="18017" y="3996"/>
                    <a:pt x="17965" y="4005"/>
                  </a:cubicBezTo>
                  <a:cubicBezTo>
                    <a:pt x="17961" y="4005"/>
                    <a:pt x="17956" y="4006"/>
                    <a:pt x="17953" y="4006"/>
                  </a:cubicBezTo>
                  <a:cubicBezTo>
                    <a:pt x="17911" y="4006"/>
                    <a:pt x="17956" y="3941"/>
                    <a:pt x="17990" y="3918"/>
                  </a:cubicBezTo>
                  <a:cubicBezTo>
                    <a:pt x="18015" y="3894"/>
                    <a:pt x="17854" y="3844"/>
                    <a:pt x="17830" y="3844"/>
                  </a:cubicBezTo>
                  <a:cubicBezTo>
                    <a:pt x="17805" y="3844"/>
                    <a:pt x="17780" y="3857"/>
                    <a:pt x="17743" y="3857"/>
                  </a:cubicBezTo>
                  <a:cubicBezTo>
                    <a:pt x="17719" y="3857"/>
                    <a:pt x="17682" y="3820"/>
                    <a:pt x="17645" y="3807"/>
                  </a:cubicBezTo>
                  <a:cubicBezTo>
                    <a:pt x="17596" y="3807"/>
                    <a:pt x="17645" y="3770"/>
                    <a:pt x="17670" y="3770"/>
                  </a:cubicBezTo>
                  <a:cubicBezTo>
                    <a:pt x="17706" y="3770"/>
                    <a:pt x="17694" y="3770"/>
                    <a:pt x="17731" y="3746"/>
                  </a:cubicBezTo>
                  <a:cubicBezTo>
                    <a:pt x="17741" y="3736"/>
                    <a:pt x="17752" y="3732"/>
                    <a:pt x="17761" y="3732"/>
                  </a:cubicBezTo>
                  <a:cubicBezTo>
                    <a:pt x="17777" y="3732"/>
                    <a:pt x="17788" y="3743"/>
                    <a:pt x="17780" y="3758"/>
                  </a:cubicBezTo>
                  <a:cubicBezTo>
                    <a:pt x="17768" y="3795"/>
                    <a:pt x="17805" y="3807"/>
                    <a:pt x="17842" y="3807"/>
                  </a:cubicBezTo>
                  <a:cubicBezTo>
                    <a:pt x="17859" y="3804"/>
                    <a:pt x="17874" y="3803"/>
                    <a:pt x="17889" y="3803"/>
                  </a:cubicBezTo>
                  <a:cubicBezTo>
                    <a:pt x="17930" y="3803"/>
                    <a:pt x="17966" y="3814"/>
                    <a:pt x="18002" y="3832"/>
                  </a:cubicBezTo>
                  <a:cubicBezTo>
                    <a:pt x="18051" y="3857"/>
                    <a:pt x="18088" y="3869"/>
                    <a:pt x="18138" y="3894"/>
                  </a:cubicBezTo>
                  <a:cubicBezTo>
                    <a:pt x="18175" y="3894"/>
                    <a:pt x="18125" y="3918"/>
                    <a:pt x="18162" y="3931"/>
                  </a:cubicBezTo>
                  <a:cubicBezTo>
                    <a:pt x="18182" y="3931"/>
                    <a:pt x="18186" y="3915"/>
                    <a:pt x="18212" y="3915"/>
                  </a:cubicBezTo>
                  <a:cubicBezTo>
                    <a:pt x="18219" y="3915"/>
                    <a:pt x="18226" y="3916"/>
                    <a:pt x="18236" y="3918"/>
                  </a:cubicBezTo>
                  <a:cubicBezTo>
                    <a:pt x="18282" y="3930"/>
                    <a:pt x="18350" y="4006"/>
                    <a:pt x="18389" y="4006"/>
                  </a:cubicBezTo>
                  <a:cubicBezTo>
                    <a:pt x="18391" y="4006"/>
                    <a:pt x="18394" y="4005"/>
                    <a:pt x="18396" y="4005"/>
                  </a:cubicBezTo>
                  <a:cubicBezTo>
                    <a:pt x="18421" y="3980"/>
                    <a:pt x="18372" y="3955"/>
                    <a:pt x="18446" y="3955"/>
                  </a:cubicBezTo>
                  <a:cubicBezTo>
                    <a:pt x="18456" y="3953"/>
                    <a:pt x="18466" y="3953"/>
                    <a:pt x="18477" y="3953"/>
                  </a:cubicBezTo>
                  <a:cubicBezTo>
                    <a:pt x="18504" y="3953"/>
                    <a:pt x="18532" y="3957"/>
                    <a:pt x="18552" y="3957"/>
                  </a:cubicBezTo>
                  <a:cubicBezTo>
                    <a:pt x="18573" y="3957"/>
                    <a:pt x="18587" y="3952"/>
                    <a:pt x="18581" y="3931"/>
                  </a:cubicBezTo>
                  <a:cubicBezTo>
                    <a:pt x="18569" y="3881"/>
                    <a:pt x="18532" y="3869"/>
                    <a:pt x="18557" y="3820"/>
                  </a:cubicBezTo>
                  <a:cubicBezTo>
                    <a:pt x="18577" y="3779"/>
                    <a:pt x="18615" y="3712"/>
                    <a:pt x="18620" y="3712"/>
                  </a:cubicBezTo>
                  <a:lnTo>
                    <a:pt x="18620" y="3712"/>
                  </a:lnTo>
                  <a:cubicBezTo>
                    <a:pt x="18621" y="3712"/>
                    <a:pt x="18620" y="3715"/>
                    <a:pt x="18618" y="3721"/>
                  </a:cubicBezTo>
                  <a:cubicBezTo>
                    <a:pt x="18608" y="3752"/>
                    <a:pt x="18737" y="3801"/>
                    <a:pt x="18822" y="3801"/>
                  </a:cubicBezTo>
                  <a:cubicBezTo>
                    <a:pt x="18838" y="3801"/>
                    <a:pt x="18853" y="3799"/>
                    <a:pt x="18865" y="3795"/>
                  </a:cubicBezTo>
                  <a:cubicBezTo>
                    <a:pt x="18939" y="3770"/>
                    <a:pt x="19037" y="3721"/>
                    <a:pt x="19049" y="3647"/>
                  </a:cubicBezTo>
                  <a:cubicBezTo>
                    <a:pt x="19062" y="3573"/>
                    <a:pt x="19222" y="3462"/>
                    <a:pt x="19234" y="3401"/>
                  </a:cubicBezTo>
                  <a:cubicBezTo>
                    <a:pt x="19259" y="3339"/>
                    <a:pt x="19247" y="3278"/>
                    <a:pt x="19197" y="3228"/>
                  </a:cubicBezTo>
                  <a:cubicBezTo>
                    <a:pt x="19185" y="3216"/>
                    <a:pt x="19166" y="3212"/>
                    <a:pt x="19141" y="3212"/>
                  </a:cubicBezTo>
                  <a:cubicBezTo>
                    <a:pt x="19092" y="3212"/>
                    <a:pt x="19021" y="3228"/>
                    <a:pt x="18939" y="3228"/>
                  </a:cubicBezTo>
                  <a:cubicBezTo>
                    <a:pt x="18815" y="3216"/>
                    <a:pt x="18705" y="3142"/>
                    <a:pt x="18631" y="3056"/>
                  </a:cubicBezTo>
                  <a:cubicBezTo>
                    <a:pt x="18594" y="3007"/>
                    <a:pt x="18544" y="2970"/>
                    <a:pt x="18495" y="2957"/>
                  </a:cubicBezTo>
                  <a:cubicBezTo>
                    <a:pt x="18452" y="2945"/>
                    <a:pt x="18378" y="2945"/>
                    <a:pt x="18321" y="2945"/>
                  </a:cubicBezTo>
                  <a:cubicBezTo>
                    <a:pt x="18264" y="2945"/>
                    <a:pt x="18224" y="2945"/>
                    <a:pt x="18249" y="2933"/>
                  </a:cubicBezTo>
                  <a:cubicBezTo>
                    <a:pt x="18265" y="2920"/>
                    <a:pt x="18292" y="2916"/>
                    <a:pt x="18324" y="2916"/>
                  </a:cubicBezTo>
                  <a:cubicBezTo>
                    <a:pt x="18388" y="2916"/>
                    <a:pt x="18470" y="2933"/>
                    <a:pt x="18520" y="2933"/>
                  </a:cubicBezTo>
                  <a:cubicBezTo>
                    <a:pt x="18581" y="2933"/>
                    <a:pt x="18532" y="2908"/>
                    <a:pt x="18594" y="2908"/>
                  </a:cubicBezTo>
                  <a:cubicBezTo>
                    <a:pt x="18626" y="2908"/>
                    <a:pt x="18642" y="2903"/>
                    <a:pt x="18655" y="2903"/>
                  </a:cubicBezTo>
                  <a:cubicBezTo>
                    <a:pt x="18671" y="2903"/>
                    <a:pt x="18683" y="2911"/>
                    <a:pt x="18717" y="2945"/>
                  </a:cubicBezTo>
                  <a:cubicBezTo>
                    <a:pt x="18815" y="3019"/>
                    <a:pt x="18914" y="3093"/>
                    <a:pt x="19025" y="3154"/>
                  </a:cubicBezTo>
                  <a:cubicBezTo>
                    <a:pt x="19057" y="3162"/>
                    <a:pt x="19103" y="3196"/>
                    <a:pt x="19156" y="3196"/>
                  </a:cubicBezTo>
                  <a:cubicBezTo>
                    <a:pt x="19185" y="3196"/>
                    <a:pt x="19216" y="3185"/>
                    <a:pt x="19247" y="3154"/>
                  </a:cubicBezTo>
                  <a:cubicBezTo>
                    <a:pt x="19321" y="3093"/>
                    <a:pt x="19382" y="3019"/>
                    <a:pt x="19431" y="2933"/>
                  </a:cubicBezTo>
                  <a:cubicBezTo>
                    <a:pt x="19444" y="2896"/>
                    <a:pt x="19518" y="2846"/>
                    <a:pt x="19493" y="2822"/>
                  </a:cubicBezTo>
                  <a:cubicBezTo>
                    <a:pt x="19481" y="2797"/>
                    <a:pt x="19370" y="2785"/>
                    <a:pt x="19345" y="2735"/>
                  </a:cubicBezTo>
                  <a:cubicBezTo>
                    <a:pt x="19333" y="2686"/>
                    <a:pt x="19358" y="2637"/>
                    <a:pt x="19407" y="2637"/>
                  </a:cubicBezTo>
                  <a:cubicBezTo>
                    <a:pt x="19424" y="2635"/>
                    <a:pt x="19441" y="2634"/>
                    <a:pt x="19459" y="2634"/>
                  </a:cubicBezTo>
                  <a:cubicBezTo>
                    <a:pt x="19543" y="2634"/>
                    <a:pt x="19633" y="2658"/>
                    <a:pt x="19715" y="2698"/>
                  </a:cubicBezTo>
                  <a:cubicBezTo>
                    <a:pt x="19758" y="2734"/>
                    <a:pt x="19784" y="2754"/>
                    <a:pt x="19811" y="2754"/>
                  </a:cubicBezTo>
                  <a:cubicBezTo>
                    <a:pt x="19830" y="2754"/>
                    <a:pt x="19849" y="2744"/>
                    <a:pt x="19875" y="2723"/>
                  </a:cubicBezTo>
                  <a:cubicBezTo>
                    <a:pt x="19912" y="2705"/>
                    <a:pt x="19918" y="2699"/>
                    <a:pt x="19918" y="2698"/>
                  </a:cubicBezTo>
                  <a:lnTo>
                    <a:pt x="19918" y="2698"/>
                  </a:lnTo>
                  <a:cubicBezTo>
                    <a:pt x="19918" y="2699"/>
                    <a:pt x="19912" y="2705"/>
                    <a:pt x="19924" y="2711"/>
                  </a:cubicBezTo>
                  <a:cubicBezTo>
                    <a:pt x="19930" y="2722"/>
                    <a:pt x="19948" y="2728"/>
                    <a:pt x="19965" y="2728"/>
                  </a:cubicBezTo>
                  <a:cubicBezTo>
                    <a:pt x="19986" y="2728"/>
                    <a:pt x="20005" y="2719"/>
                    <a:pt x="19998" y="2698"/>
                  </a:cubicBezTo>
                  <a:cubicBezTo>
                    <a:pt x="19998" y="2649"/>
                    <a:pt x="19998" y="2625"/>
                    <a:pt x="19924" y="2563"/>
                  </a:cubicBezTo>
                  <a:cubicBezTo>
                    <a:pt x="19863" y="2526"/>
                    <a:pt x="19801" y="2489"/>
                    <a:pt x="19715" y="2477"/>
                  </a:cubicBezTo>
                  <a:cubicBezTo>
                    <a:pt x="19690" y="2477"/>
                    <a:pt x="19764" y="2440"/>
                    <a:pt x="19789" y="2427"/>
                  </a:cubicBezTo>
                  <a:cubicBezTo>
                    <a:pt x="19791" y="2426"/>
                    <a:pt x="19795" y="2425"/>
                    <a:pt x="19799" y="2425"/>
                  </a:cubicBezTo>
                  <a:cubicBezTo>
                    <a:pt x="19831" y="2425"/>
                    <a:pt x="19904" y="2468"/>
                    <a:pt x="19937" y="2501"/>
                  </a:cubicBezTo>
                  <a:cubicBezTo>
                    <a:pt x="19974" y="2538"/>
                    <a:pt x="20023" y="2501"/>
                    <a:pt x="20023" y="2551"/>
                  </a:cubicBezTo>
                  <a:cubicBezTo>
                    <a:pt x="20023" y="2612"/>
                    <a:pt x="20060" y="2637"/>
                    <a:pt x="20109" y="2674"/>
                  </a:cubicBezTo>
                  <a:cubicBezTo>
                    <a:pt x="20158" y="2703"/>
                    <a:pt x="20221" y="2763"/>
                    <a:pt x="20228" y="2763"/>
                  </a:cubicBezTo>
                  <a:cubicBezTo>
                    <a:pt x="20230" y="2763"/>
                    <a:pt x="20228" y="2758"/>
                    <a:pt x="20220" y="2748"/>
                  </a:cubicBezTo>
                  <a:cubicBezTo>
                    <a:pt x="20195" y="2686"/>
                    <a:pt x="20171" y="2711"/>
                    <a:pt x="20245" y="2649"/>
                  </a:cubicBezTo>
                  <a:cubicBezTo>
                    <a:pt x="20306" y="2588"/>
                    <a:pt x="20429" y="2526"/>
                    <a:pt x="20466" y="2464"/>
                  </a:cubicBezTo>
                  <a:cubicBezTo>
                    <a:pt x="20491" y="2403"/>
                    <a:pt x="20540" y="2378"/>
                    <a:pt x="20590" y="2317"/>
                  </a:cubicBezTo>
                  <a:cubicBezTo>
                    <a:pt x="20627" y="2243"/>
                    <a:pt x="20614" y="2144"/>
                    <a:pt x="20577" y="2119"/>
                  </a:cubicBezTo>
                  <a:cubicBezTo>
                    <a:pt x="20503" y="2082"/>
                    <a:pt x="20454" y="2021"/>
                    <a:pt x="20417" y="1947"/>
                  </a:cubicBezTo>
                  <a:cubicBezTo>
                    <a:pt x="20417" y="1873"/>
                    <a:pt x="20393" y="1824"/>
                    <a:pt x="20343" y="1774"/>
                  </a:cubicBezTo>
                  <a:cubicBezTo>
                    <a:pt x="20306" y="1713"/>
                    <a:pt x="20282" y="1700"/>
                    <a:pt x="20331" y="1700"/>
                  </a:cubicBezTo>
                  <a:cubicBezTo>
                    <a:pt x="20393" y="1700"/>
                    <a:pt x="20614" y="1676"/>
                    <a:pt x="20614" y="1627"/>
                  </a:cubicBezTo>
                  <a:cubicBezTo>
                    <a:pt x="20627" y="1577"/>
                    <a:pt x="20651" y="1577"/>
                    <a:pt x="20553" y="1540"/>
                  </a:cubicBezTo>
                  <a:cubicBezTo>
                    <a:pt x="20466" y="1503"/>
                    <a:pt x="20454" y="1503"/>
                    <a:pt x="20528" y="1454"/>
                  </a:cubicBezTo>
                  <a:cubicBezTo>
                    <a:pt x="20590" y="1405"/>
                    <a:pt x="20651" y="1405"/>
                    <a:pt x="20602" y="1380"/>
                  </a:cubicBezTo>
                  <a:cubicBezTo>
                    <a:pt x="20553" y="1355"/>
                    <a:pt x="20491" y="1343"/>
                    <a:pt x="20442" y="1343"/>
                  </a:cubicBezTo>
                  <a:cubicBezTo>
                    <a:pt x="20368" y="1343"/>
                    <a:pt x="20356" y="1245"/>
                    <a:pt x="20282" y="1220"/>
                  </a:cubicBezTo>
                  <a:cubicBezTo>
                    <a:pt x="20208" y="1208"/>
                    <a:pt x="20134" y="1183"/>
                    <a:pt x="20208" y="1158"/>
                  </a:cubicBezTo>
                  <a:cubicBezTo>
                    <a:pt x="20282" y="1134"/>
                    <a:pt x="20405" y="1121"/>
                    <a:pt x="20282" y="1121"/>
                  </a:cubicBezTo>
                  <a:cubicBezTo>
                    <a:pt x="20171" y="1121"/>
                    <a:pt x="20060" y="1097"/>
                    <a:pt x="19961" y="1072"/>
                  </a:cubicBezTo>
                  <a:cubicBezTo>
                    <a:pt x="19918" y="1058"/>
                    <a:pt x="19870" y="1052"/>
                    <a:pt x="19824" y="1052"/>
                  </a:cubicBezTo>
                  <a:cubicBezTo>
                    <a:pt x="19791" y="1052"/>
                    <a:pt x="19758" y="1055"/>
                    <a:pt x="19727" y="1060"/>
                  </a:cubicBezTo>
                  <a:cubicBezTo>
                    <a:pt x="19703" y="1060"/>
                    <a:pt x="19678" y="1023"/>
                    <a:pt x="19641" y="1023"/>
                  </a:cubicBezTo>
                  <a:cubicBezTo>
                    <a:pt x="19592" y="1035"/>
                    <a:pt x="19653" y="1023"/>
                    <a:pt x="19666" y="1084"/>
                  </a:cubicBezTo>
                  <a:cubicBezTo>
                    <a:pt x="19666" y="1134"/>
                    <a:pt x="19616" y="1195"/>
                    <a:pt x="19629" y="1257"/>
                  </a:cubicBezTo>
                  <a:cubicBezTo>
                    <a:pt x="19641" y="1306"/>
                    <a:pt x="19690" y="1306"/>
                    <a:pt x="19764" y="1380"/>
                  </a:cubicBezTo>
                  <a:cubicBezTo>
                    <a:pt x="19850" y="1454"/>
                    <a:pt x="19863" y="1454"/>
                    <a:pt x="19826" y="1466"/>
                  </a:cubicBezTo>
                  <a:cubicBezTo>
                    <a:pt x="19776" y="1466"/>
                    <a:pt x="19690" y="1503"/>
                    <a:pt x="19727" y="1503"/>
                  </a:cubicBezTo>
                  <a:cubicBezTo>
                    <a:pt x="19764" y="1516"/>
                    <a:pt x="19850" y="1553"/>
                    <a:pt x="19764" y="1565"/>
                  </a:cubicBezTo>
                  <a:cubicBezTo>
                    <a:pt x="19678" y="1565"/>
                    <a:pt x="19641" y="1565"/>
                    <a:pt x="19604" y="1663"/>
                  </a:cubicBezTo>
                  <a:cubicBezTo>
                    <a:pt x="19592" y="1774"/>
                    <a:pt x="19555" y="1885"/>
                    <a:pt x="19505" y="1996"/>
                  </a:cubicBezTo>
                  <a:cubicBezTo>
                    <a:pt x="19456" y="2045"/>
                    <a:pt x="19431" y="2119"/>
                    <a:pt x="19419" y="2193"/>
                  </a:cubicBezTo>
                  <a:cubicBezTo>
                    <a:pt x="19419" y="2255"/>
                    <a:pt x="19407" y="2206"/>
                    <a:pt x="19333" y="2255"/>
                  </a:cubicBezTo>
                  <a:cubicBezTo>
                    <a:pt x="19268" y="2298"/>
                    <a:pt x="19241" y="2370"/>
                    <a:pt x="19219" y="2370"/>
                  </a:cubicBezTo>
                  <a:cubicBezTo>
                    <a:pt x="19216" y="2370"/>
                    <a:pt x="19213" y="2369"/>
                    <a:pt x="19210" y="2366"/>
                  </a:cubicBezTo>
                  <a:cubicBezTo>
                    <a:pt x="19185" y="2341"/>
                    <a:pt x="19185" y="2267"/>
                    <a:pt x="19136" y="2193"/>
                  </a:cubicBezTo>
                  <a:cubicBezTo>
                    <a:pt x="19074" y="2119"/>
                    <a:pt x="18963" y="2058"/>
                    <a:pt x="18963" y="1972"/>
                  </a:cubicBezTo>
                  <a:cubicBezTo>
                    <a:pt x="18963" y="1885"/>
                    <a:pt x="18976" y="1774"/>
                    <a:pt x="19013" y="1774"/>
                  </a:cubicBezTo>
                  <a:cubicBezTo>
                    <a:pt x="19031" y="1774"/>
                    <a:pt x="19059" y="1784"/>
                    <a:pt x="19079" y="1784"/>
                  </a:cubicBezTo>
                  <a:cubicBezTo>
                    <a:pt x="19099" y="1784"/>
                    <a:pt x="19111" y="1774"/>
                    <a:pt x="19099" y="1737"/>
                  </a:cubicBezTo>
                  <a:cubicBezTo>
                    <a:pt x="19086" y="1663"/>
                    <a:pt x="19086" y="1614"/>
                    <a:pt x="19062" y="1565"/>
                  </a:cubicBezTo>
                  <a:cubicBezTo>
                    <a:pt x="19000" y="1479"/>
                    <a:pt x="18914" y="1392"/>
                    <a:pt x="18815" y="1331"/>
                  </a:cubicBezTo>
                  <a:cubicBezTo>
                    <a:pt x="18807" y="1329"/>
                    <a:pt x="18800" y="1328"/>
                    <a:pt x="18792" y="1328"/>
                  </a:cubicBezTo>
                  <a:cubicBezTo>
                    <a:pt x="18741" y="1328"/>
                    <a:pt x="18700" y="1363"/>
                    <a:pt x="18668" y="1417"/>
                  </a:cubicBezTo>
                  <a:cubicBezTo>
                    <a:pt x="18631" y="1466"/>
                    <a:pt x="18655" y="1663"/>
                    <a:pt x="18618" y="1688"/>
                  </a:cubicBezTo>
                  <a:cubicBezTo>
                    <a:pt x="18608" y="1704"/>
                    <a:pt x="18580" y="1710"/>
                    <a:pt x="18551" y="1710"/>
                  </a:cubicBezTo>
                  <a:cubicBezTo>
                    <a:pt x="18510" y="1710"/>
                    <a:pt x="18465" y="1697"/>
                    <a:pt x="18458" y="1676"/>
                  </a:cubicBezTo>
                  <a:cubicBezTo>
                    <a:pt x="18446" y="1577"/>
                    <a:pt x="18421" y="1479"/>
                    <a:pt x="18384" y="1392"/>
                  </a:cubicBezTo>
                  <a:cubicBezTo>
                    <a:pt x="18347" y="1355"/>
                    <a:pt x="18286" y="1318"/>
                    <a:pt x="18323" y="1306"/>
                  </a:cubicBezTo>
                  <a:cubicBezTo>
                    <a:pt x="18335" y="1300"/>
                    <a:pt x="18347" y="1297"/>
                    <a:pt x="18360" y="1297"/>
                  </a:cubicBezTo>
                  <a:cubicBezTo>
                    <a:pt x="18372" y="1297"/>
                    <a:pt x="18384" y="1300"/>
                    <a:pt x="18396" y="1306"/>
                  </a:cubicBezTo>
                  <a:cubicBezTo>
                    <a:pt x="18416" y="1306"/>
                    <a:pt x="18428" y="1338"/>
                    <a:pt x="18451" y="1338"/>
                  </a:cubicBezTo>
                  <a:cubicBezTo>
                    <a:pt x="18457" y="1338"/>
                    <a:pt x="18463" y="1336"/>
                    <a:pt x="18470" y="1331"/>
                  </a:cubicBezTo>
                  <a:cubicBezTo>
                    <a:pt x="18495" y="1306"/>
                    <a:pt x="18532" y="1306"/>
                    <a:pt x="18495" y="1269"/>
                  </a:cubicBezTo>
                  <a:cubicBezTo>
                    <a:pt x="18463" y="1226"/>
                    <a:pt x="18477" y="1193"/>
                    <a:pt x="18457" y="1193"/>
                  </a:cubicBezTo>
                  <a:cubicBezTo>
                    <a:pt x="18454" y="1193"/>
                    <a:pt x="18451" y="1194"/>
                    <a:pt x="18446" y="1195"/>
                  </a:cubicBezTo>
                  <a:cubicBezTo>
                    <a:pt x="18416" y="1195"/>
                    <a:pt x="18402" y="1243"/>
                    <a:pt x="18379" y="1243"/>
                  </a:cubicBezTo>
                  <a:cubicBezTo>
                    <a:pt x="18373" y="1243"/>
                    <a:pt x="18367" y="1240"/>
                    <a:pt x="18360" y="1232"/>
                  </a:cubicBezTo>
                  <a:cubicBezTo>
                    <a:pt x="18337" y="1199"/>
                    <a:pt x="18296" y="1156"/>
                    <a:pt x="18261" y="1156"/>
                  </a:cubicBezTo>
                  <a:cubicBezTo>
                    <a:pt x="18257" y="1156"/>
                    <a:pt x="18253" y="1157"/>
                    <a:pt x="18249" y="1158"/>
                  </a:cubicBezTo>
                  <a:cubicBezTo>
                    <a:pt x="18223" y="1167"/>
                    <a:pt x="18204" y="1187"/>
                    <a:pt x="18178" y="1187"/>
                  </a:cubicBezTo>
                  <a:cubicBezTo>
                    <a:pt x="18166" y="1187"/>
                    <a:pt x="18153" y="1182"/>
                    <a:pt x="18138" y="1171"/>
                  </a:cubicBezTo>
                  <a:cubicBezTo>
                    <a:pt x="18088" y="1134"/>
                    <a:pt x="18064" y="1109"/>
                    <a:pt x="18027" y="1109"/>
                  </a:cubicBezTo>
                  <a:cubicBezTo>
                    <a:pt x="18025" y="1110"/>
                    <a:pt x="18023" y="1110"/>
                    <a:pt x="18022" y="1110"/>
                  </a:cubicBezTo>
                  <a:cubicBezTo>
                    <a:pt x="17997" y="1110"/>
                    <a:pt x="18063" y="1010"/>
                    <a:pt x="18051" y="998"/>
                  </a:cubicBezTo>
                  <a:cubicBezTo>
                    <a:pt x="18027" y="998"/>
                    <a:pt x="18064" y="998"/>
                    <a:pt x="18088" y="986"/>
                  </a:cubicBezTo>
                  <a:cubicBezTo>
                    <a:pt x="18113" y="961"/>
                    <a:pt x="18088" y="924"/>
                    <a:pt x="18113" y="900"/>
                  </a:cubicBezTo>
                  <a:cubicBezTo>
                    <a:pt x="18122" y="890"/>
                    <a:pt x="18133" y="888"/>
                    <a:pt x="18144" y="888"/>
                  </a:cubicBezTo>
                  <a:cubicBezTo>
                    <a:pt x="18155" y="888"/>
                    <a:pt x="18167" y="891"/>
                    <a:pt x="18175" y="891"/>
                  </a:cubicBezTo>
                  <a:cubicBezTo>
                    <a:pt x="18180" y="891"/>
                    <a:pt x="18184" y="890"/>
                    <a:pt x="18187" y="887"/>
                  </a:cubicBezTo>
                  <a:cubicBezTo>
                    <a:pt x="18212" y="863"/>
                    <a:pt x="18138" y="838"/>
                    <a:pt x="18113" y="801"/>
                  </a:cubicBezTo>
                  <a:cubicBezTo>
                    <a:pt x="18101" y="752"/>
                    <a:pt x="18088" y="715"/>
                    <a:pt x="18076" y="665"/>
                  </a:cubicBezTo>
                  <a:cubicBezTo>
                    <a:pt x="18064" y="641"/>
                    <a:pt x="18039" y="641"/>
                    <a:pt x="18002" y="616"/>
                  </a:cubicBezTo>
                  <a:cubicBezTo>
                    <a:pt x="17965" y="592"/>
                    <a:pt x="17953" y="542"/>
                    <a:pt x="17916" y="542"/>
                  </a:cubicBezTo>
                  <a:cubicBezTo>
                    <a:pt x="17879" y="542"/>
                    <a:pt x="17904" y="407"/>
                    <a:pt x="17879" y="345"/>
                  </a:cubicBezTo>
                  <a:cubicBezTo>
                    <a:pt x="17854" y="296"/>
                    <a:pt x="17817" y="247"/>
                    <a:pt x="17780" y="210"/>
                  </a:cubicBezTo>
                  <a:cubicBezTo>
                    <a:pt x="17743" y="160"/>
                    <a:pt x="17756" y="99"/>
                    <a:pt x="17670" y="86"/>
                  </a:cubicBezTo>
                  <a:cubicBezTo>
                    <a:pt x="17583" y="62"/>
                    <a:pt x="17509" y="86"/>
                    <a:pt x="17497" y="49"/>
                  </a:cubicBezTo>
                  <a:cubicBezTo>
                    <a:pt x="17485" y="12"/>
                    <a:pt x="17497" y="0"/>
                    <a:pt x="1746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1" name="Google Shape;8157;p67">
              <a:extLst>
                <a:ext uri="{FF2B5EF4-FFF2-40B4-BE49-F238E27FC236}">
                  <a16:creationId xmlns:a16="http://schemas.microsoft.com/office/drawing/2014/main" id="{2BAF869D-2527-91D2-6604-9ED60E63163A}"/>
                </a:ext>
              </a:extLst>
            </p:cNvPr>
            <p:cNvSpPr/>
            <p:nvPr/>
          </p:nvSpPr>
          <p:spPr>
            <a:xfrm>
              <a:off x="3071475" y="4890625"/>
              <a:ext cx="37600" cy="17125"/>
            </a:xfrm>
            <a:custGeom>
              <a:avLst/>
              <a:gdLst/>
              <a:ahLst/>
              <a:cxnLst/>
              <a:rect l="l" t="t" r="r" b="b"/>
              <a:pathLst>
                <a:path w="1504" h="685" extrusionOk="0">
                  <a:moveTo>
                    <a:pt x="371" y="0"/>
                  </a:moveTo>
                  <a:cubicBezTo>
                    <a:pt x="333" y="0"/>
                    <a:pt x="299" y="21"/>
                    <a:pt x="283" y="52"/>
                  </a:cubicBezTo>
                  <a:cubicBezTo>
                    <a:pt x="271" y="76"/>
                    <a:pt x="283" y="113"/>
                    <a:pt x="333" y="138"/>
                  </a:cubicBezTo>
                  <a:cubicBezTo>
                    <a:pt x="382" y="163"/>
                    <a:pt x="382" y="212"/>
                    <a:pt x="407" y="261"/>
                  </a:cubicBezTo>
                  <a:cubicBezTo>
                    <a:pt x="419" y="298"/>
                    <a:pt x="481" y="372"/>
                    <a:pt x="493" y="409"/>
                  </a:cubicBezTo>
                  <a:cubicBezTo>
                    <a:pt x="505" y="446"/>
                    <a:pt x="456" y="495"/>
                    <a:pt x="407" y="495"/>
                  </a:cubicBezTo>
                  <a:cubicBezTo>
                    <a:pt x="397" y="498"/>
                    <a:pt x="386" y="499"/>
                    <a:pt x="375" y="499"/>
                  </a:cubicBezTo>
                  <a:cubicBezTo>
                    <a:pt x="328" y="499"/>
                    <a:pt x="276" y="481"/>
                    <a:pt x="296" y="471"/>
                  </a:cubicBezTo>
                  <a:cubicBezTo>
                    <a:pt x="320" y="471"/>
                    <a:pt x="308" y="409"/>
                    <a:pt x="246" y="409"/>
                  </a:cubicBezTo>
                  <a:cubicBezTo>
                    <a:pt x="197" y="409"/>
                    <a:pt x="160" y="446"/>
                    <a:pt x="86" y="446"/>
                  </a:cubicBezTo>
                  <a:cubicBezTo>
                    <a:pt x="0" y="446"/>
                    <a:pt x="49" y="520"/>
                    <a:pt x="49" y="520"/>
                  </a:cubicBezTo>
                  <a:cubicBezTo>
                    <a:pt x="49" y="520"/>
                    <a:pt x="101" y="563"/>
                    <a:pt x="139" y="563"/>
                  </a:cubicBezTo>
                  <a:cubicBezTo>
                    <a:pt x="147" y="563"/>
                    <a:pt x="154" y="561"/>
                    <a:pt x="160" y="557"/>
                  </a:cubicBezTo>
                  <a:cubicBezTo>
                    <a:pt x="166" y="553"/>
                    <a:pt x="177" y="552"/>
                    <a:pt x="194" y="552"/>
                  </a:cubicBezTo>
                  <a:cubicBezTo>
                    <a:pt x="257" y="552"/>
                    <a:pt x="391" y="574"/>
                    <a:pt x="502" y="574"/>
                  </a:cubicBezTo>
                  <a:cubicBezTo>
                    <a:pt x="551" y="574"/>
                    <a:pt x="596" y="570"/>
                    <a:pt x="628" y="557"/>
                  </a:cubicBezTo>
                  <a:lnTo>
                    <a:pt x="653" y="557"/>
                  </a:lnTo>
                  <a:cubicBezTo>
                    <a:pt x="678" y="569"/>
                    <a:pt x="678" y="655"/>
                    <a:pt x="715" y="680"/>
                  </a:cubicBezTo>
                  <a:cubicBezTo>
                    <a:pt x="718" y="683"/>
                    <a:pt x="721" y="685"/>
                    <a:pt x="725" y="685"/>
                  </a:cubicBezTo>
                  <a:cubicBezTo>
                    <a:pt x="749" y="685"/>
                    <a:pt x="778" y="619"/>
                    <a:pt x="789" y="545"/>
                  </a:cubicBezTo>
                  <a:cubicBezTo>
                    <a:pt x="798" y="489"/>
                    <a:pt x="890" y="482"/>
                    <a:pt x="951" y="482"/>
                  </a:cubicBezTo>
                  <a:cubicBezTo>
                    <a:pt x="972" y="482"/>
                    <a:pt x="989" y="483"/>
                    <a:pt x="998" y="483"/>
                  </a:cubicBezTo>
                  <a:cubicBezTo>
                    <a:pt x="1047" y="483"/>
                    <a:pt x="1097" y="508"/>
                    <a:pt x="1158" y="520"/>
                  </a:cubicBezTo>
                  <a:cubicBezTo>
                    <a:pt x="1195" y="520"/>
                    <a:pt x="1228" y="507"/>
                    <a:pt x="1261" y="507"/>
                  </a:cubicBezTo>
                  <a:cubicBezTo>
                    <a:pt x="1283" y="507"/>
                    <a:pt x="1306" y="512"/>
                    <a:pt x="1331" y="532"/>
                  </a:cubicBezTo>
                  <a:cubicBezTo>
                    <a:pt x="1348" y="546"/>
                    <a:pt x="1360" y="552"/>
                    <a:pt x="1369" y="552"/>
                  </a:cubicBezTo>
                  <a:cubicBezTo>
                    <a:pt x="1391" y="552"/>
                    <a:pt x="1398" y="515"/>
                    <a:pt x="1442" y="471"/>
                  </a:cubicBezTo>
                  <a:cubicBezTo>
                    <a:pt x="1503" y="409"/>
                    <a:pt x="1392" y="360"/>
                    <a:pt x="1306" y="347"/>
                  </a:cubicBezTo>
                  <a:cubicBezTo>
                    <a:pt x="1208" y="323"/>
                    <a:pt x="1121" y="212"/>
                    <a:pt x="1035" y="138"/>
                  </a:cubicBezTo>
                  <a:cubicBezTo>
                    <a:pt x="961" y="76"/>
                    <a:pt x="863" y="27"/>
                    <a:pt x="764" y="27"/>
                  </a:cubicBezTo>
                  <a:cubicBezTo>
                    <a:pt x="721" y="27"/>
                    <a:pt x="690" y="24"/>
                    <a:pt x="673" y="24"/>
                  </a:cubicBezTo>
                  <a:cubicBezTo>
                    <a:pt x="656" y="24"/>
                    <a:pt x="653" y="27"/>
                    <a:pt x="665" y="39"/>
                  </a:cubicBezTo>
                  <a:cubicBezTo>
                    <a:pt x="690" y="64"/>
                    <a:pt x="715" y="89"/>
                    <a:pt x="678" y="113"/>
                  </a:cubicBezTo>
                  <a:lnTo>
                    <a:pt x="628" y="113"/>
                  </a:lnTo>
                  <a:cubicBezTo>
                    <a:pt x="567" y="89"/>
                    <a:pt x="493" y="64"/>
                    <a:pt x="444" y="27"/>
                  </a:cubicBezTo>
                  <a:cubicBezTo>
                    <a:pt x="420" y="8"/>
                    <a:pt x="395" y="0"/>
                    <a:pt x="3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2" name="Google Shape;8158;p67">
              <a:extLst>
                <a:ext uri="{FF2B5EF4-FFF2-40B4-BE49-F238E27FC236}">
                  <a16:creationId xmlns:a16="http://schemas.microsoft.com/office/drawing/2014/main" id="{EF88307F-93AC-C762-98A7-2F72DCE2E539}"/>
                </a:ext>
              </a:extLst>
            </p:cNvPr>
            <p:cNvSpPr/>
            <p:nvPr/>
          </p:nvSpPr>
          <p:spPr>
            <a:xfrm>
              <a:off x="4240150" y="5092650"/>
              <a:ext cx="23000" cy="13675"/>
            </a:xfrm>
            <a:custGeom>
              <a:avLst/>
              <a:gdLst/>
              <a:ahLst/>
              <a:cxnLst/>
              <a:rect l="l" t="t" r="r" b="b"/>
              <a:pathLst>
                <a:path w="920" h="547" extrusionOk="0">
                  <a:moveTo>
                    <a:pt x="808" y="1"/>
                  </a:moveTo>
                  <a:cubicBezTo>
                    <a:pt x="796" y="1"/>
                    <a:pt x="786" y="2"/>
                    <a:pt x="777" y="4"/>
                  </a:cubicBezTo>
                  <a:cubicBezTo>
                    <a:pt x="690" y="17"/>
                    <a:pt x="616" y="17"/>
                    <a:pt x="542" y="17"/>
                  </a:cubicBezTo>
                  <a:cubicBezTo>
                    <a:pt x="469" y="29"/>
                    <a:pt x="407" y="66"/>
                    <a:pt x="370" y="127"/>
                  </a:cubicBezTo>
                  <a:lnTo>
                    <a:pt x="345" y="152"/>
                  </a:lnTo>
                  <a:cubicBezTo>
                    <a:pt x="308" y="177"/>
                    <a:pt x="271" y="201"/>
                    <a:pt x="234" y="226"/>
                  </a:cubicBezTo>
                  <a:cubicBezTo>
                    <a:pt x="197" y="263"/>
                    <a:pt x="50" y="325"/>
                    <a:pt x="37" y="374"/>
                  </a:cubicBezTo>
                  <a:cubicBezTo>
                    <a:pt x="13" y="411"/>
                    <a:pt x="0" y="546"/>
                    <a:pt x="37" y="546"/>
                  </a:cubicBezTo>
                  <a:cubicBezTo>
                    <a:pt x="87" y="534"/>
                    <a:pt x="160" y="509"/>
                    <a:pt x="197" y="509"/>
                  </a:cubicBezTo>
                  <a:cubicBezTo>
                    <a:pt x="234" y="509"/>
                    <a:pt x="321" y="362"/>
                    <a:pt x="382" y="325"/>
                  </a:cubicBezTo>
                  <a:cubicBezTo>
                    <a:pt x="395" y="312"/>
                    <a:pt x="407" y="300"/>
                    <a:pt x="419" y="288"/>
                  </a:cubicBezTo>
                  <a:cubicBezTo>
                    <a:pt x="505" y="238"/>
                    <a:pt x="653" y="164"/>
                    <a:pt x="715" y="152"/>
                  </a:cubicBezTo>
                  <a:cubicBezTo>
                    <a:pt x="777" y="115"/>
                    <a:pt x="838" y="78"/>
                    <a:pt x="900" y="41"/>
                  </a:cubicBezTo>
                  <a:cubicBezTo>
                    <a:pt x="920" y="21"/>
                    <a:pt x="858" y="1"/>
                    <a:pt x="80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3" name="Google Shape;8159;p67">
              <a:extLst>
                <a:ext uri="{FF2B5EF4-FFF2-40B4-BE49-F238E27FC236}">
                  <a16:creationId xmlns:a16="http://schemas.microsoft.com/office/drawing/2014/main" id="{D938077F-F0FC-A67D-177A-2D19FC3479EB}"/>
                </a:ext>
              </a:extLst>
            </p:cNvPr>
            <p:cNvSpPr/>
            <p:nvPr/>
          </p:nvSpPr>
          <p:spPr>
            <a:xfrm>
              <a:off x="4289750" y="5044975"/>
              <a:ext cx="113975" cy="64475"/>
            </a:xfrm>
            <a:custGeom>
              <a:avLst/>
              <a:gdLst/>
              <a:ahLst/>
              <a:cxnLst/>
              <a:rect l="l" t="t" r="r" b="b"/>
              <a:pathLst>
                <a:path w="4559" h="2579" extrusionOk="0">
                  <a:moveTo>
                    <a:pt x="1425" y="0"/>
                  </a:moveTo>
                  <a:cubicBezTo>
                    <a:pt x="1360" y="0"/>
                    <a:pt x="1317" y="65"/>
                    <a:pt x="1306" y="88"/>
                  </a:cubicBezTo>
                  <a:cubicBezTo>
                    <a:pt x="1294" y="125"/>
                    <a:pt x="1318" y="174"/>
                    <a:pt x="1269" y="186"/>
                  </a:cubicBezTo>
                  <a:cubicBezTo>
                    <a:pt x="1220" y="186"/>
                    <a:pt x="1134" y="186"/>
                    <a:pt x="1097" y="223"/>
                  </a:cubicBezTo>
                  <a:cubicBezTo>
                    <a:pt x="1060" y="271"/>
                    <a:pt x="954" y="532"/>
                    <a:pt x="845" y="532"/>
                  </a:cubicBezTo>
                  <a:cubicBezTo>
                    <a:pt x="843" y="532"/>
                    <a:pt x="840" y="532"/>
                    <a:pt x="838" y="531"/>
                  </a:cubicBezTo>
                  <a:cubicBezTo>
                    <a:pt x="776" y="531"/>
                    <a:pt x="702" y="519"/>
                    <a:pt x="690" y="470"/>
                  </a:cubicBezTo>
                  <a:cubicBezTo>
                    <a:pt x="690" y="408"/>
                    <a:pt x="665" y="346"/>
                    <a:pt x="616" y="297"/>
                  </a:cubicBezTo>
                  <a:cubicBezTo>
                    <a:pt x="586" y="257"/>
                    <a:pt x="572" y="201"/>
                    <a:pt x="555" y="201"/>
                  </a:cubicBezTo>
                  <a:cubicBezTo>
                    <a:pt x="551" y="201"/>
                    <a:pt x="547" y="204"/>
                    <a:pt x="542" y="211"/>
                  </a:cubicBezTo>
                  <a:cubicBezTo>
                    <a:pt x="520" y="245"/>
                    <a:pt x="487" y="299"/>
                    <a:pt x="453" y="299"/>
                  </a:cubicBezTo>
                  <a:cubicBezTo>
                    <a:pt x="450" y="299"/>
                    <a:pt x="447" y="298"/>
                    <a:pt x="444" y="297"/>
                  </a:cubicBezTo>
                  <a:cubicBezTo>
                    <a:pt x="422" y="287"/>
                    <a:pt x="365" y="258"/>
                    <a:pt x="333" y="258"/>
                  </a:cubicBezTo>
                  <a:cubicBezTo>
                    <a:pt x="328" y="258"/>
                    <a:pt x="324" y="258"/>
                    <a:pt x="320" y="260"/>
                  </a:cubicBezTo>
                  <a:cubicBezTo>
                    <a:pt x="283" y="285"/>
                    <a:pt x="222" y="371"/>
                    <a:pt x="160" y="371"/>
                  </a:cubicBezTo>
                  <a:cubicBezTo>
                    <a:pt x="107" y="371"/>
                    <a:pt x="82" y="344"/>
                    <a:pt x="68" y="344"/>
                  </a:cubicBezTo>
                  <a:cubicBezTo>
                    <a:pt x="65" y="344"/>
                    <a:pt x="63" y="345"/>
                    <a:pt x="62" y="346"/>
                  </a:cubicBezTo>
                  <a:cubicBezTo>
                    <a:pt x="49" y="371"/>
                    <a:pt x="0" y="408"/>
                    <a:pt x="62" y="408"/>
                  </a:cubicBezTo>
                  <a:cubicBezTo>
                    <a:pt x="123" y="420"/>
                    <a:pt x="173" y="457"/>
                    <a:pt x="197" y="519"/>
                  </a:cubicBezTo>
                  <a:cubicBezTo>
                    <a:pt x="210" y="556"/>
                    <a:pt x="185" y="654"/>
                    <a:pt x="222" y="679"/>
                  </a:cubicBezTo>
                  <a:cubicBezTo>
                    <a:pt x="271" y="716"/>
                    <a:pt x="320" y="741"/>
                    <a:pt x="370" y="765"/>
                  </a:cubicBezTo>
                  <a:cubicBezTo>
                    <a:pt x="394" y="765"/>
                    <a:pt x="357" y="753"/>
                    <a:pt x="357" y="704"/>
                  </a:cubicBezTo>
                  <a:cubicBezTo>
                    <a:pt x="357" y="642"/>
                    <a:pt x="370" y="581"/>
                    <a:pt x="394" y="531"/>
                  </a:cubicBezTo>
                  <a:cubicBezTo>
                    <a:pt x="424" y="482"/>
                    <a:pt x="468" y="418"/>
                    <a:pt x="473" y="418"/>
                  </a:cubicBezTo>
                  <a:lnTo>
                    <a:pt x="473" y="418"/>
                  </a:lnTo>
                  <a:cubicBezTo>
                    <a:pt x="475" y="418"/>
                    <a:pt x="473" y="422"/>
                    <a:pt x="468" y="433"/>
                  </a:cubicBezTo>
                  <a:cubicBezTo>
                    <a:pt x="444" y="470"/>
                    <a:pt x="382" y="544"/>
                    <a:pt x="431" y="593"/>
                  </a:cubicBezTo>
                  <a:cubicBezTo>
                    <a:pt x="485" y="636"/>
                    <a:pt x="597" y="708"/>
                    <a:pt x="656" y="708"/>
                  </a:cubicBezTo>
                  <a:cubicBezTo>
                    <a:pt x="665" y="708"/>
                    <a:pt x="672" y="707"/>
                    <a:pt x="678" y="704"/>
                  </a:cubicBezTo>
                  <a:cubicBezTo>
                    <a:pt x="698" y="694"/>
                    <a:pt x="712" y="679"/>
                    <a:pt x="720" y="670"/>
                  </a:cubicBezTo>
                  <a:lnTo>
                    <a:pt x="720" y="670"/>
                  </a:lnTo>
                  <a:cubicBezTo>
                    <a:pt x="718" y="672"/>
                    <a:pt x="717" y="675"/>
                    <a:pt x="715" y="679"/>
                  </a:cubicBezTo>
                  <a:cubicBezTo>
                    <a:pt x="702" y="728"/>
                    <a:pt x="678" y="741"/>
                    <a:pt x="752" y="778"/>
                  </a:cubicBezTo>
                  <a:cubicBezTo>
                    <a:pt x="826" y="815"/>
                    <a:pt x="936" y="802"/>
                    <a:pt x="1072" y="901"/>
                  </a:cubicBezTo>
                  <a:cubicBezTo>
                    <a:pt x="1195" y="999"/>
                    <a:pt x="1405" y="1061"/>
                    <a:pt x="1466" y="1123"/>
                  </a:cubicBezTo>
                  <a:cubicBezTo>
                    <a:pt x="1540" y="1197"/>
                    <a:pt x="1528" y="1160"/>
                    <a:pt x="1553" y="1234"/>
                  </a:cubicBezTo>
                  <a:cubicBezTo>
                    <a:pt x="1565" y="1307"/>
                    <a:pt x="1589" y="1357"/>
                    <a:pt x="1626" y="1406"/>
                  </a:cubicBezTo>
                  <a:cubicBezTo>
                    <a:pt x="1676" y="1455"/>
                    <a:pt x="1799" y="1492"/>
                    <a:pt x="1737" y="1505"/>
                  </a:cubicBezTo>
                  <a:cubicBezTo>
                    <a:pt x="1663" y="1517"/>
                    <a:pt x="1614" y="1554"/>
                    <a:pt x="1676" y="1554"/>
                  </a:cubicBezTo>
                  <a:cubicBezTo>
                    <a:pt x="1737" y="1554"/>
                    <a:pt x="1762" y="1579"/>
                    <a:pt x="1725" y="1579"/>
                  </a:cubicBezTo>
                  <a:cubicBezTo>
                    <a:pt x="1676" y="1579"/>
                    <a:pt x="1688" y="1640"/>
                    <a:pt x="1663" y="1652"/>
                  </a:cubicBezTo>
                  <a:cubicBezTo>
                    <a:pt x="1639" y="1677"/>
                    <a:pt x="1602" y="1677"/>
                    <a:pt x="1577" y="1677"/>
                  </a:cubicBezTo>
                  <a:cubicBezTo>
                    <a:pt x="1528" y="1677"/>
                    <a:pt x="1540" y="1714"/>
                    <a:pt x="1491" y="1751"/>
                  </a:cubicBezTo>
                  <a:cubicBezTo>
                    <a:pt x="1442" y="1788"/>
                    <a:pt x="1368" y="1899"/>
                    <a:pt x="1417" y="1899"/>
                  </a:cubicBezTo>
                  <a:cubicBezTo>
                    <a:pt x="1439" y="1906"/>
                    <a:pt x="1517" y="1918"/>
                    <a:pt x="1576" y="1918"/>
                  </a:cubicBezTo>
                  <a:cubicBezTo>
                    <a:pt x="1615" y="1918"/>
                    <a:pt x="1646" y="1913"/>
                    <a:pt x="1651" y="1899"/>
                  </a:cubicBezTo>
                  <a:cubicBezTo>
                    <a:pt x="1663" y="1874"/>
                    <a:pt x="1676" y="1751"/>
                    <a:pt x="1676" y="1726"/>
                  </a:cubicBezTo>
                  <a:cubicBezTo>
                    <a:pt x="1676" y="1719"/>
                    <a:pt x="1704" y="1701"/>
                    <a:pt x="1720" y="1701"/>
                  </a:cubicBezTo>
                  <a:cubicBezTo>
                    <a:pt x="1730" y="1701"/>
                    <a:pt x="1734" y="1708"/>
                    <a:pt x="1725" y="1726"/>
                  </a:cubicBezTo>
                  <a:cubicBezTo>
                    <a:pt x="1700" y="1776"/>
                    <a:pt x="1663" y="1813"/>
                    <a:pt x="1700" y="1837"/>
                  </a:cubicBezTo>
                  <a:cubicBezTo>
                    <a:pt x="1728" y="1856"/>
                    <a:pt x="1810" y="1888"/>
                    <a:pt x="1865" y="1888"/>
                  </a:cubicBezTo>
                  <a:cubicBezTo>
                    <a:pt x="1884" y="1888"/>
                    <a:pt x="1900" y="1884"/>
                    <a:pt x="1910" y="1874"/>
                  </a:cubicBezTo>
                  <a:cubicBezTo>
                    <a:pt x="1938" y="1846"/>
                    <a:pt x="1945" y="1796"/>
                    <a:pt x="1952" y="1796"/>
                  </a:cubicBezTo>
                  <a:cubicBezTo>
                    <a:pt x="1954" y="1796"/>
                    <a:pt x="1956" y="1801"/>
                    <a:pt x="1959" y="1813"/>
                  </a:cubicBezTo>
                  <a:cubicBezTo>
                    <a:pt x="1959" y="1862"/>
                    <a:pt x="1885" y="1837"/>
                    <a:pt x="1984" y="1948"/>
                  </a:cubicBezTo>
                  <a:cubicBezTo>
                    <a:pt x="2045" y="2010"/>
                    <a:pt x="2107" y="2071"/>
                    <a:pt x="2181" y="2133"/>
                  </a:cubicBezTo>
                  <a:lnTo>
                    <a:pt x="2193" y="2133"/>
                  </a:lnTo>
                  <a:cubicBezTo>
                    <a:pt x="2279" y="2158"/>
                    <a:pt x="2378" y="2170"/>
                    <a:pt x="2477" y="2170"/>
                  </a:cubicBezTo>
                  <a:cubicBezTo>
                    <a:pt x="2575" y="2158"/>
                    <a:pt x="2674" y="2108"/>
                    <a:pt x="2748" y="2047"/>
                  </a:cubicBezTo>
                  <a:cubicBezTo>
                    <a:pt x="2772" y="2022"/>
                    <a:pt x="2686" y="2010"/>
                    <a:pt x="2624" y="1961"/>
                  </a:cubicBezTo>
                  <a:cubicBezTo>
                    <a:pt x="2581" y="1932"/>
                    <a:pt x="2546" y="1898"/>
                    <a:pt x="2562" y="1898"/>
                  </a:cubicBezTo>
                  <a:cubicBezTo>
                    <a:pt x="2573" y="1898"/>
                    <a:pt x="2610" y="1915"/>
                    <a:pt x="2686" y="1961"/>
                  </a:cubicBezTo>
                  <a:cubicBezTo>
                    <a:pt x="2730" y="1989"/>
                    <a:pt x="2758" y="1999"/>
                    <a:pt x="2775" y="1999"/>
                  </a:cubicBezTo>
                  <a:cubicBezTo>
                    <a:pt x="2825" y="1999"/>
                    <a:pt x="2782" y="1908"/>
                    <a:pt x="2772" y="1899"/>
                  </a:cubicBezTo>
                  <a:cubicBezTo>
                    <a:pt x="2762" y="1878"/>
                    <a:pt x="2742" y="1793"/>
                    <a:pt x="2752" y="1793"/>
                  </a:cubicBezTo>
                  <a:cubicBezTo>
                    <a:pt x="2754" y="1793"/>
                    <a:pt x="2757" y="1795"/>
                    <a:pt x="2760" y="1800"/>
                  </a:cubicBezTo>
                  <a:cubicBezTo>
                    <a:pt x="2788" y="1819"/>
                    <a:pt x="2831" y="1845"/>
                    <a:pt x="2855" y="1845"/>
                  </a:cubicBezTo>
                  <a:cubicBezTo>
                    <a:pt x="2863" y="1845"/>
                    <a:pt x="2868" y="1843"/>
                    <a:pt x="2871" y="1837"/>
                  </a:cubicBezTo>
                  <a:cubicBezTo>
                    <a:pt x="2871" y="1815"/>
                    <a:pt x="2842" y="1735"/>
                    <a:pt x="2861" y="1735"/>
                  </a:cubicBezTo>
                  <a:cubicBezTo>
                    <a:pt x="2864" y="1735"/>
                    <a:pt x="2867" y="1736"/>
                    <a:pt x="2871" y="1739"/>
                  </a:cubicBezTo>
                  <a:cubicBezTo>
                    <a:pt x="2882" y="1746"/>
                    <a:pt x="2895" y="1749"/>
                    <a:pt x="2909" y="1749"/>
                  </a:cubicBezTo>
                  <a:cubicBezTo>
                    <a:pt x="2942" y="1749"/>
                    <a:pt x="2980" y="1732"/>
                    <a:pt x="3006" y="1714"/>
                  </a:cubicBezTo>
                  <a:cubicBezTo>
                    <a:pt x="3013" y="1712"/>
                    <a:pt x="3018" y="1711"/>
                    <a:pt x="3022" y="1711"/>
                  </a:cubicBezTo>
                  <a:cubicBezTo>
                    <a:pt x="3046" y="1711"/>
                    <a:pt x="3060" y="1737"/>
                    <a:pt x="3142" y="1788"/>
                  </a:cubicBezTo>
                  <a:cubicBezTo>
                    <a:pt x="3210" y="1826"/>
                    <a:pt x="3273" y="1840"/>
                    <a:pt x="3315" y="1840"/>
                  </a:cubicBezTo>
                  <a:cubicBezTo>
                    <a:pt x="3341" y="1840"/>
                    <a:pt x="3359" y="1835"/>
                    <a:pt x="3364" y="1825"/>
                  </a:cubicBezTo>
                  <a:cubicBezTo>
                    <a:pt x="3364" y="1820"/>
                    <a:pt x="3364" y="1818"/>
                    <a:pt x="3364" y="1818"/>
                  </a:cubicBezTo>
                  <a:cubicBezTo>
                    <a:pt x="3365" y="1818"/>
                    <a:pt x="3371" y="1857"/>
                    <a:pt x="3401" y="1887"/>
                  </a:cubicBezTo>
                  <a:cubicBezTo>
                    <a:pt x="3450" y="1936"/>
                    <a:pt x="3487" y="1985"/>
                    <a:pt x="3524" y="2047"/>
                  </a:cubicBezTo>
                  <a:cubicBezTo>
                    <a:pt x="3561" y="2084"/>
                    <a:pt x="3586" y="2133"/>
                    <a:pt x="3610" y="2182"/>
                  </a:cubicBezTo>
                  <a:cubicBezTo>
                    <a:pt x="3647" y="2244"/>
                    <a:pt x="3758" y="2441"/>
                    <a:pt x="3844" y="2441"/>
                  </a:cubicBezTo>
                  <a:cubicBezTo>
                    <a:pt x="3869" y="2438"/>
                    <a:pt x="3894" y="2436"/>
                    <a:pt x="3920" y="2436"/>
                  </a:cubicBezTo>
                  <a:cubicBezTo>
                    <a:pt x="3998" y="2436"/>
                    <a:pt x="4078" y="2450"/>
                    <a:pt x="4152" y="2478"/>
                  </a:cubicBezTo>
                  <a:cubicBezTo>
                    <a:pt x="4253" y="2523"/>
                    <a:pt x="4334" y="2578"/>
                    <a:pt x="4385" y="2578"/>
                  </a:cubicBezTo>
                  <a:cubicBezTo>
                    <a:pt x="4390" y="2578"/>
                    <a:pt x="4394" y="2578"/>
                    <a:pt x="4399" y="2577"/>
                  </a:cubicBezTo>
                  <a:cubicBezTo>
                    <a:pt x="4448" y="2564"/>
                    <a:pt x="4423" y="2527"/>
                    <a:pt x="4460" y="2515"/>
                  </a:cubicBezTo>
                  <a:cubicBezTo>
                    <a:pt x="4485" y="2515"/>
                    <a:pt x="4559" y="2503"/>
                    <a:pt x="4510" y="2490"/>
                  </a:cubicBezTo>
                  <a:cubicBezTo>
                    <a:pt x="4460" y="2466"/>
                    <a:pt x="4288" y="2392"/>
                    <a:pt x="4276" y="2342"/>
                  </a:cubicBezTo>
                  <a:cubicBezTo>
                    <a:pt x="4276" y="2318"/>
                    <a:pt x="4316" y="2315"/>
                    <a:pt x="4345" y="2315"/>
                  </a:cubicBezTo>
                  <a:cubicBezTo>
                    <a:pt x="4355" y="2315"/>
                    <a:pt x="4363" y="2315"/>
                    <a:pt x="4369" y="2315"/>
                  </a:cubicBezTo>
                  <a:cubicBezTo>
                    <a:pt x="4380" y="2315"/>
                    <a:pt x="4378" y="2314"/>
                    <a:pt x="4349" y="2306"/>
                  </a:cubicBezTo>
                  <a:cubicBezTo>
                    <a:pt x="4313" y="2293"/>
                    <a:pt x="4263" y="2281"/>
                    <a:pt x="4226" y="2281"/>
                  </a:cubicBezTo>
                  <a:cubicBezTo>
                    <a:pt x="4165" y="2269"/>
                    <a:pt x="4128" y="2256"/>
                    <a:pt x="4128" y="2207"/>
                  </a:cubicBezTo>
                  <a:cubicBezTo>
                    <a:pt x="4128" y="2158"/>
                    <a:pt x="4140" y="2133"/>
                    <a:pt x="4078" y="2133"/>
                  </a:cubicBezTo>
                  <a:cubicBezTo>
                    <a:pt x="4017" y="2133"/>
                    <a:pt x="3918" y="2022"/>
                    <a:pt x="3918" y="1985"/>
                  </a:cubicBezTo>
                  <a:cubicBezTo>
                    <a:pt x="3918" y="1948"/>
                    <a:pt x="3943" y="1924"/>
                    <a:pt x="3894" y="1887"/>
                  </a:cubicBezTo>
                  <a:cubicBezTo>
                    <a:pt x="3795" y="1788"/>
                    <a:pt x="3709" y="1689"/>
                    <a:pt x="3635" y="1591"/>
                  </a:cubicBezTo>
                  <a:cubicBezTo>
                    <a:pt x="3573" y="1505"/>
                    <a:pt x="3512" y="1517"/>
                    <a:pt x="3573" y="1505"/>
                  </a:cubicBezTo>
                  <a:cubicBezTo>
                    <a:pt x="3581" y="1503"/>
                    <a:pt x="3592" y="1502"/>
                    <a:pt x="3605" y="1502"/>
                  </a:cubicBezTo>
                  <a:cubicBezTo>
                    <a:pt x="3640" y="1502"/>
                    <a:pt x="3689" y="1506"/>
                    <a:pt x="3733" y="1506"/>
                  </a:cubicBezTo>
                  <a:cubicBezTo>
                    <a:pt x="3805" y="1506"/>
                    <a:pt x="3865" y="1496"/>
                    <a:pt x="3832" y="1443"/>
                  </a:cubicBezTo>
                  <a:cubicBezTo>
                    <a:pt x="3758" y="1344"/>
                    <a:pt x="3795" y="1332"/>
                    <a:pt x="3746" y="1295"/>
                  </a:cubicBezTo>
                  <a:cubicBezTo>
                    <a:pt x="3731" y="1289"/>
                    <a:pt x="3720" y="1288"/>
                    <a:pt x="3711" y="1288"/>
                  </a:cubicBezTo>
                  <a:cubicBezTo>
                    <a:pt x="3697" y="1288"/>
                    <a:pt x="3688" y="1291"/>
                    <a:pt x="3676" y="1291"/>
                  </a:cubicBezTo>
                  <a:cubicBezTo>
                    <a:pt x="3661" y="1291"/>
                    <a:pt x="3642" y="1285"/>
                    <a:pt x="3610" y="1258"/>
                  </a:cubicBezTo>
                  <a:lnTo>
                    <a:pt x="3413" y="1110"/>
                  </a:lnTo>
                  <a:cubicBezTo>
                    <a:pt x="3351" y="1061"/>
                    <a:pt x="3327" y="950"/>
                    <a:pt x="3278" y="889"/>
                  </a:cubicBezTo>
                  <a:cubicBezTo>
                    <a:pt x="3216" y="815"/>
                    <a:pt x="3142" y="753"/>
                    <a:pt x="3068" y="704"/>
                  </a:cubicBezTo>
                  <a:cubicBezTo>
                    <a:pt x="3006" y="654"/>
                    <a:pt x="2945" y="679"/>
                    <a:pt x="2883" y="630"/>
                  </a:cubicBezTo>
                  <a:cubicBezTo>
                    <a:pt x="2822" y="581"/>
                    <a:pt x="2772" y="507"/>
                    <a:pt x="2735" y="507"/>
                  </a:cubicBezTo>
                  <a:cubicBezTo>
                    <a:pt x="2600" y="482"/>
                    <a:pt x="2477" y="433"/>
                    <a:pt x="2366" y="371"/>
                  </a:cubicBezTo>
                  <a:cubicBezTo>
                    <a:pt x="2316" y="346"/>
                    <a:pt x="2267" y="322"/>
                    <a:pt x="2206" y="309"/>
                  </a:cubicBezTo>
                  <a:cubicBezTo>
                    <a:pt x="2156" y="297"/>
                    <a:pt x="2107" y="285"/>
                    <a:pt x="2058" y="272"/>
                  </a:cubicBezTo>
                  <a:cubicBezTo>
                    <a:pt x="1971" y="260"/>
                    <a:pt x="1885" y="236"/>
                    <a:pt x="1811" y="199"/>
                  </a:cubicBezTo>
                  <a:cubicBezTo>
                    <a:pt x="1700" y="149"/>
                    <a:pt x="1503" y="14"/>
                    <a:pt x="1442" y="1"/>
                  </a:cubicBezTo>
                  <a:cubicBezTo>
                    <a:pt x="1436" y="0"/>
                    <a:pt x="1431" y="0"/>
                    <a:pt x="142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4" name="Google Shape;8160;p67">
              <a:extLst>
                <a:ext uri="{FF2B5EF4-FFF2-40B4-BE49-F238E27FC236}">
                  <a16:creationId xmlns:a16="http://schemas.microsoft.com/office/drawing/2014/main" id="{4205B4BF-6CDC-6E07-EF3F-80C1F62656F6}"/>
                </a:ext>
              </a:extLst>
            </p:cNvPr>
            <p:cNvSpPr/>
            <p:nvPr/>
          </p:nvSpPr>
          <p:spPr>
            <a:xfrm>
              <a:off x="4153575" y="4985025"/>
              <a:ext cx="61950" cy="77900"/>
            </a:xfrm>
            <a:custGeom>
              <a:avLst/>
              <a:gdLst/>
              <a:ahLst/>
              <a:cxnLst/>
              <a:rect l="l" t="t" r="r" b="b"/>
              <a:pathLst>
                <a:path w="2478" h="3116" extrusionOk="0">
                  <a:moveTo>
                    <a:pt x="1847" y="0"/>
                  </a:moveTo>
                  <a:cubicBezTo>
                    <a:pt x="1843" y="0"/>
                    <a:pt x="1836" y="6"/>
                    <a:pt x="1825" y="21"/>
                  </a:cubicBezTo>
                  <a:cubicBezTo>
                    <a:pt x="1775" y="71"/>
                    <a:pt x="1640" y="280"/>
                    <a:pt x="1615" y="317"/>
                  </a:cubicBezTo>
                  <a:cubicBezTo>
                    <a:pt x="1578" y="354"/>
                    <a:pt x="1492" y="453"/>
                    <a:pt x="1517" y="490"/>
                  </a:cubicBezTo>
                  <a:cubicBezTo>
                    <a:pt x="1529" y="527"/>
                    <a:pt x="1566" y="539"/>
                    <a:pt x="1504" y="551"/>
                  </a:cubicBezTo>
                  <a:cubicBezTo>
                    <a:pt x="1430" y="564"/>
                    <a:pt x="1356" y="588"/>
                    <a:pt x="1295" y="613"/>
                  </a:cubicBezTo>
                  <a:cubicBezTo>
                    <a:pt x="1282" y="625"/>
                    <a:pt x="1258" y="650"/>
                    <a:pt x="1233" y="662"/>
                  </a:cubicBezTo>
                  <a:lnTo>
                    <a:pt x="1147" y="761"/>
                  </a:lnTo>
                  <a:cubicBezTo>
                    <a:pt x="1073" y="872"/>
                    <a:pt x="999" y="970"/>
                    <a:pt x="900" y="1056"/>
                  </a:cubicBezTo>
                  <a:cubicBezTo>
                    <a:pt x="790" y="1081"/>
                    <a:pt x="679" y="1130"/>
                    <a:pt x="580" y="1192"/>
                  </a:cubicBezTo>
                  <a:cubicBezTo>
                    <a:pt x="543" y="1241"/>
                    <a:pt x="457" y="1451"/>
                    <a:pt x="494" y="1475"/>
                  </a:cubicBezTo>
                  <a:cubicBezTo>
                    <a:pt x="527" y="1497"/>
                    <a:pt x="570" y="1539"/>
                    <a:pt x="543" y="1539"/>
                  </a:cubicBezTo>
                  <a:cubicBezTo>
                    <a:pt x="540" y="1539"/>
                    <a:pt x="536" y="1538"/>
                    <a:pt x="531" y="1537"/>
                  </a:cubicBezTo>
                  <a:cubicBezTo>
                    <a:pt x="469" y="1525"/>
                    <a:pt x="395" y="1512"/>
                    <a:pt x="334" y="1475"/>
                  </a:cubicBezTo>
                  <a:cubicBezTo>
                    <a:pt x="297" y="1451"/>
                    <a:pt x="247" y="1426"/>
                    <a:pt x="210" y="1401"/>
                  </a:cubicBezTo>
                  <a:cubicBezTo>
                    <a:pt x="186" y="1389"/>
                    <a:pt x="173" y="1377"/>
                    <a:pt x="149" y="1377"/>
                  </a:cubicBezTo>
                  <a:cubicBezTo>
                    <a:pt x="137" y="1389"/>
                    <a:pt x="112" y="1401"/>
                    <a:pt x="124" y="1426"/>
                  </a:cubicBezTo>
                  <a:cubicBezTo>
                    <a:pt x="63" y="1537"/>
                    <a:pt x="26" y="1648"/>
                    <a:pt x="1" y="1771"/>
                  </a:cubicBezTo>
                  <a:cubicBezTo>
                    <a:pt x="1" y="1870"/>
                    <a:pt x="75" y="1931"/>
                    <a:pt x="75" y="2017"/>
                  </a:cubicBezTo>
                  <a:cubicBezTo>
                    <a:pt x="75" y="2104"/>
                    <a:pt x="87" y="2104"/>
                    <a:pt x="149" y="2190"/>
                  </a:cubicBezTo>
                  <a:cubicBezTo>
                    <a:pt x="210" y="2289"/>
                    <a:pt x="247" y="2399"/>
                    <a:pt x="247" y="2510"/>
                  </a:cubicBezTo>
                  <a:cubicBezTo>
                    <a:pt x="247" y="2584"/>
                    <a:pt x="284" y="2658"/>
                    <a:pt x="346" y="2707"/>
                  </a:cubicBezTo>
                  <a:cubicBezTo>
                    <a:pt x="420" y="2769"/>
                    <a:pt x="506" y="2794"/>
                    <a:pt x="592" y="2806"/>
                  </a:cubicBezTo>
                  <a:cubicBezTo>
                    <a:pt x="635" y="2806"/>
                    <a:pt x="661" y="2798"/>
                    <a:pt x="675" y="2798"/>
                  </a:cubicBezTo>
                  <a:cubicBezTo>
                    <a:pt x="686" y="2798"/>
                    <a:pt x="691" y="2802"/>
                    <a:pt x="691" y="2818"/>
                  </a:cubicBezTo>
                  <a:cubicBezTo>
                    <a:pt x="691" y="2868"/>
                    <a:pt x="642" y="2917"/>
                    <a:pt x="716" y="2917"/>
                  </a:cubicBezTo>
                  <a:cubicBezTo>
                    <a:pt x="763" y="2917"/>
                    <a:pt x="810" y="2928"/>
                    <a:pt x="849" y="2928"/>
                  </a:cubicBezTo>
                  <a:cubicBezTo>
                    <a:pt x="881" y="2928"/>
                    <a:pt x="908" y="2920"/>
                    <a:pt x="925" y="2892"/>
                  </a:cubicBezTo>
                  <a:cubicBezTo>
                    <a:pt x="953" y="2846"/>
                    <a:pt x="939" y="2800"/>
                    <a:pt x="956" y="2800"/>
                  </a:cubicBezTo>
                  <a:cubicBezTo>
                    <a:pt x="962" y="2800"/>
                    <a:pt x="971" y="2806"/>
                    <a:pt x="987" y="2818"/>
                  </a:cubicBezTo>
                  <a:cubicBezTo>
                    <a:pt x="1036" y="2868"/>
                    <a:pt x="1098" y="2905"/>
                    <a:pt x="1159" y="2905"/>
                  </a:cubicBezTo>
                  <a:cubicBezTo>
                    <a:pt x="1234" y="2905"/>
                    <a:pt x="1274" y="2847"/>
                    <a:pt x="1299" y="2847"/>
                  </a:cubicBezTo>
                  <a:cubicBezTo>
                    <a:pt x="1307" y="2847"/>
                    <a:pt x="1314" y="2853"/>
                    <a:pt x="1319" y="2868"/>
                  </a:cubicBezTo>
                  <a:cubicBezTo>
                    <a:pt x="1343" y="2914"/>
                    <a:pt x="1322" y="3116"/>
                    <a:pt x="1362" y="3116"/>
                  </a:cubicBezTo>
                  <a:cubicBezTo>
                    <a:pt x="1364" y="3116"/>
                    <a:pt x="1366" y="3115"/>
                    <a:pt x="1369" y="3114"/>
                  </a:cubicBezTo>
                  <a:cubicBezTo>
                    <a:pt x="1467" y="3052"/>
                    <a:pt x="1566" y="3015"/>
                    <a:pt x="1664" y="2979"/>
                  </a:cubicBezTo>
                  <a:cubicBezTo>
                    <a:pt x="1675" y="2979"/>
                    <a:pt x="1695" y="3072"/>
                    <a:pt x="1708" y="3072"/>
                  </a:cubicBezTo>
                  <a:cubicBezTo>
                    <a:pt x="1710" y="3072"/>
                    <a:pt x="1712" y="3070"/>
                    <a:pt x="1714" y="3065"/>
                  </a:cubicBezTo>
                  <a:cubicBezTo>
                    <a:pt x="1726" y="3040"/>
                    <a:pt x="1775" y="2954"/>
                    <a:pt x="1738" y="2917"/>
                  </a:cubicBezTo>
                  <a:cubicBezTo>
                    <a:pt x="1701" y="2880"/>
                    <a:pt x="1701" y="2818"/>
                    <a:pt x="1726" y="2781"/>
                  </a:cubicBezTo>
                  <a:cubicBezTo>
                    <a:pt x="1751" y="2707"/>
                    <a:pt x="1788" y="2683"/>
                    <a:pt x="1775" y="2621"/>
                  </a:cubicBezTo>
                  <a:cubicBezTo>
                    <a:pt x="1763" y="2560"/>
                    <a:pt x="1726" y="2510"/>
                    <a:pt x="1751" y="2461"/>
                  </a:cubicBezTo>
                  <a:cubicBezTo>
                    <a:pt x="1800" y="2399"/>
                    <a:pt x="1849" y="2338"/>
                    <a:pt x="1911" y="2276"/>
                  </a:cubicBezTo>
                  <a:cubicBezTo>
                    <a:pt x="1972" y="2202"/>
                    <a:pt x="2046" y="2104"/>
                    <a:pt x="2034" y="2042"/>
                  </a:cubicBezTo>
                  <a:cubicBezTo>
                    <a:pt x="2022" y="1980"/>
                    <a:pt x="1948" y="1882"/>
                    <a:pt x="2046" y="1796"/>
                  </a:cubicBezTo>
                  <a:cubicBezTo>
                    <a:pt x="2115" y="1727"/>
                    <a:pt x="2160" y="1690"/>
                    <a:pt x="2194" y="1690"/>
                  </a:cubicBezTo>
                  <a:cubicBezTo>
                    <a:pt x="2203" y="1690"/>
                    <a:pt x="2211" y="1692"/>
                    <a:pt x="2219" y="1697"/>
                  </a:cubicBezTo>
                  <a:cubicBezTo>
                    <a:pt x="2226" y="1704"/>
                    <a:pt x="2242" y="1707"/>
                    <a:pt x="2262" y="1707"/>
                  </a:cubicBezTo>
                  <a:cubicBezTo>
                    <a:pt x="2313" y="1707"/>
                    <a:pt x="2384" y="1687"/>
                    <a:pt x="2367" y="1660"/>
                  </a:cubicBezTo>
                  <a:cubicBezTo>
                    <a:pt x="2293" y="1586"/>
                    <a:pt x="2219" y="1500"/>
                    <a:pt x="2145" y="1401"/>
                  </a:cubicBezTo>
                  <a:cubicBezTo>
                    <a:pt x="2120" y="1340"/>
                    <a:pt x="2145" y="1290"/>
                    <a:pt x="2120" y="1254"/>
                  </a:cubicBezTo>
                  <a:cubicBezTo>
                    <a:pt x="2083" y="1204"/>
                    <a:pt x="1960" y="1007"/>
                    <a:pt x="1997" y="970"/>
                  </a:cubicBezTo>
                  <a:cubicBezTo>
                    <a:pt x="2001" y="965"/>
                    <a:pt x="2006" y="962"/>
                    <a:pt x="2013" y="962"/>
                  </a:cubicBezTo>
                  <a:cubicBezTo>
                    <a:pt x="2038" y="962"/>
                    <a:pt x="2079" y="996"/>
                    <a:pt x="2098" y="996"/>
                  </a:cubicBezTo>
                  <a:cubicBezTo>
                    <a:pt x="2107" y="996"/>
                    <a:pt x="2111" y="989"/>
                    <a:pt x="2108" y="970"/>
                  </a:cubicBezTo>
                  <a:cubicBezTo>
                    <a:pt x="2083" y="884"/>
                    <a:pt x="2009" y="896"/>
                    <a:pt x="2059" y="822"/>
                  </a:cubicBezTo>
                  <a:cubicBezTo>
                    <a:pt x="2071" y="798"/>
                    <a:pt x="2083" y="785"/>
                    <a:pt x="2108" y="773"/>
                  </a:cubicBezTo>
                  <a:cubicBezTo>
                    <a:pt x="2170" y="736"/>
                    <a:pt x="2293" y="724"/>
                    <a:pt x="2256" y="687"/>
                  </a:cubicBezTo>
                  <a:cubicBezTo>
                    <a:pt x="2231" y="650"/>
                    <a:pt x="2182" y="600"/>
                    <a:pt x="2194" y="564"/>
                  </a:cubicBezTo>
                  <a:cubicBezTo>
                    <a:pt x="2194" y="541"/>
                    <a:pt x="2203" y="537"/>
                    <a:pt x="2226" y="537"/>
                  </a:cubicBezTo>
                  <a:cubicBezTo>
                    <a:pt x="2242" y="537"/>
                    <a:pt x="2263" y="539"/>
                    <a:pt x="2293" y="539"/>
                  </a:cubicBezTo>
                  <a:cubicBezTo>
                    <a:pt x="2367" y="539"/>
                    <a:pt x="2478" y="477"/>
                    <a:pt x="2441" y="453"/>
                  </a:cubicBezTo>
                  <a:cubicBezTo>
                    <a:pt x="2397" y="420"/>
                    <a:pt x="2304" y="338"/>
                    <a:pt x="2258" y="338"/>
                  </a:cubicBezTo>
                  <a:cubicBezTo>
                    <a:pt x="2252" y="338"/>
                    <a:pt x="2248" y="339"/>
                    <a:pt x="2243" y="342"/>
                  </a:cubicBezTo>
                  <a:cubicBezTo>
                    <a:pt x="2227" y="350"/>
                    <a:pt x="2199" y="376"/>
                    <a:pt x="2178" y="376"/>
                  </a:cubicBezTo>
                  <a:cubicBezTo>
                    <a:pt x="2169" y="376"/>
                    <a:pt x="2161" y="370"/>
                    <a:pt x="2157" y="354"/>
                  </a:cubicBezTo>
                  <a:cubicBezTo>
                    <a:pt x="2147" y="313"/>
                    <a:pt x="2171" y="289"/>
                    <a:pt x="2151" y="289"/>
                  </a:cubicBezTo>
                  <a:cubicBezTo>
                    <a:pt x="2147" y="289"/>
                    <a:pt x="2141" y="290"/>
                    <a:pt x="2133" y="292"/>
                  </a:cubicBezTo>
                  <a:cubicBezTo>
                    <a:pt x="2108" y="292"/>
                    <a:pt x="2094" y="314"/>
                    <a:pt x="2088" y="314"/>
                  </a:cubicBezTo>
                  <a:cubicBezTo>
                    <a:pt x="2085" y="314"/>
                    <a:pt x="2083" y="309"/>
                    <a:pt x="2083" y="292"/>
                  </a:cubicBezTo>
                  <a:cubicBezTo>
                    <a:pt x="2083" y="231"/>
                    <a:pt x="2083" y="120"/>
                    <a:pt x="2046" y="95"/>
                  </a:cubicBezTo>
                  <a:cubicBezTo>
                    <a:pt x="2018" y="67"/>
                    <a:pt x="1960" y="2"/>
                    <a:pt x="1929" y="2"/>
                  </a:cubicBezTo>
                  <a:cubicBezTo>
                    <a:pt x="1920" y="2"/>
                    <a:pt x="1914" y="7"/>
                    <a:pt x="1911" y="21"/>
                  </a:cubicBezTo>
                  <a:cubicBezTo>
                    <a:pt x="1896" y="51"/>
                    <a:pt x="1876" y="68"/>
                    <a:pt x="1863" y="68"/>
                  </a:cubicBezTo>
                  <a:cubicBezTo>
                    <a:pt x="1855" y="68"/>
                    <a:pt x="1849" y="61"/>
                    <a:pt x="1849" y="46"/>
                  </a:cubicBezTo>
                  <a:cubicBezTo>
                    <a:pt x="1849" y="29"/>
                    <a:pt x="1855" y="0"/>
                    <a:pt x="18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5" name="Google Shape;8161;p67">
              <a:extLst>
                <a:ext uri="{FF2B5EF4-FFF2-40B4-BE49-F238E27FC236}">
                  <a16:creationId xmlns:a16="http://schemas.microsoft.com/office/drawing/2014/main" id="{1C2ABB3E-E7FB-464D-53E0-9C02382AF89B}"/>
                </a:ext>
              </a:extLst>
            </p:cNvPr>
            <p:cNvSpPr/>
            <p:nvPr/>
          </p:nvSpPr>
          <p:spPr>
            <a:xfrm>
              <a:off x="3414925" y="4335800"/>
              <a:ext cx="1184100" cy="947650"/>
            </a:xfrm>
            <a:custGeom>
              <a:avLst/>
              <a:gdLst/>
              <a:ahLst/>
              <a:cxnLst/>
              <a:rect l="l" t="t" r="r" b="b"/>
              <a:pathLst>
                <a:path w="47364" h="37906" extrusionOk="0">
                  <a:moveTo>
                    <a:pt x="4982" y="11975"/>
                  </a:moveTo>
                  <a:cubicBezTo>
                    <a:pt x="4980" y="11975"/>
                    <a:pt x="4982" y="11981"/>
                    <a:pt x="4991" y="11981"/>
                  </a:cubicBezTo>
                  <a:cubicBezTo>
                    <a:pt x="4986" y="11977"/>
                    <a:pt x="4984" y="11975"/>
                    <a:pt x="4982" y="11975"/>
                  </a:cubicBezTo>
                  <a:close/>
                  <a:moveTo>
                    <a:pt x="29767" y="10485"/>
                  </a:moveTo>
                  <a:cubicBezTo>
                    <a:pt x="29793" y="10485"/>
                    <a:pt x="29791" y="10621"/>
                    <a:pt x="29769" y="10687"/>
                  </a:cubicBezTo>
                  <a:cubicBezTo>
                    <a:pt x="29744" y="10761"/>
                    <a:pt x="29744" y="10921"/>
                    <a:pt x="29707" y="11118"/>
                  </a:cubicBezTo>
                  <a:cubicBezTo>
                    <a:pt x="29658" y="11316"/>
                    <a:pt x="29559" y="11266"/>
                    <a:pt x="29498" y="11316"/>
                  </a:cubicBezTo>
                  <a:cubicBezTo>
                    <a:pt x="29436" y="11377"/>
                    <a:pt x="29498" y="11340"/>
                    <a:pt x="29584" y="11365"/>
                  </a:cubicBezTo>
                  <a:cubicBezTo>
                    <a:pt x="29670" y="11377"/>
                    <a:pt x="29559" y="11414"/>
                    <a:pt x="29485" y="11476"/>
                  </a:cubicBezTo>
                  <a:cubicBezTo>
                    <a:pt x="29411" y="11550"/>
                    <a:pt x="29338" y="11599"/>
                    <a:pt x="29202" y="11698"/>
                  </a:cubicBezTo>
                  <a:cubicBezTo>
                    <a:pt x="29140" y="11747"/>
                    <a:pt x="29054" y="11796"/>
                    <a:pt x="28980" y="11833"/>
                  </a:cubicBezTo>
                  <a:cubicBezTo>
                    <a:pt x="28906" y="11882"/>
                    <a:pt x="28882" y="11969"/>
                    <a:pt x="28832" y="12043"/>
                  </a:cubicBezTo>
                  <a:cubicBezTo>
                    <a:pt x="28745" y="12091"/>
                    <a:pt x="28643" y="12124"/>
                    <a:pt x="28543" y="12124"/>
                  </a:cubicBezTo>
                  <a:cubicBezTo>
                    <a:pt x="28516" y="12124"/>
                    <a:pt x="28489" y="12122"/>
                    <a:pt x="28463" y="12116"/>
                  </a:cubicBezTo>
                  <a:cubicBezTo>
                    <a:pt x="28382" y="12105"/>
                    <a:pt x="28388" y="12017"/>
                    <a:pt x="28450" y="12017"/>
                  </a:cubicBezTo>
                  <a:cubicBezTo>
                    <a:pt x="28454" y="12017"/>
                    <a:pt x="28458" y="12017"/>
                    <a:pt x="28463" y="12018"/>
                  </a:cubicBezTo>
                  <a:cubicBezTo>
                    <a:pt x="28467" y="12019"/>
                    <a:pt x="28472" y="12019"/>
                    <a:pt x="28476" y="12019"/>
                  </a:cubicBezTo>
                  <a:cubicBezTo>
                    <a:pt x="28551" y="12019"/>
                    <a:pt x="28663" y="11930"/>
                    <a:pt x="28709" y="11907"/>
                  </a:cubicBezTo>
                  <a:cubicBezTo>
                    <a:pt x="28771" y="11870"/>
                    <a:pt x="28820" y="11821"/>
                    <a:pt x="28869" y="11759"/>
                  </a:cubicBezTo>
                  <a:cubicBezTo>
                    <a:pt x="28943" y="11673"/>
                    <a:pt x="28943" y="11710"/>
                    <a:pt x="29017" y="11624"/>
                  </a:cubicBezTo>
                  <a:cubicBezTo>
                    <a:pt x="29091" y="11537"/>
                    <a:pt x="29177" y="11500"/>
                    <a:pt x="29227" y="11451"/>
                  </a:cubicBezTo>
                  <a:cubicBezTo>
                    <a:pt x="29276" y="11402"/>
                    <a:pt x="29251" y="11402"/>
                    <a:pt x="29251" y="11353"/>
                  </a:cubicBezTo>
                  <a:cubicBezTo>
                    <a:pt x="29264" y="11316"/>
                    <a:pt x="29436" y="11094"/>
                    <a:pt x="29485" y="10995"/>
                  </a:cubicBezTo>
                  <a:cubicBezTo>
                    <a:pt x="29547" y="10872"/>
                    <a:pt x="29596" y="10749"/>
                    <a:pt x="29621" y="10613"/>
                  </a:cubicBezTo>
                  <a:cubicBezTo>
                    <a:pt x="29621" y="10564"/>
                    <a:pt x="29719" y="10527"/>
                    <a:pt x="29756" y="10490"/>
                  </a:cubicBezTo>
                  <a:cubicBezTo>
                    <a:pt x="29760" y="10486"/>
                    <a:pt x="29764" y="10485"/>
                    <a:pt x="29767" y="10485"/>
                  </a:cubicBezTo>
                  <a:close/>
                  <a:moveTo>
                    <a:pt x="22809" y="13816"/>
                  </a:moveTo>
                  <a:cubicBezTo>
                    <a:pt x="22819" y="13816"/>
                    <a:pt x="22818" y="13905"/>
                    <a:pt x="22795" y="13940"/>
                  </a:cubicBezTo>
                  <a:cubicBezTo>
                    <a:pt x="22784" y="13956"/>
                    <a:pt x="22758" y="13960"/>
                    <a:pt x="22723" y="13960"/>
                  </a:cubicBezTo>
                  <a:cubicBezTo>
                    <a:pt x="22677" y="13960"/>
                    <a:pt x="22617" y="13952"/>
                    <a:pt x="22561" y="13952"/>
                  </a:cubicBezTo>
                  <a:cubicBezTo>
                    <a:pt x="22450" y="13952"/>
                    <a:pt x="22401" y="13940"/>
                    <a:pt x="22364" y="13891"/>
                  </a:cubicBezTo>
                  <a:cubicBezTo>
                    <a:pt x="22358" y="13880"/>
                    <a:pt x="22397" y="13877"/>
                    <a:pt x="22446" y="13877"/>
                  </a:cubicBezTo>
                  <a:cubicBezTo>
                    <a:pt x="22512" y="13877"/>
                    <a:pt x="22596" y="13884"/>
                    <a:pt x="22610" y="13891"/>
                  </a:cubicBezTo>
                  <a:cubicBezTo>
                    <a:pt x="22615" y="13893"/>
                    <a:pt x="22621" y="13894"/>
                    <a:pt x="22628" y="13894"/>
                  </a:cubicBezTo>
                  <a:cubicBezTo>
                    <a:pt x="22655" y="13894"/>
                    <a:pt x="22696" y="13878"/>
                    <a:pt x="22746" y="13878"/>
                  </a:cubicBezTo>
                  <a:cubicBezTo>
                    <a:pt x="22795" y="13878"/>
                    <a:pt x="22783" y="13829"/>
                    <a:pt x="22807" y="13817"/>
                  </a:cubicBezTo>
                  <a:cubicBezTo>
                    <a:pt x="22808" y="13816"/>
                    <a:pt x="22809" y="13816"/>
                    <a:pt x="22809" y="13816"/>
                  </a:cubicBezTo>
                  <a:close/>
                  <a:moveTo>
                    <a:pt x="21992" y="13840"/>
                  </a:moveTo>
                  <a:cubicBezTo>
                    <a:pt x="22051" y="13840"/>
                    <a:pt x="22125" y="13846"/>
                    <a:pt x="22166" y="13878"/>
                  </a:cubicBezTo>
                  <a:cubicBezTo>
                    <a:pt x="22188" y="13893"/>
                    <a:pt x="22142" y="13899"/>
                    <a:pt x="22085" y="13899"/>
                  </a:cubicBezTo>
                  <a:cubicBezTo>
                    <a:pt x="22045" y="13899"/>
                    <a:pt x="22000" y="13896"/>
                    <a:pt x="21969" y="13891"/>
                  </a:cubicBezTo>
                  <a:lnTo>
                    <a:pt x="21957" y="13891"/>
                  </a:lnTo>
                  <a:cubicBezTo>
                    <a:pt x="21895" y="13891"/>
                    <a:pt x="21797" y="14039"/>
                    <a:pt x="21723" y="14063"/>
                  </a:cubicBezTo>
                  <a:cubicBezTo>
                    <a:pt x="21661" y="14076"/>
                    <a:pt x="21661" y="14162"/>
                    <a:pt x="21624" y="14248"/>
                  </a:cubicBezTo>
                  <a:cubicBezTo>
                    <a:pt x="21587" y="14334"/>
                    <a:pt x="21624" y="14297"/>
                    <a:pt x="21637" y="14371"/>
                  </a:cubicBezTo>
                  <a:cubicBezTo>
                    <a:pt x="21641" y="14395"/>
                    <a:pt x="21639" y="14405"/>
                    <a:pt x="21634" y="14405"/>
                  </a:cubicBezTo>
                  <a:cubicBezTo>
                    <a:pt x="21622" y="14405"/>
                    <a:pt x="21592" y="14364"/>
                    <a:pt x="21550" y="14322"/>
                  </a:cubicBezTo>
                  <a:cubicBezTo>
                    <a:pt x="21489" y="14248"/>
                    <a:pt x="21489" y="14150"/>
                    <a:pt x="21526" y="14063"/>
                  </a:cubicBezTo>
                  <a:cubicBezTo>
                    <a:pt x="21575" y="14002"/>
                    <a:pt x="21624" y="13952"/>
                    <a:pt x="21698" y="13915"/>
                  </a:cubicBezTo>
                  <a:cubicBezTo>
                    <a:pt x="21760" y="13866"/>
                    <a:pt x="21846" y="13841"/>
                    <a:pt x="21920" y="13841"/>
                  </a:cubicBezTo>
                  <a:cubicBezTo>
                    <a:pt x="21936" y="13841"/>
                    <a:pt x="21963" y="13840"/>
                    <a:pt x="21992" y="13840"/>
                  </a:cubicBezTo>
                  <a:close/>
                  <a:moveTo>
                    <a:pt x="18211" y="14051"/>
                  </a:moveTo>
                  <a:cubicBezTo>
                    <a:pt x="18285" y="14051"/>
                    <a:pt x="18335" y="14162"/>
                    <a:pt x="18335" y="14199"/>
                  </a:cubicBezTo>
                  <a:cubicBezTo>
                    <a:pt x="18322" y="14285"/>
                    <a:pt x="18335" y="14371"/>
                    <a:pt x="18347" y="14445"/>
                  </a:cubicBezTo>
                  <a:cubicBezTo>
                    <a:pt x="18384" y="14495"/>
                    <a:pt x="18396" y="14519"/>
                    <a:pt x="18384" y="14556"/>
                  </a:cubicBezTo>
                  <a:lnTo>
                    <a:pt x="18372" y="14556"/>
                  </a:lnTo>
                  <a:cubicBezTo>
                    <a:pt x="18372" y="14568"/>
                    <a:pt x="18359" y="14581"/>
                    <a:pt x="18359" y="14593"/>
                  </a:cubicBezTo>
                  <a:cubicBezTo>
                    <a:pt x="18310" y="14655"/>
                    <a:pt x="18310" y="14741"/>
                    <a:pt x="18224" y="14753"/>
                  </a:cubicBezTo>
                  <a:cubicBezTo>
                    <a:pt x="18154" y="14763"/>
                    <a:pt x="18132" y="14781"/>
                    <a:pt x="18101" y="14781"/>
                  </a:cubicBezTo>
                  <a:cubicBezTo>
                    <a:pt x="18093" y="14781"/>
                    <a:pt x="18085" y="14780"/>
                    <a:pt x="18076" y="14778"/>
                  </a:cubicBezTo>
                  <a:cubicBezTo>
                    <a:pt x="17977" y="14741"/>
                    <a:pt x="17990" y="14704"/>
                    <a:pt x="18002" y="14630"/>
                  </a:cubicBezTo>
                  <a:cubicBezTo>
                    <a:pt x="18027" y="14568"/>
                    <a:pt x="18076" y="14482"/>
                    <a:pt x="18076" y="14421"/>
                  </a:cubicBezTo>
                  <a:lnTo>
                    <a:pt x="18076" y="14359"/>
                  </a:lnTo>
                  <a:cubicBezTo>
                    <a:pt x="18076" y="14322"/>
                    <a:pt x="18076" y="14285"/>
                    <a:pt x="18063" y="14273"/>
                  </a:cubicBezTo>
                  <a:cubicBezTo>
                    <a:pt x="18054" y="14254"/>
                    <a:pt x="18014" y="14212"/>
                    <a:pt x="17986" y="14212"/>
                  </a:cubicBezTo>
                  <a:cubicBezTo>
                    <a:pt x="17978" y="14212"/>
                    <a:pt x="17970" y="14215"/>
                    <a:pt x="17965" y="14223"/>
                  </a:cubicBezTo>
                  <a:cubicBezTo>
                    <a:pt x="17965" y="14248"/>
                    <a:pt x="17953" y="14260"/>
                    <a:pt x="17953" y="14285"/>
                  </a:cubicBezTo>
                  <a:cubicBezTo>
                    <a:pt x="17940" y="14347"/>
                    <a:pt x="17928" y="14408"/>
                    <a:pt x="17928" y="14470"/>
                  </a:cubicBezTo>
                  <a:cubicBezTo>
                    <a:pt x="17928" y="14529"/>
                    <a:pt x="17951" y="14668"/>
                    <a:pt x="17931" y="14668"/>
                  </a:cubicBezTo>
                  <a:cubicBezTo>
                    <a:pt x="17930" y="14668"/>
                    <a:pt x="17929" y="14668"/>
                    <a:pt x="17928" y="14667"/>
                  </a:cubicBezTo>
                  <a:cubicBezTo>
                    <a:pt x="17903" y="14667"/>
                    <a:pt x="17829" y="14655"/>
                    <a:pt x="17817" y="14605"/>
                  </a:cubicBezTo>
                  <a:cubicBezTo>
                    <a:pt x="17805" y="14531"/>
                    <a:pt x="17805" y="14470"/>
                    <a:pt x="17817" y="14408"/>
                  </a:cubicBezTo>
                  <a:cubicBezTo>
                    <a:pt x="17829" y="14371"/>
                    <a:pt x="17866" y="14297"/>
                    <a:pt x="17879" y="14248"/>
                  </a:cubicBezTo>
                  <a:cubicBezTo>
                    <a:pt x="17891" y="14223"/>
                    <a:pt x="17903" y="14199"/>
                    <a:pt x="17903" y="14174"/>
                  </a:cubicBezTo>
                  <a:cubicBezTo>
                    <a:pt x="17903" y="14131"/>
                    <a:pt x="17903" y="14098"/>
                    <a:pt x="17936" y="14098"/>
                  </a:cubicBezTo>
                  <a:cubicBezTo>
                    <a:pt x="17940" y="14098"/>
                    <a:pt x="17946" y="14099"/>
                    <a:pt x="17953" y="14100"/>
                  </a:cubicBezTo>
                  <a:cubicBezTo>
                    <a:pt x="18002" y="14113"/>
                    <a:pt x="18039" y="14125"/>
                    <a:pt x="18063" y="14150"/>
                  </a:cubicBezTo>
                  <a:cubicBezTo>
                    <a:pt x="18091" y="14163"/>
                    <a:pt x="18103" y="14173"/>
                    <a:pt x="18114" y="14173"/>
                  </a:cubicBezTo>
                  <a:cubicBezTo>
                    <a:pt x="18124" y="14173"/>
                    <a:pt x="18133" y="14166"/>
                    <a:pt x="18150" y="14150"/>
                  </a:cubicBezTo>
                  <a:cubicBezTo>
                    <a:pt x="18174" y="14113"/>
                    <a:pt x="18150" y="14051"/>
                    <a:pt x="18211" y="14051"/>
                  </a:cubicBezTo>
                  <a:close/>
                  <a:moveTo>
                    <a:pt x="16141" y="13706"/>
                  </a:moveTo>
                  <a:cubicBezTo>
                    <a:pt x="16215" y="13706"/>
                    <a:pt x="16289" y="13731"/>
                    <a:pt x="16351" y="13780"/>
                  </a:cubicBezTo>
                  <a:cubicBezTo>
                    <a:pt x="16359" y="13784"/>
                    <a:pt x="16366" y="13786"/>
                    <a:pt x="16373" y="13786"/>
                  </a:cubicBezTo>
                  <a:cubicBezTo>
                    <a:pt x="16409" y="13786"/>
                    <a:pt x="16433" y="13741"/>
                    <a:pt x="16474" y="13731"/>
                  </a:cubicBezTo>
                  <a:cubicBezTo>
                    <a:pt x="16478" y="13730"/>
                    <a:pt x="16482" y="13729"/>
                    <a:pt x="16486" y="13729"/>
                  </a:cubicBezTo>
                  <a:cubicBezTo>
                    <a:pt x="16540" y="13729"/>
                    <a:pt x="16574" y="13809"/>
                    <a:pt x="16597" y="13866"/>
                  </a:cubicBezTo>
                  <a:cubicBezTo>
                    <a:pt x="16622" y="13940"/>
                    <a:pt x="16634" y="14014"/>
                    <a:pt x="16634" y="14088"/>
                  </a:cubicBezTo>
                  <a:cubicBezTo>
                    <a:pt x="16634" y="14174"/>
                    <a:pt x="16573" y="14162"/>
                    <a:pt x="16560" y="14211"/>
                  </a:cubicBezTo>
                  <a:cubicBezTo>
                    <a:pt x="16536" y="14248"/>
                    <a:pt x="16647" y="14211"/>
                    <a:pt x="16597" y="14297"/>
                  </a:cubicBezTo>
                  <a:cubicBezTo>
                    <a:pt x="16585" y="14322"/>
                    <a:pt x="16576" y="14328"/>
                    <a:pt x="16560" y="14328"/>
                  </a:cubicBezTo>
                  <a:cubicBezTo>
                    <a:pt x="16545" y="14328"/>
                    <a:pt x="16523" y="14322"/>
                    <a:pt x="16486" y="14322"/>
                  </a:cubicBezTo>
                  <a:cubicBezTo>
                    <a:pt x="16412" y="14322"/>
                    <a:pt x="16302" y="14285"/>
                    <a:pt x="16203" y="14285"/>
                  </a:cubicBezTo>
                  <a:cubicBezTo>
                    <a:pt x="16104" y="14285"/>
                    <a:pt x="16067" y="14396"/>
                    <a:pt x="16067" y="14445"/>
                  </a:cubicBezTo>
                  <a:cubicBezTo>
                    <a:pt x="16067" y="14507"/>
                    <a:pt x="16104" y="14556"/>
                    <a:pt x="16092" y="14581"/>
                  </a:cubicBezTo>
                  <a:cubicBezTo>
                    <a:pt x="16090" y="14588"/>
                    <a:pt x="16084" y="14591"/>
                    <a:pt x="16077" y="14591"/>
                  </a:cubicBezTo>
                  <a:cubicBezTo>
                    <a:pt x="16047" y="14591"/>
                    <a:pt x="15986" y="14544"/>
                    <a:pt x="15957" y="14544"/>
                  </a:cubicBezTo>
                  <a:cubicBezTo>
                    <a:pt x="15907" y="14544"/>
                    <a:pt x="15907" y="14568"/>
                    <a:pt x="15907" y="14605"/>
                  </a:cubicBezTo>
                  <a:cubicBezTo>
                    <a:pt x="15907" y="14642"/>
                    <a:pt x="15981" y="14642"/>
                    <a:pt x="16018" y="14679"/>
                  </a:cubicBezTo>
                  <a:cubicBezTo>
                    <a:pt x="16055" y="14704"/>
                    <a:pt x="16043" y="14803"/>
                    <a:pt x="16104" y="14864"/>
                  </a:cubicBezTo>
                  <a:cubicBezTo>
                    <a:pt x="16166" y="14926"/>
                    <a:pt x="16117" y="15024"/>
                    <a:pt x="16117" y="15037"/>
                  </a:cubicBezTo>
                  <a:cubicBezTo>
                    <a:pt x="16129" y="15061"/>
                    <a:pt x="16191" y="15061"/>
                    <a:pt x="16215" y="15061"/>
                  </a:cubicBezTo>
                  <a:cubicBezTo>
                    <a:pt x="16228" y="15061"/>
                    <a:pt x="16252" y="15111"/>
                    <a:pt x="16314" y="15160"/>
                  </a:cubicBezTo>
                  <a:cubicBezTo>
                    <a:pt x="16375" y="15221"/>
                    <a:pt x="16425" y="15197"/>
                    <a:pt x="16449" y="15246"/>
                  </a:cubicBezTo>
                  <a:cubicBezTo>
                    <a:pt x="16486" y="15308"/>
                    <a:pt x="16425" y="15345"/>
                    <a:pt x="16412" y="15443"/>
                  </a:cubicBezTo>
                  <a:cubicBezTo>
                    <a:pt x="16412" y="15456"/>
                    <a:pt x="16412" y="15480"/>
                    <a:pt x="16412" y="15493"/>
                  </a:cubicBezTo>
                  <a:cubicBezTo>
                    <a:pt x="16437" y="15603"/>
                    <a:pt x="16536" y="15739"/>
                    <a:pt x="16548" y="15801"/>
                  </a:cubicBezTo>
                  <a:cubicBezTo>
                    <a:pt x="16560" y="15862"/>
                    <a:pt x="16523" y="15862"/>
                    <a:pt x="16499" y="15911"/>
                  </a:cubicBezTo>
                  <a:cubicBezTo>
                    <a:pt x="16474" y="15948"/>
                    <a:pt x="16437" y="15985"/>
                    <a:pt x="16462" y="16047"/>
                  </a:cubicBezTo>
                  <a:cubicBezTo>
                    <a:pt x="16486" y="16109"/>
                    <a:pt x="16573" y="16084"/>
                    <a:pt x="16634" y="16121"/>
                  </a:cubicBezTo>
                  <a:cubicBezTo>
                    <a:pt x="16696" y="16146"/>
                    <a:pt x="16696" y="16256"/>
                    <a:pt x="16659" y="16306"/>
                  </a:cubicBezTo>
                  <a:cubicBezTo>
                    <a:pt x="16634" y="16367"/>
                    <a:pt x="16733" y="16417"/>
                    <a:pt x="16757" y="16466"/>
                  </a:cubicBezTo>
                  <a:cubicBezTo>
                    <a:pt x="16794" y="16515"/>
                    <a:pt x="16745" y="16540"/>
                    <a:pt x="16733" y="16577"/>
                  </a:cubicBezTo>
                  <a:cubicBezTo>
                    <a:pt x="16733" y="16626"/>
                    <a:pt x="16745" y="16811"/>
                    <a:pt x="16745" y="16946"/>
                  </a:cubicBezTo>
                  <a:cubicBezTo>
                    <a:pt x="16745" y="17033"/>
                    <a:pt x="16745" y="17082"/>
                    <a:pt x="16720" y="17107"/>
                  </a:cubicBezTo>
                  <a:cubicBezTo>
                    <a:pt x="16597" y="17168"/>
                    <a:pt x="16462" y="17205"/>
                    <a:pt x="16314" y="17218"/>
                  </a:cubicBezTo>
                  <a:cubicBezTo>
                    <a:pt x="16309" y="17218"/>
                    <a:pt x="16305" y="17218"/>
                    <a:pt x="16300" y="17218"/>
                  </a:cubicBezTo>
                  <a:cubicBezTo>
                    <a:pt x="16092" y="17218"/>
                    <a:pt x="15820" y="16958"/>
                    <a:pt x="15796" y="16922"/>
                  </a:cubicBezTo>
                  <a:cubicBezTo>
                    <a:pt x="15759" y="16885"/>
                    <a:pt x="15624" y="16922"/>
                    <a:pt x="15575" y="16873"/>
                  </a:cubicBezTo>
                  <a:cubicBezTo>
                    <a:pt x="15525" y="16823"/>
                    <a:pt x="15538" y="16712"/>
                    <a:pt x="15538" y="16626"/>
                  </a:cubicBezTo>
                  <a:lnTo>
                    <a:pt x="15538" y="16491"/>
                  </a:lnTo>
                  <a:cubicBezTo>
                    <a:pt x="15538" y="16404"/>
                    <a:pt x="15587" y="16441"/>
                    <a:pt x="15624" y="16380"/>
                  </a:cubicBezTo>
                  <a:cubicBezTo>
                    <a:pt x="15661" y="16293"/>
                    <a:pt x="15685" y="16195"/>
                    <a:pt x="15698" y="16096"/>
                  </a:cubicBezTo>
                  <a:cubicBezTo>
                    <a:pt x="15722" y="16035"/>
                    <a:pt x="15747" y="16084"/>
                    <a:pt x="15735" y="15998"/>
                  </a:cubicBezTo>
                  <a:cubicBezTo>
                    <a:pt x="15685" y="15838"/>
                    <a:pt x="15599" y="15677"/>
                    <a:pt x="15488" y="15542"/>
                  </a:cubicBezTo>
                  <a:cubicBezTo>
                    <a:pt x="15488" y="15530"/>
                    <a:pt x="15464" y="15517"/>
                    <a:pt x="15451" y="15493"/>
                  </a:cubicBezTo>
                  <a:cubicBezTo>
                    <a:pt x="15353" y="15369"/>
                    <a:pt x="15267" y="15221"/>
                    <a:pt x="15205" y="15061"/>
                  </a:cubicBezTo>
                  <a:cubicBezTo>
                    <a:pt x="15180" y="14975"/>
                    <a:pt x="15230" y="14803"/>
                    <a:pt x="15205" y="14778"/>
                  </a:cubicBezTo>
                  <a:cubicBezTo>
                    <a:pt x="15168" y="14753"/>
                    <a:pt x="15119" y="14679"/>
                    <a:pt x="15094" y="14655"/>
                  </a:cubicBezTo>
                  <a:cubicBezTo>
                    <a:pt x="15082" y="14630"/>
                    <a:pt x="14983" y="14593"/>
                    <a:pt x="15032" y="14556"/>
                  </a:cubicBezTo>
                  <a:cubicBezTo>
                    <a:pt x="15119" y="14445"/>
                    <a:pt x="15180" y="14322"/>
                    <a:pt x="15242" y="14199"/>
                  </a:cubicBezTo>
                  <a:cubicBezTo>
                    <a:pt x="15248" y="14174"/>
                    <a:pt x="15263" y="14168"/>
                    <a:pt x="15282" y="14168"/>
                  </a:cubicBezTo>
                  <a:cubicBezTo>
                    <a:pt x="15300" y="14168"/>
                    <a:pt x="15322" y="14174"/>
                    <a:pt x="15340" y="14174"/>
                  </a:cubicBezTo>
                  <a:cubicBezTo>
                    <a:pt x="15377" y="14174"/>
                    <a:pt x="15439" y="14113"/>
                    <a:pt x="15476" y="14063"/>
                  </a:cubicBezTo>
                  <a:cubicBezTo>
                    <a:pt x="15525" y="14002"/>
                    <a:pt x="15575" y="14026"/>
                    <a:pt x="15599" y="14002"/>
                  </a:cubicBezTo>
                  <a:cubicBezTo>
                    <a:pt x="15612" y="13989"/>
                    <a:pt x="15612" y="13965"/>
                    <a:pt x="15636" y="13940"/>
                  </a:cubicBezTo>
                  <a:cubicBezTo>
                    <a:pt x="15648" y="13915"/>
                    <a:pt x="15673" y="13878"/>
                    <a:pt x="15698" y="13854"/>
                  </a:cubicBezTo>
                  <a:cubicBezTo>
                    <a:pt x="15710" y="13848"/>
                    <a:pt x="15722" y="13848"/>
                    <a:pt x="15742" y="13848"/>
                  </a:cubicBezTo>
                  <a:cubicBezTo>
                    <a:pt x="15762" y="13848"/>
                    <a:pt x="15790" y="13848"/>
                    <a:pt x="15833" y="13841"/>
                  </a:cubicBezTo>
                  <a:cubicBezTo>
                    <a:pt x="15920" y="13817"/>
                    <a:pt x="16043" y="13706"/>
                    <a:pt x="16141" y="13706"/>
                  </a:cubicBezTo>
                  <a:close/>
                  <a:moveTo>
                    <a:pt x="11743" y="27762"/>
                  </a:moveTo>
                  <a:cubicBezTo>
                    <a:pt x="11751" y="27762"/>
                    <a:pt x="11759" y="27763"/>
                    <a:pt x="11767" y="27765"/>
                  </a:cubicBezTo>
                  <a:cubicBezTo>
                    <a:pt x="11775" y="27767"/>
                    <a:pt x="11783" y="27767"/>
                    <a:pt x="11791" y="27767"/>
                  </a:cubicBezTo>
                  <a:cubicBezTo>
                    <a:pt x="11806" y="27767"/>
                    <a:pt x="11820" y="27765"/>
                    <a:pt x="11833" y="27765"/>
                  </a:cubicBezTo>
                  <a:cubicBezTo>
                    <a:pt x="11854" y="27765"/>
                    <a:pt x="11872" y="27771"/>
                    <a:pt x="11890" y="27802"/>
                  </a:cubicBezTo>
                  <a:lnTo>
                    <a:pt x="11915" y="27851"/>
                  </a:lnTo>
                  <a:cubicBezTo>
                    <a:pt x="11940" y="27888"/>
                    <a:pt x="11952" y="27913"/>
                    <a:pt x="11977" y="27913"/>
                  </a:cubicBezTo>
                  <a:cubicBezTo>
                    <a:pt x="12014" y="27913"/>
                    <a:pt x="12075" y="27913"/>
                    <a:pt x="12026" y="27949"/>
                  </a:cubicBezTo>
                  <a:cubicBezTo>
                    <a:pt x="11964" y="27986"/>
                    <a:pt x="11964" y="28060"/>
                    <a:pt x="11952" y="28122"/>
                  </a:cubicBezTo>
                  <a:cubicBezTo>
                    <a:pt x="11952" y="28134"/>
                    <a:pt x="11952" y="28147"/>
                    <a:pt x="11952" y="28159"/>
                  </a:cubicBezTo>
                  <a:cubicBezTo>
                    <a:pt x="11927" y="28208"/>
                    <a:pt x="11903" y="28258"/>
                    <a:pt x="11866" y="28307"/>
                  </a:cubicBezTo>
                  <a:cubicBezTo>
                    <a:pt x="11829" y="28344"/>
                    <a:pt x="11767" y="28430"/>
                    <a:pt x="11706" y="28430"/>
                  </a:cubicBezTo>
                  <a:cubicBezTo>
                    <a:pt x="11689" y="28430"/>
                    <a:pt x="11667" y="28419"/>
                    <a:pt x="11658" y="28419"/>
                  </a:cubicBezTo>
                  <a:cubicBezTo>
                    <a:pt x="11654" y="28419"/>
                    <a:pt x="11652" y="28422"/>
                    <a:pt x="11656" y="28430"/>
                  </a:cubicBezTo>
                  <a:cubicBezTo>
                    <a:pt x="11718" y="28455"/>
                    <a:pt x="11780" y="28467"/>
                    <a:pt x="11841" y="28479"/>
                  </a:cubicBezTo>
                  <a:cubicBezTo>
                    <a:pt x="11878" y="28479"/>
                    <a:pt x="11854" y="28553"/>
                    <a:pt x="11792" y="28553"/>
                  </a:cubicBezTo>
                  <a:cubicBezTo>
                    <a:pt x="11737" y="28553"/>
                    <a:pt x="11673" y="28514"/>
                    <a:pt x="11607" y="28514"/>
                  </a:cubicBezTo>
                  <a:cubicBezTo>
                    <a:pt x="11599" y="28514"/>
                    <a:pt x="11591" y="28515"/>
                    <a:pt x="11582" y="28516"/>
                  </a:cubicBezTo>
                  <a:cubicBezTo>
                    <a:pt x="11523" y="28516"/>
                    <a:pt x="11511" y="28564"/>
                    <a:pt x="11484" y="28564"/>
                  </a:cubicBezTo>
                  <a:cubicBezTo>
                    <a:pt x="11477" y="28564"/>
                    <a:pt x="11469" y="28561"/>
                    <a:pt x="11459" y="28553"/>
                  </a:cubicBezTo>
                  <a:cubicBezTo>
                    <a:pt x="11410" y="28529"/>
                    <a:pt x="11348" y="28492"/>
                    <a:pt x="11373" y="28405"/>
                  </a:cubicBezTo>
                  <a:cubicBezTo>
                    <a:pt x="11385" y="28307"/>
                    <a:pt x="11447" y="28221"/>
                    <a:pt x="11435" y="28159"/>
                  </a:cubicBezTo>
                  <a:cubicBezTo>
                    <a:pt x="11422" y="28097"/>
                    <a:pt x="11398" y="28097"/>
                    <a:pt x="11422" y="28048"/>
                  </a:cubicBezTo>
                  <a:cubicBezTo>
                    <a:pt x="11435" y="28011"/>
                    <a:pt x="11447" y="27925"/>
                    <a:pt x="11484" y="27900"/>
                  </a:cubicBezTo>
                  <a:cubicBezTo>
                    <a:pt x="11521" y="27876"/>
                    <a:pt x="11595" y="27863"/>
                    <a:pt x="11644" y="27814"/>
                  </a:cubicBezTo>
                  <a:lnTo>
                    <a:pt x="11644" y="27814"/>
                  </a:lnTo>
                  <a:lnTo>
                    <a:pt x="11632" y="27826"/>
                  </a:lnTo>
                  <a:cubicBezTo>
                    <a:pt x="11673" y="27785"/>
                    <a:pt x="11705" y="27762"/>
                    <a:pt x="11743" y="27762"/>
                  </a:cubicBezTo>
                  <a:close/>
                  <a:moveTo>
                    <a:pt x="10797" y="28855"/>
                  </a:moveTo>
                  <a:cubicBezTo>
                    <a:pt x="10800" y="28855"/>
                    <a:pt x="10803" y="28857"/>
                    <a:pt x="10806" y="28861"/>
                  </a:cubicBezTo>
                  <a:cubicBezTo>
                    <a:pt x="10843" y="28923"/>
                    <a:pt x="10868" y="28997"/>
                    <a:pt x="10892" y="29083"/>
                  </a:cubicBezTo>
                  <a:cubicBezTo>
                    <a:pt x="10905" y="29132"/>
                    <a:pt x="10917" y="29194"/>
                    <a:pt x="10917" y="29256"/>
                  </a:cubicBezTo>
                  <a:cubicBezTo>
                    <a:pt x="10917" y="29354"/>
                    <a:pt x="10991" y="29539"/>
                    <a:pt x="10991" y="29588"/>
                  </a:cubicBezTo>
                  <a:cubicBezTo>
                    <a:pt x="10991" y="29638"/>
                    <a:pt x="11040" y="29674"/>
                    <a:pt x="11065" y="29711"/>
                  </a:cubicBezTo>
                  <a:cubicBezTo>
                    <a:pt x="11077" y="29736"/>
                    <a:pt x="11065" y="29859"/>
                    <a:pt x="11077" y="29909"/>
                  </a:cubicBezTo>
                  <a:cubicBezTo>
                    <a:pt x="11102" y="29958"/>
                    <a:pt x="11200" y="30118"/>
                    <a:pt x="11188" y="30155"/>
                  </a:cubicBezTo>
                  <a:cubicBezTo>
                    <a:pt x="11188" y="30158"/>
                    <a:pt x="11186" y="30160"/>
                    <a:pt x="11183" y="30160"/>
                  </a:cubicBezTo>
                  <a:cubicBezTo>
                    <a:pt x="11174" y="30160"/>
                    <a:pt x="11154" y="30148"/>
                    <a:pt x="11127" y="30130"/>
                  </a:cubicBezTo>
                  <a:cubicBezTo>
                    <a:pt x="11114" y="30130"/>
                    <a:pt x="11114" y="30130"/>
                    <a:pt x="11102" y="30118"/>
                  </a:cubicBezTo>
                  <a:cubicBezTo>
                    <a:pt x="11065" y="30081"/>
                    <a:pt x="11028" y="30032"/>
                    <a:pt x="11028" y="29970"/>
                  </a:cubicBezTo>
                  <a:cubicBezTo>
                    <a:pt x="11016" y="29909"/>
                    <a:pt x="11028" y="29921"/>
                    <a:pt x="10991" y="29884"/>
                  </a:cubicBezTo>
                  <a:cubicBezTo>
                    <a:pt x="10929" y="29835"/>
                    <a:pt x="10880" y="29785"/>
                    <a:pt x="10855" y="29711"/>
                  </a:cubicBezTo>
                  <a:cubicBezTo>
                    <a:pt x="10843" y="29638"/>
                    <a:pt x="10855" y="29477"/>
                    <a:pt x="10843" y="29428"/>
                  </a:cubicBezTo>
                  <a:cubicBezTo>
                    <a:pt x="10819" y="29366"/>
                    <a:pt x="10782" y="29379"/>
                    <a:pt x="10782" y="29293"/>
                  </a:cubicBezTo>
                  <a:cubicBezTo>
                    <a:pt x="10770" y="29212"/>
                    <a:pt x="10759" y="28855"/>
                    <a:pt x="10797" y="28855"/>
                  </a:cubicBezTo>
                  <a:close/>
                  <a:moveTo>
                    <a:pt x="11883" y="30597"/>
                  </a:moveTo>
                  <a:cubicBezTo>
                    <a:pt x="11897" y="30597"/>
                    <a:pt x="11918" y="30604"/>
                    <a:pt x="11940" y="30611"/>
                  </a:cubicBezTo>
                  <a:cubicBezTo>
                    <a:pt x="11952" y="30623"/>
                    <a:pt x="11964" y="30623"/>
                    <a:pt x="11977" y="30636"/>
                  </a:cubicBezTo>
                  <a:cubicBezTo>
                    <a:pt x="12001" y="30722"/>
                    <a:pt x="12026" y="30820"/>
                    <a:pt x="12026" y="30907"/>
                  </a:cubicBezTo>
                  <a:cubicBezTo>
                    <a:pt x="12063" y="30968"/>
                    <a:pt x="12063" y="30981"/>
                    <a:pt x="12075" y="31042"/>
                  </a:cubicBezTo>
                  <a:cubicBezTo>
                    <a:pt x="12075" y="31054"/>
                    <a:pt x="12088" y="31067"/>
                    <a:pt x="12088" y="31091"/>
                  </a:cubicBezTo>
                  <a:cubicBezTo>
                    <a:pt x="12088" y="31116"/>
                    <a:pt x="12088" y="31141"/>
                    <a:pt x="12088" y="31178"/>
                  </a:cubicBezTo>
                  <a:cubicBezTo>
                    <a:pt x="12088" y="31239"/>
                    <a:pt x="12088" y="31301"/>
                    <a:pt x="12075" y="31363"/>
                  </a:cubicBezTo>
                  <a:cubicBezTo>
                    <a:pt x="12063" y="31424"/>
                    <a:pt x="12075" y="31486"/>
                    <a:pt x="12100" y="31535"/>
                  </a:cubicBezTo>
                  <a:cubicBezTo>
                    <a:pt x="12137" y="31572"/>
                    <a:pt x="12149" y="31671"/>
                    <a:pt x="12174" y="31683"/>
                  </a:cubicBezTo>
                  <a:cubicBezTo>
                    <a:pt x="12199" y="31708"/>
                    <a:pt x="12186" y="31732"/>
                    <a:pt x="12174" y="31769"/>
                  </a:cubicBezTo>
                  <a:cubicBezTo>
                    <a:pt x="12165" y="31797"/>
                    <a:pt x="12148" y="31831"/>
                    <a:pt x="12136" y="31831"/>
                  </a:cubicBezTo>
                  <a:cubicBezTo>
                    <a:pt x="12132" y="31831"/>
                    <a:pt x="12128" y="31828"/>
                    <a:pt x="12125" y="31818"/>
                  </a:cubicBezTo>
                  <a:cubicBezTo>
                    <a:pt x="12088" y="31757"/>
                    <a:pt x="12051" y="31794"/>
                    <a:pt x="12038" y="31732"/>
                  </a:cubicBezTo>
                  <a:cubicBezTo>
                    <a:pt x="12026" y="31683"/>
                    <a:pt x="12026" y="31683"/>
                    <a:pt x="12014" y="31621"/>
                  </a:cubicBezTo>
                  <a:cubicBezTo>
                    <a:pt x="12001" y="31560"/>
                    <a:pt x="11989" y="31523"/>
                    <a:pt x="11989" y="31473"/>
                  </a:cubicBezTo>
                  <a:cubicBezTo>
                    <a:pt x="11989" y="31412"/>
                    <a:pt x="12014" y="31399"/>
                    <a:pt x="11989" y="31338"/>
                  </a:cubicBezTo>
                  <a:cubicBezTo>
                    <a:pt x="11986" y="31327"/>
                    <a:pt x="11982" y="31324"/>
                    <a:pt x="11977" y="31324"/>
                  </a:cubicBezTo>
                  <a:cubicBezTo>
                    <a:pt x="11964" y="31324"/>
                    <a:pt x="11946" y="31347"/>
                    <a:pt x="11936" y="31347"/>
                  </a:cubicBezTo>
                  <a:cubicBezTo>
                    <a:pt x="11931" y="31347"/>
                    <a:pt x="11927" y="31341"/>
                    <a:pt x="11927" y="31326"/>
                  </a:cubicBezTo>
                  <a:cubicBezTo>
                    <a:pt x="11915" y="31276"/>
                    <a:pt x="11927" y="31239"/>
                    <a:pt x="11940" y="31202"/>
                  </a:cubicBezTo>
                  <a:cubicBezTo>
                    <a:pt x="11964" y="31153"/>
                    <a:pt x="11977" y="31104"/>
                    <a:pt x="11964" y="31042"/>
                  </a:cubicBezTo>
                  <a:cubicBezTo>
                    <a:pt x="11977" y="30968"/>
                    <a:pt x="11977" y="30894"/>
                    <a:pt x="11964" y="30833"/>
                  </a:cubicBezTo>
                  <a:cubicBezTo>
                    <a:pt x="11940" y="30734"/>
                    <a:pt x="11878" y="30636"/>
                    <a:pt x="11866" y="30611"/>
                  </a:cubicBezTo>
                  <a:cubicBezTo>
                    <a:pt x="11866" y="30600"/>
                    <a:pt x="11872" y="30597"/>
                    <a:pt x="11883" y="30597"/>
                  </a:cubicBezTo>
                  <a:close/>
                  <a:moveTo>
                    <a:pt x="28447" y="0"/>
                  </a:moveTo>
                  <a:cubicBezTo>
                    <a:pt x="28439" y="0"/>
                    <a:pt x="28432" y="2"/>
                    <a:pt x="28426" y="5"/>
                  </a:cubicBezTo>
                  <a:cubicBezTo>
                    <a:pt x="28340" y="29"/>
                    <a:pt x="28253" y="66"/>
                    <a:pt x="28167" y="78"/>
                  </a:cubicBezTo>
                  <a:cubicBezTo>
                    <a:pt x="28056" y="128"/>
                    <a:pt x="27945" y="202"/>
                    <a:pt x="27847" y="300"/>
                  </a:cubicBezTo>
                  <a:cubicBezTo>
                    <a:pt x="27797" y="374"/>
                    <a:pt x="27674" y="448"/>
                    <a:pt x="27699" y="497"/>
                  </a:cubicBezTo>
                  <a:cubicBezTo>
                    <a:pt x="27711" y="534"/>
                    <a:pt x="27760" y="522"/>
                    <a:pt x="27760" y="571"/>
                  </a:cubicBezTo>
                  <a:cubicBezTo>
                    <a:pt x="27760" y="621"/>
                    <a:pt x="27723" y="682"/>
                    <a:pt x="27773" y="695"/>
                  </a:cubicBezTo>
                  <a:cubicBezTo>
                    <a:pt x="27825" y="705"/>
                    <a:pt x="27956" y="777"/>
                    <a:pt x="27936" y="777"/>
                  </a:cubicBezTo>
                  <a:cubicBezTo>
                    <a:pt x="27932" y="777"/>
                    <a:pt x="27924" y="774"/>
                    <a:pt x="27908" y="768"/>
                  </a:cubicBezTo>
                  <a:cubicBezTo>
                    <a:pt x="27736" y="744"/>
                    <a:pt x="27551" y="744"/>
                    <a:pt x="27378" y="744"/>
                  </a:cubicBezTo>
                  <a:cubicBezTo>
                    <a:pt x="27326" y="736"/>
                    <a:pt x="27283" y="724"/>
                    <a:pt x="27265" y="724"/>
                  </a:cubicBezTo>
                  <a:cubicBezTo>
                    <a:pt x="27254" y="724"/>
                    <a:pt x="27253" y="729"/>
                    <a:pt x="27268" y="744"/>
                  </a:cubicBezTo>
                  <a:cubicBezTo>
                    <a:pt x="27317" y="793"/>
                    <a:pt x="27366" y="855"/>
                    <a:pt x="27415" y="916"/>
                  </a:cubicBezTo>
                  <a:cubicBezTo>
                    <a:pt x="27422" y="936"/>
                    <a:pt x="27422" y="949"/>
                    <a:pt x="27408" y="949"/>
                  </a:cubicBezTo>
                  <a:cubicBezTo>
                    <a:pt x="27397" y="949"/>
                    <a:pt x="27376" y="939"/>
                    <a:pt x="27341" y="916"/>
                  </a:cubicBezTo>
                  <a:cubicBezTo>
                    <a:pt x="27280" y="892"/>
                    <a:pt x="27218" y="867"/>
                    <a:pt x="27144" y="867"/>
                  </a:cubicBezTo>
                  <a:cubicBezTo>
                    <a:pt x="27095" y="879"/>
                    <a:pt x="27070" y="867"/>
                    <a:pt x="27021" y="916"/>
                  </a:cubicBezTo>
                  <a:cubicBezTo>
                    <a:pt x="27009" y="941"/>
                    <a:pt x="26972" y="953"/>
                    <a:pt x="26935" y="953"/>
                  </a:cubicBezTo>
                  <a:cubicBezTo>
                    <a:pt x="26923" y="953"/>
                    <a:pt x="26923" y="990"/>
                    <a:pt x="26886" y="990"/>
                  </a:cubicBezTo>
                  <a:cubicBezTo>
                    <a:pt x="26864" y="990"/>
                    <a:pt x="26847" y="998"/>
                    <a:pt x="26837" y="998"/>
                  </a:cubicBezTo>
                  <a:cubicBezTo>
                    <a:pt x="26828" y="998"/>
                    <a:pt x="26824" y="994"/>
                    <a:pt x="26824" y="978"/>
                  </a:cubicBezTo>
                  <a:cubicBezTo>
                    <a:pt x="26824" y="959"/>
                    <a:pt x="26824" y="917"/>
                    <a:pt x="26818" y="917"/>
                  </a:cubicBezTo>
                  <a:cubicBezTo>
                    <a:pt x="26816" y="917"/>
                    <a:pt x="26814" y="920"/>
                    <a:pt x="26812" y="929"/>
                  </a:cubicBezTo>
                  <a:cubicBezTo>
                    <a:pt x="26787" y="966"/>
                    <a:pt x="26738" y="1003"/>
                    <a:pt x="26701" y="1015"/>
                  </a:cubicBezTo>
                  <a:cubicBezTo>
                    <a:pt x="26665" y="1024"/>
                    <a:pt x="26597" y="1058"/>
                    <a:pt x="26581" y="1058"/>
                  </a:cubicBezTo>
                  <a:cubicBezTo>
                    <a:pt x="26575" y="1058"/>
                    <a:pt x="26576" y="1053"/>
                    <a:pt x="26590" y="1040"/>
                  </a:cubicBezTo>
                  <a:cubicBezTo>
                    <a:pt x="26651" y="990"/>
                    <a:pt x="26725" y="953"/>
                    <a:pt x="26651" y="953"/>
                  </a:cubicBezTo>
                  <a:cubicBezTo>
                    <a:pt x="26590" y="941"/>
                    <a:pt x="26528" y="941"/>
                    <a:pt x="26442" y="941"/>
                  </a:cubicBezTo>
                  <a:cubicBezTo>
                    <a:pt x="26343" y="941"/>
                    <a:pt x="26442" y="916"/>
                    <a:pt x="26442" y="892"/>
                  </a:cubicBezTo>
                  <a:cubicBezTo>
                    <a:pt x="26442" y="882"/>
                    <a:pt x="26505" y="838"/>
                    <a:pt x="26488" y="838"/>
                  </a:cubicBezTo>
                  <a:cubicBezTo>
                    <a:pt x="26483" y="838"/>
                    <a:pt x="26469" y="843"/>
                    <a:pt x="26442" y="855"/>
                  </a:cubicBezTo>
                  <a:cubicBezTo>
                    <a:pt x="26356" y="904"/>
                    <a:pt x="26270" y="941"/>
                    <a:pt x="26171" y="966"/>
                  </a:cubicBezTo>
                  <a:cubicBezTo>
                    <a:pt x="26085" y="978"/>
                    <a:pt x="26011" y="978"/>
                    <a:pt x="26023" y="1015"/>
                  </a:cubicBezTo>
                  <a:cubicBezTo>
                    <a:pt x="26035" y="1040"/>
                    <a:pt x="26048" y="1052"/>
                    <a:pt x="26134" y="1052"/>
                  </a:cubicBezTo>
                  <a:cubicBezTo>
                    <a:pt x="26220" y="1052"/>
                    <a:pt x="26220" y="1064"/>
                    <a:pt x="26159" y="1077"/>
                  </a:cubicBezTo>
                  <a:cubicBezTo>
                    <a:pt x="26097" y="1077"/>
                    <a:pt x="25863" y="1138"/>
                    <a:pt x="25789" y="1163"/>
                  </a:cubicBezTo>
                  <a:cubicBezTo>
                    <a:pt x="25727" y="1187"/>
                    <a:pt x="25764" y="1212"/>
                    <a:pt x="25666" y="1212"/>
                  </a:cubicBezTo>
                  <a:cubicBezTo>
                    <a:pt x="25653" y="1214"/>
                    <a:pt x="25640" y="1215"/>
                    <a:pt x="25628" y="1215"/>
                  </a:cubicBezTo>
                  <a:cubicBezTo>
                    <a:pt x="25582" y="1215"/>
                    <a:pt x="25542" y="1203"/>
                    <a:pt x="25505" y="1203"/>
                  </a:cubicBezTo>
                  <a:cubicBezTo>
                    <a:pt x="25489" y="1203"/>
                    <a:pt x="25472" y="1206"/>
                    <a:pt x="25456" y="1212"/>
                  </a:cubicBezTo>
                  <a:cubicBezTo>
                    <a:pt x="25395" y="1237"/>
                    <a:pt x="25382" y="1298"/>
                    <a:pt x="25308" y="1323"/>
                  </a:cubicBezTo>
                  <a:cubicBezTo>
                    <a:pt x="25289" y="1329"/>
                    <a:pt x="25272" y="1330"/>
                    <a:pt x="25257" y="1330"/>
                  </a:cubicBezTo>
                  <a:cubicBezTo>
                    <a:pt x="25230" y="1330"/>
                    <a:pt x="25209" y="1325"/>
                    <a:pt x="25192" y="1325"/>
                  </a:cubicBezTo>
                  <a:cubicBezTo>
                    <a:pt x="25176" y="1325"/>
                    <a:pt x="25162" y="1329"/>
                    <a:pt x="25148" y="1348"/>
                  </a:cubicBezTo>
                  <a:cubicBezTo>
                    <a:pt x="25111" y="1385"/>
                    <a:pt x="25013" y="1483"/>
                    <a:pt x="24963" y="1495"/>
                  </a:cubicBezTo>
                  <a:cubicBezTo>
                    <a:pt x="24951" y="1500"/>
                    <a:pt x="24935" y="1501"/>
                    <a:pt x="24915" y="1501"/>
                  </a:cubicBezTo>
                  <a:cubicBezTo>
                    <a:pt x="24874" y="1501"/>
                    <a:pt x="24820" y="1495"/>
                    <a:pt x="24754" y="1495"/>
                  </a:cubicBezTo>
                  <a:cubicBezTo>
                    <a:pt x="24668" y="1495"/>
                    <a:pt x="24742" y="1520"/>
                    <a:pt x="24803" y="1545"/>
                  </a:cubicBezTo>
                  <a:cubicBezTo>
                    <a:pt x="24865" y="1569"/>
                    <a:pt x="24890" y="1594"/>
                    <a:pt x="24816" y="1606"/>
                  </a:cubicBezTo>
                  <a:cubicBezTo>
                    <a:pt x="24754" y="1606"/>
                    <a:pt x="24446" y="1619"/>
                    <a:pt x="24569" y="1619"/>
                  </a:cubicBezTo>
                  <a:cubicBezTo>
                    <a:pt x="24692" y="1631"/>
                    <a:pt x="24791" y="1643"/>
                    <a:pt x="24705" y="1643"/>
                  </a:cubicBezTo>
                  <a:cubicBezTo>
                    <a:pt x="24618" y="1643"/>
                    <a:pt x="24581" y="1643"/>
                    <a:pt x="24631" y="1656"/>
                  </a:cubicBezTo>
                  <a:cubicBezTo>
                    <a:pt x="24680" y="1656"/>
                    <a:pt x="24791" y="1705"/>
                    <a:pt x="24692" y="1705"/>
                  </a:cubicBezTo>
                  <a:cubicBezTo>
                    <a:pt x="24594" y="1717"/>
                    <a:pt x="24692" y="1730"/>
                    <a:pt x="24668" y="1754"/>
                  </a:cubicBezTo>
                  <a:cubicBezTo>
                    <a:pt x="24640" y="1764"/>
                    <a:pt x="24633" y="1787"/>
                    <a:pt x="24610" y="1787"/>
                  </a:cubicBezTo>
                  <a:cubicBezTo>
                    <a:pt x="24602" y="1787"/>
                    <a:pt x="24593" y="1785"/>
                    <a:pt x="24581" y="1779"/>
                  </a:cubicBezTo>
                  <a:cubicBezTo>
                    <a:pt x="24548" y="1765"/>
                    <a:pt x="24506" y="1756"/>
                    <a:pt x="24488" y="1756"/>
                  </a:cubicBezTo>
                  <a:cubicBezTo>
                    <a:pt x="24473" y="1756"/>
                    <a:pt x="24474" y="1762"/>
                    <a:pt x="24508" y="1779"/>
                  </a:cubicBezTo>
                  <a:cubicBezTo>
                    <a:pt x="24569" y="1828"/>
                    <a:pt x="24631" y="1853"/>
                    <a:pt x="24606" y="1865"/>
                  </a:cubicBezTo>
                  <a:cubicBezTo>
                    <a:pt x="24581" y="1877"/>
                    <a:pt x="24508" y="1865"/>
                    <a:pt x="24557" y="1902"/>
                  </a:cubicBezTo>
                  <a:cubicBezTo>
                    <a:pt x="24606" y="1927"/>
                    <a:pt x="24729" y="1951"/>
                    <a:pt x="24692" y="1964"/>
                  </a:cubicBezTo>
                  <a:cubicBezTo>
                    <a:pt x="24668" y="1988"/>
                    <a:pt x="24631" y="2013"/>
                    <a:pt x="24680" y="2062"/>
                  </a:cubicBezTo>
                  <a:cubicBezTo>
                    <a:pt x="24717" y="2112"/>
                    <a:pt x="24754" y="2161"/>
                    <a:pt x="24729" y="2185"/>
                  </a:cubicBezTo>
                  <a:cubicBezTo>
                    <a:pt x="24692" y="2198"/>
                    <a:pt x="24446" y="2198"/>
                    <a:pt x="24397" y="2235"/>
                  </a:cubicBezTo>
                  <a:cubicBezTo>
                    <a:pt x="24356" y="2265"/>
                    <a:pt x="24341" y="2287"/>
                    <a:pt x="24295" y="2287"/>
                  </a:cubicBezTo>
                  <a:cubicBezTo>
                    <a:pt x="24285" y="2287"/>
                    <a:pt x="24274" y="2286"/>
                    <a:pt x="24261" y="2284"/>
                  </a:cubicBezTo>
                  <a:cubicBezTo>
                    <a:pt x="24230" y="2278"/>
                    <a:pt x="24196" y="2275"/>
                    <a:pt x="24163" y="2275"/>
                  </a:cubicBezTo>
                  <a:cubicBezTo>
                    <a:pt x="24129" y="2275"/>
                    <a:pt x="24095" y="2278"/>
                    <a:pt x="24064" y="2284"/>
                  </a:cubicBezTo>
                  <a:cubicBezTo>
                    <a:pt x="23953" y="2284"/>
                    <a:pt x="23497" y="2321"/>
                    <a:pt x="23374" y="2333"/>
                  </a:cubicBezTo>
                  <a:cubicBezTo>
                    <a:pt x="23263" y="2358"/>
                    <a:pt x="23177" y="2506"/>
                    <a:pt x="23226" y="2592"/>
                  </a:cubicBezTo>
                  <a:cubicBezTo>
                    <a:pt x="23275" y="2666"/>
                    <a:pt x="23300" y="2703"/>
                    <a:pt x="23275" y="2740"/>
                  </a:cubicBezTo>
                  <a:cubicBezTo>
                    <a:pt x="23238" y="2838"/>
                    <a:pt x="23275" y="2949"/>
                    <a:pt x="23362" y="2999"/>
                  </a:cubicBezTo>
                  <a:cubicBezTo>
                    <a:pt x="23413" y="3024"/>
                    <a:pt x="23458" y="3026"/>
                    <a:pt x="23496" y="3026"/>
                  </a:cubicBezTo>
                  <a:cubicBezTo>
                    <a:pt x="23504" y="3026"/>
                    <a:pt x="23512" y="3026"/>
                    <a:pt x="23519" y="3026"/>
                  </a:cubicBezTo>
                  <a:cubicBezTo>
                    <a:pt x="23562" y="3026"/>
                    <a:pt x="23596" y="3029"/>
                    <a:pt x="23620" y="3073"/>
                  </a:cubicBezTo>
                  <a:cubicBezTo>
                    <a:pt x="23670" y="3159"/>
                    <a:pt x="23756" y="3319"/>
                    <a:pt x="23719" y="3319"/>
                  </a:cubicBezTo>
                  <a:cubicBezTo>
                    <a:pt x="23657" y="3331"/>
                    <a:pt x="23608" y="3331"/>
                    <a:pt x="23546" y="3331"/>
                  </a:cubicBezTo>
                  <a:cubicBezTo>
                    <a:pt x="23485" y="3331"/>
                    <a:pt x="23448" y="3294"/>
                    <a:pt x="23362" y="3220"/>
                  </a:cubicBezTo>
                  <a:cubicBezTo>
                    <a:pt x="23226" y="3122"/>
                    <a:pt x="23078" y="3048"/>
                    <a:pt x="22918" y="3011"/>
                  </a:cubicBezTo>
                  <a:cubicBezTo>
                    <a:pt x="22844" y="2999"/>
                    <a:pt x="22696" y="3011"/>
                    <a:pt x="22684" y="2974"/>
                  </a:cubicBezTo>
                  <a:cubicBezTo>
                    <a:pt x="22672" y="2937"/>
                    <a:pt x="22709" y="2925"/>
                    <a:pt x="22684" y="2912"/>
                  </a:cubicBezTo>
                  <a:cubicBezTo>
                    <a:pt x="22663" y="2898"/>
                    <a:pt x="22604" y="2884"/>
                    <a:pt x="22552" y="2884"/>
                  </a:cubicBezTo>
                  <a:cubicBezTo>
                    <a:pt x="22513" y="2884"/>
                    <a:pt x="22478" y="2892"/>
                    <a:pt x="22462" y="2912"/>
                  </a:cubicBezTo>
                  <a:cubicBezTo>
                    <a:pt x="22425" y="2962"/>
                    <a:pt x="22351" y="2974"/>
                    <a:pt x="22401" y="2986"/>
                  </a:cubicBezTo>
                  <a:cubicBezTo>
                    <a:pt x="22438" y="2999"/>
                    <a:pt x="22635" y="3036"/>
                    <a:pt x="22598" y="3048"/>
                  </a:cubicBezTo>
                  <a:cubicBezTo>
                    <a:pt x="22548" y="3060"/>
                    <a:pt x="22475" y="3060"/>
                    <a:pt x="22487" y="3097"/>
                  </a:cubicBezTo>
                  <a:cubicBezTo>
                    <a:pt x="22511" y="3122"/>
                    <a:pt x="22659" y="3110"/>
                    <a:pt x="22659" y="3159"/>
                  </a:cubicBezTo>
                  <a:cubicBezTo>
                    <a:pt x="22659" y="3208"/>
                    <a:pt x="22684" y="3282"/>
                    <a:pt x="22647" y="3282"/>
                  </a:cubicBezTo>
                  <a:cubicBezTo>
                    <a:pt x="22585" y="3282"/>
                    <a:pt x="22524" y="3270"/>
                    <a:pt x="22475" y="3233"/>
                  </a:cubicBezTo>
                  <a:cubicBezTo>
                    <a:pt x="22435" y="3213"/>
                    <a:pt x="22387" y="3177"/>
                    <a:pt x="22337" y="3177"/>
                  </a:cubicBezTo>
                  <a:cubicBezTo>
                    <a:pt x="22326" y="3177"/>
                    <a:pt x="22314" y="3179"/>
                    <a:pt x="22302" y="3183"/>
                  </a:cubicBezTo>
                  <a:cubicBezTo>
                    <a:pt x="22228" y="3208"/>
                    <a:pt x="22166" y="3183"/>
                    <a:pt x="22203" y="3319"/>
                  </a:cubicBezTo>
                  <a:cubicBezTo>
                    <a:pt x="22253" y="3455"/>
                    <a:pt x="22302" y="3430"/>
                    <a:pt x="22401" y="3479"/>
                  </a:cubicBezTo>
                  <a:cubicBezTo>
                    <a:pt x="22511" y="3516"/>
                    <a:pt x="22511" y="3492"/>
                    <a:pt x="22598" y="3553"/>
                  </a:cubicBezTo>
                  <a:cubicBezTo>
                    <a:pt x="22684" y="3602"/>
                    <a:pt x="22709" y="3627"/>
                    <a:pt x="22733" y="3664"/>
                  </a:cubicBezTo>
                  <a:cubicBezTo>
                    <a:pt x="22742" y="3691"/>
                    <a:pt x="22764" y="3711"/>
                    <a:pt x="22789" y="3711"/>
                  </a:cubicBezTo>
                  <a:cubicBezTo>
                    <a:pt x="22799" y="3711"/>
                    <a:pt x="22809" y="3708"/>
                    <a:pt x="22820" y="3701"/>
                  </a:cubicBezTo>
                  <a:cubicBezTo>
                    <a:pt x="22824" y="3700"/>
                    <a:pt x="22827" y="3699"/>
                    <a:pt x="22831" y="3699"/>
                  </a:cubicBezTo>
                  <a:cubicBezTo>
                    <a:pt x="22858" y="3699"/>
                    <a:pt x="22863" y="3738"/>
                    <a:pt x="22820" y="3738"/>
                  </a:cubicBezTo>
                  <a:cubicBezTo>
                    <a:pt x="22795" y="3738"/>
                    <a:pt x="22743" y="3754"/>
                    <a:pt x="22700" y="3754"/>
                  </a:cubicBezTo>
                  <a:cubicBezTo>
                    <a:pt x="22679" y="3754"/>
                    <a:pt x="22659" y="3750"/>
                    <a:pt x="22647" y="3738"/>
                  </a:cubicBezTo>
                  <a:cubicBezTo>
                    <a:pt x="22610" y="3676"/>
                    <a:pt x="22548" y="3627"/>
                    <a:pt x="22475" y="3615"/>
                  </a:cubicBezTo>
                  <a:cubicBezTo>
                    <a:pt x="22401" y="3590"/>
                    <a:pt x="22093" y="3590"/>
                    <a:pt x="22043" y="3553"/>
                  </a:cubicBezTo>
                  <a:cubicBezTo>
                    <a:pt x="21994" y="3504"/>
                    <a:pt x="21994" y="3479"/>
                    <a:pt x="22019" y="3455"/>
                  </a:cubicBezTo>
                  <a:cubicBezTo>
                    <a:pt x="22031" y="3430"/>
                    <a:pt x="22056" y="3430"/>
                    <a:pt x="22031" y="3381"/>
                  </a:cubicBezTo>
                  <a:cubicBezTo>
                    <a:pt x="22006" y="3319"/>
                    <a:pt x="21982" y="3319"/>
                    <a:pt x="21994" y="3257"/>
                  </a:cubicBezTo>
                  <a:cubicBezTo>
                    <a:pt x="22031" y="3171"/>
                    <a:pt x="22056" y="3085"/>
                    <a:pt x="22068" y="2999"/>
                  </a:cubicBezTo>
                  <a:cubicBezTo>
                    <a:pt x="22068" y="2925"/>
                    <a:pt x="22068" y="2814"/>
                    <a:pt x="22006" y="2789"/>
                  </a:cubicBezTo>
                  <a:cubicBezTo>
                    <a:pt x="21967" y="2766"/>
                    <a:pt x="21948" y="2757"/>
                    <a:pt x="21933" y="2757"/>
                  </a:cubicBezTo>
                  <a:cubicBezTo>
                    <a:pt x="21924" y="2757"/>
                    <a:pt x="21917" y="2760"/>
                    <a:pt x="21908" y="2765"/>
                  </a:cubicBezTo>
                  <a:cubicBezTo>
                    <a:pt x="21895" y="2789"/>
                    <a:pt x="21908" y="2814"/>
                    <a:pt x="21920" y="2863"/>
                  </a:cubicBezTo>
                  <a:cubicBezTo>
                    <a:pt x="21932" y="2925"/>
                    <a:pt x="21932" y="2986"/>
                    <a:pt x="21920" y="3048"/>
                  </a:cubicBezTo>
                  <a:cubicBezTo>
                    <a:pt x="21908" y="3110"/>
                    <a:pt x="21858" y="3171"/>
                    <a:pt x="21797" y="3196"/>
                  </a:cubicBezTo>
                  <a:cubicBezTo>
                    <a:pt x="21723" y="3233"/>
                    <a:pt x="21649" y="3233"/>
                    <a:pt x="21624" y="3282"/>
                  </a:cubicBezTo>
                  <a:cubicBezTo>
                    <a:pt x="21575" y="3356"/>
                    <a:pt x="21526" y="3418"/>
                    <a:pt x="21489" y="3492"/>
                  </a:cubicBezTo>
                  <a:cubicBezTo>
                    <a:pt x="21489" y="3528"/>
                    <a:pt x="21489" y="3492"/>
                    <a:pt x="21550" y="3553"/>
                  </a:cubicBezTo>
                  <a:cubicBezTo>
                    <a:pt x="21624" y="3652"/>
                    <a:pt x="21698" y="3763"/>
                    <a:pt x="21748" y="3873"/>
                  </a:cubicBezTo>
                  <a:cubicBezTo>
                    <a:pt x="21785" y="3923"/>
                    <a:pt x="21760" y="3935"/>
                    <a:pt x="21735" y="3972"/>
                  </a:cubicBezTo>
                  <a:cubicBezTo>
                    <a:pt x="21686" y="4058"/>
                    <a:pt x="21649" y="4145"/>
                    <a:pt x="21624" y="4231"/>
                  </a:cubicBezTo>
                  <a:cubicBezTo>
                    <a:pt x="21587" y="4329"/>
                    <a:pt x="21575" y="4391"/>
                    <a:pt x="21587" y="4403"/>
                  </a:cubicBezTo>
                  <a:cubicBezTo>
                    <a:pt x="21612" y="4428"/>
                    <a:pt x="21624" y="4465"/>
                    <a:pt x="21624" y="4502"/>
                  </a:cubicBezTo>
                  <a:cubicBezTo>
                    <a:pt x="21624" y="4537"/>
                    <a:pt x="21647" y="4651"/>
                    <a:pt x="21681" y="4651"/>
                  </a:cubicBezTo>
                  <a:cubicBezTo>
                    <a:pt x="21682" y="4651"/>
                    <a:pt x="21684" y="4650"/>
                    <a:pt x="21686" y="4650"/>
                  </a:cubicBezTo>
                  <a:cubicBezTo>
                    <a:pt x="21723" y="4637"/>
                    <a:pt x="21723" y="4625"/>
                    <a:pt x="21760" y="4625"/>
                  </a:cubicBezTo>
                  <a:cubicBezTo>
                    <a:pt x="21809" y="4625"/>
                    <a:pt x="21785" y="4650"/>
                    <a:pt x="21846" y="4650"/>
                  </a:cubicBezTo>
                  <a:cubicBezTo>
                    <a:pt x="21908" y="4637"/>
                    <a:pt x="21945" y="4563"/>
                    <a:pt x="22019" y="4563"/>
                  </a:cubicBezTo>
                  <a:cubicBezTo>
                    <a:pt x="22117" y="4576"/>
                    <a:pt x="22203" y="4588"/>
                    <a:pt x="22302" y="4625"/>
                  </a:cubicBezTo>
                  <a:cubicBezTo>
                    <a:pt x="22376" y="4637"/>
                    <a:pt x="22438" y="4674"/>
                    <a:pt x="22487" y="4736"/>
                  </a:cubicBezTo>
                  <a:cubicBezTo>
                    <a:pt x="22548" y="4785"/>
                    <a:pt x="22585" y="4859"/>
                    <a:pt x="22610" y="4933"/>
                  </a:cubicBezTo>
                  <a:cubicBezTo>
                    <a:pt x="22635" y="4970"/>
                    <a:pt x="22635" y="5007"/>
                    <a:pt x="22610" y="5044"/>
                  </a:cubicBezTo>
                  <a:cubicBezTo>
                    <a:pt x="22573" y="5093"/>
                    <a:pt x="22536" y="5143"/>
                    <a:pt x="22511" y="5204"/>
                  </a:cubicBezTo>
                  <a:cubicBezTo>
                    <a:pt x="22511" y="5229"/>
                    <a:pt x="22548" y="5253"/>
                    <a:pt x="22622" y="5290"/>
                  </a:cubicBezTo>
                  <a:cubicBezTo>
                    <a:pt x="22709" y="5327"/>
                    <a:pt x="22893" y="5377"/>
                    <a:pt x="22832" y="5377"/>
                  </a:cubicBezTo>
                  <a:cubicBezTo>
                    <a:pt x="22791" y="5377"/>
                    <a:pt x="22700" y="5388"/>
                    <a:pt x="22634" y="5388"/>
                  </a:cubicBezTo>
                  <a:cubicBezTo>
                    <a:pt x="22600" y="5388"/>
                    <a:pt x="22573" y="5385"/>
                    <a:pt x="22561" y="5377"/>
                  </a:cubicBezTo>
                  <a:cubicBezTo>
                    <a:pt x="22524" y="5352"/>
                    <a:pt x="22487" y="5340"/>
                    <a:pt x="22450" y="5327"/>
                  </a:cubicBezTo>
                  <a:cubicBezTo>
                    <a:pt x="22450" y="5303"/>
                    <a:pt x="22450" y="5278"/>
                    <a:pt x="22450" y="5266"/>
                  </a:cubicBezTo>
                  <a:cubicBezTo>
                    <a:pt x="22450" y="5204"/>
                    <a:pt x="22388" y="5192"/>
                    <a:pt x="22401" y="5155"/>
                  </a:cubicBezTo>
                  <a:cubicBezTo>
                    <a:pt x="22425" y="5118"/>
                    <a:pt x="22499" y="5032"/>
                    <a:pt x="22462" y="4970"/>
                  </a:cubicBezTo>
                  <a:cubicBezTo>
                    <a:pt x="22413" y="4908"/>
                    <a:pt x="22351" y="4933"/>
                    <a:pt x="22327" y="4859"/>
                  </a:cubicBezTo>
                  <a:cubicBezTo>
                    <a:pt x="22302" y="4798"/>
                    <a:pt x="22314" y="4748"/>
                    <a:pt x="22240" y="4736"/>
                  </a:cubicBezTo>
                  <a:cubicBezTo>
                    <a:pt x="22228" y="4732"/>
                    <a:pt x="22215" y="4730"/>
                    <a:pt x="22202" y="4730"/>
                  </a:cubicBezTo>
                  <a:cubicBezTo>
                    <a:pt x="22145" y="4730"/>
                    <a:pt x="22085" y="4762"/>
                    <a:pt x="22036" y="4762"/>
                  </a:cubicBezTo>
                  <a:cubicBezTo>
                    <a:pt x="22030" y="4762"/>
                    <a:pt x="22024" y="4762"/>
                    <a:pt x="22019" y="4761"/>
                  </a:cubicBezTo>
                  <a:cubicBezTo>
                    <a:pt x="21945" y="4761"/>
                    <a:pt x="21871" y="4785"/>
                    <a:pt x="21809" y="4835"/>
                  </a:cubicBezTo>
                  <a:cubicBezTo>
                    <a:pt x="21772" y="4872"/>
                    <a:pt x="21871" y="4884"/>
                    <a:pt x="21834" y="4908"/>
                  </a:cubicBezTo>
                  <a:cubicBezTo>
                    <a:pt x="21797" y="4921"/>
                    <a:pt x="21760" y="5007"/>
                    <a:pt x="21772" y="5032"/>
                  </a:cubicBezTo>
                  <a:cubicBezTo>
                    <a:pt x="21809" y="5044"/>
                    <a:pt x="21846" y="5081"/>
                    <a:pt x="21846" y="5118"/>
                  </a:cubicBezTo>
                  <a:cubicBezTo>
                    <a:pt x="21858" y="5180"/>
                    <a:pt x="21883" y="5266"/>
                    <a:pt x="21846" y="5303"/>
                  </a:cubicBezTo>
                  <a:cubicBezTo>
                    <a:pt x="21821" y="5352"/>
                    <a:pt x="21698" y="5463"/>
                    <a:pt x="21686" y="5500"/>
                  </a:cubicBezTo>
                  <a:cubicBezTo>
                    <a:pt x="21674" y="5525"/>
                    <a:pt x="21637" y="5648"/>
                    <a:pt x="21600" y="5697"/>
                  </a:cubicBezTo>
                  <a:cubicBezTo>
                    <a:pt x="21550" y="5734"/>
                    <a:pt x="21304" y="5820"/>
                    <a:pt x="21292" y="5870"/>
                  </a:cubicBezTo>
                  <a:cubicBezTo>
                    <a:pt x="21267" y="5931"/>
                    <a:pt x="21279" y="5993"/>
                    <a:pt x="21218" y="6005"/>
                  </a:cubicBezTo>
                  <a:cubicBezTo>
                    <a:pt x="21181" y="6005"/>
                    <a:pt x="21132" y="5993"/>
                    <a:pt x="21082" y="5980"/>
                  </a:cubicBezTo>
                  <a:cubicBezTo>
                    <a:pt x="21043" y="5957"/>
                    <a:pt x="20999" y="5948"/>
                    <a:pt x="20953" y="5948"/>
                  </a:cubicBezTo>
                  <a:cubicBezTo>
                    <a:pt x="20927" y="5948"/>
                    <a:pt x="20900" y="5951"/>
                    <a:pt x="20873" y="5956"/>
                  </a:cubicBezTo>
                  <a:cubicBezTo>
                    <a:pt x="20857" y="5959"/>
                    <a:pt x="20842" y="5960"/>
                    <a:pt x="20827" y="5960"/>
                  </a:cubicBezTo>
                  <a:cubicBezTo>
                    <a:pt x="20781" y="5960"/>
                    <a:pt x="20737" y="5947"/>
                    <a:pt x="20700" y="5919"/>
                  </a:cubicBezTo>
                  <a:cubicBezTo>
                    <a:pt x="20676" y="5900"/>
                    <a:pt x="20642" y="5900"/>
                    <a:pt x="20611" y="5900"/>
                  </a:cubicBezTo>
                  <a:cubicBezTo>
                    <a:pt x="20580" y="5900"/>
                    <a:pt x="20552" y="5900"/>
                    <a:pt x="20540" y="5882"/>
                  </a:cubicBezTo>
                  <a:cubicBezTo>
                    <a:pt x="20515" y="5845"/>
                    <a:pt x="20528" y="5796"/>
                    <a:pt x="20503" y="5771"/>
                  </a:cubicBezTo>
                  <a:cubicBezTo>
                    <a:pt x="20491" y="5752"/>
                    <a:pt x="20506" y="5746"/>
                    <a:pt x="20528" y="5746"/>
                  </a:cubicBezTo>
                  <a:cubicBezTo>
                    <a:pt x="20549" y="5746"/>
                    <a:pt x="20577" y="5752"/>
                    <a:pt x="20589" y="5759"/>
                  </a:cubicBezTo>
                  <a:cubicBezTo>
                    <a:pt x="20614" y="5771"/>
                    <a:pt x="20589" y="5783"/>
                    <a:pt x="20614" y="5833"/>
                  </a:cubicBezTo>
                  <a:cubicBezTo>
                    <a:pt x="20626" y="5870"/>
                    <a:pt x="20663" y="5882"/>
                    <a:pt x="20700" y="5882"/>
                  </a:cubicBezTo>
                  <a:cubicBezTo>
                    <a:pt x="20725" y="5882"/>
                    <a:pt x="20725" y="5820"/>
                    <a:pt x="20750" y="5796"/>
                  </a:cubicBezTo>
                  <a:cubicBezTo>
                    <a:pt x="20765" y="5791"/>
                    <a:pt x="20776" y="5788"/>
                    <a:pt x="20785" y="5788"/>
                  </a:cubicBezTo>
                  <a:cubicBezTo>
                    <a:pt x="20797" y="5788"/>
                    <a:pt x="20804" y="5793"/>
                    <a:pt x="20811" y="5808"/>
                  </a:cubicBezTo>
                  <a:cubicBezTo>
                    <a:pt x="20823" y="5833"/>
                    <a:pt x="20823" y="5870"/>
                    <a:pt x="20860" y="5870"/>
                  </a:cubicBezTo>
                  <a:cubicBezTo>
                    <a:pt x="20897" y="5870"/>
                    <a:pt x="21070" y="5845"/>
                    <a:pt x="21082" y="5808"/>
                  </a:cubicBezTo>
                  <a:cubicBezTo>
                    <a:pt x="21095" y="5771"/>
                    <a:pt x="21045" y="5746"/>
                    <a:pt x="21045" y="5746"/>
                  </a:cubicBezTo>
                  <a:cubicBezTo>
                    <a:pt x="21045" y="5746"/>
                    <a:pt x="21033" y="5709"/>
                    <a:pt x="21082" y="5697"/>
                  </a:cubicBezTo>
                  <a:cubicBezTo>
                    <a:pt x="21119" y="5672"/>
                    <a:pt x="21119" y="5672"/>
                    <a:pt x="21168" y="5623"/>
                  </a:cubicBezTo>
                  <a:cubicBezTo>
                    <a:pt x="21218" y="5574"/>
                    <a:pt x="21292" y="5549"/>
                    <a:pt x="21304" y="5488"/>
                  </a:cubicBezTo>
                  <a:cubicBezTo>
                    <a:pt x="21316" y="5426"/>
                    <a:pt x="21304" y="5414"/>
                    <a:pt x="21378" y="5401"/>
                  </a:cubicBezTo>
                  <a:cubicBezTo>
                    <a:pt x="21452" y="5389"/>
                    <a:pt x="21501" y="5315"/>
                    <a:pt x="21489" y="5241"/>
                  </a:cubicBezTo>
                  <a:cubicBezTo>
                    <a:pt x="21476" y="5155"/>
                    <a:pt x="21440" y="5093"/>
                    <a:pt x="21489" y="5044"/>
                  </a:cubicBezTo>
                  <a:cubicBezTo>
                    <a:pt x="21538" y="5007"/>
                    <a:pt x="21600" y="4995"/>
                    <a:pt x="21575" y="4945"/>
                  </a:cubicBezTo>
                  <a:cubicBezTo>
                    <a:pt x="21538" y="4908"/>
                    <a:pt x="21366" y="4884"/>
                    <a:pt x="21341" y="4699"/>
                  </a:cubicBezTo>
                  <a:cubicBezTo>
                    <a:pt x="21329" y="4551"/>
                    <a:pt x="21329" y="4416"/>
                    <a:pt x="21341" y="4280"/>
                  </a:cubicBezTo>
                  <a:cubicBezTo>
                    <a:pt x="21341" y="4120"/>
                    <a:pt x="21304" y="4046"/>
                    <a:pt x="21341" y="4021"/>
                  </a:cubicBezTo>
                  <a:cubicBezTo>
                    <a:pt x="21378" y="3984"/>
                    <a:pt x="21464" y="3861"/>
                    <a:pt x="21403" y="3763"/>
                  </a:cubicBezTo>
                  <a:cubicBezTo>
                    <a:pt x="21329" y="3652"/>
                    <a:pt x="21156" y="3528"/>
                    <a:pt x="21168" y="3467"/>
                  </a:cubicBezTo>
                  <a:cubicBezTo>
                    <a:pt x="21181" y="3418"/>
                    <a:pt x="21267" y="3405"/>
                    <a:pt x="21304" y="3294"/>
                  </a:cubicBezTo>
                  <a:cubicBezTo>
                    <a:pt x="21341" y="3220"/>
                    <a:pt x="21366" y="3134"/>
                    <a:pt x="21390" y="3060"/>
                  </a:cubicBezTo>
                  <a:cubicBezTo>
                    <a:pt x="21403" y="2974"/>
                    <a:pt x="21464" y="2851"/>
                    <a:pt x="21341" y="2814"/>
                  </a:cubicBezTo>
                  <a:cubicBezTo>
                    <a:pt x="21230" y="2777"/>
                    <a:pt x="21181" y="2715"/>
                    <a:pt x="21058" y="2715"/>
                  </a:cubicBezTo>
                  <a:cubicBezTo>
                    <a:pt x="20922" y="2715"/>
                    <a:pt x="20774" y="2715"/>
                    <a:pt x="20626" y="2691"/>
                  </a:cubicBezTo>
                  <a:cubicBezTo>
                    <a:pt x="20624" y="2690"/>
                    <a:pt x="20621" y="2690"/>
                    <a:pt x="20619" y="2690"/>
                  </a:cubicBezTo>
                  <a:cubicBezTo>
                    <a:pt x="20562" y="2690"/>
                    <a:pt x="20525" y="2820"/>
                    <a:pt x="20466" y="2962"/>
                  </a:cubicBezTo>
                  <a:cubicBezTo>
                    <a:pt x="20417" y="3110"/>
                    <a:pt x="20368" y="3294"/>
                    <a:pt x="20269" y="3381"/>
                  </a:cubicBezTo>
                  <a:cubicBezTo>
                    <a:pt x="20170" y="3455"/>
                    <a:pt x="19998" y="3578"/>
                    <a:pt x="19961" y="3615"/>
                  </a:cubicBezTo>
                  <a:cubicBezTo>
                    <a:pt x="19924" y="3639"/>
                    <a:pt x="19936" y="3664"/>
                    <a:pt x="19936" y="3701"/>
                  </a:cubicBezTo>
                  <a:cubicBezTo>
                    <a:pt x="19924" y="3738"/>
                    <a:pt x="19924" y="3775"/>
                    <a:pt x="19936" y="3775"/>
                  </a:cubicBezTo>
                  <a:cubicBezTo>
                    <a:pt x="19949" y="3775"/>
                    <a:pt x="19986" y="3769"/>
                    <a:pt x="20019" y="3769"/>
                  </a:cubicBezTo>
                  <a:cubicBezTo>
                    <a:pt x="20053" y="3769"/>
                    <a:pt x="20084" y="3775"/>
                    <a:pt x="20084" y="3800"/>
                  </a:cubicBezTo>
                  <a:cubicBezTo>
                    <a:pt x="20072" y="3849"/>
                    <a:pt x="20072" y="3898"/>
                    <a:pt x="20072" y="3947"/>
                  </a:cubicBezTo>
                  <a:cubicBezTo>
                    <a:pt x="20060" y="3997"/>
                    <a:pt x="20047" y="4046"/>
                    <a:pt x="20035" y="4108"/>
                  </a:cubicBezTo>
                  <a:cubicBezTo>
                    <a:pt x="20035" y="4120"/>
                    <a:pt x="20072" y="4157"/>
                    <a:pt x="20047" y="4194"/>
                  </a:cubicBezTo>
                  <a:cubicBezTo>
                    <a:pt x="20010" y="4243"/>
                    <a:pt x="19949" y="4231"/>
                    <a:pt x="19936" y="4280"/>
                  </a:cubicBezTo>
                  <a:cubicBezTo>
                    <a:pt x="19924" y="4342"/>
                    <a:pt x="19949" y="4379"/>
                    <a:pt x="19986" y="4379"/>
                  </a:cubicBezTo>
                  <a:cubicBezTo>
                    <a:pt x="20010" y="4372"/>
                    <a:pt x="20035" y="4369"/>
                    <a:pt x="20058" y="4369"/>
                  </a:cubicBezTo>
                  <a:cubicBezTo>
                    <a:pt x="20081" y="4369"/>
                    <a:pt x="20103" y="4372"/>
                    <a:pt x="20121" y="4379"/>
                  </a:cubicBezTo>
                  <a:cubicBezTo>
                    <a:pt x="20183" y="4403"/>
                    <a:pt x="20281" y="4391"/>
                    <a:pt x="20281" y="4453"/>
                  </a:cubicBezTo>
                  <a:cubicBezTo>
                    <a:pt x="20269" y="4539"/>
                    <a:pt x="20294" y="4625"/>
                    <a:pt x="20343" y="4699"/>
                  </a:cubicBezTo>
                  <a:cubicBezTo>
                    <a:pt x="20380" y="4727"/>
                    <a:pt x="20431" y="4741"/>
                    <a:pt x="20480" y="4741"/>
                  </a:cubicBezTo>
                  <a:cubicBezTo>
                    <a:pt x="20496" y="4741"/>
                    <a:pt x="20512" y="4739"/>
                    <a:pt x="20528" y="4736"/>
                  </a:cubicBezTo>
                  <a:cubicBezTo>
                    <a:pt x="20565" y="4736"/>
                    <a:pt x="20515" y="4798"/>
                    <a:pt x="20491" y="4835"/>
                  </a:cubicBezTo>
                  <a:cubicBezTo>
                    <a:pt x="20470" y="4877"/>
                    <a:pt x="20412" y="5101"/>
                    <a:pt x="20342" y="5101"/>
                  </a:cubicBezTo>
                  <a:cubicBezTo>
                    <a:pt x="20330" y="5101"/>
                    <a:pt x="20318" y="5095"/>
                    <a:pt x="20306" y="5081"/>
                  </a:cubicBezTo>
                  <a:cubicBezTo>
                    <a:pt x="20220" y="4982"/>
                    <a:pt x="20121" y="4896"/>
                    <a:pt x="20023" y="4810"/>
                  </a:cubicBezTo>
                  <a:cubicBezTo>
                    <a:pt x="19998" y="4785"/>
                    <a:pt x="19961" y="4761"/>
                    <a:pt x="19924" y="4748"/>
                  </a:cubicBezTo>
                  <a:cubicBezTo>
                    <a:pt x="19887" y="4736"/>
                    <a:pt x="19665" y="4650"/>
                    <a:pt x="19579" y="4613"/>
                  </a:cubicBezTo>
                  <a:cubicBezTo>
                    <a:pt x="19493" y="4576"/>
                    <a:pt x="19419" y="4527"/>
                    <a:pt x="19345" y="4465"/>
                  </a:cubicBezTo>
                  <a:cubicBezTo>
                    <a:pt x="19135" y="4403"/>
                    <a:pt x="18914" y="4366"/>
                    <a:pt x="18692" y="4342"/>
                  </a:cubicBezTo>
                  <a:cubicBezTo>
                    <a:pt x="18653" y="4334"/>
                    <a:pt x="18601" y="4317"/>
                    <a:pt x="18558" y="4317"/>
                  </a:cubicBezTo>
                  <a:cubicBezTo>
                    <a:pt x="18531" y="4317"/>
                    <a:pt x="18509" y="4323"/>
                    <a:pt x="18495" y="4342"/>
                  </a:cubicBezTo>
                  <a:cubicBezTo>
                    <a:pt x="18458" y="4379"/>
                    <a:pt x="18433" y="4379"/>
                    <a:pt x="18421" y="4416"/>
                  </a:cubicBezTo>
                  <a:cubicBezTo>
                    <a:pt x="18408" y="4453"/>
                    <a:pt x="18458" y="4551"/>
                    <a:pt x="18495" y="4600"/>
                  </a:cubicBezTo>
                  <a:cubicBezTo>
                    <a:pt x="18519" y="4650"/>
                    <a:pt x="18569" y="4687"/>
                    <a:pt x="18519" y="4736"/>
                  </a:cubicBezTo>
                  <a:cubicBezTo>
                    <a:pt x="18470" y="4785"/>
                    <a:pt x="18458" y="4859"/>
                    <a:pt x="18396" y="4859"/>
                  </a:cubicBezTo>
                  <a:cubicBezTo>
                    <a:pt x="18359" y="4859"/>
                    <a:pt x="18328" y="4853"/>
                    <a:pt x="18307" y="4853"/>
                  </a:cubicBezTo>
                  <a:cubicBezTo>
                    <a:pt x="18285" y="4853"/>
                    <a:pt x="18273" y="4859"/>
                    <a:pt x="18273" y="4884"/>
                  </a:cubicBezTo>
                  <a:cubicBezTo>
                    <a:pt x="18261" y="4921"/>
                    <a:pt x="18335" y="4982"/>
                    <a:pt x="18298" y="4995"/>
                  </a:cubicBezTo>
                  <a:cubicBezTo>
                    <a:pt x="18282" y="4998"/>
                    <a:pt x="18266" y="4999"/>
                    <a:pt x="18249" y="4999"/>
                  </a:cubicBezTo>
                  <a:cubicBezTo>
                    <a:pt x="18200" y="4999"/>
                    <a:pt x="18147" y="4985"/>
                    <a:pt x="18100" y="4958"/>
                  </a:cubicBezTo>
                  <a:cubicBezTo>
                    <a:pt x="18076" y="4921"/>
                    <a:pt x="18076" y="4872"/>
                    <a:pt x="18113" y="4859"/>
                  </a:cubicBezTo>
                  <a:cubicBezTo>
                    <a:pt x="18137" y="4835"/>
                    <a:pt x="18174" y="4810"/>
                    <a:pt x="18150" y="4773"/>
                  </a:cubicBezTo>
                  <a:cubicBezTo>
                    <a:pt x="18129" y="4742"/>
                    <a:pt x="18073" y="4693"/>
                    <a:pt x="18020" y="4693"/>
                  </a:cubicBezTo>
                  <a:cubicBezTo>
                    <a:pt x="18009" y="4693"/>
                    <a:pt x="17999" y="4695"/>
                    <a:pt x="17990" y="4699"/>
                  </a:cubicBezTo>
                  <a:cubicBezTo>
                    <a:pt x="17928" y="4736"/>
                    <a:pt x="17768" y="4835"/>
                    <a:pt x="17718" y="4872"/>
                  </a:cubicBezTo>
                  <a:cubicBezTo>
                    <a:pt x="17699" y="4886"/>
                    <a:pt x="17676" y="4891"/>
                    <a:pt x="17650" y="4891"/>
                  </a:cubicBezTo>
                  <a:cubicBezTo>
                    <a:pt x="17609" y="4891"/>
                    <a:pt x="17561" y="4879"/>
                    <a:pt x="17509" y="4872"/>
                  </a:cubicBezTo>
                  <a:cubicBezTo>
                    <a:pt x="17386" y="4872"/>
                    <a:pt x="17263" y="4908"/>
                    <a:pt x="17164" y="4982"/>
                  </a:cubicBezTo>
                  <a:cubicBezTo>
                    <a:pt x="17127" y="5007"/>
                    <a:pt x="17102" y="5069"/>
                    <a:pt x="17041" y="5069"/>
                  </a:cubicBezTo>
                  <a:cubicBezTo>
                    <a:pt x="16992" y="5069"/>
                    <a:pt x="16696" y="5069"/>
                    <a:pt x="16708" y="5032"/>
                  </a:cubicBezTo>
                  <a:cubicBezTo>
                    <a:pt x="16720" y="4995"/>
                    <a:pt x="16794" y="5007"/>
                    <a:pt x="16807" y="4995"/>
                  </a:cubicBezTo>
                  <a:cubicBezTo>
                    <a:pt x="16819" y="4982"/>
                    <a:pt x="16794" y="4896"/>
                    <a:pt x="16819" y="4835"/>
                  </a:cubicBezTo>
                  <a:cubicBezTo>
                    <a:pt x="16831" y="4785"/>
                    <a:pt x="16942" y="4736"/>
                    <a:pt x="16905" y="4724"/>
                  </a:cubicBezTo>
                  <a:cubicBezTo>
                    <a:pt x="16890" y="4721"/>
                    <a:pt x="16875" y="4720"/>
                    <a:pt x="16861" y="4720"/>
                  </a:cubicBezTo>
                  <a:cubicBezTo>
                    <a:pt x="16793" y="4720"/>
                    <a:pt x="16732" y="4743"/>
                    <a:pt x="16671" y="4773"/>
                  </a:cubicBezTo>
                  <a:cubicBezTo>
                    <a:pt x="16573" y="4810"/>
                    <a:pt x="16499" y="4810"/>
                    <a:pt x="16511" y="4896"/>
                  </a:cubicBezTo>
                  <a:cubicBezTo>
                    <a:pt x="16523" y="4982"/>
                    <a:pt x="16536" y="4982"/>
                    <a:pt x="16499" y="4982"/>
                  </a:cubicBezTo>
                  <a:cubicBezTo>
                    <a:pt x="16462" y="4982"/>
                    <a:pt x="16474" y="4970"/>
                    <a:pt x="16412" y="4945"/>
                  </a:cubicBezTo>
                  <a:cubicBezTo>
                    <a:pt x="16392" y="4943"/>
                    <a:pt x="16371" y="4942"/>
                    <a:pt x="16350" y="4942"/>
                  </a:cubicBezTo>
                  <a:cubicBezTo>
                    <a:pt x="16245" y="4942"/>
                    <a:pt x="16135" y="4968"/>
                    <a:pt x="16043" y="5019"/>
                  </a:cubicBezTo>
                  <a:cubicBezTo>
                    <a:pt x="15944" y="5081"/>
                    <a:pt x="15710" y="5241"/>
                    <a:pt x="15673" y="5241"/>
                  </a:cubicBezTo>
                  <a:cubicBezTo>
                    <a:pt x="15636" y="5253"/>
                    <a:pt x="15451" y="5278"/>
                    <a:pt x="15427" y="5352"/>
                  </a:cubicBezTo>
                  <a:cubicBezTo>
                    <a:pt x="15390" y="5414"/>
                    <a:pt x="15377" y="5672"/>
                    <a:pt x="15291" y="5685"/>
                  </a:cubicBezTo>
                  <a:cubicBezTo>
                    <a:pt x="15232" y="5693"/>
                    <a:pt x="15104" y="5713"/>
                    <a:pt x="15021" y="5713"/>
                  </a:cubicBezTo>
                  <a:cubicBezTo>
                    <a:pt x="14983" y="5713"/>
                    <a:pt x="14954" y="5709"/>
                    <a:pt x="14946" y="5697"/>
                  </a:cubicBezTo>
                  <a:cubicBezTo>
                    <a:pt x="14909" y="5623"/>
                    <a:pt x="14860" y="5562"/>
                    <a:pt x="14786" y="5525"/>
                  </a:cubicBezTo>
                  <a:cubicBezTo>
                    <a:pt x="14712" y="5475"/>
                    <a:pt x="14626" y="5475"/>
                    <a:pt x="14650" y="5426"/>
                  </a:cubicBezTo>
                  <a:cubicBezTo>
                    <a:pt x="14687" y="5377"/>
                    <a:pt x="14712" y="5315"/>
                    <a:pt x="14774" y="5278"/>
                  </a:cubicBezTo>
                  <a:cubicBezTo>
                    <a:pt x="14848" y="5241"/>
                    <a:pt x="15082" y="5266"/>
                    <a:pt x="15082" y="5217"/>
                  </a:cubicBezTo>
                  <a:cubicBezTo>
                    <a:pt x="15045" y="5118"/>
                    <a:pt x="14983" y="5032"/>
                    <a:pt x="14922" y="4945"/>
                  </a:cubicBezTo>
                  <a:cubicBezTo>
                    <a:pt x="14870" y="4894"/>
                    <a:pt x="14802" y="4868"/>
                    <a:pt x="14730" y="4868"/>
                  </a:cubicBezTo>
                  <a:cubicBezTo>
                    <a:pt x="14716" y="4868"/>
                    <a:pt x="14702" y="4869"/>
                    <a:pt x="14687" y="4872"/>
                  </a:cubicBezTo>
                  <a:cubicBezTo>
                    <a:pt x="14589" y="4872"/>
                    <a:pt x="14490" y="4872"/>
                    <a:pt x="14404" y="4859"/>
                  </a:cubicBezTo>
                  <a:cubicBezTo>
                    <a:pt x="14371" y="4851"/>
                    <a:pt x="14309" y="4825"/>
                    <a:pt x="14288" y="4825"/>
                  </a:cubicBezTo>
                  <a:cubicBezTo>
                    <a:pt x="14278" y="4825"/>
                    <a:pt x="14277" y="4831"/>
                    <a:pt x="14293" y="4847"/>
                  </a:cubicBezTo>
                  <a:cubicBezTo>
                    <a:pt x="14330" y="4896"/>
                    <a:pt x="14478" y="4921"/>
                    <a:pt x="14478" y="4982"/>
                  </a:cubicBezTo>
                  <a:cubicBezTo>
                    <a:pt x="14490" y="5069"/>
                    <a:pt x="14478" y="5167"/>
                    <a:pt x="14441" y="5266"/>
                  </a:cubicBezTo>
                  <a:cubicBezTo>
                    <a:pt x="14404" y="5327"/>
                    <a:pt x="14342" y="5463"/>
                    <a:pt x="14379" y="5488"/>
                  </a:cubicBezTo>
                  <a:cubicBezTo>
                    <a:pt x="14429" y="5500"/>
                    <a:pt x="14589" y="5623"/>
                    <a:pt x="14540" y="5734"/>
                  </a:cubicBezTo>
                  <a:cubicBezTo>
                    <a:pt x="14490" y="5820"/>
                    <a:pt x="14466" y="5907"/>
                    <a:pt x="14453" y="6005"/>
                  </a:cubicBezTo>
                  <a:cubicBezTo>
                    <a:pt x="14453" y="6055"/>
                    <a:pt x="14486" y="6145"/>
                    <a:pt x="14472" y="6145"/>
                  </a:cubicBezTo>
                  <a:cubicBezTo>
                    <a:pt x="14469" y="6145"/>
                    <a:pt x="14463" y="6140"/>
                    <a:pt x="14453" y="6128"/>
                  </a:cubicBezTo>
                  <a:cubicBezTo>
                    <a:pt x="14423" y="6087"/>
                    <a:pt x="14400" y="6021"/>
                    <a:pt x="14372" y="6021"/>
                  </a:cubicBezTo>
                  <a:cubicBezTo>
                    <a:pt x="14367" y="6021"/>
                    <a:pt x="14361" y="6023"/>
                    <a:pt x="14355" y="6030"/>
                  </a:cubicBezTo>
                  <a:cubicBezTo>
                    <a:pt x="14329" y="6047"/>
                    <a:pt x="14285" y="6070"/>
                    <a:pt x="14274" y="6070"/>
                  </a:cubicBezTo>
                  <a:cubicBezTo>
                    <a:pt x="14269" y="6070"/>
                    <a:pt x="14270" y="6066"/>
                    <a:pt x="14281" y="6054"/>
                  </a:cubicBezTo>
                  <a:cubicBezTo>
                    <a:pt x="14318" y="6005"/>
                    <a:pt x="14367" y="5980"/>
                    <a:pt x="14318" y="5943"/>
                  </a:cubicBezTo>
                  <a:cubicBezTo>
                    <a:pt x="14232" y="5907"/>
                    <a:pt x="14145" y="5894"/>
                    <a:pt x="14047" y="5870"/>
                  </a:cubicBezTo>
                  <a:cubicBezTo>
                    <a:pt x="14044" y="5869"/>
                    <a:pt x="14042" y="5868"/>
                    <a:pt x="14039" y="5868"/>
                  </a:cubicBezTo>
                  <a:cubicBezTo>
                    <a:pt x="13997" y="5868"/>
                    <a:pt x="13907" y="5947"/>
                    <a:pt x="13850" y="6005"/>
                  </a:cubicBezTo>
                  <a:cubicBezTo>
                    <a:pt x="13776" y="6042"/>
                    <a:pt x="13702" y="6091"/>
                    <a:pt x="13615" y="6128"/>
                  </a:cubicBezTo>
                  <a:cubicBezTo>
                    <a:pt x="13591" y="6153"/>
                    <a:pt x="13468" y="6288"/>
                    <a:pt x="13406" y="6338"/>
                  </a:cubicBezTo>
                  <a:cubicBezTo>
                    <a:pt x="13357" y="6387"/>
                    <a:pt x="13529" y="6498"/>
                    <a:pt x="13566" y="6572"/>
                  </a:cubicBezTo>
                  <a:cubicBezTo>
                    <a:pt x="13587" y="6646"/>
                    <a:pt x="13627" y="6766"/>
                    <a:pt x="13566" y="6766"/>
                  </a:cubicBezTo>
                  <a:cubicBezTo>
                    <a:pt x="13557" y="6766"/>
                    <a:pt x="13544" y="6763"/>
                    <a:pt x="13529" y="6757"/>
                  </a:cubicBezTo>
                  <a:cubicBezTo>
                    <a:pt x="13437" y="6716"/>
                    <a:pt x="13243" y="6649"/>
                    <a:pt x="13151" y="6649"/>
                  </a:cubicBezTo>
                  <a:cubicBezTo>
                    <a:pt x="13133" y="6649"/>
                    <a:pt x="13119" y="6652"/>
                    <a:pt x="13110" y="6658"/>
                  </a:cubicBezTo>
                  <a:cubicBezTo>
                    <a:pt x="13086" y="6670"/>
                    <a:pt x="13049" y="6677"/>
                    <a:pt x="13021" y="6677"/>
                  </a:cubicBezTo>
                  <a:cubicBezTo>
                    <a:pt x="12993" y="6677"/>
                    <a:pt x="12975" y="6670"/>
                    <a:pt x="12987" y="6658"/>
                  </a:cubicBezTo>
                  <a:cubicBezTo>
                    <a:pt x="13012" y="6633"/>
                    <a:pt x="13012" y="6621"/>
                    <a:pt x="12925" y="6560"/>
                  </a:cubicBezTo>
                  <a:cubicBezTo>
                    <a:pt x="12855" y="6509"/>
                    <a:pt x="12801" y="6467"/>
                    <a:pt x="12770" y="6467"/>
                  </a:cubicBezTo>
                  <a:cubicBezTo>
                    <a:pt x="12763" y="6467"/>
                    <a:pt x="12757" y="6469"/>
                    <a:pt x="12753" y="6473"/>
                  </a:cubicBezTo>
                  <a:cubicBezTo>
                    <a:pt x="12716" y="6498"/>
                    <a:pt x="12654" y="6572"/>
                    <a:pt x="12667" y="6609"/>
                  </a:cubicBezTo>
                  <a:cubicBezTo>
                    <a:pt x="12716" y="6683"/>
                    <a:pt x="12765" y="6744"/>
                    <a:pt x="12827" y="6794"/>
                  </a:cubicBezTo>
                  <a:cubicBezTo>
                    <a:pt x="12852" y="6818"/>
                    <a:pt x="13012" y="6818"/>
                    <a:pt x="13012" y="6855"/>
                  </a:cubicBezTo>
                  <a:cubicBezTo>
                    <a:pt x="13012" y="6929"/>
                    <a:pt x="12975" y="6991"/>
                    <a:pt x="12925" y="7028"/>
                  </a:cubicBezTo>
                  <a:cubicBezTo>
                    <a:pt x="12903" y="7039"/>
                    <a:pt x="12879" y="7045"/>
                    <a:pt x="12854" y="7045"/>
                  </a:cubicBezTo>
                  <a:cubicBezTo>
                    <a:pt x="12823" y="7045"/>
                    <a:pt x="12792" y="7036"/>
                    <a:pt x="12765" y="7015"/>
                  </a:cubicBezTo>
                  <a:cubicBezTo>
                    <a:pt x="12716" y="6978"/>
                    <a:pt x="12642" y="7003"/>
                    <a:pt x="12605" y="6978"/>
                  </a:cubicBezTo>
                  <a:cubicBezTo>
                    <a:pt x="12556" y="6941"/>
                    <a:pt x="12494" y="6855"/>
                    <a:pt x="12445" y="6818"/>
                  </a:cubicBezTo>
                  <a:cubicBezTo>
                    <a:pt x="12383" y="6781"/>
                    <a:pt x="12260" y="6769"/>
                    <a:pt x="12260" y="6707"/>
                  </a:cubicBezTo>
                  <a:cubicBezTo>
                    <a:pt x="12260" y="6621"/>
                    <a:pt x="12235" y="6535"/>
                    <a:pt x="12186" y="6461"/>
                  </a:cubicBezTo>
                  <a:cubicBezTo>
                    <a:pt x="12149" y="6412"/>
                    <a:pt x="12100" y="6399"/>
                    <a:pt x="12137" y="6362"/>
                  </a:cubicBezTo>
                  <a:cubicBezTo>
                    <a:pt x="12174" y="6313"/>
                    <a:pt x="12272" y="6215"/>
                    <a:pt x="12260" y="6178"/>
                  </a:cubicBezTo>
                  <a:cubicBezTo>
                    <a:pt x="12223" y="6116"/>
                    <a:pt x="12186" y="6067"/>
                    <a:pt x="12149" y="6017"/>
                  </a:cubicBezTo>
                  <a:cubicBezTo>
                    <a:pt x="12075" y="5968"/>
                    <a:pt x="12014" y="5931"/>
                    <a:pt x="11927" y="5907"/>
                  </a:cubicBezTo>
                  <a:cubicBezTo>
                    <a:pt x="11878" y="5882"/>
                    <a:pt x="11952" y="5894"/>
                    <a:pt x="11903" y="5833"/>
                  </a:cubicBezTo>
                  <a:cubicBezTo>
                    <a:pt x="11884" y="5805"/>
                    <a:pt x="11852" y="5791"/>
                    <a:pt x="11816" y="5791"/>
                  </a:cubicBezTo>
                  <a:cubicBezTo>
                    <a:pt x="11804" y="5791"/>
                    <a:pt x="11792" y="5793"/>
                    <a:pt x="11780" y="5796"/>
                  </a:cubicBezTo>
                  <a:cubicBezTo>
                    <a:pt x="11780" y="5796"/>
                    <a:pt x="11829" y="5783"/>
                    <a:pt x="11780" y="5734"/>
                  </a:cubicBezTo>
                  <a:cubicBezTo>
                    <a:pt x="11743" y="5672"/>
                    <a:pt x="11693" y="5623"/>
                    <a:pt x="11632" y="5586"/>
                  </a:cubicBezTo>
                  <a:cubicBezTo>
                    <a:pt x="11582" y="5549"/>
                    <a:pt x="11521" y="5525"/>
                    <a:pt x="11595" y="5525"/>
                  </a:cubicBezTo>
                  <a:cubicBezTo>
                    <a:pt x="11607" y="5522"/>
                    <a:pt x="11619" y="5521"/>
                    <a:pt x="11631" y="5521"/>
                  </a:cubicBezTo>
                  <a:cubicBezTo>
                    <a:pt x="11689" y="5521"/>
                    <a:pt x="11736" y="5547"/>
                    <a:pt x="11767" y="5598"/>
                  </a:cubicBezTo>
                  <a:cubicBezTo>
                    <a:pt x="11799" y="5661"/>
                    <a:pt x="11874" y="5715"/>
                    <a:pt x="11911" y="5715"/>
                  </a:cubicBezTo>
                  <a:cubicBezTo>
                    <a:pt x="11918" y="5715"/>
                    <a:pt x="11924" y="5713"/>
                    <a:pt x="11927" y="5709"/>
                  </a:cubicBezTo>
                  <a:cubicBezTo>
                    <a:pt x="11936" y="5692"/>
                    <a:pt x="11951" y="5675"/>
                    <a:pt x="11959" y="5675"/>
                  </a:cubicBezTo>
                  <a:cubicBezTo>
                    <a:pt x="11962" y="5675"/>
                    <a:pt x="11964" y="5677"/>
                    <a:pt x="11964" y="5685"/>
                  </a:cubicBezTo>
                  <a:cubicBezTo>
                    <a:pt x="11964" y="5709"/>
                    <a:pt x="12063" y="5734"/>
                    <a:pt x="12162" y="5759"/>
                  </a:cubicBezTo>
                  <a:cubicBezTo>
                    <a:pt x="12297" y="5833"/>
                    <a:pt x="12433" y="5882"/>
                    <a:pt x="12580" y="5907"/>
                  </a:cubicBezTo>
                  <a:cubicBezTo>
                    <a:pt x="12667" y="5907"/>
                    <a:pt x="12765" y="5931"/>
                    <a:pt x="12839" y="5980"/>
                  </a:cubicBezTo>
                  <a:cubicBezTo>
                    <a:pt x="12915" y="6022"/>
                    <a:pt x="13001" y="6047"/>
                    <a:pt x="13084" y="6047"/>
                  </a:cubicBezTo>
                  <a:cubicBezTo>
                    <a:pt x="13123" y="6047"/>
                    <a:pt x="13161" y="6042"/>
                    <a:pt x="13197" y="6030"/>
                  </a:cubicBezTo>
                  <a:cubicBezTo>
                    <a:pt x="13369" y="5968"/>
                    <a:pt x="13529" y="5870"/>
                    <a:pt x="13665" y="5746"/>
                  </a:cubicBezTo>
                  <a:cubicBezTo>
                    <a:pt x="13726" y="5672"/>
                    <a:pt x="13800" y="5697"/>
                    <a:pt x="13788" y="5611"/>
                  </a:cubicBezTo>
                  <a:cubicBezTo>
                    <a:pt x="13751" y="5537"/>
                    <a:pt x="13739" y="5451"/>
                    <a:pt x="13739" y="5377"/>
                  </a:cubicBezTo>
                  <a:cubicBezTo>
                    <a:pt x="13739" y="5290"/>
                    <a:pt x="13763" y="5303"/>
                    <a:pt x="13640" y="5253"/>
                  </a:cubicBezTo>
                  <a:cubicBezTo>
                    <a:pt x="13579" y="5229"/>
                    <a:pt x="13517" y="5192"/>
                    <a:pt x="13468" y="5143"/>
                  </a:cubicBezTo>
                  <a:cubicBezTo>
                    <a:pt x="13418" y="5093"/>
                    <a:pt x="13357" y="5106"/>
                    <a:pt x="13295" y="5044"/>
                  </a:cubicBezTo>
                  <a:cubicBezTo>
                    <a:pt x="13234" y="4982"/>
                    <a:pt x="13221" y="4921"/>
                    <a:pt x="13135" y="4921"/>
                  </a:cubicBezTo>
                  <a:cubicBezTo>
                    <a:pt x="13073" y="4908"/>
                    <a:pt x="13012" y="4884"/>
                    <a:pt x="12962" y="4835"/>
                  </a:cubicBezTo>
                  <a:cubicBezTo>
                    <a:pt x="12765" y="4711"/>
                    <a:pt x="12556" y="4613"/>
                    <a:pt x="12346" y="4527"/>
                  </a:cubicBezTo>
                  <a:cubicBezTo>
                    <a:pt x="12316" y="4536"/>
                    <a:pt x="12311" y="4555"/>
                    <a:pt x="12284" y="4555"/>
                  </a:cubicBezTo>
                  <a:cubicBezTo>
                    <a:pt x="12277" y="4555"/>
                    <a:pt x="12270" y="4554"/>
                    <a:pt x="12260" y="4551"/>
                  </a:cubicBezTo>
                  <a:cubicBezTo>
                    <a:pt x="12226" y="4540"/>
                    <a:pt x="12142" y="4488"/>
                    <a:pt x="12090" y="4488"/>
                  </a:cubicBezTo>
                  <a:cubicBezTo>
                    <a:pt x="12085" y="4488"/>
                    <a:pt x="12080" y="4488"/>
                    <a:pt x="12075" y="4490"/>
                  </a:cubicBezTo>
                  <a:cubicBezTo>
                    <a:pt x="12014" y="4490"/>
                    <a:pt x="11915" y="4613"/>
                    <a:pt x="11878" y="4637"/>
                  </a:cubicBezTo>
                  <a:cubicBezTo>
                    <a:pt x="11867" y="4643"/>
                    <a:pt x="11858" y="4645"/>
                    <a:pt x="11851" y="4645"/>
                  </a:cubicBezTo>
                  <a:cubicBezTo>
                    <a:pt x="11827" y="4645"/>
                    <a:pt x="11830" y="4617"/>
                    <a:pt x="11878" y="4588"/>
                  </a:cubicBezTo>
                  <a:cubicBezTo>
                    <a:pt x="11927" y="4539"/>
                    <a:pt x="11964" y="4527"/>
                    <a:pt x="11915" y="4490"/>
                  </a:cubicBezTo>
                  <a:cubicBezTo>
                    <a:pt x="11878" y="4453"/>
                    <a:pt x="11878" y="4465"/>
                    <a:pt x="11817" y="4453"/>
                  </a:cubicBezTo>
                  <a:cubicBezTo>
                    <a:pt x="11767" y="4440"/>
                    <a:pt x="11706" y="4416"/>
                    <a:pt x="11669" y="4379"/>
                  </a:cubicBezTo>
                  <a:cubicBezTo>
                    <a:pt x="11669" y="4379"/>
                    <a:pt x="11585" y="4316"/>
                    <a:pt x="11630" y="4316"/>
                  </a:cubicBezTo>
                  <a:cubicBezTo>
                    <a:pt x="11634" y="4316"/>
                    <a:pt x="11638" y="4316"/>
                    <a:pt x="11644" y="4317"/>
                  </a:cubicBezTo>
                  <a:cubicBezTo>
                    <a:pt x="11708" y="4326"/>
                    <a:pt x="11778" y="4355"/>
                    <a:pt x="11815" y="4355"/>
                  </a:cubicBezTo>
                  <a:cubicBezTo>
                    <a:pt x="11829" y="4355"/>
                    <a:pt x="11838" y="4351"/>
                    <a:pt x="11841" y="4342"/>
                  </a:cubicBezTo>
                  <a:cubicBezTo>
                    <a:pt x="11841" y="4292"/>
                    <a:pt x="11866" y="4317"/>
                    <a:pt x="11780" y="4280"/>
                  </a:cubicBezTo>
                  <a:cubicBezTo>
                    <a:pt x="11691" y="4236"/>
                    <a:pt x="11643" y="4192"/>
                    <a:pt x="11607" y="4192"/>
                  </a:cubicBezTo>
                  <a:cubicBezTo>
                    <a:pt x="11603" y="4192"/>
                    <a:pt x="11599" y="4193"/>
                    <a:pt x="11595" y="4194"/>
                  </a:cubicBezTo>
                  <a:cubicBezTo>
                    <a:pt x="11561" y="4217"/>
                    <a:pt x="11442" y="4344"/>
                    <a:pt x="11425" y="4344"/>
                  </a:cubicBezTo>
                  <a:cubicBezTo>
                    <a:pt x="11423" y="4344"/>
                    <a:pt x="11422" y="4344"/>
                    <a:pt x="11422" y="4342"/>
                  </a:cubicBezTo>
                  <a:cubicBezTo>
                    <a:pt x="11422" y="4305"/>
                    <a:pt x="11422" y="4280"/>
                    <a:pt x="11410" y="4268"/>
                  </a:cubicBezTo>
                  <a:cubicBezTo>
                    <a:pt x="11402" y="4260"/>
                    <a:pt x="11361" y="4243"/>
                    <a:pt x="11325" y="4243"/>
                  </a:cubicBezTo>
                  <a:cubicBezTo>
                    <a:pt x="11304" y="4243"/>
                    <a:pt x="11284" y="4249"/>
                    <a:pt x="11274" y="4268"/>
                  </a:cubicBezTo>
                  <a:cubicBezTo>
                    <a:pt x="11256" y="4304"/>
                    <a:pt x="11245" y="4347"/>
                    <a:pt x="11235" y="4347"/>
                  </a:cubicBezTo>
                  <a:cubicBezTo>
                    <a:pt x="11232" y="4347"/>
                    <a:pt x="11228" y="4342"/>
                    <a:pt x="11225" y="4329"/>
                  </a:cubicBezTo>
                  <a:cubicBezTo>
                    <a:pt x="11225" y="4317"/>
                    <a:pt x="11213" y="4305"/>
                    <a:pt x="11213" y="4292"/>
                  </a:cubicBezTo>
                  <a:cubicBezTo>
                    <a:pt x="11203" y="4254"/>
                    <a:pt x="11186" y="4207"/>
                    <a:pt x="11179" y="4207"/>
                  </a:cubicBezTo>
                  <a:cubicBezTo>
                    <a:pt x="11177" y="4207"/>
                    <a:pt x="11176" y="4211"/>
                    <a:pt x="11176" y="4218"/>
                  </a:cubicBezTo>
                  <a:cubicBezTo>
                    <a:pt x="11176" y="4241"/>
                    <a:pt x="11166" y="4294"/>
                    <a:pt x="11136" y="4294"/>
                  </a:cubicBezTo>
                  <a:cubicBezTo>
                    <a:pt x="11133" y="4294"/>
                    <a:pt x="11130" y="4293"/>
                    <a:pt x="11127" y="4292"/>
                  </a:cubicBezTo>
                  <a:cubicBezTo>
                    <a:pt x="11108" y="4286"/>
                    <a:pt x="11090" y="4283"/>
                    <a:pt x="11071" y="4283"/>
                  </a:cubicBezTo>
                  <a:cubicBezTo>
                    <a:pt x="11053" y="4283"/>
                    <a:pt x="11034" y="4286"/>
                    <a:pt x="11016" y="4292"/>
                  </a:cubicBezTo>
                  <a:lnTo>
                    <a:pt x="10991" y="4292"/>
                  </a:lnTo>
                  <a:cubicBezTo>
                    <a:pt x="11016" y="4280"/>
                    <a:pt x="11028" y="4280"/>
                    <a:pt x="11040" y="4268"/>
                  </a:cubicBezTo>
                  <a:cubicBezTo>
                    <a:pt x="11077" y="4231"/>
                    <a:pt x="11077" y="4218"/>
                    <a:pt x="11016" y="4182"/>
                  </a:cubicBezTo>
                  <a:cubicBezTo>
                    <a:pt x="10954" y="4132"/>
                    <a:pt x="10782" y="4108"/>
                    <a:pt x="10855" y="4095"/>
                  </a:cubicBezTo>
                  <a:cubicBezTo>
                    <a:pt x="10861" y="4094"/>
                    <a:pt x="10867" y="4094"/>
                    <a:pt x="10873" y="4094"/>
                  </a:cubicBezTo>
                  <a:cubicBezTo>
                    <a:pt x="10929" y="4094"/>
                    <a:pt x="10982" y="4130"/>
                    <a:pt x="11044" y="4130"/>
                  </a:cubicBezTo>
                  <a:cubicBezTo>
                    <a:pt x="11070" y="4130"/>
                    <a:pt x="11097" y="4124"/>
                    <a:pt x="11127" y="4108"/>
                  </a:cubicBezTo>
                  <a:cubicBezTo>
                    <a:pt x="11200" y="4083"/>
                    <a:pt x="11250" y="4046"/>
                    <a:pt x="11299" y="3997"/>
                  </a:cubicBezTo>
                  <a:cubicBezTo>
                    <a:pt x="11336" y="3960"/>
                    <a:pt x="11361" y="3923"/>
                    <a:pt x="11262" y="3873"/>
                  </a:cubicBezTo>
                  <a:cubicBezTo>
                    <a:pt x="11176" y="3824"/>
                    <a:pt x="11065" y="3800"/>
                    <a:pt x="11003" y="3750"/>
                  </a:cubicBezTo>
                  <a:cubicBezTo>
                    <a:pt x="10959" y="3720"/>
                    <a:pt x="10936" y="3704"/>
                    <a:pt x="10915" y="3704"/>
                  </a:cubicBezTo>
                  <a:cubicBezTo>
                    <a:pt x="10901" y="3704"/>
                    <a:pt x="10887" y="3711"/>
                    <a:pt x="10868" y="3726"/>
                  </a:cubicBezTo>
                  <a:cubicBezTo>
                    <a:pt x="10831" y="3763"/>
                    <a:pt x="10794" y="3812"/>
                    <a:pt x="10769" y="3873"/>
                  </a:cubicBezTo>
                  <a:cubicBezTo>
                    <a:pt x="10749" y="3924"/>
                    <a:pt x="10721" y="3966"/>
                    <a:pt x="10704" y="3966"/>
                  </a:cubicBezTo>
                  <a:cubicBezTo>
                    <a:pt x="10701" y="3966"/>
                    <a:pt x="10698" y="3964"/>
                    <a:pt x="10695" y="3960"/>
                  </a:cubicBezTo>
                  <a:cubicBezTo>
                    <a:pt x="10683" y="3923"/>
                    <a:pt x="10732" y="3849"/>
                    <a:pt x="10671" y="3837"/>
                  </a:cubicBezTo>
                  <a:cubicBezTo>
                    <a:pt x="10609" y="3837"/>
                    <a:pt x="10560" y="3812"/>
                    <a:pt x="10634" y="3812"/>
                  </a:cubicBezTo>
                  <a:cubicBezTo>
                    <a:pt x="10708" y="3800"/>
                    <a:pt x="10745" y="3812"/>
                    <a:pt x="10695" y="3787"/>
                  </a:cubicBezTo>
                  <a:cubicBezTo>
                    <a:pt x="10634" y="3750"/>
                    <a:pt x="10535" y="3775"/>
                    <a:pt x="10634" y="3738"/>
                  </a:cubicBezTo>
                  <a:cubicBezTo>
                    <a:pt x="10732" y="3713"/>
                    <a:pt x="10806" y="3726"/>
                    <a:pt x="10732" y="3664"/>
                  </a:cubicBezTo>
                  <a:cubicBezTo>
                    <a:pt x="10694" y="3634"/>
                    <a:pt x="10623" y="3613"/>
                    <a:pt x="10569" y="3613"/>
                  </a:cubicBezTo>
                  <a:cubicBezTo>
                    <a:pt x="10535" y="3613"/>
                    <a:pt x="10508" y="3621"/>
                    <a:pt x="10498" y="3639"/>
                  </a:cubicBezTo>
                  <a:cubicBezTo>
                    <a:pt x="10461" y="3689"/>
                    <a:pt x="10560" y="3726"/>
                    <a:pt x="10523" y="3750"/>
                  </a:cubicBezTo>
                  <a:cubicBezTo>
                    <a:pt x="10474" y="3787"/>
                    <a:pt x="10424" y="3837"/>
                    <a:pt x="10387" y="3886"/>
                  </a:cubicBezTo>
                  <a:cubicBezTo>
                    <a:pt x="10362" y="3911"/>
                    <a:pt x="10336" y="3949"/>
                    <a:pt x="10323" y="3949"/>
                  </a:cubicBezTo>
                  <a:cubicBezTo>
                    <a:pt x="10317" y="3949"/>
                    <a:pt x="10313" y="3942"/>
                    <a:pt x="10313" y="3923"/>
                  </a:cubicBezTo>
                  <a:cubicBezTo>
                    <a:pt x="10313" y="3861"/>
                    <a:pt x="10289" y="3800"/>
                    <a:pt x="10313" y="3750"/>
                  </a:cubicBezTo>
                  <a:cubicBezTo>
                    <a:pt x="10324" y="3709"/>
                    <a:pt x="10325" y="3686"/>
                    <a:pt x="10305" y="3686"/>
                  </a:cubicBezTo>
                  <a:cubicBezTo>
                    <a:pt x="10300" y="3686"/>
                    <a:pt x="10295" y="3687"/>
                    <a:pt x="10289" y="3689"/>
                  </a:cubicBezTo>
                  <a:cubicBezTo>
                    <a:pt x="10252" y="3701"/>
                    <a:pt x="10042" y="4058"/>
                    <a:pt x="9993" y="4058"/>
                  </a:cubicBezTo>
                  <a:cubicBezTo>
                    <a:pt x="9956" y="4058"/>
                    <a:pt x="9944" y="4058"/>
                    <a:pt x="9944" y="3997"/>
                  </a:cubicBezTo>
                  <a:cubicBezTo>
                    <a:pt x="9993" y="3910"/>
                    <a:pt x="10042" y="3824"/>
                    <a:pt x="10104" y="3738"/>
                  </a:cubicBezTo>
                  <a:cubicBezTo>
                    <a:pt x="10141" y="3701"/>
                    <a:pt x="10153" y="3676"/>
                    <a:pt x="10141" y="3639"/>
                  </a:cubicBezTo>
                  <a:cubicBezTo>
                    <a:pt x="10132" y="3612"/>
                    <a:pt x="10122" y="3598"/>
                    <a:pt x="10092" y="3598"/>
                  </a:cubicBezTo>
                  <a:cubicBezTo>
                    <a:pt x="10082" y="3598"/>
                    <a:pt x="10070" y="3599"/>
                    <a:pt x="10055" y="3602"/>
                  </a:cubicBezTo>
                  <a:cubicBezTo>
                    <a:pt x="9993" y="3615"/>
                    <a:pt x="9981" y="3627"/>
                    <a:pt x="10018" y="3627"/>
                  </a:cubicBezTo>
                  <a:cubicBezTo>
                    <a:pt x="10055" y="3639"/>
                    <a:pt x="10092" y="3652"/>
                    <a:pt x="10018" y="3664"/>
                  </a:cubicBezTo>
                  <a:cubicBezTo>
                    <a:pt x="9973" y="3664"/>
                    <a:pt x="9928" y="3690"/>
                    <a:pt x="9902" y="3690"/>
                  </a:cubicBezTo>
                  <a:cubicBezTo>
                    <a:pt x="9892" y="3690"/>
                    <a:pt x="9885" y="3686"/>
                    <a:pt x="9882" y="3676"/>
                  </a:cubicBezTo>
                  <a:cubicBezTo>
                    <a:pt x="9882" y="3656"/>
                    <a:pt x="9882" y="3609"/>
                    <a:pt x="9868" y="3609"/>
                  </a:cubicBezTo>
                  <a:cubicBezTo>
                    <a:pt x="9865" y="3609"/>
                    <a:pt x="9861" y="3611"/>
                    <a:pt x="9857" y="3615"/>
                  </a:cubicBezTo>
                  <a:cubicBezTo>
                    <a:pt x="9833" y="3639"/>
                    <a:pt x="9808" y="3676"/>
                    <a:pt x="9784" y="3713"/>
                  </a:cubicBezTo>
                  <a:cubicBezTo>
                    <a:pt x="9759" y="3738"/>
                    <a:pt x="9808" y="3812"/>
                    <a:pt x="9820" y="3837"/>
                  </a:cubicBezTo>
                  <a:cubicBezTo>
                    <a:pt x="9828" y="3852"/>
                    <a:pt x="9821" y="3868"/>
                    <a:pt x="9809" y="3868"/>
                  </a:cubicBezTo>
                  <a:cubicBezTo>
                    <a:pt x="9802" y="3868"/>
                    <a:pt x="9793" y="3862"/>
                    <a:pt x="9784" y="3849"/>
                  </a:cubicBezTo>
                  <a:cubicBezTo>
                    <a:pt x="9770" y="3835"/>
                    <a:pt x="9760" y="3825"/>
                    <a:pt x="9754" y="3825"/>
                  </a:cubicBezTo>
                  <a:cubicBezTo>
                    <a:pt x="9749" y="3825"/>
                    <a:pt x="9747" y="3832"/>
                    <a:pt x="9747" y="3849"/>
                  </a:cubicBezTo>
                  <a:cubicBezTo>
                    <a:pt x="9737" y="3888"/>
                    <a:pt x="9750" y="3934"/>
                    <a:pt x="9744" y="3934"/>
                  </a:cubicBezTo>
                  <a:cubicBezTo>
                    <a:pt x="9742" y="3934"/>
                    <a:pt x="9739" y="3931"/>
                    <a:pt x="9734" y="3923"/>
                  </a:cubicBezTo>
                  <a:cubicBezTo>
                    <a:pt x="9707" y="3895"/>
                    <a:pt x="9707" y="3881"/>
                    <a:pt x="9687" y="3881"/>
                  </a:cubicBezTo>
                  <a:cubicBezTo>
                    <a:pt x="9681" y="3881"/>
                    <a:pt x="9673" y="3883"/>
                    <a:pt x="9660" y="3886"/>
                  </a:cubicBezTo>
                  <a:cubicBezTo>
                    <a:pt x="9632" y="3900"/>
                    <a:pt x="9608" y="3914"/>
                    <a:pt x="9599" y="3914"/>
                  </a:cubicBezTo>
                  <a:cubicBezTo>
                    <a:pt x="9593" y="3914"/>
                    <a:pt x="9595" y="3907"/>
                    <a:pt x="9611" y="3886"/>
                  </a:cubicBezTo>
                  <a:cubicBezTo>
                    <a:pt x="9636" y="3824"/>
                    <a:pt x="9734" y="3800"/>
                    <a:pt x="9673" y="3800"/>
                  </a:cubicBezTo>
                  <a:cubicBezTo>
                    <a:pt x="9611" y="3800"/>
                    <a:pt x="9574" y="3873"/>
                    <a:pt x="9525" y="3886"/>
                  </a:cubicBezTo>
                  <a:cubicBezTo>
                    <a:pt x="9505" y="3886"/>
                    <a:pt x="9485" y="3884"/>
                    <a:pt x="9470" y="3884"/>
                  </a:cubicBezTo>
                  <a:cubicBezTo>
                    <a:pt x="9448" y="3884"/>
                    <a:pt x="9436" y="3888"/>
                    <a:pt x="9451" y="3910"/>
                  </a:cubicBezTo>
                  <a:cubicBezTo>
                    <a:pt x="9488" y="3960"/>
                    <a:pt x="9525" y="4021"/>
                    <a:pt x="9549" y="4021"/>
                  </a:cubicBezTo>
                  <a:cubicBezTo>
                    <a:pt x="9556" y="4019"/>
                    <a:pt x="9563" y="4018"/>
                    <a:pt x="9568" y="4018"/>
                  </a:cubicBezTo>
                  <a:cubicBezTo>
                    <a:pt x="9593" y="4018"/>
                    <a:pt x="9604" y="4038"/>
                    <a:pt x="9574" y="4058"/>
                  </a:cubicBezTo>
                  <a:cubicBezTo>
                    <a:pt x="9543" y="4079"/>
                    <a:pt x="9556" y="4153"/>
                    <a:pt x="9538" y="4153"/>
                  </a:cubicBezTo>
                  <a:cubicBezTo>
                    <a:pt x="9535" y="4153"/>
                    <a:pt x="9530" y="4150"/>
                    <a:pt x="9525" y="4145"/>
                  </a:cubicBezTo>
                  <a:cubicBezTo>
                    <a:pt x="9475" y="4108"/>
                    <a:pt x="9475" y="4083"/>
                    <a:pt x="9439" y="4083"/>
                  </a:cubicBezTo>
                  <a:cubicBezTo>
                    <a:pt x="9414" y="4083"/>
                    <a:pt x="9402" y="4046"/>
                    <a:pt x="9389" y="4021"/>
                  </a:cubicBezTo>
                  <a:cubicBezTo>
                    <a:pt x="9383" y="4003"/>
                    <a:pt x="9383" y="3991"/>
                    <a:pt x="9380" y="3991"/>
                  </a:cubicBezTo>
                  <a:cubicBezTo>
                    <a:pt x="9377" y="3991"/>
                    <a:pt x="9371" y="4003"/>
                    <a:pt x="9352" y="4034"/>
                  </a:cubicBezTo>
                  <a:cubicBezTo>
                    <a:pt x="9331" y="4063"/>
                    <a:pt x="9322" y="4074"/>
                    <a:pt x="9313" y="4074"/>
                  </a:cubicBezTo>
                  <a:cubicBezTo>
                    <a:pt x="9307" y="4074"/>
                    <a:pt x="9301" y="4069"/>
                    <a:pt x="9291" y="4058"/>
                  </a:cubicBezTo>
                  <a:cubicBezTo>
                    <a:pt x="9266" y="4034"/>
                    <a:pt x="9278" y="4009"/>
                    <a:pt x="9254" y="3997"/>
                  </a:cubicBezTo>
                  <a:cubicBezTo>
                    <a:pt x="9192" y="3997"/>
                    <a:pt x="9130" y="4009"/>
                    <a:pt x="9081" y="4021"/>
                  </a:cubicBezTo>
                  <a:cubicBezTo>
                    <a:pt x="9020" y="4021"/>
                    <a:pt x="9020" y="4021"/>
                    <a:pt x="9118" y="4046"/>
                  </a:cubicBezTo>
                  <a:cubicBezTo>
                    <a:pt x="9198" y="4069"/>
                    <a:pt x="9278" y="4134"/>
                    <a:pt x="9260" y="4134"/>
                  </a:cubicBezTo>
                  <a:cubicBezTo>
                    <a:pt x="9259" y="4134"/>
                    <a:pt x="9257" y="4133"/>
                    <a:pt x="9254" y="4132"/>
                  </a:cubicBezTo>
                  <a:cubicBezTo>
                    <a:pt x="9204" y="4132"/>
                    <a:pt x="9204" y="4132"/>
                    <a:pt x="9204" y="4182"/>
                  </a:cubicBezTo>
                  <a:cubicBezTo>
                    <a:pt x="9204" y="4214"/>
                    <a:pt x="9242" y="4284"/>
                    <a:pt x="9235" y="4284"/>
                  </a:cubicBezTo>
                  <a:cubicBezTo>
                    <a:pt x="9234" y="4284"/>
                    <a:pt x="9232" y="4283"/>
                    <a:pt x="9229" y="4280"/>
                  </a:cubicBezTo>
                  <a:cubicBezTo>
                    <a:pt x="9192" y="4243"/>
                    <a:pt x="9106" y="4218"/>
                    <a:pt x="9081" y="4194"/>
                  </a:cubicBezTo>
                  <a:cubicBezTo>
                    <a:pt x="9078" y="4191"/>
                    <a:pt x="9074" y="4189"/>
                    <a:pt x="9069" y="4189"/>
                  </a:cubicBezTo>
                  <a:cubicBezTo>
                    <a:pt x="9057" y="4189"/>
                    <a:pt x="9044" y="4200"/>
                    <a:pt x="9044" y="4218"/>
                  </a:cubicBezTo>
                  <a:cubicBezTo>
                    <a:pt x="9044" y="4240"/>
                    <a:pt x="9036" y="4253"/>
                    <a:pt x="9024" y="4253"/>
                  </a:cubicBezTo>
                  <a:cubicBezTo>
                    <a:pt x="9016" y="4253"/>
                    <a:pt x="9005" y="4246"/>
                    <a:pt x="8995" y="4231"/>
                  </a:cubicBezTo>
                  <a:cubicBezTo>
                    <a:pt x="8978" y="4205"/>
                    <a:pt x="8985" y="4179"/>
                    <a:pt x="8982" y="4179"/>
                  </a:cubicBezTo>
                  <a:lnTo>
                    <a:pt x="8982" y="4179"/>
                  </a:lnTo>
                  <a:cubicBezTo>
                    <a:pt x="8981" y="4179"/>
                    <a:pt x="8978" y="4183"/>
                    <a:pt x="8970" y="4194"/>
                  </a:cubicBezTo>
                  <a:cubicBezTo>
                    <a:pt x="8958" y="4231"/>
                    <a:pt x="8884" y="4280"/>
                    <a:pt x="8909" y="4329"/>
                  </a:cubicBezTo>
                  <a:cubicBezTo>
                    <a:pt x="8942" y="4362"/>
                    <a:pt x="8965" y="4405"/>
                    <a:pt x="8926" y="4405"/>
                  </a:cubicBezTo>
                  <a:cubicBezTo>
                    <a:pt x="8921" y="4405"/>
                    <a:pt x="8915" y="4405"/>
                    <a:pt x="8909" y="4403"/>
                  </a:cubicBezTo>
                  <a:cubicBezTo>
                    <a:pt x="8895" y="4403"/>
                    <a:pt x="8883" y="4404"/>
                    <a:pt x="8872" y="4404"/>
                  </a:cubicBezTo>
                  <a:cubicBezTo>
                    <a:pt x="8847" y="4404"/>
                    <a:pt x="8835" y="4398"/>
                    <a:pt x="8835" y="4354"/>
                  </a:cubicBezTo>
                  <a:cubicBezTo>
                    <a:pt x="8835" y="4297"/>
                    <a:pt x="8856" y="4229"/>
                    <a:pt x="8830" y="4229"/>
                  </a:cubicBezTo>
                  <a:cubicBezTo>
                    <a:pt x="8828" y="4229"/>
                    <a:pt x="8825" y="4230"/>
                    <a:pt x="8822" y="4231"/>
                  </a:cubicBezTo>
                  <a:cubicBezTo>
                    <a:pt x="8773" y="4243"/>
                    <a:pt x="8822" y="4268"/>
                    <a:pt x="8761" y="4280"/>
                  </a:cubicBezTo>
                  <a:cubicBezTo>
                    <a:pt x="8699" y="4292"/>
                    <a:pt x="8699" y="4329"/>
                    <a:pt x="8736" y="4342"/>
                  </a:cubicBezTo>
                  <a:cubicBezTo>
                    <a:pt x="8749" y="4342"/>
                    <a:pt x="8755" y="4340"/>
                    <a:pt x="8757" y="4340"/>
                  </a:cubicBezTo>
                  <a:cubicBezTo>
                    <a:pt x="8761" y="4340"/>
                    <a:pt x="8744" y="4346"/>
                    <a:pt x="8712" y="4379"/>
                  </a:cubicBezTo>
                  <a:cubicBezTo>
                    <a:pt x="8685" y="4405"/>
                    <a:pt x="8658" y="4452"/>
                    <a:pt x="8650" y="4452"/>
                  </a:cubicBezTo>
                  <a:cubicBezTo>
                    <a:pt x="8647" y="4452"/>
                    <a:pt x="8647" y="4445"/>
                    <a:pt x="8650" y="4428"/>
                  </a:cubicBezTo>
                  <a:cubicBezTo>
                    <a:pt x="8675" y="4354"/>
                    <a:pt x="8699" y="4342"/>
                    <a:pt x="8650" y="4317"/>
                  </a:cubicBezTo>
                  <a:cubicBezTo>
                    <a:pt x="8613" y="4280"/>
                    <a:pt x="8514" y="4243"/>
                    <a:pt x="8564" y="4231"/>
                  </a:cubicBezTo>
                  <a:cubicBezTo>
                    <a:pt x="8625" y="4231"/>
                    <a:pt x="8699" y="4231"/>
                    <a:pt x="8625" y="4182"/>
                  </a:cubicBezTo>
                  <a:cubicBezTo>
                    <a:pt x="8588" y="4157"/>
                    <a:pt x="8539" y="4145"/>
                    <a:pt x="8502" y="4145"/>
                  </a:cubicBezTo>
                  <a:cubicBezTo>
                    <a:pt x="8490" y="4141"/>
                    <a:pt x="8481" y="4140"/>
                    <a:pt x="8476" y="4140"/>
                  </a:cubicBezTo>
                  <a:cubicBezTo>
                    <a:pt x="8459" y="4140"/>
                    <a:pt x="8468" y="4154"/>
                    <a:pt x="8477" y="4182"/>
                  </a:cubicBezTo>
                  <a:cubicBezTo>
                    <a:pt x="8490" y="4218"/>
                    <a:pt x="8527" y="4292"/>
                    <a:pt x="8502" y="4292"/>
                  </a:cubicBezTo>
                  <a:cubicBezTo>
                    <a:pt x="8477" y="4305"/>
                    <a:pt x="8453" y="4305"/>
                    <a:pt x="8428" y="4305"/>
                  </a:cubicBezTo>
                  <a:cubicBezTo>
                    <a:pt x="8395" y="4305"/>
                    <a:pt x="8343" y="4344"/>
                    <a:pt x="8375" y="4344"/>
                  </a:cubicBezTo>
                  <a:cubicBezTo>
                    <a:pt x="8379" y="4344"/>
                    <a:pt x="8384" y="4343"/>
                    <a:pt x="8391" y="4342"/>
                  </a:cubicBezTo>
                  <a:cubicBezTo>
                    <a:pt x="8440" y="4342"/>
                    <a:pt x="8473" y="4336"/>
                    <a:pt x="8475" y="4336"/>
                  </a:cubicBezTo>
                  <a:cubicBezTo>
                    <a:pt x="8476" y="4336"/>
                    <a:pt x="8469" y="4338"/>
                    <a:pt x="8453" y="4342"/>
                  </a:cubicBezTo>
                  <a:cubicBezTo>
                    <a:pt x="8416" y="4366"/>
                    <a:pt x="8379" y="4366"/>
                    <a:pt x="8440" y="4391"/>
                  </a:cubicBezTo>
                  <a:cubicBezTo>
                    <a:pt x="8486" y="4406"/>
                    <a:pt x="8508" y="4417"/>
                    <a:pt x="8519" y="4417"/>
                  </a:cubicBezTo>
                  <a:cubicBezTo>
                    <a:pt x="8525" y="4417"/>
                    <a:pt x="8527" y="4413"/>
                    <a:pt x="8527" y="4403"/>
                  </a:cubicBezTo>
                  <a:cubicBezTo>
                    <a:pt x="8527" y="4381"/>
                    <a:pt x="8536" y="4363"/>
                    <a:pt x="8543" y="4363"/>
                  </a:cubicBezTo>
                  <a:cubicBezTo>
                    <a:pt x="8547" y="4363"/>
                    <a:pt x="8551" y="4371"/>
                    <a:pt x="8551" y="4391"/>
                  </a:cubicBezTo>
                  <a:cubicBezTo>
                    <a:pt x="8541" y="4423"/>
                    <a:pt x="8548" y="4482"/>
                    <a:pt x="8535" y="4482"/>
                  </a:cubicBezTo>
                  <a:cubicBezTo>
                    <a:pt x="8533" y="4482"/>
                    <a:pt x="8530" y="4481"/>
                    <a:pt x="8527" y="4477"/>
                  </a:cubicBezTo>
                  <a:cubicBezTo>
                    <a:pt x="8490" y="4453"/>
                    <a:pt x="8465" y="4428"/>
                    <a:pt x="8428" y="4416"/>
                  </a:cubicBezTo>
                  <a:cubicBezTo>
                    <a:pt x="8396" y="4405"/>
                    <a:pt x="8392" y="4349"/>
                    <a:pt x="8368" y="4349"/>
                  </a:cubicBezTo>
                  <a:cubicBezTo>
                    <a:pt x="8364" y="4349"/>
                    <a:pt x="8359" y="4351"/>
                    <a:pt x="8354" y="4354"/>
                  </a:cubicBezTo>
                  <a:cubicBezTo>
                    <a:pt x="8314" y="4374"/>
                    <a:pt x="8274" y="4410"/>
                    <a:pt x="8254" y="4410"/>
                  </a:cubicBezTo>
                  <a:cubicBezTo>
                    <a:pt x="8249" y="4410"/>
                    <a:pt x="8246" y="4408"/>
                    <a:pt x="8243" y="4403"/>
                  </a:cubicBezTo>
                  <a:cubicBezTo>
                    <a:pt x="8243" y="4384"/>
                    <a:pt x="8236" y="4371"/>
                    <a:pt x="8224" y="4371"/>
                  </a:cubicBezTo>
                  <a:cubicBezTo>
                    <a:pt x="8213" y="4371"/>
                    <a:pt x="8199" y="4380"/>
                    <a:pt x="8182" y="4403"/>
                  </a:cubicBezTo>
                  <a:cubicBezTo>
                    <a:pt x="8132" y="4440"/>
                    <a:pt x="8059" y="4465"/>
                    <a:pt x="8071" y="4502"/>
                  </a:cubicBezTo>
                  <a:cubicBezTo>
                    <a:pt x="8071" y="4551"/>
                    <a:pt x="8108" y="4563"/>
                    <a:pt x="8083" y="4576"/>
                  </a:cubicBezTo>
                  <a:cubicBezTo>
                    <a:pt x="8073" y="4596"/>
                    <a:pt x="8054" y="4643"/>
                    <a:pt x="8077" y="4643"/>
                  </a:cubicBezTo>
                  <a:cubicBezTo>
                    <a:pt x="8082" y="4643"/>
                    <a:pt x="8088" y="4641"/>
                    <a:pt x="8095" y="4637"/>
                  </a:cubicBezTo>
                  <a:cubicBezTo>
                    <a:pt x="8152" y="4615"/>
                    <a:pt x="8146" y="4562"/>
                    <a:pt x="8173" y="4562"/>
                  </a:cubicBezTo>
                  <a:cubicBezTo>
                    <a:pt x="8176" y="4562"/>
                    <a:pt x="8178" y="4562"/>
                    <a:pt x="8182" y="4563"/>
                  </a:cubicBezTo>
                  <a:cubicBezTo>
                    <a:pt x="8200" y="4572"/>
                    <a:pt x="8198" y="4607"/>
                    <a:pt x="8219" y="4607"/>
                  </a:cubicBezTo>
                  <a:cubicBezTo>
                    <a:pt x="8227" y="4607"/>
                    <a:pt x="8239" y="4602"/>
                    <a:pt x="8256" y="4588"/>
                  </a:cubicBezTo>
                  <a:cubicBezTo>
                    <a:pt x="8273" y="4575"/>
                    <a:pt x="8286" y="4570"/>
                    <a:pt x="8293" y="4570"/>
                  </a:cubicBezTo>
                  <a:cubicBezTo>
                    <a:pt x="8306" y="4570"/>
                    <a:pt x="8300" y="4589"/>
                    <a:pt x="8268" y="4613"/>
                  </a:cubicBezTo>
                  <a:cubicBezTo>
                    <a:pt x="8231" y="4650"/>
                    <a:pt x="8206" y="4650"/>
                    <a:pt x="8206" y="4699"/>
                  </a:cubicBezTo>
                  <a:cubicBezTo>
                    <a:pt x="8206" y="4741"/>
                    <a:pt x="8216" y="4830"/>
                    <a:pt x="8202" y="4830"/>
                  </a:cubicBezTo>
                  <a:cubicBezTo>
                    <a:pt x="8200" y="4830"/>
                    <a:pt x="8197" y="4827"/>
                    <a:pt x="8194" y="4822"/>
                  </a:cubicBezTo>
                  <a:cubicBezTo>
                    <a:pt x="8163" y="4802"/>
                    <a:pt x="8132" y="4755"/>
                    <a:pt x="8108" y="4755"/>
                  </a:cubicBezTo>
                  <a:cubicBezTo>
                    <a:pt x="8104" y="4755"/>
                    <a:pt x="8099" y="4757"/>
                    <a:pt x="8095" y="4761"/>
                  </a:cubicBezTo>
                  <a:cubicBezTo>
                    <a:pt x="8068" y="4779"/>
                    <a:pt x="8040" y="4832"/>
                    <a:pt x="8033" y="4832"/>
                  </a:cubicBezTo>
                  <a:cubicBezTo>
                    <a:pt x="8031" y="4832"/>
                    <a:pt x="8031" y="4826"/>
                    <a:pt x="8034" y="4810"/>
                  </a:cubicBezTo>
                  <a:cubicBezTo>
                    <a:pt x="8042" y="4768"/>
                    <a:pt x="8039" y="4749"/>
                    <a:pt x="8025" y="4749"/>
                  </a:cubicBezTo>
                  <a:cubicBezTo>
                    <a:pt x="8018" y="4749"/>
                    <a:pt x="8009" y="4753"/>
                    <a:pt x="7997" y="4761"/>
                  </a:cubicBezTo>
                  <a:cubicBezTo>
                    <a:pt x="7980" y="4778"/>
                    <a:pt x="7963" y="4812"/>
                    <a:pt x="7954" y="4812"/>
                  </a:cubicBezTo>
                  <a:cubicBezTo>
                    <a:pt x="7950" y="4812"/>
                    <a:pt x="7948" y="4805"/>
                    <a:pt x="7948" y="4785"/>
                  </a:cubicBezTo>
                  <a:cubicBezTo>
                    <a:pt x="7948" y="4737"/>
                    <a:pt x="7963" y="4667"/>
                    <a:pt x="7958" y="4667"/>
                  </a:cubicBezTo>
                  <a:lnTo>
                    <a:pt x="7958" y="4667"/>
                  </a:lnTo>
                  <a:cubicBezTo>
                    <a:pt x="7956" y="4667"/>
                    <a:pt x="7953" y="4673"/>
                    <a:pt x="7948" y="4687"/>
                  </a:cubicBezTo>
                  <a:cubicBezTo>
                    <a:pt x="7918" y="4726"/>
                    <a:pt x="7904" y="4814"/>
                    <a:pt x="7880" y="4814"/>
                  </a:cubicBezTo>
                  <a:cubicBezTo>
                    <a:pt x="7875" y="4814"/>
                    <a:pt x="7869" y="4809"/>
                    <a:pt x="7861" y="4798"/>
                  </a:cubicBezTo>
                  <a:cubicBezTo>
                    <a:pt x="7837" y="4748"/>
                    <a:pt x="7824" y="4699"/>
                    <a:pt x="7837" y="4637"/>
                  </a:cubicBezTo>
                  <a:cubicBezTo>
                    <a:pt x="7848" y="4604"/>
                    <a:pt x="7909" y="4511"/>
                    <a:pt x="7885" y="4511"/>
                  </a:cubicBezTo>
                  <a:cubicBezTo>
                    <a:pt x="7882" y="4511"/>
                    <a:pt x="7879" y="4512"/>
                    <a:pt x="7874" y="4514"/>
                  </a:cubicBezTo>
                  <a:cubicBezTo>
                    <a:pt x="7824" y="4551"/>
                    <a:pt x="7714" y="4613"/>
                    <a:pt x="7738" y="4637"/>
                  </a:cubicBezTo>
                  <a:cubicBezTo>
                    <a:pt x="7768" y="4667"/>
                    <a:pt x="7815" y="4706"/>
                    <a:pt x="7798" y="4706"/>
                  </a:cubicBezTo>
                  <a:cubicBezTo>
                    <a:pt x="7794" y="4706"/>
                    <a:pt x="7787" y="4704"/>
                    <a:pt x="7775" y="4699"/>
                  </a:cubicBezTo>
                  <a:cubicBezTo>
                    <a:pt x="7747" y="4688"/>
                    <a:pt x="7731" y="4679"/>
                    <a:pt x="7722" y="4679"/>
                  </a:cubicBezTo>
                  <a:cubicBezTo>
                    <a:pt x="7711" y="4679"/>
                    <a:pt x="7708" y="4691"/>
                    <a:pt x="7701" y="4724"/>
                  </a:cubicBezTo>
                  <a:cubicBezTo>
                    <a:pt x="7693" y="4757"/>
                    <a:pt x="7685" y="4773"/>
                    <a:pt x="7677" y="4773"/>
                  </a:cubicBezTo>
                  <a:cubicBezTo>
                    <a:pt x="7672" y="4773"/>
                    <a:pt x="7668" y="4769"/>
                    <a:pt x="7664" y="4761"/>
                  </a:cubicBezTo>
                  <a:cubicBezTo>
                    <a:pt x="7656" y="4737"/>
                    <a:pt x="7659" y="4723"/>
                    <a:pt x="7648" y="4723"/>
                  </a:cubicBezTo>
                  <a:cubicBezTo>
                    <a:pt x="7642" y="4723"/>
                    <a:pt x="7632" y="4727"/>
                    <a:pt x="7615" y="4736"/>
                  </a:cubicBezTo>
                  <a:cubicBezTo>
                    <a:pt x="7582" y="4769"/>
                    <a:pt x="7529" y="4812"/>
                    <a:pt x="7571" y="4812"/>
                  </a:cubicBezTo>
                  <a:cubicBezTo>
                    <a:pt x="7576" y="4812"/>
                    <a:pt x="7582" y="4811"/>
                    <a:pt x="7590" y="4810"/>
                  </a:cubicBezTo>
                  <a:cubicBezTo>
                    <a:pt x="7603" y="4807"/>
                    <a:pt x="7615" y="4806"/>
                    <a:pt x="7626" y="4806"/>
                  </a:cubicBezTo>
                  <a:cubicBezTo>
                    <a:pt x="7673" y="4806"/>
                    <a:pt x="7706" y="4822"/>
                    <a:pt x="7677" y="4822"/>
                  </a:cubicBezTo>
                  <a:cubicBezTo>
                    <a:pt x="7640" y="4822"/>
                    <a:pt x="7627" y="4847"/>
                    <a:pt x="7664" y="4847"/>
                  </a:cubicBezTo>
                  <a:cubicBezTo>
                    <a:pt x="7697" y="4847"/>
                    <a:pt x="7703" y="4825"/>
                    <a:pt x="7706" y="4825"/>
                  </a:cubicBezTo>
                  <a:cubicBezTo>
                    <a:pt x="7708" y="4825"/>
                    <a:pt x="7709" y="4830"/>
                    <a:pt x="7714" y="4847"/>
                  </a:cubicBezTo>
                  <a:cubicBezTo>
                    <a:pt x="7726" y="4896"/>
                    <a:pt x="7726" y="4908"/>
                    <a:pt x="7677" y="4908"/>
                  </a:cubicBezTo>
                  <a:cubicBezTo>
                    <a:pt x="7649" y="4908"/>
                    <a:pt x="7635" y="4867"/>
                    <a:pt x="7609" y="4867"/>
                  </a:cubicBezTo>
                  <a:cubicBezTo>
                    <a:pt x="7600" y="4867"/>
                    <a:pt x="7590" y="4872"/>
                    <a:pt x="7578" y="4884"/>
                  </a:cubicBezTo>
                  <a:cubicBezTo>
                    <a:pt x="7516" y="4945"/>
                    <a:pt x="7516" y="5019"/>
                    <a:pt x="7479" y="5019"/>
                  </a:cubicBezTo>
                  <a:cubicBezTo>
                    <a:pt x="7430" y="5032"/>
                    <a:pt x="7282" y="5044"/>
                    <a:pt x="7332" y="5056"/>
                  </a:cubicBezTo>
                  <a:cubicBezTo>
                    <a:pt x="7362" y="5069"/>
                    <a:pt x="7393" y="5075"/>
                    <a:pt x="7424" y="5075"/>
                  </a:cubicBezTo>
                  <a:cubicBezTo>
                    <a:pt x="7455" y="5075"/>
                    <a:pt x="7486" y="5069"/>
                    <a:pt x="7516" y="5056"/>
                  </a:cubicBezTo>
                  <a:cubicBezTo>
                    <a:pt x="7584" y="5023"/>
                    <a:pt x="7610" y="4968"/>
                    <a:pt x="7652" y="4968"/>
                  </a:cubicBezTo>
                  <a:cubicBezTo>
                    <a:pt x="7656" y="4968"/>
                    <a:pt x="7660" y="4969"/>
                    <a:pt x="7664" y="4970"/>
                  </a:cubicBezTo>
                  <a:cubicBezTo>
                    <a:pt x="7689" y="4976"/>
                    <a:pt x="7701" y="4982"/>
                    <a:pt x="7712" y="4982"/>
                  </a:cubicBezTo>
                  <a:cubicBezTo>
                    <a:pt x="7723" y="4982"/>
                    <a:pt x="7732" y="4976"/>
                    <a:pt x="7750" y="4958"/>
                  </a:cubicBezTo>
                  <a:cubicBezTo>
                    <a:pt x="7764" y="4949"/>
                    <a:pt x="7773" y="4946"/>
                    <a:pt x="7781" y="4946"/>
                  </a:cubicBezTo>
                  <a:cubicBezTo>
                    <a:pt x="7791" y="4946"/>
                    <a:pt x="7800" y="4949"/>
                    <a:pt x="7816" y="4949"/>
                  </a:cubicBezTo>
                  <a:cubicBezTo>
                    <a:pt x="7824" y="4949"/>
                    <a:pt x="7835" y="4948"/>
                    <a:pt x="7849" y="4945"/>
                  </a:cubicBezTo>
                  <a:cubicBezTo>
                    <a:pt x="7898" y="4921"/>
                    <a:pt x="7861" y="4896"/>
                    <a:pt x="7837" y="4859"/>
                  </a:cubicBezTo>
                  <a:cubicBezTo>
                    <a:pt x="7827" y="4849"/>
                    <a:pt x="7825" y="4845"/>
                    <a:pt x="7827" y="4845"/>
                  </a:cubicBezTo>
                  <a:cubicBezTo>
                    <a:pt x="7835" y="4845"/>
                    <a:pt x="7874" y="4872"/>
                    <a:pt x="7874" y="4872"/>
                  </a:cubicBezTo>
                  <a:cubicBezTo>
                    <a:pt x="7874" y="4872"/>
                    <a:pt x="7874" y="4921"/>
                    <a:pt x="7911" y="4921"/>
                  </a:cubicBezTo>
                  <a:cubicBezTo>
                    <a:pt x="7929" y="4911"/>
                    <a:pt x="7976" y="4867"/>
                    <a:pt x="7987" y="4867"/>
                  </a:cubicBezTo>
                  <a:cubicBezTo>
                    <a:pt x="7991" y="4867"/>
                    <a:pt x="7991" y="4872"/>
                    <a:pt x="7985" y="4884"/>
                  </a:cubicBezTo>
                  <a:cubicBezTo>
                    <a:pt x="7972" y="4933"/>
                    <a:pt x="7923" y="4921"/>
                    <a:pt x="7948" y="4958"/>
                  </a:cubicBezTo>
                  <a:cubicBezTo>
                    <a:pt x="7948" y="4982"/>
                    <a:pt x="7935" y="4982"/>
                    <a:pt x="7923" y="4995"/>
                  </a:cubicBezTo>
                  <a:cubicBezTo>
                    <a:pt x="7964" y="4995"/>
                    <a:pt x="8005" y="4984"/>
                    <a:pt x="8017" y="4984"/>
                  </a:cubicBezTo>
                  <a:cubicBezTo>
                    <a:pt x="8023" y="4984"/>
                    <a:pt x="8022" y="4987"/>
                    <a:pt x="8009" y="4995"/>
                  </a:cubicBezTo>
                  <a:cubicBezTo>
                    <a:pt x="7977" y="5016"/>
                    <a:pt x="7900" y="5074"/>
                    <a:pt x="7918" y="5074"/>
                  </a:cubicBezTo>
                  <a:cubicBezTo>
                    <a:pt x="7921" y="5074"/>
                    <a:pt x="7927" y="5072"/>
                    <a:pt x="7935" y="5069"/>
                  </a:cubicBezTo>
                  <a:cubicBezTo>
                    <a:pt x="7985" y="5069"/>
                    <a:pt x="8022" y="5044"/>
                    <a:pt x="8046" y="5019"/>
                  </a:cubicBezTo>
                  <a:cubicBezTo>
                    <a:pt x="8060" y="5009"/>
                    <a:pt x="8074" y="5005"/>
                    <a:pt x="8086" y="5005"/>
                  </a:cubicBezTo>
                  <a:cubicBezTo>
                    <a:pt x="8111" y="5005"/>
                    <a:pt x="8125" y="5021"/>
                    <a:pt x="8109" y="5021"/>
                  </a:cubicBezTo>
                  <a:cubicBezTo>
                    <a:pt x="8106" y="5021"/>
                    <a:pt x="8101" y="5021"/>
                    <a:pt x="8095" y="5019"/>
                  </a:cubicBezTo>
                  <a:cubicBezTo>
                    <a:pt x="8092" y="5018"/>
                    <a:pt x="8088" y="5018"/>
                    <a:pt x="8084" y="5018"/>
                  </a:cubicBezTo>
                  <a:cubicBezTo>
                    <a:pt x="8039" y="5018"/>
                    <a:pt x="7994" y="5082"/>
                    <a:pt x="7960" y="5093"/>
                  </a:cubicBezTo>
                  <a:cubicBezTo>
                    <a:pt x="7923" y="5106"/>
                    <a:pt x="7935" y="5143"/>
                    <a:pt x="7923" y="5167"/>
                  </a:cubicBezTo>
                  <a:cubicBezTo>
                    <a:pt x="7908" y="5182"/>
                    <a:pt x="7894" y="5201"/>
                    <a:pt x="7876" y="5201"/>
                  </a:cubicBezTo>
                  <a:cubicBezTo>
                    <a:pt x="7865" y="5201"/>
                    <a:pt x="7852" y="5192"/>
                    <a:pt x="7837" y="5167"/>
                  </a:cubicBezTo>
                  <a:cubicBezTo>
                    <a:pt x="7817" y="5118"/>
                    <a:pt x="7829" y="5054"/>
                    <a:pt x="7822" y="5054"/>
                  </a:cubicBezTo>
                  <a:cubicBezTo>
                    <a:pt x="7820" y="5054"/>
                    <a:pt x="7817" y="5058"/>
                    <a:pt x="7812" y="5069"/>
                  </a:cubicBezTo>
                  <a:cubicBezTo>
                    <a:pt x="7782" y="5109"/>
                    <a:pt x="7801" y="5181"/>
                    <a:pt x="7796" y="5181"/>
                  </a:cubicBezTo>
                  <a:cubicBezTo>
                    <a:pt x="7795" y="5181"/>
                    <a:pt x="7792" y="5177"/>
                    <a:pt x="7787" y="5167"/>
                  </a:cubicBezTo>
                  <a:cubicBezTo>
                    <a:pt x="7768" y="5138"/>
                    <a:pt x="7756" y="5094"/>
                    <a:pt x="7734" y="5094"/>
                  </a:cubicBezTo>
                  <a:cubicBezTo>
                    <a:pt x="7728" y="5094"/>
                    <a:pt x="7722" y="5098"/>
                    <a:pt x="7714" y="5106"/>
                  </a:cubicBezTo>
                  <a:cubicBezTo>
                    <a:pt x="7677" y="5143"/>
                    <a:pt x="7652" y="5180"/>
                    <a:pt x="7627" y="5217"/>
                  </a:cubicBezTo>
                  <a:cubicBezTo>
                    <a:pt x="7594" y="5250"/>
                    <a:pt x="7561" y="5292"/>
                    <a:pt x="7581" y="5292"/>
                  </a:cubicBezTo>
                  <a:cubicBezTo>
                    <a:pt x="7583" y="5292"/>
                    <a:pt x="7586" y="5292"/>
                    <a:pt x="7590" y="5290"/>
                  </a:cubicBezTo>
                  <a:cubicBezTo>
                    <a:pt x="7636" y="5290"/>
                    <a:pt x="7682" y="5215"/>
                    <a:pt x="7688" y="5215"/>
                  </a:cubicBezTo>
                  <a:cubicBezTo>
                    <a:pt x="7689" y="5215"/>
                    <a:pt x="7689" y="5216"/>
                    <a:pt x="7689" y="5217"/>
                  </a:cubicBezTo>
                  <a:cubicBezTo>
                    <a:pt x="7689" y="5241"/>
                    <a:pt x="7689" y="5266"/>
                    <a:pt x="7714" y="5266"/>
                  </a:cubicBezTo>
                  <a:cubicBezTo>
                    <a:pt x="7750" y="5266"/>
                    <a:pt x="7812" y="5278"/>
                    <a:pt x="7763" y="5278"/>
                  </a:cubicBezTo>
                  <a:cubicBezTo>
                    <a:pt x="7714" y="5278"/>
                    <a:pt x="7677" y="5290"/>
                    <a:pt x="7640" y="5303"/>
                  </a:cubicBezTo>
                  <a:cubicBezTo>
                    <a:pt x="7603" y="5327"/>
                    <a:pt x="7652" y="5352"/>
                    <a:pt x="7714" y="5352"/>
                  </a:cubicBezTo>
                  <a:cubicBezTo>
                    <a:pt x="7720" y="5350"/>
                    <a:pt x="7727" y="5350"/>
                    <a:pt x="7733" y="5350"/>
                  </a:cubicBezTo>
                  <a:cubicBezTo>
                    <a:pt x="7772" y="5350"/>
                    <a:pt x="7796" y="5382"/>
                    <a:pt x="7775" y="5414"/>
                  </a:cubicBezTo>
                  <a:cubicBezTo>
                    <a:pt x="7770" y="5429"/>
                    <a:pt x="7771" y="5436"/>
                    <a:pt x="7771" y="5436"/>
                  </a:cubicBezTo>
                  <a:cubicBezTo>
                    <a:pt x="7770" y="5436"/>
                    <a:pt x="7767" y="5423"/>
                    <a:pt x="7738" y="5401"/>
                  </a:cubicBezTo>
                  <a:cubicBezTo>
                    <a:pt x="7714" y="5377"/>
                    <a:pt x="7701" y="5371"/>
                    <a:pt x="7689" y="5371"/>
                  </a:cubicBezTo>
                  <a:cubicBezTo>
                    <a:pt x="7677" y="5371"/>
                    <a:pt x="7664" y="5377"/>
                    <a:pt x="7640" y="5377"/>
                  </a:cubicBezTo>
                  <a:cubicBezTo>
                    <a:pt x="7603" y="5377"/>
                    <a:pt x="7615" y="5414"/>
                    <a:pt x="7566" y="5438"/>
                  </a:cubicBezTo>
                  <a:cubicBezTo>
                    <a:pt x="7529" y="5451"/>
                    <a:pt x="7442" y="5488"/>
                    <a:pt x="7504" y="5488"/>
                  </a:cubicBezTo>
                  <a:cubicBezTo>
                    <a:pt x="7553" y="5488"/>
                    <a:pt x="7603" y="5471"/>
                    <a:pt x="7641" y="5471"/>
                  </a:cubicBezTo>
                  <a:cubicBezTo>
                    <a:pt x="7660" y="5471"/>
                    <a:pt x="7677" y="5475"/>
                    <a:pt x="7689" y="5488"/>
                  </a:cubicBezTo>
                  <a:cubicBezTo>
                    <a:pt x="7716" y="5506"/>
                    <a:pt x="7730" y="5538"/>
                    <a:pt x="7710" y="5538"/>
                  </a:cubicBezTo>
                  <a:cubicBezTo>
                    <a:pt x="7703" y="5538"/>
                    <a:pt x="7692" y="5534"/>
                    <a:pt x="7677" y="5525"/>
                  </a:cubicBezTo>
                  <a:cubicBezTo>
                    <a:pt x="7650" y="5509"/>
                    <a:pt x="7640" y="5504"/>
                    <a:pt x="7632" y="5504"/>
                  </a:cubicBezTo>
                  <a:cubicBezTo>
                    <a:pt x="7623" y="5504"/>
                    <a:pt x="7618" y="5512"/>
                    <a:pt x="7590" y="5512"/>
                  </a:cubicBezTo>
                  <a:cubicBezTo>
                    <a:pt x="7553" y="5512"/>
                    <a:pt x="7541" y="5525"/>
                    <a:pt x="7566" y="5525"/>
                  </a:cubicBezTo>
                  <a:cubicBezTo>
                    <a:pt x="7595" y="5525"/>
                    <a:pt x="7593" y="5556"/>
                    <a:pt x="7566" y="5556"/>
                  </a:cubicBezTo>
                  <a:cubicBezTo>
                    <a:pt x="7559" y="5556"/>
                    <a:pt x="7551" y="5554"/>
                    <a:pt x="7541" y="5549"/>
                  </a:cubicBezTo>
                  <a:cubicBezTo>
                    <a:pt x="7498" y="5532"/>
                    <a:pt x="7485" y="5509"/>
                    <a:pt x="7465" y="5509"/>
                  </a:cubicBezTo>
                  <a:cubicBezTo>
                    <a:pt x="7456" y="5509"/>
                    <a:pt x="7445" y="5513"/>
                    <a:pt x="7430" y="5525"/>
                  </a:cubicBezTo>
                  <a:cubicBezTo>
                    <a:pt x="7389" y="5557"/>
                    <a:pt x="7386" y="5563"/>
                    <a:pt x="7407" y="5563"/>
                  </a:cubicBezTo>
                  <a:cubicBezTo>
                    <a:pt x="7418" y="5563"/>
                    <a:pt x="7434" y="5562"/>
                    <a:pt x="7455" y="5562"/>
                  </a:cubicBezTo>
                  <a:cubicBezTo>
                    <a:pt x="7504" y="5562"/>
                    <a:pt x="7516" y="5598"/>
                    <a:pt x="7455" y="5598"/>
                  </a:cubicBezTo>
                  <a:cubicBezTo>
                    <a:pt x="7405" y="5598"/>
                    <a:pt x="7356" y="5635"/>
                    <a:pt x="7344" y="5685"/>
                  </a:cubicBezTo>
                  <a:cubicBezTo>
                    <a:pt x="7332" y="5722"/>
                    <a:pt x="7344" y="5709"/>
                    <a:pt x="7356" y="5734"/>
                  </a:cubicBezTo>
                  <a:cubicBezTo>
                    <a:pt x="7369" y="5759"/>
                    <a:pt x="7381" y="5771"/>
                    <a:pt x="7332" y="5771"/>
                  </a:cubicBezTo>
                  <a:cubicBezTo>
                    <a:pt x="7282" y="5771"/>
                    <a:pt x="7282" y="5783"/>
                    <a:pt x="7245" y="5808"/>
                  </a:cubicBezTo>
                  <a:cubicBezTo>
                    <a:pt x="7196" y="5845"/>
                    <a:pt x="7221" y="5870"/>
                    <a:pt x="7245" y="5870"/>
                  </a:cubicBezTo>
                  <a:cubicBezTo>
                    <a:pt x="7258" y="5870"/>
                    <a:pt x="7258" y="5894"/>
                    <a:pt x="7221" y="5894"/>
                  </a:cubicBezTo>
                  <a:cubicBezTo>
                    <a:pt x="7196" y="5894"/>
                    <a:pt x="7171" y="5931"/>
                    <a:pt x="7208" y="5931"/>
                  </a:cubicBezTo>
                  <a:cubicBezTo>
                    <a:pt x="7229" y="5931"/>
                    <a:pt x="7247" y="5923"/>
                    <a:pt x="7255" y="5923"/>
                  </a:cubicBezTo>
                  <a:cubicBezTo>
                    <a:pt x="7261" y="5923"/>
                    <a:pt x="7263" y="5928"/>
                    <a:pt x="7258" y="5943"/>
                  </a:cubicBezTo>
                  <a:cubicBezTo>
                    <a:pt x="7233" y="5980"/>
                    <a:pt x="7208" y="5993"/>
                    <a:pt x="7270" y="5993"/>
                  </a:cubicBezTo>
                  <a:cubicBezTo>
                    <a:pt x="7295" y="5987"/>
                    <a:pt x="7316" y="5984"/>
                    <a:pt x="7336" y="5984"/>
                  </a:cubicBezTo>
                  <a:cubicBezTo>
                    <a:pt x="7356" y="5984"/>
                    <a:pt x="7375" y="5987"/>
                    <a:pt x="7393" y="5993"/>
                  </a:cubicBezTo>
                  <a:cubicBezTo>
                    <a:pt x="7412" y="5999"/>
                    <a:pt x="7409" y="5999"/>
                    <a:pt x="7398" y="5999"/>
                  </a:cubicBezTo>
                  <a:cubicBezTo>
                    <a:pt x="7387" y="5999"/>
                    <a:pt x="7369" y="5999"/>
                    <a:pt x="7356" y="6005"/>
                  </a:cubicBezTo>
                  <a:cubicBezTo>
                    <a:pt x="7336" y="6025"/>
                    <a:pt x="7341" y="6045"/>
                    <a:pt x="7309" y="6045"/>
                  </a:cubicBezTo>
                  <a:cubicBezTo>
                    <a:pt x="7302" y="6045"/>
                    <a:pt x="7294" y="6044"/>
                    <a:pt x="7282" y="6042"/>
                  </a:cubicBezTo>
                  <a:cubicBezTo>
                    <a:pt x="7241" y="6042"/>
                    <a:pt x="7228" y="6037"/>
                    <a:pt x="7216" y="6037"/>
                  </a:cubicBezTo>
                  <a:cubicBezTo>
                    <a:pt x="7210" y="6037"/>
                    <a:pt x="7204" y="6038"/>
                    <a:pt x="7196" y="6042"/>
                  </a:cubicBezTo>
                  <a:cubicBezTo>
                    <a:pt x="7178" y="6048"/>
                    <a:pt x="7162" y="6051"/>
                    <a:pt x="7147" y="6051"/>
                  </a:cubicBezTo>
                  <a:cubicBezTo>
                    <a:pt x="7131" y="6051"/>
                    <a:pt x="7116" y="6048"/>
                    <a:pt x="7097" y="6042"/>
                  </a:cubicBezTo>
                  <a:cubicBezTo>
                    <a:pt x="7048" y="6042"/>
                    <a:pt x="7011" y="6067"/>
                    <a:pt x="7048" y="6067"/>
                  </a:cubicBezTo>
                  <a:cubicBezTo>
                    <a:pt x="7073" y="6079"/>
                    <a:pt x="7122" y="6116"/>
                    <a:pt x="7085" y="6116"/>
                  </a:cubicBezTo>
                  <a:cubicBezTo>
                    <a:pt x="7060" y="6116"/>
                    <a:pt x="6987" y="6141"/>
                    <a:pt x="7048" y="6141"/>
                  </a:cubicBezTo>
                  <a:cubicBezTo>
                    <a:pt x="7097" y="6141"/>
                    <a:pt x="7125" y="6124"/>
                    <a:pt x="7141" y="6124"/>
                  </a:cubicBezTo>
                  <a:cubicBezTo>
                    <a:pt x="7149" y="6124"/>
                    <a:pt x="7155" y="6128"/>
                    <a:pt x="7159" y="6141"/>
                  </a:cubicBezTo>
                  <a:cubicBezTo>
                    <a:pt x="7159" y="6178"/>
                    <a:pt x="7159" y="6178"/>
                    <a:pt x="7122" y="6178"/>
                  </a:cubicBezTo>
                  <a:cubicBezTo>
                    <a:pt x="7085" y="6178"/>
                    <a:pt x="7085" y="6239"/>
                    <a:pt x="7048" y="6264"/>
                  </a:cubicBezTo>
                  <a:cubicBezTo>
                    <a:pt x="7030" y="6276"/>
                    <a:pt x="7036" y="6276"/>
                    <a:pt x="7047" y="6276"/>
                  </a:cubicBezTo>
                  <a:cubicBezTo>
                    <a:pt x="7057" y="6276"/>
                    <a:pt x="7073" y="6276"/>
                    <a:pt x="7073" y="6288"/>
                  </a:cubicBezTo>
                  <a:cubicBezTo>
                    <a:pt x="7073" y="6313"/>
                    <a:pt x="7048" y="6301"/>
                    <a:pt x="7011" y="6325"/>
                  </a:cubicBezTo>
                  <a:cubicBezTo>
                    <a:pt x="6962" y="6338"/>
                    <a:pt x="7036" y="6350"/>
                    <a:pt x="7060" y="6350"/>
                  </a:cubicBezTo>
                  <a:cubicBezTo>
                    <a:pt x="7073" y="6362"/>
                    <a:pt x="7073" y="6362"/>
                    <a:pt x="7036" y="6362"/>
                  </a:cubicBezTo>
                  <a:cubicBezTo>
                    <a:pt x="6987" y="6362"/>
                    <a:pt x="6974" y="6362"/>
                    <a:pt x="6999" y="6424"/>
                  </a:cubicBezTo>
                  <a:cubicBezTo>
                    <a:pt x="7024" y="6461"/>
                    <a:pt x="7048" y="6486"/>
                    <a:pt x="7085" y="6498"/>
                  </a:cubicBezTo>
                  <a:lnTo>
                    <a:pt x="6987" y="6498"/>
                  </a:lnTo>
                  <a:cubicBezTo>
                    <a:pt x="6925" y="6498"/>
                    <a:pt x="6900" y="6498"/>
                    <a:pt x="6863" y="6560"/>
                  </a:cubicBezTo>
                  <a:cubicBezTo>
                    <a:pt x="6843" y="6600"/>
                    <a:pt x="6856" y="6624"/>
                    <a:pt x="6827" y="6624"/>
                  </a:cubicBezTo>
                  <a:cubicBezTo>
                    <a:pt x="6820" y="6624"/>
                    <a:pt x="6812" y="6623"/>
                    <a:pt x="6802" y="6621"/>
                  </a:cubicBezTo>
                  <a:cubicBezTo>
                    <a:pt x="6759" y="6614"/>
                    <a:pt x="6708" y="6607"/>
                    <a:pt x="6682" y="6607"/>
                  </a:cubicBezTo>
                  <a:cubicBezTo>
                    <a:pt x="6663" y="6607"/>
                    <a:pt x="6658" y="6611"/>
                    <a:pt x="6679" y="6621"/>
                  </a:cubicBezTo>
                  <a:cubicBezTo>
                    <a:pt x="6728" y="6646"/>
                    <a:pt x="6777" y="6658"/>
                    <a:pt x="6826" y="6658"/>
                  </a:cubicBezTo>
                  <a:cubicBezTo>
                    <a:pt x="6863" y="6658"/>
                    <a:pt x="6888" y="6597"/>
                    <a:pt x="6937" y="6584"/>
                  </a:cubicBezTo>
                  <a:cubicBezTo>
                    <a:pt x="6973" y="6577"/>
                    <a:pt x="6996" y="6570"/>
                    <a:pt x="7000" y="6570"/>
                  </a:cubicBezTo>
                  <a:cubicBezTo>
                    <a:pt x="7003" y="6570"/>
                    <a:pt x="6995" y="6574"/>
                    <a:pt x="6974" y="6584"/>
                  </a:cubicBezTo>
                  <a:cubicBezTo>
                    <a:pt x="6913" y="6609"/>
                    <a:pt x="6913" y="6670"/>
                    <a:pt x="6888" y="6683"/>
                  </a:cubicBezTo>
                  <a:cubicBezTo>
                    <a:pt x="6851" y="6683"/>
                    <a:pt x="6802" y="6683"/>
                    <a:pt x="6814" y="6720"/>
                  </a:cubicBezTo>
                  <a:cubicBezTo>
                    <a:pt x="6826" y="6757"/>
                    <a:pt x="6863" y="6794"/>
                    <a:pt x="6826" y="6806"/>
                  </a:cubicBezTo>
                  <a:cubicBezTo>
                    <a:pt x="6813" y="6819"/>
                    <a:pt x="6799" y="6829"/>
                    <a:pt x="6786" y="6829"/>
                  </a:cubicBezTo>
                  <a:cubicBezTo>
                    <a:pt x="6775" y="6829"/>
                    <a:pt x="6764" y="6823"/>
                    <a:pt x="6752" y="6806"/>
                  </a:cubicBezTo>
                  <a:cubicBezTo>
                    <a:pt x="6734" y="6788"/>
                    <a:pt x="6710" y="6776"/>
                    <a:pt x="6683" y="6776"/>
                  </a:cubicBezTo>
                  <a:cubicBezTo>
                    <a:pt x="6674" y="6776"/>
                    <a:pt x="6664" y="6778"/>
                    <a:pt x="6654" y="6781"/>
                  </a:cubicBezTo>
                  <a:cubicBezTo>
                    <a:pt x="6605" y="6831"/>
                    <a:pt x="6555" y="6880"/>
                    <a:pt x="6518" y="6941"/>
                  </a:cubicBezTo>
                  <a:cubicBezTo>
                    <a:pt x="6481" y="6978"/>
                    <a:pt x="6444" y="7003"/>
                    <a:pt x="6481" y="7003"/>
                  </a:cubicBezTo>
                  <a:cubicBezTo>
                    <a:pt x="6518" y="7003"/>
                    <a:pt x="6531" y="7028"/>
                    <a:pt x="6506" y="7028"/>
                  </a:cubicBezTo>
                  <a:cubicBezTo>
                    <a:pt x="6469" y="7040"/>
                    <a:pt x="6457" y="7065"/>
                    <a:pt x="6432" y="7077"/>
                  </a:cubicBezTo>
                  <a:cubicBezTo>
                    <a:pt x="6407" y="7077"/>
                    <a:pt x="6334" y="7102"/>
                    <a:pt x="6383" y="7114"/>
                  </a:cubicBezTo>
                  <a:cubicBezTo>
                    <a:pt x="6420" y="7126"/>
                    <a:pt x="6432" y="7126"/>
                    <a:pt x="6432" y="7176"/>
                  </a:cubicBezTo>
                  <a:cubicBezTo>
                    <a:pt x="6432" y="7198"/>
                    <a:pt x="6440" y="7206"/>
                    <a:pt x="6454" y="7206"/>
                  </a:cubicBezTo>
                  <a:cubicBezTo>
                    <a:pt x="6477" y="7206"/>
                    <a:pt x="6516" y="7183"/>
                    <a:pt x="6555" y="7176"/>
                  </a:cubicBezTo>
                  <a:cubicBezTo>
                    <a:pt x="6617" y="7151"/>
                    <a:pt x="6728" y="7151"/>
                    <a:pt x="6715" y="7114"/>
                  </a:cubicBezTo>
                  <a:cubicBezTo>
                    <a:pt x="6715" y="7077"/>
                    <a:pt x="6691" y="7114"/>
                    <a:pt x="6679" y="7065"/>
                  </a:cubicBezTo>
                  <a:cubicBezTo>
                    <a:pt x="6672" y="7032"/>
                    <a:pt x="6672" y="7017"/>
                    <a:pt x="6680" y="7017"/>
                  </a:cubicBezTo>
                  <a:cubicBezTo>
                    <a:pt x="6686" y="7017"/>
                    <a:pt x="6698" y="7029"/>
                    <a:pt x="6715" y="7052"/>
                  </a:cubicBezTo>
                  <a:cubicBezTo>
                    <a:pt x="6765" y="7089"/>
                    <a:pt x="6826" y="7114"/>
                    <a:pt x="6777" y="7114"/>
                  </a:cubicBezTo>
                  <a:cubicBezTo>
                    <a:pt x="6740" y="7126"/>
                    <a:pt x="6777" y="7151"/>
                    <a:pt x="6728" y="7188"/>
                  </a:cubicBezTo>
                  <a:cubicBezTo>
                    <a:pt x="6691" y="7200"/>
                    <a:pt x="6666" y="7225"/>
                    <a:pt x="6642" y="7250"/>
                  </a:cubicBezTo>
                  <a:cubicBezTo>
                    <a:pt x="6628" y="7263"/>
                    <a:pt x="6611" y="7273"/>
                    <a:pt x="6596" y="7273"/>
                  </a:cubicBezTo>
                  <a:cubicBezTo>
                    <a:pt x="6584" y="7273"/>
                    <a:pt x="6573" y="7266"/>
                    <a:pt x="6568" y="7250"/>
                  </a:cubicBezTo>
                  <a:cubicBezTo>
                    <a:pt x="6555" y="7237"/>
                    <a:pt x="6546" y="7231"/>
                    <a:pt x="6538" y="7231"/>
                  </a:cubicBezTo>
                  <a:cubicBezTo>
                    <a:pt x="6531" y="7231"/>
                    <a:pt x="6525" y="7237"/>
                    <a:pt x="6518" y="7250"/>
                  </a:cubicBezTo>
                  <a:cubicBezTo>
                    <a:pt x="6494" y="7274"/>
                    <a:pt x="6469" y="7286"/>
                    <a:pt x="6432" y="7286"/>
                  </a:cubicBezTo>
                  <a:cubicBezTo>
                    <a:pt x="6407" y="7286"/>
                    <a:pt x="6395" y="7274"/>
                    <a:pt x="6383" y="7237"/>
                  </a:cubicBezTo>
                  <a:cubicBezTo>
                    <a:pt x="6374" y="7219"/>
                    <a:pt x="6371" y="7182"/>
                    <a:pt x="6356" y="7182"/>
                  </a:cubicBezTo>
                  <a:cubicBezTo>
                    <a:pt x="6351" y="7182"/>
                    <a:pt x="6344" y="7187"/>
                    <a:pt x="6334" y="7200"/>
                  </a:cubicBezTo>
                  <a:cubicBezTo>
                    <a:pt x="6309" y="7250"/>
                    <a:pt x="6309" y="7311"/>
                    <a:pt x="6272" y="7311"/>
                  </a:cubicBezTo>
                  <a:cubicBezTo>
                    <a:pt x="6223" y="7311"/>
                    <a:pt x="6198" y="7311"/>
                    <a:pt x="6210" y="7250"/>
                  </a:cubicBezTo>
                  <a:cubicBezTo>
                    <a:pt x="6226" y="7202"/>
                    <a:pt x="6227" y="7175"/>
                    <a:pt x="6218" y="7175"/>
                  </a:cubicBezTo>
                  <a:cubicBezTo>
                    <a:pt x="6214" y="7175"/>
                    <a:pt x="6207" y="7183"/>
                    <a:pt x="6198" y="7200"/>
                  </a:cubicBezTo>
                  <a:cubicBezTo>
                    <a:pt x="6186" y="7237"/>
                    <a:pt x="6173" y="7274"/>
                    <a:pt x="6173" y="7311"/>
                  </a:cubicBezTo>
                  <a:cubicBezTo>
                    <a:pt x="6152" y="7354"/>
                    <a:pt x="6196" y="7387"/>
                    <a:pt x="6159" y="7387"/>
                  </a:cubicBezTo>
                  <a:cubicBezTo>
                    <a:pt x="6153" y="7387"/>
                    <a:pt x="6146" y="7387"/>
                    <a:pt x="6136" y="7385"/>
                  </a:cubicBezTo>
                  <a:cubicBezTo>
                    <a:pt x="6110" y="7377"/>
                    <a:pt x="6091" y="7375"/>
                    <a:pt x="6078" y="7375"/>
                  </a:cubicBezTo>
                  <a:cubicBezTo>
                    <a:pt x="6048" y="7375"/>
                    <a:pt x="6043" y="7389"/>
                    <a:pt x="6026" y="7397"/>
                  </a:cubicBezTo>
                  <a:cubicBezTo>
                    <a:pt x="6013" y="7422"/>
                    <a:pt x="6026" y="7447"/>
                    <a:pt x="6038" y="7496"/>
                  </a:cubicBezTo>
                  <a:cubicBezTo>
                    <a:pt x="6044" y="7516"/>
                    <a:pt x="6037" y="7528"/>
                    <a:pt x="6027" y="7528"/>
                  </a:cubicBezTo>
                  <a:cubicBezTo>
                    <a:pt x="6018" y="7528"/>
                    <a:pt x="6007" y="7519"/>
                    <a:pt x="6001" y="7496"/>
                  </a:cubicBezTo>
                  <a:cubicBezTo>
                    <a:pt x="5989" y="7447"/>
                    <a:pt x="6026" y="7422"/>
                    <a:pt x="5989" y="7422"/>
                  </a:cubicBezTo>
                  <a:cubicBezTo>
                    <a:pt x="5979" y="7419"/>
                    <a:pt x="5969" y="7417"/>
                    <a:pt x="5959" y="7417"/>
                  </a:cubicBezTo>
                  <a:cubicBezTo>
                    <a:pt x="5932" y="7417"/>
                    <a:pt x="5905" y="7429"/>
                    <a:pt x="5878" y="7447"/>
                  </a:cubicBezTo>
                  <a:cubicBezTo>
                    <a:pt x="5841" y="7471"/>
                    <a:pt x="5791" y="7447"/>
                    <a:pt x="5791" y="7508"/>
                  </a:cubicBezTo>
                  <a:cubicBezTo>
                    <a:pt x="5791" y="7558"/>
                    <a:pt x="5754" y="7570"/>
                    <a:pt x="5816" y="7570"/>
                  </a:cubicBezTo>
                  <a:cubicBezTo>
                    <a:pt x="5849" y="7570"/>
                    <a:pt x="5871" y="7581"/>
                    <a:pt x="5896" y="7581"/>
                  </a:cubicBezTo>
                  <a:cubicBezTo>
                    <a:pt x="5909" y="7581"/>
                    <a:pt x="5923" y="7578"/>
                    <a:pt x="5939" y="7570"/>
                  </a:cubicBezTo>
                  <a:cubicBezTo>
                    <a:pt x="5979" y="7560"/>
                    <a:pt x="6003" y="7542"/>
                    <a:pt x="6024" y="7542"/>
                  </a:cubicBezTo>
                  <a:cubicBezTo>
                    <a:pt x="6028" y="7542"/>
                    <a:pt x="6033" y="7543"/>
                    <a:pt x="6038" y="7545"/>
                  </a:cubicBezTo>
                  <a:cubicBezTo>
                    <a:pt x="6045" y="7559"/>
                    <a:pt x="6059" y="7569"/>
                    <a:pt x="6074" y="7569"/>
                  </a:cubicBezTo>
                  <a:cubicBezTo>
                    <a:pt x="6087" y="7569"/>
                    <a:pt x="6101" y="7562"/>
                    <a:pt x="6112" y="7545"/>
                  </a:cubicBezTo>
                  <a:cubicBezTo>
                    <a:pt x="6124" y="7527"/>
                    <a:pt x="6139" y="7518"/>
                    <a:pt x="6147" y="7518"/>
                  </a:cubicBezTo>
                  <a:cubicBezTo>
                    <a:pt x="6155" y="7518"/>
                    <a:pt x="6155" y="7527"/>
                    <a:pt x="6136" y="7545"/>
                  </a:cubicBezTo>
                  <a:cubicBezTo>
                    <a:pt x="6120" y="7578"/>
                    <a:pt x="6109" y="7589"/>
                    <a:pt x="6089" y="7589"/>
                  </a:cubicBezTo>
                  <a:cubicBezTo>
                    <a:pt x="6079" y="7589"/>
                    <a:pt x="6067" y="7586"/>
                    <a:pt x="6050" y="7582"/>
                  </a:cubicBezTo>
                  <a:cubicBezTo>
                    <a:pt x="6032" y="7576"/>
                    <a:pt x="6010" y="7573"/>
                    <a:pt x="5989" y="7573"/>
                  </a:cubicBezTo>
                  <a:cubicBezTo>
                    <a:pt x="5967" y="7573"/>
                    <a:pt x="5945" y="7576"/>
                    <a:pt x="5927" y="7582"/>
                  </a:cubicBezTo>
                  <a:cubicBezTo>
                    <a:pt x="5903" y="7606"/>
                    <a:pt x="5875" y="7614"/>
                    <a:pt x="5845" y="7614"/>
                  </a:cubicBezTo>
                  <a:cubicBezTo>
                    <a:pt x="5827" y="7614"/>
                    <a:pt x="5809" y="7611"/>
                    <a:pt x="5791" y="7607"/>
                  </a:cubicBezTo>
                  <a:cubicBezTo>
                    <a:pt x="5764" y="7601"/>
                    <a:pt x="5726" y="7596"/>
                    <a:pt x="5693" y="7596"/>
                  </a:cubicBezTo>
                  <a:cubicBezTo>
                    <a:pt x="5653" y="7596"/>
                    <a:pt x="5619" y="7604"/>
                    <a:pt x="5619" y="7631"/>
                  </a:cubicBezTo>
                  <a:cubicBezTo>
                    <a:pt x="5611" y="7664"/>
                    <a:pt x="5619" y="7664"/>
                    <a:pt x="5640" y="7664"/>
                  </a:cubicBezTo>
                  <a:cubicBezTo>
                    <a:pt x="5650" y="7664"/>
                    <a:pt x="5664" y="7664"/>
                    <a:pt x="5681" y="7668"/>
                  </a:cubicBezTo>
                  <a:cubicBezTo>
                    <a:pt x="5742" y="7681"/>
                    <a:pt x="5791" y="7705"/>
                    <a:pt x="5791" y="7767"/>
                  </a:cubicBezTo>
                  <a:cubicBezTo>
                    <a:pt x="5791" y="7817"/>
                    <a:pt x="5780" y="7867"/>
                    <a:pt x="5769" y="7867"/>
                  </a:cubicBezTo>
                  <a:cubicBezTo>
                    <a:pt x="5764" y="7867"/>
                    <a:pt x="5758" y="7856"/>
                    <a:pt x="5754" y="7829"/>
                  </a:cubicBezTo>
                  <a:cubicBezTo>
                    <a:pt x="5754" y="7755"/>
                    <a:pt x="5767" y="7718"/>
                    <a:pt x="5717" y="7705"/>
                  </a:cubicBezTo>
                  <a:cubicBezTo>
                    <a:pt x="5682" y="7705"/>
                    <a:pt x="5659" y="7697"/>
                    <a:pt x="5646" y="7697"/>
                  </a:cubicBezTo>
                  <a:cubicBezTo>
                    <a:pt x="5636" y="7697"/>
                    <a:pt x="5631" y="7702"/>
                    <a:pt x="5631" y="7718"/>
                  </a:cubicBezTo>
                  <a:cubicBezTo>
                    <a:pt x="5622" y="7756"/>
                    <a:pt x="5620" y="7824"/>
                    <a:pt x="5619" y="7824"/>
                  </a:cubicBezTo>
                  <a:cubicBezTo>
                    <a:pt x="5619" y="7824"/>
                    <a:pt x="5619" y="7818"/>
                    <a:pt x="5619" y="7804"/>
                  </a:cubicBezTo>
                  <a:cubicBezTo>
                    <a:pt x="5607" y="7742"/>
                    <a:pt x="5631" y="7718"/>
                    <a:pt x="5607" y="7681"/>
                  </a:cubicBezTo>
                  <a:cubicBezTo>
                    <a:pt x="5588" y="7653"/>
                    <a:pt x="5598" y="7603"/>
                    <a:pt x="5592" y="7603"/>
                  </a:cubicBezTo>
                  <a:lnTo>
                    <a:pt x="5592" y="7603"/>
                  </a:lnTo>
                  <a:cubicBezTo>
                    <a:pt x="5591" y="7603"/>
                    <a:pt x="5588" y="7608"/>
                    <a:pt x="5582" y="7619"/>
                  </a:cubicBezTo>
                  <a:cubicBezTo>
                    <a:pt x="5557" y="7668"/>
                    <a:pt x="5533" y="7681"/>
                    <a:pt x="5533" y="7718"/>
                  </a:cubicBezTo>
                  <a:cubicBezTo>
                    <a:pt x="5533" y="7755"/>
                    <a:pt x="5508" y="7829"/>
                    <a:pt x="5533" y="7829"/>
                  </a:cubicBezTo>
                  <a:cubicBezTo>
                    <a:pt x="5542" y="7829"/>
                    <a:pt x="5551" y="7849"/>
                    <a:pt x="5545" y="7849"/>
                  </a:cubicBezTo>
                  <a:cubicBezTo>
                    <a:pt x="5543" y="7849"/>
                    <a:pt x="5539" y="7847"/>
                    <a:pt x="5533" y="7841"/>
                  </a:cubicBezTo>
                  <a:cubicBezTo>
                    <a:pt x="5508" y="7816"/>
                    <a:pt x="5496" y="7816"/>
                    <a:pt x="5471" y="7767"/>
                  </a:cubicBezTo>
                  <a:cubicBezTo>
                    <a:pt x="5466" y="7746"/>
                    <a:pt x="5465" y="7739"/>
                    <a:pt x="5463" y="7739"/>
                  </a:cubicBezTo>
                  <a:cubicBezTo>
                    <a:pt x="5460" y="7739"/>
                    <a:pt x="5455" y="7753"/>
                    <a:pt x="5434" y="7767"/>
                  </a:cubicBezTo>
                  <a:cubicBezTo>
                    <a:pt x="5409" y="7779"/>
                    <a:pt x="5422" y="7841"/>
                    <a:pt x="5385" y="7841"/>
                  </a:cubicBezTo>
                  <a:cubicBezTo>
                    <a:pt x="5336" y="7841"/>
                    <a:pt x="5286" y="7878"/>
                    <a:pt x="5286" y="7890"/>
                  </a:cubicBezTo>
                  <a:cubicBezTo>
                    <a:pt x="5286" y="7915"/>
                    <a:pt x="5311" y="7927"/>
                    <a:pt x="5286" y="7952"/>
                  </a:cubicBezTo>
                  <a:cubicBezTo>
                    <a:pt x="5262" y="7976"/>
                    <a:pt x="5274" y="8026"/>
                    <a:pt x="5286" y="8026"/>
                  </a:cubicBezTo>
                  <a:cubicBezTo>
                    <a:pt x="5292" y="8026"/>
                    <a:pt x="5311" y="8023"/>
                    <a:pt x="5331" y="8023"/>
                  </a:cubicBezTo>
                  <a:cubicBezTo>
                    <a:pt x="5351" y="8023"/>
                    <a:pt x="5372" y="8026"/>
                    <a:pt x="5385" y="8038"/>
                  </a:cubicBezTo>
                  <a:cubicBezTo>
                    <a:pt x="5406" y="8059"/>
                    <a:pt x="5446" y="8090"/>
                    <a:pt x="5432" y="8090"/>
                  </a:cubicBezTo>
                  <a:cubicBezTo>
                    <a:pt x="5430" y="8090"/>
                    <a:pt x="5427" y="8089"/>
                    <a:pt x="5422" y="8087"/>
                  </a:cubicBezTo>
                  <a:cubicBezTo>
                    <a:pt x="5412" y="8085"/>
                    <a:pt x="5405" y="8084"/>
                    <a:pt x="5398" y="8084"/>
                  </a:cubicBezTo>
                  <a:cubicBezTo>
                    <a:pt x="5371" y="8084"/>
                    <a:pt x="5365" y="8102"/>
                    <a:pt x="5336" y="8112"/>
                  </a:cubicBezTo>
                  <a:cubicBezTo>
                    <a:pt x="5299" y="8124"/>
                    <a:pt x="5274" y="8174"/>
                    <a:pt x="5286" y="8186"/>
                  </a:cubicBezTo>
                  <a:cubicBezTo>
                    <a:pt x="5311" y="8211"/>
                    <a:pt x="5336" y="8223"/>
                    <a:pt x="5360" y="8235"/>
                  </a:cubicBezTo>
                  <a:cubicBezTo>
                    <a:pt x="5397" y="8235"/>
                    <a:pt x="5434" y="8235"/>
                    <a:pt x="5459" y="8211"/>
                  </a:cubicBezTo>
                  <a:cubicBezTo>
                    <a:pt x="5470" y="8203"/>
                    <a:pt x="5484" y="8200"/>
                    <a:pt x="5496" y="8200"/>
                  </a:cubicBezTo>
                  <a:cubicBezTo>
                    <a:pt x="5525" y="8200"/>
                    <a:pt x="5544" y="8218"/>
                    <a:pt x="5483" y="8235"/>
                  </a:cubicBezTo>
                  <a:cubicBezTo>
                    <a:pt x="5409" y="8248"/>
                    <a:pt x="5446" y="8248"/>
                    <a:pt x="5385" y="8272"/>
                  </a:cubicBezTo>
                  <a:cubicBezTo>
                    <a:pt x="5336" y="8272"/>
                    <a:pt x="5299" y="8309"/>
                    <a:pt x="5274" y="8346"/>
                  </a:cubicBezTo>
                  <a:cubicBezTo>
                    <a:pt x="5262" y="8371"/>
                    <a:pt x="5274" y="8383"/>
                    <a:pt x="5336" y="8395"/>
                  </a:cubicBezTo>
                  <a:cubicBezTo>
                    <a:pt x="5385" y="8408"/>
                    <a:pt x="5434" y="8408"/>
                    <a:pt x="5446" y="8457"/>
                  </a:cubicBezTo>
                  <a:cubicBezTo>
                    <a:pt x="5446" y="8485"/>
                    <a:pt x="5446" y="8535"/>
                    <a:pt x="5435" y="8535"/>
                  </a:cubicBezTo>
                  <a:cubicBezTo>
                    <a:pt x="5432" y="8535"/>
                    <a:pt x="5428" y="8530"/>
                    <a:pt x="5422" y="8519"/>
                  </a:cubicBezTo>
                  <a:cubicBezTo>
                    <a:pt x="5411" y="8475"/>
                    <a:pt x="5419" y="8430"/>
                    <a:pt x="5386" y="8430"/>
                  </a:cubicBezTo>
                  <a:cubicBezTo>
                    <a:pt x="5382" y="8430"/>
                    <a:pt x="5378" y="8431"/>
                    <a:pt x="5372" y="8432"/>
                  </a:cubicBezTo>
                  <a:cubicBezTo>
                    <a:pt x="5323" y="8432"/>
                    <a:pt x="5336" y="8457"/>
                    <a:pt x="5311" y="8482"/>
                  </a:cubicBezTo>
                  <a:cubicBezTo>
                    <a:pt x="5286" y="8519"/>
                    <a:pt x="5286" y="8556"/>
                    <a:pt x="5311" y="8593"/>
                  </a:cubicBezTo>
                  <a:cubicBezTo>
                    <a:pt x="5336" y="8617"/>
                    <a:pt x="5360" y="8617"/>
                    <a:pt x="5397" y="8617"/>
                  </a:cubicBezTo>
                  <a:cubicBezTo>
                    <a:pt x="5422" y="8617"/>
                    <a:pt x="5446" y="8630"/>
                    <a:pt x="5459" y="8642"/>
                  </a:cubicBezTo>
                  <a:cubicBezTo>
                    <a:pt x="5473" y="8656"/>
                    <a:pt x="5488" y="8662"/>
                    <a:pt x="5502" y="8662"/>
                  </a:cubicBezTo>
                  <a:cubicBezTo>
                    <a:pt x="5512" y="8662"/>
                    <a:pt x="5522" y="8659"/>
                    <a:pt x="5533" y="8654"/>
                  </a:cubicBezTo>
                  <a:cubicBezTo>
                    <a:pt x="5570" y="8642"/>
                    <a:pt x="5570" y="8642"/>
                    <a:pt x="5594" y="8593"/>
                  </a:cubicBezTo>
                  <a:cubicBezTo>
                    <a:pt x="5603" y="8556"/>
                    <a:pt x="5612" y="8534"/>
                    <a:pt x="5631" y="8534"/>
                  </a:cubicBezTo>
                  <a:cubicBezTo>
                    <a:pt x="5638" y="8534"/>
                    <a:pt x="5646" y="8537"/>
                    <a:pt x="5656" y="8543"/>
                  </a:cubicBezTo>
                  <a:cubicBezTo>
                    <a:pt x="5656" y="8543"/>
                    <a:pt x="5631" y="8543"/>
                    <a:pt x="5619" y="8580"/>
                  </a:cubicBezTo>
                  <a:cubicBezTo>
                    <a:pt x="5594" y="8642"/>
                    <a:pt x="5557" y="8703"/>
                    <a:pt x="5533" y="8703"/>
                  </a:cubicBezTo>
                  <a:lnTo>
                    <a:pt x="5459" y="8703"/>
                  </a:lnTo>
                  <a:cubicBezTo>
                    <a:pt x="5434" y="8703"/>
                    <a:pt x="5520" y="8740"/>
                    <a:pt x="5545" y="8753"/>
                  </a:cubicBezTo>
                  <a:cubicBezTo>
                    <a:pt x="5559" y="8767"/>
                    <a:pt x="5561" y="8781"/>
                    <a:pt x="5551" y="8781"/>
                  </a:cubicBezTo>
                  <a:cubicBezTo>
                    <a:pt x="5543" y="8781"/>
                    <a:pt x="5529" y="8774"/>
                    <a:pt x="5508" y="8753"/>
                  </a:cubicBezTo>
                  <a:cubicBezTo>
                    <a:pt x="5492" y="8740"/>
                    <a:pt x="5479" y="8735"/>
                    <a:pt x="5471" y="8735"/>
                  </a:cubicBezTo>
                  <a:cubicBezTo>
                    <a:pt x="5455" y="8735"/>
                    <a:pt x="5455" y="8757"/>
                    <a:pt x="5471" y="8790"/>
                  </a:cubicBezTo>
                  <a:cubicBezTo>
                    <a:pt x="5483" y="8851"/>
                    <a:pt x="5533" y="8839"/>
                    <a:pt x="5557" y="8851"/>
                  </a:cubicBezTo>
                  <a:cubicBezTo>
                    <a:pt x="5594" y="8864"/>
                    <a:pt x="5656" y="8888"/>
                    <a:pt x="5594" y="8888"/>
                  </a:cubicBezTo>
                  <a:cubicBezTo>
                    <a:pt x="5557" y="8888"/>
                    <a:pt x="5520" y="8876"/>
                    <a:pt x="5483" y="8864"/>
                  </a:cubicBezTo>
                  <a:cubicBezTo>
                    <a:pt x="5472" y="8864"/>
                    <a:pt x="5457" y="8869"/>
                    <a:pt x="5441" y="8869"/>
                  </a:cubicBezTo>
                  <a:cubicBezTo>
                    <a:pt x="5422" y="8869"/>
                    <a:pt x="5404" y="8861"/>
                    <a:pt x="5397" y="8827"/>
                  </a:cubicBezTo>
                  <a:cubicBezTo>
                    <a:pt x="5378" y="8778"/>
                    <a:pt x="5397" y="8698"/>
                    <a:pt x="5387" y="8698"/>
                  </a:cubicBezTo>
                  <a:cubicBezTo>
                    <a:pt x="5385" y="8698"/>
                    <a:pt x="5380" y="8703"/>
                    <a:pt x="5372" y="8716"/>
                  </a:cubicBezTo>
                  <a:cubicBezTo>
                    <a:pt x="5348" y="8753"/>
                    <a:pt x="5336" y="8802"/>
                    <a:pt x="5336" y="8839"/>
                  </a:cubicBezTo>
                  <a:cubicBezTo>
                    <a:pt x="5336" y="8876"/>
                    <a:pt x="5409" y="8888"/>
                    <a:pt x="5372" y="8913"/>
                  </a:cubicBezTo>
                  <a:cubicBezTo>
                    <a:pt x="5348" y="8925"/>
                    <a:pt x="5336" y="8962"/>
                    <a:pt x="5336" y="8999"/>
                  </a:cubicBezTo>
                  <a:cubicBezTo>
                    <a:pt x="5336" y="9013"/>
                    <a:pt x="5336" y="9023"/>
                    <a:pt x="5342" y="9023"/>
                  </a:cubicBezTo>
                  <a:cubicBezTo>
                    <a:pt x="5347" y="9023"/>
                    <a:pt x="5356" y="9016"/>
                    <a:pt x="5372" y="8999"/>
                  </a:cubicBezTo>
                  <a:cubicBezTo>
                    <a:pt x="5397" y="8975"/>
                    <a:pt x="5413" y="8975"/>
                    <a:pt x="5423" y="8975"/>
                  </a:cubicBezTo>
                  <a:cubicBezTo>
                    <a:pt x="5434" y="8975"/>
                    <a:pt x="5440" y="8975"/>
                    <a:pt x="5446" y="8950"/>
                  </a:cubicBezTo>
                  <a:cubicBezTo>
                    <a:pt x="5454" y="8921"/>
                    <a:pt x="5461" y="8909"/>
                    <a:pt x="5466" y="8909"/>
                  </a:cubicBezTo>
                  <a:cubicBezTo>
                    <a:pt x="5469" y="8909"/>
                    <a:pt x="5471" y="8915"/>
                    <a:pt x="5471" y="8925"/>
                  </a:cubicBezTo>
                  <a:cubicBezTo>
                    <a:pt x="5471" y="8950"/>
                    <a:pt x="5471" y="8962"/>
                    <a:pt x="5508" y="8962"/>
                  </a:cubicBezTo>
                  <a:cubicBezTo>
                    <a:pt x="5520" y="8950"/>
                    <a:pt x="5533" y="8950"/>
                    <a:pt x="5545" y="8938"/>
                  </a:cubicBezTo>
                  <a:cubicBezTo>
                    <a:pt x="5553" y="8929"/>
                    <a:pt x="5567" y="8904"/>
                    <a:pt x="5576" y="8904"/>
                  </a:cubicBezTo>
                  <a:cubicBezTo>
                    <a:pt x="5579" y="8904"/>
                    <a:pt x="5582" y="8909"/>
                    <a:pt x="5582" y="8925"/>
                  </a:cubicBezTo>
                  <a:cubicBezTo>
                    <a:pt x="5582" y="8944"/>
                    <a:pt x="5579" y="8944"/>
                    <a:pt x="5577" y="8944"/>
                  </a:cubicBezTo>
                  <a:cubicBezTo>
                    <a:pt x="5576" y="8944"/>
                    <a:pt x="5576" y="8944"/>
                    <a:pt x="5582" y="8962"/>
                  </a:cubicBezTo>
                  <a:cubicBezTo>
                    <a:pt x="5594" y="8999"/>
                    <a:pt x="5570" y="9011"/>
                    <a:pt x="5545" y="9024"/>
                  </a:cubicBezTo>
                  <a:cubicBezTo>
                    <a:pt x="5508" y="9036"/>
                    <a:pt x="5508" y="9085"/>
                    <a:pt x="5533" y="9110"/>
                  </a:cubicBezTo>
                  <a:cubicBezTo>
                    <a:pt x="5540" y="9125"/>
                    <a:pt x="5557" y="9136"/>
                    <a:pt x="5569" y="9136"/>
                  </a:cubicBezTo>
                  <a:cubicBezTo>
                    <a:pt x="5577" y="9136"/>
                    <a:pt x="5582" y="9132"/>
                    <a:pt x="5582" y="9122"/>
                  </a:cubicBezTo>
                  <a:cubicBezTo>
                    <a:pt x="5585" y="9113"/>
                    <a:pt x="5590" y="9109"/>
                    <a:pt x="5595" y="9109"/>
                  </a:cubicBezTo>
                  <a:cubicBezTo>
                    <a:pt x="5609" y="9109"/>
                    <a:pt x="5621" y="9138"/>
                    <a:pt x="5594" y="9147"/>
                  </a:cubicBezTo>
                  <a:cubicBezTo>
                    <a:pt x="5577" y="9156"/>
                    <a:pt x="5553" y="9164"/>
                    <a:pt x="5532" y="9164"/>
                  </a:cubicBezTo>
                  <a:cubicBezTo>
                    <a:pt x="5523" y="9164"/>
                    <a:pt x="5515" y="9163"/>
                    <a:pt x="5508" y="9159"/>
                  </a:cubicBezTo>
                  <a:cubicBezTo>
                    <a:pt x="5446" y="9159"/>
                    <a:pt x="5434" y="9196"/>
                    <a:pt x="5422" y="9233"/>
                  </a:cubicBezTo>
                  <a:cubicBezTo>
                    <a:pt x="5409" y="9258"/>
                    <a:pt x="5446" y="9283"/>
                    <a:pt x="5471" y="9283"/>
                  </a:cubicBezTo>
                  <a:cubicBezTo>
                    <a:pt x="5496" y="9295"/>
                    <a:pt x="5545" y="9356"/>
                    <a:pt x="5619" y="9393"/>
                  </a:cubicBezTo>
                  <a:cubicBezTo>
                    <a:pt x="5637" y="9404"/>
                    <a:pt x="5651" y="9408"/>
                    <a:pt x="5662" y="9408"/>
                  </a:cubicBezTo>
                  <a:cubicBezTo>
                    <a:pt x="5681" y="9408"/>
                    <a:pt x="5692" y="9399"/>
                    <a:pt x="5702" y="9399"/>
                  </a:cubicBezTo>
                  <a:cubicBezTo>
                    <a:pt x="5707" y="9399"/>
                    <a:pt x="5712" y="9400"/>
                    <a:pt x="5717" y="9406"/>
                  </a:cubicBezTo>
                  <a:cubicBezTo>
                    <a:pt x="5742" y="9430"/>
                    <a:pt x="5767" y="9455"/>
                    <a:pt x="5791" y="9467"/>
                  </a:cubicBezTo>
                  <a:cubicBezTo>
                    <a:pt x="5828" y="9474"/>
                    <a:pt x="5865" y="9477"/>
                    <a:pt x="5902" y="9477"/>
                  </a:cubicBezTo>
                  <a:cubicBezTo>
                    <a:pt x="5939" y="9477"/>
                    <a:pt x="5976" y="9474"/>
                    <a:pt x="6013" y="9467"/>
                  </a:cubicBezTo>
                  <a:cubicBezTo>
                    <a:pt x="6062" y="9430"/>
                    <a:pt x="6223" y="9295"/>
                    <a:pt x="6297" y="9246"/>
                  </a:cubicBezTo>
                  <a:cubicBezTo>
                    <a:pt x="6370" y="9196"/>
                    <a:pt x="6346" y="9159"/>
                    <a:pt x="6420" y="9110"/>
                  </a:cubicBezTo>
                  <a:cubicBezTo>
                    <a:pt x="6506" y="9061"/>
                    <a:pt x="6543" y="9073"/>
                    <a:pt x="6568" y="8999"/>
                  </a:cubicBezTo>
                  <a:cubicBezTo>
                    <a:pt x="6592" y="8925"/>
                    <a:pt x="6592" y="8876"/>
                    <a:pt x="6605" y="8851"/>
                  </a:cubicBezTo>
                  <a:cubicBezTo>
                    <a:pt x="6609" y="8843"/>
                    <a:pt x="6611" y="8838"/>
                    <a:pt x="6614" y="8838"/>
                  </a:cubicBezTo>
                  <a:cubicBezTo>
                    <a:pt x="6619" y="8838"/>
                    <a:pt x="6625" y="8862"/>
                    <a:pt x="6642" y="8938"/>
                  </a:cubicBezTo>
                  <a:cubicBezTo>
                    <a:pt x="6654" y="9048"/>
                    <a:pt x="6728" y="8999"/>
                    <a:pt x="6740" y="9036"/>
                  </a:cubicBezTo>
                  <a:cubicBezTo>
                    <a:pt x="6752" y="9073"/>
                    <a:pt x="6715" y="9048"/>
                    <a:pt x="6740" y="9135"/>
                  </a:cubicBezTo>
                  <a:cubicBezTo>
                    <a:pt x="6765" y="9209"/>
                    <a:pt x="6777" y="9184"/>
                    <a:pt x="6777" y="9258"/>
                  </a:cubicBezTo>
                  <a:cubicBezTo>
                    <a:pt x="6777" y="9332"/>
                    <a:pt x="6900" y="9393"/>
                    <a:pt x="6900" y="9455"/>
                  </a:cubicBezTo>
                  <a:cubicBezTo>
                    <a:pt x="6913" y="9504"/>
                    <a:pt x="6876" y="9529"/>
                    <a:pt x="6900" y="9578"/>
                  </a:cubicBezTo>
                  <a:cubicBezTo>
                    <a:pt x="6937" y="9701"/>
                    <a:pt x="6987" y="9825"/>
                    <a:pt x="7036" y="9948"/>
                  </a:cubicBezTo>
                  <a:cubicBezTo>
                    <a:pt x="7073" y="9973"/>
                    <a:pt x="7159" y="10034"/>
                    <a:pt x="7147" y="10071"/>
                  </a:cubicBezTo>
                  <a:cubicBezTo>
                    <a:pt x="7134" y="10133"/>
                    <a:pt x="7134" y="10194"/>
                    <a:pt x="7134" y="10256"/>
                  </a:cubicBezTo>
                  <a:cubicBezTo>
                    <a:pt x="7147" y="10281"/>
                    <a:pt x="7159" y="10355"/>
                    <a:pt x="7184" y="10416"/>
                  </a:cubicBezTo>
                  <a:cubicBezTo>
                    <a:pt x="7208" y="10478"/>
                    <a:pt x="7147" y="10527"/>
                    <a:pt x="7245" y="10527"/>
                  </a:cubicBezTo>
                  <a:cubicBezTo>
                    <a:pt x="7298" y="10527"/>
                    <a:pt x="7361" y="10541"/>
                    <a:pt x="7407" y="10541"/>
                  </a:cubicBezTo>
                  <a:cubicBezTo>
                    <a:pt x="7446" y="10541"/>
                    <a:pt x="7473" y="10530"/>
                    <a:pt x="7467" y="10490"/>
                  </a:cubicBezTo>
                  <a:cubicBezTo>
                    <a:pt x="7455" y="10404"/>
                    <a:pt x="7442" y="10293"/>
                    <a:pt x="7516" y="10281"/>
                  </a:cubicBezTo>
                  <a:cubicBezTo>
                    <a:pt x="7578" y="10281"/>
                    <a:pt x="7590" y="10231"/>
                    <a:pt x="7652" y="10231"/>
                  </a:cubicBezTo>
                  <a:cubicBezTo>
                    <a:pt x="7698" y="10231"/>
                    <a:pt x="7758" y="10273"/>
                    <a:pt x="7801" y="10273"/>
                  </a:cubicBezTo>
                  <a:cubicBezTo>
                    <a:pt x="7815" y="10273"/>
                    <a:pt x="7828" y="10268"/>
                    <a:pt x="7837" y="10256"/>
                  </a:cubicBezTo>
                  <a:cubicBezTo>
                    <a:pt x="7874" y="10207"/>
                    <a:pt x="7886" y="10133"/>
                    <a:pt x="7911" y="10083"/>
                  </a:cubicBezTo>
                  <a:cubicBezTo>
                    <a:pt x="7960" y="9936"/>
                    <a:pt x="7997" y="9775"/>
                    <a:pt x="8009" y="9603"/>
                  </a:cubicBezTo>
                  <a:cubicBezTo>
                    <a:pt x="8022" y="9529"/>
                    <a:pt x="8009" y="9455"/>
                    <a:pt x="7997" y="9369"/>
                  </a:cubicBezTo>
                  <a:cubicBezTo>
                    <a:pt x="7972" y="9320"/>
                    <a:pt x="7923" y="9270"/>
                    <a:pt x="7997" y="9270"/>
                  </a:cubicBezTo>
                  <a:cubicBezTo>
                    <a:pt x="8083" y="9246"/>
                    <a:pt x="8169" y="9196"/>
                    <a:pt x="8243" y="9135"/>
                  </a:cubicBezTo>
                  <a:cubicBezTo>
                    <a:pt x="8280" y="9098"/>
                    <a:pt x="8268" y="9085"/>
                    <a:pt x="8256" y="9061"/>
                  </a:cubicBezTo>
                  <a:cubicBezTo>
                    <a:pt x="8256" y="9055"/>
                    <a:pt x="8268" y="9055"/>
                    <a:pt x="8286" y="9055"/>
                  </a:cubicBezTo>
                  <a:cubicBezTo>
                    <a:pt x="8305" y="9055"/>
                    <a:pt x="8330" y="9055"/>
                    <a:pt x="8354" y="9048"/>
                  </a:cubicBezTo>
                  <a:cubicBezTo>
                    <a:pt x="8391" y="9036"/>
                    <a:pt x="8440" y="8975"/>
                    <a:pt x="8391" y="8950"/>
                  </a:cubicBezTo>
                  <a:cubicBezTo>
                    <a:pt x="8342" y="8913"/>
                    <a:pt x="8342" y="8925"/>
                    <a:pt x="8391" y="8876"/>
                  </a:cubicBezTo>
                  <a:cubicBezTo>
                    <a:pt x="8440" y="8839"/>
                    <a:pt x="8564" y="8777"/>
                    <a:pt x="8514" y="8716"/>
                  </a:cubicBezTo>
                  <a:cubicBezTo>
                    <a:pt x="8428" y="8617"/>
                    <a:pt x="8342" y="8519"/>
                    <a:pt x="8243" y="8445"/>
                  </a:cubicBezTo>
                  <a:cubicBezTo>
                    <a:pt x="8157" y="8383"/>
                    <a:pt x="8132" y="8383"/>
                    <a:pt x="8120" y="8297"/>
                  </a:cubicBezTo>
                  <a:cubicBezTo>
                    <a:pt x="8108" y="8161"/>
                    <a:pt x="8120" y="8013"/>
                    <a:pt x="8169" y="7866"/>
                  </a:cubicBezTo>
                  <a:cubicBezTo>
                    <a:pt x="8219" y="7742"/>
                    <a:pt x="8231" y="7742"/>
                    <a:pt x="8182" y="7705"/>
                  </a:cubicBezTo>
                  <a:cubicBezTo>
                    <a:pt x="8145" y="7668"/>
                    <a:pt x="8108" y="7656"/>
                    <a:pt x="8169" y="7607"/>
                  </a:cubicBezTo>
                  <a:cubicBezTo>
                    <a:pt x="8243" y="7558"/>
                    <a:pt x="8317" y="7496"/>
                    <a:pt x="8354" y="7422"/>
                  </a:cubicBezTo>
                  <a:cubicBezTo>
                    <a:pt x="8404" y="7348"/>
                    <a:pt x="8465" y="7286"/>
                    <a:pt x="8551" y="7250"/>
                  </a:cubicBezTo>
                  <a:cubicBezTo>
                    <a:pt x="8650" y="7200"/>
                    <a:pt x="8749" y="7126"/>
                    <a:pt x="8835" y="7052"/>
                  </a:cubicBezTo>
                  <a:cubicBezTo>
                    <a:pt x="8896" y="6991"/>
                    <a:pt x="8933" y="6978"/>
                    <a:pt x="8995" y="6917"/>
                  </a:cubicBezTo>
                  <a:cubicBezTo>
                    <a:pt x="9057" y="6880"/>
                    <a:pt x="9094" y="6806"/>
                    <a:pt x="9094" y="6744"/>
                  </a:cubicBezTo>
                  <a:cubicBezTo>
                    <a:pt x="9094" y="6707"/>
                    <a:pt x="9081" y="6707"/>
                    <a:pt x="9032" y="6633"/>
                  </a:cubicBezTo>
                  <a:cubicBezTo>
                    <a:pt x="8995" y="6560"/>
                    <a:pt x="9032" y="6523"/>
                    <a:pt x="9044" y="6498"/>
                  </a:cubicBezTo>
                  <a:cubicBezTo>
                    <a:pt x="9069" y="6486"/>
                    <a:pt x="9217" y="6449"/>
                    <a:pt x="9167" y="6387"/>
                  </a:cubicBezTo>
                  <a:cubicBezTo>
                    <a:pt x="9130" y="6338"/>
                    <a:pt x="9106" y="6301"/>
                    <a:pt x="9204" y="6252"/>
                  </a:cubicBezTo>
                  <a:cubicBezTo>
                    <a:pt x="9303" y="6215"/>
                    <a:pt x="9303" y="6178"/>
                    <a:pt x="9365" y="6128"/>
                  </a:cubicBezTo>
                  <a:cubicBezTo>
                    <a:pt x="9406" y="6101"/>
                    <a:pt x="9428" y="6085"/>
                    <a:pt x="9446" y="6085"/>
                  </a:cubicBezTo>
                  <a:cubicBezTo>
                    <a:pt x="9460" y="6085"/>
                    <a:pt x="9472" y="6094"/>
                    <a:pt x="9488" y="6116"/>
                  </a:cubicBezTo>
                  <a:cubicBezTo>
                    <a:pt x="9515" y="6136"/>
                    <a:pt x="9523" y="6145"/>
                    <a:pt x="9534" y="6145"/>
                  </a:cubicBezTo>
                  <a:cubicBezTo>
                    <a:pt x="9542" y="6145"/>
                    <a:pt x="9552" y="6139"/>
                    <a:pt x="9574" y="6128"/>
                  </a:cubicBezTo>
                  <a:cubicBezTo>
                    <a:pt x="9610" y="6107"/>
                    <a:pt x="9625" y="6094"/>
                    <a:pt x="9650" y="6094"/>
                  </a:cubicBezTo>
                  <a:cubicBezTo>
                    <a:pt x="9669" y="6094"/>
                    <a:pt x="9693" y="6100"/>
                    <a:pt x="9734" y="6116"/>
                  </a:cubicBezTo>
                  <a:lnTo>
                    <a:pt x="9747" y="6116"/>
                  </a:lnTo>
                  <a:cubicBezTo>
                    <a:pt x="9833" y="6153"/>
                    <a:pt x="9919" y="6227"/>
                    <a:pt x="9968" y="6239"/>
                  </a:cubicBezTo>
                  <a:cubicBezTo>
                    <a:pt x="10005" y="6252"/>
                    <a:pt x="9944" y="6399"/>
                    <a:pt x="9993" y="6436"/>
                  </a:cubicBezTo>
                  <a:cubicBezTo>
                    <a:pt x="10042" y="6486"/>
                    <a:pt x="10055" y="6535"/>
                    <a:pt x="10018" y="6535"/>
                  </a:cubicBezTo>
                  <a:cubicBezTo>
                    <a:pt x="9985" y="6535"/>
                    <a:pt x="9957" y="6551"/>
                    <a:pt x="9939" y="6551"/>
                  </a:cubicBezTo>
                  <a:cubicBezTo>
                    <a:pt x="9930" y="6551"/>
                    <a:pt x="9923" y="6547"/>
                    <a:pt x="9919" y="6535"/>
                  </a:cubicBezTo>
                  <a:cubicBezTo>
                    <a:pt x="9919" y="6519"/>
                    <a:pt x="9915" y="6513"/>
                    <a:pt x="9909" y="6513"/>
                  </a:cubicBezTo>
                  <a:cubicBezTo>
                    <a:pt x="9901" y="6513"/>
                    <a:pt x="9889" y="6526"/>
                    <a:pt x="9882" y="6547"/>
                  </a:cubicBezTo>
                  <a:cubicBezTo>
                    <a:pt x="9845" y="6597"/>
                    <a:pt x="9796" y="6646"/>
                    <a:pt x="9759" y="6695"/>
                  </a:cubicBezTo>
                  <a:cubicBezTo>
                    <a:pt x="9710" y="6744"/>
                    <a:pt x="9685" y="6880"/>
                    <a:pt x="9623" y="6892"/>
                  </a:cubicBezTo>
                  <a:cubicBezTo>
                    <a:pt x="9574" y="6905"/>
                    <a:pt x="9537" y="6929"/>
                    <a:pt x="9525" y="6978"/>
                  </a:cubicBezTo>
                  <a:cubicBezTo>
                    <a:pt x="9475" y="7028"/>
                    <a:pt x="9377" y="7102"/>
                    <a:pt x="9315" y="7163"/>
                  </a:cubicBezTo>
                  <a:cubicBezTo>
                    <a:pt x="9266" y="7237"/>
                    <a:pt x="9241" y="7262"/>
                    <a:pt x="9167" y="7262"/>
                  </a:cubicBezTo>
                  <a:cubicBezTo>
                    <a:pt x="9094" y="7262"/>
                    <a:pt x="9167" y="7286"/>
                    <a:pt x="9106" y="7360"/>
                  </a:cubicBezTo>
                  <a:cubicBezTo>
                    <a:pt x="9057" y="7422"/>
                    <a:pt x="9020" y="7422"/>
                    <a:pt x="9057" y="7558"/>
                  </a:cubicBezTo>
                  <a:cubicBezTo>
                    <a:pt x="9081" y="7705"/>
                    <a:pt x="9057" y="7718"/>
                    <a:pt x="9094" y="7792"/>
                  </a:cubicBezTo>
                  <a:cubicBezTo>
                    <a:pt x="9118" y="7853"/>
                    <a:pt x="9180" y="7792"/>
                    <a:pt x="9167" y="7890"/>
                  </a:cubicBezTo>
                  <a:cubicBezTo>
                    <a:pt x="9143" y="8001"/>
                    <a:pt x="9143" y="8223"/>
                    <a:pt x="9118" y="8321"/>
                  </a:cubicBezTo>
                  <a:cubicBezTo>
                    <a:pt x="9094" y="8420"/>
                    <a:pt x="9057" y="8383"/>
                    <a:pt x="9155" y="8420"/>
                  </a:cubicBezTo>
                  <a:cubicBezTo>
                    <a:pt x="9241" y="8457"/>
                    <a:pt x="9303" y="8494"/>
                    <a:pt x="9266" y="8519"/>
                  </a:cubicBezTo>
                  <a:cubicBezTo>
                    <a:pt x="9226" y="8539"/>
                    <a:pt x="9160" y="8617"/>
                    <a:pt x="9179" y="8617"/>
                  </a:cubicBezTo>
                  <a:cubicBezTo>
                    <a:pt x="9183" y="8617"/>
                    <a:pt x="9191" y="8614"/>
                    <a:pt x="9204" y="8605"/>
                  </a:cubicBezTo>
                  <a:cubicBezTo>
                    <a:pt x="9280" y="8572"/>
                    <a:pt x="9309" y="8463"/>
                    <a:pt x="9331" y="8463"/>
                  </a:cubicBezTo>
                  <a:cubicBezTo>
                    <a:pt x="9334" y="8463"/>
                    <a:pt x="9337" y="8465"/>
                    <a:pt x="9340" y="8469"/>
                  </a:cubicBezTo>
                  <a:cubicBezTo>
                    <a:pt x="9365" y="8519"/>
                    <a:pt x="9365" y="8568"/>
                    <a:pt x="9340" y="8617"/>
                  </a:cubicBezTo>
                  <a:cubicBezTo>
                    <a:pt x="9322" y="8644"/>
                    <a:pt x="9298" y="8690"/>
                    <a:pt x="9319" y="8690"/>
                  </a:cubicBezTo>
                  <a:cubicBezTo>
                    <a:pt x="9326" y="8690"/>
                    <a:pt x="9341" y="8683"/>
                    <a:pt x="9365" y="8666"/>
                  </a:cubicBezTo>
                  <a:cubicBezTo>
                    <a:pt x="9419" y="8613"/>
                    <a:pt x="9453" y="8552"/>
                    <a:pt x="9477" y="8552"/>
                  </a:cubicBezTo>
                  <a:cubicBezTo>
                    <a:pt x="9486" y="8552"/>
                    <a:pt x="9493" y="8560"/>
                    <a:pt x="9500" y="8580"/>
                  </a:cubicBezTo>
                  <a:cubicBezTo>
                    <a:pt x="9511" y="8643"/>
                    <a:pt x="9441" y="8697"/>
                    <a:pt x="9472" y="8697"/>
                  </a:cubicBezTo>
                  <a:cubicBezTo>
                    <a:pt x="9478" y="8697"/>
                    <a:pt x="9487" y="8695"/>
                    <a:pt x="9500" y="8691"/>
                  </a:cubicBezTo>
                  <a:cubicBezTo>
                    <a:pt x="9599" y="8691"/>
                    <a:pt x="9710" y="8666"/>
                    <a:pt x="9808" y="8630"/>
                  </a:cubicBezTo>
                  <a:cubicBezTo>
                    <a:pt x="9931" y="8568"/>
                    <a:pt x="10079" y="8519"/>
                    <a:pt x="10215" y="8482"/>
                  </a:cubicBezTo>
                  <a:cubicBezTo>
                    <a:pt x="10326" y="8469"/>
                    <a:pt x="10523" y="8445"/>
                    <a:pt x="10634" y="8420"/>
                  </a:cubicBezTo>
                  <a:lnTo>
                    <a:pt x="10658" y="8420"/>
                  </a:lnTo>
                  <a:cubicBezTo>
                    <a:pt x="10711" y="8413"/>
                    <a:pt x="10750" y="8401"/>
                    <a:pt x="10772" y="8401"/>
                  </a:cubicBezTo>
                  <a:cubicBezTo>
                    <a:pt x="10786" y="8401"/>
                    <a:pt x="10794" y="8406"/>
                    <a:pt x="10794" y="8420"/>
                  </a:cubicBezTo>
                  <a:cubicBezTo>
                    <a:pt x="10794" y="8482"/>
                    <a:pt x="10819" y="8531"/>
                    <a:pt x="10868" y="8556"/>
                  </a:cubicBezTo>
                  <a:cubicBezTo>
                    <a:pt x="10917" y="8593"/>
                    <a:pt x="11127" y="8642"/>
                    <a:pt x="11114" y="8666"/>
                  </a:cubicBezTo>
                  <a:cubicBezTo>
                    <a:pt x="11090" y="8691"/>
                    <a:pt x="11077" y="8716"/>
                    <a:pt x="10991" y="8716"/>
                  </a:cubicBezTo>
                  <a:cubicBezTo>
                    <a:pt x="10892" y="8716"/>
                    <a:pt x="10732" y="8716"/>
                    <a:pt x="10683" y="8777"/>
                  </a:cubicBezTo>
                  <a:cubicBezTo>
                    <a:pt x="10658" y="8802"/>
                    <a:pt x="10646" y="8827"/>
                    <a:pt x="10634" y="8839"/>
                  </a:cubicBezTo>
                  <a:cubicBezTo>
                    <a:pt x="10634" y="8864"/>
                    <a:pt x="10609" y="8888"/>
                    <a:pt x="10584" y="8901"/>
                  </a:cubicBezTo>
                  <a:cubicBezTo>
                    <a:pt x="10437" y="8901"/>
                    <a:pt x="10289" y="8888"/>
                    <a:pt x="10153" y="8864"/>
                  </a:cubicBezTo>
                  <a:cubicBezTo>
                    <a:pt x="10117" y="8857"/>
                    <a:pt x="10081" y="8854"/>
                    <a:pt x="10044" y="8854"/>
                  </a:cubicBezTo>
                  <a:cubicBezTo>
                    <a:pt x="9945" y="8854"/>
                    <a:pt x="9846" y="8877"/>
                    <a:pt x="9747" y="8913"/>
                  </a:cubicBezTo>
                  <a:cubicBezTo>
                    <a:pt x="9710" y="8950"/>
                    <a:pt x="9623" y="9048"/>
                    <a:pt x="9574" y="9048"/>
                  </a:cubicBezTo>
                  <a:cubicBezTo>
                    <a:pt x="9525" y="9061"/>
                    <a:pt x="9475" y="9122"/>
                    <a:pt x="9537" y="9122"/>
                  </a:cubicBezTo>
                  <a:cubicBezTo>
                    <a:pt x="9599" y="9122"/>
                    <a:pt x="9623" y="9159"/>
                    <a:pt x="9611" y="9184"/>
                  </a:cubicBezTo>
                  <a:cubicBezTo>
                    <a:pt x="9586" y="9221"/>
                    <a:pt x="9574" y="9233"/>
                    <a:pt x="9599" y="9283"/>
                  </a:cubicBezTo>
                  <a:cubicBezTo>
                    <a:pt x="9623" y="9332"/>
                    <a:pt x="9599" y="9356"/>
                    <a:pt x="9697" y="9369"/>
                  </a:cubicBezTo>
                  <a:cubicBezTo>
                    <a:pt x="9707" y="9370"/>
                    <a:pt x="9716" y="9371"/>
                    <a:pt x="9725" y="9371"/>
                  </a:cubicBezTo>
                  <a:cubicBezTo>
                    <a:pt x="9774" y="9371"/>
                    <a:pt x="9817" y="9356"/>
                    <a:pt x="9839" y="9356"/>
                  </a:cubicBezTo>
                  <a:cubicBezTo>
                    <a:pt x="9855" y="9356"/>
                    <a:pt x="9860" y="9365"/>
                    <a:pt x="9845" y="9393"/>
                  </a:cubicBezTo>
                  <a:cubicBezTo>
                    <a:pt x="9808" y="9443"/>
                    <a:pt x="9784" y="9492"/>
                    <a:pt x="9771" y="9541"/>
                  </a:cubicBezTo>
                  <a:cubicBezTo>
                    <a:pt x="9771" y="9566"/>
                    <a:pt x="9771" y="9591"/>
                    <a:pt x="9771" y="9615"/>
                  </a:cubicBezTo>
                  <a:cubicBezTo>
                    <a:pt x="9771" y="9689"/>
                    <a:pt x="9771" y="9775"/>
                    <a:pt x="9734" y="9800"/>
                  </a:cubicBezTo>
                  <a:cubicBezTo>
                    <a:pt x="9704" y="9820"/>
                    <a:pt x="9649" y="9899"/>
                    <a:pt x="9596" y="9899"/>
                  </a:cubicBezTo>
                  <a:cubicBezTo>
                    <a:pt x="9584" y="9899"/>
                    <a:pt x="9573" y="9895"/>
                    <a:pt x="9562" y="9886"/>
                  </a:cubicBezTo>
                  <a:cubicBezTo>
                    <a:pt x="9512" y="9837"/>
                    <a:pt x="9426" y="9726"/>
                    <a:pt x="9377" y="9677"/>
                  </a:cubicBezTo>
                  <a:cubicBezTo>
                    <a:pt x="9339" y="9639"/>
                    <a:pt x="9323" y="9623"/>
                    <a:pt x="9296" y="9623"/>
                  </a:cubicBezTo>
                  <a:cubicBezTo>
                    <a:pt x="9287" y="9623"/>
                    <a:pt x="9278" y="9625"/>
                    <a:pt x="9266" y="9628"/>
                  </a:cubicBezTo>
                  <a:cubicBezTo>
                    <a:pt x="9229" y="9640"/>
                    <a:pt x="9143" y="9652"/>
                    <a:pt x="9094" y="9763"/>
                  </a:cubicBezTo>
                  <a:cubicBezTo>
                    <a:pt x="9044" y="9849"/>
                    <a:pt x="9020" y="9936"/>
                    <a:pt x="8995" y="10034"/>
                  </a:cubicBezTo>
                  <a:cubicBezTo>
                    <a:pt x="8995" y="10120"/>
                    <a:pt x="8983" y="10194"/>
                    <a:pt x="8995" y="10281"/>
                  </a:cubicBezTo>
                  <a:cubicBezTo>
                    <a:pt x="8995" y="10330"/>
                    <a:pt x="8995" y="10379"/>
                    <a:pt x="9007" y="10428"/>
                  </a:cubicBezTo>
                  <a:cubicBezTo>
                    <a:pt x="9032" y="10478"/>
                    <a:pt x="9044" y="10527"/>
                    <a:pt x="9032" y="10589"/>
                  </a:cubicBezTo>
                  <a:cubicBezTo>
                    <a:pt x="9032" y="10650"/>
                    <a:pt x="9020" y="10712"/>
                    <a:pt x="9007" y="10712"/>
                  </a:cubicBezTo>
                  <a:cubicBezTo>
                    <a:pt x="8999" y="10712"/>
                    <a:pt x="8969" y="10723"/>
                    <a:pt x="8950" y="10723"/>
                  </a:cubicBezTo>
                  <a:cubicBezTo>
                    <a:pt x="8940" y="10723"/>
                    <a:pt x="8933" y="10720"/>
                    <a:pt x="8933" y="10712"/>
                  </a:cubicBezTo>
                  <a:cubicBezTo>
                    <a:pt x="8933" y="10692"/>
                    <a:pt x="8941" y="10656"/>
                    <a:pt x="8918" y="10656"/>
                  </a:cubicBezTo>
                  <a:cubicBezTo>
                    <a:pt x="8913" y="10656"/>
                    <a:pt x="8906" y="10658"/>
                    <a:pt x="8896" y="10663"/>
                  </a:cubicBezTo>
                  <a:cubicBezTo>
                    <a:pt x="8872" y="10687"/>
                    <a:pt x="8835" y="10700"/>
                    <a:pt x="8810" y="10700"/>
                  </a:cubicBezTo>
                  <a:cubicBezTo>
                    <a:pt x="8804" y="10698"/>
                    <a:pt x="8797" y="10698"/>
                    <a:pt x="8791" y="10698"/>
                  </a:cubicBezTo>
                  <a:cubicBezTo>
                    <a:pt x="8739" y="10698"/>
                    <a:pt x="8699" y="10742"/>
                    <a:pt x="8699" y="10786"/>
                  </a:cubicBezTo>
                  <a:cubicBezTo>
                    <a:pt x="8699" y="10837"/>
                    <a:pt x="8687" y="10864"/>
                    <a:pt x="8672" y="10864"/>
                  </a:cubicBezTo>
                  <a:cubicBezTo>
                    <a:pt x="8665" y="10864"/>
                    <a:pt x="8658" y="10859"/>
                    <a:pt x="8650" y="10847"/>
                  </a:cubicBezTo>
                  <a:cubicBezTo>
                    <a:pt x="8641" y="10834"/>
                    <a:pt x="8635" y="10827"/>
                    <a:pt x="8631" y="10827"/>
                  </a:cubicBezTo>
                  <a:cubicBezTo>
                    <a:pt x="8625" y="10827"/>
                    <a:pt x="8625" y="10846"/>
                    <a:pt x="8625" y="10884"/>
                  </a:cubicBezTo>
                  <a:cubicBezTo>
                    <a:pt x="8625" y="10926"/>
                    <a:pt x="8614" y="10951"/>
                    <a:pt x="8587" y="10951"/>
                  </a:cubicBezTo>
                  <a:cubicBezTo>
                    <a:pt x="8575" y="10951"/>
                    <a:pt x="8559" y="10945"/>
                    <a:pt x="8539" y="10934"/>
                  </a:cubicBezTo>
                  <a:cubicBezTo>
                    <a:pt x="8490" y="10909"/>
                    <a:pt x="8440" y="10860"/>
                    <a:pt x="8416" y="10810"/>
                  </a:cubicBezTo>
                  <a:cubicBezTo>
                    <a:pt x="8391" y="10761"/>
                    <a:pt x="8330" y="10736"/>
                    <a:pt x="8268" y="10736"/>
                  </a:cubicBezTo>
                  <a:cubicBezTo>
                    <a:pt x="8219" y="10749"/>
                    <a:pt x="8009" y="10884"/>
                    <a:pt x="7948" y="10921"/>
                  </a:cubicBezTo>
                  <a:cubicBezTo>
                    <a:pt x="7824" y="10995"/>
                    <a:pt x="7701" y="11045"/>
                    <a:pt x="7566" y="11081"/>
                  </a:cubicBezTo>
                  <a:cubicBezTo>
                    <a:pt x="7479" y="11094"/>
                    <a:pt x="7566" y="11155"/>
                    <a:pt x="7516" y="11155"/>
                  </a:cubicBezTo>
                  <a:lnTo>
                    <a:pt x="7479" y="11155"/>
                  </a:lnTo>
                  <a:cubicBezTo>
                    <a:pt x="7467" y="11155"/>
                    <a:pt x="7455" y="11143"/>
                    <a:pt x="7418" y="11106"/>
                  </a:cubicBezTo>
                  <a:cubicBezTo>
                    <a:pt x="7369" y="11057"/>
                    <a:pt x="7295" y="11020"/>
                    <a:pt x="7307" y="10983"/>
                  </a:cubicBezTo>
                  <a:cubicBezTo>
                    <a:pt x="7318" y="10951"/>
                    <a:pt x="7319" y="10853"/>
                    <a:pt x="7303" y="10853"/>
                  </a:cubicBezTo>
                  <a:cubicBezTo>
                    <a:pt x="7301" y="10853"/>
                    <a:pt x="7298" y="10855"/>
                    <a:pt x="7295" y="10860"/>
                  </a:cubicBezTo>
                  <a:cubicBezTo>
                    <a:pt x="7258" y="10897"/>
                    <a:pt x="7270" y="10995"/>
                    <a:pt x="7245" y="10995"/>
                  </a:cubicBezTo>
                  <a:cubicBezTo>
                    <a:pt x="7208" y="10995"/>
                    <a:pt x="7184" y="10958"/>
                    <a:pt x="7134" y="10946"/>
                  </a:cubicBezTo>
                  <a:cubicBezTo>
                    <a:pt x="7060" y="10958"/>
                    <a:pt x="6999" y="10983"/>
                    <a:pt x="6925" y="11020"/>
                  </a:cubicBezTo>
                  <a:cubicBezTo>
                    <a:pt x="6900" y="11032"/>
                    <a:pt x="6888" y="11081"/>
                    <a:pt x="6814" y="11094"/>
                  </a:cubicBezTo>
                  <a:cubicBezTo>
                    <a:pt x="6785" y="11098"/>
                    <a:pt x="6755" y="11101"/>
                    <a:pt x="6729" y="11101"/>
                  </a:cubicBezTo>
                  <a:cubicBezTo>
                    <a:pt x="6677" y="11101"/>
                    <a:pt x="6642" y="11090"/>
                    <a:pt x="6666" y="11057"/>
                  </a:cubicBezTo>
                  <a:cubicBezTo>
                    <a:pt x="6698" y="11003"/>
                    <a:pt x="6731" y="10968"/>
                    <a:pt x="6690" y="10968"/>
                  </a:cubicBezTo>
                  <a:cubicBezTo>
                    <a:pt x="6683" y="10968"/>
                    <a:pt x="6676" y="10969"/>
                    <a:pt x="6666" y="10971"/>
                  </a:cubicBezTo>
                  <a:cubicBezTo>
                    <a:pt x="6642" y="10971"/>
                    <a:pt x="6609" y="10973"/>
                    <a:pt x="6579" y="10973"/>
                  </a:cubicBezTo>
                  <a:cubicBezTo>
                    <a:pt x="6534" y="10973"/>
                    <a:pt x="6494" y="10968"/>
                    <a:pt x="6494" y="10946"/>
                  </a:cubicBezTo>
                  <a:cubicBezTo>
                    <a:pt x="6481" y="10897"/>
                    <a:pt x="6518" y="10847"/>
                    <a:pt x="6494" y="10786"/>
                  </a:cubicBezTo>
                  <a:cubicBezTo>
                    <a:pt x="6494" y="10773"/>
                    <a:pt x="6494" y="10761"/>
                    <a:pt x="6481" y="10749"/>
                  </a:cubicBezTo>
                  <a:cubicBezTo>
                    <a:pt x="6432" y="10675"/>
                    <a:pt x="6358" y="10663"/>
                    <a:pt x="6346" y="10613"/>
                  </a:cubicBezTo>
                  <a:cubicBezTo>
                    <a:pt x="6346" y="10564"/>
                    <a:pt x="6395" y="10589"/>
                    <a:pt x="6420" y="10527"/>
                  </a:cubicBezTo>
                  <a:cubicBezTo>
                    <a:pt x="6457" y="10478"/>
                    <a:pt x="6407" y="10478"/>
                    <a:pt x="6457" y="10416"/>
                  </a:cubicBezTo>
                  <a:cubicBezTo>
                    <a:pt x="6497" y="10376"/>
                    <a:pt x="6504" y="10304"/>
                    <a:pt x="6512" y="10304"/>
                  </a:cubicBezTo>
                  <a:cubicBezTo>
                    <a:pt x="6514" y="10304"/>
                    <a:pt x="6516" y="10308"/>
                    <a:pt x="6518" y="10318"/>
                  </a:cubicBezTo>
                  <a:cubicBezTo>
                    <a:pt x="6534" y="10342"/>
                    <a:pt x="6540" y="10360"/>
                    <a:pt x="6549" y="10360"/>
                  </a:cubicBezTo>
                  <a:cubicBezTo>
                    <a:pt x="6553" y="10360"/>
                    <a:pt x="6559" y="10355"/>
                    <a:pt x="6568" y="10342"/>
                  </a:cubicBezTo>
                  <a:cubicBezTo>
                    <a:pt x="6592" y="10305"/>
                    <a:pt x="6629" y="10268"/>
                    <a:pt x="6654" y="10244"/>
                  </a:cubicBezTo>
                  <a:cubicBezTo>
                    <a:pt x="6715" y="10194"/>
                    <a:pt x="6740" y="10170"/>
                    <a:pt x="6654" y="10120"/>
                  </a:cubicBezTo>
                  <a:cubicBezTo>
                    <a:pt x="6580" y="10083"/>
                    <a:pt x="6531" y="10083"/>
                    <a:pt x="6531" y="9997"/>
                  </a:cubicBezTo>
                  <a:cubicBezTo>
                    <a:pt x="6518" y="9923"/>
                    <a:pt x="6494" y="9923"/>
                    <a:pt x="6494" y="9886"/>
                  </a:cubicBezTo>
                  <a:cubicBezTo>
                    <a:pt x="6489" y="9867"/>
                    <a:pt x="6502" y="9863"/>
                    <a:pt x="6519" y="9863"/>
                  </a:cubicBezTo>
                  <a:cubicBezTo>
                    <a:pt x="6530" y="9863"/>
                    <a:pt x="6544" y="9864"/>
                    <a:pt x="6555" y="9864"/>
                  </a:cubicBezTo>
                  <a:cubicBezTo>
                    <a:pt x="6569" y="9864"/>
                    <a:pt x="6580" y="9862"/>
                    <a:pt x="6580" y="9849"/>
                  </a:cubicBezTo>
                  <a:cubicBezTo>
                    <a:pt x="6592" y="9788"/>
                    <a:pt x="6592" y="9726"/>
                    <a:pt x="6592" y="9665"/>
                  </a:cubicBezTo>
                  <a:cubicBezTo>
                    <a:pt x="6592" y="9658"/>
                    <a:pt x="6592" y="9656"/>
                    <a:pt x="6590" y="9656"/>
                  </a:cubicBezTo>
                  <a:cubicBezTo>
                    <a:pt x="6584" y="9656"/>
                    <a:pt x="6568" y="9677"/>
                    <a:pt x="6531" y="9677"/>
                  </a:cubicBezTo>
                  <a:cubicBezTo>
                    <a:pt x="6506" y="9677"/>
                    <a:pt x="6488" y="9668"/>
                    <a:pt x="6471" y="9668"/>
                  </a:cubicBezTo>
                  <a:cubicBezTo>
                    <a:pt x="6454" y="9668"/>
                    <a:pt x="6438" y="9677"/>
                    <a:pt x="6420" y="9714"/>
                  </a:cubicBezTo>
                  <a:cubicBezTo>
                    <a:pt x="6395" y="9788"/>
                    <a:pt x="6358" y="9849"/>
                    <a:pt x="6334" y="9849"/>
                  </a:cubicBezTo>
                  <a:lnTo>
                    <a:pt x="6161" y="9849"/>
                  </a:lnTo>
                  <a:cubicBezTo>
                    <a:pt x="6112" y="9862"/>
                    <a:pt x="6038" y="9973"/>
                    <a:pt x="6075" y="9985"/>
                  </a:cubicBezTo>
                  <a:cubicBezTo>
                    <a:pt x="6097" y="9992"/>
                    <a:pt x="6106" y="10004"/>
                    <a:pt x="6121" y="10004"/>
                  </a:cubicBezTo>
                  <a:cubicBezTo>
                    <a:pt x="6130" y="10004"/>
                    <a:pt x="6142" y="9999"/>
                    <a:pt x="6161" y="9985"/>
                  </a:cubicBezTo>
                  <a:cubicBezTo>
                    <a:pt x="6198" y="9948"/>
                    <a:pt x="6210" y="9948"/>
                    <a:pt x="6235" y="9923"/>
                  </a:cubicBezTo>
                  <a:cubicBezTo>
                    <a:pt x="6244" y="9915"/>
                    <a:pt x="6251" y="9910"/>
                    <a:pt x="6257" y="9910"/>
                  </a:cubicBezTo>
                  <a:cubicBezTo>
                    <a:pt x="6268" y="9910"/>
                    <a:pt x="6276" y="9924"/>
                    <a:pt x="6284" y="9948"/>
                  </a:cubicBezTo>
                  <a:cubicBezTo>
                    <a:pt x="6284" y="9979"/>
                    <a:pt x="6311" y="10055"/>
                    <a:pt x="6304" y="10055"/>
                  </a:cubicBezTo>
                  <a:cubicBezTo>
                    <a:pt x="6303" y="10055"/>
                    <a:pt x="6300" y="10052"/>
                    <a:pt x="6297" y="10046"/>
                  </a:cubicBezTo>
                  <a:cubicBezTo>
                    <a:pt x="6267" y="10027"/>
                    <a:pt x="6237" y="9990"/>
                    <a:pt x="6220" y="9990"/>
                  </a:cubicBezTo>
                  <a:cubicBezTo>
                    <a:pt x="6216" y="9990"/>
                    <a:pt x="6213" y="9992"/>
                    <a:pt x="6210" y="9997"/>
                  </a:cubicBezTo>
                  <a:cubicBezTo>
                    <a:pt x="6198" y="10034"/>
                    <a:pt x="6186" y="10059"/>
                    <a:pt x="6173" y="10083"/>
                  </a:cubicBezTo>
                  <a:cubicBezTo>
                    <a:pt x="6173" y="10083"/>
                    <a:pt x="6112" y="10083"/>
                    <a:pt x="6112" y="10059"/>
                  </a:cubicBezTo>
                  <a:cubicBezTo>
                    <a:pt x="6108" y="10052"/>
                    <a:pt x="6107" y="10049"/>
                    <a:pt x="6106" y="10049"/>
                  </a:cubicBezTo>
                  <a:cubicBezTo>
                    <a:pt x="6103" y="10049"/>
                    <a:pt x="6105" y="10066"/>
                    <a:pt x="6087" y="10083"/>
                  </a:cubicBezTo>
                  <a:cubicBezTo>
                    <a:pt x="6084" y="10085"/>
                    <a:pt x="6080" y="10085"/>
                    <a:pt x="6077" y="10085"/>
                  </a:cubicBezTo>
                  <a:cubicBezTo>
                    <a:pt x="6056" y="10085"/>
                    <a:pt x="6044" y="10059"/>
                    <a:pt x="6035" y="10059"/>
                  </a:cubicBezTo>
                  <a:cubicBezTo>
                    <a:pt x="6031" y="10059"/>
                    <a:pt x="6028" y="10062"/>
                    <a:pt x="6026" y="10071"/>
                  </a:cubicBezTo>
                  <a:cubicBezTo>
                    <a:pt x="6001" y="10096"/>
                    <a:pt x="6001" y="10083"/>
                    <a:pt x="6001" y="10194"/>
                  </a:cubicBezTo>
                  <a:cubicBezTo>
                    <a:pt x="6001" y="10281"/>
                    <a:pt x="6013" y="10367"/>
                    <a:pt x="6038" y="10441"/>
                  </a:cubicBezTo>
                  <a:cubicBezTo>
                    <a:pt x="6075" y="10502"/>
                    <a:pt x="6112" y="10465"/>
                    <a:pt x="6124" y="10527"/>
                  </a:cubicBezTo>
                  <a:cubicBezTo>
                    <a:pt x="6136" y="10589"/>
                    <a:pt x="6149" y="10613"/>
                    <a:pt x="6124" y="10650"/>
                  </a:cubicBezTo>
                  <a:cubicBezTo>
                    <a:pt x="6112" y="10687"/>
                    <a:pt x="6050" y="10687"/>
                    <a:pt x="6112" y="10749"/>
                  </a:cubicBezTo>
                  <a:cubicBezTo>
                    <a:pt x="6124" y="10749"/>
                    <a:pt x="6124" y="10749"/>
                    <a:pt x="6124" y="10761"/>
                  </a:cubicBezTo>
                  <a:cubicBezTo>
                    <a:pt x="6173" y="10798"/>
                    <a:pt x="6186" y="10773"/>
                    <a:pt x="6186" y="10847"/>
                  </a:cubicBezTo>
                  <a:cubicBezTo>
                    <a:pt x="6186" y="10921"/>
                    <a:pt x="6124" y="10884"/>
                    <a:pt x="6149" y="10971"/>
                  </a:cubicBezTo>
                  <a:cubicBezTo>
                    <a:pt x="6186" y="11057"/>
                    <a:pt x="6186" y="11057"/>
                    <a:pt x="6186" y="11106"/>
                  </a:cubicBezTo>
                  <a:cubicBezTo>
                    <a:pt x="6186" y="11123"/>
                    <a:pt x="6193" y="11128"/>
                    <a:pt x="6203" y="11128"/>
                  </a:cubicBezTo>
                  <a:cubicBezTo>
                    <a:pt x="6224" y="11128"/>
                    <a:pt x="6260" y="11106"/>
                    <a:pt x="6284" y="11106"/>
                  </a:cubicBezTo>
                  <a:cubicBezTo>
                    <a:pt x="6319" y="11106"/>
                    <a:pt x="6438" y="11244"/>
                    <a:pt x="6425" y="11244"/>
                  </a:cubicBezTo>
                  <a:cubicBezTo>
                    <a:pt x="6424" y="11244"/>
                    <a:pt x="6422" y="11243"/>
                    <a:pt x="6420" y="11242"/>
                  </a:cubicBezTo>
                  <a:cubicBezTo>
                    <a:pt x="6383" y="11217"/>
                    <a:pt x="6346" y="11192"/>
                    <a:pt x="6309" y="11180"/>
                  </a:cubicBezTo>
                  <a:cubicBezTo>
                    <a:pt x="6294" y="11166"/>
                    <a:pt x="6280" y="11160"/>
                    <a:pt x="6263" y="11160"/>
                  </a:cubicBezTo>
                  <a:cubicBezTo>
                    <a:pt x="6251" y="11160"/>
                    <a:pt x="6238" y="11163"/>
                    <a:pt x="6223" y="11168"/>
                  </a:cubicBezTo>
                  <a:cubicBezTo>
                    <a:pt x="6186" y="11168"/>
                    <a:pt x="6124" y="11168"/>
                    <a:pt x="6124" y="11229"/>
                  </a:cubicBezTo>
                  <a:cubicBezTo>
                    <a:pt x="6124" y="11291"/>
                    <a:pt x="6136" y="11303"/>
                    <a:pt x="6087" y="11303"/>
                  </a:cubicBezTo>
                  <a:cubicBezTo>
                    <a:pt x="6026" y="11303"/>
                    <a:pt x="5989" y="11242"/>
                    <a:pt x="5927" y="11242"/>
                  </a:cubicBezTo>
                  <a:cubicBezTo>
                    <a:pt x="5889" y="11234"/>
                    <a:pt x="5843" y="11222"/>
                    <a:pt x="5812" y="11222"/>
                  </a:cubicBezTo>
                  <a:cubicBezTo>
                    <a:pt x="5792" y="11222"/>
                    <a:pt x="5779" y="11227"/>
                    <a:pt x="5779" y="11242"/>
                  </a:cubicBezTo>
                  <a:cubicBezTo>
                    <a:pt x="5779" y="11266"/>
                    <a:pt x="5779" y="11279"/>
                    <a:pt x="5779" y="11303"/>
                  </a:cubicBezTo>
                  <a:cubicBezTo>
                    <a:pt x="5779" y="11316"/>
                    <a:pt x="5779" y="11328"/>
                    <a:pt x="5767" y="11328"/>
                  </a:cubicBezTo>
                  <a:cubicBezTo>
                    <a:pt x="5736" y="11328"/>
                    <a:pt x="5697" y="11285"/>
                    <a:pt x="5670" y="11285"/>
                  </a:cubicBezTo>
                  <a:cubicBezTo>
                    <a:pt x="5665" y="11285"/>
                    <a:pt x="5660" y="11287"/>
                    <a:pt x="5656" y="11291"/>
                  </a:cubicBezTo>
                  <a:cubicBezTo>
                    <a:pt x="5631" y="11303"/>
                    <a:pt x="5619" y="11328"/>
                    <a:pt x="5582" y="11328"/>
                  </a:cubicBezTo>
                  <a:cubicBezTo>
                    <a:pt x="5570" y="11324"/>
                    <a:pt x="5557" y="11322"/>
                    <a:pt x="5545" y="11322"/>
                  </a:cubicBezTo>
                  <a:cubicBezTo>
                    <a:pt x="5519" y="11322"/>
                    <a:pt x="5492" y="11328"/>
                    <a:pt x="5459" y="11328"/>
                  </a:cubicBezTo>
                  <a:cubicBezTo>
                    <a:pt x="5434" y="11365"/>
                    <a:pt x="5397" y="11402"/>
                    <a:pt x="5360" y="11439"/>
                  </a:cubicBezTo>
                  <a:cubicBezTo>
                    <a:pt x="5336" y="11463"/>
                    <a:pt x="5360" y="11476"/>
                    <a:pt x="5397" y="11488"/>
                  </a:cubicBezTo>
                  <a:cubicBezTo>
                    <a:pt x="5420" y="11511"/>
                    <a:pt x="5455" y="11612"/>
                    <a:pt x="5406" y="11612"/>
                  </a:cubicBezTo>
                  <a:cubicBezTo>
                    <a:pt x="5403" y="11612"/>
                    <a:pt x="5400" y="11612"/>
                    <a:pt x="5397" y="11611"/>
                  </a:cubicBezTo>
                  <a:cubicBezTo>
                    <a:pt x="5323" y="11599"/>
                    <a:pt x="5299" y="11611"/>
                    <a:pt x="5299" y="11574"/>
                  </a:cubicBezTo>
                  <a:cubicBezTo>
                    <a:pt x="5308" y="11545"/>
                    <a:pt x="5356" y="11486"/>
                    <a:pt x="5346" y="11486"/>
                  </a:cubicBezTo>
                  <a:cubicBezTo>
                    <a:pt x="5343" y="11486"/>
                    <a:pt x="5336" y="11490"/>
                    <a:pt x="5323" y="11500"/>
                  </a:cubicBezTo>
                  <a:cubicBezTo>
                    <a:pt x="5274" y="11550"/>
                    <a:pt x="5249" y="11537"/>
                    <a:pt x="5212" y="11562"/>
                  </a:cubicBezTo>
                  <a:cubicBezTo>
                    <a:pt x="5163" y="11599"/>
                    <a:pt x="5212" y="11673"/>
                    <a:pt x="5163" y="11698"/>
                  </a:cubicBezTo>
                  <a:cubicBezTo>
                    <a:pt x="5126" y="11735"/>
                    <a:pt x="5126" y="11735"/>
                    <a:pt x="5101" y="11808"/>
                  </a:cubicBezTo>
                  <a:cubicBezTo>
                    <a:pt x="5064" y="11882"/>
                    <a:pt x="5064" y="11833"/>
                    <a:pt x="5064" y="11870"/>
                  </a:cubicBezTo>
                  <a:cubicBezTo>
                    <a:pt x="5052" y="11919"/>
                    <a:pt x="5027" y="11944"/>
                    <a:pt x="5064" y="11944"/>
                  </a:cubicBezTo>
                  <a:cubicBezTo>
                    <a:pt x="5084" y="11944"/>
                    <a:pt x="5135" y="11960"/>
                    <a:pt x="5117" y="11960"/>
                  </a:cubicBezTo>
                  <a:cubicBezTo>
                    <a:pt x="5113" y="11960"/>
                    <a:pt x="5104" y="11959"/>
                    <a:pt x="5089" y="11956"/>
                  </a:cubicBezTo>
                  <a:cubicBezTo>
                    <a:pt x="5064" y="11952"/>
                    <a:pt x="5048" y="11951"/>
                    <a:pt x="5037" y="11951"/>
                  </a:cubicBezTo>
                  <a:cubicBezTo>
                    <a:pt x="5014" y="11951"/>
                    <a:pt x="5011" y="11956"/>
                    <a:pt x="5003" y="11956"/>
                  </a:cubicBezTo>
                  <a:cubicBezTo>
                    <a:pt x="5003" y="11956"/>
                    <a:pt x="5003" y="11956"/>
                    <a:pt x="5003" y="11969"/>
                  </a:cubicBezTo>
                  <a:cubicBezTo>
                    <a:pt x="5003" y="11969"/>
                    <a:pt x="5077" y="11981"/>
                    <a:pt x="5052" y="11981"/>
                  </a:cubicBezTo>
                  <a:lnTo>
                    <a:pt x="4991" y="11981"/>
                  </a:lnTo>
                  <a:cubicBezTo>
                    <a:pt x="4991" y="11981"/>
                    <a:pt x="5027" y="12030"/>
                    <a:pt x="5040" y="12030"/>
                  </a:cubicBezTo>
                  <a:cubicBezTo>
                    <a:pt x="5047" y="12034"/>
                    <a:pt x="5049" y="12035"/>
                    <a:pt x="5047" y="12035"/>
                  </a:cubicBezTo>
                  <a:cubicBezTo>
                    <a:pt x="5044" y="12035"/>
                    <a:pt x="5020" y="12027"/>
                    <a:pt x="5003" y="12018"/>
                  </a:cubicBezTo>
                  <a:cubicBezTo>
                    <a:pt x="4991" y="12012"/>
                    <a:pt x="4972" y="12006"/>
                    <a:pt x="4963" y="12006"/>
                  </a:cubicBezTo>
                  <a:cubicBezTo>
                    <a:pt x="4954" y="12006"/>
                    <a:pt x="4954" y="12012"/>
                    <a:pt x="4978" y="12030"/>
                  </a:cubicBezTo>
                  <a:cubicBezTo>
                    <a:pt x="5010" y="12054"/>
                    <a:pt x="5032" y="12068"/>
                    <a:pt x="5026" y="12068"/>
                  </a:cubicBezTo>
                  <a:cubicBezTo>
                    <a:pt x="5023" y="12068"/>
                    <a:pt x="5012" y="12064"/>
                    <a:pt x="4991" y="12055"/>
                  </a:cubicBezTo>
                  <a:cubicBezTo>
                    <a:pt x="4947" y="12040"/>
                    <a:pt x="4933" y="12034"/>
                    <a:pt x="4930" y="12034"/>
                  </a:cubicBezTo>
                  <a:cubicBezTo>
                    <a:pt x="4927" y="12034"/>
                    <a:pt x="4929" y="12037"/>
                    <a:pt x="4929" y="12043"/>
                  </a:cubicBezTo>
                  <a:cubicBezTo>
                    <a:pt x="4929" y="12055"/>
                    <a:pt x="4991" y="12104"/>
                    <a:pt x="4978" y="12104"/>
                  </a:cubicBezTo>
                  <a:cubicBezTo>
                    <a:pt x="4954" y="12092"/>
                    <a:pt x="4941" y="12080"/>
                    <a:pt x="4917" y="12080"/>
                  </a:cubicBezTo>
                  <a:lnTo>
                    <a:pt x="4867" y="12080"/>
                  </a:lnTo>
                  <a:cubicBezTo>
                    <a:pt x="4855" y="12080"/>
                    <a:pt x="4867" y="12080"/>
                    <a:pt x="4855" y="12092"/>
                  </a:cubicBezTo>
                  <a:cubicBezTo>
                    <a:pt x="4830" y="12104"/>
                    <a:pt x="4793" y="12116"/>
                    <a:pt x="4769" y="12129"/>
                  </a:cubicBezTo>
                  <a:cubicBezTo>
                    <a:pt x="4732" y="12141"/>
                    <a:pt x="4719" y="12190"/>
                    <a:pt x="4695" y="12190"/>
                  </a:cubicBezTo>
                  <a:cubicBezTo>
                    <a:pt x="4682" y="12190"/>
                    <a:pt x="4658" y="12187"/>
                    <a:pt x="4632" y="12187"/>
                  </a:cubicBezTo>
                  <a:cubicBezTo>
                    <a:pt x="4605" y="12187"/>
                    <a:pt x="4578" y="12190"/>
                    <a:pt x="4559" y="12203"/>
                  </a:cubicBezTo>
                  <a:cubicBezTo>
                    <a:pt x="4498" y="12252"/>
                    <a:pt x="4461" y="12326"/>
                    <a:pt x="4448" y="12400"/>
                  </a:cubicBezTo>
                  <a:cubicBezTo>
                    <a:pt x="4448" y="12474"/>
                    <a:pt x="4461" y="12486"/>
                    <a:pt x="4411" y="12535"/>
                  </a:cubicBezTo>
                  <a:cubicBezTo>
                    <a:pt x="4362" y="12585"/>
                    <a:pt x="4301" y="12622"/>
                    <a:pt x="4227" y="12646"/>
                  </a:cubicBezTo>
                  <a:cubicBezTo>
                    <a:pt x="4153" y="12659"/>
                    <a:pt x="4165" y="12708"/>
                    <a:pt x="4153" y="12745"/>
                  </a:cubicBezTo>
                  <a:cubicBezTo>
                    <a:pt x="4140" y="12770"/>
                    <a:pt x="4128" y="12831"/>
                    <a:pt x="4091" y="12831"/>
                  </a:cubicBezTo>
                  <a:cubicBezTo>
                    <a:pt x="4054" y="12831"/>
                    <a:pt x="3857" y="12831"/>
                    <a:pt x="3832" y="12794"/>
                  </a:cubicBezTo>
                  <a:cubicBezTo>
                    <a:pt x="3795" y="12745"/>
                    <a:pt x="3758" y="12708"/>
                    <a:pt x="3709" y="12708"/>
                  </a:cubicBezTo>
                  <a:cubicBezTo>
                    <a:pt x="3686" y="12708"/>
                    <a:pt x="3664" y="12700"/>
                    <a:pt x="3649" y="12700"/>
                  </a:cubicBezTo>
                  <a:cubicBezTo>
                    <a:pt x="3633" y="12700"/>
                    <a:pt x="3628" y="12711"/>
                    <a:pt x="3647" y="12757"/>
                  </a:cubicBezTo>
                  <a:cubicBezTo>
                    <a:pt x="3697" y="12843"/>
                    <a:pt x="3734" y="12979"/>
                    <a:pt x="3746" y="13004"/>
                  </a:cubicBezTo>
                  <a:cubicBezTo>
                    <a:pt x="3758" y="13041"/>
                    <a:pt x="3709" y="13078"/>
                    <a:pt x="3660" y="13078"/>
                  </a:cubicBezTo>
                  <a:cubicBezTo>
                    <a:pt x="3611" y="13078"/>
                    <a:pt x="3537" y="13065"/>
                    <a:pt x="3524" y="13065"/>
                  </a:cubicBezTo>
                  <a:cubicBezTo>
                    <a:pt x="3517" y="13073"/>
                    <a:pt x="3487" y="13085"/>
                    <a:pt x="3458" y="13085"/>
                  </a:cubicBezTo>
                  <a:cubicBezTo>
                    <a:pt x="3440" y="13085"/>
                    <a:pt x="3423" y="13080"/>
                    <a:pt x="3413" y="13065"/>
                  </a:cubicBezTo>
                  <a:cubicBezTo>
                    <a:pt x="3364" y="13028"/>
                    <a:pt x="3315" y="12991"/>
                    <a:pt x="3266" y="12967"/>
                  </a:cubicBezTo>
                  <a:cubicBezTo>
                    <a:pt x="3241" y="12967"/>
                    <a:pt x="3081" y="13065"/>
                    <a:pt x="3019" y="13090"/>
                  </a:cubicBezTo>
                  <a:cubicBezTo>
                    <a:pt x="2945" y="13102"/>
                    <a:pt x="2921" y="13115"/>
                    <a:pt x="2957" y="13139"/>
                  </a:cubicBezTo>
                  <a:cubicBezTo>
                    <a:pt x="3007" y="13151"/>
                    <a:pt x="3031" y="13213"/>
                    <a:pt x="3007" y="13225"/>
                  </a:cubicBezTo>
                  <a:cubicBezTo>
                    <a:pt x="2982" y="13250"/>
                    <a:pt x="2933" y="13262"/>
                    <a:pt x="2957" y="13287"/>
                  </a:cubicBezTo>
                  <a:cubicBezTo>
                    <a:pt x="3019" y="13324"/>
                    <a:pt x="3093" y="13361"/>
                    <a:pt x="3179" y="13386"/>
                  </a:cubicBezTo>
                  <a:cubicBezTo>
                    <a:pt x="3253" y="13398"/>
                    <a:pt x="3401" y="13460"/>
                    <a:pt x="3450" y="13460"/>
                  </a:cubicBezTo>
                  <a:cubicBezTo>
                    <a:pt x="3500" y="13472"/>
                    <a:pt x="3561" y="13509"/>
                    <a:pt x="3598" y="13533"/>
                  </a:cubicBezTo>
                  <a:cubicBezTo>
                    <a:pt x="3660" y="13558"/>
                    <a:pt x="3586" y="13570"/>
                    <a:pt x="3574" y="13583"/>
                  </a:cubicBezTo>
                  <a:cubicBezTo>
                    <a:pt x="3549" y="13632"/>
                    <a:pt x="3549" y="13694"/>
                    <a:pt x="3574" y="13743"/>
                  </a:cubicBezTo>
                  <a:cubicBezTo>
                    <a:pt x="3623" y="13805"/>
                    <a:pt x="3684" y="13854"/>
                    <a:pt x="3758" y="13878"/>
                  </a:cubicBezTo>
                  <a:cubicBezTo>
                    <a:pt x="3795" y="13878"/>
                    <a:pt x="3845" y="13965"/>
                    <a:pt x="3820" y="14014"/>
                  </a:cubicBezTo>
                  <a:cubicBezTo>
                    <a:pt x="3795" y="14076"/>
                    <a:pt x="3771" y="14088"/>
                    <a:pt x="3820" y="14137"/>
                  </a:cubicBezTo>
                  <a:cubicBezTo>
                    <a:pt x="3864" y="14170"/>
                    <a:pt x="3926" y="14318"/>
                    <a:pt x="3915" y="14318"/>
                  </a:cubicBezTo>
                  <a:cubicBezTo>
                    <a:pt x="3913" y="14318"/>
                    <a:pt x="3911" y="14315"/>
                    <a:pt x="3906" y="14310"/>
                  </a:cubicBezTo>
                  <a:cubicBezTo>
                    <a:pt x="3865" y="14269"/>
                    <a:pt x="3833" y="14159"/>
                    <a:pt x="3816" y="14159"/>
                  </a:cubicBezTo>
                  <a:cubicBezTo>
                    <a:pt x="3812" y="14159"/>
                    <a:pt x="3810" y="14164"/>
                    <a:pt x="3808" y="14174"/>
                  </a:cubicBezTo>
                  <a:cubicBezTo>
                    <a:pt x="3795" y="14236"/>
                    <a:pt x="3734" y="14729"/>
                    <a:pt x="3721" y="14803"/>
                  </a:cubicBezTo>
                  <a:cubicBezTo>
                    <a:pt x="3709" y="14852"/>
                    <a:pt x="3684" y="14889"/>
                    <a:pt x="3647" y="14913"/>
                  </a:cubicBezTo>
                  <a:cubicBezTo>
                    <a:pt x="3635" y="14926"/>
                    <a:pt x="3611" y="14926"/>
                    <a:pt x="3586" y="14926"/>
                  </a:cubicBezTo>
                  <a:cubicBezTo>
                    <a:pt x="3535" y="14926"/>
                    <a:pt x="3475" y="14883"/>
                    <a:pt x="3435" y="14883"/>
                  </a:cubicBezTo>
                  <a:cubicBezTo>
                    <a:pt x="3427" y="14883"/>
                    <a:pt x="3420" y="14885"/>
                    <a:pt x="3413" y="14889"/>
                  </a:cubicBezTo>
                  <a:cubicBezTo>
                    <a:pt x="3377" y="14907"/>
                    <a:pt x="3341" y="14918"/>
                    <a:pt x="3300" y="14918"/>
                  </a:cubicBezTo>
                  <a:cubicBezTo>
                    <a:pt x="3285" y="14918"/>
                    <a:pt x="3270" y="14917"/>
                    <a:pt x="3253" y="14913"/>
                  </a:cubicBezTo>
                  <a:cubicBezTo>
                    <a:pt x="3093" y="14889"/>
                    <a:pt x="2933" y="14876"/>
                    <a:pt x="2773" y="14864"/>
                  </a:cubicBezTo>
                  <a:cubicBezTo>
                    <a:pt x="2600" y="14864"/>
                    <a:pt x="2440" y="14840"/>
                    <a:pt x="2267" y="14815"/>
                  </a:cubicBezTo>
                  <a:cubicBezTo>
                    <a:pt x="2258" y="14812"/>
                    <a:pt x="2248" y="14811"/>
                    <a:pt x="2239" y="14811"/>
                  </a:cubicBezTo>
                  <a:cubicBezTo>
                    <a:pt x="2157" y="14811"/>
                    <a:pt x="2105" y="14901"/>
                    <a:pt x="2083" y="14901"/>
                  </a:cubicBezTo>
                  <a:cubicBezTo>
                    <a:pt x="2021" y="14926"/>
                    <a:pt x="1959" y="14963"/>
                    <a:pt x="1898" y="14987"/>
                  </a:cubicBezTo>
                  <a:cubicBezTo>
                    <a:pt x="1849" y="15012"/>
                    <a:pt x="1849" y="15086"/>
                    <a:pt x="1886" y="15123"/>
                  </a:cubicBezTo>
                  <a:cubicBezTo>
                    <a:pt x="1935" y="15185"/>
                    <a:pt x="1959" y="15271"/>
                    <a:pt x="1947" y="15357"/>
                  </a:cubicBezTo>
                  <a:lnTo>
                    <a:pt x="1947" y="15382"/>
                  </a:lnTo>
                  <a:cubicBezTo>
                    <a:pt x="1947" y="15456"/>
                    <a:pt x="1984" y="15554"/>
                    <a:pt x="1984" y="15579"/>
                  </a:cubicBezTo>
                  <a:cubicBezTo>
                    <a:pt x="1972" y="15764"/>
                    <a:pt x="1947" y="15936"/>
                    <a:pt x="1910" y="16096"/>
                  </a:cubicBezTo>
                  <a:cubicBezTo>
                    <a:pt x="1886" y="16183"/>
                    <a:pt x="1861" y="16269"/>
                    <a:pt x="1836" y="16343"/>
                  </a:cubicBezTo>
                  <a:cubicBezTo>
                    <a:pt x="1836" y="16387"/>
                    <a:pt x="1866" y="16533"/>
                    <a:pt x="1881" y="16533"/>
                  </a:cubicBezTo>
                  <a:cubicBezTo>
                    <a:pt x="1883" y="16533"/>
                    <a:pt x="1884" y="16531"/>
                    <a:pt x="1886" y="16528"/>
                  </a:cubicBezTo>
                  <a:cubicBezTo>
                    <a:pt x="1888" y="16518"/>
                    <a:pt x="1892" y="16514"/>
                    <a:pt x="1898" y="16514"/>
                  </a:cubicBezTo>
                  <a:cubicBezTo>
                    <a:pt x="1922" y="16514"/>
                    <a:pt x="1969" y="16593"/>
                    <a:pt x="1959" y="16663"/>
                  </a:cubicBezTo>
                  <a:cubicBezTo>
                    <a:pt x="1947" y="16762"/>
                    <a:pt x="1922" y="16971"/>
                    <a:pt x="1959" y="16983"/>
                  </a:cubicBezTo>
                  <a:cubicBezTo>
                    <a:pt x="1983" y="16991"/>
                    <a:pt x="2046" y="17014"/>
                    <a:pt x="2110" y="17014"/>
                  </a:cubicBezTo>
                  <a:cubicBezTo>
                    <a:pt x="2148" y="17014"/>
                    <a:pt x="2186" y="17006"/>
                    <a:pt x="2218" y="16983"/>
                  </a:cubicBezTo>
                  <a:cubicBezTo>
                    <a:pt x="2243" y="16959"/>
                    <a:pt x="2267" y="16946"/>
                    <a:pt x="2280" y="16934"/>
                  </a:cubicBezTo>
                  <a:cubicBezTo>
                    <a:pt x="2307" y="16921"/>
                    <a:pt x="2334" y="16911"/>
                    <a:pt x="2359" y="16911"/>
                  </a:cubicBezTo>
                  <a:cubicBezTo>
                    <a:pt x="2379" y="16911"/>
                    <a:pt x="2399" y="16917"/>
                    <a:pt x="2415" y="16934"/>
                  </a:cubicBezTo>
                  <a:cubicBezTo>
                    <a:pt x="2452" y="16971"/>
                    <a:pt x="2625" y="17291"/>
                    <a:pt x="2674" y="17316"/>
                  </a:cubicBezTo>
                  <a:cubicBezTo>
                    <a:pt x="2697" y="17324"/>
                    <a:pt x="2719" y="17336"/>
                    <a:pt x="2739" y="17336"/>
                  </a:cubicBezTo>
                  <a:cubicBezTo>
                    <a:pt x="2751" y="17336"/>
                    <a:pt x="2763" y="17331"/>
                    <a:pt x="2773" y="17316"/>
                  </a:cubicBezTo>
                  <a:cubicBezTo>
                    <a:pt x="2810" y="17291"/>
                    <a:pt x="2822" y="17193"/>
                    <a:pt x="2871" y="17181"/>
                  </a:cubicBezTo>
                  <a:cubicBezTo>
                    <a:pt x="2957" y="17144"/>
                    <a:pt x="3044" y="17119"/>
                    <a:pt x="3130" y="17107"/>
                  </a:cubicBezTo>
                  <a:cubicBezTo>
                    <a:pt x="3163" y="17110"/>
                    <a:pt x="3195" y="17111"/>
                    <a:pt x="3227" y="17111"/>
                  </a:cubicBezTo>
                  <a:cubicBezTo>
                    <a:pt x="3314" y="17111"/>
                    <a:pt x="3397" y="17100"/>
                    <a:pt x="3487" y="17082"/>
                  </a:cubicBezTo>
                  <a:cubicBezTo>
                    <a:pt x="3561" y="17057"/>
                    <a:pt x="3611" y="17033"/>
                    <a:pt x="3623" y="16971"/>
                  </a:cubicBezTo>
                  <a:cubicBezTo>
                    <a:pt x="3635" y="16910"/>
                    <a:pt x="3845" y="16848"/>
                    <a:pt x="3869" y="16762"/>
                  </a:cubicBezTo>
                  <a:cubicBezTo>
                    <a:pt x="3894" y="16675"/>
                    <a:pt x="3968" y="16528"/>
                    <a:pt x="4042" y="16491"/>
                  </a:cubicBezTo>
                  <a:cubicBezTo>
                    <a:pt x="4103" y="16454"/>
                    <a:pt x="4103" y="16429"/>
                    <a:pt x="4079" y="16380"/>
                  </a:cubicBezTo>
                  <a:cubicBezTo>
                    <a:pt x="4042" y="16330"/>
                    <a:pt x="3956" y="16244"/>
                    <a:pt x="4005" y="16158"/>
                  </a:cubicBezTo>
                  <a:cubicBezTo>
                    <a:pt x="4054" y="16047"/>
                    <a:pt x="4116" y="15948"/>
                    <a:pt x="4190" y="15862"/>
                  </a:cubicBezTo>
                  <a:cubicBezTo>
                    <a:pt x="4227" y="15825"/>
                    <a:pt x="4239" y="15776"/>
                    <a:pt x="4251" y="15727"/>
                  </a:cubicBezTo>
                  <a:cubicBezTo>
                    <a:pt x="4251" y="15702"/>
                    <a:pt x="4510" y="15616"/>
                    <a:pt x="4584" y="15566"/>
                  </a:cubicBezTo>
                  <a:cubicBezTo>
                    <a:pt x="4658" y="15505"/>
                    <a:pt x="4855" y="15406"/>
                    <a:pt x="4830" y="15308"/>
                  </a:cubicBezTo>
                  <a:cubicBezTo>
                    <a:pt x="4830" y="15283"/>
                    <a:pt x="4818" y="15258"/>
                    <a:pt x="4806" y="15221"/>
                  </a:cubicBezTo>
                  <a:cubicBezTo>
                    <a:pt x="4781" y="15160"/>
                    <a:pt x="4769" y="15086"/>
                    <a:pt x="4781" y="15024"/>
                  </a:cubicBezTo>
                  <a:cubicBezTo>
                    <a:pt x="4818" y="14950"/>
                    <a:pt x="4880" y="14852"/>
                    <a:pt x="4966" y="14827"/>
                  </a:cubicBezTo>
                  <a:cubicBezTo>
                    <a:pt x="4980" y="14825"/>
                    <a:pt x="4993" y="14824"/>
                    <a:pt x="5005" y="14824"/>
                  </a:cubicBezTo>
                  <a:cubicBezTo>
                    <a:pt x="5056" y="14824"/>
                    <a:pt x="5093" y="14842"/>
                    <a:pt x="5163" y="14852"/>
                  </a:cubicBezTo>
                  <a:cubicBezTo>
                    <a:pt x="5262" y="14876"/>
                    <a:pt x="5348" y="14987"/>
                    <a:pt x="5459" y="14987"/>
                  </a:cubicBezTo>
                  <a:cubicBezTo>
                    <a:pt x="5570" y="14975"/>
                    <a:pt x="5668" y="14913"/>
                    <a:pt x="5742" y="14840"/>
                  </a:cubicBezTo>
                  <a:cubicBezTo>
                    <a:pt x="5779" y="14815"/>
                    <a:pt x="5828" y="14778"/>
                    <a:pt x="5878" y="14766"/>
                  </a:cubicBezTo>
                  <a:cubicBezTo>
                    <a:pt x="5939" y="14741"/>
                    <a:pt x="6001" y="14704"/>
                    <a:pt x="6050" y="14667"/>
                  </a:cubicBezTo>
                  <a:cubicBezTo>
                    <a:pt x="6112" y="14605"/>
                    <a:pt x="6124" y="14556"/>
                    <a:pt x="6198" y="14544"/>
                  </a:cubicBezTo>
                  <a:cubicBezTo>
                    <a:pt x="6272" y="14544"/>
                    <a:pt x="6370" y="14667"/>
                    <a:pt x="6420" y="14667"/>
                  </a:cubicBezTo>
                  <a:cubicBezTo>
                    <a:pt x="6469" y="14667"/>
                    <a:pt x="6481" y="14778"/>
                    <a:pt x="6506" y="14827"/>
                  </a:cubicBezTo>
                  <a:cubicBezTo>
                    <a:pt x="6543" y="14901"/>
                    <a:pt x="6568" y="14975"/>
                    <a:pt x="6580" y="15061"/>
                  </a:cubicBezTo>
                  <a:cubicBezTo>
                    <a:pt x="6592" y="15111"/>
                    <a:pt x="6802" y="15271"/>
                    <a:pt x="6863" y="15332"/>
                  </a:cubicBezTo>
                  <a:cubicBezTo>
                    <a:pt x="6950" y="15443"/>
                    <a:pt x="7048" y="15530"/>
                    <a:pt x="7159" y="15616"/>
                  </a:cubicBezTo>
                  <a:cubicBezTo>
                    <a:pt x="7245" y="15628"/>
                    <a:pt x="7319" y="15677"/>
                    <a:pt x="7381" y="15751"/>
                  </a:cubicBezTo>
                  <a:cubicBezTo>
                    <a:pt x="7467" y="15850"/>
                    <a:pt x="7516" y="15875"/>
                    <a:pt x="7590" y="15948"/>
                  </a:cubicBezTo>
                  <a:cubicBezTo>
                    <a:pt x="7677" y="16035"/>
                    <a:pt x="7750" y="16022"/>
                    <a:pt x="7763" y="16072"/>
                  </a:cubicBezTo>
                  <a:cubicBezTo>
                    <a:pt x="7763" y="16121"/>
                    <a:pt x="7824" y="16269"/>
                    <a:pt x="7837" y="16330"/>
                  </a:cubicBezTo>
                  <a:cubicBezTo>
                    <a:pt x="7849" y="16392"/>
                    <a:pt x="7775" y="16503"/>
                    <a:pt x="7763" y="16540"/>
                  </a:cubicBezTo>
                  <a:cubicBezTo>
                    <a:pt x="7763" y="16584"/>
                    <a:pt x="7763" y="16730"/>
                    <a:pt x="7781" y="16730"/>
                  </a:cubicBezTo>
                  <a:cubicBezTo>
                    <a:pt x="7783" y="16730"/>
                    <a:pt x="7785" y="16728"/>
                    <a:pt x="7787" y="16725"/>
                  </a:cubicBezTo>
                  <a:cubicBezTo>
                    <a:pt x="7800" y="16700"/>
                    <a:pt x="7911" y="16552"/>
                    <a:pt x="7923" y="16503"/>
                  </a:cubicBezTo>
                  <a:cubicBezTo>
                    <a:pt x="7935" y="16454"/>
                    <a:pt x="7972" y="16417"/>
                    <a:pt x="8009" y="16392"/>
                  </a:cubicBezTo>
                  <a:cubicBezTo>
                    <a:pt x="8059" y="16380"/>
                    <a:pt x="8071" y="16330"/>
                    <a:pt x="8059" y="16293"/>
                  </a:cubicBezTo>
                  <a:cubicBezTo>
                    <a:pt x="8046" y="16244"/>
                    <a:pt x="7923" y="16158"/>
                    <a:pt x="7923" y="16109"/>
                  </a:cubicBezTo>
                  <a:cubicBezTo>
                    <a:pt x="7911" y="16059"/>
                    <a:pt x="7923" y="15998"/>
                    <a:pt x="7960" y="15961"/>
                  </a:cubicBezTo>
                  <a:cubicBezTo>
                    <a:pt x="7997" y="15924"/>
                    <a:pt x="8027" y="15886"/>
                    <a:pt x="8061" y="15886"/>
                  </a:cubicBezTo>
                  <a:cubicBezTo>
                    <a:pt x="8072" y="15886"/>
                    <a:pt x="8083" y="15890"/>
                    <a:pt x="8095" y="15899"/>
                  </a:cubicBezTo>
                  <a:cubicBezTo>
                    <a:pt x="8145" y="15936"/>
                    <a:pt x="8231" y="15936"/>
                    <a:pt x="8256" y="15998"/>
                  </a:cubicBezTo>
                  <a:cubicBezTo>
                    <a:pt x="8275" y="16046"/>
                    <a:pt x="8302" y="16079"/>
                    <a:pt x="8325" y="16079"/>
                  </a:cubicBezTo>
                  <a:cubicBezTo>
                    <a:pt x="8331" y="16079"/>
                    <a:pt x="8337" y="16077"/>
                    <a:pt x="8342" y="16072"/>
                  </a:cubicBezTo>
                  <a:cubicBezTo>
                    <a:pt x="8367" y="16010"/>
                    <a:pt x="8354" y="15924"/>
                    <a:pt x="8293" y="15875"/>
                  </a:cubicBezTo>
                  <a:cubicBezTo>
                    <a:pt x="8219" y="15801"/>
                    <a:pt x="8132" y="15739"/>
                    <a:pt x="8034" y="15690"/>
                  </a:cubicBezTo>
                  <a:cubicBezTo>
                    <a:pt x="7985" y="15665"/>
                    <a:pt x="7787" y="15591"/>
                    <a:pt x="7800" y="15542"/>
                  </a:cubicBezTo>
                  <a:cubicBezTo>
                    <a:pt x="7800" y="15505"/>
                    <a:pt x="7861" y="15456"/>
                    <a:pt x="7837" y="15431"/>
                  </a:cubicBezTo>
                  <a:cubicBezTo>
                    <a:pt x="7818" y="15419"/>
                    <a:pt x="7809" y="15416"/>
                    <a:pt x="7794" y="15416"/>
                  </a:cubicBezTo>
                  <a:cubicBezTo>
                    <a:pt x="7778" y="15416"/>
                    <a:pt x="7757" y="15419"/>
                    <a:pt x="7714" y="15419"/>
                  </a:cubicBezTo>
                  <a:cubicBezTo>
                    <a:pt x="7627" y="15419"/>
                    <a:pt x="7590" y="15369"/>
                    <a:pt x="7541" y="15332"/>
                  </a:cubicBezTo>
                  <a:cubicBezTo>
                    <a:pt x="7455" y="15246"/>
                    <a:pt x="7381" y="15135"/>
                    <a:pt x="7344" y="15024"/>
                  </a:cubicBezTo>
                  <a:cubicBezTo>
                    <a:pt x="7307" y="14926"/>
                    <a:pt x="7307" y="14876"/>
                    <a:pt x="7221" y="14827"/>
                  </a:cubicBezTo>
                  <a:cubicBezTo>
                    <a:pt x="7147" y="14766"/>
                    <a:pt x="7011" y="14704"/>
                    <a:pt x="6999" y="14630"/>
                  </a:cubicBezTo>
                  <a:cubicBezTo>
                    <a:pt x="6987" y="14556"/>
                    <a:pt x="6999" y="14495"/>
                    <a:pt x="7024" y="14433"/>
                  </a:cubicBezTo>
                  <a:cubicBezTo>
                    <a:pt x="7048" y="14421"/>
                    <a:pt x="7048" y="14384"/>
                    <a:pt x="7036" y="14359"/>
                  </a:cubicBezTo>
                  <a:cubicBezTo>
                    <a:pt x="7011" y="14310"/>
                    <a:pt x="7011" y="14236"/>
                    <a:pt x="7048" y="14211"/>
                  </a:cubicBezTo>
                  <a:cubicBezTo>
                    <a:pt x="7067" y="14199"/>
                    <a:pt x="7091" y="14199"/>
                    <a:pt x="7111" y="14199"/>
                  </a:cubicBezTo>
                  <a:cubicBezTo>
                    <a:pt x="7131" y="14199"/>
                    <a:pt x="7147" y="14199"/>
                    <a:pt x="7147" y="14186"/>
                  </a:cubicBezTo>
                  <a:cubicBezTo>
                    <a:pt x="7147" y="14150"/>
                    <a:pt x="7159" y="14100"/>
                    <a:pt x="7196" y="14100"/>
                  </a:cubicBezTo>
                  <a:cubicBezTo>
                    <a:pt x="7224" y="14100"/>
                    <a:pt x="7256" y="14092"/>
                    <a:pt x="7279" y="14092"/>
                  </a:cubicBezTo>
                  <a:cubicBezTo>
                    <a:pt x="7296" y="14092"/>
                    <a:pt x="7307" y="14097"/>
                    <a:pt x="7307" y="14113"/>
                  </a:cubicBezTo>
                  <a:cubicBezTo>
                    <a:pt x="7307" y="14150"/>
                    <a:pt x="7307" y="14199"/>
                    <a:pt x="7307" y="14236"/>
                  </a:cubicBezTo>
                  <a:lnTo>
                    <a:pt x="7307" y="14260"/>
                  </a:lnTo>
                  <a:cubicBezTo>
                    <a:pt x="7307" y="14313"/>
                    <a:pt x="7334" y="14430"/>
                    <a:pt x="7350" y="14430"/>
                  </a:cubicBezTo>
                  <a:cubicBezTo>
                    <a:pt x="7352" y="14430"/>
                    <a:pt x="7354" y="14427"/>
                    <a:pt x="7356" y="14421"/>
                  </a:cubicBezTo>
                  <a:cubicBezTo>
                    <a:pt x="7363" y="14395"/>
                    <a:pt x="7390" y="14379"/>
                    <a:pt x="7414" y="14379"/>
                  </a:cubicBezTo>
                  <a:cubicBezTo>
                    <a:pt x="7436" y="14379"/>
                    <a:pt x="7455" y="14391"/>
                    <a:pt x="7455" y="14421"/>
                  </a:cubicBezTo>
                  <a:cubicBezTo>
                    <a:pt x="7464" y="14468"/>
                    <a:pt x="7459" y="14523"/>
                    <a:pt x="7468" y="14523"/>
                  </a:cubicBezTo>
                  <a:cubicBezTo>
                    <a:pt x="7470" y="14523"/>
                    <a:pt x="7474" y="14518"/>
                    <a:pt x="7479" y="14507"/>
                  </a:cubicBezTo>
                  <a:cubicBezTo>
                    <a:pt x="7492" y="14458"/>
                    <a:pt x="7467" y="14396"/>
                    <a:pt x="7492" y="14371"/>
                  </a:cubicBezTo>
                  <a:cubicBezTo>
                    <a:pt x="7504" y="14359"/>
                    <a:pt x="7519" y="14347"/>
                    <a:pt x="7533" y="14347"/>
                  </a:cubicBezTo>
                  <a:cubicBezTo>
                    <a:pt x="7547" y="14347"/>
                    <a:pt x="7560" y="14359"/>
                    <a:pt x="7566" y="14396"/>
                  </a:cubicBezTo>
                  <a:cubicBezTo>
                    <a:pt x="7590" y="14470"/>
                    <a:pt x="7603" y="14556"/>
                    <a:pt x="7652" y="14593"/>
                  </a:cubicBezTo>
                  <a:cubicBezTo>
                    <a:pt x="7701" y="14642"/>
                    <a:pt x="7726" y="14716"/>
                    <a:pt x="7787" y="14778"/>
                  </a:cubicBezTo>
                  <a:cubicBezTo>
                    <a:pt x="7861" y="14840"/>
                    <a:pt x="7874" y="14876"/>
                    <a:pt x="7923" y="14889"/>
                  </a:cubicBezTo>
                  <a:cubicBezTo>
                    <a:pt x="7972" y="14901"/>
                    <a:pt x="7997" y="14950"/>
                    <a:pt x="8095" y="15024"/>
                  </a:cubicBezTo>
                  <a:cubicBezTo>
                    <a:pt x="8194" y="15086"/>
                    <a:pt x="8293" y="15160"/>
                    <a:pt x="8379" y="15234"/>
                  </a:cubicBezTo>
                  <a:cubicBezTo>
                    <a:pt x="8404" y="15258"/>
                    <a:pt x="8428" y="15283"/>
                    <a:pt x="8453" y="15308"/>
                  </a:cubicBezTo>
                  <a:cubicBezTo>
                    <a:pt x="8490" y="15357"/>
                    <a:pt x="8539" y="15394"/>
                    <a:pt x="8588" y="15419"/>
                  </a:cubicBezTo>
                  <a:cubicBezTo>
                    <a:pt x="8601" y="15443"/>
                    <a:pt x="8613" y="15456"/>
                    <a:pt x="8601" y="15480"/>
                  </a:cubicBezTo>
                  <a:cubicBezTo>
                    <a:pt x="8588" y="15603"/>
                    <a:pt x="8576" y="15727"/>
                    <a:pt x="8588" y="15850"/>
                  </a:cubicBezTo>
                  <a:cubicBezTo>
                    <a:pt x="8601" y="15936"/>
                    <a:pt x="8613" y="15998"/>
                    <a:pt x="8650" y="16010"/>
                  </a:cubicBezTo>
                  <a:cubicBezTo>
                    <a:pt x="8675" y="16022"/>
                    <a:pt x="8699" y="16022"/>
                    <a:pt x="8724" y="16096"/>
                  </a:cubicBezTo>
                  <a:cubicBezTo>
                    <a:pt x="8724" y="16133"/>
                    <a:pt x="8736" y="16158"/>
                    <a:pt x="8761" y="16170"/>
                  </a:cubicBezTo>
                  <a:cubicBezTo>
                    <a:pt x="8785" y="16220"/>
                    <a:pt x="8810" y="16256"/>
                    <a:pt x="8847" y="16281"/>
                  </a:cubicBezTo>
                  <a:cubicBezTo>
                    <a:pt x="8896" y="16330"/>
                    <a:pt x="8946" y="16343"/>
                    <a:pt x="8946" y="16404"/>
                  </a:cubicBezTo>
                  <a:cubicBezTo>
                    <a:pt x="8958" y="16503"/>
                    <a:pt x="8970" y="16589"/>
                    <a:pt x="9007" y="16675"/>
                  </a:cubicBezTo>
                  <a:cubicBezTo>
                    <a:pt x="9007" y="16737"/>
                    <a:pt x="9032" y="16786"/>
                    <a:pt x="9069" y="16836"/>
                  </a:cubicBezTo>
                  <a:cubicBezTo>
                    <a:pt x="9106" y="16860"/>
                    <a:pt x="9106" y="16897"/>
                    <a:pt x="9094" y="16922"/>
                  </a:cubicBezTo>
                  <a:cubicBezTo>
                    <a:pt x="9081" y="16946"/>
                    <a:pt x="9057" y="17020"/>
                    <a:pt x="9094" y="17045"/>
                  </a:cubicBezTo>
                  <a:cubicBezTo>
                    <a:pt x="9104" y="17055"/>
                    <a:pt x="9110" y="17059"/>
                    <a:pt x="9115" y="17059"/>
                  </a:cubicBezTo>
                  <a:cubicBezTo>
                    <a:pt x="9127" y="17059"/>
                    <a:pt x="9128" y="17033"/>
                    <a:pt x="9155" y="17033"/>
                  </a:cubicBezTo>
                  <a:cubicBezTo>
                    <a:pt x="9192" y="17045"/>
                    <a:pt x="9192" y="17033"/>
                    <a:pt x="9229" y="17094"/>
                  </a:cubicBezTo>
                  <a:cubicBezTo>
                    <a:pt x="9248" y="17132"/>
                    <a:pt x="9245" y="17169"/>
                    <a:pt x="9259" y="17169"/>
                  </a:cubicBezTo>
                  <a:cubicBezTo>
                    <a:pt x="9263" y="17169"/>
                    <a:pt x="9269" y="17165"/>
                    <a:pt x="9278" y="17156"/>
                  </a:cubicBezTo>
                  <a:cubicBezTo>
                    <a:pt x="9298" y="17136"/>
                    <a:pt x="9310" y="17100"/>
                    <a:pt x="9334" y="17100"/>
                  </a:cubicBezTo>
                  <a:cubicBezTo>
                    <a:pt x="9339" y="17100"/>
                    <a:pt x="9345" y="17102"/>
                    <a:pt x="9352" y="17107"/>
                  </a:cubicBezTo>
                  <a:cubicBezTo>
                    <a:pt x="9381" y="17135"/>
                    <a:pt x="9394" y="17185"/>
                    <a:pt x="9405" y="17185"/>
                  </a:cubicBezTo>
                  <a:cubicBezTo>
                    <a:pt x="9408" y="17185"/>
                    <a:pt x="9411" y="17180"/>
                    <a:pt x="9414" y="17168"/>
                  </a:cubicBezTo>
                  <a:cubicBezTo>
                    <a:pt x="9426" y="17119"/>
                    <a:pt x="9451" y="17119"/>
                    <a:pt x="9414" y="17045"/>
                  </a:cubicBezTo>
                  <a:cubicBezTo>
                    <a:pt x="9377" y="16971"/>
                    <a:pt x="9426" y="16959"/>
                    <a:pt x="9389" y="16897"/>
                  </a:cubicBezTo>
                  <a:cubicBezTo>
                    <a:pt x="9378" y="16869"/>
                    <a:pt x="9380" y="16862"/>
                    <a:pt x="9389" y="16862"/>
                  </a:cubicBezTo>
                  <a:cubicBezTo>
                    <a:pt x="9401" y="16862"/>
                    <a:pt x="9424" y="16873"/>
                    <a:pt x="9451" y="16873"/>
                  </a:cubicBezTo>
                  <a:cubicBezTo>
                    <a:pt x="9474" y="16873"/>
                    <a:pt x="9520" y="16891"/>
                    <a:pt x="9540" y="16891"/>
                  </a:cubicBezTo>
                  <a:cubicBezTo>
                    <a:pt x="9553" y="16891"/>
                    <a:pt x="9556" y="16884"/>
                    <a:pt x="9537" y="16860"/>
                  </a:cubicBezTo>
                  <a:cubicBezTo>
                    <a:pt x="9488" y="16799"/>
                    <a:pt x="9463" y="16786"/>
                    <a:pt x="9451" y="16749"/>
                  </a:cubicBezTo>
                  <a:cubicBezTo>
                    <a:pt x="9426" y="16700"/>
                    <a:pt x="9451" y="16725"/>
                    <a:pt x="9475" y="16700"/>
                  </a:cubicBezTo>
                  <a:cubicBezTo>
                    <a:pt x="9489" y="16687"/>
                    <a:pt x="9495" y="16677"/>
                    <a:pt x="9504" y="16677"/>
                  </a:cubicBezTo>
                  <a:cubicBezTo>
                    <a:pt x="9511" y="16677"/>
                    <a:pt x="9520" y="16683"/>
                    <a:pt x="9537" y="16700"/>
                  </a:cubicBezTo>
                  <a:cubicBezTo>
                    <a:pt x="9571" y="16723"/>
                    <a:pt x="9605" y="16788"/>
                    <a:pt x="9630" y="16788"/>
                  </a:cubicBezTo>
                  <a:cubicBezTo>
                    <a:pt x="9632" y="16788"/>
                    <a:pt x="9634" y="16787"/>
                    <a:pt x="9636" y="16786"/>
                  </a:cubicBezTo>
                  <a:cubicBezTo>
                    <a:pt x="9648" y="16762"/>
                    <a:pt x="9648" y="16725"/>
                    <a:pt x="9636" y="16700"/>
                  </a:cubicBezTo>
                  <a:cubicBezTo>
                    <a:pt x="9636" y="16680"/>
                    <a:pt x="9620" y="16644"/>
                    <a:pt x="9639" y="16644"/>
                  </a:cubicBezTo>
                  <a:cubicBezTo>
                    <a:pt x="9644" y="16644"/>
                    <a:pt x="9651" y="16646"/>
                    <a:pt x="9660" y="16651"/>
                  </a:cubicBezTo>
                  <a:cubicBezTo>
                    <a:pt x="9689" y="16670"/>
                    <a:pt x="9733" y="16712"/>
                    <a:pt x="9751" y="16712"/>
                  </a:cubicBezTo>
                  <a:cubicBezTo>
                    <a:pt x="9756" y="16712"/>
                    <a:pt x="9759" y="16708"/>
                    <a:pt x="9759" y="16700"/>
                  </a:cubicBezTo>
                  <a:cubicBezTo>
                    <a:pt x="9759" y="16663"/>
                    <a:pt x="9747" y="16663"/>
                    <a:pt x="9697" y="16589"/>
                  </a:cubicBezTo>
                  <a:cubicBezTo>
                    <a:pt x="9648" y="16503"/>
                    <a:pt x="9710" y="16528"/>
                    <a:pt x="9623" y="16478"/>
                  </a:cubicBezTo>
                  <a:cubicBezTo>
                    <a:pt x="9525" y="16417"/>
                    <a:pt x="9463" y="16380"/>
                    <a:pt x="9463" y="16330"/>
                  </a:cubicBezTo>
                  <a:cubicBezTo>
                    <a:pt x="9463" y="16320"/>
                    <a:pt x="9468" y="16318"/>
                    <a:pt x="9473" y="16318"/>
                  </a:cubicBezTo>
                  <a:cubicBezTo>
                    <a:pt x="9480" y="16318"/>
                    <a:pt x="9488" y="16322"/>
                    <a:pt x="9490" y="16322"/>
                  </a:cubicBezTo>
                  <a:cubicBezTo>
                    <a:pt x="9492" y="16322"/>
                    <a:pt x="9487" y="16317"/>
                    <a:pt x="9463" y="16293"/>
                  </a:cubicBezTo>
                  <a:cubicBezTo>
                    <a:pt x="9402" y="16220"/>
                    <a:pt x="9352" y="16146"/>
                    <a:pt x="9315" y="16059"/>
                  </a:cubicBezTo>
                  <a:cubicBezTo>
                    <a:pt x="9291" y="15973"/>
                    <a:pt x="9315" y="15911"/>
                    <a:pt x="9340" y="15899"/>
                  </a:cubicBezTo>
                  <a:cubicBezTo>
                    <a:pt x="9343" y="15898"/>
                    <a:pt x="9347" y="15897"/>
                    <a:pt x="9350" y="15897"/>
                  </a:cubicBezTo>
                  <a:cubicBezTo>
                    <a:pt x="9375" y="15897"/>
                    <a:pt x="9410" y="15930"/>
                    <a:pt x="9463" y="15973"/>
                  </a:cubicBezTo>
                  <a:cubicBezTo>
                    <a:pt x="9500" y="16010"/>
                    <a:pt x="9524" y="16048"/>
                    <a:pt x="9533" y="16048"/>
                  </a:cubicBezTo>
                  <a:cubicBezTo>
                    <a:pt x="9536" y="16048"/>
                    <a:pt x="9537" y="16044"/>
                    <a:pt x="9537" y="16035"/>
                  </a:cubicBezTo>
                  <a:cubicBezTo>
                    <a:pt x="9537" y="16003"/>
                    <a:pt x="9537" y="15971"/>
                    <a:pt x="9553" y="15971"/>
                  </a:cubicBezTo>
                  <a:cubicBezTo>
                    <a:pt x="9556" y="15971"/>
                    <a:pt x="9558" y="15971"/>
                    <a:pt x="9562" y="15973"/>
                  </a:cubicBezTo>
                  <a:cubicBezTo>
                    <a:pt x="9589" y="15991"/>
                    <a:pt x="9630" y="16023"/>
                    <a:pt x="9639" y="16023"/>
                  </a:cubicBezTo>
                  <a:cubicBezTo>
                    <a:pt x="9643" y="16023"/>
                    <a:pt x="9642" y="16020"/>
                    <a:pt x="9636" y="16010"/>
                  </a:cubicBezTo>
                  <a:cubicBezTo>
                    <a:pt x="9625" y="15978"/>
                    <a:pt x="9577" y="15946"/>
                    <a:pt x="9597" y="15946"/>
                  </a:cubicBezTo>
                  <a:cubicBezTo>
                    <a:pt x="9600" y="15946"/>
                    <a:pt x="9604" y="15947"/>
                    <a:pt x="9611" y="15948"/>
                  </a:cubicBezTo>
                  <a:cubicBezTo>
                    <a:pt x="9655" y="15957"/>
                    <a:pt x="9726" y="15992"/>
                    <a:pt x="9738" y="15992"/>
                  </a:cubicBezTo>
                  <a:cubicBezTo>
                    <a:pt x="9743" y="15992"/>
                    <a:pt x="9739" y="15987"/>
                    <a:pt x="9722" y="15973"/>
                  </a:cubicBezTo>
                  <a:cubicBezTo>
                    <a:pt x="9673" y="15911"/>
                    <a:pt x="9549" y="15875"/>
                    <a:pt x="9611" y="15813"/>
                  </a:cubicBezTo>
                  <a:cubicBezTo>
                    <a:pt x="9642" y="15782"/>
                    <a:pt x="9657" y="15779"/>
                    <a:pt x="9671" y="15779"/>
                  </a:cubicBezTo>
                  <a:cubicBezTo>
                    <a:pt x="9675" y="15779"/>
                    <a:pt x="9678" y="15779"/>
                    <a:pt x="9681" y="15779"/>
                  </a:cubicBezTo>
                  <a:cubicBezTo>
                    <a:pt x="9692" y="15779"/>
                    <a:pt x="9703" y="15777"/>
                    <a:pt x="9722" y="15764"/>
                  </a:cubicBezTo>
                  <a:cubicBezTo>
                    <a:pt x="9759" y="15745"/>
                    <a:pt x="9788" y="15713"/>
                    <a:pt x="9801" y="15713"/>
                  </a:cubicBezTo>
                  <a:cubicBezTo>
                    <a:pt x="9806" y="15713"/>
                    <a:pt x="9808" y="15717"/>
                    <a:pt x="9808" y="15727"/>
                  </a:cubicBezTo>
                  <a:cubicBezTo>
                    <a:pt x="9798" y="15758"/>
                    <a:pt x="9770" y="15849"/>
                    <a:pt x="9776" y="15849"/>
                  </a:cubicBezTo>
                  <a:cubicBezTo>
                    <a:pt x="9777" y="15849"/>
                    <a:pt x="9780" y="15846"/>
                    <a:pt x="9784" y="15838"/>
                  </a:cubicBezTo>
                  <a:cubicBezTo>
                    <a:pt x="9820" y="15801"/>
                    <a:pt x="9857" y="15727"/>
                    <a:pt x="9931" y="15727"/>
                  </a:cubicBezTo>
                  <a:cubicBezTo>
                    <a:pt x="10005" y="15739"/>
                    <a:pt x="10030" y="15764"/>
                    <a:pt x="10104" y="15813"/>
                  </a:cubicBezTo>
                  <a:lnTo>
                    <a:pt x="10129" y="15825"/>
                  </a:lnTo>
                  <a:cubicBezTo>
                    <a:pt x="10156" y="15853"/>
                    <a:pt x="10191" y="15867"/>
                    <a:pt x="10222" y="15867"/>
                  </a:cubicBezTo>
                  <a:cubicBezTo>
                    <a:pt x="10232" y="15867"/>
                    <a:pt x="10242" y="15865"/>
                    <a:pt x="10252" y="15862"/>
                  </a:cubicBezTo>
                  <a:cubicBezTo>
                    <a:pt x="10338" y="15862"/>
                    <a:pt x="10412" y="15825"/>
                    <a:pt x="10461" y="15764"/>
                  </a:cubicBezTo>
                  <a:cubicBezTo>
                    <a:pt x="10498" y="15727"/>
                    <a:pt x="10671" y="15702"/>
                    <a:pt x="10708" y="15702"/>
                  </a:cubicBezTo>
                  <a:cubicBezTo>
                    <a:pt x="10745" y="15702"/>
                    <a:pt x="10819" y="15702"/>
                    <a:pt x="10794" y="15677"/>
                  </a:cubicBezTo>
                  <a:cubicBezTo>
                    <a:pt x="10782" y="15640"/>
                    <a:pt x="10831" y="15653"/>
                    <a:pt x="10757" y="15603"/>
                  </a:cubicBezTo>
                  <a:cubicBezTo>
                    <a:pt x="10683" y="15554"/>
                    <a:pt x="10572" y="15542"/>
                    <a:pt x="10572" y="15456"/>
                  </a:cubicBezTo>
                  <a:cubicBezTo>
                    <a:pt x="10572" y="15431"/>
                    <a:pt x="10572" y="15406"/>
                    <a:pt x="10560" y="15394"/>
                  </a:cubicBezTo>
                  <a:cubicBezTo>
                    <a:pt x="10560" y="15357"/>
                    <a:pt x="10547" y="15320"/>
                    <a:pt x="10535" y="15283"/>
                  </a:cubicBezTo>
                  <a:cubicBezTo>
                    <a:pt x="10523" y="15258"/>
                    <a:pt x="10560" y="15123"/>
                    <a:pt x="10584" y="15049"/>
                  </a:cubicBezTo>
                  <a:cubicBezTo>
                    <a:pt x="10597" y="15000"/>
                    <a:pt x="10634" y="14950"/>
                    <a:pt x="10671" y="14913"/>
                  </a:cubicBezTo>
                  <a:cubicBezTo>
                    <a:pt x="10695" y="14876"/>
                    <a:pt x="10708" y="14840"/>
                    <a:pt x="10720" y="14803"/>
                  </a:cubicBezTo>
                  <a:cubicBezTo>
                    <a:pt x="10732" y="14729"/>
                    <a:pt x="10732" y="14618"/>
                    <a:pt x="10745" y="14568"/>
                  </a:cubicBezTo>
                  <a:cubicBezTo>
                    <a:pt x="10782" y="14482"/>
                    <a:pt x="10757" y="14445"/>
                    <a:pt x="10794" y="14421"/>
                  </a:cubicBezTo>
                  <a:cubicBezTo>
                    <a:pt x="10808" y="14410"/>
                    <a:pt x="10822" y="14408"/>
                    <a:pt x="10836" y="14408"/>
                  </a:cubicBezTo>
                  <a:cubicBezTo>
                    <a:pt x="10850" y="14408"/>
                    <a:pt x="10864" y="14410"/>
                    <a:pt x="10879" y="14410"/>
                  </a:cubicBezTo>
                  <a:cubicBezTo>
                    <a:pt x="10902" y="14410"/>
                    <a:pt x="10927" y="14404"/>
                    <a:pt x="10954" y="14371"/>
                  </a:cubicBezTo>
                  <a:cubicBezTo>
                    <a:pt x="10979" y="14347"/>
                    <a:pt x="10991" y="14310"/>
                    <a:pt x="11003" y="14273"/>
                  </a:cubicBezTo>
                  <a:cubicBezTo>
                    <a:pt x="11003" y="14248"/>
                    <a:pt x="11003" y="14211"/>
                    <a:pt x="11003" y="14186"/>
                  </a:cubicBezTo>
                  <a:cubicBezTo>
                    <a:pt x="10979" y="14150"/>
                    <a:pt x="10929" y="14137"/>
                    <a:pt x="10979" y="14113"/>
                  </a:cubicBezTo>
                  <a:cubicBezTo>
                    <a:pt x="11028" y="14076"/>
                    <a:pt x="11102" y="14002"/>
                    <a:pt x="11176" y="13940"/>
                  </a:cubicBezTo>
                  <a:cubicBezTo>
                    <a:pt x="11237" y="13878"/>
                    <a:pt x="11213" y="13817"/>
                    <a:pt x="11299" y="13780"/>
                  </a:cubicBezTo>
                  <a:cubicBezTo>
                    <a:pt x="11330" y="13772"/>
                    <a:pt x="11353" y="13768"/>
                    <a:pt x="11370" y="13768"/>
                  </a:cubicBezTo>
                  <a:cubicBezTo>
                    <a:pt x="11408" y="13768"/>
                    <a:pt x="11422" y="13787"/>
                    <a:pt x="11447" y="13829"/>
                  </a:cubicBezTo>
                  <a:cubicBezTo>
                    <a:pt x="11484" y="13891"/>
                    <a:pt x="11472" y="13928"/>
                    <a:pt x="11545" y="13928"/>
                  </a:cubicBezTo>
                  <a:cubicBezTo>
                    <a:pt x="11624" y="13928"/>
                    <a:pt x="11672" y="13979"/>
                    <a:pt x="11745" y="13979"/>
                  </a:cubicBezTo>
                  <a:cubicBezTo>
                    <a:pt x="11752" y="13979"/>
                    <a:pt x="11759" y="13978"/>
                    <a:pt x="11767" y="13977"/>
                  </a:cubicBezTo>
                  <a:cubicBezTo>
                    <a:pt x="11803" y="13972"/>
                    <a:pt x="11845" y="13969"/>
                    <a:pt x="11881" y="13969"/>
                  </a:cubicBezTo>
                  <a:cubicBezTo>
                    <a:pt x="11932" y="13969"/>
                    <a:pt x="11972" y="13975"/>
                    <a:pt x="11964" y="13989"/>
                  </a:cubicBezTo>
                  <a:cubicBezTo>
                    <a:pt x="11890" y="14051"/>
                    <a:pt x="11804" y="14113"/>
                    <a:pt x="11706" y="14150"/>
                  </a:cubicBezTo>
                  <a:cubicBezTo>
                    <a:pt x="11669" y="14174"/>
                    <a:pt x="11656" y="14186"/>
                    <a:pt x="11706" y="14211"/>
                  </a:cubicBezTo>
                  <a:cubicBezTo>
                    <a:pt x="11767" y="14236"/>
                    <a:pt x="11890" y="14260"/>
                    <a:pt x="11890" y="14310"/>
                  </a:cubicBezTo>
                  <a:cubicBezTo>
                    <a:pt x="11890" y="14371"/>
                    <a:pt x="11829" y="14421"/>
                    <a:pt x="11854" y="14470"/>
                  </a:cubicBezTo>
                  <a:cubicBezTo>
                    <a:pt x="11887" y="14503"/>
                    <a:pt x="11939" y="14546"/>
                    <a:pt x="11985" y="14546"/>
                  </a:cubicBezTo>
                  <a:cubicBezTo>
                    <a:pt x="11991" y="14546"/>
                    <a:pt x="11996" y="14545"/>
                    <a:pt x="12001" y="14544"/>
                  </a:cubicBezTo>
                  <a:cubicBezTo>
                    <a:pt x="12038" y="14531"/>
                    <a:pt x="12112" y="14433"/>
                    <a:pt x="12174" y="14421"/>
                  </a:cubicBezTo>
                  <a:cubicBezTo>
                    <a:pt x="12235" y="14396"/>
                    <a:pt x="12309" y="14310"/>
                    <a:pt x="12396" y="14310"/>
                  </a:cubicBezTo>
                  <a:cubicBezTo>
                    <a:pt x="12426" y="14315"/>
                    <a:pt x="12457" y="14318"/>
                    <a:pt x="12488" y="14318"/>
                  </a:cubicBezTo>
                  <a:cubicBezTo>
                    <a:pt x="12531" y="14318"/>
                    <a:pt x="12574" y="14312"/>
                    <a:pt x="12617" y="14297"/>
                  </a:cubicBezTo>
                  <a:cubicBezTo>
                    <a:pt x="12654" y="14285"/>
                    <a:pt x="12679" y="14260"/>
                    <a:pt x="12654" y="14248"/>
                  </a:cubicBezTo>
                  <a:cubicBezTo>
                    <a:pt x="12630" y="14236"/>
                    <a:pt x="12728" y="14211"/>
                    <a:pt x="12691" y="14199"/>
                  </a:cubicBezTo>
                  <a:lnTo>
                    <a:pt x="12507" y="14199"/>
                  </a:lnTo>
                  <a:cubicBezTo>
                    <a:pt x="12482" y="14199"/>
                    <a:pt x="12424" y="14232"/>
                    <a:pt x="12371" y="14232"/>
                  </a:cubicBezTo>
                  <a:cubicBezTo>
                    <a:pt x="12344" y="14232"/>
                    <a:pt x="12318" y="14223"/>
                    <a:pt x="12297" y="14199"/>
                  </a:cubicBezTo>
                  <a:cubicBezTo>
                    <a:pt x="12248" y="14137"/>
                    <a:pt x="12199" y="14088"/>
                    <a:pt x="12223" y="14014"/>
                  </a:cubicBezTo>
                  <a:cubicBezTo>
                    <a:pt x="12272" y="13940"/>
                    <a:pt x="12334" y="13866"/>
                    <a:pt x="12408" y="13817"/>
                  </a:cubicBezTo>
                  <a:cubicBezTo>
                    <a:pt x="12457" y="13768"/>
                    <a:pt x="12605" y="13768"/>
                    <a:pt x="12704" y="13706"/>
                  </a:cubicBezTo>
                  <a:cubicBezTo>
                    <a:pt x="12790" y="13657"/>
                    <a:pt x="12889" y="13620"/>
                    <a:pt x="12987" y="13607"/>
                  </a:cubicBezTo>
                  <a:lnTo>
                    <a:pt x="13012" y="13607"/>
                  </a:lnTo>
                  <a:cubicBezTo>
                    <a:pt x="13051" y="13604"/>
                    <a:pt x="13086" y="13603"/>
                    <a:pt x="13114" y="13603"/>
                  </a:cubicBezTo>
                  <a:cubicBezTo>
                    <a:pt x="13191" y="13603"/>
                    <a:pt x="13224" y="13614"/>
                    <a:pt x="13197" y="13632"/>
                  </a:cubicBezTo>
                  <a:cubicBezTo>
                    <a:pt x="13147" y="13657"/>
                    <a:pt x="13012" y="13780"/>
                    <a:pt x="12975" y="13780"/>
                  </a:cubicBezTo>
                  <a:cubicBezTo>
                    <a:pt x="12938" y="13780"/>
                    <a:pt x="12950" y="13817"/>
                    <a:pt x="13012" y="13854"/>
                  </a:cubicBezTo>
                  <a:cubicBezTo>
                    <a:pt x="13061" y="13903"/>
                    <a:pt x="13086" y="13965"/>
                    <a:pt x="13024" y="13977"/>
                  </a:cubicBezTo>
                  <a:cubicBezTo>
                    <a:pt x="12950" y="14002"/>
                    <a:pt x="12889" y="14063"/>
                    <a:pt x="12864" y="14150"/>
                  </a:cubicBezTo>
                  <a:cubicBezTo>
                    <a:pt x="12852" y="14223"/>
                    <a:pt x="12852" y="14236"/>
                    <a:pt x="12802" y="14248"/>
                  </a:cubicBezTo>
                  <a:cubicBezTo>
                    <a:pt x="12741" y="14260"/>
                    <a:pt x="12716" y="14260"/>
                    <a:pt x="12704" y="14285"/>
                  </a:cubicBezTo>
                  <a:cubicBezTo>
                    <a:pt x="12704" y="14322"/>
                    <a:pt x="12667" y="14310"/>
                    <a:pt x="12728" y="14347"/>
                  </a:cubicBezTo>
                  <a:cubicBezTo>
                    <a:pt x="12778" y="14384"/>
                    <a:pt x="12741" y="14421"/>
                    <a:pt x="12790" y="14445"/>
                  </a:cubicBezTo>
                  <a:cubicBezTo>
                    <a:pt x="12839" y="14470"/>
                    <a:pt x="12925" y="14495"/>
                    <a:pt x="12975" y="14531"/>
                  </a:cubicBezTo>
                  <a:cubicBezTo>
                    <a:pt x="13086" y="14618"/>
                    <a:pt x="13184" y="14692"/>
                    <a:pt x="13295" y="14790"/>
                  </a:cubicBezTo>
                  <a:cubicBezTo>
                    <a:pt x="13320" y="14815"/>
                    <a:pt x="13344" y="14852"/>
                    <a:pt x="13369" y="14889"/>
                  </a:cubicBezTo>
                  <a:cubicBezTo>
                    <a:pt x="13418" y="14938"/>
                    <a:pt x="13480" y="14987"/>
                    <a:pt x="13542" y="15012"/>
                  </a:cubicBezTo>
                  <a:cubicBezTo>
                    <a:pt x="13640" y="15074"/>
                    <a:pt x="13726" y="15148"/>
                    <a:pt x="13788" y="15234"/>
                  </a:cubicBezTo>
                  <a:cubicBezTo>
                    <a:pt x="13825" y="15332"/>
                    <a:pt x="13825" y="15419"/>
                    <a:pt x="13788" y="15517"/>
                  </a:cubicBezTo>
                  <a:cubicBezTo>
                    <a:pt x="13788" y="15530"/>
                    <a:pt x="13788" y="15542"/>
                    <a:pt x="13776" y="15554"/>
                  </a:cubicBezTo>
                  <a:cubicBezTo>
                    <a:pt x="13689" y="15628"/>
                    <a:pt x="13591" y="15690"/>
                    <a:pt x="13468" y="15727"/>
                  </a:cubicBezTo>
                  <a:cubicBezTo>
                    <a:pt x="13406" y="15727"/>
                    <a:pt x="13295" y="15714"/>
                    <a:pt x="13221" y="15714"/>
                  </a:cubicBezTo>
                  <a:cubicBezTo>
                    <a:pt x="13086" y="15714"/>
                    <a:pt x="12962" y="15714"/>
                    <a:pt x="12839" y="15690"/>
                  </a:cubicBezTo>
                  <a:cubicBezTo>
                    <a:pt x="12790" y="15677"/>
                    <a:pt x="12704" y="15591"/>
                    <a:pt x="12679" y="15591"/>
                  </a:cubicBezTo>
                  <a:cubicBezTo>
                    <a:pt x="12662" y="15600"/>
                    <a:pt x="12651" y="15614"/>
                    <a:pt x="12625" y="15614"/>
                  </a:cubicBezTo>
                  <a:cubicBezTo>
                    <a:pt x="12614" y="15614"/>
                    <a:pt x="12600" y="15611"/>
                    <a:pt x="12580" y="15603"/>
                  </a:cubicBezTo>
                  <a:cubicBezTo>
                    <a:pt x="12519" y="15579"/>
                    <a:pt x="12568" y="15542"/>
                    <a:pt x="12494" y="15517"/>
                  </a:cubicBezTo>
                  <a:cubicBezTo>
                    <a:pt x="12408" y="15480"/>
                    <a:pt x="12346" y="15505"/>
                    <a:pt x="12309" y="15456"/>
                  </a:cubicBezTo>
                  <a:cubicBezTo>
                    <a:pt x="12287" y="15422"/>
                    <a:pt x="12264" y="15368"/>
                    <a:pt x="12242" y="15368"/>
                  </a:cubicBezTo>
                  <a:cubicBezTo>
                    <a:pt x="12240" y="15368"/>
                    <a:pt x="12238" y="15368"/>
                    <a:pt x="12235" y="15369"/>
                  </a:cubicBezTo>
                  <a:cubicBezTo>
                    <a:pt x="12223" y="15375"/>
                    <a:pt x="12128" y="15375"/>
                    <a:pt x="12028" y="15375"/>
                  </a:cubicBezTo>
                  <a:cubicBezTo>
                    <a:pt x="11927" y="15375"/>
                    <a:pt x="11823" y="15375"/>
                    <a:pt x="11792" y="15382"/>
                  </a:cubicBezTo>
                  <a:cubicBezTo>
                    <a:pt x="11730" y="15406"/>
                    <a:pt x="11496" y="15579"/>
                    <a:pt x="11410" y="15616"/>
                  </a:cubicBezTo>
                  <a:cubicBezTo>
                    <a:pt x="11332" y="15639"/>
                    <a:pt x="11244" y="15648"/>
                    <a:pt x="11155" y="15648"/>
                  </a:cubicBezTo>
                  <a:cubicBezTo>
                    <a:pt x="11104" y="15648"/>
                    <a:pt x="11053" y="15645"/>
                    <a:pt x="11003" y="15640"/>
                  </a:cubicBezTo>
                  <a:cubicBezTo>
                    <a:pt x="10960" y="15640"/>
                    <a:pt x="10932" y="15637"/>
                    <a:pt x="10912" y="15637"/>
                  </a:cubicBezTo>
                  <a:cubicBezTo>
                    <a:pt x="10892" y="15637"/>
                    <a:pt x="10880" y="15640"/>
                    <a:pt x="10868" y="15653"/>
                  </a:cubicBezTo>
                  <a:cubicBezTo>
                    <a:pt x="10855" y="15690"/>
                    <a:pt x="10819" y="15702"/>
                    <a:pt x="10855" y="15714"/>
                  </a:cubicBezTo>
                  <a:cubicBezTo>
                    <a:pt x="10905" y="15739"/>
                    <a:pt x="10942" y="15751"/>
                    <a:pt x="10905" y="15764"/>
                  </a:cubicBezTo>
                  <a:cubicBezTo>
                    <a:pt x="10868" y="15788"/>
                    <a:pt x="10794" y="15764"/>
                    <a:pt x="10794" y="15801"/>
                  </a:cubicBezTo>
                  <a:cubicBezTo>
                    <a:pt x="10794" y="15850"/>
                    <a:pt x="10831" y="15875"/>
                    <a:pt x="10782" y="15875"/>
                  </a:cubicBezTo>
                  <a:lnTo>
                    <a:pt x="10510" y="15875"/>
                  </a:lnTo>
                  <a:cubicBezTo>
                    <a:pt x="10492" y="15881"/>
                    <a:pt x="10470" y="15884"/>
                    <a:pt x="10447" y="15884"/>
                  </a:cubicBezTo>
                  <a:cubicBezTo>
                    <a:pt x="10424" y="15884"/>
                    <a:pt x="10400" y="15881"/>
                    <a:pt x="10375" y="15875"/>
                  </a:cubicBezTo>
                  <a:cubicBezTo>
                    <a:pt x="10344" y="15868"/>
                    <a:pt x="10316" y="15865"/>
                    <a:pt x="10289" y="15865"/>
                  </a:cubicBezTo>
                  <a:cubicBezTo>
                    <a:pt x="10261" y="15865"/>
                    <a:pt x="10233" y="15868"/>
                    <a:pt x="10202" y="15875"/>
                  </a:cubicBezTo>
                  <a:cubicBezTo>
                    <a:pt x="10178" y="15899"/>
                    <a:pt x="10202" y="15998"/>
                    <a:pt x="10165" y="16035"/>
                  </a:cubicBezTo>
                  <a:cubicBezTo>
                    <a:pt x="10129" y="16072"/>
                    <a:pt x="10092" y="16146"/>
                    <a:pt x="10116" y="16158"/>
                  </a:cubicBezTo>
                  <a:cubicBezTo>
                    <a:pt x="10150" y="16169"/>
                    <a:pt x="10183" y="16221"/>
                    <a:pt x="10208" y="16221"/>
                  </a:cubicBezTo>
                  <a:cubicBezTo>
                    <a:pt x="10210" y="16221"/>
                    <a:pt x="10213" y="16221"/>
                    <a:pt x="10215" y="16220"/>
                  </a:cubicBezTo>
                  <a:cubicBezTo>
                    <a:pt x="10224" y="16200"/>
                    <a:pt x="10264" y="16159"/>
                    <a:pt x="10287" y="16159"/>
                  </a:cubicBezTo>
                  <a:cubicBezTo>
                    <a:pt x="10293" y="16159"/>
                    <a:pt x="10298" y="16162"/>
                    <a:pt x="10301" y="16170"/>
                  </a:cubicBezTo>
                  <a:cubicBezTo>
                    <a:pt x="10301" y="16195"/>
                    <a:pt x="10326" y="16220"/>
                    <a:pt x="10276" y="16232"/>
                  </a:cubicBezTo>
                  <a:cubicBezTo>
                    <a:pt x="10239" y="16256"/>
                    <a:pt x="10190" y="16306"/>
                    <a:pt x="10202" y="16318"/>
                  </a:cubicBezTo>
                  <a:cubicBezTo>
                    <a:pt x="10205" y="16321"/>
                    <a:pt x="10210" y="16322"/>
                    <a:pt x="10216" y="16322"/>
                  </a:cubicBezTo>
                  <a:cubicBezTo>
                    <a:pt x="10233" y="16322"/>
                    <a:pt x="10260" y="16315"/>
                    <a:pt x="10281" y="16315"/>
                  </a:cubicBezTo>
                  <a:cubicBezTo>
                    <a:pt x="10289" y="16315"/>
                    <a:pt x="10296" y="16315"/>
                    <a:pt x="10301" y="16318"/>
                  </a:cubicBezTo>
                  <a:cubicBezTo>
                    <a:pt x="10313" y="16330"/>
                    <a:pt x="10301" y="16355"/>
                    <a:pt x="10301" y="16417"/>
                  </a:cubicBezTo>
                  <a:cubicBezTo>
                    <a:pt x="10301" y="16478"/>
                    <a:pt x="10375" y="16528"/>
                    <a:pt x="10313" y="16540"/>
                  </a:cubicBezTo>
                  <a:cubicBezTo>
                    <a:pt x="10310" y="16541"/>
                    <a:pt x="10307" y="16541"/>
                    <a:pt x="10304" y="16541"/>
                  </a:cubicBezTo>
                  <a:cubicBezTo>
                    <a:pt x="10261" y="16541"/>
                    <a:pt x="10244" y="16478"/>
                    <a:pt x="10227" y="16478"/>
                  </a:cubicBezTo>
                  <a:cubicBezTo>
                    <a:pt x="10223" y="16478"/>
                    <a:pt x="10219" y="16482"/>
                    <a:pt x="10215" y="16491"/>
                  </a:cubicBezTo>
                  <a:cubicBezTo>
                    <a:pt x="10202" y="16540"/>
                    <a:pt x="10178" y="16577"/>
                    <a:pt x="10190" y="16614"/>
                  </a:cubicBezTo>
                  <a:cubicBezTo>
                    <a:pt x="10202" y="16626"/>
                    <a:pt x="10215" y="16626"/>
                    <a:pt x="10230" y="16626"/>
                  </a:cubicBezTo>
                  <a:cubicBezTo>
                    <a:pt x="10246" y="16626"/>
                    <a:pt x="10264" y="16626"/>
                    <a:pt x="10289" y="16638"/>
                  </a:cubicBezTo>
                  <a:cubicBezTo>
                    <a:pt x="10326" y="16663"/>
                    <a:pt x="10289" y="16663"/>
                    <a:pt x="10289" y="16725"/>
                  </a:cubicBezTo>
                  <a:cubicBezTo>
                    <a:pt x="10289" y="16786"/>
                    <a:pt x="10202" y="16774"/>
                    <a:pt x="10313" y="16823"/>
                  </a:cubicBezTo>
                  <a:cubicBezTo>
                    <a:pt x="10424" y="16860"/>
                    <a:pt x="10461" y="16873"/>
                    <a:pt x="10461" y="16897"/>
                  </a:cubicBezTo>
                  <a:cubicBezTo>
                    <a:pt x="10461" y="16922"/>
                    <a:pt x="10461" y="16971"/>
                    <a:pt x="10437" y="16983"/>
                  </a:cubicBezTo>
                  <a:cubicBezTo>
                    <a:pt x="10425" y="17006"/>
                    <a:pt x="10373" y="17059"/>
                    <a:pt x="10383" y="17059"/>
                  </a:cubicBezTo>
                  <a:cubicBezTo>
                    <a:pt x="10384" y="17059"/>
                    <a:pt x="10385" y="17058"/>
                    <a:pt x="10387" y="17057"/>
                  </a:cubicBezTo>
                  <a:cubicBezTo>
                    <a:pt x="10410" y="17057"/>
                    <a:pt x="10463" y="17006"/>
                    <a:pt x="10491" y="17006"/>
                  </a:cubicBezTo>
                  <a:cubicBezTo>
                    <a:pt x="10493" y="17006"/>
                    <a:pt x="10496" y="17007"/>
                    <a:pt x="10498" y="17008"/>
                  </a:cubicBezTo>
                  <a:cubicBezTo>
                    <a:pt x="10510" y="17020"/>
                    <a:pt x="10560" y="17070"/>
                    <a:pt x="10523" y="17070"/>
                  </a:cubicBezTo>
                  <a:cubicBezTo>
                    <a:pt x="10474" y="17070"/>
                    <a:pt x="10412" y="17094"/>
                    <a:pt x="10461" y="17094"/>
                  </a:cubicBezTo>
                  <a:cubicBezTo>
                    <a:pt x="10498" y="17094"/>
                    <a:pt x="10535" y="17094"/>
                    <a:pt x="10560" y="17082"/>
                  </a:cubicBezTo>
                  <a:lnTo>
                    <a:pt x="10560" y="17082"/>
                  </a:lnTo>
                  <a:cubicBezTo>
                    <a:pt x="10572" y="17119"/>
                    <a:pt x="10572" y="17168"/>
                    <a:pt x="10547" y="17205"/>
                  </a:cubicBezTo>
                  <a:cubicBezTo>
                    <a:pt x="10513" y="17262"/>
                    <a:pt x="10479" y="17330"/>
                    <a:pt x="10513" y="17330"/>
                  </a:cubicBezTo>
                  <a:cubicBezTo>
                    <a:pt x="10516" y="17330"/>
                    <a:pt x="10519" y="17329"/>
                    <a:pt x="10523" y="17328"/>
                  </a:cubicBezTo>
                  <a:cubicBezTo>
                    <a:pt x="10544" y="17328"/>
                    <a:pt x="10561" y="17335"/>
                    <a:pt x="10575" y="17335"/>
                  </a:cubicBezTo>
                  <a:cubicBezTo>
                    <a:pt x="10593" y="17335"/>
                    <a:pt x="10607" y="17323"/>
                    <a:pt x="10621" y="17267"/>
                  </a:cubicBezTo>
                  <a:cubicBezTo>
                    <a:pt x="10634" y="17168"/>
                    <a:pt x="10621" y="17094"/>
                    <a:pt x="10683" y="17094"/>
                  </a:cubicBezTo>
                  <a:cubicBezTo>
                    <a:pt x="10686" y="17094"/>
                    <a:pt x="10690" y="17093"/>
                    <a:pt x="10693" y="17093"/>
                  </a:cubicBezTo>
                  <a:cubicBezTo>
                    <a:pt x="10757" y="17093"/>
                    <a:pt x="10870" y="17195"/>
                    <a:pt x="10917" y="17242"/>
                  </a:cubicBezTo>
                  <a:cubicBezTo>
                    <a:pt x="10939" y="17260"/>
                    <a:pt x="10976" y="17268"/>
                    <a:pt x="11016" y="17268"/>
                  </a:cubicBezTo>
                  <a:cubicBezTo>
                    <a:pt x="11088" y="17268"/>
                    <a:pt x="11168" y="17241"/>
                    <a:pt x="11176" y="17193"/>
                  </a:cubicBezTo>
                  <a:cubicBezTo>
                    <a:pt x="11185" y="17145"/>
                    <a:pt x="11173" y="17075"/>
                    <a:pt x="11236" y="17075"/>
                  </a:cubicBezTo>
                  <a:cubicBezTo>
                    <a:pt x="11254" y="17075"/>
                    <a:pt x="11278" y="17081"/>
                    <a:pt x="11311" y="17094"/>
                  </a:cubicBezTo>
                  <a:cubicBezTo>
                    <a:pt x="11450" y="17152"/>
                    <a:pt x="11600" y="17318"/>
                    <a:pt x="11689" y="17318"/>
                  </a:cubicBezTo>
                  <a:cubicBezTo>
                    <a:pt x="11695" y="17318"/>
                    <a:pt x="11700" y="17318"/>
                    <a:pt x="11706" y="17316"/>
                  </a:cubicBezTo>
                  <a:cubicBezTo>
                    <a:pt x="11841" y="17279"/>
                    <a:pt x="11964" y="17218"/>
                    <a:pt x="12075" y="17144"/>
                  </a:cubicBezTo>
                  <a:cubicBezTo>
                    <a:pt x="12111" y="17099"/>
                    <a:pt x="12134" y="17067"/>
                    <a:pt x="12176" y="17067"/>
                  </a:cubicBezTo>
                  <a:cubicBezTo>
                    <a:pt x="12193" y="17067"/>
                    <a:pt x="12212" y="17072"/>
                    <a:pt x="12235" y="17082"/>
                  </a:cubicBezTo>
                  <a:cubicBezTo>
                    <a:pt x="12288" y="17108"/>
                    <a:pt x="12322" y="17134"/>
                    <a:pt x="12350" y="17134"/>
                  </a:cubicBezTo>
                  <a:cubicBezTo>
                    <a:pt x="12362" y="17134"/>
                    <a:pt x="12373" y="17130"/>
                    <a:pt x="12383" y="17119"/>
                  </a:cubicBezTo>
                  <a:cubicBezTo>
                    <a:pt x="12416" y="17086"/>
                    <a:pt x="12449" y="17064"/>
                    <a:pt x="12471" y="17064"/>
                  </a:cubicBezTo>
                  <a:cubicBezTo>
                    <a:pt x="12482" y="17064"/>
                    <a:pt x="12490" y="17070"/>
                    <a:pt x="12494" y="17082"/>
                  </a:cubicBezTo>
                  <a:cubicBezTo>
                    <a:pt x="12507" y="17107"/>
                    <a:pt x="12470" y="17156"/>
                    <a:pt x="12457" y="17193"/>
                  </a:cubicBezTo>
                  <a:cubicBezTo>
                    <a:pt x="12445" y="17230"/>
                    <a:pt x="12507" y="17279"/>
                    <a:pt x="12507" y="17304"/>
                  </a:cubicBezTo>
                  <a:cubicBezTo>
                    <a:pt x="12507" y="17328"/>
                    <a:pt x="12482" y="17328"/>
                    <a:pt x="12457" y="17328"/>
                  </a:cubicBezTo>
                  <a:cubicBezTo>
                    <a:pt x="12445" y="17341"/>
                    <a:pt x="12433" y="17365"/>
                    <a:pt x="12433" y="17378"/>
                  </a:cubicBezTo>
                  <a:cubicBezTo>
                    <a:pt x="12408" y="17427"/>
                    <a:pt x="12445" y="17452"/>
                    <a:pt x="12445" y="17538"/>
                  </a:cubicBezTo>
                  <a:cubicBezTo>
                    <a:pt x="12457" y="17612"/>
                    <a:pt x="12457" y="17673"/>
                    <a:pt x="12445" y="17747"/>
                  </a:cubicBezTo>
                  <a:cubicBezTo>
                    <a:pt x="12445" y="17760"/>
                    <a:pt x="12445" y="17784"/>
                    <a:pt x="12433" y="17797"/>
                  </a:cubicBezTo>
                  <a:cubicBezTo>
                    <a:pt x="12383" y="17871"/>
                    <a:pt x="12334" y="18105"/>
                    <a:pt x="12297" y="18154"/>
                  </a:cubicBezTo>
                  <a:cubicBezTo>
                    <a:pt x="12297" y="18179"/>
                    <a:pt x="12272" y="18203"/>
                    <a:pt x="12260" y="18216"/>
                  </a:cubicBezTo>
                  <a:cubicBezTo>
                    <a:pt x="12248" y="18240"/>
                    <a:pt x="12235" y="18277"/>
                    <a:pt x="12223" y="18339"/>
                  </a:cubicBezTo>
                  <a:cubicBezTo>
                    <a:pt x="12186" y="18462"/>
                    <a:pt x="12137" y="18598"/>
                    <a:pt x="12112" y="18659"/>
                  </a:cubicBezTo>
                  <a:cubicBezTo>
                    <a:pt x="12100" y="18696"/>
                    <a:pt x="12075" y="18733"/>
                    <a:pt x="12038" y="18770"/>
                  </a:cubicBezTo>
                  <a:cubicBezTo>
                    <a:pt x="12014" y="18795"/>
                    <a:pt x="11989" y="18807"/>
                    <a:pt x="11964" y="18819"/>
                  </a:cubicBezTo>
                  <a:cubicBezTo>
                    <a:pt x="11903" y="18832"/>
                    <a:pt x="11841" y="18844"/>
                    <a:pt x="11780" y="18844"/>
                  </a:cubicBezTo>
                  <a:cubicBezTo>
                    <a:pt x="11751" y="18851"/>
                    <a:pt x="11719" y="18858"/>
                    <a:pt x="11691" y="18858"/>
                  </a:cubicBezTo>
                  <a:cubicBezTo>
                    <a:pt x="11671" y="18858"/>
                    <a:pt x="11654" y="18854"/>
                    <a:pt x="11644" y="18844"/>
                  </a:cubicBezTo>
                  <a:cubicBezTo>
                    <a:pt x="11569" y="18779"/>
                    <a:pt x="11475" y="18743"/>
                    <a:pt x="11378" y="18743"/>
                  </a:cubicBezTo>
                  <a:cubicBezTo>
                    <a:pt x="11364" y="18743"/>
                    <a:pt x="11350" y="18744"/>
                    <a:pt x="11336" y="18745"/>
                  </a:cubicBezTo>
                  <a:cubicBezTo>
                    <a:pt x="11320" y="18743"/>
                    <a:pt x="11303" y="18742"/>
                    <a:pt x="11286" y="18742"/>
                  </a:cubicBezTo>
                  <a:cubicBezTo>
                    <a:pt x="11202" y="18742"/>
                    <a:pt x="11114" y="18768"/>
                    <a:pt x="11053" y="18819"/>
                  </a:cubicBezTo>
                  <a:cubicBezTo>
                    <a:pt x="10963" y="18882"/>
                    <a:pt x="10906" y="18925"/>
                    <a:pt x="10839" y="18925"/>
                  </a:cubicBezTo>
                  <a:cubicBezTo>
                    <a:pt x="10814" y="18925"/>
                    <a:pt x="10787" y="18919"/>
                    <a:pt x="10757" y="18906"/>
                  </a:cubicBezTo>
                  <a:cubicBezTo>
                    <a:pt x="10646" y="18869"/>
                    <a:pt x="10190" y="18758"/>
                    <a:pt x="10055" y="18733"/>
                  </a:cubicBezTo>
                  <a:cubicBezTo>
                    <a:pt x="10005" y="18733"/>
                    <a:pt x="9956" y="18708"/>
                    <a:pt x="9919" y="18671"/>
                  </a:cubicBezTo>
                  <a:cubicBezTo>
                    <a:pt x="9907" y="18659"/>
                    <a:pt x="9882" y="18635"/>
                    <a:pt x="9857" y="18635"/>
                  </a:cubicBezTo>
                  <a:cubicBezTo>
                    <a:pt x="9771" y="18585"/>
                    <a:pt x="9586" y="18573"/>
                    <a:pt x="9512" y="18524"/>
                  </a:cubicBezTo>
                  <a:cubicBezTo>
                    <a:pt x="9435" y="18468"/>
                    <a:pt x="9417" y="18333"/>
                    <a:pt x="9218" y="18333"/>
                  </a:cubicBezTo>
                  <a:cubicBezTo>
                    <a:pt x="9195" y="18333"/>
                    <a:pt x="9170" y="18335"/>
                    <a:pt x="9143" y="18339"/>
                  </a:cubicBezTo>
                  <a:cubicBezTo>
                    <a:pt x="8946" y="18339"/>
                    <a:pt x="8773" y="18462"/>
                    <a:pt x="8699" y="18647"/>
                  </a:cubicBezTo>
                  <a:cubicBezTo>
                    <a:pt x="8687" y="18733"/>
                    <a:pt x="8785" y="18819"/>
                    <a:pt x="8749" y="18893"/>
                  </a:cubicBezTo>
                  <a:cubicBezTo>
                    <a:pt x="8715" y="18949"/>
                    <a:pt x="8661" y="19108"/>
                    <a:pt x="8568" y="19108"/>
                  </a:cubicBezTo>
                  <a:cubicBezTo>
                    <a:pt x="8559" y="19108"/>
                    <a:pt x="8549" y="19106"/>
                    <a:pt x="8539" y="19103"/>
                  </a:cubicBezTo>
                  <a:cubicBezTo>
                    <a:pt x="8428" y="19078"/>
                    <a:pt x="8206" y="18930"/>
                    <a:pt x="8059" y="18881"/>
                  </a:cubicBezTo>
                  <a:cubicBezTo>
                    <a:pt x="7898" y="18832"/>
                    <a:pt x="7787" y="18881"/>
                    <a:pt x="7750" y="18758"/>
                  </a:cubicBezTo>
                  <a:cubicBezTo>
                    <a:pt x="7701" y="18635"/>
                    <a:pt x="7726" y="18573"/>
                    <a:pt x="7652" y="18524"/>
                  </a:cubicBezTo>
                  <a:cubicBezTo>
                    <a:pt x="7566" y="18474"/>
                    <a:pt x="7479" y="18437"/>
                    <a:pt x="7393" y="18413"/>
                  </a:cubicBezTo>
                  <a:cubicBezTo>
                    <a:pt x="7319" y="18376"/>
                    <a:pt x="7245" y="18351"/>
                    <a:pt x="7171" y="18339"/>
                  </a:cubicBezTo>
                  <a:cubicBezTo>
                    <a:pt x="7157" y="18341"/>
                    <a:pt x="7142" y="18342"/>
                    <a:pt x="7127" y="18342"/>
                  </a:cubicBezTo>
                  <a:cubicBezTo>
                    <a:pt x="7056" y="18342"/>
                    <a:pt x="6986" y="18318"/>
                    <a:pt x="6925" y="18277"/>
                  </a:cubicBezTo>
                  <a:cubicBezTo>
                    <a:pt x="6900" y="18265"/>
                    <a:pt x="6876" y="18240"/>
                    <a:pt x="6851" y="18240"/>
                  </a:cubicBezTo>
                  <a:cubicBezTo>
                    <a:pt x="6802" y="18228"/>
                    <a:pt x="6752" y="18240"/>
                    <a:pt x="6740" y="18191"/>
                  </a:cubicBezTo>
                  <a:cubicBezTo>
                    <a:pt x="6710" y="18131"/>
                    <a:pt x="6721" y="18070"/>
                    <a:pt x="6699" y="18070"/>
                  </a:cubicBezTo>
                  <a:cubicBezTo>
                    <a:pt x="6694" y="18070"/>
                    <a:pt x="6688" y="18073"/>
                    <a:pt x="6679" y="18080"/>
                  </a:cubicBezTo>
                  <a:cubicBezTo>
                    <a:pt x="6658" y="18088"/>
                    <a:pt x="6636" y="18092"/>
                    <a:pt x="6615" y="18092"/>
                  </a:cubicBezTo>
                  <a:cubicBezTo>
                    <a:pt x="6572" y="18092"/>
                    <a:pt x="6531" y="18076"/>
                    <a:pt x="6506" y="18043"/>
                  </a:cubicBezTo>
                  <a:cubicBezTo>
                    <a:pt x="6457" y="17981"/>
                    <a:pt x="6457" y="17957"/>
                    <a:pt x="6518" y="17908"/>
                  </a:cubicBezTo>
                  <a:cubicBezTo>
                    <a:pt x="6642" y="17871"/>
                    <a:pt x="6715" y="17760"/>
                    <a:pt x="6728" y="17624"/>
                  </a:cubicBezTo>
                  <a:cubicBezTo>
                    <a:pt x="6728" y="17464"/>
                    <a:pt x="6543" y="17365"/>
                    <a:pt x="6580" y="17291"/>
                  </a:cubicBezTo>
                  <a:cubicBezTo>
                    <a:pt x="6617" y="17230"/>
                    <a:pt x="6728" y="17230"/>
                    <a:pt x="6728" y="17144"/>
                  </a:cubicBezTo>
                  <a:cubicBezTo>
                    <a:pt x="6728" y="17077"/>
                    <a:pt x="6750" y="17017"/>
                    <a:pt x="6731" y="17017"/>
                  </a:cubicBezTo>
                  <a:cubicBezTo>
                    <a:pt x="6726" y="17017"/>
                    <a:pt x="6717" y="17022"/>
                    <a:pt x="6703" y="17033"/>
                  </a:cubicBezTo>
                  <a:cubicBezTo>
                    <a:pt x="6655" y="17071"/>
                    <a:pt x="6608" y="17139"/>
                    <a:pt x="6589" y="17139"/>
                  </a:cubicBezTo>
                  <a:cubicBezTo>
                    <a:pt x="6583" y="17139"/>
                    <a:pt x="6580" y="17133"/>
                    <a:pt x="6580" y="17119"/>
                  </a:cubicBezTo>
                  <a:cubicBezTo>
                    <a:pt x="6568" y="17033"/>
                    <a:pt x="6506" y="16971"/>
                    <a:pt x="6432" y="16946"/>
                  </a:cubicBezTo>
                  <a:cubicBezTo>
                    <a:pt x="6346" y="16946"/>
                    <a:pt x="6198" y="17057"/>
                    <a:pt x="6136" y="17082"/>
                  </a:cubicBezTo>
                  <a:cubicBezTo>
                    <a:pt x="6128" y="17084"/>
                    <a:pt x="6120" y="17085"/>
                    <a:pt x="6113" y="17085"/>
                  </a:cubicBezTo>
                  <a:cubicBezTo>
                    <a:pt x="6071" y="17085"/>
                    <a:pt x="6061" y="17057"/>
                    <a:pt x="6050" y="17057"/>
                  </a:cubicBezTo>
                  <a:cubicBezTo>
                    <a:pt x="6030" y="17057"/>
                    <a:pt x="6019" y="17073"/>
                    <a:pt x="5996" y="17073"/>
                  </a:cubicBezTo>
                  <a:cubicBezTo>
                    <a:pt x="5990" y="17073"/>
                    <a:pt x="5984" y="17072"/>
                    <a:pt x="5976" y="17070"/>
                  </a:cubicBezTo>
                  <a:cubicBezTo>
                    <a:pt x="5942" y="17058"/>
                    <a:pt x="5918" y="16994"/>
                    <a:pt x="5886" y="16994"/>
                  </a:cubicBezTo>
                  <a:cubicBezTo>
                    <a:pt x="5883" y="16994"/>
                    <a:pt x="5880" y="16995"/>
                    <a:pt x="5878" y="16996"/>
                  </a:cubicBezTo>
                  <a:cubicBezTo>
                    <a:pt x="5846" y="16996"/>
                    <a:pt x="5850" y="17050"/>
                    <a:pt x="5798" y="17050"/>
                  </a:cubicBezTo>
                  <a:cubicBezTo>
                    <a:pt x="5789" y="17050"/>
                    <a:pt x="5779" y="17049"/>
                    <a:pt x="5767" y="17045"/>
                  </a:cubicBezTo>
                  <a:cubicBezTo>
                    <a:pt x="5701" y="17034"/>
                    <a:pt x="5684" y="16994"/>
                    <a:pt x="5655" y="16994"/>
                  </a:cubicBezTo>
                  <a:cubicBezTo>
                    <a:pt x="5651" y="16994"/>
                    <a:pt x="5648" y="16994"/>
                    <a:pt x="5644" y="16996"/>
                  </a:cubicBezTo>
                  <a:cubicBezTo>
                    <a:pt x="5607" y="17020"/>
                    <a:pt x="5545" y="17094"/>
                    <a:pt x="5508" y="17094"/>
                  </a:cubicBezTo>
                  <a:cubicBezTo>
                    <a:pt x="5464" y="17094"/>
                    <a:pt x="5420" y="17133"/>
                    <a:pt x="5377" y="17133"/>
                  </a:cubicBezTo>
                  <a:cubicBezTo>
                    <a:pt x="5371" y="17133"/>
                    <a:pt x="5366" y="17133"/>
                    <a:pt x="5360" y="17131"/>
                  </a:cubicBezTo>
                  <a:cubicBezTo>
                    <a:pt x="5323" y="17131"/>
                    <a:pt x="5311" y="17082"/>
                    <a:pt x="5262" y="17070"/>
                  </a:cubicBezTo>
                  <a:cubicBezTo>
                    <a:pt x="5212" y="17064"/>
                    <a:pt x="5160" y="17060"/>
                    <a:pt x="5108" y="17060"/>
                  </a:cubicBezTo>
                  <a:cubicBezTo>
                    <a:pt x="5055" y="17060"/>
                    <a:pt x="5003" y="17064"/>
                    <a:pt x="4954" y="17070"/>
                  </a:cubicBezTo>
                  <a:cubicBezTo>
                    <a:pt x="4892" y="17094"/>
                    <a:pt x="4448" y="17181"/>
                    <a:pt x="4362" y="17218"/>
                  </a:cubicBezTo>
                  <a:cubicBezTo>
                    <a:pt x="4276" y="17242"/>
                    <a:pt x="4202" y="17291"/>
                    <a:pt x="4128" y="17341"/>
                  </a:cubicBezTo>
                  <a:cubicBezTo>
                    <a:pt x="4116" y="17378"/>
                    <a:pt x="4079" y="17402"/>
                    <a:pt x="4029" y="17402"/>
                  </a:cubicBezTo>
                  <a:cubicBezTo>
                    <a:pt x="3956" y="17415"/>
                    <a:pt x="3894" y="17452"/>
                    <a:pt x="3832" y="17489"/>
                  </a:cubicBezTo>
                  <a:cubicBezTo>
                    <a:pt x="3808" y="17513"/>
                    <a:pt x="3734" y="17661"/>
                    <a:pt x="3635" y="17661"/>
                  </a:cubicBezTo>
                  <a:lnTo>
                    <a:pt x="3623" y="17661"/>
                  </a:lnTo>
                  <a:cubicBezTo>
                    <a:pt x="3524" y="17649"/>
                    <a:pt x="3413" y="17587"/>
                    <a:pt x="3389" y="17587"/>
                  </a:cubicBezTo>
                  <a:cubicBezTo>
                    <a:pt x="3368" y="17587"/>
                    <a:pt x="3337" y="17614"/>
                    <a:pt x="3306" y="17614"/>
                  </a:cubicBezTo>
                  <a:cubicBezTo>
                    <a:pt x="3301" y="17614"/>
                    <a:pt x="3295" y="17614"/>
                    <a:pt x="3290" y="17612"/>
                  </a:cubicBezTo>
                  <a:cubicBezTo>
                    <a:pt x="3269" y="17601"/>
                    <a:pt x="3248" y="17572"/>
                    <a:pt x="3219" y="17572"/>
                  </a:cubicBezTo>
                  <a:cubicBezTo>
                    <a:pt x="3214" y="17572"/>
                    <a:pt x="3209" y="17573"/>
                    <a:pt x="3204" y="17575"/>
                  </a:cubicBezTo>
                  <a:cubicBezTo>
                    <a:pt x="3175" y="17584"/>
                    <a:pt x="3095" y="17623"/>
                    <a:pt x="3032" y="17623"/>
                  </a:cubicBezTo>
                  <a:cubicBezTo>
                    <a:pt x="3013" y="17623"/>
                    <a:pt x="2996" y="17620"/>
                    <a:pt x="2982" y="17612"/>
                  </a:cubicBezTo>
                  <a:cubicBezTo>
                    <a:pt x="2921" y="17563"/>
                    <a:pt x="2847" y="17452"/>
                    <a:pt x="2810" y="17427"/>
                  </a:cubicBezTo>
                  <a:cubicBezTo>
                    <a:pt x="2797" y="17419"/>
                    <a:pt x="2785" y="17416"/>
                    <a:pt x="2773" y="17416"/>
                  </a:cubicBezTo>
                  <a:cubicBezTo>
                    <a:pt x="2748" y="17416"/>
                    <a:pt x="2723" y="17427"/>
                    <a:pt x="2699" y="17427"/>
                  </a:cubicBezTo>
                  <a:cubicBezTo>
                    <a:pt x="2674" y="17427"/>
                    <a:pt x="2637" y="17735"/>
                    <a:pt x="2514" y="17895"/>
                  </a:cubicBezTo>
                  <a:cubicBezTo>
                    <a:pt x="2391" y="18043"/>
                    <a:pt x="2292" y="18142"/>
                    <a:pt x="2181" y="18166"/>
                  </a:cubicBezTo>
                  <a:cubicBezTo>
                    <a:pt x="2058" y="18228"/>
                    <a:pt x="1959" y="18314"/>
                    <a:pt x="1898" y="18437"/>
                  </a:cubicBezTo>
                  <a:cubicBezTo>
                    <a:pt x="1849" y="18524"/>
                    <a:pt x="1861" y="18659"/>
                    <a:pt x="1824" y="18684"/>
                  </a:cubicBezTo>
                  <a:cubicBezTo>
                    <a:pt x="1787" y="18782"/>
                    <a:pt x="1762" y="18893"/>
                    <a:pt x="1762" y="19004"/>
                  </a:cubicBezTo>
                  <a:cubicBezTo>
                    <a:pt x="1762" y="19053"/>
                    <a:pt x="1812" y="19090"/>
                    <a:pt x="1775" y="19152"/>
                  </a:cubicBezTo>
                  <a:cubicBezTo>
                    <a:pt x="1750" y="19226"/>
                    <a:pt x="1676" y="19497"/>
                    <a:pt x="1590" y="19534"/>
                  </a:cubicBezTo>
                  <a:cubicBezTo>
                    <a:pt x="1516" y="19571"/>
                    <a:pt x="1442" y="19620"/>
                    <a:pt x="1380" y="19682"/>
                  </a:cubicBezTo>
                  <a:cubicBezTo>
                    <a:pt x="1306" y="19743"/>
                    <a:pt x="1220" y="19793"/>
                    <a:pt x="1122" y="19830"/>
                  </a:cubicBezTo>
                  <a:cubicBezTo>
                    <a:pt x="1085" y="19830"/>
                    <a:pt x="1048" y="19879"/>
                    <a:pt x="1011" y="19928"/>
                  </a:cubicBezTo>
                  <a:cubicBezTo>
                    <a:pt x="949" y="20027"/>
                    <a:pt x="887" y="20175"/>
                    <a:pt x="863" y="20212"/>
                  </a:cubicBezTo>
                  <a:cubicBezTo>
                    <a:pt x="838" y="20236"/>
                    <a:pt x="666" y="20310"/>
                    <a:pt x="592" y="20483"/>
                  </a:cubicBezTo>
                  <a:cubicBezTo>
                    <a:pt x="530" y="20668"/>
                    <a:pt x="542" y="20852"/>
                    <a:pt x="506" y="20889"/>
                  </a:cubicBezTo>
                  <a:cubicBezTo>
                    <a:pt x="432" y="20963"/>
                    <a:pt x="382" y="21037"/>
                    <a:pt x="333" y="21123"/>
                  </a:cubicBezTo>
                  <a:cubicBezTo>
                    <a:pt x="247" y="21284"/>
                    <a:pt x="185" y="21493"/>
                    <a:pt x="136" y="21530"/>
                  </a:cubicBezTo>
                  <a:cubicBezTo>
                    <a:pt x="87" y="21629"/>
                    <a:pt x="50" y="21715"/>
                    <a:pt x="37" y="21826"/>
                  </a:cubicBezTo>
                  <a:cubicBezTo>
                    <a:pt x="25" y="21924"/>
                    <a:pt x="74" y="21937"/>
                    <a:pt x="124" y="21998"/>
                  </a:cubicBezTo>
                  <a:cubicBezTo>
                    <a:pt x="161" y="22060"/>
                    <a:pt x="210" y="22084"/>
                    <a:pt x="210" y="22171"/>
                  </a:cubicBezTo>
                  <a:cubicBezTo>
                    <a:pt x="185" y="22257"/>
                    <a:pt x="173" y="22343"/>
                    <a:pt x="161" y="22429"/>
                  </a:cubicBezTo>
                  <a:cubicBezTo>
                    <a:pt x="161" y="22479"/>
                    <a:pt x="345" y="22664"/>
                    <a:pt x="296" y="22824"/>
                  </a:cubicBezTo>
                  <a:cubicBezTo>
                    <a:pt x="247" y="22947"/>
                    <a:pt x="210" y="23070"/>
                    <a:pt x="173" y="23193"/>
                  </a:cubicBezTo>
                  <a:cubicBezTo>
                    <a:pt x="173" y="23230"/>
                    <a:pt x="161" y="23267"/>
                    <a:pt x="161" y="23304"/>
                  </a:cubicBezTo>
                  <a:cubicBezTo>
                    <a:pt x="148" y="23366"/>
                    <a:pt x="136" y="23415"/>
                    <a:pt x="111" y="23464"/>
                  </a:cubicBezTo>
                  <a:cubicBezTo>
                    <a:pt x="87" y="23514"/>
                    <a:pt x="136" y="23551"/>
                    <a:pt x="136" y="23600"/>
                  </a:cubicBezTo>
                  <a:cubicBezTo>
                    <a:pt x="136" y="23649"/>
                    <a:pt x="111" y="23649"/>
                    <a:pt x="87" y="23711"/>
                  </a:cubicBezTo>
                  <a:cubicBezTo>
                    <a:pt x="62" y="23760"/>
                    <a:pt x="0" y="23736"/>
                    <a:pt x="62" y="23785"/>
                  </a:cubicBezTo>
                  <a:cubicBezTo>
                    <a:pt x="111" y="23822"/>
                    <a:pt x="173" y="23871"/>
                    <a:pt x="148" y="23908"/>
                  </a:cubicBezTo>
                  <a:cubicBezTo>
                    <a:pt x="124" y="23945"/>
                    <a:pt x="74" y="23920"/>
                    <a:pt x="111" y="23970"/>
                  </a:cubicBezTo>
                  <a:cubicBezTo>
                    <a:pt x="161" y="24007"/>
                    <a:pt x="99" y="24007"/>
                    <a:pt x="161" y="24031"/>
                  </a:cubicBezTo>
                  <a:cubicBezTo>
                    <a:pt x="173" y="24031"/>
                    <a:pt x="173" y="24044"/>
                    <a:pt x="173" y="24056"/>
                  </a:cubicBezTo>
                  <a:cubicBezTo>
                    <a:pt x="173" y="24068"/>
                    <a:pt x="124" y="24118"/>
                    <a:pt x="124" y="24154"/>
                  </a:cubicBezTo>
                  <a:lnTo>
                    <a:pt x="124" y="24179"/>
                  </a:lnTo>
                  <a:cubicBezTo>
                    <a:pt x="111" y="24241"/>
                    <a:pt x="111" y="24302"/>
                    <a:pt x="136" y="24352"/>
                  </a:cubicBezTo>
                  <a:cubicBezTo>
                    <a:pt x="136" y="24364"/>
                    <a:pt x="148" y="24376"/>
                    <a:pt x="161" y="24389"/>
                  </a:cubicBezTo>
                  <a:cubicBezTo>
                    <a:pt x="185" y="24450"/>
                    <a:pt x="210" y="24524"/>
                    <a:pt x="259" y="24524"/>
                  </a:cubicBezTo>
                  <a:lnTo>
                    <a:pt x="481" y="24524"/>
                  </a:lnTo>
                  <a:cubicBezTo>
                    <a:pt x="506" y="24524"/>
                    <a:pt x="432" y="24536"/>
                    <a:pt x="432" y="24586"/>
                  </a:cubicBezTo>
                  <a:cubicBezTo>
                    <a:pt x="444" y="24647"/>
                    <a:pt x="493" y="24697"/>
                    <a:pt x="555" y="24758"/>
                  </a:cubicBezTo>
                  <a:lnTo>
                    <a:pt x="592" y="24795"/>
                  </a:lnTo>
                  <a:cubicBezTo>
                    <a:pt x="666" y="24881"/>
                    <a:pt x="653" y="24955"/>
                    <a:pt x="764" y="25066"/>
                  </a:cubicBezTo>
                  <a:cubicBezTo>
                    <a:pt x="838" y="25140"/>
                    <a:pt x="900" y="25226"/>
                    <a:pt x="937" y="25325"/>
                  </a:cubicBezTo>
                  <a:cubicBezTo>
                    <a:pt x="961" y="25362"/>
                    <a:pt x="974" y="25411"/>
                    <a:pt x="986" y="25448"/>
                  </a:cubicBezTo>
                  <a:cubicBezTo>
                    <a:pt x="998" y="25559"/>
                    <a:pt x="1011" y="25547"/>
                    <a:pt x="1085" y="25633"/>
                  </a:cubicBezTo>
                  <a:cubicBezTo>
                    <a:pt x="1171" y="25732"/>
                    <a:pt x="1109" y="25744"/>
                    <a:pt x="1196" y="25818"/>
                  </a:cubicBezTo>
                  <a:cubicBezTo>
                    <a:pt x="1232" y="25855"/>
                    <a:pt x="1294" y="25879"/>
                    <a:pt x="1356" y="25916"/>
                  </a:cubicBezTo>
                  <a:cubicBezTo>
                    <a:pt x="1430" y="25953"/>
                    <a:pt x="1504" y="26003"/>
                    <a:pt x="1565" y="26064"/>
                  </a:cubicBezTo>
                  <a:cubicBezTo>
                    <a:pt x="1676" y="26151"/>
                    <a:pt x="1787" y="26298"/>
                    <a:pt x="1898" y="26397"/>
                  </a:cubicBezTo>
                  <a:cubicBezTo>
                    <a:pt x="1986" y="26474"/>
                    <a:pt x="2103" y="26600"/>
                    <a:pt x="2250" y="26600"/>
                  </a:cubicBezTo>
                  <a:cubicBezTo>
                    <a:pt x="2268" y="26600"/>
                    <a:pt x="2286" y="26598"/>
                    <a:pt x="2304" y="26594"/>
                  </a:cubicBezTo>
                  <a:cubicBezTo>
                    <a:pt x="2317" y="26582"/>
                    <a:pt x="2329" y="26582"/>
                    <a:pt x="2341" y="26582"/>
                  </a:cubicBezTo>
                  <a:cubicBezTo>
                    <a:pt x="2551" y="26471"/>
                    <a:pt x="2797" y="26397"/>
                    <a:pt x="3044" y="26385"/>
                  </a:cubicBezTo>
                  <a:cubicBezTo>
                    <a:pt x="3179" y="26397"/>
                    <a:pt x="3302" y="26409"/>
                    <a:pt x="3426" y="26446"/>
                  </a:cubicBezTo>
                  <a:cubicBezTo>
                    <a:pt x="3500" y="26459"/>
                    <a:pt x="3549" y="26483"/>
                    <a:pt x="3586" y="26483"/>
                  </a:cubicBezTo>
                  <a:cubicBezTo>
                    <a:pt x="3590" y="26485"/>
                    <a:pt x="3596" y="26486"/>
                    <a:pt x="3603" y="26486"/>
                  </a:cubicBezTo>
                  <a:cubicBezTo>
                    <a:pt x="3688" y="26486"/>
                    <a:pt x="3934" y="26353"/>
                    <a:pt x="4128" y="26261"/>
                  </a:cubicBezTo>
                  <a:cubicBezTo>
                    <a:pt x="4214" y="26224"/>
                    <a:pt x="4313" y="26188"/>
                    <a:pt x="4399" y="26151"/>
                  </a:cubicBezTo>
                  <a:lnTo>
                    <a:pt x="4535" y="26101"/>
                  </a:lnTo>
                  <a:cubicBezTo>
                    <a:pt x="4596" y="26089"/>
                    <a:pt x="4658" y="26064"/>
                    <a:pt x="4682" y="26064"/>
                  </a:cubicBezTo>
                  <a:cubicBezTo>
                    <a:pt x="4732" y="26052"/>
                    <a:pt x="4781" y="26040"/>
                    <a:pt x="4818" y="26040"/>
                  </a:cubicBezTo>
                  <a:lnTo>
                    <a:pt x="4880" y="26040"/>
                  </a:lnTo>
                  <a:cubicBezTo>
                    <a:pt x="4900" y="26037"/>
                    <a:pt x="4920" y="26035"/>
                    <a:pt x="4940" y="26035"/>
                  </a:cubicBezTo>
                  <a:cubicBezTo>
                    <a:pt x="5005" y="26035"/>
                    <a:pt x="5067" y="26051"/>
                    <a:pt x="5114" y="26089"/>
                  </a:cubicBezTo>
                  <a:cubicBezTo>
                    <a:pt x="5212" y="26151"/>
                    <a:pt x="5372" y="26261"/>
                    <a:pt x="5385" y="26311"/>
                  </a:cubicBezTo>
                  <a:cubicBezTo>
                    <a:pt x="5385" y="26360"/>
                    <a:pt x="5311" y="26360"/>
                    <a:pt x="5397" y="26483"/>
                  </a:cubicBezTo>
                  <a:cubicBezTo>
                    <a:pt x="5474" y="26570"/>
                    <a:pt x="5476" y="26634"/>
                    <a:pt x="5520" y="26634"/>
                  </a:cubicBezTo>
                  <a:cubicBezTo>
                    <a:pt x="5533" y="26634"/>
                    <a:pt x="5548" y="26629"/>
                    <a:pt x="5570" y="26619"/>
                  </a:cubicBezTo>
                  <a:cubicBezTo>
                    <a:pt x="5644" y="26582"/>
                    <a:pt x="5705" y="26557"/>
                    <a:pt x="5779" y="26533"/>
                  </a:cubicBezTo>
                  <a:lnTo>
                    <a:pt x="5779" y="26533"/>
                  </a:lnTo>
                  <a:cubicBezTo>
                    <a:pt x="5791" y="26545"/>
                    <a:pt x="5717" y="26582"/>
                    <a:pt x="5754" y="26582"/>
                  </a:cubicBezTo>
                  <a:cubicBezTo>
                    <a:pt x="5804" y="26582"/>
                    <a:pt x="5841" y="26545"/>
                    <a:pt x="5915" y="26545"/>
                  </a:cubicBezTo>
                  <a:cubicBezTo>
                    <a:pt x="5976" y="26533"/>
                    <a:pt x="6062" y="26508"/>
                    <a:pt x="6050" y="26496"/>
                  </a:cubicBezTo>
                  <a:cubicBezTo>
                    <a:pt x="6040" y="26475"/>
                    <a:pt x="6071" y="26455"/>
                    <a:pt x="6090" y="26455"/>
                  </a:cubicBezTo>
                  <a:cubicBezTo>
                    <a:pt x="6094" y="26455"/>
                    <a:pt x="6097" y="26456"/>
                    <a:pt x="6099" y="26459"/>
                  </a:cubicBezTo>
                  <a:cubicBezTo>
                    <a:pt x="6112" y="26471"/>
                    <a:pt x="6112" y="26496"/>
                    <a:pt x="6124" y="26508"/>
                  </a:cubicBezTo>
                  <a:cubicBezTo>
                    <a:pt x="6136" y="26533"/>
                    <a:pt x="6161" y="26569"/>
                    <a:pt x="6173" y="26582"/>
                  </a:cubicBezTo>
                  <a:cubicBezTo>
                    <a:pt x="6186" y="26582"/>
                    <a:pt x="6260" y="26680"/>
                    <a:pt x="6272" y="26693"/>
                  </a:cubicBezTo>
                  <a:cubicBezTo>
                    <a:pt x="6273" y="26694"/>
                    <a:pt x="6274" y="26694"/>
                    <a:pt x="6276" y="26694"/>
                  </a:cubicBezTo>
                  <a:cubicBezTo>
                    <a:pt x="6286" y="26694"/>
                    <a:pt x="6301" y="26668"/>
                    <a:pt x="6322" y="26668"/>
                  </a:cubicBezTo>
                  <a:cubicBezTo>
                    <a:pt x="6329" y="26668"/>
                    <a:pt x="6337" y="26672"/>
                    <a:pt x="6346" y="26680"/>
                  </a:cubicBezTo>
                  <a:cubicBezTo>
                    <a:pt x="6370" y="26730"/>
                    <a:pt x="6358" y="26754"/>
                    <a:pt x="6407" y="26828"/>
                  </a:cubicBezTo>
                  <a:cubicBezTo>
                    <a:pt x="6444" y="26927"/>
                    <a:pt x="6457" y="27038"/>
                    <a:pt x="6432" y="27149"/>
                  </a:cubicBezTo>
                  <a:cubicBezTo>
                    <a:pt x="6420" y="27173"/>
                    <a:pt x="6420" y="27198"/>
                    <a:pt x="6432" y="27235"/>
                  </a:cubicBezTo>
                  <a:cubicBezTo>
                    <a:pt x="6432" y="27259"/>
                    <a:pt x="6432" y="27296"/>
                    <a:pt x="6407" y="27309"/>
                  </a:cubicBezTo>
                  <a:cubicBezTo>
                    <a:pt x="6358" y="27370"/>
                    <a:pt x="6260" y="27469"/>
                    <a:pt x="6297" y="27481"/>
                  </a:cubicBezTo>
                  <a:cubicBezTo>
                    <a:pt x="6334" y="27494"/>
                    <a:pt x="6358" y="27531"/>
                    <a:pt x="6370" y="27568"/>
                  </a:cubicBezTo>
                  <a:cubicBezTo>
                    <a:pt x="6370" y="27604"/>
                    <a:pt x="6309" y="27629"/>
                    <a:pt x="6309" y="27666"/>
                  </a:cubicBezTo>
                  <a:cubicBezTo>
                    <a:pt x="6297" y="27691"/>
                    <a:pt x="6309" y="27715"/>
                    <a:pt x="6334" y="27728"/>
                  </a:cubicBezTo>
                  <a:cubicBezTo>
                    <a:pt x="6358" y="27740"/>
                    <a:pt x="6358" y="27777"/>
                    <a:pt x="6334" y="27789"/>
                  </a:cubicBezTo>
                  <a:cubicBezTo>
                    <a:pt x="6309" y="27802"/>
                    <a:pt x="6321" y="27888"/>
                    <a:pt x="6297" y="27925"/>
                  </a:cubicBezTo>
                  <a:cubicBezTo>
                    <a:pt x="6272" y="27962"/>
                    <a:pt x="6223" y="28023"/>
                    <a:pt x="6210" y="28060"/>
                  </a:cubicBezTo>
                  <a:cubicBezTo>
                    <a:pt x="6210" y="28147"/>
                    <a:pt x="6235" y="28221"/>
                    <a:pt x="6284" y="28294"/>
                  </a:cubicBezTo>
                  <a:cubicBezTo>
                    <a:pt x="6346" y="28381"/>
                    <a:pt x="6555" y="28689"/>
                    <a:pt x="6592" y="28750"/>
                  </a:cubicBezTo>
                  <a:cubicBezTo>
                    <a:pt x="6617" y="28775"/>
                    <a:pt x="6654" y="28849"/>
                    <a:pt x="6715" y="28911"/>
                  </a:cubicBezTo>
                  <a:cubicBezTo>
                    <a:pt x="6802" y="29009"/>
                    <a:pt x="6876" y="29120"/>
                    <a:pt x="6950" y="29219"/>
                  </a:cubicBezTo>
                  <a:cubicBezTo>
                    <a:pt x="6950" y="29231"/>
                    <a:pt x="6950" y="29243"/>
                    <a:pt x="6950" y="29243"/>
                  </a:cubicBezTo>
                  <a:cubicBezTo>
                    <a:pt x="6950" y="29305"/>
                    <a:pt x="6962" y="29379"/>
                    <a:pt x="6962" y="29440"/>
                  </a:cubicBezTo>
                  <a:cubicBezTo>
                    <a:pt x="6962" y="29490"/>
                    <a:pt x="6962" y="29527"/>
                    <a:pt x="6974" y="29564"/>
                  </a:cubicBezTo>
                  <a:cubicBezTo>
                    <a:pt x="6974" y="29576"/>
                    <a:pt x="6987" y="29588"/>
                    <a:pt x="6987" y="29588"/>
                  </a:cubicBezTo>
                  <a:cubicBezTo>
                    <a:pt x="7036" y="29724"/>
                    <a:pt x="7159" y="30007"/>
                    <a:pt x="7196" y="30106"/>
                  </a:cubicBezTo>
                  <a:cubicBezTo>
                    <a:pt x="7221" y="30192"/>
                    <a:pt x="7221" y="30241"/>
                    <a:pt x="7196" y="30291"/>
                  </a:cubicBezTo>
                  <a:cubicBezTo>
                    <a:pt x="7159" y="30340"/>
                    <a:pt x="7085" y="30303"/>
                    <a:pt x="7196" y="30525"/>
                  </a:cubicBezTo>
                  <a:cubicBezTo>
                    <a:pt x="7295" y="30685"/>
                    <a:pt x="7344" y="30882"/>
                    <a:pt x="7332" y="31079"/>
                  </a:cubicBezTo>
                  <a:cubicBezTo>
                    <a:pt x="7307" y="31202"/>
                    <a:pt x="7245" y="31313"/>
                    <a:pt x="7159" y="31412"/>
                  </a:cubicBezTo>
                  <a:cubicBezTo>
                    <a:pt x="7110" y="31473"/>
                    <a:pt x="7097" y="31535"/>
                    <a:pt x="7060" y="31584"/>
                  </a:cubicBezTo>
                  <a:cubicBezTo>
                    <a:pt x="7024" y="31634"/>
                    <a:pt x="6950" y="32151"/>
                    <a:pt x="6900" y="32250"/>
                  </a:cubicBezTo>
                  <a:cubicBezTo>
                    <a:pt x="6876" y="32398"/>
                    <a:pt x="6863" y="32545"/>
                    <a:pt x="6863" y="32693"/>
                  </a:cubicBezTo>
                  <a:lnTo>
                    <a:pt x="6863" y="32853"/>
                  </a:lnTo>
                  <a:cubicBezTo>
                    <a:pt x="6863" y="32927"/>
                    <a:pt x="7073" y="33223"/>
                    <a:pt x="7110" y="33346"/>
                  </a:cubicBezTo>
                  <a:cubicBezTo>
                    <a:pt x="7147" y="33457"/>
                    <a:pt x="7245" y="33741"/>
                    <a:pt x="7307" y="33864"/>
                  </a:cubicBezTo>
                  <a:cubicBezTo>
                    <a:pt x="7356" y="33987"/>
                    <a:pt x="7479" y="34209"/>
                    <a:pt x="7455" y="34258"/>
                  </a:cubicBezTo>
                  <a:cubicBezTo>
                    <a:pt x="7442" y="34443"/>
                    <a:pt x="7455" y="34628"/>
                    <a:pt x="7492" y="34800"/>
                  </a:cubicBezTo>
                  <a:cubicBezTo>
                    <a:pt x="7529" y="34923"/>
                    <a:pt x="7541" y="35219"/>
                    <a:pt x="7578" y="35392"/>
                  </a:cubicBezTo>
                  <a:cubicBezTo>
                    <a:pt x="7640" y="35601"/>
                    <a:pt x="7738" y="35798"/>
                    <a:pt x="7861" y="35983"/>
                  </a:cubicBezTo>
                  <a:cubicBezTo>
                    <a:pt x="7861" y="35995"/>
                    <a:pt x="7874" y="36008"/>
                    <a:pt x="7886" y="36020"/>
                  </a:cubicBezTo>
                  <a:cubicBezTo>
                    <a:pt x="7972" y="36217"/>
                    <a:pt x="8046" y="36427"/>
                    <a:pt x="8095" y="36624"/>
                  </a:cubicBezTo>
                  <a:cubicBezTo>
                    <a:pt x="8120" y="36722"/>
                    <a:pt x="8293" y="36919"/>
                    <a:pt x="8305" y="37055"/>
                  </a:cubicBezTo>
                  <a:cubicBezTo>
                    <a:pt x="8305" y="37191"/>
                    <a:pt x="8293" y="37264"/>
                    <a:pt x="8243" y="37289"/>
                  </a:cubicBezTo>
                  <a:cubicBezTo>
                    <a:pt x="8206" y="37326"/>
                    <a:pt x="8219" y="37400"/>
                    <a:pt x="8243" y="37449"/>
                  </a:cubicBezTo>
                  <a:cubicBezTo>
                    <a:pt x="8280" y="37523"/>
                    <a:pt x="8305" y="37597"/>
                    <a:pt x="8305" y="37683"/>
                  </a:cubicBezTo>
                  <a:cubicBezTo>
                    <a:pt x="8295" y="37725"/>
                    <a:pt x="8302" y="37775"/>
                    <a:pt x="8312" y="37775"/>
                  </a:cubicBezTo>
                  <a:cubicBezTo>
                    <a:pt x="8313" y="37775"/>
                    <a:pt x="8315" y="37774"/>
                    <a:pt x="8317" y="37770"/>
                  </a:cubicBezTo>
                  <a:cubicBezTo>
                    <a:pt x="8326" y="37742"/>
                    <a:pt x="8336" y="37681"/>
                    <a:pt x="8350" y="37681"/>
                  </a:cubicBezTo>
                  <a:cubicBezTo>
                    <a:pt x="8355" y="37681"/>
                    <a:pt x="8360" y="37689"/>
                    <a:pt x="8367" y="37708"/>
                  </a:cubicBezTo>
                  <a:cubicBezTo>
                    <a:pt x="8404" y="37782"/>
                    <a:pt x="8428" y="37770"/>
                    <a:pt x="8477" y="37819"/>
                  </a:cubicBezTo>
                  <a:cubicBezTo>
                    <a:pt x="8527" y="37856"/>
                    <a:pt x="8527" y="37893"/>
                    <a:pt x="8588" y="37905"/>
                  </a:cubicBezTo>
                  <a:cubicBezTo>
                    <a:pt x="8591" y="37906"/>
                    <a:pt x="8593" y="37906"/>
                    <a:pt x="8596" y="37906"/>
                  </a:cubicBezTo>
                  <a:cubicBezTo>
                    <a:pt x="8660" y="37906"/>
                    <a:pt x="8777" y="37770"/>
                    <a:pt x="8872" y="37770"/>
                  </a:cubicBezTo>
                  <a:cubicBezTo>
                    <a:pt x="8946" y="37770"/>
                    <a:pt x="8987" y="37792"/>
                    <a:pt x="9024" y="37792"/>
                  </a:cubicBezTo>
                  <a:cubicBezTo>
                    <a:pt x="9043" y="37792"/>
                    <a:pt x="9061" y="37786"/>
                    <a:pt x="9081" y="37770"/>
                  </a:cubicBezTo>
                  <a:cubicBezTo>
                    <a:pt x="9147" y="37726"/>
                    <a:pt x="9105" y="37681"/>
                    <a:pt x="9201" y="37681"/>
                  </a:cubicBezTo>
                  <a:cubicBezTo>
                    <a:pt x="9212" y="37681"/>
                    <a:pt x="9226" y="37682"/>
                    <a:pt x="9241" y="37683"/>
                  </a:cubicBezTo>
                  <a:cubicBezTo>
                    <a:pt x="9321" y="37690"/>
                    <a:pt x="9405" y="37693"/>
                    <a:pt x="9488" y="37693"/>
                  </a:cubicBezTo>
                  <a:cubicBezTo>
                    <a:pt x="9571" y="37693"/>
                    <a:pt x="9654" y="37690"/>
                    <a:pt x="9734" y="37683"/>
                  </a:cubicBezTo>
                  <a:cubicBezTo>
                    <a:pt x="9784" y="37683"/>
                    <a:pt x="9771" y="37609"/>
                    <a:pt x="9796" y="37597"/>
                  </a:cubicBezTo>
                  <a:cubicBezTo>
                    <a:pt x="9812" y="37597"/>
                    <a:pt x="9823" y="37570"/>
                    <a:pt x="9836" y="37570"/>
                  </a:cubicBezTo>
                  <a:cubicBezTo>
                    <a:pt x="9842" y="37570"/>
                    <a:pt x="9849" y="37577"/>
                    <a:pt x="9857" y="37597"/>
                  </a:cubicBezTo>
                  <a:cubicBezTo>
                    <a:pt x="9886" y="37653"/>
                    <a:pt x="9914" y="37717"/>
                    <a:pt x="9936" y="37717"/>
                  </a:cubicBezTo>
                  <a:cubicBezTo>
                    <a:pt x="9944" y="37717"/>
                    <a:pt x="9950" y="37710"/>
                    <a:pt x="9956" y="37696"/>
                  </a:cubicBezTo>
                  <a:cubicBezTo>
                    <a:pt x="9981" y="37646"/>
                    <a:pt x="9919" y="37572"/>
                    <a:pt x="10005" y="37572"/>
                  </a:cubicBezTo>
                  <a:cubicBezTo>
                    <a:pt x="10053" y="37572"/>
                    <a:pt x="10086" y="37590"/>
                    <a:pt x="10126" y="37590"/>
                  </a:cubicBezTo>
                  <a:cubicBezTo>
                    <a:pt x="10171" y="37590"/>
                    <a:pt x="10224" y="37570"/>
                    <a:pt x="10313" y="37486"/>
                  </a:cubicBezTo>
                  <a:cubicBezTo>
                    <a:pt x="10535" y="37301"/>
                    <a:pt x="10720" y="37092"/>
                    <a:pt x="10905" y="36870"/>
                  </a:cubicBezTo>
                  <a:cubicBezTo>
                    <a:pt x="10966" y="36759"/>
                    <a:pt x="10979" y="36784"/>
                    <a:pt x="11040" y="36673"/>
                  </a:cubicBezTo>
                  <a:cubicBezTo>
                    <a:pt x="11114" y="36501"/>
                    <a:pt x="11200" y="36340"/>
                    <a:pt x="11299" y="36180"/>
                  </a:cubicBezTo>
                  <a:cubicBezTo>
                    <a:pt x="11385" y="36106"/>
                    <a:pt x="11459" y="36032"/>
                    <a:pt x="11533" y="35946"/>
                  </a:cubicBezTo>
                  <a:cubicBezTo>
                    <a:pt x="11582" y="35811"/>
                    <a:pt x="11619" y="35663"/>
                    <a:pt x="11644" y="35502"/>
                  </a:cubicBezTo>
                  <a:cubicBezTo>
                    <a:pt x="11656" y="35466"/>
                    <a:pt x="11656" y="35416"/>
                    <a:pt x="11656" y="35367"/>
                  </a:cubicBezTo>
                  <a:cubicBezTo>
                    <a:pt x="11656" y="35295"/>
                    <a:pt x="11652" y="35286"/>
                    <a:pt x="11642" y="35286"/>
                  </a:cubicBezTo>
                  <a:cubicBezTo>
                    <a:pt x="11638" y="35286"/>
                    <a:pt x="11633" y="35287"/>
                    <a:pt x="11628" y="35287"/>
                  </a:cubicBezTo>
                  <a:cubicBezTo>
                    <a:pt x="11622" y="35287"/>
                    <a:pt x="11615" y="35286"/>
                    <a:pt x="11607" y="35281"/>
                  </a:cubicBezTo>
                  <a:cubicBezTo>
                    <a:pt x="11558" y="35268"/>
                    <a:pt x="11570" y="35256"/>
                    <a:pt x="11619" y="35182"/>
                  </a:cubicBezTo>
                  <a:cubicBezTo>
                    <a:pt x="11669" y="35108"/>
                    <a:pt x="11656" y="35059"/>
                    <a:pt x="11755" y="34997"/>
                  </a:cubicBezTo>
                  <a:cubicBezTo>
                    <a:pt x="11878" y="34948"/>
                    <a:pt x="11989" y="34899"/>
                    <a:pt x="12100" y="34825"/>
                  </a:cubicBezTo>
                  <a:cubicBezTo>
                    <a:pt x="12186" y="34751"/>
                    <a:pt x="12235" y="34702"/>
                    <a:pt x="12235" y="34628"/>
                  </a:cubicBezTo>
                  <a:cubicBezTo>
                    <a:pt x="12235" y="34529"/>
                    <a:pt x="12235" y="34418"/>
                    <a:pt x="12248" y="34320"/>
                  </a:cubicBezTo>
                  <a:cubicBezTo>
                    <a:pt x="12248" y="34159"/>
                    <a:pt x="12223" y="34012"/>
                    <a:pt x="12174" y="33851"/>
                  </a:cubicBezTo>
                  <a:cubicBezTo>
                    <a:pt x="12137" y="33753"/>
                    <a:pt x="12100" y="33642"/>
                    <a:pt x="12088" y="33519"/>
                  </a:cubicBezTo>
                  <a:cubicBezTo>
                    <a:pt x="12077" y="33415"/>
                    <a:pt x="12014" y="33310"/>
                    <a:pt x="12039" y="33310"/>
                  </a:cubicBezTo>
                  <a:cubicBezTo>
                    <a:pt x="12044" y="33310"/>
                    <a:pt x="12052" y="33314"/>
                    <a:pt x="12063" y="33322"/>
                  </a:cubicBezTo>
                  <a:cubicBezTo>
                    <a:pt x="12094" y="33352"/>
                    <a:pt x="12109" y="33377"/>
                    <a:pt x="12129" y="33377"/>
                  </a:cubicBezTo>
                  <a:cubicBezTo>
                    <a:pt x="12149" y="33377"/>
                    <a:pt x="12174" y="33352"/>
                    <a:pt x="12223" y="33285"/>
                  </a:cubicBezTo>
                  <a:cubicBezTo>
                    <a:pt x="12322" y="33149"/>
                    <a:pt x="12396" y="33161"/>
                    <a:pt x="12457" y="33112"/>
                  </a:cubicBezTo>
                  <a:cubicBezTo>
                    <a:pt x="12519" y="33051"/>
                    <a:pt x="12593" y="32779"/>
                    <a:pt x="12654" y="32755"/>
                  </a:cubicBezTo>
                  <a:cubicBezTo>
                    <a:pt x="12665" y="32751"/>
                    <a:pt x="12673" y="32749"/>
                    <a:pt x="12680" y="32749"/>
                  </a:cubicBezTo>
                  <a:cubicBezTo>
                    <a:pt x="12695" y="32749"/>
                    <a:pt x="12706" y="32755"/>
                    <a:pt x="12724" y="32755"/>
                  </a:cubicBezTo>
                  <a:cubicBezTo>
                    <a:pt x="12750" y="32755"/>
                    <a:pt x="12790" y="32743"/>
                    <a:pt x="12876" y="32681"/>
                  </a:cubicBezTo>
                  <a:cubicBezTo>
                    <a:pt x="13049" y="32570"/>
                    <a:pt x="13160" y="32558"/>
                    <a:pt x="13258" y="32434"/>
                  </a:cubicBezTo>
                  <a:cubicBezTo>
                    <a:pt x="13381" y="32287"/>
                    <a:pt x="13480" y="32114"/>
                    <a:pt x="13542" y="31929"/>
                  </a:cubicBezTo>
                  <a:cubicBezTo>
                    <a:pt x="13505" y="31794"/>
                    <a:pt x="13468" y="31658"/>
                    <a:pt x="13455" y="31510"/>
                  </a:cubicBezTo>
                  <a:cubicBezTo>
                    <a:pt x="13443" y="31424"/>
                    <a:pt x="13455" y="31005"/>
                    <a:pt x="13443" y="30882"/>
                  </a:cubicBezTo>
                  <a:cubicBezTo>
                    <a:pt x="13431" y="30796"/>
                    <a:pt x="13455" y="30771"/>
                    <a:pt x="13431" y="30734"/>
                  </a:cubicBezTo>
                  <a:lnTo>
                    <a:pt x="13381" y="30697"/>
                  </a:lnTo>
                  <a:cubicBezTo>
                    <a:pt x="13320" y="30648"/>
                    <a:pt x="13270" y="30562"/>
                    <a:pt x="13270" y="30475"/>
                  </a:cubicBezTo>
                  <a:cubicBezTo>
                    <a:pt x="13246" y="30377"/>
                    <a:pt x="13197" y="30340"/>
                    <a:pt x="13197" y="30241"/>
                  </a:cubicBezTo>
                  <a:cubicBezTo>
                    <a:pt x="13197" y="30155"/>
                    <a:pt x="13197" y="30069"/>
                    <a:pt x="13184" y="29983"/>
                  </a:cubicBezTo>
                  <a:cubicBezTo>
                    <a:pt x="13160" y="29946"/>
                    <a:pt x="13172" y="29909"/>
                    <a:pt x="13184" y="29872"/>
                  </a:cubicBezTo>
                  <a:cubicBezTo>
                    <a:pt x="13221" y="29822"/>
                    <a:pt x="13258" y="29835"/>
                    <a:pt x="13209" y="29773"/>
                  </a:cubicBezTo>
                  <a:cubicBezTo>
                    <a:pt x="13160" y="29699"/>
                    <a:pt x="13036" y="29638"/>
                    <a:pt x="13049" y="29477"/>
                  </a:cubicBezTo>
                  <a:cubicBezTo>
                    <a:pt x="13073" y="29354"/>
                    <a:pt x="13110" y="29243"/>
                    <a:pt x="13172" y="29120"/>
                  </a:cubicBezTo>
                  <a:cubicBezTo>
                    <a:pt x="13184" y="29083"/>
                    <a:pt x="13209" y="29046"/>
                    <a:pt x="13234" y="28997"/>
                  </a:cubicBezTo>
                  <a:cubicBezTo>
                    <a:pt x="13344" y="28824"/>
                    <a:pt x="13344" y="28639"/>
                    <a:pt x="13406" y="28566"/>
                  </a:cubicBezTo>
                  <a:cubicBezTo>
                    <a:pt x="13468" y="28492"/>
                    <a:pt x="13492" y="28529"/>
                    <a:pt x="13529" y="28467"/>
                  </a:cubicBezTo>
                  <a:cubicBezTo>
                    <a:pt x="13566" y="28405"/>
                    <a:pt x="13529" y="28393"/>
                    <a:pt x="13628" y="28344"/>
                  </a:cubicBezTo>
                  <a:cubicBezTo>
                    <a:pt x="13739" y="28294"/>
                    <a:pt x="13862" y="28023"/>
                    <a:pt x="13948" y="27913"/>
                  </a:cubicBezTo>
                  <a:cubicBezTo>
                    <a:pt x="14121" y="27703"/>
                    <a:pt x="14293" y="27506"/>
                    <a:pt x="14503" y="27333"/>
                  </a:cubicBezTo>
                  <a:cubicBezTo>
                    <a:pt x="14786" y="27173"/>
                    <a:pt x="15020" y="26939"/>
                    <a:pt x="15193" y="26656"/>
                  </a:cubicBezTo>
                  <a:cubicBezTo>
                    <a:pt x="15340" y="26397"/>
                    <a:pt x="15488" y="26126"/>
                    <a:pt x="15612" y="25843"/>
                  </a:cubicBezTo>
                  <a:cubicBezTo>
                    <a:pt x="15661" y="25719"/>
                    <a:pt x="15870" y="25424"/>
                    <a:pt x="15920" y="25300"/>
                  </a:cubicBezTo>
                  <a:cubicBezTo>
                    <a:pt x="15969" y="25153"/>
                    <a:pt x="16006" y="25005"/>
                    <a:pt x="16030" y="24844"/>
                  </a:cubicBezTo>
                  <a:cubicBezTo>
                    <a:pt x="16043" y="24746"/>
                    <a:pt x="16030" y="24660"/>
                    <a:pt x="16018" y="24573"/>
                  </a:cubicBezTo>
                  <a:cubicBezTo>
                    <a:pt x="16030" y="24549"/>
                    <a:pt x="16055" y="24512"/>
                    <a:pt x="15993" y="24512"/>
                  </a:cubicBezTo>
                  <a:cubicBezTo>
                    <a:pt x="15975" y="24512"/>
                    <a:pt x="15960" y="24511"/>
                    <a:pt x="15946" y="24511"/>
                  </a:cubicBezTo>
                  <a:cubicBezTo>
                    <a:pt x="15906" y="24511"/>
                    <a:pt x="15883" y="24518"/>
                    <a:pt x="15846" y="24573"/>
                  </a:cubicBezTo>
                  <a:cubicBezTo>
                    <a:pt x="15809" y="24635"/>
                    <a:pt x="15735" y="24672"/>
                    <a:pt x="15538" y="24672"/>
                  </a:cubicBezTo>
                  <a:cubicBezTo>
                    <a:pt x="15358" y="24672"/>
                    <a:pt x="15281" y="24723"/>
                    <a:pt x="15222" y="24723"/>
                  </a:cubicBezTo>
                  <a:cubicBezTo>
                    <a:pt x="15216" y="24723"/>
                    <a:pt x="15211" y="24722"/>
                    <a:pt x="15205" y="24721"/>
                  </a:cubicBezTo>
                  <a:cubicBezTo>
                    <a:pt x="15170" y="24721"/>
                    <a:pt x="15184" y="24684"/>
                    <a:pt x="15157" y="24684"/>
                  </a:cubicBezTo>
                  <a:cubicBezTo>
                    <a:pt x="15145" y="24684"/>
                    <a:pt x="15127" y="24691"/>
                    <a:pt x="15094" y="24709"/>
                  </a:cubicBezTo>
                  <a:cubicBezTo>
                    <a:pt x="14971" y="24758"/>
                    <a:pt x="15008" y="24832"/>
                    <a:pt x="14897" y="24832"/>
                  </a:cubicBezTo>
                  <a:cubicBezTo>
                    <a:pt x="14828" y="24832"/>
                    <a:pt x="14831" y="24790"/>
                    <a:pt x="14789" y="24790"/>
                  </a:cubicBezTo>
                  <a:cubicBezTo>
                    <a:pt x="14771" y="24790"/>
                    <a:pt x="14744" y="24798"/>
                    <a:pt x="14700" y="24820"/>
                  </a:cubicBezTo>
                  <a:cubicBezTo>
                    <a:pt x="14554" y="24876"/>
                    <a:pt x="14520" y="24932"/>
                    <a:pt x="14469" y="24932"/>
                  </a:cubicBezTo>
                  <a:cubicBezTo>
                    <a:pt x="14464" y="24932"/>
                    <a:pt x="14459" y="24932"/>
                    <a:pt x="14453" y="24931"/>
                  </a:cubicBezTo>
                  <a:cubicBezTo>
                    <a:pt x="14355" y="24906"/>
                    <a:pt x="14268" y="24844"/>
                    <a:pt x="14219" y="24758"/>
                  </a:cubicBezTo>
                  <a:cubicBezTo>
                    <a:pt x="14207" y="24721"/>
                    <a:pt x="14195" y="24672"/>
                    <a:pt x="14170" y="24635"/>
                  </a:cubicBezTo>
                  <a:cubicBezTo>
                    <a:pt x="14158" y="24598"/>
                    <a:pt x="14121" y="24586"/>
                    <a:pt x="14084" y="24573"/>
                  </a:cubicBezTo>
                  <a:cubicBezTo>
                    <a:pt x="14041" y="24573"/>
                    <a:pt x="13997" y="24580"/>
                    <a:pt x="13976" y="24580"/>
                  </a:cubicBezTo>
                  <a:cubicBezTo>
                    <a:pt x="13954" y="24580"/>
                    <a:pt x="13954" y="24573"/>
                    <a:pt x="13997" y="24549"/>
                  </a:cubicBezTo>
                  <a:cubicBezTo>
                    <a:pt x="14084" y="24499"/>
                    <a:pt x="14207" y="24450"/>
                    <a:pt x="14170" y="24389"/>
                  </a:cubicBezTo>
                  <a:cubicBezTo>
                    <a:pt x="14145" y="24339"/>
                    <a:pt x="14096" y="24315"/>
                    <a:pt x="14047" y="24265"/>
                  </a:cubicBezTo>
                  <a:cubicBezTo>
                    <a:pt x="14034" y="24241"/>
                    <a:pt x="14022" y="24228"/>
                    <a:pt x="14010" y="24204"/>
                  </a:cubicBezTo>
                  <a:cubicBezTo>
                    <a:pt x="13948" y="24130"/>
                    <a:pt x="13813" y="23982"/>
                    <a:pt x="13751" y="23896"/>
                  </a:cubicBezTo>
                  <a:cubicBezTo>
                    <a:pt x="13689" y="23822"/>
                    <a:pt x="13677" y="23711"/>
                    <a:pt x="13554" y="23674"/>
                  </a:cubicBezTo>
                  <a:cubicBezTo>
                    <a:pt x="13443" y="23637"/>
                    <a:pt x="13468" y="23649"/>
                    <a:pt x="13418" y="23612"/>
                  </a:cubicBezTo>
                  <a:cubicBezTo>
                    <a:pt x="13387" y="23581"/>
                    <a:pt x="13338" y="23506"/>
                    <a:pt x="13324" y="23506"/>
                  </a:cubicBezTo>
                  <a:cubicBezTo>
                    <a:pt x="13321" y="23506"/>
                    <a:pt x="13320" y="23508"/>
                    <a:pt x="13320" y="23514"/>
                  </a:cubicBezTo>
                  <a:cubicBezTo>
                    <a:pt x="13320" y="23544"/>
                    <a:pt x="13337" y="23609"/>
                    <a:pt x="13328" y="23609"/>
                  </a:cubicBezTo>
                  <a:cubicBezTo>
                    <a:pt x="13327" y="23609"/>
                    <a:pt x="13324" y="23606"/>
                    <a:pt x="13320" y="23600"/>
                  </a:cubicBezTo>
                  <a:cubicBezTo>
                    <a:pt x="13246" y="23452"/>
                    <a:pt x="13197" y="23292"/>
                    <a:pt x="13172" y="23132"/>
                  </a:cubicBezTo>
                  <a:cubicBezTo>
                    <a:pt x="13147" y="22959"/>
                    <a:pt x="13135" y="22848"/>
                    <a:pt x="13061" y="22774"/>
                  </a:cubicBezTo>
                  <a:cubicBezTo>
                    <a:pt x="13036" y="22774"/>
                    <a:pt x="13024" y="22762"/>
                    <a:pt x="13012" y="22738"/>
                  </a:cubicBezTo>
                  <a:cubicBezTo>
                    <a:pt x="12901" y="22651"/>
                    <a:pt x="12802" y="22528"/>
                    <a:pt x="12741" y="22393"/>
                  </a:cubicBezTo>
                  <a:cubicBezTo>
                    <a:pt x="12716" y="22232"/>
                    <a:pt x="12704" y="22060"/>
                    <a:pt x="12716" y="21900"/>
                  </a:cubicBezTo>
                  <a:cubicBezTo>
                    <a:pt x="12716" y="21863"/>
                    <a:pt x="12778" y="21863"/>
                    <a:pt x="12753" y="21838"/>
                  </a:cubicBezTo>
                  <a:cubicBezTo>
                    <a:pt x="12716" y="21813"/>
                    <a:pt x="12654" y="21752"/>
                    <a:pt x="12654" y="21703"/>
                  </a:cubicBezTo>
                  <a:cubicBezTo>
                    <a:pt x="12654" y="21641"/>
                    <a:pt x="12630" y="21579"/>
                    <a:pt x="12593" y="21530"/>
                  </a:cubicBezTo>
                  <a:cubicBezTo>
                    <a:pt x="12544" y="21456"/>
                    <a:pt x="12396" y="21370"/>
                    <a:pt x="12371" y="21308"/>
                  </a:cubicBezTo>
                  <a:cubicBezTo>
                    <a:pt x="12359" y="21296"/>
                    <a:pt x="12359" y="21271"/>
                    <a:pt x="12359" y="21259"/>
                  </a:cubicBezTo>
                  <a:cubicBezTo>
                    <a:pt x="12334" y="21173"/>
                    <a:pt x="12322" y="21086"/>
                    <a:pt x="12309" y="21000"/>
                  </a:cubicBezTo>
                  <a:cubicBezTo>
                    <a:pt x="12309" y="20998"/>
                    <a:pt x="12311" y="20998"/>
                    <a:pt x="12315" y="20998"/>
                  </a:cubicBezTo>
                  <a:cubicBezTo>
                    <a:pt x="12326" y="20998"/>
                    <a:pt x="12350" y="21005"/>
                    <a:pt x="12364" y="21005"/>
                  </a:cubicBezTo>
                  <a:cubicBezTo>
                    <a:pt x="12375" y="21005"/>
                    <a:pt x="12380" y="21001"/>
                    <a:pt x="12371" y="20988"/>
                  </a:cubicBezTo>
                  <a:cubicBezTo>
                    <a:pt x="12359" y="20951"/>
                    <a:pt x="12223" y="20778"/>
                    <a:pt x="12186" y="20705"/>
                  </a:cubicBezTo>
                  <a:cubicBezTo>
                    <a:pt x="12162" y="20631"/>
                    <a:pt x="12100" y="20495"/>
                    <a:pt x="12038" y="20335"/>
                  </a:cubicBezTo>
                  <a:cubicBezTo>
                    <a:pt x="11964" y="20162"/>
                    <a:pt x="11915" y="20064"/>
                    <a:pt x="11903" y="20015"/>
                  </a:cubicBezTo>
                  <a:cubicBezTo>
                    <a:pt x="11890" y="19978"/>
                    <a:pt x="11878" y="19928"/>
                    <a:pt x="11866" y="19879"/>
                  </a:cubicBezTo>
                  <a:cubicBezTo>
                    <a:pt x="11829" y="19793"/>
                    <a:pt x="11780" y="19706"/>
                    <a:pt x="11718" y="19620"/>
                  </a:cubicBezTo>
                  <a:cubicBezTo>
                    <a:pt x="11693" y="19571"/>
                    <a:pt x="11669" y="19534"/>
                    <a:pt x="11644" y="19485"/>
                  </a:cubicBezTo>
                  <a:cubicBezTo>
                    <a:pt x="11607" y="19411"/>
                    <a:pt x="11595" y="19337"/>
                    <a:pt x="11582" y="19251"/>
                  </a:cubicBezTo>
                  <a:cubicBezTo>
                    <a:pt x="11582" y="19218"/>
                    <a:pt x="11573" y="19082"/>
                    <a:pt x="11579" y="19082"/>
                  </a:cubicBezTo>
                  <a:lnTo>
                    <a:pt x="11579" y="19082"/>
                  </a:lnTo>
                  <a:cubicBezTo>
                    <a:pt x="11580" y="19082"/>
                    <a:pt x="11581" y="19084"/>
                    <a:pt x="11582" y="19090"/>
                  </a:cubicBezTo>
                  <a:cubicBezTo>
                    <a:pt x="11595" y="19140"/>
                    <a:pt x="11780" y="19497"/>
                    <a:pt x="11804" y="19559"/>
                  </a:cubicBezTo>
                  <a:cubicBezTo>
                    <a:pt x="11817" y="19633"/>
                    <a:pt x="11866" y="19694"/>
                    <a:pt x="11915" y="19743"/>
                  </a:cubicBezTo>
                  <a:cubicBezTo>
                    <a:pt x="11964" y="19792"/>
                    <a:pt x="11990" y="19872"/>
                    <a:pt x="12010" y="19872"/>
                  </a:cubicBezTo>
                  <a:cubicBezTo>
                    <a:pt x="12016" y="19872"/>
                    <a:pt x="12021" y="19867"/>
                    <a:pt x="12026" y="19854"/>
                  </a:cubicBezTo>
                  <a:cubicBezTo>
                    <a:pt x="12051" y="19805"/>
                    <a:pt x="12063" y="19743"/>
                    <a:pt x="12088" y="19694"/>
                  </a:cubicBezTo>
                  <a:cubicBezTo>
                    <a:pt x="12088" y="19670"/>
                    <a:pt x="12088" y="19645"/>
                    <a:pt x="12100" y="19633"/>
                  </a:cubicBezTo>
                  <a:cubicBezTo>
                    <a:pt x="12107" y="19610"/>
                    <a:pt x="12115" y="19593"/>
                    <a:pt x="12119" y="19593"/>
                  </a:cubicBezTo>
                  <a:cubicBezTo>
                    <a:pt x="12123" y="19593"/>
                    <a:pt x="12125" y="19601"/>
                    <a:pt x="12125" y="19620"/>
                  </a:cubicBezTo>
                  <a:cubicBezTo>
                    <a:pt x="12114" y="19663"/>
                    <a:pt x="12122" y="19724"/>
                    <a:pt x="12148" y="19724"/>
                  </a:cubicBezTo>
                  <a:cubicBezTo>
                    <a:pt x="12152" y="19724"/>
                    <a:pt x="12156" y="19722"/>
                    <a:pt x="12162" y="19719"/>
                  </a:cubicBezTo>
                  <a:cubicBezTo>
                    <a:pt x="12164" y="19718"/>
                    <a:pt x="12166" y="19718"/>
                    <a:pt x="12168" y="19718"/>
                  </a:cubicBezTo>
                  <a:cubicBezTo>
                    <a:pt x="12207" y="19718"/>
                    <a:pt x="12275" y="19811"/>
                    <a:pt x="12322" y="19916"/>
                  </a:cubicBezTo>
                  <a:cubicBezTo>
                    <a:pt x="12383" y="20027"/>
                    <a:pt x="12654" y="20544"/>
                    <a:pt x="12667" y="20594"/>
                  </a:cubicBezTo>
                  <a:cubicBezTo>
                    <a:pt x="12704" y="20655"/>
                    <a:pt x="12728" y="20717"/>
                    <a:pt x="12741" y="20778"/>
                  </a:cubicBezTo>
                  <a:cubicBezTo>
                    <a:pt x="12753" y="20840"/>
                    <a:pt x="12901" y="20951"/>
                    <a:pt x="12962" y="21000"/>
                  </a:cubicBezTo>
                  <a:cubicBezTo>
                    <a:pt x="13061" y="21111"/>
                    <a:pt x="13123" y="21247"/>
                    <a:pt x="13147" y="21394"/>
                  </a:cubicBezTo>
                  <a:cubicBezTo>
                    <a:pt x="13184" y="21567"/>
                    <a:pt x="13147" y="21715"/>
                    <a:pt x="13209" y="21863"/>
                  </a:cubicBezTo>
                  <a:cubicBezTo>
                    <a:pt x="13295" y="21998"/>
                    <a:pt x="13394" y="22109"/>
                    <a:pt x="13517" y="22208"/>
                  </a:cubicBezTo>
                  <a:cubicBezTo>
                    <a:pt x="13566" y="22245"/>
                    <a:pt x="13702" y="22602"/>
                    <a:pt x="13776" y="22750"/>
                  </a:cubicBezTo>
                  <a:cubicBezTo>
                    <a:pt x="13862" y="22898"/>
                    <a:pt x="13985" y="23009"/>
                    <a:pt x="14010" y="23083"/>
                  </a:cubicBezTo>
                  <a:cubicBezTo>
                    <a:pt x="14022" y="23132"/>
                    <a:pt x="14034" y="23181"/>
                    <a:pt x="14034" y="23218"/>
                  </a:cubicBezTo>
                  <a:cubicBezTo>
                    <a:pt x="14034" y="23267"/>
                    <a:pt x="14034" y="23304"/>
                    <a:pt x="14022" y="23354"/>
                  </a:cubicBezTo>
                  <a:cubicBezTo>
                    <a:pt x="13985" y="23477"/>
                    <a:pt x="14071" y="23760"/>
                    <a:pt x="14133" y="23994"/>
                  </a:cubicBezTo>
                  <a:cubicBezTo>
                    <a:pt x="14195" y="24228"/>
                    <a:pt x="14158" y="24228"/>
                    <a:pt x="14244" y="24253"/>
                  </a:cubicBezTo>
                  <a:cubicBezTo>
                    <a:pt x="14289" y="24276"/>
                    <a:pt x="14338" y="24287"/>
                    <a:pt x="14386" y="24287"/>
                  </a:cubicBezTo>
                  <a:cubicBezTo>
                    <a:pt x="14469" y="24287"/>
                    <a:pt x="14551" y="24254"/>
                    <a:pt x="14613" y="24191"/>
                  </a:cubicBezTo>
                  <a:cubicBezTo>
                    <a:pt x="14731" y="24092"/>
                    <a:pt x="14749" y="24079"/>
                    <a:pt x="14809" y="24079"/>
                  </a:cubicBezTo>
                  <a:cubicBezTo>
                    <a:pt x="14830" y="24079"/>
                    <a:pt x="14857" y="24081"/>
                    <a:pt x="14897" y="24081"/>
                  </a:cubicBezTo>
                  <a:cubicBezTo>
                    <a:pt x="15045" y="24068"/>
                    <a:pt x="15069" y="23933"/>
                    <a:pt x="15217" y="23908"/>
                  </a:cubicBezTo>
                  <a:cubicBezTo>
                    <a:pt x="15365" y="23883"/>
                    <a:pt x="15513" y="23822"/>
                    <a:pt x="15624" y="23736"/>
                  </a:cubicBezTo>
                  <a:cubicBezTo>
                    <a:pt x="15735" y="23637"/>
                    <a:pt x="16104" y="23612"/>
                    <a:pt x="16203" y="23501"/>
                  </a:cubicBezTo>
                  <a:cubicBezTo>
                    <a:pt x="16314" y="23378"/>
                    <a:pt x="16228" y="23366"/>
                    <a:pt x="16326" y="23267"/>
                  </a:cubicBezTo>
                  <a:cubicBezTo>
                    <a:pt x="16388" y="23218"/>
                    <a:pt x="16449" y="23181"/>
                    <a:pt x="16511" y="23144"/>
                  </a:cubicBezTo>
                  <a:cubicBezTo>
                    <a:pt x="16597" y="23083"/>
                    <a:pt x="16696" y="23058"/>
                    <a:pt x="16794" y="23058"/>
                  </a:cubicBezTo>
                  <a:cubicBezTo>
                    <a:pt x="16812" y="23060"/>
                    <a:pt x="16830" y="23060"/>
                    <a:pt x="16847" y="23060"/>
                  </a:cubicBezTo>
                  <a:cubicBezTo>
                    <a:pt x="16963" y="23060"/>
                    <a:pt x="17062" y="23027"/>
                    <a:pt x="17041" y="22984"/>
                  </a:cubicBezTo>
                  <a:cubicBezTo>
                    <a:pt x="17028" y="22922"/>
                    <a:pt x="16992" y="22910"/>
                    <a:pt x="17053" y="22861"/>
                  </a:cubicBezTo>
                  <a:cubicBezTo>
                    <a:pt x="17127" y="22824"/>
                    <a:pt x="17287" y="22836"/>
                    <a:pt x="17349" y="22738"/>
                  </a:cubicBezTo>
                  <a:cubicBezTo>
                    <a:pt x="17398" y="22627"/>
                    <a:pt x="17410" y="22553"/>
                    <a:pt x="17521" y="22528"/>
                  </a:cubicBezTo>
                  <a:cubicBezTo>
                    <a:pt x="17632" y="22503"/>
                    <a:pt x="17645" y="22466"/>
                    <a:pt x="17632" y="22306"/>
                  </a:cubicBezTo>
                  <a:cubicBezTo>
                    <a:pt x="17620" y="22134"/>
                    <a:pt x="17583" y="22084"/>
                    <a:pt x="17706" y="22048"/>
                  </a:cubicBezTo>
                  <a:cubicBezTo>
                    <a:pt x="17817" y="22023"/>
                    <a:pt x="17866" y="22035"/>
                    <a:pt x="17891" y="21937"/>
                  </a:cubicBezTo>
                  <a:cubicBezTo>
                    <a:pt x="17965" y="21813"/>
                    <a:pt x="18027" y="21703"/>
                    <a:pt x="18100" y="21592"/>
                  </a:cubicBezTo>
                  <a:cubicBezTo>
                    <a:pt x="18162" y="21481"/>
                    <a:pt x="18150" y="21468"/>
                    <a:pt x="18100" y="21456"/>
                  </a:cubicBezTo>
                  <a:cubicBezTo>
                    <a:pt x="18039" y="21407"/>
                    <a:pt x="17977" y="21345"/>
                    <a:pt x="17928" y="21271"/>
                  </a:cubicBezTo>
                  <a:cubicBezTo>
                    <a:pt x="17879" y="21185"/>
                    <a:pt x="17891" y="21160"/>
                    <a:pt x="17817" y="21136"/>
                  </a:cubicBezTo>
                  <a:cubicBezTo>
                    <a:pt x="17743" y="21111"/>
                    <a:pt x="17509" y="21086"/>
                    <a:pt x="17410" y="20914"/>
                  </a:cubicBezTo>
                  <a:cubicBezTo>
                    <a:pt x="17337" y="20803"/>
                    <a:pt x="17287" y="20680"/>
                    <a:pt x="17275" y="20544"/>
                  </a:cubicBezTo>
                  <a:cubicBezTo>
                    <a:pt x="17285" y="20475"/>
                    <a:pt x="17334" y="20375"/>
                    <a:pt x="17328" y="20375"/>
                  </a:cubicBezTo>
                  <a:lnTo>
                    <a:pt x="17328" y="20375"/>
                  </a:lnTo>
                  <a:cubicBezTo>
                    <a:pt x="17327" y="20375"/>
                    <a:pt x="17322" y="20382"/>
                    <a:pt x="17312" y="20396"/>
                  </a:cubicBezTo>
                  <a:cubicBezTo>
                    <a:pt x="17238" y="20495"/>
                    <a:pt x="17152" y="20594"/>
                    <a:pt x="17065" y="20680"/>
                  </a:cubicBezTo>
                  <a:cubicBezTo>
                    <a:pt x="16979" y="20754"/>
                    <a:pt x="16844" y="20939"/>
                    <a:pt x="16745" y="20963"/>
                  </a:cubicBezTo>
                  <a:cubicBezTo>
                    <a:pt x="16714" y="20982"/>
                    <a:pt x="16680" y="20991"/>
                    <a:pt x="16647" y="20991"/>
                  </a:cubicBezTo>
                  <a:cubicBezTo>
                    <a:pt x="16613" y="20991"/>
                    <a:pt x="16579" y="20982"/>
                    <a:pt x="16548" y="20963"/>
                  </a:cubicBezTo>
                  <a:cubicBezTo>
                    <a:pt x="16536" y="20960"/>
                    <a:pt x="16525" y="20959"/>
                    <a:pt x="16514" y="20959"/>
                  </a:cubicBezTo>
                  <a:cubicBezTo>
                    <a:pt x="16483" y="20959"/>
                    <a:pt x="16456" y="20972"/>
                    <a:pt x="16400" y="21000"/>
                  </a:cubicBezTo>
                  <a:cubicBezTo>
                    <a:pt x="16340" y="21026"/>
                    <a:pt x="16322" y="21063"/>
                    <a:pt x="16296" y="21063"/>
                  </a:cubicBezTo>
                  <a:cubicBezTo>
                    <a:pt x="16284" y="21063"/>
                    <a:pt x="16271" y="21056"/>
                    <a:pt x="16252" y="21037"/>
                  </a:cubicBezTo>
                  <a:cubicBezTo>
                    <a:pt x="16252" y="21037"/>
                    <a:pt x="16240" y="21037"/>
                    <a:pt x="16240" y="21025"/>
                  </a:cubicBezTo>
                  <a:cubicBezTo>
                    <a:pt x="16191" y="20976"/>
                    <a:pt x="16166" y="20926"/>
                    <a:pt x="16104" y="20902"/>
                  </a:cubicBezTo>
                  <a:cubicBezTo>
                    <a:pt x="16080" y="20889"/>
                    <a:pt x="16080" y="20865"/>
                    <a:pt x="16104" y="20852"/>
                  </a:cubicBezTo>
                  <a:cubicBezTo>
                    <a:pt x="16141" y="20815"/>
                    <a:pt x="16154" y="20778"/>
                    <a:pt x="16166" y="20729"/>
                  </a:cubicBezTo>
                  <a:lnTo>
                    <a:pt x="16166" y="20520"/>
                  </a:lnTo>
                  <a:cubicBezTo>
                    <a:pt x="16166" y="20483"/>
                    <a:pt x="16104" y="20409"/>
                    <a:pt x="16080" y="20409"/>
                  </a:cubicBezTo>
                  <a:cubicBezTo>
                    <a:pt x="16043" y="20421"/>
                    <a:pt x="16006" y="20446"/>
                    <a:pt x="15993" y="20544"/>
                  </a:cubicBezTo>
                  <a:cubicBezTo>
                    <a:pt x="15981" y="20606"/>
                    <a:pt x="15969" y="20668"/>
                    <a:pt x="15969" y="20692"/>
                  </a:cubicBezTo>
                  <a:cubicBezTo>
                    <a:pt x="15961" y="20716"/>
                    <a:pt x="15958" y="20724"/>
                    <a:pt x="15957" y="20724"/>
                  </a:cubicBezTo>
                  <a:cubicBezTo>
                    <a:pt x="15957" y="20724"/>
                    <a:pt x="15957" y="20721"/>
                    <a:pt x="15957" y="20717"/>
                  </a:cubicBezTo>
                  <a:cubicBezTo>
                    <a:pt x="15883" y="20618"/>
                    <a:pt x="15821" y="20495"/>
                    <a:pt x="15759" y="20384"/>
                  </a:cubicBezTo>
                  <a:cubicBezTo>
                    <a:pt x="15759" y="20335"/>
                    <a:pt x="15833" y="20335"/>
                    <a:pt x="15833" y="20286"/>
                  </a:cubicBezTo>
                  <a:cubicBezTo>
                    <a:pt x="15846" y="20236"/>
                    <a:pt x="15883" y="20224"/>
                    <a:pt x="15821" y="20187"/>
                  </a:cubicBezTo>
                  <a:cubicBezTo>
                    <a:pt x="15759" y="20150"/>
                    <a:pt x="15685" y="20150"/>
                    <a:pt x="15685" y="20088"/>
                  </a:cubicBezTo>
                  <a:cubicBezTo>
                    <a:pt x="15685" y="20027"/>
                    <a:pt x="15636" y="20064"/>
                    <a:pt x="15599" y="20027"/>
                  </a:cubicBezTo>
                  <a:cubicBezTo>
                    <a:pt x="15525" y="19916"/>
                    <a:pt x="15464" y="19793"/>
                    <a:pt x="15414" y="19657"/>
                  </a:cubicBezTo>
                  <a:cubicBezTo>
                    <a:pt x="15414" y="19657"/>
                    <a:pt x="15414" y="19645"/>
                    <a:pt x="15402" y="19633"/>
                  </a:cubicBezTo>
                  <a:cubicBezTo>
                    <a:pt x="15353" y="19472"/>
                    <a:pt x="15291" y="19423"/>
                    <a:pt x="15291" y="19374"/>
                  </a:cubicBezTo>
                  <a:cubicBezTo>
                    <a:pt x="15291" y="19357"/>
                    <a:pt x="15296" y="19351"/>
                    <a:pt x="15303" y="19351"/>
                  </a:cubicBezTo>
                  <a:cubicBezTo>
                    <a:pt x="15314" y="19351"/>
                    <a:pt x="15333" y="19364"/>
                    <a:pt x="15352" y="19364"/>
                  </a:cubicBezTo>
                  <a:cubicBezTo>
                    <a:pt x="15356" y="19364"/>
                    <a:pt x="15361" y="19363"/>
                    <a:pt x="15365" y="19361"/>
                  </a:cubicBezTo>
                  <a:cubicBezTo>
                    <a:pt x="15390" y="19349"/>
                    <a:pt x="15390" y="19337"/>
                    <a:pt x="15340" y="19275"/>
                  </a:cubicBezTo>
                  <a:cubicBezTo>
                    <a:pt x="15316" y="19251"/>
                    <a:pt x="15303" y="19226"/>
                    <a:pt x="15279" y="19189"/>
                  </a:cubicBezTo>
                  <a:lnTo>
                    <a:pt x="15279" y="19189"/>
                  </a:lnTo>
                  <a:cubicBezTo>
                    <a:pt x="15279" y="19189"/>
                    <a:pt x="15291" y="19189"/>
                    <a:pt x="15303" y="19201"/>
                  </a:cubicBezTo>
                  <a:cubicBezTo>
                    <a:pt x="15350" y="19239"/>
                    <a:pt x="15404" y="19276"/>
                    <a:pt x="15438" y="19276"/>
                  </a:cubicBezTo>
                  <a:cubicBezTo>
                    <a:pt x="15449" y="19276"/>
                    <a:pt x="15458" y="19272"/>
                    <a:pt x="15464" y="19263"/>
                  </a:cubicBezTo>
                  <a:cubicBezTo>
                    <a:pt x="15488" y="19226"/>
                    <a:pt x="15513" y="19226"/>
                    <a:pt x="15513" y="19189"/>
                  </a:cubicBezTo>
                  <a:cubicBezTo>
                    <a:pt x="15513" y="19146"/>
                    <a:pt x="15522" y="19074"/>
                    <a:pt x="15533" y="19074"/>
                  </a:cubicBezTo>
                  <a:cubicBezTo>
                    <a:pt x="15535" y="19074"/>
                    <a:pt x="15536" y="19075"/>
                    <a:pt x="15538" y="19078"/>
                  </a:cubicBezTo>
                  <a:cubicBezTo>
                    <a:pt x="15550" y="19115"/>
                    <a:pt x="15587" y="19140"/>
                    <a:pt x="15624" y="19140"/>
                  </a:cubicBezTo>
                  <a:cubicBezTo>
                    <a:pt x="15656" y="19140"/>
                    <a:pt x="15615" y="19194"/>
                    <a:pt x="15641" y="19194"/>
                  </a:cubicBezTo>
                  <a:cubicBezTo>
                    <a:pt x="15646" y="19194"/>
                    <a:pt x="15652" y="19192"/>
                    <a:pt x="15661" y="19189"/>
                  </a:cubicBezTo>
                  <a:cubicBezTo>
                    <a:pt x="15722" y="19177"/>
                    <a:pt x="15722" y="19127"/>
                    <a:pt x="15759" y="19127"/>
                  </a:cubicBezTo>
                  <a:cubicBezTo>
                    <a:pt x="15784" y="19140"/>
                    <a:pt x="15772" y="19177"/>
                    <a:pt x="15833" y="19238"/>
                  </a:cubicBezTo>
                  <a:cubicBezTo>
                    <a:pt x="15920" y="19386"/>
                    <a:pt x="15993" y="19546"/>
                    <a:pt x="16055" y="19706"/>
                  </a:cubicBezTo>
                  <a:cubicBezTo>
                    <a:pt x="16080" y="19768"/>
                    <a:pt x="16129" y="19817"/>
                    <a:pt x="16191" y="19854"/>
                  </a:cubicBezTo>
                  <a:cubicBezTo>
                    <a:pt x="16252" y="19891"/>
                    <a:pt x="16388" y="20027"/>
                    <a:pt x="16511" y="20113"/>
                  </a:cubicBezTo>
                  <a:cubicBezTo>
                    <a:pt x="16617" y="20177"/>
                    <a:pt x="16843" y="20268"/>
                    <a:pt x="16927" y="20268"/>
                  </a:cubicBezTo>
                  <a:cubicBezTo>
                    <a:pt x="16940" y="20268"/>
                    <a:pt x="16950" y="20266"/>
                    <a:pt x="16955" y="20261"/>
                  </a:cubicBezTo>
                  <a:cubicBezTo>
                    <a:pt x="16985" y="20231"/>
                    <a:pt x="17057" y="20208"/>
                    <a:pt x="17075" y="20208"/>
                  </a:cubicBezTo>
                  <a:cubicBezTo>
                    <a:pt x="17079" y="20208"/>
                    <a:pt x="17080" y="20209"/>
                    <a:pt x="17078" y="20212"/>
                  </a:cubicBezTo>
                  <a:cubicBezTo>
                    <a:pt x="17078" y="20222"/>
                    <a:pt x="17038" y="20271"/>
                    <a:pt x="17054" y="20271"/>
                  </a:cubicBezTo>
                  <a:cubicBezTo>
                    <a:pt x="17058" y="20271"/>
                    <a:pt x="17066" y="20268"/>
                    <a:pt x="17078" y="20261"/>
                  </a:cubicBezTo>
                  <a:cubicBezTo>
                    <a:pt x="17152" y="20236"/>
                    <a:pt x="17213" y="20187"/>
                    <a:pt x="17263" y="20138"/>
                  </a:cubicBezTo>
                  <a:cubicBezTo>
                    <a:pt x="17279" y="20116"/>
                    <a:pt x="17281" y="20111"/>
                    <a:pt x="17277" y="20111"/>
                  </a:cubicBezTo>
                  <a:cubicBezTo>
                    <a:pt x="17274" y="20111"/>
                    <a:pt x="17265" y="20116"/>
                    <a:pt x="17258" y="20116"/>
                  </a:cubicBezTo>
                  <a:cubicBezTo>
                    <a:pt x="17255" y="20116"/>
                    <a:pt x="17252" y="20115"/>
                    <a:pt x="17250" y="20113"/>
                  </a:cubicBezTo>
                  <a:cubicBezTo>
                    <a:pt x="17226" y="20101"/>
                    <a:pt x="17250" y="20076"/>
                    <a:pt x="17287" y="20076"/>
                  </a:cubicBezTo>
                  <a:cubicBezTo>
                    <a:pt x="17349" y="20088"/>
                    <a:pt x="17410" y="20113"/>
                    <a:pt x="17435" y="20162"/>
                  </a:cubicBezTo>
                  <a:cubicBezTo>
                    <a:pt x="17472" y="20236"/>
                    <a:pt x="17497" y="20433"/>
                    <a:pt x="17546" y="20470"/>
                  </a:cubicBezTo>
                  <a:cubicBezTo>
                    <a:pt x="17768" y="20557"/>
                    <a:pt x="18002" y="20606"/>
                    <a:pt x="18236" y="20631"/>
                  </a:cubicBezTo>
                  <a:cubicBezTo>
                    <a:pt x="18347" y="20643"/>
                    <a:pt x="18458" y="20668"/>
                    <a:pt x="18569" y="20705"/>
                  </a:cubicBezTo>
                  <a:cubicBezTo>
                    <a:pt x="18585" y="20705"/>
                    <a:pt x="18602" y="20710"/>
                    <a:pt x="18618" y="20710"/>
                  </a:cubicBezTo>
                  <a:cubicBezTo>
                    <a:pt x="18626" y="20710"/>
                    <a:pt x="18634" y="20709"/>
                    <a:pt x="18643" y="20705"/>
                  </a:cubicBezTo>
                  <a:cubicBezTo>
                    <a:pt x="18803" y="20692"/>
                    <a:pt x="18951" y="20655"/>
                    <a:pt x="19098" y="20606"/>
                  </a:cubicBezTo>
                  <a:cubicBezTo>
                    <a:pt x="19102" y="20604"/>
                    <a:pt x="19106" y="20603"/>
                    <a:pt x="19110" y="20603"/>
                  </a:cubicBezTo>
                  <a:cubicBezTo>
                    <a:pt x="19135" y="20603"/>
                    <a:pt x="19172" y="20631"/>
                    <a:pt x="19246" y="20631"/>
                  </a:cubicBezTo>
                  <a:cubicBezTo>
                    <a:pt x="19308" y="20643"/>
                    <a:pt x="19370" y="20649"/>
                    <a:pt x="19431" y="20649"/>
                  </a:cubicBezTo>
                  <a:cubicBezTo>
                    <a:pt x="19493" y="20649"/>
                    <a:pt x="19554" y="20643"/>
                    <a:pt x="19616" y="20631"/>
                  </a:cubicBezTo>
                  <a:cubicBezTo>
                    <a:pt x="19670" y="20617"/>
                    <a:pt x="19709" y="20607"/>
                    <a:pt x="19738" y="20607"/>
                  </a:cubicBezTo>
                  <a:cubicBezTo>
                    <a:pt x="19761" y="20607"/>
                    <a:pt x="19777" y="20614"/>
                    <a:pt x="19788" y="20631"/>
                  </a:cubicBezTo>
                  <a:cubicBezTo>
                    <a:pt x="19813" y="20680"/>
                    <a:pt x="19801" y="20766"/>
                    <a:pt x="19838" y="20778"/>
                  </a:cubicBezTo>
                  <a:cubicBezTo>
                    <a:pt x="19887" y="20791"/>
                    <a:pt x="19924" y="20828"/>
                    <a:pt x="19936" y="20877"/>
                  </a:cubicBezTo>
                  <a:cubicBezTo>
                    <a:pt x="19949" y="20951"/>
                    <a:pt x="19986" y="21025"/>
                    <a:pt x="20035" y="21086"/>
                  </a:cubicBezTo>
                  <a:cubicBezTo>
                    <a:pt x="20048" y="21100"/>
                    <a:pt x="20059" y="21105"/>
                    <a:pt x="20066" y="21105"/>
                  </a:cubicBezTo>
                  <a:cubicBezTo>
                    <a:pt x="20079" y="21105"/>
                    <a:pt x="20084" y="21090"/>
                    <a:pt x="20084" y="21074"/>
                  </a:cubicBezTo>
                  <a:cubicBezTo>
                    <a:pt x="20084" y="21057"/>
                    <a:pt x="20072" y="21028"/>
                    <a:pt x="20077" y="21028"/>
                  </a:cubicBezTo>
                  <a:cubicBezTo>
                    <a:pt x="20080" y="21028"/>
                    <a:pt x="20085" y="21034"/>
                    <a:pt x="20097" y="21049"/>
                  </a:cubicBezTo>
                  <a:cubicBezTo>
                    <a:pt x="20106" y="21062"/>
                    <a:pt x="20110" y="21066"/>
                    <a:pt x="20111" y="21066"/>
                  </a:cubicBezTo>
                  <a:cubicBezTo>
                    <a:pt x="20113" y="21066"/>
                    <a:pt x="20111" y="21058"/>
                    <a:pt x="20113" y="21058"/>
                  </a:cubicBezTo>
                  <a:lnTo>
                    <a:pt x="20113" y="21058"/>
                  </a:lnTo>
                  <a:cubicBezTo>
                    <a:pt x="20115" y="21058"/>
                    <a:pt x="20123" y="21066"/>
                    <a:pt x="20146" y="21099"/>
                  </a:cubicBezTo>
                  <a:cubicBezTo>
                    <a:pt x="20158" y="21111"/>
                    <a:pt x="20170" y="21123"/>
                    <a:pt x="20170" y="21136"/>
                  </a:cubicBezTo>
                  <a:cubicBezTo>
                    <a:pt x="20220" y="21210"/>
                    <a:pt x="20244" y="21296"/>
                    <a:pt x="20294" y="21308"/>
                  </a:cubicBezTo>
                  <a:cubicBezTo>
                    <a:pt x="20352" y="21320"/>
                    <a:pt x="20377" y="21408"/>
                    <a:pt x="20441" y="21408"/>
                  </a:cubicBezTo>
                  <a:cubicBezTo>
                    <a:pt x="20445" y="21408"/>
                    <a:pt x="20449" y="21408"/>
                    <a:pt x="20454" y="21407"/>
                  </a:cubicBezTo>
                  <a:cubicBezTo>
                    <a:pt x="20528" y="21407"/>
                    <a:pt x="20552" y="21370"/>
                    <a:pt x="20626" y="21370"/>
                  </a:cubicBezTo>
                  <a:cubicBezTo>
                    <a:pt x="20700" y="21370"/>
                    <a:pt x="20700" y="21382"/>
                    <a:pt x="20663" y="21407"/>
                  </a:cubicBezTo>
                  <a:cubicBezTo>
                    <a:pt x="20626" y="21431"/>
                    <a:pt x="20565" y="21530"/>
                    <a:pt x="20515" y="21542"/>
                  </a:cubicBezTo>
                  <a:cubicBezTo>
                    <a:pt x="20466" y="21542"/>
                    <a:pt x="20429" y="21530"/>
                    <a:pt x="20392" y="21505"/>
                  </a:cubicBezTo>
                  <a:cubicBezTo>
                    <a:pt x="20390" y="21504"/>
                    <a:pt x="20389" y="21504"/>
                    <a:pt x="20387" y="21504"/>
                  </a:cubicBezTo>
                  <a:cubicBezTo>
                    <a:pt x="20368" y="21504"/>
                    <a:pt x="20369" y="21570"/>
                    <a:pt x="20380" y="21604"/>
                  </a:cubicBezTo>
                  <a:cubicBezTo>
                    <a:pt x="20454" y="21715"/>
                    <a:pt x="20540" y="21813"/>
                    <a:pt x="20626" y="21912"/>
                  </a:cubicBezTo>
                  <a:cubicBezTo>
                    <a:pt x="20687" y="21973"/>
                    <a:pt x="20731" y="22017"/>
                    <a:pt x="20793" y="22017"/>
                  </a:cubicBezTo>
                  <a:cubicBezTo>
                    <a:pt x="20806" y="22017"/>
                    <a:pt x="20821" y="22015"/>
                    <a:pt x="20836" y="22011"/>
                  </a:cubicBezTo>
                  <a:cubicBezTo>
                    <a:pt x="20922" y="21998"/>
                    <a:pt x="20984" y="21961"/>
                    <a:pt x="21045" y="21912"/>
                  </a:cubicBezTo>
                  <a:cubicBezTo>
                    <a:pt x="21107" y="21850"/>
                    <a:pt x="21181" y="21826"/>
                    <a:pt x="21144" y="21776"/>
                  </a:cubicBezTo>
                  <a:cubicBezTo>
                    <a:pt x="21119" y="21727"/>
                    <a:pt x="21082" y="21727"/>
                    <a:pt x="21107" y="21690"/>
                  </a:cubicBezTo>
                  <a:cubicBezTo>
                    <a:pt x="21119" y="21653"/>
                    <a:pt x="21144" y="21666"/>
                    <a:pt x="21144" y="21616"/>
                  </a:cubicBezTo>
                  <a:cubicBezTo>
                    <a:pt x="21144" y="21579"/>
                    <a:pt x="21156" y="21567"/>
                    <a:pt x="21205" y="21567"/>
                  </a:cubicBezTo>
                  <a:cubicBezTo>
                    <a:pt x="21242" y="21567"/>
                    <a:pt x="21267" y="21567"/>
                    <a:pt x="21230" y="21592"/>
                  </a:cubicBezTo>
                  <a:cubicBezTo>
                    <a:pt x="21193" y="21629"/>
                    <a:pt x="21218" y="21666"/>
                    <a:pt x="21230" y="21666"/>
                  </a:cubicBezTo>
                  <a:cubicBezTo>
                    <a:pt x="21237" y="21662"/>
                    <a:pt x="21242" y="21661"/>
                    <a:pt x="21247" y="21661"/>
                  </a:cubicBezTo>
                  <a:cubicBezTo>
                    <a:pt x="21259" y="21661"/>
                    <a:pt x="21260" y="21672"/>
                    <a:pt x="21242" y="21690"/>
                  </a:cubicBezTo>
                  <a:cubicBezTo>
                    <a:pt x="21205" y="21727"/>
                    <a:pt x="21156" y="21752"/>
                    <a:pt x="21205" y="21752"/>
                  </a:cubicBezTo>
                  <a:cubicBezTo>
                    <a:pt x="21230" y="21752"/>
                    <a:pt x="21245" y="21746"/>
                    <a:pt x="21252" y="21746"/>
                  </a:cubicBezTo>
                  <a:cubicBezTo>
                    <a:pt x="21258" y="21746"/>
                    <a:pt x="21255" y="21752"/>
                    <a:pt x="21242" y="21776"/>
                  </a:cubicBezTo>
                  <a:cubicBezTo>
                    <a:pt x="21205" y="21813"/>
                    <a:pt x="21156" y="21826"/>
                    <a:pt x="21218" y="21875"/>
                  </a:cubicBezTo>
                  <a:cubicBezTo>
                    <a:pt x="21267" y="21887"/>
                    <a:pt x="21304" y="21949"/>
                    <a:pt x="21292" y="21998"/>
                  </a:cubicBezTo>
                  <a:cubicBezTo>
                    <a:pt x="21292" y="22048"/>
                    <a:pt x="21279" y="22097"/>
                    <a:pt x="21255" y="22146"/>
                  </a:cubicBezTo>
                  <a:cubicBezTo>
                    <a:pt x="21255" y="22195"/>
                    <a:pt x="21181" y="22183"/>
                    <a:pt x="21255" y="22294"/>
                  </a:cubicBezTo>
                  <a:cubicBezTo>
                    <a:pt x="21292" y="22417"/>
                    <a:pt x="21304" y="22540"/>
                    <a:pt x="21292" y="22664"/>
                  </a:cubicBezTo>
                  <a:cubicBezTo>
                    <a:pt x="21292" y="22738"/>
                    <a:pt x="21292" y="22799"/>
                    <a:pt x="21279" y="22873"/>
                  </a:cubicBezTo>
                  <a:cubicBezTo>
                    <a:pt x="21279" y="22948"/>
                    <a:pt x="21261" y="23041"/>
                    <a:pt x="21272" y="23041"/>
                  </a:cubicBezTo>
                  <a:cubicBezTo>
                    <a:pt x="21274" y="23041"/>
                    <a:pt x="21276" y="23038"/>
                    <a:pt x="21279" y="23033"/>
                  </a:cubicBezTo>
                  <a:cubicBezTo>
                    <a:pt x="21299" y="22995"/>
                    <a:pt x="21303" y="22912"/>
                    <a:pt x="21315" y="22912"/>
                  </a:cubicBezTo>
                  <a:cubicBezTo>
                    <a:pt x="21319" y="22912"/>
                    <a:pt x="21323" y="22918"/>
                    <a:pt x="21329" y="22935"/>
                  </a:cubicBezTo>
                  <a:cubicBezTo>
                    <a:pt x="21366" y="23095"/>
                    <a:pt x="21403" y="23243"/>
                    <a:pt x="21452" y="23403"/>
                  </a:cubicBezTo>
                  <a:cubicBezTo>
                    <a:pt x="21563" y="23600"/>
                    <a:pt x="21637" y="23822"/>
                    <a:pt x="21686" y="24056"/>
                  </a:cubicBezTo>
                  <a:cubicBezTo>
                    <a:pt x="21711" y="24278"/>
                    <a:pt x="21698" y="24302"/>
                    <a:pt x="21809" y="24450"/>
                  </a:cubicBezTo>
                  <a:cubicBezTo>
                    <a:pt x="21908" y="24598"/>
                    <a:pt x="21982" y="24771"/>
                    <a:pt x="22031" y="24943"/>
                  </a:cubicBezTo>
                  <a:cubicBezTo>
                    <a:pt x="22105" y="25128"/>
                    <a:pt x="22031" y="25189"/>
                    <a:pt x="22093" y="25300"/>
                  </a:cubicBezTo>
                  <a:cubicBezTo>
                    <a:pt x="22142" y="25399"/>
                    <a:pt x="22191" y="25498"/>
                    <a:pt x="22265" y="25584"/>
                  </a:cubicBezTo>
                  <a:cubicBezTo>
                    <a:pt x="22281" y="25600"/>
                    <a:pt x="22302" y="25606"/>
                    <a:pt x="22325" y="25606"/>
                  </a:cubicBezTo>
                  <a:cubicBezTo>
                    <a:pt x="22410" y="25606"/>
                    <a:pt x="22526" y="25516"/>
                    <a:pt x="22536" y="25448"/>
                  </a:cubicBezTo>
                  <a:cubicBezTo>
                    <a:pt x="22561" y="25362"/>
                    <a:pt x="22548" y="25337"/>
                    <a:pt x="22598" y="25263"/>
                  </a:cubicBezTo>
                  <a:cubicBezTo>
                    <a:pt x="22635" y="25202"/>
                    <a:pt x="22684" y="25140"/>
                    <a:pt x="22746" y="25103"/>
                  </a:cubicBezTo>
                  <a:cubicBezTo>
                    <a:pt x="22820" y="25054"/>
                    <a:pt x="22918" y="25054"/>
                    <a:pt x="22918" y="24968"/>
                  </a:cubicBezTo>
                  <a:cubicBezTo>
                    <a:pt x="22893" y="24869"/>
                    <a:pt x="22881" y="24758"/>
                    <a:pt x="22869" y="24647"/>
                  </a:cubicBezTo>
                  <a:cubicBezTo>
                    <a:pt x="22881" y="24536"/>
                    <a:pt x="22918" y="24438"/>
                    <a:pt x="22992" y="24352"/>
                  </a:cubicBezTo>
                  <a:cubicBezTo>
                    <a:pt x="23041" y="24278"/>
                    <a:pt x="23041" y="24179"/>
                    <a:pt x="23017" y="24105"/>
                  </a:cubicBezTo>
                  <a:cubicBezTo>
                    <a:pt x="22967" y="23945"/>
                    <a:pt x="22943" y="23785"/>
                    <a:pt x="22943" y="23625"/>
                  </a:cubicBezTo>
                  <a:cubicBezTo>
                    <a:pt x="22967" y="23551"/>
                    <a:pt x="23017" y="23452"/>
                    <a:pt x="23078" y="23428"/>
                  </a:cubicBezTo>
                  <a:cubicBezTo>
                    <a:pt x="23128" y="23415"/>
                    <a:pt x="23189" y="23366"/>
                    <a:pt x="23263" y="23329"/>
                  </a:cubicBezTo>
                  <a:cubicBezTo>
                    <a:pt x="23337" y="23292"/>
                    <a:pt x="23411" y="23292"/>
                    <a:pt x="23448" y="23255"/>
                  </a:cubicBezTo>
                  <a:cubicBezTo>
                    <a:pt x="23485" y="23206"/>
                    <a:pt x="23448" y="23144"/>
                    <a:pt x="23534" y="23095"/>
                  </a:cubicBezTo>
                  <a:cubicBezTo>
                    <a:pt x="23620" y="23046"/>
                    <a:pt x="23670" y="22910"/>
                    <a:pt x="23768" y="22824"/>
                  </a:cubicBezTo>
                  <a:cubicBezTo>
                    <a:pt x="23879" y="22713"/>
                    <a:pt x="23990" y="22590"/>
                    <a:pt x="24076" y="22466"/>
                  </a:cubicBezTo>
                  <a:cubicBezTo>
                    <a:pt x="24150" y="22380"/>
                    <a:pt x="24150" y="22356"/>
                    <a:pt x="24249" y="22306"/>
                  </a:cubicBezTo>
                  <a:cubicBezTo>
                    <a:pt x="24347" y="22269"/>
                    <a:pt x="24508" y="22109"/>
                    <a:pt x="24520" y="22035"/>
                  </a:cubicBezTo>
                  <a:cubicBezTo>
                    <a:pt x="24532" y="21949"/>
                    <a:pt x="24446" y="21875"/>
                    <a:pt x="24520" y="21838"/>
                  </a:cubicBezTo>
                  <a:cubicBezTo>
                    <a:pt x="24606" y="21813"/>
                    <a:pt x="24680" y="21752"/>
                    <a:pt x="24742" y="21690"/>
                  </a:cubicBezTo>
                  <a:cubicBezTo>
                    <a:pt x="24780" y="21613"/>
                    <a:pt x="24842" y="21520"/>
                    <a:pt x="24849" y="21520"/>
                  </a:cubicBezTo>
                  <a:lnTo>
                    <a:pt x="24849" y="21520"/>
                  </a:lnTo>
                  <a:cubicBezTo>
                    <a:pt x="24850" y="21520"/>
                    <a:pt x="24848" y="21527"/>
                    <a:pt x="24840" y="21542"/>
                  </a:cubicBezTo>
                  <a:cubicBezTo>
                    <a:pt x="24791" y="21616"/>
                    <a:pt x="24754" y="21690"/>
                    <a:pt x="24791" y="21690"/>
                  </a:cubicBezTo>
                  <a:cubicBezTo>
                    <a:pt x="24825" y="21690"/>
                    <a:pt x="24824" y="21749"/>
                    <a:pt x="24844" y="21749"/>
                  </a:cubicBezTo>
                  <a:cubicBezTo>
                    <a:pt x="24853" y="21749"/>
                    <a:pt x="24867" y="21737"/>
                    <a:pt x="24890" y="21703"/>
                  </a:cubicBezTo>
                  <a:cubicBezTo>
                    <a:pt x="24928" y="21645"/>
                    <a:pt x="24946" y="21624"/>
                    <a:pt x="24955" y="21624"/>
                  </a:cubicBezTo>
                  <a:cubicBezTo>
                    <a:pt x="24963" y="21624"/>
                    <a:pt x="24963" y="21642"/>
                    <a:pt x="24963" y="21666"/>
                  </a:cubicBezTo>
                  <a:cubicBezTo>
                    <a:pt x="24963" y="21690"/>
                    <a:pt x="24976" y="21715"/>
                    <a:pt x="25000" y="21739"/>
                  </a:cubicBezTo>
                  <a:cubicBezTo>
                    <a:pt x="25000" y="21739"/>
                    <a:pt x="25013" y="21739"/>
                    <a:pt x="25013" y="21727"/>
                  </a:cubicBezTo>
                  <a:cubicBezTo>
                    <a:pt x="25033" y="21687"/>
                    <a:pt x="25028" y="21584"/>
                    <a:pt x="25033" y="21584"/>
                  </a:cubicBezTo>
                  <a:lnTo>
                    <a:pt x="25033" y="21584"/>
                  </a:lnTo>
                  <a:cubicBezTo>
                    <a:pt x="25034" y="21584"/>
                    <a:pt x="25035" y="21590"/>
                    <a:pt x="25037" y="21604"/>
                  </a:cubicBezTo>
                  <a:cubicBezTo>
                    <a:pt x="25051" y="21652"/>
                    <a:pt x="25065" y="21669"/>
                    <a:pt x="25074" y="21669"/>
                  </a:cubicBezTo>
                  <a:cubicBezTo>
                    <a:pt x="25082" y="21669"/>
                    <a:pt x="25087" y="21658"/>
                    <a:pt x="25087" y="21641"/>
                  </a:cubicBezTo>
                  <a:cubicBezTo>
                    <a:pt x="25087" y="21625"/>
                    <a:pt x="25082" y="21607"/>
                    <a:pt x="25079" y="21596"/>
                  </a:cubicBezTo>
                  <a:lnTo>
                    <a:pt x="25079" y="21596"/>
                  </a:lnTo>
                  <a:cubicBezTo>
                    <a:pt x="25081" y="21601"/>
                    <a:pt x="25083" y="21607"/>
                    <a:pt x="25087" y="21616"/>
                  </a:cubicBezTo>
                  <a:cubicBezTo>
                    <a:pt x="25101" y="21659"/>
                    <a:pt x="25115" y="21686"/>
                    <a:pt x="25127" y="21686"/>
                  </a:cubicBezTo>
                  <a:cubicBezTo>
                    <a:pt x="25136" y="21686"/>
                    <a:pt x="25143" y="21672"/>
                    <a:pt x="25148" y="21641"/>
                  </a:cubicBezTo>
                  <a:cubicBezTo>
                    <a:pt x="25167" y="21594"/>
                    <a:pt x="25143" y="21497"/>
                    <a:pt x="25152" y="21497"/>
                  </a:cubicBezTo>
                  <a:cubicBezTo>
                    <a:pt x="25155" y="21497"/>
                    <a:pt x="25161" y="21507"/>
                    <a:pt x="25173" y="21530"/>
                  </a:cubicBezTo>
                  <a:cubicBezTo>
                    <a:pt x="25215" y="21605"/>
                    <a:pt x="25251" y="21640"/>
                    <a:pt x="25285" y="21640"/>
                  </a:cubicBezTo>
                  <a:cubicBezTo>
                    <a:pt x="25301" y="21640"/>
                    <a:pt x="25317" y="21632"/>
                    <a:pt x="25333" y="21616"/>
                  </a:cubicBezTo>
                  <a:cubicBezTo>
                    <a:pt x="25370" y="21555"/>
                    <a:pt x="25296" y="21407"/>
                    <a:pt x="25296" y="21333"/>
                  </a:cubicBezTo>
                  <a:cubicBezTo>
                    <a:pt x="25296" y="21271"/>
                    <a:pt x="25296" y="21271"/>
                    <a:pt x="25259" y="21222"/>
                  </a:cubicBezTo>
                  <a:cubicBezTo>
                    <a:pt x="25251" y="21214"/>
                    <a:pt x="25248" y="21211"/>
                    <a:pt x="25249" y="21211"/>
                  </a:cubicBezTo>
                  <a:lnTo>
                    <a:pt x="25249" y="21211"/>
                  </a:lnTo>
                  <a:cubicBezTo>
                    <a:pt x="25252" y="21211"/>
                    <a:pt x="25304" y="21257"/>
                    <a:pt x="25333" y="21296"/>
                  </a:cubicBezTo>
                  <a:cubicBezTo>
                    <a:pt x="25358" y="21333"/>
                    <a:pt x="25358" y="21407"/>
                    <a:pt x="25407" y="21407"/>
                  </a:cubicBezTo>
                  <a:cubicBezTo>
                    <a:pt x="25417" y="21409"/>
                    <a:pt x="25426" y="21410"/>
                    <a:pt x="25434" y="21410"/>
                  </a:cubicBezTo>
                  <a:cubicBezTo>
                    <a:pt x="25466" y="21410"/>
                    <a:pt x="25486" y="21394"/>
                    <a:pt x="25506" y="21394"/>
                  </a:cubicBezTo>
                  <a:cubicBezTo>
                    <a:pt x="25530" y="21394"/>
                    <a:pt x="25543" y="21394"/>
                    <a:pt x="25543" y="21431"/>
                  </a:cubicBezTo>
                  <a:cubicBezTo>
                    <a:pt x="25543" y="21468"/>
                    <a:pt x="25616" y="21444"/>
                    <a:pt x="25616" y="21542"/>
                  </a:cubicBezTo>
                  <a:cubicBezTo>
                    <a:pt x="25604" y="21616"/>
                    <a:pt x="25604" y="21703"/>
                    <a:pt x="25616" y="21776"/>
                  </a:cubicBezTo>
                  <a:cubicBezTo>
                    <a:pt x="25629" y="21813"/>
                    <a:pt x="25641" y="21850"/>
                    <a:pt x="25653" y="21887"/>
                  </a:cubicBezTo>
                  <a:cubicBezTo>
                    <a:pt x="25666" y="21937"/>
                    <a:pt x="25690" y="21986"/>
                    <a:pt x="25715" y="22023"/>
                  </a:cubicBezTo>
                  <a:cubicBezTo>
                    <a:pt x="25778" y="22118"/>
                    <a:pt x="25851" y="22258"/>
                    <a:pt x="25870" y="22258"/>
                  </a:cubicBezTo>
                  <a:cubicBezTo>
                    <a:pt x="25873" y="22258"/>
                    <a:pt x="25875" y="22254"/>
                    <a:pt x="25875" y="22245"/>
                  </a:cubicBezTo>
                  <a:cubicBezTo>
                    <a:pt x="25875" y="22195"/>
                    <a:pt x="25826" y="22136"/>
                    <a:pt x="25835" y="22136"/>
                  </a:cubicBezTo>
                  <a:cubicBezTo>
                    <a:pt x="25837" y="22136"/>
                    <a:pt x="25841" y="22139"/>
                    <a:pt x="25851" y="22146"/>
                  </a:cubicBezTo>
                  <a:cubicBezTo>
                    <a:pt x="25900" y="22195"/>
                    <a:pt x="26048" y="22405"/>
                    <a:pt x="25998" y="22454"/>
                  </a:cubicBezTo>
                  <a:cubicBezTo>
                    <a:pt x="25967" y="22497"/>
                    <a:pt x="25953" y="22585"/>
                    <a:pt x="25966" y="22585"/>
                  </a:cubicBezTo>
                  <a:cubicBezTo>
                    <a:pt x="25968" y="22585"/>
                    <a:pt x="25970" y="22582"/>
                    <a:pt x="25974" y="22577"/>
                  </a:cubicBezTo>
                  <a:cubicBezTo>
                    <a:pt x="25982" y="22552"/>
                    <a:pt x="26003" y="22509"/>
                    <a:pt x="26026" y="22509"/>
                  </a:cubicBezTo>
                  <a:cubicBezTo>
                    <a:pt x="26037" y="22509"/>
                    <a:pt x="26049" y="22517"/>
                    <a:pt x="26060" y="22540"/>
                  </a:cubicBezTo>
                  <a:cubicBezTo>
                    <a:pt x="26122" y="22664"/>
                    <a:pt x="26159" y="22811"/>
                    <a:pt x="26146" y="22947"/>
                  </a:cubicBezTo>
                  <a:cubicBezTo>
                    <a:pt x="26134" y="23070"/>
                    <a:pt x="26122" y="23206"/>
                    <a:pt x="26122" y="23329"/>
                  </a:cubicBezTo>
                  <a:cubicBezTo>
                    <a:pt x="26114" y="23366"/>
                    <a:pt x="26116" y="23395"/>
                    <a:pt x="26124" y="23395"/>
                  </a:cubicBezTo>
                  <a:cubicBezTo>
                    <a:pt x="26129" y="23395"/>
                    <a:pt x="26137" y="23383"/>
                    <a:pt x="26146" y="23354"/>
                  </a:cubicBezTo>
                  <a:cubicBezTo>
                    <a:pt x="26165" y="23297"/>
                    <a:pt x="26184" y="23234"/>
                    <a:pt x="26186" y="23234"/>
                  </a:cubicBezTo>
                  <a:lnTo>
                    <a:pt x="26186" y="23234"/>
                  </a:lnTo>
                  <a:cubicBezTo>
                    <a:pt x="26187" y="23234"/>
                    <a:pt x="26186" y="23240"/>
                    <a:pt x="26183" y="23255"/>
                  </a:cubicBezTo>
                  <a:cubicBezTo>
                    <a:pt x="26172" y="23310"/>
                    <a:pt x="26171" y="23394"/>
                    <a:pt x="26180" y="23394"/>
                  </a:cubicBezTo>
                  <a:cubicBezTo>
                    <a:pt x="26181" y="23394"/>
                    <a:pt x="26182" y="23393"/>
                    <a:pt x="26183" y="23391"/>
                  </a:cubicBezTo>
                  <a:cubicBezTo>
                    <a:pt x="26192" y="23373"/>
                    <a:pt x="26208" y="23335"/>
                    <a:pt x="26220" y="23335"/>
                  </a:cubicBezTo>
                  <a:cubicBezTo>
                    <a:pt x="26225" y="23335"/>
                    <a:pt x="26229" y="23340"/>
                    <a:pt x="26233" y="23354"/>
                  </a:cubicBezTo>
                  <a:cubicBezTo>
                    <a:pt x="26242" y="23393"/>
                    <a:pt x="26237" y="23455"/>
                    <a:pt x="26246" y="23455"/>
                  </a:cubicBezTo>
                  <a:cubicBezTo>
                    <a:pt x="26248" y="23455"/>
                    <a:pt x="26252" y="23450"/>
                    <a:pt x="26257" y="23440"/>
                  </a:cubicBezTo>
                  <a:cubicBezTo>
                    <a:pt x="26277" y="23401"/>
                    <a:pt x="26304" y="23339"/>
                    <a:pt x="26314" y="23339"/>
                  </a:cubicBezTo>
                  <a:cubicBezTo>
                    <a:pt x="26317" y="23339"/>
                    <a:pt x="26319" y="23343"/>
                    <a:pt x="26319" y="23354"/>
                  </a:cubicBezTo>
                  <a:cubicBezTo>
                    <a:pt x="26319" y="23386"/>
                    <a:pt x="26297" y="23414"/>
                    <a:pt x="26304" y="23414"/>
                  </a:cubicBezTo>
                  <a:cubicBezTo>
                    <a:pt x="26308" y="23414"/>
                    <a:pt x="26319" y="23407"/>
                    <a:pt x="26343" y="23391"/>
                  </a:cubicBezTo>
                  <a:cubicBezTo>
                    <a:pt x="26417" y="23354"/>
                    <a:pt x="26331" y="23366"/>
                    <a:pt x="26417" y="23329"/>
                  </a:cubicBezTo>
                  <a:cubicBezTo>
                    <a:pt x="26479" y="23317"/>
                    <a:pt x="26541" y="23267"/>
                    <a:pt x="26590" y="23218"/>
                  </a:cubicBezTo>
                  <a:cubicBezTo>
                    <a:pt x="26627" y="23181"/>
                    <a:pt x="26651" y="23132"/>
                    <a:pt x="26664" y="23095"/>
                  </a:cubicBezTo>
                  <a:cubicBezTo>
                    <a:pt x="26672" y="23071"/>
                    <a:pt x="26669" y="23046"/>
                    <a:pt x="26674" y="23046"/>
                  </a:cubicBezTo>
                  <a:cubicBezTo>
                    <a:pt x="26676" y="23046"/>
                    <a:pt x="26680" y="23053"/>
                    <a:pt x="26688" y="23070"/>
                  </a:cubicBezTo>
                  <a:cubicBezTo>
                    <a:pt x="26701" y="23132"/>
                    <a:pt x="26676" y="23193"/>
                    <a:pt x="26713" y="23206"/>
                  </a:cubicBezTo>
                  <a:cubicBezTo>
                    <a:pt x="26727" y="23206"/>
                    <a:pt x="26742" y="23202"/>
                    <a:pt x="26756" y="23202"/>
                  </a:cubicBezTo>
                  <a:cubicBezTo>
                    <a:pt x="26781" y="23202"/>
                    <a:pt x="26804" y="23212"/>
                    <a:pt x="26812" y="23267"/>
                  </a:cubicBezTo>
                  <a:cubicBezTo>
                    <a:pt x="26812" y="23354"/>
                    <a:pt x="26861" y="23883"/>
                    <a:pt x="26935" y="23994"/>
                  </a:cubicBezTo>
                  <a:cubicBezTo>
                    <a:pt x="27021" y="24118"/>
                    <a:pt x="27033" y="24093"/>
                    <a:pt x="27033" y="24154"/>
                  </a:cubicBezTo>
                  <a:cubicBezTo>
                    <a:pt x="27033" y="24203"/>
                    <a:pt x="27072" y="24252"/>
                    <a:pt x="27088" y="24252"/>
                  </a:cubicBezTo>
                  <a:cubicBezTo>
                    <a:pt x="27092" y="24252"/>
                    <a:pt x="27095" y="24248"/>
                    <a:pt x="27095" y="24241"/>
                  </a:cubicBezTo>
                  <a:cubicBezTo>
                    <a:pt x="27095" y="24249"/>
                    <a:pt x="27095" y="24262"/>
                    <a:pt x="27095" y="24278"/>
                  </a:cubicBezTo>
                  <a:cubicBezTo>
                    <a:pt x="27083" y="24315"/>
                    <a:pt x="27083" y="24352"/>
                    <a:pt x="27083" y="24401"/>
                  </a:cubicBezTo>
                  <a:cubicBezTo>
                    <a:pt x="27083" y="24424"/>
                    <a:pt x="27088" y="24433"/>
                    <a:pt x="27094" y="24433"/>
                  </a:cubicBezTo>
                  <a:cubicBezTo>
                    <a:pt x="27098" y="24433"/>
                    <a:pt x="27103" y="24430"/>
                    <a:pt x="27107" y="24426"/>
                  </a:cubicBezTo>
                  <a:cubicBezTo>
                    <a:pt x="27112" y="24421"/>
                    <a:pt x="27116" y="24419"/>
                    <a:pt x="27118" y="24419"/>
                  </a:cubicBezTo>
                  <a:cubicBezTo>
                    <a:pt x="27127" y="24419"/>
                    <a:pt x="27115" y="24453"/>
                    <a:pt x="27095" y="24463"/>
                  </a:cubicBezTo>
                  <a:cubicBezTo>
                    <a:pt x="27058" y="24499"/>
                    <a:pt x="27033" y="24549"/>
                    <a:pt x="27033" y="24598"/>
                  </a:cubicBezTo>
                  <a:cubicBezTo>
                    <a:pt x="27033" y="24627"/>
                    <a:pt x="27048" y="24655"/>
                    <a:pt x="27055" y="24655"/>
                  </a:cubicBezTo>
                  <a:cubicBezTo>
                    <a:pt x="27057" y="24655"/>
                    <a:pt x="27058" y="24653"/>
                    <a:pt x="27058" y="24647"/>
                  </a:cubicBezTo>
                  <a:cubicBezTo>
                    <a:pt x="27058" y="24632"/>
                    <a:pt x="27093" y="24611"/>
                    <a:pt x="27116" y="24611"/>
                  </a:cubicBezTo>
                  <a:cubicBezTo>
                    <a:pt x="27128" y="24611"/>
                    <a:pt x="27136" y="24617"/>
                    <a:pt x="27132" y="24635"/>
                  </a:cubicBezTo>
                  <a:cubicBezTo>
                    <a:pt x="27120" y="24672"/>
                    <a:pt x="27095" y="24758"/>
                    <a:pt x="27083" y="24808"/>
                  </a:cubicBezTo>
                  <a:cubicBezTo>
                    <a:pt x="27070" y="24857"/>
                    <a:pt x="27046" y="24857"/>
                    <a:pt x="27033" y="24906"/>
                  </a:cubicBezTo>
                  <a:cubicBezTo>
                    <a:pt x="27021" y="24980"/>
                    <a:pt x="27021" y="25042"/>
                    <a:pt x="27021" y="25116"/>
                  </a:cubicBezTo>
                  <a:cubicBezTo>
                    <a:pt x="27021" y="25202"/>
                    <a:pt x="27021" y="25288"/>
                    <a:pt x="27009" y="25374"/>
                  </a:cubicBezTo>
                  <a:cubicBezTo>
                    <a:pt x="27009" y="25448"/>
                    <a:pt x="26984" y="25473"/>
                    <a:pt x="27009" y="25522"/>
                  </a:cubicBezTo>
                  <a:cubicBezTo>
                    <a:pt x="27021" y="25559"/>
                    <a:pt x="27058" y="25534"/>
                    <a:pt x="27107" y="25571"/>
                  </a:cubicBezTo>
                  <a:cubicBezTo>
                    <a:pt x="27144" y="25608"/>
                    <a:pt x="27243" y="25830"/>
                    <a:pt x="27305" y="25879"/>
                  </a:cubicBezTo>
                  <a:cubicBezTo>
                    <a:pt x="27354" y="25941"/>
                    <a:pt x="27391" y="26003"/>
                    <a:pt x="27428" y="26064"/>
                  </a:cubicBezTo>
                  <a:cubicBezTo>
                    <a:pt x="27440" y="26077"/>
                    <a:pt x="27440" y="26077"/>
                    <a:pt x="27452" y="26089"/>
                  </a:cubicBezTo>
                  <a:cubicBezTo>
                    <a:pt x="27502" y="26163"/>
                    <a:pt x="27489" y="26434"/>
                    <a:pt x="27514" y="26533"/>
                  </a:cubicBezTo>
                  <a:cubicBezTo>
                    <a:pt x="27539" y="26643"/>
                    <a:pt x="27576" y="26742"/>
                    <a:pt x="27625" y="26841"/>
                  </a:cubicBezTo>
                  <a:cubicBezTo>
                    <a:pt x="27650" y="26902"/>
                    <a:pt x="27699" y="26976"/>
                    <a:pt x="27736" y="27075"/>
                  </a:cubicBezTo>
                  <a:cubicBezTo>
                    <a:pt x="27773" y="27173"/>
                    <a:pt x="27859" y="27235"/>
                    <a:pt x="27970" y="27321"/>
                  </a:cubicBezTo>
                  <a:cubicBezTo>
                    <a:pt x="28068" y="27407"/>
                    <a:pt x="28167" y="27481"/>
                    <a:pt x="28278" y="27555"/>
                  </a:cubicBezTo>
                  <a:cubicBezTo>
                    <a:pt x="28294" y="27558"/>
                    <a:pt x="28310" y="27560"/>
                    <a:pt x="28325" y="27560"/>
                  </a:cubicBezTo>
                  <a:cubicBezTo>
                    <a:pt x="28366" y="27560"/>
                    <a:pt x="28402" y="27549"/>
                    <a:pt x="28438" y="27531"/>
                  </a:cubicBezTo>
                  <a:cubicBezTo>
                    <a:pt x="28450" y="27518"/>
                    <a:pt x="28450" y="27518"/>
                    <a:pt x="28413" y="27420"/>
                  </a:cubicBezTo>
                  <a:cubicBezTo>
                    <a:pt x="28376" y="27333"/>
                    <a:pt x="28290" y="27235"/>
                    <a:pt x="28266" y="27149"/>
                  </a:cubicBezTo>
                  <a:cubicBezTo>
                    <a:pt x="28216" y="27038"/>
                    <a:pt x="28204" y="26914"/>
                    <a:pt x="28204" y="26779"/>
                  </a:cubicBezTo>
                  <a:cubicBezTo>
                    <a:pt x="28216" y="26693"/>
                    <a:pt x="28266" y="26557"/>
                    <a:pt x="28204" y="26471"/>
                  </a:cubicBezTo>
                  <a:cubicBezTo>
                    <a:pt x="28118" y="26360"/>
                    <a:pt x="28031" y="26261"/>
                    <a:pt x="27933" y="26175"/>
                  </a:cubicBezTo>
                  <a:cubicBezTo>
                    <a:pt x="27921" y="26163"/>
                    <a:pt x="27908" y="26163"/>
                    <a:pt x="27896" y="26151"/>
                  </a:cubicBezTo>
                  <a:cubicBezTo>
                    <a:pt x="27834" y="26089"/>
                    <a:pt x="27797" y="25990"/>
                    <a:pt x="27711" y="25953"/>
                  </a:cubicBezTo>
                  <a:cubicBezTo>
                    <a:pt x="27625" y="25916"/>
                    <a:pt x="27514" y="25929"/>
                    <a:pt x="27465" y="25843"/>
                  </a:cubicBezTo>
                  <a:cubicBezTo>
                    <a:pt x="27440" y="25786"/>
                    <a:pt x="27443" y="25756"/>
                    <a:pt x="27458" y="25756"/>
                  </a:cubicBezTo>
                  <a:cubicBezTo>
                    <a:pt x="27465" y="25756"/>
                    <a:pt x="27477" y="25764"/>
                    <a:pt x="27489" y="25781"/>
                  </a:cubicBezTo>
                  <a:cubicBezTo>
                    <a:pt x="27500" y="25797"/>
                    <a:pt x="27509" y="25811"/>
                    <a:pt x="27512" y="25811"/>
                  </a:cubicBezTo>
                  <a:cubicBezTo>
                    <a:pt x="27515" y="25811"/>
                    <a:pt x="27510" y="25788"/>
                    <a:pt x="27489" y="25719"/>
                  </a:cubicBezTo>
                  <a:cubicBezTo>
                    <a:pt x="27452" y="25608"/>
                    <a:pt x="27403" y="25473"/>
                    <a:pt x="27378" y="25399"/>
                  </a:cubicBezTo>
                  <a:cubicBezTo>
                    <a:pt x="27366" y="25337"/>
                    <a:pt x="27415" y="25350"/>
                    <a:pt x="27341" y="25313"/>
                  </a:cubicBezTo>
                  <a:cubicBezTo>
                    <a:pt x="27280" y="25288"/>
                    <a:pt x="27231" y="25263"/>
                    <a:pt x="27218" y="25202"/>
                  </a:cubicBezTo>
                  <a:cubicBezTo>
                    <a:pt x="27218" y="25091"/>
                    <a:pt x="27231" y="24992"/>
                    <a:pt x="27268" y="24894"/>
                  </a:cubicBezTo>
                  <a:cubicBezTo>
                    <a:pt x="27305" y="24783"/>
                    <a:pt x="27329" y="24734"/>
                    <a:pt x="27341" y="24647"/>
                  </a:cubicBezTo>
                  <a:cubicBezTo>
                    <a:pt x="27366" y="24561"/>
                    <a:pt x="27415" y="24598"/>
                    <a:pt x="27415" y="24450"/>
                  </a:cubicBezTo>
                  <a:cubicBezTo>
                    <a:pt x="27403" y="24327"/>
                    <a:pt x="27415" y="24216"/>
                    <a:pt x="27428" y="24105"/>
                  </a:cubicBezTo>
                  <a:cubicBezTo>
                    <a:pt x="27436" y="24097"/>
                    <a:pt x="27464" y="24091"/>
                    <a:pt x="27497" y="24091"/>
                  </a:cubicBezTo>
                  <a:cubicBezTo>
                    <a:pt x="27557" y="24091"/>
                    <a:pt x="27633" y="24111"/>
                    <a:pt x="27625" y="24167"/>
                  </a:cubicBezTo>
                  <a:cubicBezTo>
                    <a:pt x="27625" y="24265"/>
                    <a:pt x="27588" y="24364"/>
                    <a:pt x="27637" y="24364"/>
                  </a:cubicBezTo>
                  <a:cubicBezTo>
                    <a:pt x="27670" y="24356"/>
                    <a:pt x="27704" y="24352"/>
                    <a:pt x="27738" y="24352"/>
                  </a:cubicBezTo>
                  <a:cubicBezTo>
                    <a:pt x="27807" y="24352"/>
                    <a:pt x="27875" y="24368"/>
                    <a:pt x="27933" y="24401"/>
                  </a:cubicBezTo>
                  <a:cubicBezTo>
                    <a:pt x="28007" y="24463"/>
                    <a:pt x="28031" y="24450"/>
                    <a:pt x="28081" y="24524"/>
                  </a:cubicBezTo>
                  <a:cubicBezTo>
                    <a:pt x="28081" y="24524"/>
                    <a:pt x="28081" y="24536"/>
                    <a:pt x="28093" y="24536"/>
                  </a:cubicBezTo>
                  <a:cubicBezTo>
                    <a:pt x="28130" y="24610"/>
                    <a:pt x="28155" y="24684"/>
                    <a:pt x="28167" y="24771"/>
                  </a:cubicBezTo>
                  <a:cubicBezTo>
                    <a:pt x="28176" y="24815"/>
                    <a:pt x="28191" y="24847"/>
                    <a:pt x="28204" y="24847"/>
                  </a:cubicBezTo>
                  <a:cubicBezTo>
                    <a:pt x="28209" y="24847"/>
                    <a:pt x="28213" y="24842"/>
                    <a:pt x="28216" y="24832"/>
                  </a:cubicBezTo>
                  <a:cubicBezTo>
                    <a:pt x="28223" y="24825"/>
                    <a:pt x="28230" y="24822"/>
                    <a:pt x="28236" y="24822"/>
                  </a:cubicBezTo>
                  <a:cubicBezTo>
                    <a:pt x="28253" y="24822"/>
                    <a:pt x="28266" y="24842"/>
                    <a:pt x="28266" y="24869"/>
                  </a:cubicBezTo>
                  <a:cubicBezTo>
                    <a:pt x="28266" y="24918"/>
                    <a:pt x="28253" y="24943"/>
                    <a:pt x="28303" y="24943"/>
                  </a:cubicBezTo>
                  <a:cubicBezTo>
                    <a:pt x="28340" y="24943"/>
                    <a:pt x="28340" y="24992"/>
                    <a:pt x="28340" y="25017"/>
                  </a:cubicBezTo>
                  <a:cubicBezTo>
                    <a:pt x="28349" y="25036"/>
                    <a:pt x="28344" y="25083"/>
                    <a:pt x="28352" y="25083"/>
                  </a:cubicBezTo>
                  <a:cubicBezTo>
                    <a:pt x="28354" y="25083"/>
                    <a:pt x="28358" y="25078"/>
                    <a:pt x="28364" y="25066"/>
                  </a:cubicBezTo>
                  <a:cubicBezTo>
                    <a:pt x="28394" y="25026"/>
                    <a:pt x="28424" y="24970"/>
                    <a:pt x="28454" y="24970"/>
                  </a:cubicBezTo>
                  <a:cubicBezTo>
                    <a:pt x="28461" y="24970"/>
                    <a:pt x="28468" y="24973"/>
                    <a:pt x="28475" y="24980"/>
                  </a:cubicBezTo>
                  <a:cubicBezTo>
                    <a:pt x="28487" y="25005"/>
                    <a:pt x="28475" y="25017"/>
                    <a:pt x="28512" y="25042"/>
                  </a:cubicBezTo>
                  <a:cubicBezTo>
                    <a:pt x="28561" y="25054"/>
                    <a:pt x="28623" y="25042"/>
                    <a:pt x="28623" y="25079"/>
                  </a:cubicBezTo>
                  <a:cubicBezTo>
                    <a:pt x="28623" y="25116"/>
                    <a:pt x="28561" y="25189"/>
                    <a:pt x="28549" y="25251"/>
                  </a:cubicBezTo>
                  <a:cubicBezTo>
                    <a:pt x="28537" y="25313"/>
                    <a:pt x="28537" y="25485"/>
                    <a:pt x="28561" y="25485"/>
                  </a:cubicBezTo>
                  <a:cubicBezTo>
                    <a:pt x="28598" y="25485"/>
                    <a:pt x="28672" y="25411"/>
                    <a:pt x="28721" y="25374"/>
                  </a:cubicBezTo>
                  <a:cubicBezTo>
                    <a:pt x="28771" y="25350"/>
                    <a:pt x="28771" y="25362"/>
                    <a:pt x="28832" y="25313"/>
                  </a:cubicBezTo>
                  <a:cubicBezTo>
                    <a:pt x="28882" y="25276"/>
                    <a:pt x="28906" y="25251"/>
                    <a:pt x="28894" y="25214"/>
                  </a:cubicBezTo>
                  <a:cubicBezTo>
                    <a:pt x="28873" y="25173"/>
                    <a:pt x="28826" y="25122"/>
                    <a:pt x="28834" y="25122"/>
                  </a:cubicBezTo>
                  <a:cubicBezTo>
                    <a:pt x="28836" y="25122"/>
                    <a:pt x="28839" y="25124"/>
                    <a:pt x="28845" y="25128"/>
                  </a:cubicBezTo>
                  <a:cubicBezTo>
                    <a:pt x="28879" y="25139"/>
                    <a:pt x="28923" y="25203"/>
                    <a:pt x="28940" y="25203"/>
                  </a:cubicBezTo>
                  <a:cubicBezTo>
                    <a:pt x="28941" y="25203"/>
                    <a:pt x="28942" y="25203"/>
                    <a:pt x="28943" y="25202"/>
                  </a:cubicBezTo>
                  <a:cubicBezTo>
                    <a:pt x="28980" y="25189"/>
                    <a:pt x="28980" y="25140"/>
                    <a:pt x="28968" y="25116"/>
                  </a:cubicBezTo>
                  <a:cubicBezTo>
                    <a:pt x="28951" y="25099"/>
                    <a:pt x="28931" y="25079"/>
                    <a:pt x="28919" y="25066"/>
                  </a:cubicBezTo>
                  <a:lnTo>
                    <a:pt x="28919" y="25066"/>
                  </a:lnTo>
                  <a:cubicBezTo>
                    <a:pt x="28954" y="25084"/>
                    <a:pt x="28989" y="25133"/>
                    <a:pt x="29006" y="25133"/>
                  </a:cubicBezTo>
                  <a:cubicBezTo>
                    <a:pt x="29013" y="25133"/>
                    <a:pt x="29017" y="25125"/>
                    <a:pt x="29017" y="25103"/>
                  </a:cubicBezTo>
                  <a:cubicBezTo>
                    <a:pt x="29005" y="25042"/>
                    <a:pt x="28980" y="25054"/>
                    <a:pt x="28993" y="25017"/>
                  </a:cubicBezTo>
                  <a:cubicBezTo>
                    <a:pt x="28999" y="25005"/>
                    <a:pt x="29005" y="25002"/>
                    <a:pt x="29009" y="25002"/>
                  </a:cubicBezTo>
                  <a:cubicBezTo>
                    <a:pt x="29014" y="25002"/>
                    <a:pt x="29017" y="25005"/>
                    <a:pt x="29017" y="25005"/>
                  </a:cubicBezTo>
                  <a:cubicBezTo>
                    <a:pt x="29017" y="25005"/>
                    <a:pt x="29029" y="24943"/>
                    <a:pt x="29029" y="24931"/>
                  </a:cubicBezTo>
                  <a:cubicBezTo>
                    <a:pt x="29029" y="24917"/>
                    <a:pt x="29029" y="24907"/>
                    <a:pt x="29040" y="24907"/>
                  </a:cubicBezTo>
                  <a:cubicBezTo>
                    <a:pt x="29048" y="24907"/>
                    <a:pt x="29063" y="24914"/>
                    <a:pt x="29091" y="24931"/>
                  </a:cubicBezTo>
                  <a:cubicBezTo>
                    <a:pt x="29134" y="24952"/>
                    <a:pt x="29112" y="24982"/>
                    <a:pt x="29145" y="24982"/>
                  </a:cubicBezTo>
                  <a:cubicBezTo>
                    <a:pt x="29150" y="24982"/>
                    <a:pt x="29157" y="24982"/>
                    <a:pt x="29165" y="24980"/>
                  </a:cubicBezTo>
                  <a:cubicBezTo>
                    <a:pt x="29288" y="24918"/>
                    <a:pt x="29399" y="24820"/>
                    <a:pt x="29485" y="24721"/>
                  </a:cubicBezTo>
                  <a:cubicBezTo>
                    <a:pt x="29621" y="24586"/>
                    <a:pt x="29621" y="24672"/>
                    <a:pt x="29621" y="24524"/>
                  </a:cubicBezTo>
                  <a:cubicBezTo>
                    <a:pt x="29621" y="24389"/>
                    <a:pt x="29584" y="24389"/>
                    <a:pt x="29633" y="24339"/>
                  </a:cubicBezTo>
                  <a:cubicBezTo>
                    <a:pt x="29670" y="24302"/>
                    <a:pt x="29707" y="24315"/>
                    <a:pt x="29683" y="24265"/>
                  </a:cubicBezTo>
                  <a:cubicBezTo>
                    <a:pt x="29670" y="24216"/>
                    <a:pt x="29646" y="24241"/>
                    <a:pt x="29646" y="24154"/>
                  </a:cubicBezTo>
                  <a:cubicBezTo>
                    <a:pt x="29633" y="24019"/>
                    <a:pt x="29609" y="23871"/>
                    <a:pt x="29572" y="23748"/>
                  </a:cubicBezTo>
                  <a:cubicBezTo>
                    <a:pt x="29522" y="23612"/>
                    <a:pt x="29461" y="23501"/>
                    <a:pt x="29387" y="23378"/>
                  </a:cubicBezTo>
                  <a:cubicBezTo>
                    <a:pt x="29338" y="23292"/>
                    <a:pt x="29325" y="23317"/>
                    <a:pt x="29251" y="23230"/>
                  </a:cubicBezTo>
                  <a:cubicBezTo>
                    <a:pt x="29165" y="23156"/>
                    <a:pt x="29079" y="23070"/>
                    <a:pt x="29017" y="22984"/>
                  </a:cubicBezTo>
                  <a:cubicBezTo>
                    <a:pt x="28956" y="22898"/>
                    <a:pt x="28993" y="22885"/>
                    <a:pt x="28943" y="22824"/>
                  </a:cubicBezTo>
                  <a:cubicBezTo>
                    <a:pt x="28894" y="22774"/>
                    <a:pt x="28832" y="22688"/>
                    <a:pt x="28783" y="22627"/>
                  </a:cubicBezTo>
                  <a:cubicBezTo>
                    <a:pt x="28746" y="22577"/>
                    <a:pt x="28783" y="22442"/>
                    <a:pt x="28783" y="22368"/>
                  </a:cubicBezTo>
                  <a:cubicBezTo>
                    <a:pt x="28783" y="22306"/>
                    <a:pt x="28882" y="22282"/>
                    <a:pt x="28919" y="22208"/>
                  </a:cubicBezTo>
                  <a:cubicBezTo>
                    <a:pt x="28968" y="22146"/>
                    <a:pt x="29005" y="22084"/>
                    <a:pt x="29029" y="22023"/>
                  </a:cubicBezTo>
                  <a:cubicBezTo>
                    <a:pt x="29029" y="21986"/>
                    <a:pt x="29079" y="21974"/>
                    <a:pt x="29140" y="21924"/>
                  </a:cubicBezTo>
                  <a:cubicBezTo>
                    <a:pt x="29190" y="21875"/>
                    <a:pt x="29239" y="21826"/>
                    <a:pt x="29288" y="21789"/>
                  </a:cubicBezTo>
                  <a:cubicBezTo>
                    <a:pt x="29301" y="21789"/>
                    <a:pt x="29313" y="21776"/>
                    <a:pt x="29325" y="21776"/>
                  </a:cubicBezTo>
                  <a:cubicBezTo>
                    <a:pt x="29356" y="21758"/>
                    <a:pt x="29381" y="21758"/>
                    <a:pt x="29401" y="21758"/>
                  </a:cubicBezTo>
                  <a:cubicBezTo>
                    <a:pt x="29421" y="21758"/>
                    <a:pt x="29436" y="21758"/>
                    <a:pt x="29448" y="21739"/>
                  </a:cubicBezTo>
                  <a:cubicBezTo>
                    <a:pt x="29466" y="21714"/>
                    <a:pt x="29459" y="21682"/>
                    <a:pt x="29470" y="21682"/>
                  </a:cubicBezTo>
                  <a:cubicBezTo>
                    <a:pt x="29475" y="21682"/>
                    <a:pt x="29483" y="21688"/>
                    <a:pt x="29498" y="21703"/>
                  </a:cubicBezTo>
                  <a:cubicBezTo>
                    <a:pt x="29547" y="21752"/>
                    <a:pt x="29547" y="21789"/>
                    <a:pt x="29596" y="21801"/>
                  </a:cubicBezTo>
                  <a:cubicBezTo>
                    <a:pt x="29637" y="21801"/>
                    <a:pt x="29667" y="21790"/>
                    <a:pt x="29690" y="21790"/>
                  </a:cubicBezTo>
                  <a:cubicBezTo>
                    <a:pt x="29702" y="21790"/>
                    <a:pt x="29711" y="21793"/>
                    <a:pt x="29719" y="21801"/>
                  </a:cubicBezTo>
                  <a:cubicBezTo>
                    <a:pt x="29744" y="21813"/>
                    <a:pt x="29781" y="21826"/>
                    <a:pt x="29756" y="21875"/>
                  </a:cubicBezTo>
                  <a:cubicBezTo>
                    <a:pt x="29719" y="21924"/>
                    <a:pt x="29695" y="21949"/>
                    <a:pt x="29732" y="22011"/>
                  </a:cubicBezTo>
                  <a:cubicBezTo>
                    <a:pt x="29767" y="22069"/>
                    <a:pt x="29802" y="22172"/>
                    <a:pt x="29837" y="22172"/>
                  </a:cubicBezTo>
                  <a:cubicBezTo>
                    <a:pt x="29839" y="22172"/>
                    <a:pt x="29841" y="22171"/>
                    <a:pt x="29843" y="22171"/>
                  </a:cubicBezTo>
                  <a:cubicBezTo>
                    <a:pt x="29892" y="22158"/>
                    <a:pt x="29966" y="22134"/>
                    <a:pt x="29941" y="22084"/>
                  </a:cubicBezTo>
                  <a:cubicBezTo>
                    <a:pt x="29904" y="22048"/>
                    <a:pt x="29830" y="22023"/>
                    <a:pt x="29855" y="21974"/>
                  </a:cubicBezTo>
                  <a:cubicBezTo>
                    <a:pt x="29892" y="21912"/>
                    <a:pt x="29929" y="21863"/>
                    <a:pt x="29978" y="21826"/>
                  </a:cubicBezTo>
                  <a:cubicBezTo>
                    <a:pt x="30052" y="21789"/>
                    <a:pt x="30188" y="21764"/>
                    <a:pt x="30225" y="21727"/>
                  </a:cubicBezTo>
                  <a:cubicBezTo>
                    <a:pt x="30249" y="21703"/>
                    <a:pt x="30265" y="21696"/>
                    <a:pt x="30277" y="21696"/>
                  </a:cubicBezTo>
                  <a:cubicBezTo>
                    <a:pt x="30289" y="21696"/>
                    <a:pt x="30299" y="21703"/>
                    <a:pt x="30311" y="21703"/>
                  </a:cubicBezTo>
                  <a:cubicBezTo>
                    <a:pt x="30318" y="21705"/>
                    <a:pt x="30324" y="21706"/>
                    <a:pt x="30330" y="21706"/>
                  </a:cubicBezTo>
                  <a:cubicBezTo>
                    <a:pt x="30353" y="21706"/>
                    <a:pt x="30365" y="21688"/>
                    <a:pt x="30385" y="21678"/>
                  </a:cubicBezTo>
                  <a:cubicBezTo>
                    <a:pt x="30391" y="21676"/>
                    <a:pt x="30397" y="21675"/>
                    <a:pt x="30404" y="21675"/>
                  </a:cubicBezTo>
                  <a:cubicBezTo>
                    <a:pt x="30422" y="21675"/>
                    <a:pt x="30442" y="21680"/>
                    <a:pt x="30460" y="21680"/>
                  </a:cubicBezTo>
                  <a:cubicBezTo>
                    <a:pt x="30480" y="21680"/>
                    <a:pt x="30497" y="21675"/>
                    <a:pt x="30508" y="21653"/>
                  </a:cubicBezTo>
                  <a:cubicBezTo>
                    <a:pt x="30533" y="21616"/>
                    <a:pt x="30557" y="21592"/>
                    <a:pt x="30582" y="21592"/>
                  </a:cubicBezTo>
                  <a:cubicBezTo>
                    <a:pt x="30619" y="21592"/>
                    <a:pt x="30644" y="21592"/>
                    <a:pt x="30644" y="21555"/>
                  </a:cubicBezTo>
                  <a:cubicBezTo>
                    <a:pt x="30633" y="21523"/>
                    <a:pt x="30622" y="21464"/>
                    <a:pt x="30635" y="21464"/>
                  </a:cubicBezTo>
                  <a:cubicBezTo>
                    <a:pt x="30637" y="21464"/>
                    <a:pt x="30640" y="21465"/>
                    <a:pt x="30644" y="21468"/>
                  </a:cubicBezTo>
                  <a:cubicBezTo>
                    <a:pt x="30656" y="21505"/>
                    <a:pt x="30668" y="21530"/>
                    <a:pt x="30718" y="21530"/>
                  </a:cubicBezTo>
                  <a:cubicBezTo>
                    <a:pt x="30779" y="21530"/>
                    <a:pt x="30804" y="21468"/>
                    <a:pt x="30865" y="21456"/>
                  </a:cubicBezTo>
                  <a:cubicBezTo>
                    <a:pt x="30878" y="21450"/>
                    <a:pt x="30885" y="21448"/>
                    <a:pt x="30891" y="21448"/>
                  </a:cubicBezTo>
                  <a:cubicBezTo>
                    <a:pt x="30909" y="21448"/>
                    <a:pt x="30909" y="21468"/>
                    <a:pt x="30964" y="21468"/>
                  </a:cubicBezTo>
                  <a:lnTo>
                    <a:pt x="31136" y="21468"/>
                  </a:lnTo>
                  <a:cubicBezTo>
                    <a:pt x="31173" y="21468"/>
                    <a:pt x="31186" y="21444"/>
                    <a:pt x="31223" y="21407"/>
                  </a:cubicBezTo>
                  <a:cubicBezTo>
                    <a:pt x="31247" y="21394"/>
                    <a:pt x="31284" y="21382"/>
                    <a:pt x="31309" y="21382"/>
                  </a:cubicBezTo>
                  <a:cubicBezTo>
                    <a:pt x="31334" y="21370"/>
                    <a:pt x="31334" y="21358"/>
                    <a:pt x="31358" y="21321"/>
                  </a:cubicBezTo>
                  <a:cubicBezTo>
                    <a:pt x="31383" y="21284"/>
                    <a:pt x="31432" y="21234"/>
                    <a:pt x="31432" y="21210"/>
                  </a:cubicBezTo>
                  <a:cubicBezTo>
                    <a:pt x="31432" y="21210"/>
                    <a:pt x="31457" y="21210"/>
                    <a:pt x="31506" y="21185"/>
                  </a:cubicBezTo>
                  <a:cubicBezTo>
                    <a:pt x="31568" y="21160"/>
                    <a:pt x="31617" y="21123"/>
                    <a:pt x="31654" y="21074"/>
                  </a:cubicBezTo>
                  <a:cubicBezTo>
                    <a:pt x="31691" y="21037"/>
                    <a:pt x="31703" y="21013"/>
                    <a:pt x="31691" y="20988"/>
                  </a:cubicBezTo>
                  <a:cubicBezTo>
                    <a:pt x="31679" y="20963"/>
                    <a:pt x="31740" y="20951"/>
                    <a:pt x="31814" y="20926"/>
                  </a:cubicBezTo>
                  <a:cubicBezTo>
                    <a:pt x="31876" y="20902"/>
                    <a:pt x="31876" y="20889"/>
                    <a:pt x="31888" y="20852"/>
                  </a:cubicBezTo>
                  <a:cubicBezTo>
                    <a:pt x="31913" y="20815"/>
                    <a:pt x="31950" y="20766"/>
                    <a:pt x="31974" y="20729"/>
                  </a:cubicBezTo>
                  <a:cubicBezTo>
                    <a:pt x="31999" y="20692"/>
                    <a:pt x="32048" y="20655"/>
                    <a:pt x="32048" y="20606"/>
                  </a:cubicBezTo>
                  <a:cubicBezTo>
                    <a:pt x="32048" y="20557"/>
                    <a:pt x="32098" y="20520"/>
                    <a:pt x="32036" y="20507"/>
                  </a:cubicBezTo>
                  <a:cubicBezTo>
                    <a:pt x="31987" y="20483"/>
                    <a:pt x="31974" y="20470"/>
                    <a:pt x="31999" y="20470"/>
                  </a:cubicBezTo>
                  <a:cubicBezTo>
                    <a:pt x="32036" y="20458"/>
                    <a:pt x="32134" y="20470"/>
                    <a:pt x="32122" y="20396"/>
                  </a:cubicBezTo>
                  <a:cubicBezTo>
                    <a:pt x="32122" y="20335"/>
                    <a:pt x="32048" y="20323"/>
                    <a:pt x="32061" y="20298"/>
                  </a:cubicBezTo>
                  <a:cubicBezTo>
                    <a:pt x="32073" y="20286"/>
                    <a:pt x="32091" y="20286"/>
                    <a:pt x="32111" y="20286"/>
                  </a:cubicBezTo>
                  <a:cubicBezTo>
                    <a:pt x="32131" y="20286"/>
                    <a:pt x="32153" y="20286"/>
                    <a:pt x="32171" y="20273"/>
                  </a:cubicBezTo>
                  <a:cubicBezTo>
                    <a:pt x="32245" y="20187"/>
                    <a:pt x="32307" y="20088"/>
                    <a:pt x="32344" y="19978"/>
                  </a:cubicBezTo>
                  <a:cubicBezTo>
                    <a:pt x="32344" y="19916"/>
                    <a:pt x="32282" y="19928"/>
                    <a:pt x="32356" y="19891"/>
                  </a:cubicBezTo>
                  <a:cubicBezTo>
                    <a:pt x="32443" y="19867"/>
                    <a:pt x="32516" y="19830"/>
                    <a:pt x="32516" y="19768"/>
                  </a:cubicBezTo>
                  <a:cubicBezTo>
                    <a:pt x="32516" y="19706"/>
                    <a:pt x="32516" y="19743"/>
                    <a:pt x="32492" y="19694"/>
                  </a:cubicBezTo>
                  <a:cubicBezTo>
                    <a:pt x="32475" y="19661"/>
                    <a:pt x="32486" y="19661"/>
                    <a:pt x="32503" y="19661"/>
                  </a:cubicBezTo>
                  <a:cubicBezTo>
                    <a:pt x="32511" y="19661"/>
                    <a:pt x="32521" y="19661"/>
                    <a:pt x="32529" y="19657"/>
                  </a:cubicBezTo>
                  <a:cubicBezTo>
                    <a:pt x="32566" y="19633"/>
                    <a:pt x="32553" y="19657"/>
                    <a:pt x="32553" y="19583"/>
                  </a:cubicBezTo>
                  <a:cubicBezTo>
                    <a:pt x="32553" y="19530"/>
                    <a:pt x="32535" y="19495"/>
                    <a:pt x="32546" y="19495"/>
                  </a:cubicBezTo>
                  <a:cubicBezTo>
                    <a:pt x="32548" y="19495"/>
                    <a:pt x="32550" y="19495"/>
                    <a:pt x="32553" y="19497"/>
                  </a:cubicBezTo>
                  <a:cubicBezTo>
                    <a:pt x="32574" y="19518"/>
                    <a:pt x="32595" y="19564"/>
                    <a:pt x="32608" y="19564"/>
                  </a:cubicBezTo>
                  <a:cubicBezTo>
                    <a:pt x="32611" y="19564"/>
                    <a:pt x="32613" y="19563"/>
                    <a:pt x="32615" y="19559"/>
                  </a:cubicBezTo>
                  <a:cubicBezTo>
                    <a:pt x="32615" y="19534"/>
                    <a:pt x="32701" y="19509"/>
                    <a:pt x="32652" y="19460"/>
                  </a:cubicBezTo>
                  <a:cubicBezTo>
                    <a:pt x="32603" y="19398"/>
                    <a:pt x="32566" y="19411"/>
                    <a:pt x="32603" y="19386"/>
                  </a:cubicBezTo>
                  <a:cubicBezTo>
                    <a:pt x="32640" y="19349"/>
                    <a:pt x="32738" y="19275"/>
                    <a:pt x="32701" y="19275"/>
                  </a:cubicBezTo>
                  <a:cubicBezTo>
                    <a:pt x="32684" y="19275"/>
                    <a:pt x="32660" y="19312"/>
                    <a:pt x="32626" y="19312"/>
                  </a:cubicBezTo>
                  <a:cubicBezTo>
                    <a:pt x="32612" y="19312"/>
                    <a:pt x="32596" y="19306"/>
                    <a:pt x="32578" y="19288"/>
                  </a:cubicBezTo>
                  <a:cubicBezTo>
                    <a:pt x="32526" y="19246"/>
                    <a:pt x="32509" y="19196"/>
                    <a:pt x="32483" y="19196"/>
                  </a:cubicBezTo>
                  <a:cubicBezTo>
                    <a:pt x="32478" y="19196"/>
                    <a:pt x="32473" y="19197"/>
                    <a:pt x="32467" y="19201"/>
                  </a:cubicBezTo>
                  <a:cubicBezTo>
                    <a:pt x="32443" y="19214"/>
                    <a:pt x="32430" y="19238"/>
                    <a:pt x="32381" y="19251"/>
                  </a:cubicBezTo>
                  <a:cubicBezTo>
                    <a:pt x="32375" y="19252"/>
                    <a:pt x="32370" y="19253"/>
                    <a:pt x="32365" y="19253"/>
                  </a:cubicBezTo>
                  <a:cubicBezTo>
                    <a:pt x="32326" y="19253"/>
                    <a:pt x="32302" y="19214"/>
                    <a:pt x="32258" y="19214"/>
                  </a:cubicBezTo>
                  <a:cubicBezTo>
                    <a:pt x="32208" y="19214"/>
                    <a:pt x="32282" y="19214"/>
                    <a:pt x="32332" y="19177"/>
                  </a:cubicBezTo>
                  <a:cubicBezTo>
                    <a:pt x="32381" y="19152"/>
                    <a:pt x="32430" y="19090"/>
                    <a:pt x="32492" y="19053"/>
                  </a:cubicBezTo>
                  <a:cubicBezTo>
                    <a:pt x="32553" y="19016"/>
                    <a:pt x="32627" y="19029"/>
                    <a:pt x="32603" y="18967"/>
                  </a:cubicBezTo>
                  <a:cubicBezTo>
                    <a:pt x="32578" y="18906"/>
                    <a:pt x="32603" y="18918"/>
                    <a:pt x="32529" y="18869"/>
                  </a:cubicBezTo>
                  <a:cubicBezTo>
                    <a:pt x="32479" y="18844"/>
                    <a:pt x="32443" y="18807"/>
                    <a:pt x="32418" y="18770"/>
                  </a:cubicBezTo>
                  <a:cubicBezTo>
                    <a:pt x="32356" y="18696"/>
                    <a:pt x="32356" y="18671"/>
                    <a:pt x="32307" y="18671"/>
                  </a:cubicBezTo>
                  <a:cubicBezTo>
                    <a:pt x="32270" y="18671"/>
                    <a:pt x="32246" y="18685"/>
                    <a:pt x="32223" y="18685"/>
                  </a:cubicBezTo>
                  <a:cubicBezTo>
                    <a:pt x="32207" y="18685"/>
                    <a:pt x="32191" y="18679"/>
                    <a:pt x="32171" y="18659"/>
                  </a:cubicBezTo>
                  <a:cubicBezTo>
                    <a:pt x="32133" y="18620"/>
                    <a:pt x="32109" y="18574"/>
                    <a:pt x="32119" y="18574"/>
                  </a:cubicBezTo>
                  <a:cubicBezTo>
                    <a:pt x="32122" y="18574"/>
                    <a:pt x="32127" y="18577"/>
                    <a:pt x="32134" y="18585"/>
                  </a:cubicBezTo>
                  <a:cubicBezTo>
                    <a:pt x="32179" y="18618"/>
                    <a:pt x="32203" y="18661"/>
                    <a:pt x="32243" y="18661"/>
                  </a:cubicBezTo>
                  <a:cubicBezTo>
                    <a:pt x="32247" y="18661"/>
                    <a:pt x="32252" y="18660"/>
                    <a:pt x="32258" y="18659"/>
                  </a:cubicBezTo>
                  <a:cubicBezTo>
                    <a:pt x="32273" y="18656"/>
                    <a:pt x="32289" y="18655"/>
                    <a:pt x="32304" y="18655"/>
                  </a:cubicBezTo>
                  <a:cubicBezTo>
                    <a:pt x="32350" y="18655"/>
                    <a:pt x="32396" y="18668"/>
                    <a:pt x="32443" y="18696"/>
                  </a:cubicBezTo>
                  <a:cubicBezTo>
                    <a:pt x="32492" y="18733"/>
                    <a:pt x="32504" y="18758"/>
                    <a:pt x="32541" y="18758"/>
                  </a:cubicBezTo>
                  <a:cubicBezTo>
                    <a:pt x="32553" y="18758"/>
                    <a:pt x="32568" y="18759"/>
                    <a:pt x="32582" y="18759"/>
                  </a:cubicBezTo>
                  <a:cubicBezTo>
                    <a:pt x="32610" y="18759"/>
                    <a:pt x="32631" y="18754"/>
                    <a:pt x="32615" y="18721"/>
                  </a:cubicBezTo>
                  <a:cubicBezTo>
                    <a:pt x="32566" y="18659"/>
                    <a:pt x="32516" y="18598"/>
                    <a:pt x="32455" y="18548"/>
                  </a:cubicBezTo>
                  <a:cubicBezTo>
                    <a:pt x="32381" y="18487"/>
                    <a:pt x="32369" y="18462"/>
                    <a:pt x="32356" y="18425"/>
                  </a:cubicBezTo>
                  <a:cubicBezTo>
                    <a:pt x="32344" y="18326"/>
                    <a:pt x="32319" y="18216"/>
                    <a:pt x="32282" y="18117"/>
                  </a:cubicBezTo>
                  <a:cubicBezTo>
                    <a:pt x="32233" y="18006"/>
                    <a:pt x="32282" y="17994"/>
                    <a:pt x="32171" y="17932"/>
                  </a:cubicBezTo>
                  <a:cubicBezTo>
                    <a:pt x="32061" y="17871"/>
                    <a:pt x="31962" y="17858"/>
                    <a:pt x="31987" y="17772"/>
                  </a:cubicBezTo>
                  <a:cubicBezTo>
                    <a:pt x="32036" y="17673"/>
                    <a:pt x="32085" y="17600"/>
                    <a:pt x="32159" y="17513"/>
                  </a:cubicBezTo>
                  <a:cubicBezTo>
                    <a:pt x="32196" y="17452"/>
                    <a:pt x="32221" y="17427"/>
                    <a:pt x="32196" y="17402"/>
                  </a:cubicBezTo>
                  <a:cubicBezTo>
                    <a:pt x="32166" y="17382"/>
                    <a:pt x="32152" y="17362"/>
                    <a:pt x="32188" y="17362"/>
                  </a:cubicBezTo>
                  <a:cubicBezTo>
                    <a:pt x="32197" y="17362"/>
                    <a:pt x="32207" y="17363"/>
                    <a:pt x="32221" y="17365"/>
                  </a:cubicBezTo>
                  <a:cubicBezTo>
                    <a:pt x="32260" y="17376"/>
                    <a:pt x="32288" y="17383"/>
                    <a:pt x="32308" y="17383"/>
                  </a:cubicBezTo>
                  <a:cubicBezTo>
                    <a:pt x="32333" y="17383"/>
                    <a:pt x="32344" y="17373"/>
                    <a:pt x="32344" y="17353"/>
                  </a:cubicBezTo>
                  <a:cubicBezTo>
                    <a:pt x="32344" y="17316"/>
                    <a:pt x="32295" y="17291"/>
                    <a:pt x="32344" y="17255"/>
                  </a:cubicBezTo>
                  <a:cubicBezTo>
                    <a:pt x="32406" y="17230"/>
                    <a:pt x="32406" y="17230"/>
                    <a:pt x="32467" y="17193"/>
                  </a:cubicBezTo>
                  <a:cubicBezTo>
                    <a:pt x="32519" y="17162"/>
                    <a:pt x="32649" y="17113"/>
                    <a:pt x="32689" y="17113"/>
                  </a:cubicBezTo>
                  <a:cubicBezTo>
                    <a:pt x="32697" y="17113"/>
                    <a:pt x="32701" y="17115"/>
                    <a:pt x="32701" y="17119"/>
                  </a:cubicBezTo>
                  <a:cubicBezTo>
                    <a:pt x="32701" y="17148"/>
                    <a:pt x="32686" y="17176"/>
                    <a:pt x="32703" y="17176"/>
                  </a:cubicBezTo>
                  <a:cubicBezTo>
                    <a:pt x="32707" y="17176"/>
                    <a:pt x="32715" y="17174"/>
                    <a:pt x="32726" y="17168"/>
                  </a:cubicBezTo>
                  <a:cubicBezTo>
                    <a:pt x="32775" y="17131"/>
                    <a:pt x="32812" y="17094"/>
                    <a:pt x="32800" y="17057"/>
                  </a:cubicBezTo>
                  <a:cubicBezTo>
                    <a:pt x="32788" y="17008"/>
                    <a:pt x="32751" y="16946"/>
                    <a:pt x="32701" y="16946"/>
                  </a:cubicBezTo>
                  <a:cubicBezTo>
                    <a:pt x="32679" y="16955"/>
                    <a:pt x="32656" y="16959"/>
                    <a:pt x="32632" y="16959"/>
                  </a:cubicBezTo>
                  <a:cubicBezTo>
                    <a:pt x="32589" y="16959"/>
                    <a:pt x="32544" y="16946"/>
                    <a:pt x="32504" y="16922"/>
                  </a:cubicBezTo>
                  <a:cubicBezTo>
                    <a:pt x="32454" y="16880"/>
                    <a:pt x="32426" y="16855"/>
                    <a:pt x="32395" y="16855"/>
                  </a:cubicBezTo>
                  <a:cubicBezTo>
                    <a:pt x="32380" y="16855"/>
                    <a:pt x="32364" y="16861"/>
                    <a:pt x="32344" y="16873"/>
                  </a:cubicBezTo>
                  <a:cubicBezTo>
                    <a:pt x="32282" y="16910"/>
                    <a:pt x="32196" y="17020"/>
                    <a:pt x="32110" y="17033"/>
                  </a:cubicBezTo>
                  <a:cubicBezTo>
                    <a:pt x="32083" y="17037"/>
                    <a:pt x="32056" y="17040"/>
                    <a:pt x="32031" y="17040"/>
                  </a:cubicBezTo>
                  <a:cubicBezTo>
                    <a:pt x="31988" y="17040"/>
                    <a:pt x="31953" y="17032"/>
                    <a:pt x="31937" y="17008"/>
                  </a:cubicBezTo>
                  <a:cubicBezTo>
                    <a:pt x="31925" y="16971"/>
                    <a:pt x="31962" y="16873"/>
                    <a:pt x="31962" y="16823"/>
                  </a:cubicBezTo>
                  <a:cubicBezTo>
                    <a:pt x="31930" y="16780"/>
                    <a:pt x="31879" y="16747"/>
                    <a:pt x="31818" y="16747"/>
                  </a:cubicBezTo>
                  <a:cubicBezTo>
                    <a:pt x="31809" y="16747"/>
                    <a:pt x="31799" y="16748"/>
                    <a:pt x="31789" y="16749"/>
                  </a:cubicBezTo>
                  <a:cubicBezTo>
                    <a:pt x="31703" y="16749"/>
                    <a:pt x="31580" y="16651"/>
                    <a:pt x="31592" y="16565"/>
                  </a:cubicBezTo>
                  <a:cubicBezTo>
                    <a:pt x="31592" y="16487"/>
                    <a:pt x="31642" y="16400"/>
                    <a:pt x="31687" y="16400"/>
                  </a:cubicBezTo>
                  <a:cubicBezTo>
                    <a:pt x="31693" y="16400"/>
                    <a:pt x="31698" y="16402"/>
                    <a:pt x="31703" y="16404"/>
                  </a:cubicBezTo>
                  <a:cubicBezTo>
                    <a:pt x="31741" y="16420"/>
                    <a:pt x="31761" y="16430"/>
                    <a:pt x="31784" y="16430"/>
                  </a:cubicBezTo>
                  <a:cubicBezTo>
                    <a:pt x="31799" y="16430"/>
                    <a:pt x="31815" y="16426"/>
                    <a:pt x="31839" y="16417"/>
                  </a:cubicBezTo>
                  <a:cubicBezTo>
                    <a:pt x="31900" y="16404"/>
                    <a:pt x="31950" y="16380"/>
                    <a:pt x="31999" y="16330"/>
                  </a:cubicBezTo>
                  <a:cubicBezTo>
                    <a:pt x="32048" y="16256"/>
                    <a:pt x="32110" y="16183"/>
                    <a:pt x="32184" y="16133"/>
                  </a:cubicBezTo>
                  <a:cubicBezTo>
                    <a:pt x="32245" y="16096"/>
                    <a:pt x="32344" y="15936"/>
                    <a:pt x="32393" y="15899"/>
                  </a:cubicBezTo>
                  <a:cubicBezTo>
                    <a:pt x="32431" y="15871"/>
                    <a:pt x="32455" y="15842"/>
                    <a:pt x="32509" y="15842"/>
                  </a:cubicBezTo>
                  <a:cubicBezTo>
                    <a:pt x="32525" y="15842"/>
                    <a:pt x="32544" y="15844"/>
                    <a:pt x="32566" y="15850"/>
                  </a:cubicBezTo>
                  <a:cubicBezTo>
                    <a:pt x="32664" y="15887"/>
                    <a:pt x="32738" y="15887"/>
                    <a:pt x="32714" y="15948"/>
                  </a:cubicBezTo>
                  <a:cubicBezTo>
                    <a:pt x="32689" y="16010"/>
                    <a:pt x="32640" y="16170"/>
                    <a:pt x="32590" y="16183"/>
                  </a:cubicBezTo>
                  <a:cubicBezTo>
                    <a:pt x="32541" y="16195"/>
                    <a:pt x="32443" y="16306"/>
                    <a:pt x="32504" y="16306"/>
                  </a:cubicBezTo>
                  <a:cubicBezTo>
                    <a:pt x="32544" y="16306"/>
                    <a:pt x="32567" y="16322"/>
                    <a:pt x="32594" y="16322"/>
                  </a:cubicBezTo>
                  <a:cubicBezTo>
                    <a:pt x="32601" y="16322"/>
                    <a:pt x="32608" y="16321"/>
                    <a:pt x="32615" y="16318"/>
                  </a:cubicBezTo>
                  <a:cubicBezTo>
                    <a:pt x="32652" y="16318"/>
                    <a:pt x="32615" y="16318"/>
                    <a:pt x="32603" y="16355"/>
                  </a:cubicBezTo>
                  <a:cubicBezTo>
                    <a:pt x="32578" y="16380"/>
                    <a:pt x="32504" y="16466"/>
                    <a:pt x="32492" y="16491"/>
                  </a:cubicBezTo>
                  <a:cubicBezTo>
                    <a:pt x="32473" y="16509"/>
                    <a:pt x="32476" y="16536"/>
                    <a:pt x="32495" y="16536"/>
                  </a:cubicBezTo>
                  <a:cubicBezTo>
                    <a:pt x="32501" y="16536"/>
                    <a:pt x="32508" y="16533"/>
                    <a:pt x="32516" y="16528"/>
                  </a:cubicBezTo>
                  <a:cubicBezTo>
                    <a:pt x="32553" y="16478"/>
                    <a:pt x="32603" y="16454"/>
                    <a:pt x="32640" y="16417"/>
                  </a:cubicBezTo>
                  <a:cubicBezTo>
                    <a:pt x="32701" y="16392"/>
                    <a:pt x="32775" y="16306"/>
                    <a:pt x="32837" y="16269"/>
                  </a:cubicBezTo>
                  <a:cubicBezTo>
                    <a:pt x="32935" y="16207"/>
                    <a:pt x="33059" y="16183"/>
                    <a:pt x="33169" y="16183"/>
                  </a:cubicBezTo>
                  <a:lnTo>
                    <a:pt x="33194" y="16183"/>
                  </a:lnTo>
                  <a:cubicBezTo>
                    <a:pt x="33305" y="16220"/>
                    <a:pt x="33391" y="16269"/>
                    <a:pt x="33428" y="16269"/>
                  </a:cubicBezTo>
                  <a:cubicBezTo>
                    <a:pt x="33443" y="16269"/>
                    <a:pt x="33456" y="16265"/>
                    <a:pt x="33465" y="16265"/>
                  </a:cubicBezTo>
                  <a:cubicBezTo>
                    <a:pt x="33479" y="16265"/>
                    <a:pt x="33485" y="16274"/>
                    <a:pt x="33478" y="16318"/>
                  </a:cubicBezTo>
                  <a:cubicBezTo>
                    <a:pt x="33465" y="16380"/>
                    <a:pt x="33453" y="16441"/>
                    <a:pt x="33428" y="16503"/>
                  </a:cubicBezTo>
                  <a:cubicBezTo>
                    <a:pt x="33428" y="16515"/>
                    <a:pt x="33453" y="16528"/>
                    <a:pt x="33478" y="16528"/>
                  </a:cubicBezTo>
                  <a:cubicBezTo>
                    <a:pt x="33502" y="16528"/>
                    <a:pt x="33514" y="16552"/>
                    <a:pt x="33453" y="16552"/>
                  </a:cubicBezTo>
                  <a:cubicBezTo>
                    <a:pt x="33404" y="16565"/>
                    <a:pt x="33354" y="16638"/>
                    <a:pt x="33354" y="16675"/>
                  </a:cubicBezTo>
                  <a:cubicBezTo>
                    <a:pt x="33342" y="16712"/>
                    <a:pt x="33317" y="16737"/>
                    <a:pt x="33354" y="16737"/>
                  </a:cubicBezTo>
                  <a:cubicBezTo>
                    <a:pt x="33391" y="16737"/>
                    <a:pt x="33391" y="16774"/>
                    <a:pt x="33391" y="16799"/>
                  </a:cubicBezTo>
                  <a:cubicBezTo>
                    <a:pt x="33391" y="16801"/>
                    <a:pt x="33393" y="16802"/>
                    <a:pt x="33395" y="16802"/>
                  </a:cubicBezTo>
                  <a:cubicBezTo>
                    <a:pt x="33405" y="16802"/>
                    <a:pt x="33431" y="16786"/>
                    <a:pt x="33441" y="16786"/>
                  </a:cubicBezTo>
                  <a:cubicBezTo>
                    <a:pt x="33453" y="16786"/>
                    <a:pt x="33465" y="16786"/>
                    <a:pt x="33465" y="16811"/>
                  </a:cubicBezTo>
                  <a:cubicBezTo>
                    <a:pt x="33465" y="16829"/>
                    <a:pt x="33439" y="16840"/>
                    <a:pt x="33444" y="16840"/>
                  </a:cubicBezTo>
                  <a:cubicBezTo>
                    <a:pt x="33446" y="16840"/>
                    <a:pt x="33452" y="16839"/>
                    <a:pt x="33465" y="16836"/>
                  </a:cubicBezTo>
                  <a:cubicBezTo>
                    <a:pt x="33497" y="16836"/>
                    <a:pt x="33501" y="16781"/>
                    <a:pt x="33549" y="16781"/>
                  </a:cubicBezTo>
                  <a:cubicBezTo>
                    <a:pt x="33556" y="16781"/>
                    <a:pt x="33566" y="16783"/>
                    <a:pt x="33576" y="16786"/>
                  </a:cubicBezTo>
                  <a:cubicBezTo>
                    <a:pt x="33650" y="16811"/>
                    <a:pt x="33638" y="16811"/>
                    <a:pt x="33687" y="16836"/>
                  </a:cubicBezTo>
                  <a:cubicBezTo>
                    <a:pt x="33712" y="16842"/>
                    <a:pt x="33724" y="16842"/>
                    <a:pt x="33732" y="16842"/>
                  </a:cubicBezTo>
                  <a:cubicBezTo>
                    <a:pt x="33739" y="16842"/>
                    <a:pt x="33742" y="16842"/>
                    <a:pt x="33749" y="16848"/>
                  </a:cubicBezTo>
                  <a:cubicBezTo>
                    <a:pt x="33761" y="16860"/>
                    <a:pt x="33773" y="16885"/>
                    <a:pt x="33773" y="16897"/>
                  </a:cubicBezTo>
                  <a:cubicBezTo>
                    <a:pt x="33798" y="16959"/>
                    <a:pt x="33773" y="17008"/>
                    <a:pt x="33798" y="17033"/>
                  </a:cubicBezTo>
                  <a:cubicBezTo>
                    <a:pt x="33835" y="17057"/>
                    <a:pt x="33859" y="17131"/>
                    <a:pt x="33798" y="17131"/>
                  </a:cubicBezTo>
                  <a:cubicBezTo>
                    <a:pt x="33770" y="17131"/>
                    <a:pt x="33725" y="17123"/>
                    <a:pt x="33695" y="17123"/>
                  </a:cubicBezTo>
                  <a:cubicBezTo>
                    <a:pt x="33672" y="17123"/>
                    <a:pt x="33657" y="17128"/>
                    <a:pt x="33662" y="17144"/>
                  </a:cubicBezTo>
                  <a:cubicBezTo>
                    <a:pt x="33687" y="17181"/>
                    <a:pt x="33736" y="17205"/>
                    <a:pt x="33749" y="17242"/>
                  </a:cubicBezTo>
                  <a:cubicBezTo>
                    <a:pt x="33761" y="17291"/>
                    <a:pt x="33798" y="17365"/>
                    <a:pt x="33761" y="17365"/>
                  </a:cubicBezTo>
                  <a:cubicBezTo>
                    <a:pt x="33736" y="17365"/>
                    <a:pt x="33724" y="17390"/>
                    <a:pt x="33749" y="17402"/>
                  </a:cubicBezTo>
                  <a:cubicBezTo>
                    <a:pt x="33773" y="17427"/>
                    <a:pt x="33786" y="17464"/>
                    <a:pt x="33761" y="17501"/>
                  </a:cubicBezTo>
                  <a:cubicBezTo>
                    <a:pt x="33736" y="17526"/>
                    <a:pt x="33724" y="17550"/>
                    <a:pt x="33699" y="17636"/>
                  </a:cubicBezTo>
                  <a:cubicBezTo>
                    <a:pt x="33680" y="17705"/>
                    <a:pt x="33660" y="17743"/>
                    <a:pt x="33672" y="17743"/>
                  </a:cubicBezTo>
                  <a:cubicBezTo>
                    <a:pt x="33674" y="17743"/>
                    <a:pt x="33679" y="17740"/>
                    <a:pt x="33687" y="17735"/>
                  </a:cubicBezTo>
                  <a:cubicBezTo>
                    <a:pt x="33691" y="17734"/>
                    <a:pt x="33694" y="17733"/>
                    <a:pt x="33696" y="17733"/>
                  </a:cubicBezTo>
                  <a:cubicBezTo>
                    <a:pt x="33712" y="17733"/>
                    <a:pt x="33687" y="17762"/>
                    <a:pt x="33702" y="17762"/>
                  </a:cubicBezTo>
                  <a:cubicBezTo>
                    <a:pt x="33704" y="17762"/>
                    <a:pt x="33707" y="17761"/>
                    <a:pt x="33712" y="17760"/>
                  </a:cubicBezTo>
                  <a:cubicBezTo>
                    <a:pt x="33719" y="17757"/>
                    <a:pt x="33725" y="17756"/>
                    <a:pt x="33731" y="17756"/>
                  </a:cubicBezTo>
                  <a:cubicBezTo>
                    <a:pt x="33757" y="17756"/>
                    <a:pt x="33771" y="17774"/>
                    <a:pt x="33761" y="17784"/>
                  </a:cubicBezTo>
                  <a:cubicBezTo>
                    <a:pt x="33736" y="17784"/>
                    <a:pt x="33712" y="17809"/>
                    <a:pt x="33724" y="17809"/>
                  </a:cubicBezTo>
                  <a:cubicBezTo>
                    <a:pt x="33749" y="17809"/>
                    <a:pt x="33724" y="17809"/>
                    <a:pt x="33724" y="17846"/>
                  </a:cubicBezTo>
                  <a:cubicBezTo>
                    <a:pt x="33724" y="17871"/>
                    <a:pt x="33699" y="17883"/>
                    <a:pt x="33675" y="17895"/>
                  </a:cubicBezTo>
                  <a:cubicBezTo>
                    <a:pt x="33654" y="17895"/>
                    <a:pt x="33624" y="17965"/>
                    <a:pt x="33638" y="17965"/>
                  </a:cubicBezTo>
                  <a:cubicBezTo>
                    <a:pt x="33640" y="17965"/>
                    <a:pt x="33644" y="17963"/>
                    <a:pt x="33650" y="17957"/>
                  </a:cubicBezTo>
                  <a:cubicBezTo>
                    <a:pt x="33669" y="17938"/>
                    <a:pt x="33680" y="17891"/>
                    <a:pt x="33696" y="17891"/>
                  </a:cubicBezTo>
                  <a:cubicBezTo>
                    <a:pt x="33700" y="17891"/>
                    <a:pt x="33706" y="17896"/>
                    <a:pt x="33712" y="17908"/>
                  </a:cubicBezTo>
                  <a:cubicBezTo>
                    <a:pt x="33720" y="17932"/>
                    <a:pt x="33717" y="17956"/>
                    <a:pt x="33728" y="17956"/>
                  </a:cubicBezTo>
                  <a:cubicBezTo>
                    <a:pt x="33734" y="17956"/>
                    <a:pt x="33744" y="17949"/>
                    <a:pt x="33761" y="17932"/>
                  </a:cubicBezTo>
                  <a:cubicBezTo>
                    <a:pt x="33810" y="17895"/>
                    <a:pt x="33835" y="17908"/>
                    <a:pt x="33859" y="17883"/>
                  </a:cubicBezTo>
                  <a:cubicBezTo>
                    <a:pt x="33877" y="17857"/>
                    <a:pt x="33894" y="17831"/>
                    <a:pt x="33903" y="17831"/>
                  </a:cubicBezTo>
                  <a:cubicBezTo>
                    <a:pt x="33907" y="17831"/>
                    <a:pt x="33909" y="17835"/>
                    <a:pt x="33909" y="17846"/>
                  </a:cubicBezTo>
                  <a:cubicBezTo>
                    <a:pt x="33919" y="17866"/>
                    <a:pt x="33929" y="17902"/>
                    <a:pt x="33939" y="17902"/>
                  </a:cubicBezTo>
                  <a:cubicBezTo>
                    <a:pt x="33941" y="17902"/>
                    <a:pt x="33943" y="17900"/>
                    <a:pt x="33946" y="17895"/>
                  </a:cubicBezTo>
                  <a:cubicBezTo>
                    <a:pt x="33970" y="17871"/>
                    <a:pt x="33983" y="17834"/>
                    <a:pt x="34007" y="17809"/>
                  </a:cubicBezTo>
                  <a:cubicBezTo>
                    <a:pt x="34013" y="17790"/>
                    <a:pt x="34020" y="17781"/>
                    <a:pt x="34026" y="17781"/>
                  </a:cubicBezTo>
                  <a:cubicBezTo>
                    <a:pt x="34032" y="17781"/>
                    <a:pt x="34038" y="17790"/>
                    <a:pt x="34044" y="17809"/>
                  </a:cubicBezTo>
                  <a:cubicBezTo>
                    <a:pt x="34054" y="17828"/>
                    <a:pt x="34063" y="17854"/>
                    <a:pt x="34078" y="17854"/>
                  </a:cubicBezTo>
                  <a:cubicBezTo>
                    <a:pt x="34083" y="17854"/>
                    <a:pt x="34088" y="17852"/>
                    <a:pt x="34094" y="17846"/>
                  </a:cubicBezTo>
                  <a:cubicBezTo>
                    <a:pt x="34106" y="17809"/>
                    <a:pt x="34094" y="17797"/>
                    <a:pt x="34118" y="17797"/>
                  </a:cubicBezTo>
                  <a:cubicBezTo>
                    <a:pt x="34131" y="17801"/>
                    <a:pt x="34144" y="17802"/>
                    <a:pt x="34158" y="17802"/>
                  </a:cubicBezTo>
                  <a:cubicBezTo>
                    <a:pt x="34185" y="17802"/>
                    <a:pt x="34213" y="17797"/>
                    <a:pt x="34229" y="17797"/>
                  </a:cubicBezTo>
                  <a:cubicBezTo>
                    <a:pt x="34254" y="17797"/>
                    <a:pt x="34278" y="17797"/>
                    <a:pt x="34266" y="17784"/>
                  </a:cubicBezTo>
                  <a:cubicBezTo>
                    <a:pt x="34254" y="17760"/>
                    <a:pt x="34254" y="17735"/>
                    <a:pt x="34278" y="17723"/>
                  </a:cubicBezTo>
                  <a:cubicBezTo>
                    <a:pt x="34328" y="17723"/>
                    <a:pt x="34377" y="17710"/>
                    <a:pt x="34414" y="17686"/>
                  </a:cubicBezTo>
                  <a:cubicBezTo>
                    <a:pt x="34439" y="17649"/>
                    <a:pt x="34414" y="17624"/>
                    <a:pt x="34463" y="17612"/>
                  </a:cubicBezTo>
                  <a:cubicBezTo>
                    <a:pt x="34483" y="17612"/>
                    <a:pt x="34500" y="17601"/>
                    <a:pt x="34513" y="17601"/>
                  </a:cubicBezTo>
                  <a:cubicBezTo>
                    <a:pt x="34523" y="17601"/>
                    <a:pt x="34532" y="17608"/>
                    <a:pt x="34537" y="17636"/>
                  </a:cubicBezTo>
                  <a:cubicBezTo>
                    <a:pt x="34537" y="17678"/>
                    <a:pt x="34549" y="17703"/>
                    <a:pt x="34556" y="17703"/>
                  </a:cubicBezTo>
                  <a:cubicBezTo>
                    <a:pt x="34559" y="17703"/>
                    <a:pt x="34562" y="17698"/>
                    <a:pt x="34562" y="17686"/>
                  </a:cubicBezTo>
                  <a:cubicBezTo>
                    <a:pt x="34562" y="17661"/>
                    <a:pt x="34599" y="17649"/>
                    <a:pt x="34562" y="17612"/>
                  </a:cubicBezTo>
                  <a:cubicBezTo>
                    <a:pt x="34537" y="17563"/>
                    <a:pt x="34476" y="17439"/>
                    <a:pt x="34451" y="17415"/>
                  </a:cubicBezTo>
                  <a:cubicBezTo>
                    <a:pt x="34426" y="17390"/>
                    <a:pt x="34426" y="17353"/>
                    <a:pt x="34426" y="17316"/>
                  </a:cubicBezTo>
                  <a:cubicBezTo>
                    <a:pt x="34426" y="17205"/>
                    <a:pt x="34402" y="17082"/>
                    <a:pt x="34377" y="16971"/>
                  </a:cubicBezTo>
                  <a:cubicBezTo>
                    <a:pt x="34340" y="16860"/>
                    <a:pt x="34291" y="16762"/>
                    <a:pt x="34217" y="16663"/>
                  </a:cubicBezTo>
                  <a:cubicBezTo>
                    <a:pt x="34217" y="16651"/>
                    <a:pt x="34204" y="16626"/>
                    <a:pt x="34192" y="16601"/>
                  </a:cubicBezTo>
                  <a:cubicBezTo>
                    <a:pt x="34155" y="16528"/>
                    <a:pt x="34106" y="16466"/>
                    <a:pt x="34032" y="16417"/>
                  </a:cubicBezTo>
                  <a:cubicBezTo>
                    <a:pt x="33946" y="16355"/>
                    <a:pt x="33921" y="16380"/>
                    <a:pt x="33983" y="16318"/>
                  </a:cubicBezTo>
                  <a:cubicBezTo>
                    <a:pt x="34032" y="16256"/>
                    <a:pt x="33983" y="16256"/>
                    <a:pt x="34057" y="16195"/>
                  </a:cubicBezTo>
                  <a:cubicBezTo>
                    <a:pt x="34143" y="16121"/>
                    <a:pt x="34217" y="16121"/>
                    <a:pt x="34278" y="16035"/>
                  </a:cubicBezTo>
                  <a:cubicBezTo>
                    <a:pt x="34328" y="15973"/>
                    <a:pt x="34402" y="15911"/>
                    <a:pt x="34476" y="15862"/>
                  </a:cubicBezTo>
                  <a:cubicBezTo>
                    <a:pt x="34525" y="15813"/>
                    <a:pt x="34525" y="15653"/>
                    <a:pt x="34500" y="15603"/>
                  </a:cubicBezTo>
                  <a:cubicBezTo>
                    <a:pt x="34488" y="15566"/>
                    <a:pt x="34500" y="15517"/>
                    <a:pt x="34537" y="15493"/>
                  </a:cubicBezTo>
                  <a:cubicBezTo>
                    <a:pt x="34599" y="15419"/>
                    <a:pt x="34660" y="15357"/>
                    <a:pt x="34710" y="15295"/>
                  </a:cubicBezTo>
                  <a:lnTo>
                    <a:pt x="34722" y="15283"/>
                  </a:lnTo>
                  <a:cubicBezTo>
                    <a:pt x="34796" y="15234"/>
                    <a:pt x="34858" y="15271"/>
                    <a:pt x="34894" y="15221"/>
                  </a:cubicBezTo>
                  <a:cubicBezTo>
                    <a:pt x="34944" y="15185"/>
                    <a:pt x="34956" y="15123"/>
                    <a:pt x="35042" y="15098"/>
                  </a:cubicBezTo>
                  <a:cubicBezTo>
                    <a:pt x="35050" y="15097"/>
                    <a:pt x="35057" y="15096"/>
                    <a:pt x="35064" y="15096"/>
                  </a:cubicBezTo>
                  <a:cubicBezTo>
                    <a:pt x="35117" y="15096"/>
                    <a:pt x="35124" y="15138"/>
                    <a:pt x="35190" y="15160"/>
                  </a:cubicBezTo>
                  <a:cubicBezTo>
                    <a:pt x="35239" y="15184"/>
                    <a:pt x="35282" y="15219"/>
                    <a:pt x="35345" y="15219"/>
                  </a:cubicBezTo>
                  <a:cubicBezTo>
                    <a:pt x="35377" y="15219"/>
                    <a:pt x="35415" y="15210"/>
                    <a:pt x="35461" y="15185"/>
                  </a:cubicBezTo>
                  <a:cubicBezTo>
                    <a:pt x="35609" y="15098"/>
                    <a:pt x="35757" y="14987"/>
                    <a:pt x="35868" y="14864"/>
                  </a:cubicBezTo>
                  <a:cubicBezTo>
                    <a:pt x="35991" y="14679"/>
                    <a:pt x="36114" y="14544"/>
                    <a:pt x="36176" y="14458"/>
                  </a:cubicBezTo>
                  <a:cubicBezTo>
                    <a:pt x="36299" y="14297"/>
                    <a:pt x="36422" y="14137"/>
                    <a:pt x="36533" y="13965"/>
                  </a:cubicBezTo>
                  <a:cubicBezTo>
                    <a:pt x="36644" y="13755"/>
                    <a:pt x="36780" y="13558"/>
                    <a:pt x="36915" y="13373"/>
                  </a:cubicBezTo>
                  <a:cubicBezTo>
                    <a:pt x="37001" y="13225"/>
                    <a:pt x="37063" y="13065"/>
                    <a:pt x="37100" y="12893"/>
                  </a:cubicBezTo>
                  <a:cubicBezTo>
                    <a:pt x="37125" y="12770"/>
                    <a:pt x="37088" y="12449"/>
                    <a:pt x="37100" y="12363"/>
                  </a:cubicBezTo>
                  <a:cubicBezTo>
                    <a:pt x="37125" y="12264"/>
                    <a:pt x="37297" y="12006"/>
                    <a:pt x="37309" y="11895"/>
                  </a:cubicBezTo>
                  <a:cubicBezTo>
                    <a:pt x="37309" y="11796"/>
                    <a:pt x="37359" y="11722"/>
                    <a:pt x="37309" y="11661"/>
                  </a:cubicBezTo>
                  <a:cubicBezTo>
                    <a:pt x="37248" y="11599"/>
                    <a:pt x="37211" y="11574"/>
                    <a:pt x="37223" y="11562"/>
                  </a:cubicBezTo>
                  <a:cubicBezTo>
                    <a:pt x="37225" y="11557"/>
                    <a:pt x="37230" y="11556"/>
                    <a:pt x="37235" y="11556"/>
                  </a:cubicBezTo>
                  <a:cubicBezTo>
                    <a:pt x="37249" y="11556"/>
                    <a:pt x="37270" y="11566"/>
                    <a:pt x="37284" y="11566"/>
                  </a:cubicBezTo>
                  <a:cubicBezTo>
                    <a:pt x="37295" y="11566"/>
                    <a:pt x="37302" y="11560"/>
                    <a:pt x="37297" y="11537"/>
                  </a:cubicBezTo>
                  <a:cubicBezTo>
                    <a:pt x="37297" y="11476"/>
                    <a:pt x="37285" y="11451"/>
                    <a:pt x="37248" y="11426"/>
                  </a:cubicBezTo>
                  <a:cubicBezTo>
                    <a:pt x="37186" y="11377"/>
                    <a:pt x="37125" y="11316"/>
                    <a:pt x="37075" y="11254"/>
                  </a:cubicBezTo>
                  <a:cubicBezTo>
                    <a:pt x="37014" y="11155"/>
                    <a:pt x="37063" y="11168"/>
                    <a:pt x="36927" y="11143"/>
                  </a:cubicBezTo>
                  <a:cubicBezTo>
                    <a:pt x="36828" y="11123"/>
                    <a:pt x="36769" y="11071"/>
                    <a:pt x="36737" y="11071"/>
                  </a:cubicBezTo>
                  <a:cubicBezTo>
                    <a:pt x="36729" y="11071"/>
                    <a:pt x="36723" y="11074"/>
                    <a:pt x="36718" y="11081"/>
                  </a:cubicBezTo>
                  <a:cubicBezTo>
                    <a:pt x="36693" y="11118"/>
                    <a:pt x="36755" y="11205"/>
                    <a:pt x="36693" y="11205"/>
                  </a:cubicBezTo>
                  <a:cubicBezTo>
                    <a:pt x="36644" y="11205"/>
                    <a:pt x="36632" y="11242"/>
                    <a:pt x="36607" y="11279"/>
                  </a:cubicBezTo>
                  <a:cubicBezTo>
                    <a:pt x="36576" y="11310"/>
                    <a:pt x="36519" y="11358"/>
                    <a:pt x="36472" y="11358"/>
                  </a:cubicBezTo>
                  <a:cubicBezTo>
                    <a:pt x="36463" y="11358"/>
                    <a:pt x="36455" y="11356"/>
                    <a:pt x="36447" y="11353"/>
                  </a:cubicBezTo>
                  <a:cubicBezTo>
                    <a:pt x="36398" y="11316"/>
                    <a:pt x="36422" y="11279"/>
                    <a:pt x="36435" y="11254"/>
                  </a:cubicBezTo>
                  <a:cubicBezTo>
                    <a:pt x="36447" y="11229"/>
                    <a:pt x="36410" y="11254"/>
                    <a:pt x="36410" y="11192"/>
                  </a:cubicBezTo>
                  <a:cubicBezTo>
                    <a:pt x="36398" y="11118"/>
                    <a:pt x="36472" y="11106"/>
                    <a:pt x="36447" y="11069"/>
                  </a:cubicBezTo>
                  <a:cubicBezTo>
                    <a:pt x="36443" y="11057"/>
                    <a:pt x="36441" y="11053"/>
                    <a:pt x="36440" y="11053"/>
                  </a:cubicBezTo>
                  <a:cubicBezTo>
                    <a:pt x="36436" y="11053"/>
                    <a:pt x="36431" y="11069"/>
                    <a:pt x="36398" y="11069"/>
                  </a:cubicBezTo>
                  <a:cubicBezTo>
                    <a:pt x="36348" y="11069"/>
                    <a:pt x="36299" y="11094"/>
                    <a:pt x="36299" y="11131"/>
                  </a:cubicBezTo>
                  <a:cubicBezTo>
                    <a:pt x="36287" y="11168"/>
                    <a:pt x="36361" y="11217"/>
                    <a:pt x="36287" y="11229"/>
                  </a:cubicBezTo>
                  <a:cubicBezTo>
                    <a:pt x="36250" y="11236"/>
                    <a:pt x="36231" y="11245"/>
                    <a:pt x="36221" y="11245"/>
                  </a:cubicBezTo>
                  <a:cubicBezTo>
                    <a:pt x="36210" y="11245"/>
                    <a:pt x="36207" y="11236"/>
                    <a:pt x="36201" y="11205"/>
                  </a:cubicBezTo>
                  <a:cubicBezTo>
                    <a:pt x="36201" y="11143"/>
                    <a:pt x="36250" y="10983"/>
                    <a:pt x="36213" y="10958"/>
                  </a:cubicBezTo>
                  <a:lnTo>
                    <a:pt x="36213" y="10946"/>
                  </a:lnTo>
                  <a:cubicBezTo>
                    <a:pt x="36213" y="10944"/>
                    <a:pt x="36213" y="10943"/>
                    <a:pt x="36213" y="10943"/>
                  </a:cubicBezTo>
                  <a:cubicBezTo>
                    <a:pt x="36212" y="10943"/>
                    <a:pt x="36205" y="10961"/>
                    <a:pt x="36167" y="10961"/>
                  </a:cubicBezTo>
                  <a:cubicBezTo>
                    <a:pt x="36159" y="10961"/>
                    <a:pt x="36150" y="10960"/>
                    <a:pt x="36139" y="10958"/>
                  </a:cubicBezTo>
                  <a:cubicBezTo>
                    <a:pt x="36102" y="10958"/>
                    <a:pt x="36076" y="10960"/>
                    <a:pt x="36055" y="10960"/>
                  </a:cubicBezTo>
                  <a:cubicBezTo>
                    <a:pt x="36014" y="10960"/>
                    <a:pt x="35995" y="10954"/>
                    <a:pt x="35954" y="10921"/>
                  </a:cubicBezTo>
                  <a:cubicBezTo>
                    <a:pt x="35893" y="10872"/>
                    <a:pt x="35856" y="10860"/>
                    <a:pt x="35905" y="10810"/>
                  </a:cubicBezTo>
                  <a:cubicBezTo>
                    <a:pt x="35954" y="10761"/>
                    <a:pt x="36102" y="10687"/>
                    <a:pt x="36151" y="10589"/>
                  </a:cubicBezTo>
                  <a:cubicBezTo>
                    <a:pt x="36213" y="10490"/>
                    <a:pt x="36509" y="10342"/>
                    <a:pt x="36546" y="10231"/>
                  </a:cubicBezTo>
                  <a:cubicBezTo>
                    <a:pt x="36644" y="10059"/>
                    <a:pt x="36792" y="9923"/>
                    <a:pt x="36952" y="9825"/>
                  </a:cubicBezTo>
                  <a:cubicBezTo>
                    <a:pt x="37112" y="9714"/>
                    <a:pt x="37063" y="9689"/>
                    <a:pt x="37137" y="9578"/>
                  </a:cubicBezTo>
                  <a:cubicBezTo>
                    <a:pt x="37211" y="9467"/>
                    <a:pt x="37383" y="9381"/>
                    <a:pt x="37457" y="9295"/>
                  </a:cubicBezTo>
                  <a:cubicBezTo>
                    <a:pt x="37519" y="9196"/>
                    <a:pt x="37605" y="9122"/>
                    <a:pt x="37704" y="9073"/>
                  </a:cubicBezTo>
                  <a:cubicBezTo>
                    <a:pt x="37827" y="9036"/>
                    <a:pt x="37950" y="9024"/>
                    <a:pt x="38073" y="9011"/>
                  </a:cubicBezTo>
                  <a:cubicBezTo>
                    <a:pt x="38258" y="9011"/>
                    <a:pt x="38369" y="9011"/>
                    <a:pt x="38381" y="9061"/>
                  </a:cubicBezTo>
                  <a:cubicBezTo>
                    <a:pt x="38401" y="9089"/>
                    <a:pt x="38405" y="9118"/>
                    <a:pt x="38434" y="9118"/>
                  </a:cubicBezTo>
                  <a:cubicBezTo>
                    <a:pt x="38443" y="9118"/>
                    <a:pt x="38454" y="9116"/>
                    <a:pt x="38468" y="9110"/>
                  </a:cubicBezTo>
                  <a:cubicBezTo>
                    <a:pt x="38542" y="9073"/>
                    <a:pt x="38603" y="9048"/>
                    <a:pt x="38677" y="9036"/>
                  </a:cubicBezTo>
                  <a:cubicBezTo>
                    <a:pt x="38714" y="9036"/>
                    <a:pt x="38739" y="9085"/>
                    <a:pt x="38776" y="9085"/>
                  </a:cubicBezTo>
                  <a:cubicBezTo>
                    <a:pt x="38825" y="9085"/>
                    <a:pt x="38887" y="9073"/>
                    <a:pt x="38936" y="9061"/>
                  </a:cubicBezTo>
                  <a:cubicBezTo>
                    <a:pt x="38938" y="9057"/>
                    <a:pt x="38940" y="9055"/>
                    <a:pt x="38942" y="9055"/>
                  </a:cubicBezTo>
                  <a:cubicBezTo>
                    <a:pt x="38954" y="9055"/>
                    <a:pt x="38971" y="9098"/>
                    <a:pt x="39022" y="9098"/>
                  </a:cubicBezTo>
                  <a:cubicBezTo>
                    <a:pt x="39084" y="9098"/>
                    <a:pt x="39121" y="9098"/>
                    <a:pt x="39121" y="9061"/>
                  </a:cubicBezTo>
                  <a:cubicBezTo>
                    <a:pt x="39121" y="8999"/>
                    <a:pt x="39158" y="8962"/>
                    <a:pt x="39207" y="8938"/>
                  </a:cubicBezTo>
                  <a:cubicBezTo>
                    <a:pt x="39243" y="8922"/>
                    <a:pt x="39281" y="8915"/>
                    <a:pt x="39321" y="8915"/>
                  </a:cubicBezTo>
                  <a:cubicBezTo>
                    <a:pt x="39376" y="8915"/>
                    <a:pt x="39433" y="8928"/>
                    <a:pt x="39490" y="8950"/>
                  </a:cubicBezTo>
                  <a:cubicBezTo>
                    <a:pt x="39530" y="8980"/>
                    <a:pt x="39570" y="9034"/>
                    <a:pt x="39603" y="9034"/>
                  </a:cubicBezTo>
                  <a:cubicBezTo>
                    <a:pt x="39611" y="9034"/>
                    <a:pt x="39619" y="9031"/>
                    <a:pt x="39626" y="9024"/>
                  </a:cubicBezTo>
                  <a:cubicBezTo>
                    <a:pt x="39633" y="9017"/>
                    <a:pt x="39646" y="9014"/>
                    <a:pt x="39663" y="9014"/>
                  </a:cubicBezTo>
                  <a:cubicBezTo>
                    <a:pt x="39707" y="9014"/>
                    <a:pt x="39772" y="9034"/>
                    <a:pt x="39798" y="9061"/>
                  </a:cubicBezTo>
                  <a:cubicBezTo>
                    <a:pt x="39848" y="9110"/>
                    <a:pt x="39885" y="9159"/>
                    <a:pt x="39848" y="9159"/>
                  </a:cubicBezTo>
                  <a:cubicBezTo>
                    <a:pt x="39823" y="9159"/>
                    <a:pt x="39776" y="9148"/>
                    <a:pt x="39745" y="9148"/>
                  </a:cubicBezTo>
                  <a:cubicBezTo>
                    <a:pt x="39729" y="9148"/>
                    <a:pt x="39716" y="9151"/>
                    <a:pt x="39712" y="9159"/>
                  </a:cubicBezTo>
                  <a:cubicBezTo>
                    <a:pt x="39700" y="9196"/>
                    <a:pt x="39651" y="9246"/>
                    <a:pt x="39761" y="9246"/>
                  </a:cubicBezTo>
                  <a:cubicBezTo>
                    <a:pt x="39823" y="9246"/>
                    <a:pt x="39885" y="9233"/>
                    <a:pt x="39946" y="9221"/>
                  </a:cubicBezTo>
                  <a:cubicBezTo>
                    <a:pt x="39979" y="9221"/>
                    <a:pt x="39996" y="9232"/>
                    <a:pt x="40025" y="9232"/>
                  </a:cubicBezTo>
                  <a:cubicBezTo>
                    <a:pt x="40039" y="9232"/>
                    <a:pt x="40057" y="9229"/>
                    <a:pt x="40082" y="9221"/>
                  </a:cubicBezTo>
                  <a:cubicBezTo>
                    <a:pt x="40149" y="9187"/>
                    <a:pt x="40155" y="9133"/>
                    <a:pt x="40202" y="9133"/>
                  </a:cubicBezTo>
                  <a:cubicBezTo>
                    <a:pt x="40207" y="9133"/>
                    <a:pt x="40212" y="9134"/>
                    <a:pt x="40217" y="9135"/>
                  </a:cubicBezTo>
                  <a:cubicBezTo>
                    <a:pt x="40279" y="9135"/>
                    <a:pt x="40304" y="9184"/>
                    <a:pt x="40353" y="9184"/>
                  </a:cubicBezTo>
                  <a:cubicBezTo>
                    <a:pt x="40451" y="9184"/>
                    <a:pt x="40538" y="9159"/>
                    <a:pt x="40624" y="9110"/>
                  </a:cubicBezTo>
                  <a:cubicBezTo>
                    <a:pt x="40636" y="9085"/>
                    <a:pt x="40661" y="9061"/>
                    <a:pt x="40575" y="9036"/>
                  </a:cubicBezTo>
                  <a:cubicBezTo>
                    <a:pt x="40501" y="8999"/>
                    <a:pt x="40402" y="9048"/>
                    <a:pt x="40414" y="8975"/>
                  </a:cubicBezTo>
                  <a:cubicBezTo>
                    <a:pt x="40427" y="8901"/>
                    <a:pt x="40451" y="8827"/>
                    <a:pt x="40488" y="8765"/>
                  </a:cubicBezTo>
                  <a:cubicBezTo>
                    <a:pt x="40562" y="8679"/>
                    <a:pt x="40538" y="8630"/>
                    <a:pt x="40612" y="8605"/>
                  </a:cubicBezTo>
                  <a:cubicBezTo>
                    <a:pt x="40686" y="8593"/>
                    <a:pt x="40759" y="8457"/>
                    <a:pt x="40846" y="8395"/>
                  </a:cubicBezTo>
                  <a:cubicBezTo>
                    <a:pt x="40920" y="8334"/>
                    <a:pt x="40957" y="8334"/>
                    <a:pt x="40994" y="8248"/>
                  </a:cubicBezTo>
                  <a:cubicBezTo>
                    <a:pt x="41031" y="8161"/>
                    <a:pt x="41031" y="8137"/>
                    <a:pt x="41104" y="8100"/>
                  </a:cubicBezTo>
                  <a:cubicBezTo>
                    <a:pt x="41162" y="8067"/>
                    <a:pt x="41214" y="8067"/>
                    <a:pt x="41268" y="8067"/>
                  </a:cubicBezTo>
                  <a:cubicBezTo>
                    <a:pt x="41295" y="8067"/>
                    <a:pt x="41322" y="8067"/>
                    <a:pt x="41351" y="8063"/>
                  </a:cubicBezTo>
                  <a:cubicBezTo>
                    <a:pt x="41415" y="8054"/>
                    <a:pt x="41499" y="8004"/>
                    <a:pt x="41559" y="8004"/>
                  </a:cubicBezTo>
                  <a:cubicBezTo>
                    <a:pt x="41579" y="8004"/>
                    <a:pt x="41597" y="8010"/>
                    <a:pt x="41610" y="8026"/>
                  </a:cubicBezTo>
                  <a:cubicBezTo>
                    <a:pt x="41663" y="8079"/>
                    <a:pt x="41670" y="8114"/>
                    <a:pt x="41687" y="8114"/>
                  </a:cubicBezTo>
                  <a:cubicBezTo>
                    <a:pt x="41690" y="8114"/>
                    <a:pt x="41693" y="8114"/>
                    <a:pt x="41696" y="8112"/>
                  </a:cubicBezTo>
                  <a:cubicBezTo>
                    <a:pt x="41719" y="8089"/>
                    <a:pt x="41806" y="8012"/>
                    <a:pt x="41838" y="8012"/>
                  </a:cubicBezTo>
                  <a:cubicBezTo>
                    <a:pt x="41840" y="8012"/>
                    <a:pt x="41842" y="8013"/>
                    <a:pt x="41844" y="8013"/>
                  </a:cubicBezTo>
                  <a:cubicBezTo>
                    <a:pt x="41868" y="8026"/>
                    <a:pt x="41893" y="8038"/>
                    <a:pt x="41868" y="8100"/>
                  </a:cubicBezTo>
                  <a:cubicBezTo>
                    <a:pt x="41831" y="8149"/>
                    <a:pt x="41770" y="8211"/>
                    <a:pt x="41770" y="8285"/>
                  </a:cubicBezTo>
                  <a:cubicBezTo>
                    <a:pt x="41770" y="8346"/>
                    <a:pt x="41745" y="8358"/>
                    <a:pt x="41794" y="8358"/>
                  </a:cubicBezTo>
                  <a:cubicBezTo>
                    <a:pt x="41802" y="8360"/>
                    <a:pt x="41811" y="8361"/>
                    <a:pt x="41820" y="8361"/>
                  </a:cubicBezTo>
                  <a:cubicBezTo>
                    <a:pt x="41844" y="8361"/>
                    <a:pt x="41869" y="8357"/>
                    <a:pt x="41887" y="8357"/>
                  </a:cubicBezTo>
                  <a:cubicBezTo>
                    <a:pt x="41906" y="8357"/>
                    <a:pt x="41916" y="8362"/>
                    <a:pt x="41905" y="8383"/>
                  </a:cubicBezTo>
                  <a:cubicBezTo>
                    <a:pt x="41882" y="8418"/>
                    <a:pt x="41804" y="8507"/>
                    <a:pt x="41836" y="8507"/>
                  </a:cubicBezTo>
                  <a:cubicBezTo>
                    <a:pt x="41838" y="8507"/>
                    <a:pt x="41841" y="8507"/>
                    <a:pt x="41844" y="8506"/>
                  </a:cubicBezTo>
                  <a:cubicBezTo>
                    <a:pt x="41905" y="8494"/>
                    <a:pt x="41979" y="8457"/>
                    <a:pt x="42016" y="8408"/>
                  </a:cubicBezTo>
                  <a:cubicBezTo>
                    <a:pt x="42127" y="8309"/>
                    <a:pt x="42287" y="8124"/>
                    <a:pt x="42361" y="8112"/>
                  </a:cubicBezTo>
                  <a:cubicBezTo>
                    <a:pt x="42370" y="8111"/>
                    <a:pt x="42378" y="8110"/>
                    <a:pt x="42386" y="8110"/>
                  </a:cubicBezTo>
                  <a:cubicBezTo>
                    <a:pt x="42429" y="8110"/>
                    <a:pt x="42465" y="8126"/>
                    <a:pt x="42488" y="8126"/>
                  </a:cubicBezTo>
                  <a:cubicBezTo>
                    <a:pt x="42498" y="8126"/>
                    <a:pt x="42506" y="8122"/>
                    <a:pt x="42509" y="8112"/>
                  </a:cubicBezTo>
                  <a:cubicBezTo>
                    <a:pt x="42521" y="8075"/>
                    <a:pt x="42497" y="8013"/>
                    <a:pt x="42509" y="7976"/>
                  </a:cubicBezTo>
                  <a:cubicBezTo>
                    <a:pt x="42534" y="7940"/>
                    <a:pt x="42509" y="7890"/>
                    <a:pt x="42558" y="7829"/>
                  </a:cubicBezTo>
                  <a:cubicBezTo>
                    <a:pt x="42608" y="7755"/>
                    <a:pt x="42558" y="7767"/>
                    <a:pt x="42657" y="7730"/>
                  </a:cubicBezTo>
                  <a:cubicBezTo>
                    <a:pt x="42749" y="7689"/>
                    <a:pt x="42798" y="7665"/>
                    <a:pt x="42834" y="7665"/>
                  </a:cubicBezTo>
                  <a:cubicBezTo>
                    <a:pt x="42841" y="7665"/>
                    <a:pt x="42848" y="7666"/>
                    <a:pt x="42854" y="7668"/>
                  </a:cubicBezTo>
                  <a:cubicBezTo>
                    <a:pt x="42903" y="7693"/>
                    <a:pt x="42940" y="7730"/>
                    <a:pt x="43014" y="7742"/>
                  </a:cubicBezTo>
                  <a:cubicBezTo>
                    <a:pt x="43088" y="7742"/>
                    <a:pt x="43051" y="7742"/>
                    <a:pt x="42928" y="7767"/>
                  </a:cubicBezTo>
                  <a:cubicBezTo>
                    <a:pt x="42805" y="7804"/>
                    <a:pt x="42780" y="7841"/>
                    <a:pt x="42780" y="7915"/>
                  </a:cubicBezTo>
                  <a:cubicBezTo>
                    <a:pt x="42780" y="8001"/>
                    <a:pt x="42780" y="8112"/>
                    <a:pt x="42756" y="8112"/>
                  </a:cubicBezTo>
                  <a:cubicBezTo>
                    <a:pt x="42731" y="8124"/>
                    <a:pt x="42706" y="8137"/>
                    <a:pt x="42719" y="8186"/>
                  </a:cubicBezTo>
                  <a:cubicBezTo>
                    <a:pt x="42731" y="8248"/>
                    <a:pt x="42780" y="8198"/>
                    <a:pt x="42731" y="8272"/>
                  </a:cubicBezTo>
                  <a:cubicBezTo>
                    <a:pt x="42694" y="8334"/>
                    <a:pt x="42620" y="8371"/>
                    <a:pt x="42645" y="8395"/>
                  </a:cubicBezTo>
                  <a:cubicBezTo>
                    <a:pt x="42657" y="8408"/>
                    <a:pt x="42706" y="8420"/>
                    <a:pt x="42558" y="8469"/>
                  </a:cubicBezTo>
                  <a:cubicBezTo>
                    <a:pt x="42460" y="8506"/>
                    <a:pt x="42361" y="8568"/>
                    <a:pt x="42287" y="8654"/>
                  </a:cubicBezTo>
                  <a:cubicBezTo>
                    <a:pt x="42250" y="8679"/>
                    <a:pt x="42250" y="8691"/>
                    <a:pt x="42189" y="8753"/>
                  </a:cubicBezTo>
                  <a:cubicBezTo>
                    <a:pt x="42127" y="8814"/>
                    <a:pt x="42078" y="8888"/>
                    <a:pt x="42016" y="8950"/>
                  </a:cubicBezTo>
                  <a:cubicBezTo>
                    <a:pt x="42001" y="8965"/>
                    <a:pt x="41990" y="8969"/>
                    <a:pt x="41981" y="8969"/>
                  </a:cubicBezTo>
                  <a:cubicBezTo>
                    <a:pt x="41974" y="8969"/>
                    <a:pt x="41968" y="8967"/>
                    <a:pt x="41961" y="8967"/>
                  </a:cubicBezTo>
                  <a:cubicBezTo>
                    <a:pt x="41948" y="8967"/>
                    <a:pt x="41933" y="8973"/>
                    <a:pt x="41905" y="9011"/>
                  </a:cubicBezTo>
                  <a:cubicBezTo>
                    <a:pt x="41831" y="9110"/>
                    <a:pt x="41807" y="9098"/>
                    <a:pt x="41757" y="9172"/>
                  </a:cubicBezTo>
                  <a:cubicBezTo>
                    <a:pt x="41696" y="9283"/>
                    <a:pt x="41622" y="9393"/>
                    <a:pt x="41523" y="9480"/>
                  </a:cubicBezTo>
                  <a:cubicBezTo>
                    <a:pt x="41400" y="9591"/>
                    <a:pt x="41351" y="9640"/>
                    <a:pt x="41265" y="9652"/>
                  </a:cubicBezTo>
                  <a:cubicBezTo>
                    <a:pt x="41188" y="9663"/>
                    <a:pt x="41170" y="9703"/>
                    <a:pt x="41132" y="9703"/>
                  </a:cubicBezTo>
                  <a:cubicBezTo>
                    <a:pt x="41127" y="9703"/>
                    <a:pt x="41122" y="9703"/>
                    <a:pt x="41117" y="9701"/>
                  </a:cubicBezTo>
                  <a:cubicBezTo>
                    <a:pt x="41092" y="9695"/>
                    <a:pt x="41074" y="9689"/>
                    <a:pt x="41060" y="9689"/>
                  </a:cubicBezTo>
                  <a:cubicBezTo>
                    <a:pt x="41046" y="9689"/>
                    <a:pt x="41037" y="9695"/>
                    <a:pt x="41031" y="9714"/>
                  </a:cubicBezTo>
                  <a:cubicBezTo>
                    <a:pt x="41031" y="9751"/>
                    <a:pt x="41055" y="9923"/>
                    <a:pt x="40994" y="9985"/>
                  </a:cubicBezTo>
                  <a:cubicBezTo>
                    <a:pt x="40920" y="10046"/>
                    <a:pt x="40846" y="10133"/>
                    <a:pt x="40784" y="10219"/>
                  </a:cubicBezTo>
                  <a:cubicBezTo>
                    <a:pt x="40722" y="10416"/>
                    <a:pt x="40710" y="10613"/>
                    <a:pt x="40747" y="10798"/>
                  </a:cubicBezTo>
                  <a:cubicBezTo>
                    <a:pt x="40796" y="10995"/>
                    <a:pt x="40821" y="11451"/>
                    <a:pt x="40833" y="11574"/>
                  </a:cubicBezTo>
                  <a:cubicBezTo>
                    <a:pt x="40858" y="11698"/>
                    <a:pt x="40932" y="11771"/>
                    <a:pt x="40944" y="11845"/>
                  </a:cubicBezTo>
                  <a:cubicBezTo>
                    <a:pt x="40944" y="11919"/>
                    <a:pt x="40969" y="12104"/>
                    <a:pt x="40969" y="12153"/>
                  </a:cubicBezTo>
                  <a:cubicBezTo>
                    <a:pt x="40969" y="12203"/>
                    <a:pt x="40994" y="12141"/>
                    <a:pt x="40994" y="12227"/>
                  </a:cubicBezTo>
                  <a:cubicBezTo>
                    <a:pt x="41004" y="12287"/>
                    <a:pt x="40981" y="12364"/>
                    <a:pt x="40992" y="12364"/>
                  </a:cubicBezTo>
                  <a:cubicBezTo>
                    <a:pt x="40995" y="12364"/>
                    <a:pt x="40999" y="12360"/>
                    <a:pt x="41006" y="12351"/>
                  </a:cubicBezTo>
                  <a:cubicBezTo>
                    <a:pt x="41055" y="12301"/>
                    <a:pt x="41215" y="12129"/>
                    <a:pt x="41302" y="12043"/>
                  </a:cubicBezTo>
                  <a:cubicBezTo>
                    <a:pt x="41363" y="11956"/>
                    <a:pt x="41400" y="11870"/>
                    <a:pt x="41412" y="11759"/>
                  </a:cubicBezTo>
                  <a:cubicBezTo>
                    <a:pt x="41462" y="11661"/>
                    <a:pt x="41412" y="11636"/>
                    <a:pt x="41523" y="11587"/>
                  </a:cubicBezTo>
                  <a:cubicBezTo>
                    <a:pt x="41606" y="11545"/>
                    <a:pt x="41663" y="11495"/>
                    <a:pt x="41709" y="11495"/>
                  </a:cubicBezTo>
                  <a:cubicBezTo>
                    <a:pt x="41717" y="11495"/>
                    <a:pt x="41725" y="11497"/>
                    <a:pt x="41733" y="11500"/>
                  </a:cubicBezTo>
                  <a:cubicBezTo>
                    <a:pt x="41754" y="11515"/>
                    <a:pt x="41771" y="11529"/>
                    <a:pt x="41782" y="11529"/>
                  </a:cubicBezTo>
                  <a:cubicBezTo>
                    <a:pt x="41790" y="11529"/>
                    <a:pt x="41794" y="11521"/>
                    <a:pt x="41794" y="11500"/>
                  </a:cubicBezTo>
                  <a:cubicBezTo>
                    <a:pt x="41794" y="11439"/>
                    <a:pt x="41696" y="11316"/>
                    <a:pt x="41770" y="11180"/>
                  </a:cubicBezTo>
                  <a:cubicBezTo>
                    <a:pt x="41844" y="11032"/>
                    <a:pt x="41905" y="10983"/>
                    <a:pt x="42004" y="10983"/>
                  </a:cubicBezTo>
                  <a:cubicBezTo>
                    <a:pt x="42047" y="10983"/>
                    <a:pt x="42090" y="10989"/>
                    <a:pt x="42130" y="10989"/>
                  </a:cubicBezTo>
                  <a:cubicBezTo>
                    <a:pt x="42170" y="10989"/>
                    <a:pt x="42207" y="10983"/>
                    <a:pt x="42238" y="10958"/>
                  </a:cubicBezTo>
                  <a:cubicBezTo>
                    <a:pt x="42300" y="10909"/>
                    <a:pt x="42361" y="10946"/>
                    <a:pt x="42312" y="10860"/>
                  </a:cubicBezTo>
                  <a:cubicBezTo>
                    <a:pt x="42250" y="10786"/>
                    <a:pt x="42201" y="10736"/>
                    <a:pt x="42201" y="10650"/>
                  </a:cubicBezTo>
                  <a:cubicBezTo>
                    <a:pt x="42213" y="10552"/>
                    <a:pt x="42263" y="10465"/>
                    <a:pt x="42324" y="10404"/>
                  </a:cubicBezTo>
                  <a:cubicBezTo>
                    <a:pt x="42360" y="10368"/>
                    <a:pt x="42377" y="10345"/>
                    <a:pt x="42397" y="10345"/>
                  </a:cubicBezTo>
                  <a:cubicBezTo>
                    <a:pt x="42405" y="10345"/>
                    <a:pt x="42413" y="10348"/>
                    <a:pt x="42423" y="10355"/>
                  </a:cubicBezTo>
                  <a:cubicBezTo>
                    <a:pt x="42449" y="10381"/>
                    <a:pt x="42483" y="10401"/>
                    <a:pt x="42508" y="10401"/>
                  </a:cubicBezTo>
                  <a:cubicBezTo>
                    <a:pt x="42518" y="10401"/>
                    <a:pt x="42527" y="10398"/>
                    <a:pt x="42534" y="10391"/>
                  </a:cubicBezTo>
                  <a:cubicBezTo>
                    <a:pt x="42571" y="10355"/>
                    <a:pt x="42595" y="10293"/>
                    <a:pt x="42571" y="10231"/>
                  </a:cubicBezTo>
                  <a:cubicBezTo>
                    <a:pt x="42571" y="10157"/>
                    <a:pt x="42509" y="10157"/>
                    <a:pt x="42472" y="10096"/>
                  </a:cubicBezTo>
                  <a:cubicBezTo>
                    <a:pt x="42435" y="10034"/>
                    <a:pt x="42423" y="9886"/>
                    <a:pt x="42472" y="9849"/>
                  </a:cubicBezTo>
                  <a:cubicBezTo>
                    <a:pt x="42521" y="9812"/>
                    <a:pt x="42583" y="9775"/>
                    <a:pt x="42558" y="9738"/>
                  </a:cubicBezTo>
                  <a:cubicBezTo>
                    <a:pt x="42535" y="9704"/>
                    <a:pt x="42469" y="9626"/>
                    <a:pt x="42441" y="9626"/>
                  </a:cubicBezTo>
                  <a:cubicBezTo>
                    <a:pt x="42439" y="9626"/>
                    <a:pt x="42437" y="9627"/>
                    <a:pt x="42435" y="9628"/>
                  </a:cubicBezTo>
                  <a:cubicBezTo>
                    <a:pt x="42401" y="9628"/>
                    <a:pt x="42409" y="9703"/>
                    <a:pt x="42370" y="9703"/>
                  </a:cubicBezTo>
                  <a:cubicBezTo>
                    <a:pt x="42368" y="9703"/>
                    <a:pt x="42365" y="9702"/>
                    <a:pt x="42361" y="9701"/>
                  </a:cubicBezTo>
                  <a:cubicBezTo>
                    <a:pt x="42312" y="9701"/>
                    <a:pt x="42263" y="9665"/>
                    <a:pt x="42263" y="9615"/>
                  </a:cubicBezTo>
                  <a:cubicBezTo>
                    <a:pt x="42275" y="9504"/>
                    <a:pt x="42324" y="9406"/>
                    <a:pt x="42398" y="9332"/>
                  </a:cubicBezTo>
                  <a:cubicBezTo>
                    <a:pt x="42460" y="9258"/>
                    <a:pt x="42497" y="9258"/>
                    <a:pt x="42521" y="9159"/>
                  </a:cubicBezTo>
                  <a:cubicBezTo>
                    <a:pt x="42546" y="9061"/>
                    <a:pt x="42571" y="8975"/>
                    <a:pt x="42620" y="8888"/>
                  </a:cubicBezTo>
                  <a:cubicBezTo>
                    <a:pt x="42650" y="8848"/>
                    <a:pt x="42698" y="8765"/>
                    <a:pt x="42727" y="8765"/>
                  </a:cubicBezTo>
                  <a:cubicBezTo>
                    <a:pt x="42733" y="8765"/>
                    <a:pt x="42739" y="8769"/>
                    <a:pt x="42743" y="8777"/>
                  </a:cubicBezTo>
                  <a:cubicBezTo>
                    <a:pt x="42751" y="8816"/>
                    <a:pt x="42763" y="8835"/>
                    <a:pt x="42781" y="8835"/>
                  </a:cubicBezTo>
                  <a:cubicBezTo>
                    <a:pt x="42791" y="8835"/>
                    <a:pt x="42803" y="8828"/>
                    <a:pt x="42817" y="8814"/>
                  </a:cubicBezTo>
                  <a:cubicBezTo>
                    <a:pt x="42846" y="8795"/>
                    <a:pt x="42852" y="8754"/>
                    <a:pt x="42877" y="8754"/>
                  </a:cubicBezTo>
                  <a:cubicBezTo>
                    <a:pt x="42884" y="8754"/>
                    <a:pt x="42892" y="8757"/>
                    <a:pt x="42903" y="8765"/>
                  </a:cubicBezTo>
                  <a:cubicBezTo>
                    <a:pt x="42941" y="8802"/>
                    <a:pt x="42950" y="8840"/>
                    <a:pt x="42968" y="8840"/>
                  </a:cubicBezTo>
                  <a:cubicBezTo>
                    <a:pt x="42974" y="8840"/>
                    <a:pt x="42981" y="8836"/>
                    <a:pt x="42990" y="8827"/>
                  </a:cubicBezTo>
                  <a:cubicBezTo>
                    <a:pt x="43051" y="8777"/>
                    <a:pt x="43101" y="8716"/>
                    <a:pt x="43162" y="8666"/>
                  </a:cubicBezTo>
                  <a:cubicBezTo>
                    <a:pt x="43201" y="8640"/>
                    <a:pt x="43244" y="8625"/>
                    <a:pt x="43271" y="8625"/>
                  </a:cubicBezTo>
                  <a:cubicBezTo>
                    <a:pt x="43296" y="8625"/>
                    <a:pt x="43309" y="8637"/>
                    <a:pt x="43298" y="8666"/>
                  </a:cubicBezTo>
                  <a:cubicBezTo>
                    <a:pt x="43275" y="8711"/>
                    <a:pt x="43243" y="8868"/>
                    <a:pt x="43274" y="8868"/>
                  </a:cubicBezTo>
                  <a:cubicBezTo>
                    <a:pt x="43277" y="8868"/>
                    <a:pt x="43281" y="8867"/>
                    <a:pt x="43285" y="8864"/>
                  </a:cubicBezTo>
                  <a:cubicBezTo>
                    <a:pt x="43359" y="8790"/>
                    <a:pt x="43446" y="8716"/>
                    <a:pt x="43532" y="8654"/>
                  </a:cubicBezTo>
                  <a:cubicBezTo>
                    <a:pt x="43606" y="8617"/>
                    <a:pt x="43680" y="8580"/>
                    <a:pt x="43766" y="8568"/>
                  </a:cubicBezTo>
                  <a:cubicBezTo>
                    <a:pt x="43802" y="8563"/>
                    <a:pt x="43838" y="8561"/>
                    <a:pt x="43873" y="8561"/>
                  </a:cubicBezTo>
                  <a:cubicBezTo>
                    <a:pt x="43935" y="8561"/>
                    <a:pt x="43995" y="8569"/>
                    <a:pt x="44049" y="8593"/>
                  </a:cubicBezTo>
                  <a:cubicBezTo>
                    <a:pt x="44086" y="8617"/>
                    <a:pt x="44197" y="8790"/>
                    <a:pt x="44246" y="8802"/>
                  </a:cubicBezTo>
                  <a:cubicBezTo>
                    <a:pt x="44250" y="8803"/>
                    <a:pt x="44252" y="8804"/>
                    <a:pt x="44255" y="8804"/>
                  </a:cubicBezTo>
                  <a:cubicBezTo>
                    <a:pt x="44282" y="8804"/>
                    <a:pt x="44274" y="8747"/>
                    <a:pt x="44308" y="8691"/>
                  </a:cubicBezTo>
                  <a:cubicBezTo>
                    <a:pt x="44357" y="8642"/>
                    <a:pt x="44530" y="8543"/>
                    <a:pt x="44616" y="8432"/>
                  </a:cubicBezTo>
                  <a:cubicBezTo>
                    <a:pt x="44715" y="8346"/>
                    <a:pt x="44825" y="8272"/>
                    <a:pt x="44949" y="8211"/>
                  </a:cubicBezTo>
                  <a:cubicBezTo>
                    <a:pt x="45035" y="8149"/>
                    <a:pt x="45491" y="7927"/>
                    <a:pt x="45639" y="7853"/>
                  </a:cubicBezTo>
                  <a:cubicBezTo>
                    <a:pt x="45774" y="7779"/>
                    <a:pt x="45897" y="7718"/>
                    <a:pt x="45873" y="7668"/>
                  </a:cubicBezTo>
                  <a:cubicBezTo>
                    <a:pt x="45866" y="7641"/>
                    <a:pt x="45874" y="7633"/>
                    <a:pt x="45887" y="7633"/>
                  </a:cubicBezTo>
                  <a:cubicBezTo>
                    <a:pt x="45898" y="7633"/>
                    <a:pt x="45911" y="7638"/>
                    <a:pt x="45922" y="7644"/>
                  </a:cubicBezTo>
                  <a:cubicBezTo>
                    <a:pt x="45959" y="7656"/>
                    <a:pt x="45959" y="7718"/>
                    <a:pt x="46021" y="7718"/>
                  </a:cubicBezTo>
                  <a:cubicBezTo>
                    <a:pt x="46107" y="7718"/>
                    <a:pt x="46193" y="7742"/>
                    <a:pt x="46267" y="7792"/>
                  </a:cubicBezTo>
                  <a:cubicBezTo>
                    <a:pt x="46307" y="7816"/>
                    <a:pt x="46337" y="7835"/>
                    <a:pt x="46356" y="7835"/>
                  </a:cubicBezTo>
                  <a:cubicBezTo>
                    <a:pt x="46366" y="7835"/>
                    <a:pt x="46374" y="7829"/>
                    <a:pt x="46378" y="7816"/>
                  </a:cubicBezTo>
                  <a:cubicBezTo>
                    <a:pt x="46403" y="7792"/>
                    <a:pt x="46501" y="7668"/>
                    <a:pt x="46477" y="7619"/>
                  </a:cubicBezTo>
                  <a:cubicBezTo>
                    <a:pt x="46452" y="7582"/>
                    <a:pt x="46452" y="7533"/>
                    <a:pt x="46427" y="7484"/>
                  </a:cubicBezTo>
                  <a:cubicBezTo>
                    <a:pt x="46390" y="7422"/>
                    <a:pt x="46341" y="7373"/>
                    <a:pt x="46279" y="7336"/>
                  </a:cubicBezTo>
                  <a:cubicBezTo>
                    <a:pt x="46218" y="7299"/>
                    <a:pt x="46279" y="7274"/>
                    <a:pt x="46279" y="7237"/>
                  </a:cubicBezTo>
                  <a:cubicBezTo>
                    <a:pt x="46279" y="7151"/>
                    <a:pt x="46255" y="7077"/>
                    <a:pt x="46218" y="7003"/>
                  </a:cubicBezTo>
                  <a:cubicBezTo>
                    <a:pt x="46206" y="6992"/>
                    <a:pt x="46198" y="6987"/>
                    <a:pt x="46192" y="6987"/>
                  </a:cubicBezTo>
                  <a:cubicBezTo>
                    <a:pt x="46175" y="6987"/>
                    <a:pt x="46169" y="7013"/>
                    <a:pt x="46147" y="7013"/>
                  </a:cubicBezTo>
                  <a:cubicBezTo>
                    <a:pt x="46140" y="7013"/>
                    <a:pt x="46131" y="7010"/>
                    <a:pt x="46119" y="7003"/>
                  </a:cubicBezTo>
                  <a:cubicBezTo>
                    <a:pt x="46058" y="6966"/>
                    <a:pt x="45984" y="6905"/>
                    <a:pt x="45984" y="6855"/>
                  </a:cubicBezTo>
                  <a:cubicBezTo>
                    <a:pt x="45971" y="6794"/>
                    <a:pt x="45996" y="6757"/>
                    <a:pt x="45947" y="6757"/>
                  </a:cubicBezTo>
                  <a:cubicBezTo>
                    <a:pt x="45910" y="6757"/>
                    <a:pt x="45910" y="6769"/>
                    <a:pt x="45860" y="6794"/>
                  </a:cubicBezTo>
                  <a:cubicBezTo>
                    <a:pt x="45832" y="6801"/>
                    <a:pt x="45804" y="6808"/>
                    <a:pt x="45777" y="6808"/>
                  </a:cubicBezTo>
                  <a:cubicBezTo>
                    <a:pt x="45758" y="6808"/>
                    <a:pt x="45741" y="6804"/>
                    <a:pt x="45725" y="6794"/>
                  </a:cubicBezTo>
                  <a:cubicBezTo>
                    <a:pt x="45700" y="6757"/>
                    <a:pt x="45626" y="6707"/>
                    <a:pt x="45688" y="6707"/>
                  </a:cubicBezTo>
                  <a:cubicBezTo>
                    <a:pt x="45729" y="6707"/>
                    <a:pt x="45803" y="6718"/>
                    <a:pt x="45833" y="6718"/>
                  </a:cubicBezTo>
                  <a:cubicBezTo>
                    <a:pt x="45848" y="6718"/>
                    <a:pt x="45852" y="6716"/>
                    <a:pt x="45836" y="6707"/>
                  </a:cubicBezTo>
                  <a:cubicBezTo>
                    <a:pt x="45787" y="6683"/>
                    <a:pt x="45676" y="6670"/>
                    <a:pt x="45737" y="6646"/>
                  </a:cubicBezTo>
                  <a:cubicBezTo>
                    <a:pt x="45774" y="6633"/>
                    <a:pt x="45811" y="6627"/>
                    <a:pt x="45847" y="6627"/>
                  </a:cubicBezTo>
                  <a:cubicBezTo>
                    <a:pt x="45882" y="6627"/>
                    <a:pt x="45916" y="6633"/>
                    <a:pt x="45947" y="6646"/>
                  </a:cubicBezTo>
                  <a:cubicBezTo>
                    <a:pt x="46021" y="6683"/>
                    <a:pt x="46033" y="6744"/>
                    <a:pt x="46107" y="6757"/>
                  </a:cubicBezTo>
                  <a:cubicBezTo>
                    <a:pt x="46144" y="6775"/>
                    <a:pt x="46181" y="6784"/>
                    <a:pt x="46218" y="6784"/>
                  </a:cubicBezTo>
                  <a:cubicBezTo>
                    <a:pt x="46255" y="6784"/>
                    <a:pt x="46292" y="6775"/>
                    <a:pt x="46329" y="6757"/>
                  </a:cubicBezTo>
                  <a:cubicBezTo>
                    <a:pt x="46452" y="6695"/>
                    <a:pt x="46698" y="6633"/>
                    <a:pt x="46661" y="6597"/>
                  </a:cubicBezTo>
                  <a:cubicBezTo>
                    <a:pt x="46624" y="6560"/>
                    <a:pt x="46550" y="6547"/>
                    <a:pt x="46612" y="6510"/>
                  </a:cubicBezTo>
                  <a:cubicBezTo>
                    <a:pt x="46674" y="6473"/>
                    <a:pt x="46772" y="6449"/>
                    <a:pt x="46772" y="6412"/>
                  </a:cubicBezTo>
                  <a:cubicBezTo>
                    <a:pt x="46772" y="6362"/>
                    <a:pt x="46661" y="6276"/>
                    <a:pt x="46661" y="6227"/>
                  </a:cubicBezTo>
                  <a:cubicBezTo>
                    <a:pt x="46661" y="6178"/>
                    <a:pt x="46785" y="6116"/>
                    <a:pt x="46785" y="6079"/>
                  </a:cubicBezTo>
                  <a:cubicBezTo>
                    <a:pt x="46788" y="6066"/>
                    <a:pt x="46791" y="6062"/>
                    <a:pt x="46795" y="6062"/>
                  </a:cubicBezTo>
                  <a:cubicBezTo>
                    <a:pt x="46805" y="6062"/>
                    <a:pt x="46821" y="6093"/>
                    <a:pt x="46857" y="6093"/>
                  </a:cubicBezTo>
                  <a:cubicBezTo>
                    <a:pt x="46861" y="6093"/>
                    <a:pt x="46866" y="6092"/>
                    <a:pt x="46871" y="6091"/>
                  </a:cubicBezTo>
                  <a:cubicBezTo>
                    <a:pt x="46895" y="6085"/>
                    <a:pt x="46942" y="6079"/>
                    <a:pt x="46974" y="6079"/>
                  </a:cubicBezTo>
                  <a:cubicBezTo>
                    <a:pt x="47006" y="6079"/>
                    <a:pt x="47025" y="6085"/>
                    <a:pt x="46994" y="6104"/>
                  </a:cubicBezTo>
                  <a:cubicBezTo>
                    <a:pt x="46920" y="6141"/>
                    <a:pt x="46846" y="6190"/>
                    <a:pt x="46895" y="6239"/>
                  </a:cubicBezTo>
                  <a:cubicBezTo>
                    <a:pt x="46932" y="6276"/>
                    <a:pt x="46969" y="6325"/>
                    <a:pt x="46969" y="6362"/>
                  </a:cubicBezTo>
                  <a:cubicBezTo>
                    <a:pt x="46969" y="6405"/>
                    <a:pt x="46942" y="6439"/>
                    <a:pt x="46991" y="6439"/>
                  </a:cubicBezTo>
                  <a:cubicBezTo>
                    <a:pt x="46998" y="6439"/>
                    <a:pt x="47007" y="6438"/>
                    <a:pt x="47019" y="6436"/>
                  </a:cubicBezTo>
                  <a:cubicBezTo>
                    <a:pt x="47105" y="6412"/>
                    <a:pt x="47204" y="6387"/>
                    <a:pt x="47302" y="6387"/>
                  </a:cubicBezTo>
                  <a:cubicBezTo>
                    <a:pt x="47314" y="6381"/>
                    <a:pt x="47324" y="6378"/>
                    <a:pt x="47333" y="6378"/>
                  </a:cubicBezTo>
                  <a:cubicBezTo>
                    <a:pt x="47342" y="6378"/>
                    <a:pt x="47351" y="6381"/>
                    <a:pt x="47364" y="6387"/>
                  </a:cubicBezTo>
                  <a:lnTo>
                    <a:pt x="47364" y="5204"/>
                  </a:lnTo>
                  <a:cubicBezTo>
                    <a:pt x="47314" y="5180"/>
                    <a:pt x="47265" y="5155"/>
                    <a:pt x="47228" y="5118"/>
                  </a:cubicBezTo>
                  <a:cubicBezTo>
                    <a:pt x="47179" y="5069"/>
                    <a:pt x="47117" y="5032"/>
                    <a:pt x="47043" y="5019"/>
                  </a:cubicBezTo>
                  <a:cubicBezTo>
                    <a:pt x="46982" y="5007"/>
                    <a:pt x="46982" y="4995"/>
                    <a:pt x="46920" y="4933"/>
                  </a:cubicBezTo>
                  <a:cubicBezTo>
                    <a:pt x="46809" y="4872"/>
                    <a:pt x="46698" y="4822"/>
                    <a:pt x="46587" y="4785"/>
                  </a:cubicBezTo>
                  <a:cubicBezTo>
                    <a:pt x="46538" y="4748"/>
                    <a:pt x="46501" y="4674"/>
                    <a:pt x="46403" y="4625"/>
                  </a:cubicBezTo>
                  <a:cubicBezTo>
                    <a:pt x="46292" y="4563"/>
                    <a:pt x="45934" y="4465"/>
                    <a:pt x="45860" y="4428"/>
                  </a:cubicBezTo>
                  <a:cubicBezTo>
                    <a:pt x="45774" y="4403"/>
                    <a:pt x="45774" y="4354"/>
                    <a:pt x="45688" y="4354"/>
                  </a:cubicBezTo>
                  <a:cubicBezTo>
                    <a:pt x="45602" y="4354"/>
                    <a:pt x="45170" y="4329"/>
                    <a:pt x="45121" y="4317"/>
                  </a:cubicBezTo>
                  <a:cubicBezTo>
                    <a:pt x="45078" y="4300"/>
                    <a:pt x="45071" y="4282"/>
                    <a:pt x="45062" y="4282"/>
                  </a:cubicBezTo>
                  <a:cubicBezTo>
                    <a:pt x="45059" y="4282"/>
                    <a:pt x="45054" y="4285"/>
                    <a:pt x="45047" y="4292"/>
                  </a:cubicBezTo>
                  <a:cubicBezTo>
                    <a:pt x="45010" y="4317"/>
                    <a:pt x="45047" y="4354"/>
                    <a:pt x="44998" y="4354"/>
                  </a:cubicBezTo>
                  <a:cubicBezTo>
                    <a:pt x="44949" y="4342"/>
                    <a:pt x="44628" y="4243"/>
                    <a:pt x="44517" y="4231"/>
                  </a:cubicBezTo>
                  <a:cubicBezTo>
                    <a:pt x="44490" y="4224"/>
                    <a:pt x="44465" y="4221"/>
                    <a:pt x="44444" y="4221"/>
                  </a:cubicBezTo>
                  <a:cubicBezTo>
                    <a:pt x="44388" y="4221"/>
                    <a:pt x="44354" y="4241"/>
                    <a:pt x="44345" y="4268"/>
                  </a:cubicBezTo>
                  <a:cubicBezTo>
                    <a:pt x="44333" y="4317"/>
                    <a:pt x="44308" y="4366"/>
                    <a:pt x="44271" y="4403"/>
                  </a:cubicBezTo>
                  <a:cubicBezTo>
                    <a:pt x="44259" y="4416"/>
                    <a:pt x="44271" y="4453"/>
                    <a:pt x="44308" y="4453"/>
                  </a:cubicBezTo>
                  <a:cubicBezTo>
                    <a:pt x="44370" y="4502"/>
                    <a:pt x="44431" y="4563"/>
                    <a:pt x="44456" y="4637"/>
                  </a:cubicBezTo>
                  <a:cubicBezTo>
                    <a:pt x="44480" y="4687"/>
                    <a:pt x="44493" y="4711"/>
                    <a:pt x="44431" y="4761"/>
                  </a:cubicBezTo>
                  <a:cubicBezTo>
                    <a:pt x="44370" y="4810"/>
                    <a:pt x="44357" y="4847"/>
                    <a:pt x="44283" y="4847"/>
                  </a:cubicBezTo>
                  <a:cubicBezTo>
                    <a:pt x="44259" y="4847"/>
                    <a:pt x="44230" y="4851"/>
                    <a:pt x="44202" y="4851"/>
                  </a:cubicBezTo>
                  <a:cubicBezTo>
                    <a:pt x="44159" y="4851"/>
                    <a:pt x="44116" y="4842"/>
                    <a:pt x="44086" y="4798"/>
                  </a:cubicBezTo>
                  <a:cubicBezTo>
                    <a:pt x="44037" y="4736"/>
                    <a:pt x="44099" y="4736"/>
                    <a:pt x="43988" y="4699"/>
                  </a:cubicBezTo>
                  <a:cubicBezTo>
                    <a:pt x="43877" y="4650"/>
                    <a:pt x="43803" y="4662"/>
                    <a:pt x="43803" y="4600"/>
                  </a:cubicBezTo>
                  <a:cubicBezTo>
                    <a:pt x="43803" y="4539"/>
                    <a:pt x="43815" y="4514"/>
                    <a:pt x="43791" y="4490"/>
                  </a:cubicBezTo>
                  <a:cubicBezTo>
                    <a:pt x="43766" y="4453"/>
                    <a:pt x="43754" y="4453"/>
                    <a:pt x="43717" y="4440"/>
                  </a:cubicBezTo>
                  <a:cubicBezTo>
                    <a:pt x="43688" y="4421"/>
                    <a:pt x="43674" y="4395"/>
                    <a:pt x="43653" y="4395"/>
                  </a:cubicBezTo>
                  <a:cubicBezTo>
                    <a:pt x="43646" y="4395"/>
                    <a:pt x="43639" y="4398"/>
                    <a:pt x="43630" y="4403"/>
                  </a:cubicBezTo>
                  <a:cubicBezTo>
                    <a:pt x="43593" y="4453"/>
                    <a:pt x="43544" y="4477"/>
                    <a:pt x="43495" y="4490"/>
                  </a:cubicBezTo>
                  <a:cubicBezTo>
                    <a:pt x="43454" y="4494"/>
                    <a:pt x="43414" y="4497"/>
                    <a:pt x="43373" y="4497"/>
                  </a:cubicBezTo>
                  <a:cubicBezTo>
                    <a:pt x="43303" y="4497"/>
                    <a:pt x="43232" y="4488"/>
                    <a:pt x="43162" y="4465"/>
                  </a:cubicBezTo>
                  <a:cubicBezTo>
                    <a:pt x="43064" y="4440"/>
                    <a:pt x="42854" y="4440"/>
                    <a:pt x="42731" y="4416"/>
                  </a:cubicBezTo>
                  <a:cubicBezTo>
                    <a:pt x="42652" y="4398"/>
                    <a:pt x="42629" y="4381"/>
                    <a:pt x="42579" y="4381"/>
                  </a:cubicBezTo>
                  <a:cubicBezTo>
                    <a:pt x="42558" y="4381"/>
                    <a:pt x="42533" y="4384"/>
                    <a:pt x="42497" y="4391"/>
                  </a:cubicBezTo>
                  <a:cubicBezTo>
                    <a:pt x="42456" y="4399"/>
                    <a:pt x="42419" y="4401"/>
                    <a:pt x="42386" y="4401"/>
                  </a:cubicBezTo>
                  <a:cubicBezTo>
                    <a:pt x="42370" y="4401"/>
                    <a:pt x="42355" y="4400"/>
                    <a:pt x="42341" y="4400"/>
                  </a:cubicBezTo>
                  <a:cubicBezTo>
                    <a:pt x="42300" y="4400"/>
                    <a:pt x="42269" y="4403"/>
                    <a:pt x="42250" y="4428"/>
                  </a:cubicBezTo>
                  <a:cubicBezTo>
                    <a:pt x="42213" y="4477"/>
                    <a:pt x="42164" y="4453"/>
                    <a:pt x="42164" y="4588"/>
                  </a:cubicBezTo>
                  <a:cubicBezTo>
                    <a:pt x="42164" y="4692"/>
                    <a:pt x="42182" y="4769"/>
                    <a:pt x="42172" y="4769"/>
                  </a:cubicBezTo>
                  <a:cubicBezTo>
                    <a:pt x="42171" y="4769"/>
                    <a:pt x="42168" y="4766"/>
                    <a:pt x="42164" y="4761"/>
                  </a:cubicBezTo>
                  <a:cubicBezTo>
                    <a:pt x="42127" y="4687"/>
                    <a:pt x="42090" y="4613"/>
                    <a:pt x="42078" y="4527"/>
                  </a:cubicBezTo>
                  <a:cubicBezTo>
                    <a:pt x="42066" y="4477"/>
                    <a:pt x="41992" y="4440"/>
                    <a:pt x="41942" y="4416"/>
                  </a:cubicBezTo>
                  <a:cubicBezTo>
                    <a:pt x="41893" y="4391"/>
                    <a:pt x="41733" y="4416"/>
                    <a:pt x="41757" y="4329"/>
                  </a:cubicBezTo>
                  <a:cubicBezTo>
                    <a:pt x="41794" y="4231"/>
                    <a:pt x="41819" y="4157"/>
                    <a:pt x="41831" y="4120"/>
                  </a:cubicBezTo>
                  <a:cubicBezTo>
                    <a:pt x="41844" y="4083"/>
                    <a:pt x="41831" y="4021"/>
                    <a:pt x="41757" y="3960"/>
                  </a:cubicBezTo>
                  <a:cubicBezTo>
                    <a:pt x="41674" y="3900"/>
                    <a:pt x="41369" y="3700"/>
                    <a:pt x="41137" y="3700"/>
                  </a:cubicBezTo>
                  <a:cubicBezTo>
                    <a:pt x="41130" y="3700"/>
                    <a:pt x="41123" y="3701"/>
                    <a:pt x="41117" y="3701"/>
                  </a:cubicBezTo>
                  <a:cubicBezTo>
                    <a:pt x="40883" y="3726"/>
                    <a:pt x="40464" y="3849"/>
                    <a:pt x="40254" y="3849"/>
                  </a:cubicBezTo>
                  <a:cubicBezTo>
                    <a:pt x="40045" y="3849"/>
                    <a:pt x="39934" y="3837"/>
                    <a:pt x="39897" y="3800"/>
                  </a:cubicBezTo>
                  <a:cubicBezTo>
                    <a:pt x="39872" y="3775"/>
                    <a:pt x="39872" y="3763"/>
                    <a:pt x="39922" y="3738"/>
                  </a:cubicBezTo>
                  <a:cubicBezTo>
                    <a:pt x="39959" y="3726"/>
                    <a:pt x="39946" y="3713"/>
                    <a:pt x="39885" y="3676"/>
                  </a:cubicBezTo>
                  <a:cubicBezTo>
                    <a:pt x="39839" y="3642"/>
                    <a:pt x="39772" y="3576"/>
                    <a:pt x="39685" y="3576"/>
                  </a:cubicBezTo>
                  <a:cubicBezTo>
                    <a:pt x="39678" y="3576"/>
                    <a:pt x="39670" y="3577"/>
                    <a:pt x="39663" y="3578"/>
                  </a:cubicBezTo>
                  <a:cubicBezTo>
                    <a:pt x="39564" y="3590"/>
                    <a:pt x="39515" y="3627"/>
                    <a:pt x="39466" y="3627"/>
                  </a:cubicBezTo>
                  <a:cubicBezTo>
                    <a:pt x="39416" y="3627"/>
                    <a:pt x="39466" y="3615"/>
                    <a:pt x="39527" y="3590"/>
                  </a:cubicBezTo>
                  <a:cubicBezTo>
                    <a:pt x="39589" y="3553"/>
                    <a:pt x="39614" y="3504"/>
                    <a:pt x="39540" y="3504"/>
                  </a:cubicBezTo>
                  <a:cubicBezTo>
                    <a:pt x="39482" y="3504"/>
                    <a:pt x="39457" y="3520"/>
                    <a:pt x="39440" y="3520"/>
                  </a:cubicBezTo>
                  <a:cubicBezTo>
                    <a:pt x="39431" y="3520"/>
                    <a:pt x="39425" y="3516"/>
                    <a:pt x="39416" y="3504"/>
                  </a:cubicBezTo>
                  <a:cubicBezTo>
                    <a:pt x="39392" y="3455"/>
                    <a:pt x="39404" y="3492"/>
                    <a:pt x="39330" y="3455"/>
                  </a:cubicBezTo>
                  <a:cubicBezTo>
                    <a:pt x="39269" y="3430"/>
                    <a:pt x="39232" y="3430"/>
                    <a:pt x="39195" y="3393"/>
                  </a:cubicBezTo>
                  <a:cubicBezTo>
                    <a:pt x="39170" y="3356"/>
                    <a:pt x="39145" y="3319"/>
                    <a:pt x="39195" y="3319"/>
                  </a:cubicBezTo>
                  <a:cubicBezTo>
                    <a:pt x="39232" y="3325"/>
                    <a:pt x="39272" y="3328"/>
                    <a:pt x="39312" y="3328"/>
                  </a:cubicBezTo>
                  <a:cubicBezTo>
                    <a:pt x="39352" y="3328"/>
                    <a:pt x="39392" y="3325"/>
                    <a:pt x="39429" y="3319"/>
                  </a:cubicBezTo>
                  <a:cubicBezTo>
                    <a:pt x="39441" y="3294"/>
                    <a:pt x="39466" y="3270"/>
                    <a:pt x="39392" y="3220"/>
                  </a:cubicBezTo>
                  <a:cubicBezTo>
                    <a:pt x="39318" y="3147"/>
                    <a:pt x="39207" y="3097"/>
                    <a:pt x="39096" y="3097"/>
                  </a:cubicBezTo>
                  <a:cubicBezTo>
                    <a:pt x="38970" y="3089"/>
                    <a:pt x="38875" y="3061"/>
                    <a:pt x="38809" y="3061"/>
                  </a:cubicBezTo>
                  <a:cubicBezTo>
                    <a:pt x="38772" y="3061"/>
                    <a:pt x="38744" y="3070"/>
                    <a:pt x="38726" y="3097"/>
                  </a:cubicBezTo>
                  <a:cubicBezTo>
                    <a:pt x="38640" y="3220"/>
                    <a:pt x="38517" y="3319"/>
                    <a:pt x="38381" y="3393"/>
                  </a:cubicBezTo>
                  <a:cubicBezTo>
                    <a:pt x="38283" y="3393"/>
                    <a:pt x="38258" y="3393"/>
                    <a:pt x="38258" y="3356"/>
                  </a:cubicBezTo>
                  <a:cubicBezTo>
                    <a:pt x="38271" y="3319"/>
                    <a:pt x="38258" y="3282"/>
                    <a:pt x="38307" y="3282"/>
                  </a:cubicBezTo>
                  <a:cubicBezTo>
                    <a:pt x="38328" y="3282"/>
                    <a:pt x="38349" y="3283"/>
                    <a:pt x="38366" y="3283"/>
                  </a:cubicBezTo>
                  <a:cubicBezTo>
                    <a:pt x="38402" y="3283"/>
                    <a:pt x="38427" y="3278"/>
                    <a:pt x="38418" y="3245"/>
                  </a:cubicBezTo>
                  <a:cubicBezTo>
                    <a:pt x="38406" y="3208"/>
                    <a:pt x="38394" y="3171"/>
                    <a:pt x="38381" y="3134"/>
                  </a:cubicBezTo>
                  <a:cubicBezTo>
                    <a:pt x="38361" y="3114"/>
                    <a:pt x="38374" y="3094"/>
                    <a:pt x="38339" y="3094"/>
                  </a:cubicBezTo>
                  <a:cubicBezTo>
                    <a:pt x="38331" y="3094"/>
                    <a:pt x="38321" y="3095"/>
                    <a:pt x="38307" y="3097"/>
                  </a:cubicBezTo>
                  <a:cubicBezTo>
                    <a:pt x="38247" y="3106"/>
                    <a:pt x="38179" y="3115"/>
                    <a:pt x="38110" y="3115"/>
                  </a:cubicBezTo>
                  <a:cubicBezTo>
                    <a:pt x="38082" y="3115"/>
                    <a:pt x="38053" y="3113"/>
                    <a:pt x="38024" y="3110"/>
                  </a:cubicBezTo>
                  <a:cubicBezTo>
                    <a:pt x="38035" y="3098"/>
                    <a:pt x="38166" y="3007"/>
                    <a:pt x="38228" y="3007"/>
                  </a:cubicBezTo>
                  <a:cubicBezTo>
                    <a:pt x="38235" y="3007"/>
                    <a:pt x="38241" y="3009"/>
                    <a:pt x="38246" y="3011"/>
                  </a:cubicBezTo>
                  <a:cubicBezTo>
                    <a:pt x="38307" y="3023"/>
                    <a:pt x="38357" y="3036"/>
                    <a:pt x="38418" y="3036"/>
                  </a:cubicBezTo>
                  <a:cubicBezTo>
                    <a:pt x="38520" y="3051"/>
                    <a:pt x="38641" y="3067"/>
                    <a:pt x="38682" y="3067"/>
                  </a:cubicBezTo>
                  <a:cubicBezTo>
                    <a:pt x="38706" y="3067"/>
                    <a:pt x="38702" y="3062"/>
                    <a:pt x="38652" y="3048"/>
                  </a:cubicBezTo>
                  <a:cubicBezTo>
                    <a:pt x="38517" y="2999"/>
                    <a:pt x="38381" y="2962"/>
                    <a:pt x="38234" y="2937"/>
                  </a:cubicBezTo>
                  <a:cubicBezTo>
                    <a:pt x="38123" y="2937"/>
                    <a:pt x="37691" y="2851"/>
                    <a:pt x="37568" y="2851"/>
                  </a:cubicBezTo>
                  <a:cubicBezTo>
                    <a:pt x="37555" y="2854"/>
                    <a:pt x="37541" y="2856"/>
                    <a:pt x="37526" y="2856"/>
                  </a:cubicBezTo>
                  <a:cubicBezTo>
                    <a:pt x="37486" y="2856"/>
                    <a:pt x="37441" y="2844"/>
                    <a:pt x="37396" y="2826"/>
                  </a:cubicBezTo>
                  <a:cubicBezTo>
                    <a:pt x="37338" y="2807"/>
                    <a:pt x="37266" y="2765"/>
                    <a:pt x="37236" y="2765"/>
                  </a:cubicBezTo>
                  <a:cubicBezTo>
                    <a:pt x="37228" y="2765"/>
                    <a:pt x="37223" y="2769"/>
                    <a:pt x="37223" y="2777"/>
                  </a:cubicBezTo>
                  <a:cubicBezTo>
                    <a:pt x="37223" y="2814"/>
                    <a:pt x="37285" y="2863"/>
                    <a:pt x="37236" y="2900"/>
                  </a:cubicBezTo>
                  <a:cubicBezTo>
                    <a:pt x="37199" y="2937"/>
                    <a:pt x="37014" y="2925"/>
                    <a:pt x="36927" y="2962"/>
                  </a:cubicBezTo>
                  <a:cubicBezTo>
                    <a:pt x="36854" y="3011"/>
                    <a:pt x="36829" y="3060"/>
                    <a:pt x="36841" y="3097"/>
                  </a:cubicBezTo>
                  <a:cubicBezTo>
                    <a:pt x="36851" y="3128"/>
                    <a:pt x="36862" y="3150"/>
                    <a:pt x="36885" y="3150"/>
                  </a:cubicBezTo>
                  <a:cubicBezTo>
                    <a:pt x="36891" y="3150"/>
                    <a:pt x="36896" y="3149"/>
                    <a:pt x="36903" y="3147"/>
                  </a:cubicBezTo>
                  <a:cubicBezTo>
                    <a:pt x="36930" y="3138"/>
                    <a:pt x="37014" y="3103"/>
                    <a:pt x="37040" y="3103"/>
                  </a:cubicBezTo>
                  <a:cubicBezTo>
                    <a:pt x="37051" y="3103"/>
                    <a:pt x="37052" y="3108"/>
                    <a:pt x="37038" y="3122"/>
                  </a:cubicBezTo>
                  <a:cubicBezTo>
                    <a:pt x="36989" y="3159"/>
                    <a:pt x="36927" y="3196"/>
                    <a:pt x="36952" y="3245"/>
                  </a:cubicBezTo>
                  <a:cubicBezTo>
                    <a:pt x="36989" y="3294"/>
                    <a:pt x="36940" y="3331"/>
                    <a:pt x="36964" y="3393"/>
                  </a:cubicBezTo>
                  <a:cubicBezTo>
                    <a:pt x="37001" y="3442"/>
                    <a:pt x="37088" y="3492"/>
                    <a:pt x="37026" y="3492"/>
                  </a:cubicBezTo>
                  <a:cubicBezTo>
                    <a:pt x="36976" y="3500"/>
                    <a:pt x="36902" y="3520"/>
                    <a:pt x="36849" y="3520"/>
                  </a:cubicBezTo>
                  <a:cubicBezTo>
                    <a:pt x="36824" y="3520"/>
                    <a:pt x="36804" y="3516"/>
                    <a:pt x="36792" y="3504"/>
                  </a:cubicBezTo>
                  <a:cubicBezTo>
                    <a:pt x="36743" y="3467"/>
                    <a:pt x="36767" y="3467"/>
                    <a:pt x="36792" y="3455"/>
                  </a:cubicBezTo>
                  <a:cubicBezTo>
                    <a:pt x="36804" y="3442"/>
                    <a:pt x="36792" y="3418"/>
                    <a:pt x="36730" y="3418"/>
                  </a:cubicBezTo>
                  <a:cubicBezTo>
                    <a:pt x="36686" y="3418"/>
                    <a:pt x="36590" y="3468"/>
                    <a:pt x="36536" y="3468"/>
                  </a:cubicBezTo>
                  <a:cubicBezTo>
                    <a:pt x="36530" y="3468"/>
                    <a:pt x="36525" y="3468"/>
                    <a:pt x="36521" y="3467"/>
                  </a:cubicBezTo>
                  <a:cubicBezTo>
                    <a:pt x="36487" y="3458"/>
                    <a:pt x="36419" y="3439"/>
                    <a:pt x="36387" y="3439"/>
                  </a:cubicBezTo>
                  <a:cubicBezTo>
                    <a:pt x="36372" y="3439"/>
                    <a:pt x="36365" y="3443"/>
                    <a:pt x="36373" y="3455"/>
                  </a:cubicBezTo>
                  <a:cubicBezTo>
                    <a:pt x="36398" y="3479"/>
                    <a:pt x="36385" y="3479"/>
                    <a:pt x="36472" y="3492"/>
                  </a:cubicBezTo>
                  <a:cubicBezTo>
                    <a:pt x="36546" y="3504"/>
                    <a:pt x="36632" y="3553"/>
                    <a:pt x="36595" y="3602"/>
                  </a:cubicBezTo>
                  <a:cubicBezTo>
                    <a:pt x="36563" y="3626"/>
                    <a:pt x="36531" y="3645"/>
                    <a:pt x="36499" y="3645"/>
                  </a:cubicBezTo>
                  <a:cubicBezTo>
                    <a:pt x="36481" y="3645"/>
                    <a:pt x="36464" y="3640"/>
                    <a:pt x="36447" y="3627"/>
                  </a:cubicBezTo>
                  <a:cubicBezTo>
                    <a:pt x="36398" y="3590"/>
                    <a:pt x="36435" y="3541"/>
                    <a:pt x="36410" y="3504"/>
                  </a:cubicBezTo>
                  <a:cubicBezTo>
                    <a:pt x="36373" y="3479"/>
                    <a:pt x="36336" y="3492"/>
                    <a:pt x="36274" y="3479"/>
                  </a:cubicBezTo>
                  <a:cubicBezTo>
                    <a:pt x="36193" y="3449"/>
                    <a:pt x="36112" y="3427"/>
                    <a:pt x="36024" y="3427"/>
                  </a:cubicBezTo>
                  <a:cubicBezTo>
                    <a:pt x="36005" y="3427"/>
                    <a:pt x="35986" y="3428"/>
                    <a:pt x="35966" y="3430"/>
                  </a:cubicBezTo>
                  <a:cubicBezTo>
                    <a:pt x="35843" y="3455"/>
                    <a:pt x="35856" y="3442"/>
                    <a:pt x="35794" y="3492"/>
                  </a:cubicBezTo>
                  <a:cubicBezTo>
                    <a:pt x="35750" y="3527"/>
                    <a:pt x="35731" y="3556"/>
                    <a:pt x="35683" y="3556"/>
                  </a:cubicBezTo>
                  <a:cubicBezTo>
                    <a:pt x="35664" y="3556"/>
                    <a:pt x="35641" y="3551"/>
                    <a:pt x="35609" y="3541"/>
                  </a:cubicBezTo>
                  <a:cubicBezTo>
                    <a:pt x="35511" y="3504"/>
                    <a:pt x="35412" y="3430"/>
                    <a:pt x="35350" y="3344"/>
                  </a:cubicBezTo>
                  <a:cubicBezTo>
                    <a:pt x="35318" y="3287"/>
                    <a:pt x="35312" y="3257"/>
                    <a:pt x="35302" y="3257"/>
                  </a:cubicBezTo>
                  <a:cubicBezTo>
                    <a:pt x="35296" y="3257"/>
                    <a:pt x="35289" y="3265"/>
                    <a:pt x="35276" y="3282"/>
                  </a:cubicBezTo>
                  <a:cubicBezTo>
                    <a:pt x="35227" y="3356"/>
                    <a:pt x="35166" y="3430"/>
                    <a:pt x="35129" y="3504"/>
                  </a:cubicBezTo>
                  <a:cubicBezTo>
                    <a:pt x="35092" y="3565"/>
                    <a:pt x="35042" y="3750"/>
                    <a:pt x="34993" y="3800"/>
                  </a:cubicBezTo>
                  <a:cubicBezTo>
                    <a:pt x="34953" y="3824"/>
                    <a:pt x="34960" y="3842"/>
                    <a:pt x="34942" y="3842"/>
                  </a:cubicBezTo>
                  <a:cubicBezTo>
                    <a:pt x="34933" y="3842"/>
                    <a:pt x="34917" y="3837"/>
                    <a:pt x="34882" y="3824"/>
                  </a:cubicBezTo>
                  <a:cubicBezTo>
                    <a:pt x="34759" y="3787"/>
                    <a:pt x="34648" y="3713"/>
                    <a:pt x="34562" y="3627"/>
                  </a:cubicBezTo>
                  <a:cubicBezTo>
                    <a:pt x="34488" y="3504"/>
                    <a:pt x="34402" y="3393"/>
                    <a:pt x="34303" y="3294"/>
                  </a:cubicBezTo>
                  <a:cubicBezTo>
                    <a:pt x="34254" y="3245"/>
                    <a:pt x="34192" y="3171"/>
                    <a:pt x="34204" y="3147"/>
                  </a:cubicBezTo>
                  <a:cubicBezTo>
                    <a:pt x="34211" y="3136"/>
                    <a:pt x="34221" y="3133"/>
                    <a:pt x="34232" y="3133"/>
                  </a:cubicBezTo>
                  <a:cubicBezTo>
                    <a:pt x="34262" y="3133"/>
                    <a:pt x="34304" y="3159"/>
                    <a:pt x="34340" y="3159"/>
                  </a:cubicBezTo>
                  <a:cubicBezTo>
                    <a:pt x="34344" y="3160"/>
                    <a:pt x="34350" y="3160"/>
                    <a:pt x="34355" y="3160"/>
                  </a:cubicBezTo>
                  <a:cubicBezTo>
                    <a:pt x="34417" y="3160"/>
                    <a:pt x="34555" y="3104"/>
                    <a:pt x="34488" y="3048"/>
                  </a:cubicBezTo>
                  <a:cubicBezTo>
                    <a:pt x="34439" y="2999"/>
                    <a:pt x="34365" y="2974"/>
                    <a:pt x="34303" y="2949"/>
                  </a:cubicBezTo>
                  <a:cubicBezTo>
                    <a:pt x="34266" y="2925"/>
                    <a:pt x="34254" y="2912"/>
                    <a:pt x="34315" y="2900"/>
                  </a:cubicBezTo>
                  <a:cubicBezTo>
                    <a:pt x="34365" y="2888"/>
                    <a:pt x="34439" y="2838"/>
                    <a:pt x="34365" y="2802"/>
                  </a:cubicBezTo>
                  <a:cubicBezTo>
                    <a:pt x="34303" y="2765"/>
                    <a:pt x="34229" y="2777"/>
                    <a:pt x="34291" y="2740"/>
                  </a:cubicBezTo>
                  <a:cubicBezTo>
                    <a:pt x="34340" y="2691"/>
                    <a:pt x="34451" y="2604"/>
                    <a:pt x="34340" y="2567"/>
                  </a:cubicBezTo>
                  <a:cubicBezTo>
                    <a:pt x="34241" y="2530"/>
                    <a:pt x="34266" y="2555"/>
                    <a:pt x="34204" y="2493"/>
                  </a:cubicBezTo>
                  <a:cubicBezTo>
                    <a:pt x="34162" y="2451"/>
                    <a:pt x="34110" y="2417"/>
                    <a:pt x="34048" y="2417"/>
                  </a:cubicBezTo>
                  <a:cubicBezTo>
                    <a:pt x="34039" y="2417"/>
                    <a:pt x="34029" y="2418"/>
                    <a:pt x="34020" y="2420"/>
                  </a:cubicBezTo>
                  <a:cubicBezTo>
                    <a:pt x="33985" y="2420"/>
                    <a:pt x="33961" y="2418"/>
                    <a:pt x="33941" y="2418"/>
                  </a:cubicBezTo>
                  <a:cubicBezTo>
                    <a:pt x="33912" y="2418"/>
                    <a:pt x="33894" y="2422"/>
                    <a:pt x="33872" y="2444"/>
                  </a:cubicBezTo>
                  <a:cubicBezTo>
                    <a:pt x="33834" y="2482"/>
                    <a:pt x="33825" y="2498"/>
                    <a:pt x="33812" y="2498"/>
                  </a:cubicBezTo>
                  <a:cubicBezTo>
                    <a:pt x="33808" y="2498"/>
                    <a:pt x="33804" y="2496"/>
                    <a:pt x="33798" y="2493"/>
                  </a:cubicBezTo>
                  <a:cubicBezTo>
                    <a:pt x="33761" y="2469"/>
                    <a:pt x="33798" y="2444"/>
                    <a:pt x="33736" y="2432"/>
                  </a:cubicBezTo>
                  <a:cubicBezTo>
                    <a:pt x="33729" y="2430"/>
                    <a:pt x="33721" y="2430"/>
                    <a:pt x="33714" y="2430"/>
                  </a:cubicBezTo>
                  <a:cubicBezTo>
                    <a:pt x="33683" y="2430"/>
                    <a:pt x="33650" y="2439"/>
                    <a:pt x="33616" y="2439"/>
                  </a:cubicBezTo>
                  <a:cubicBezTo>
                    <a:pt x="33587" y="2439"/>
                    <a:pt x="33557" y="2432"/>
                    <a:pt x="33527" y="2407"/>
                  </a:cubicBezTo>
                  <a:cubicBezTo>
                    <a:pt x="33465" y="2346"/>
                    <a:pt x="33391" y="2346"/>
                    <a:pt x="33367" y="2296"/>
                  </a:cubicBezTo>
                  <a:cubicBezTo>
                    <a:pt x="33344" y="2266"/>
                    <a:pt x="33349" y="2245"/>
                    <a:pt x="33339" y="2245"/>
                  </a:cubicBezTo>
                  <a:cubicBezTo>
                    <a:pt x="33333" y="2245"/>
                    <a:pt x="33321" y="2253"/>
                    <a:pt x="33293" y="2272"/>
                  </a:cubicBezTo>
                  <a:cubicBezTo>
                    <a:pt x="33219" y="2321"/>
                    <a:pt x="33219" y="2333"/>
                    <a:pt x="33194" y="2333"/>
                  </a:cubicBezTo>
                  <a:cubicBezTo>
                    <a:pt x="33174" y="2333"/>
                    <a:pt x="33163" y="2302"/>
                    <a:pt x="33140" y="2302"/>
                  </a:cubicBezTo>
                  <a:cubicBezTo>
                    <a:pt x="33134" y="2302"/>
                    <a:pt x="33128" y="2304"/>
                    <a:pt x="33120" y="2309"/>
                  </a:cubicBezTo>
                  <a:cubicBezTo>
                    <a:pt x="33096" y="2333"/>
                    <a:pt x="33009" y="2407"/>
                    <a:pt x="33034" y="2481"/>
                  </a:cubicBezTo>
                  <a:cubicBezTo>
                    <a:pt x="33046" y="2555"/>
                    <a:pt x="33120" y="2530"/>
                    <a:pt x="33071" y="2604"/>
                  </a:cubicBezTo>
                  <a:cubicBezTo>
                    <a:pt x="33034" y="2678"/>
                    <a:pt x="33083" y="2691"/>
                    <a:pt x="33022" y="2691"/>
                  </a:cubicBezTo>
                  <a:cubicBezTo>
                    <a:pt x="32948" y="2691"/>
                    <a:pt x="32837" y="2703"/>
                    <a:pt x="32861" y="2715"/>
                  </a:cubicBezTo>
                  <a:cubicBezTo>
                    <a:pt x="32895" y="2726"/>
                    <a:pt x="33061" y="2778"/>
                    <a:pt x="33035" y="2778"/>
                  </a:cubicBezTo>
                  <a:cubicBezTo>
                    <a:pt x="33033" y="2778"/>
                    <a:pt x="33028" y="2778"/>
                    <a:pt x="33022" y="2777"/>
                  </a:cubicBezTo>
                  <a:cubicBezTo>
                    <a:pt x="32960" y="2765"/>
                    <a:pt x="32898" y="2752"/>
                    <a:pt x="32849" y="2740"/>
                  </a:cubicBezTo>
                  <a:cubicBezTo>
                    <a:pt x="32738" y="2715"/>
                    <a:pt x="32369" y="2728"/>
                    <a:pt x="32319" y="2703"/>
                  </a:cubicBezTo>
                  <a:cubicBezTo>
                    <a:pt x="32270" y="2666"/>
                    <a:pt x="32270" y="2629"/>
                    <a:pt x="32233" y="2629"/>
                  </a:cubicBezTo>
                  <a:cubicBezTo>
                    <a:pt x="32203" y="2629"/>
                    <a:pt x="32166" y="2661"/>
                    <a:pt x="32121" y="2661"/>
                  </a:cubicBezTo>
                  <a:cubicBezTo>
                    <a:pt x="32109" y="2661"/>
                    <a:pt x="32098" y="2659"/>
                    <a:pt x="32085" y="2654"/>
                  </a:cubicBezTo>
                  <a:cubicBezTo>
                    <a:pt x="32024" y="2641"/>
                    <a:pt x="31839" y="2592"/>
                    <a:pt x="31851" y="2530"/>
                  </a:cubicBezTo>
                  <a:cubicBezTo>
                    <a:pt x="31863" y="2481"/>
                    <a:pt x="31987" y="2469"/>
                    <a:pt x="31950" y="2432"/>
                  </a:cubicBezTo>
                  <a:cubicBezTo>
                    <a:pt x="31922" y="2404"/>
                    <a:pt x="31887" y="2390"/>
                    <a:pt x="31851" y="2390"/>
                  </a:cubicBezTo>
                  <a:cubicBezTo>
                    <a:pt x="31839" y="2390"/>
                    <a:pt x="31826" y="2392"/>
                    <a:pt x="31814" y="2395"/>
                  </a:cubicBezTo>
                  <a:cubicBezTo>
                    <a:pt x="31629" y="2383"/>
                    <a:pt x="31444" y="2358"/>
                    <a:pt x="31260" y="2333"/>
                  </a:cubicBezTo>
                  <a:cubicBezTo>
                    <a:pt x="31161" y="2333"/>
                    <a:pt x="31063" y="2333"/>
                    <a:pt x="30964" y="2370"/>
                  </a:cubicBezTo>
                  <a:cubicBezTo>
                    <a:pt x="30947" y="2372"/>
                    <a:pt x="30927" y="2373"/>
                    <a:pt x="30907" y="2373"/>
                  </a:cubicBezTo>
                  <a:cubicBezTo>
                    <a:pt x="30876" y="2373"/>
                    <a:pt x="30844" y="2372"/>
                    <a:pt x="30815" y="2372"/>
                  </a:cubicBezTo>
                  <a:cubicBezTo>
                    <a:pt x="30754" y="2372"/>
                    <a:pt x="30709" y="2378"/>
                    <a:pt x="30730" y="2420"/>
                  </a:cubicBezTo>
                  <a:cubicBezTo>
                    <a:pt x="30775" y="2476"/>
                    <a:pt x="30810" y="2532"/>
                    <a:pt x="30750" y="2532"/>
                  </a:cubicBezTo>
                  <a:cubicBezTo>
                    <a:pt x="30744" y="2532"/>
                    <a:pt x="30737" y="2532"/>
                    <a:pt x="30730" y="2530"/>
                  </a:cubicBezTo>
                  <a:cubicBezTo>
                    <a:pt x="30656" y="2518"/>
                    <a:pt x="30582" y="2469"/>
                    <a:pt x="30619" y="2407"/>
                  </a:cubicBezTo>
                  <a:cubicBezTo>
                    <a:pt x="30656" y="2346"/>
                    <a:pt x="30594" y="2210"/>
                    <a:pt x="30570" y="2185"/>
                  </a:cubicBezTo>
                  <a:cubicBezTo>
                    <a:pt x="30568" y="2182"/>
                    <a:pt x="30567" y="2181"/>
                    <a:pt x="30565" y="2181"/>
                  </a:cubicBezTo>
                  <a:cubicBezTo>
                    <a:pt x="30554" y="2181"/>
                    <a:pt x="30540" y="2250"/>
                    <a:pt x="30508" y="2272"/>
                  </a:cubicBezTo>
                  <a:cubicBezTo>
                    <a:pt x="30459" y="2296"/>
                    <a:pt x="30397" y="2296"/>
                    <a:pt x="30348" y="2296"/>
                  </a:cubicBezTo>
                  <a:cubicBezTo>
                    <a:pt x="30274" y="2296"/>
                    <a:pt x="30249" y="2296"/>
                    <a:pt x="30225" y="2259"/>
                  </a:cubicBezTo>
                  <a:cubicBezTo>
                    <a:pt x="30200" y="2222"/>
                    <a:pt x="30249" y="2148"/>
                    <a:pt x="30188" y="2148"/>
                  </a:cubicBezTo>
                  <a:cubicBezTo>
                    <a:pt x="30175" y="2146"/>
                    <a:pt x="30166" y="2145"/>
                    <a:pt x="30157" y="2145"/>
                  </a:cubicBezTo>
                  <a:cubicBezTo>
                    <a:pt x="30123" y="2145"/>
                    <a:pt x="30111" y="2161"/>
                    <a:pt x="30052" y="2161"/>
                  </a:cubicBezTo>
                  <a:cubicBezTo>
                    <a:pt x="30003" y="2161"/>
                    <a:pt x="29959" y="2133"/>
                    <a:pt x="29917" y="2133"/>
                  </a:cubicBezTo>
                  <a:cubicBezTo>
                    <a:pt x="29896" y="2133"/>
                    <a:pt x="29876" y="2140"/>
                    <a:pt x="29855" y="2161"/>
                  </a:cubicBezTo>
                  <a:cubicBezTo>
                    <a:pt x="29793" y="2222"/>
                    <a:pt x="29719" y="2272"/>
                    <a:pt x="29744" y="2284"/>
                  </a:cubicBezTo>
                  <a:cubicBezTo>
                    <a:pt x="29769" y="2296"/>
                    <a:pt x="29781" y="2296"/>
                    <a:pt x="29830" y="2296"/>
                  </a:cubicBezTo>
                  <a:cubicBezTo>
                    <a:pt x="29892" y="2296"/>
                    <a:pt x="29929" y="2346"/>
                    <a:pt x="29880" y="2383"/>
                  </a:cubicBezTo>
                  <a:cubicBezTo>
                    <a:pt x="29818" y="2407"/>
                    <a:pt x="29781" y="2395"/>
                    <a:pt x="29707" y="2407"/>
                  </a:cubicBezTo>
                  <a:cubicBezTo>
                    <a:pt x="29633" y="2420"/>
                    <a:pt x="29670" y="2444"/>
                    <a:pt x="29596" y="2481"/>
                  </a:cubicBezTo>
                  <a:cubicBezTo>
                    <a:pt x="29522" y="2518"/>
                    <a:pt x="29522" y="2481"/>
                    <a:pt x="29448" y="2530"/>
                  </a:cubicBezTo>
                  <a:cubicBezTo>
                    <a:pt x="29374" y="2580"/>
                    <a:pt x="29288" y="2592"/>
                    <a:pt x="29202" y="2592"/>
                  </a:cubicBezTo>
                  <a:cubicBezTo>
                    <a:pt x="29147" y="2592"/>
                    <a:pt x="29100" y="2587"/>
                    <a:pt x="29061" y="2587"/>
                  </a:cubicBezTo>
                  <a:cubicBezTo>
                    <a:pt x="29012" y="2587"/>
                    <a:pt x="28976" y="2595"/>
                    <a:pt x="28956" y="2629"/>
                  </a:cubicBezTo>
                  <a:cubicBezTo>
                    <a:pt x="28919" y="2691"/>
                    <a:pt x="28956" y="2740"/>
                    <a:pt x="28820" y="2789"/>
                  </a:cubicBezTo>
                  <a:cubicBezTo>
                    <a:pt x="28767" y="2804"/>
                    <a:pt x="28719" y="2809"/>
                    <a:pt x="28686" y="2809"/>
                  </a:cubicBezTo>
                  <a:cubicBezTo>
                    <a:pt x="28636" y="2809"/>
                    <a:pt x="28620" y="2797"/>
                    <a:pt x="28672" y="2789"/>
                  </a:cubicBezTo>
                  <a:cubicBezTo>
                    <a:pt x="28746" y="2765"/>
                    <a:pt x="28845" y="2728"/>
                    <a:pt x="28857" y="2654"/>
                  </a:cubicBezTo>
                  <a:cubicBezTo>
                    <a:pt x="28882" y="2580"/>
                    <a:pt x="28906" y="2493"/>
                    <a:pt x="28956" y="2493"/>
                  </a:cubicBezTo>
                  <a:cubicBezTo>
                    <a:pt x="28987" y="2493"/>
                    <a:pt x="28992" y="2521"/>
                    <a:pt x="29008" y="2521"/>
                  </a:cubicBezTo>
                  <a:cubicBezTo>
                    <a:pt x="29011" y="2521"/>
                    <a:pt x="29014" y="2520"/>
                    <a:pt x="29017" y="2518"/>
                  </a:cubicBezTo>
                  <a:cubicBezTo>
                    <a:pt x="29066" y="2457"/>
                    <a:pt x="29128" y="2420"/>
                    <a:pt x="29190" y="2383"/>
                  </a:cubicBezTo>
                  <a:cubicBezTo>
                    <a:pt x="29301" y="2346"/>
                    <a:pt x="29399" y="2296"/>
                    <a:pt x="29498" y="2235"/>
                  </a:cubicBezTo>
                  <a:cubicBezTo>
                    <a:pt x="29596" y="2185"/>
                    <a:pt x="29683" y="2124"/>
                    <a:pt x="29769" y="2062"/>
                  </a:cubicBezTo>
                  <a:cubicBezTo>
                    <a:pt x="29867" y="1976"/>
                    <a:pt x="29978" y="1902"/>
                    <a:pt x="30101" y="1828"/>
                  </a:cubicBezTo>
                  <a:cubicBezTo>
                    <a:pt x="30212" y="1767"/>
                    <a:pt x="30336" y="1693"/>
                    <a:pt x="30459" y="1631"/>
                  </a:cubicBezTo>
                  <a:cubicBezTo>
                    <a:pt x="30545" y="1582"/>
                    <a:pt x="30619" y="1520"/>
                    <a:pt x="30681" y="1446"/>
                  </a:cubicBezTo>
                  <a:cubicBezTo>
                    <a:pt x="30718" y="1385"/>
                    <a:pt x="30742" y="1360"/>
                    <a:pt x="30705" y="1323"/>
                  </a:cubicBezTo>
                  <a:cubicBezTo>
                    <a:pt x="30662" y="1280"/>
                    <a:pt x="30638" y="1247"/>
                    <a:pt x="30616" y="1247"/>
                  </a:cubicBezTo>
                  <a:cubicBezTo>
                    <a:pt x="30613" y="1247"/>
                    <a:pt x="30610" y="1247"/>
                    <a:pt x="30607" y="1249"/>
                  </a:cubicBezTo>
                  <a:cubicBezTo>
                    <a:pt x="30590" y="1257"/>
                    <a:pt x="30585" y="1283"/>
                    <a:pt x="30575" y="1283"/>
                  </a:cubicBezTo>
                  <a:cubicBezTo>
                    <a:pt x="30571" y="1283"/>
                    <a:pt x="30565" y="1277"/>
                    <a:pt x="30557" y="1261"/>
                  </a:cubicBezTo>
                  <a:cubicBezTo>
                    <a:pt x="30533" y="1224"/>
                    <a:pt x="30557" y="1237"/>
                    <a:pt x="30496" y="1200"/>
                  </a:cubicBezTo>
                  <a:cubicBezTo>
                    <a:pt x="30446" y="1163"/>
                    <a:pt x="30385" y="1126"/>
                    <a:pt x="30434" y="1126"/>
                  </a:cubicBezTo>
                  <a:cubicBezTo>
                    <a:pt x="30445" y="1122"/>
                    <a:pt x="30456" y="1121"/>
                    <a:pt x="30467" y="1121"/>
                  </a:cubicBezTo>
                  <a:cubicBezTo>
                    <a:pt x="30493" y="1121"/>
                    <a:pt x="30519" y="1129"/>
                    <a:pt x="30545" y="1138"/>
                  </a:cubicBezTo>
                  <a:cubicBezTo>
                    <a:pt x="30570" y="1175"/>
                    <a:pt x="30619" y="1200"/>
                    <a:pt x="30668" y="1200"/>
                  </a:cubicBezTo>
                  <a:cubicBezTo>
                    <a:pt x="30718" y="1200"/>
                    <a:pt x="30816" y="1187"/>
                    <a:pt x="30779" y="1138"/>
                  </a:cubicBezTo>
                  <a:cubicBezTo>
                    <a:pt x="30742" y="1089"/>
                    <a:pt x="30754" y="1126"/>
                    <a:pt x="30730" y="1077"/>
                  </a:cubicBezTo>
                  <a:cubicBezTo>
                    <a:pt x="30693" y="1027"/>
                    <a:pt x="30718" y="1003"/>
                    <a:pt x="30681" y="953"/>
                  </a:cubicBezTo>
                  <a:cubicBezTo>
                    <a:pt x="30663" y="927"/>
                    <a:pt x="30658" y="901"/>
                    <a:pt x="30639" y="901"/>
                  </a:cubicBezTo>
                  <a:cubicBezTo>
                    <a:pt x="30631" y="901"/>
                    <a:pt x="30621" y="906"/>
                    <a:pt x="30607" y="916"/>
                  </a:cubicBezTo>
                  <a:cubicBezTo>
                    <a:pt x="30579" y="944"/>
                    <a:pt x="30543" y="1015"/>
                    <a:pt x="30523" y="1015"/>
                  </a:cubicBezTo>
                  <a:cubicBezTo>
                    <a:pt x="30516" y="1015"/>
                    <a:pt x="30511" y="1008"/>
                    <a:pt x="30508" y="990"/>
                  </a:cubicBezTo>
                  <a:cubicBezTo>
                    <a:pt x="30508" y="916"/>
                    <a:pt x="30545" y="892"/>
                    <a:pt x="30496" y="867"/>
                  </a:cubicBezTo>
                  <a:cubicBezTo>
                    <a:pt x="30459" y="830"/>
                    <a:pt x="30471" y="781"/>
                    <a:pt x="30409" y="781"/>
                  </a:cubicBezTo>
                  <a:cubicBezTo>
                    <a:pt x="30348" y="768"/>
                    <a:pt x="30373" y="732"/>
                    <a:pt x="30323" y="707"/>
                  </a:cubicBezTo>
                  <a:cubicBezTo>
                    <a:pt x="30278" y="696"/>
                    <a:pt x="30036" y="581"/>
                    <a:pt x="29958" y="581"/>
                  </a:cubicBezTo>
                  <a:cubicBezTo>
                    <a:pt x="29951" y="581"/>
                    <a:pt x="29945" y="582"/>
                    <a:pt x="29941" y="584"/>
                  </a:cubicBezTo>
                  <a:cubicBezTo>
                    <a:pt x="29894" y="603"/>
                    <a:pt x="29876" y="629"/>
                    <a:pt x="29842" y="629"/>
                  </a:cubicBezTo>
                  <a:cubicBezTo>
                    <a:pt x="29832" y="629"/>
                    <a:pt x="29820" y="626"/>
                    <a:pt x="29806" y="621"/>
                  </a:cubicBezTo>
                  <a:cubicBezTo>
                    <a:pt x="29736" y="612"/>
                    <a:pt x="29660" y="603"/>
                    <a:pt x="29587" y="603"/>
                  </a:cubicBezTo>
                  <a:cubicBezTo>
                    <a:pt x="29557" y="603"/>
                    <a:pt x="29527" y="605"/>
                    <a:pt x="29498" y="608"/>
                  </a:cubicBezTo>
                  <a:cubicBezTo>
                    <a:pt x="29441" y="608"/>
                    <a:pt x="29413" y="600"/>
                    <a:pt x="29395" y="600"/>
                  </a:cubicBezTo>
                  <a:cubicBezTo>
                    <a:pt x="29381" y="600"/>
                    <a:pt x="29373" y="605"/>
                    <a:pt x="29362" y="621"/>
                  </a:cubicBezTo>
                  <a:cubicBezTo>
                    <a:pt x="29338" y="658"/>
                    <a:pt x="29338" y="719"/>
                    <a:pt x="29288" y="719"/>
                  </a:cubicBezTo>
                  <a:cubicBezTo>
                    <a:pt x="29255" y="719"/>
                    <a:pt x="29113" y="741"/>
                    <a:pt x="29036" y="741"/>
                  </a:cubicBezTo>
                  <a:cubicBezTo>
                    <a:pt x="28998" y="741"/>
                    <a:pt x="28976" y="736"/>
                    <a:pt x="28993" y="719"/>
                  </a:cubicBezTo>
                  <a:cubicBezTo>
                    <a:pt x="29042" y="670"/>
                    <a:pt x="29091" y="633"/>
                    <a:pt x="29128" y="584"/>
                  </a:cubicBezTo>
                  <a:cubicBezTo>
                    <a:pt x="29165" y="547"/>
                    <a:pt x="29239" y="460"/>
                    <a:pt x="29177" y="448"/>
                  </a:cubicBezTo>
                  <a:cubicBezTo>
                    <a:pt x="29116" y="439"/>
                    <a:pt x="29049" y="431"/>
                    <a:pt x="28985" y="431"/>
                  </a:cubicBezTo>
                  <a:cubicBezTo>
                    <a:pt x="28958" y="431"/>
                    <a:pt x="28932" y="432"/>
                    <a:pt x="28906" y="436"/>
                  </a:cubicBezTo>
                  <a:cubicBezTo>
                    <a:pt x="28845" y="436"/>
                    <a:pt x="28758" y="436"/>
                    <a:pt x="28808" y="387"/>
                  </a:cubicBezTo>
                  <a:cubicBezTo>
                    <a:pt x="28869" y="350"/>
                    <a:pt x="28882" y="337"/>
                    <a:pt x="28795" y="337"/>
                  </a:cubicBezTo>
                  <a:cubicBezTo>
                    <a:pt x="28721" y="337"/>
                    <a:pt x="28623" y="362"/>
                    <a:pt x="28549" y="374"/>
                  </a:cubicBezTo>
                  <a:cubicBezTo>
                    <a:pt x="28475" y="374"/>
                    <a:pt x="28438" y="362"/>
                    <a:pt x="28549" y="325"/>
                  </a:cubicBezTo>
                  <a:cubicBezTo>
                    <a:pt x="28635" y="313"/>
                    <a:pt x="28721" y="276"/>
                    <a:pt x="28795" y="239"/>
                  </a:cubicBezTo>
                  <a:cubicBezTo>
                    <a:pt x="28804" y="230"/>
                    <a:pt x="28817" y="229"/>
                    <a:pt x="28832" y="229"/>
                  </a:cubicBezTo>
                  <a:cubicBezTo>
                    <a:pt x="28839" y="229"/>
                    <a:pt x="28847" y="229"/>
                    <a:pt x="28854" y="229"/>
                  </a:cubicBezTo>
                  <a:cubicBezTo>
                    <a:pt x="28875" y="229"/>
                    <a:pt x="28894" y="226"/>
                    <a:pt x="28894" y="202"/>
                  </a:cubicBezTo>
                  <a:cubicBezTo>
                    <a:pt x="28882" y="165"/>
                    <a:pt x="28882" y="103"/>
                    <a:pt x="28808" y="103"/>
                  </a:cubicBezTo>
                  <a:cubicBezTo>
                    <a:pt x="28758" y="103"/>
                    <a:pt x="28709" y="103"/>
                    <a:pt x="28660" y="91"/>
                  </a:cubicBezTo>
                  <a:cubicBezTo>
                    <a:pt x="28606" y="69"/>
                    <a:pt x="28504" y="0"/>
                    <a:pt x="284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6" name="Google Shape;8162;p67">
              <a:extLst>
                <a:ext uri="{FF2B5EF4-FFF2-40B4-BE49-F238E27FC236}">
                  <a16:creationId xmlns:a16="http://schemas.microsoft.com/office/drawing/2014/main" id="{F16CC78B-FAB5-ADC4-4BD3-D1010D0AF87A}"/>
                </a:ext>
              </a:extLst>
            </p:cNvPr>
            <p:cNvSpPr/>
            <p:nvPr/>
          </p:nvSpPr>
          <p:spPr>
            <a:xfrm>
              <a:off x="4347950" y="4613175"/>
              <a:ext cx="20075" cy="75225"/>
            </a:xfrm>
            <a:custGeom>
              <a:avLst/>
              <a:gdLst/>
              <a:ahLst/>
              <a:cxnLst/>
              <a:rect l="l" t="t" r="r" b="b"/>
              <a:pathLst>
                <a:path w="803" h="3009" extrusionOk="0">
                  <a:moveTo>
                    <a:pt x="241" y="0"/>
                  </a:moveTo>
                  <a:cubicBezTo>
                    <a:pt x="225" y="0"/>
                    <a:pt x="225" y="8"/>
                    <a:pt x="247" y="36"/>
                  </a:cubicBezTo>
                  <a:cubicBezTo>
                    <a:pt x="296" y="110"/>
                    <a:pt x="333" y="208"/>
                    <a:pt x="309" y="233"/>
                  </a:cubicBezTo>
                  <a:cubicBezTo>
                    <a:pt x="284" y="258"/>
                    <a:pt x="247" y="307"/>
                    <a:pt x="210" y="307"/>
                  </a:cubicBezTo>
                  <a:cubicBezTo>
                    <a:pt x="186" y="307"/>
                    <a:pt x="136" y="307"/>
                    <a:pt x="136" y="368"/>
                  </a:cubicBezTo>
                  <a:cubicBezTo>
                    <a:pt x="136" y="492"/>
                    <a:pt x="124" y="615"/>
                    <a:pt x="87" y="738"/>
                  </a:cubicBezTo>
                  <a:cubicBezTo>
                    <a:pt x="50" y="763"/>
                    <a:pt x="1" y="775"/>
                    <a:pt x="50" y="886"/>
                  </a:cubicBezTo>
                  <a:cubicBezTo>
                    <a:pt x="99" y="997"/>
                    <a:pt x="210" y="1058"/>
                    <a:pt x="210" y="1145"/>
                  </a:cubicBezTo>
                  <a:cubicBezTo>
                    <a:pt x="210" y="1219"/>
                    <a:pt x="247" y="1293"/>
                    <a:pt x="210" y="1379"/>
                  </a:cubicBezTo>
                  <a:cubicBezTo>
                    <a:pt x="198" y="1502"/>
                    <a:pt x="198" y="1638"/>
                    <a:pt x="223" y="1761"/>
                  </a:cubicBezTo>
                  <a:cubicBezTo>
                    <a:pt x="223" y="1798"/>
                    <a:pt x="210" y="1847"/>
                    <a:pt x="198" y="1896"/>
                  </a:cubicBezTo>
                  <a:cubicBezTo>
                    <a:pt x="149" y="1995"/>
                    <a:pt x="149" y="2118"/>
                    <a:pt x="161" y="2229"/>
                  </a:cubicBezTo>
                  <a:cubicBezTo>
                    <a:pt x="198" y="2291"/>
                    <a:pt x="161" y="2401"/>
                    <a:pt x="161" y="2525"/>
                  </a:cubicBezTo>
                  <a:cubicBezTo>
                    <a:pt x="136" y="2648"/>
                    <a:pt x="124" y="2771"/>
                    <a:pt x="124" y="2894"/>
                  </a:cubicBezTo>
                  <a:cubicBezTo>
                    <a:pt x="142" y="2974"/>
                    <a:pt x="147" y="3009"/>
                    <a:pt x="157" y="3009"/>
                  </a:cubicBezTo>
                  <a:cubicBezTo>
                    <a:pt x="161" y="3009"/>
                    <a:pt x="166" y="3003"/>
                    <a:pt x="173" y="2993"/>
                  </a:cubicBezTo>
                  <a:cubicBezTo>
                    <a:pt x="197" y="2957"/>
                    <a:pt x="175" y="2820"/>
                    <a:pt x="272" y="2820"/>
                  </a:cubicBezTo>
                  <a:cubicBezTo>
                    <a:pt x="276" y="2820"/>
                    <a:pt x="280" y="2820"/>
                    <a:pt x="284" y="2820"/>
                  </a:cubicBezTo>
                  <a:cubicBezTo>
                    <a:pt x="300" y="2824"/>
                    <a:pt x="314" y="2826"/>
                    <a:pt x="328" y="2826"/>
                  </a:cubicBezTo>
                  <a:cubicBezTo>
                    <a:pt x="367" y="2826"/>
                    <a:pt x="398" y="2814"/>
                    <a:pt x="420" y="2814"/>
                  </a:cubicBezTo>
                  <a:cubicBezTo>
                    <a:pt x="439" y="2814"/>
                    <a:pt x="452" y="2823"/>
                    <a:pt x="457" y="2857"/>
                  </a:cubicBezTo>
                  <a:cubicBezTo>
                    <a:pt x="457" y="2924"/>
                    <a:pt x="493" y="3005"/>
                    <a:pt x="510" y="3005"/>
                  </a:cubicBezTo>
                  <a:cubicBezTo>
                    <a:pt x="515" y="3005"/>
                    <a:pt x="518" y="2998"/>
                    <a:pt x="518" y="2981"/>
                  </a:cubicBezTo>
                  <a:cubicBezTo>
                    <a:pt x="518" y="2907"/>
                    <a:pt x="555" y="2820"/>
                    <a:pt x="469" y="2722"/>
                  </a:cubicBezTo>
                  <a:cubicBezTo>
                    <a:pt x="395" y="2623"/>
                    <a:pt x="309" y="2562"/>
                    <a:pt x="284" y="2451"/>
                  </a:cubicBezTo>
                  <a:cubicBezTo>
                    <a:pt x="260" y="2328"/>
                    <a:pt x="260" y="2180"/>
                    <a:pt x="296" y="2143"/>
                  </a:cubicBezTo>
                  <a:cubicBezTo>
                    <a:pt x="346" y="2093"/>
                    <a:pt x="370" y="2044"/>
                    <a:pt x="395" y="1983"/>
                  </a:cubicBezTo>
                  <a:cubicBezTo>
                    <a:pt x="395" y="1933"/>
                    <a:pt x="395" y="1933"/>
                    <a:pt x="481" y="1896"/>
                  </a:cubicBezTo>
                  <a:cubicBezTo>
                    <a:pt x="509" y="1882"/>
                    <a:pt x="538" y="1876"/>
                    <a:pt x="567" y="1876"/>
                  </a:cubicBezTo>
                  <a:cubicBezTo>
                    <a:pt x="615" y="1876"/>
                    <a:pt x="660" y="1895"/>
                    <a:pt x="691" y="1933"/>
                  </a:cubicBezTo>
                  <a:cubicBezTo>
                    <a:pt x="756" y="1989"/>
                    <a:pt x="800" y="2074"/>
                    <a:pt x="802" y="2074"/>
                  </a:cubicBezTo>
                  <a:cubicBezTo>
                    <a:pt x="802" y="2074"/>
                    <a:pt x="798" y="2065"/>
                    <a:pt x="789" y="2044"/>
                  </a:cubicBezTo>
                  <a:cubicBezTo>
                    <a:pt x="777" y="1995"/>
                    <a:pt x="728" y="1884"/>
                    <a:pt x="678" y="1761"/>
                  </a:cubicBezTo>
                  <a:cubicBezTo>
                    <a:pt x="641" y="1675"/>
                    <a:pt x="605" y="1576"/>
                    <a:pt x="580" y="1477"/>
                  </a:cubicBezTo>
                  <a:cubicBezTo>
                    <a:pt x="568" y="1366"/>
                    <a:pt x="457" y="898"/>
                    <a:pt x="444" y="824"/>
                  </a:cubicBezTo>
                  <a:cubicBezTo>
                    <a:pt x="432" y="738"/>
                    <a:pt x="457" y="701"/>
                    <a:pt x="457" y="603"/>
                  </a:cubicBezTo>
                  <a:cubicBezTo>
                    <a:pt x="457" y="516"/>
                    <a:pt x="395" y="221"/>
                    <a:pt x="383" y="122"/>
                  </a:cubicBezTo>
                  <a:cubicBezTo>
                    <a:pt x="370" y="36"/>
                    <a:pt x="370" y="11"/>
                    <a:pt x="346" y="11"/>
                  </a:cubicBezTo>
                  <a:cubicBezTo>
                    <a:pt x="299" y="11"/>
                    <a:pt x="259" y="0"/>
                    <a:pt x="24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7" name="Google Shape;8163;p67">
              <a:extLst>
                <a:ext uri="{FF2B5EF4-FFF2-40B4-BE49-F238E27FC236}">
                  <a16:creationId xmlns:a16="http://schemas.microsoft.com/office/drawing/2014/main" id="{AE417B42-CE03-D4E0-6586-92F83B3F98EA}"/>
                </a:ext>
              </a:extLst>
            </p:cNvPr>
            <p:cNvSpPr/>
            <p:nvPr/>
          </p:nvSpPr>
          <p:spPr>
            <a:xfrm>
              <a:off x="3453050" y="4602275"/>
              <a:ext cx="31500" cy="35425"/>
            </a:xfrm>
            <a:custGeom>
              <a:avLst/>
              <a:gdLst/>
              <a:ahLst/>
              <a:cxnLst/>
              <a:rect l="l" t="t" r="r" b="b"/>
              <a:pathLst>
                <a:path w="1260" h="1417" extrusionOk="0">
                  <a:moveTo>
                    <a:pt x="1012" y="0"/>
                  </a:moveTo>
                  <a:cubicBezTo>
                    <a:pt x="1005" y="0"/>
                    <a:pt x="998" y="1"/>
                    <a:pt x="989" y="4"/>
                  </a:cubicBezTo>
                  <a:cubicBezTo>
                    <a:pt x="940" y="16"/>
                    <a:pt x="890" y="4"/>
                    <a:pt x="829" y="41"/>
                  </a:cubicBezTo>
                  <a:cubicBezTo>
                    <a:pt x="816" y="65"/>
                    <a:pt x="792" y="77"/>
                    <a:pt x="755" y="77"/>
                  </a:cubicBezTo>
                  <a:cubicBezTo>
                    <a:pt x="748" y="81"/>
                    <a:pt x="740" y="83"/>
                    <a:pt x="733" y="83"/>
                  </a:cubicBezTo>
                  <a:cubicBezTo>
                    <a:pt x="716" y="83"/>
                    <a:pt x="698" y="74"/>
                    <a:pt x="681" y="65"/>
                  </a:cubicBezTo>
                  <a:cubicBezTo>
                    <a:pt x="662" y="59"/>
                    <a:pt x="646" y="57"/>
                    <a:pt x="632" y="57"/>
                  </a:cubicBezTo>
                  <a:cubicBezTo>
                    <a:pt x="588" y="57"/>
                    <a:pt x="558" y="77"/>
                    <a:pt x="521" y="77"/>
                  </a:cubicBezTo>
                  <a:cubicBezTo>
                    <a:pt x="471" y="77"/>
                    <a:pt x="508" y="102"/>
                    <a:pt x="521" y="114"/>
                  </a:cubicBezTo>
                  <a:cubicBezTo>
                    <a:pt x="545" y="139"/>
                    <a:pt x="459" y="164"/>
                    <a:pt x="447" y="176"/>
                  </a:cubicBezTo>
                  <a:cubicBezTo>
                    <a:pt x="434" y="176"/>
                    <a:pt x="385" y="213"/>
                    <a:pt x="459" y="213"/>
                  </a:cubicBezTo>
                  <a:cubicBezTo>
                    <a:pt x="521" y="213"/>
                    <a:pt x="582" y="275"/>
                    <a:pt x="545" y="287"/>
                  </a:cubicBezTo>
                  <a:cubicBezTo>
                    <a:pt x="508" y="299"/>
                    <a:pt x="410" y="324"/>
                    <a:pt x="385" y="336"/>
                  </a:cubicBezTo>
                  <a:cubicBezTo>
                    <a:pt x="356" y="351"/>
                    <a:pt x="327" y="357"/>
                    <a:pt x="301" y="357"/>
                  </a:cubicBezTo>
                  <a:cubicBezTo>
                    <a:pt x="282" y="357"/>
                    <a:pt x="265" y="354"/>
                    <a:pt x="250" y="349"/>
                  </a:cubicBezTo>
                  <a:cubicBezTo>
                    <a:pt x="188" y="349"/>
                    <a:pt x="77" y="398"/>
                    <a:pt x="114" y="398"/>
                  </a:cubicBezTo>
                  <a:cubicBezTo>
                    <a:pt x="163" y="398"/>
                    <a:pt x="176" y="422"/>
                    <a:pt x="139" y="435"/>
                  </a:cubicBezTo>
                  <a:cubicBezTo>
                    <a:pt x="102" y="435"/>
                    <a:pt x="52" y="472"/>
                    <a:pt x="114" y="472"/>
                  </a:cubicBezTo>
                  <a:cubicBezTo>
                    <a:pt x="176" y="472"/>
                    <a:pt x="40" y="496"/>
                    <a:pt x="89" y="496"/>
                  </a:cubicBezTo>
                  <a:cubicBezTo>
                    <a:pt x="139" y="496"/>
                    <a:pt x="225" y="558"/>
                    <a:pt x="188" y="583"/>
                  </a:cubicBezTo>
                  <a:cubicBezTo>
                    <a:pt x="151" y="607"/>
                    <a:pt x="52" y="681"/>
                    <a:pt x="114" y="706"/>
                  </a:cubicBezTo>
                  <a:cubicBezTo>
                    <a:pt x="163" y="718"/>
                    <a:pt x="225" y="731"/>
                    <a:pt x="274" y="743"/>
                  </a:cubicBezTo>
                  <a:cubicBezTo>
                    <a:pt x="299" y="743"/>
                    <a:pt x="336" y="743"/>
                    <a:pt x="299" y="804"/>
                  </a:cubicBezTo>
                  <a:cubicBezTo>
                    <a:pt x="250" y="891"/>
                    <a:pt x="213" y="965"/>
                    <a:pt x="188" y="1051"/>
                  </a:cubicBezTo>
                  <a:cubicBezTo>
                    <a:pt x="163" y="1112"/>
                    <a:pt x="126" y="1137"/>
                    <a:pt x="77" y="1137"/>
                  </a:cubicBezTo>
                  <a:cubicBezTo>
                    <a:pt x="40" y="1137"/>
                    <a:pt x="16" y="1162"/>
                    <a:pt x="77" y="1162"/>
                  </a:cubicBezTo>
                  <a:cubicBezTo>
                    <a:pt x="151" y="1162"/>
                    <a:pt x="151" y="1174"/>
                    <a:pt x="114" y="1174"/>
                  </a:cubicBezTo>
                  <a:cubicBezTo>
                    <a:pt x="68" y="1174"/>
                    <a:pt x="1" y="1249"/>
                    <a:pt x="32" y="1249"/>
                  </a:cubicBezTo>
                  <a:cubicBezTo>
                    <a:pt x="34" y="1249"/>
                    <a:pt x="37" y="1249"/>
                    <a:pt x="40" y="1248"/>
                  </a:cubicBezTo>
                  <a:cubicBezTo>
                    <a:pt x="74" y="1240"/>
                    <a:pt x="119" y="1220"/>
                    <a:pt x="136" y="1220"/>
                  </a:cubicBezTo>
                  <a:cubicBezTo>
                    <a:pt x="144" y="1220"/>
                    <a:pt x="147" y="1224"/>
                    <a:pt x="139" y="1236"/>
                  </a:cubicBezTo>
                  <a:cubicBezTo>
                    <a:pt x="107" y="1257"/>
                    <a:pt x="84" y="1353"/>
                    <a:pt x="103" y="1353"/>
                  </a:cubicBezTo>
                  <a:cubicBezTo>
                    <a:pt x="106" y="1353"/>
                    <a:pt x="109" y="1351"/>
                    <a:pt x="114" y="1347"/>
                  </a:cubicBezTo>
                  <a:cubicBezTo>
                    <a:pt x="148" y="1329"/>
                    <a:pt x="189" y="1306"/>
                    <a:pt x="206" y="1306"/>
                  </a:cubicBezTo>
                  <a:cubicBezTo>
                    <a:pt x="213" y="1306"/>
                    <a:pt x="216" y="1311"/>
                    <a:pt x="213" y="1322"/>
                  </a:cubicBezTo>
                  <a:cubicBezTo>
                    <a:pt x="192" y="1343"/>
                    <a:pt x="206" y="1416"/>
                    <a:pt x="226" y="1416"/>
                  </a:cubicBezTo>
                  <a:cubicBezTo>
                    <a:pt x="230" y="1416"/>
                    <a:pt x="233" y="1414"/>
                    <a:pt x="237" y="1408"/>
                  </a:cubicBezTo>
                  <a:cubicBezTo>
                    <a:pt x="243" y="1396"/>
                    <a:pt x="256" y="1396"/>
                    <a:pt x="274" y="1396"/>
                  </a:cubicBezTo>
                  <a:cubicBezTo>
                    <a:pt x="293" y="1396"/>
                    <a:pt x="317" y="1396"/>
                    <a:pt x="348" y="1384"/>
                  </a:cubicBezTo>
                  <a:cubicBezTo>
                    <a:pt x="422" y="1359"/>
                    <a:pt x="595" y="1236"/>
                    <a:pt x="693" y="1199"/>
                  </a:cubicBezTo>
                  <a:cubicBezTo>
                    <a:pt x="749" y="1180"/>
                    <a:pt x="795" y="1180"/>
                    <a:pt x="835" y="1180"/>
                  </a:cubicBezTo>
                  <a:cubicBezTo>
                    <a:pt x="875" y="1180"/>
                    <a:pt x="909" y="1180"/>
                    <a:pt x="940" y="1162"/>
                  </a:cubicBezTo>
                  <a:cubicBezTo>
                    <a:pt x="1001" y="1125"/>
                    <a:pt x="1001" y="1063"/>
                    <a:pt x="1014" y="1002"/>
                  </a:cubicBezTo>
                  <a:cubicBezTo>
                    <a:pt x="1038" y="928"/>
                    <a:pt x="1100" y="891"/>
                    <a:pt x="1075" y="755"/>
                  </a:cubicBezTo>
                  <a:cubicBezTo>
                    <a:pt x="1063" y="657"/>
                    <a:pt x="1026" y="570"/>
                    <a:pt x="989" y="484"/>
                  </a:cubicBezTo>
                  <a:lnTo>
                    <a:pt x="989" y="459"/>
                  </a:lnTo>
                  <a:cubicBezTo>
                    <a:pt x="1026" y="459"/>
                    <a:pt x="1075" y="447"/>
                    <a:pt x="1100" y="422"/>
                  </a:cubicBezTo>
                  <a:cubicBezTo>
                    <a:pt x="1161" y="373"/>
                    <a:pt x="1198" y="299"/>
                    <a:pt x="1223" y="287"/>
                  </a:cubicBezTo>
                  <a:cubicBezTo>
                    <a:pt x="1260" y="262"/>
                    <a:pt x="1186" y="213"/>
                    <a:pt x="1161" y="213"/>
                  </a:cubicBezTo>
                  <a:cubicBezTo>
                    <a:pt x="1124" y="213"/>
                    <a:pt x="1137" y="213"/>
                    <a:pt x="1149" y="188"/>
                  </a:cubicBezTo>
                  <a:cubicBezTo>
                    <a:pt x="1137" y="139"/>
                    <a:pt x="1112" y="90"/>
                    <a:pt x="1087" y="41"/>
                  </a:cubicBezTo>
                  <a:cubicBezTo>
                    <a:pt x="1047" y="20"/>
                    <a:pt x="1040" y="0"/>
                    <a:pt x="101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8" name="Google Shape;8164;p67">
              <a:extLst>
                <a:ext uri="{FF2B5EF4-FFF2-40B4-BE49-F238E27FC236}">
                  <a16:creationId xmlns:a16="http://schemas.microsoft.com/office/drawing/2014/main" id="{0E0E0B6C-93B0-AA27-3A90-82C3A36DBB4A}"/>
                </a:ext>
              </a:extLst>
            </p:cNvPr>
            <p:cNvSpPr/>
            <p:nvPr/>
          </p:nvSpPr>
          <p:spPr>
            <a:xfrm>
              <a:off x="3080400" y="4239175"/>
              <a:ext cx="365975" cy="316825"/>
            </a:xfrm>
            <a:custGeom>
              <a:avLst/>
              <a:gdLst/>
              <a:ahLst/>
              <a:cxnLst/>
              <a:rect l="l" t="t" r="r" b="b"/>
              <a:pathLst>
                <a:path w="14639" h="12673" extrusionOk="0">
                  <a:moveTo>
                    <a:pt x="4177" y="6248"/>
                  </a:moveTo>
                  <a:lnTo>
                    <a:pt x="4177" y="6248"/>
                  </a:lnTo>
                  <a:cubicBezTo>
                    <a:pt x="4177" y="6255"/>
                    <a:pt x="4179" y="6262"/>
                    <a:pt x="4180" y="6262"/>
                  </a:cubicBezTo>
                  <a:cubicBezTo>
                    <a:pt x="4180" y="6262"/>
                    <a:pt x="4180" y="6258"/>
                    <a:pt x="4177" y="6248"/>
                  </a:cubicBezTo>
                  <a:close/>
                  <a:moveTo>
                    <a:pt x="9525" y="1"/>
                  </a:moveTo>
                  <a:cubicBezTo>
                    <a:pt x="9303" y="1"/>
                    <a:pt x="9081" y="13"/>
                    <a:pt x="8859" y="38"/>
                  </a:cubicBezTo>
                  <a:cubicBezTo>
                    <a:pt x="8759" y="60"/>
                    <a:pt x="8790" y="152"/>
                    <a:pt x="8751" y="152"/>
                  </a:cubicBezTo>
                  <a:cubicBezTo>
                    <a:pt x="8747" y="152"/>
                    <a:pt x="8742" y="151"/>
                    <a:pt x="8736" y="148"/>
                  </a:cubicBezTo>
                  <a:cubicBezTo>
                    <a:pt x="8681" y="138"/>
                    <a:pt x="8539" y="58"/>
                    <a:pt x="8482" y="58"/>
                  </a:cubicBezTo>
                  <a:cubicBezTo>
                    <a:pt x="8475" y="58"/>
                    <a:pt x="8469" y="60"/>
                    <a:pt x="8465" y="62"/>
                  </a:cubicBezTo>
                  <a:cubicBezTo>
                    <a:pt x="8440" y="112"/>
                    <a:pt x="8404" y="124"/>
                    <a:pt x="8354" y="124"/>
                  </a:cubicBezTo>
                  <a:cubicBezTo>
                    <a:pt x="8330" y="124"/>
                    <a:pt x="8304" y="123"/>
                    <a:pt x="8281" y="123"/>
                  </a:cubicBezTo>
                  <a:cubicBezTo>
                    <a:pt x="8225" y="123"/>
                    <a:pt x="8187" y="129"/>
                    <a:pt x="8231" y="173"/>
                  </a:cubicBezTo>
                  <a:cubicBezTo>
                    <a:pt x="8293" y="247"/>
                    <a:pt x="8736" y="321"/>
                    <a:pt x="8650" y="321"/>
                  </a:cubicBezTo>
                  <a:cubicBezTo>
                    <a:pt x="8564" y="321"/>
                    <a:pt x="8243" y="420"/>
                    <a:pt x="8157" y="420"/>
                  </a:cubicBezTo>
                  <a:cubicBezTo>
                    <a:pt x="8078" y="420"/>
                    <a:pt x="8268" y="533"/>
                    <a:pt x="8243" y="533"/>
                  </a:cubicBezTo>
                  <a:cubicBezTo>
                    <a:pt x="8241" y="533"/>
                    <a:pt x="8237" y="533"/>
                    <a:pt x="8231" y="530"/>
                  </a:cubicBezTo>
                  <a:cubicBezTo>
                    <a:pt x="8157" y="506"/>
                    <a:pt x="8095" y="469"/>
                    <a:pt x="8046" y="432"/>
                  </a:cubicBezTo>
                  <a:cubicBezTo>
                    <a:pt x="8036" y="421"/>
                    <a:pt x="8017" y="418"/>
                    <a:pt x="7995" y="418"/>
                  </a:cubicBezTo>
                  <a:cubicBezTo>
                    <a:pt x="7947" y="418"/>
                    <a:pt x="7880" y="434"/>
                    <a:pt x="7828" y="434"/>
                  </a:cubicBezTo>
                  <a:cubicBezTo>
                    <a:pt x="7818" y="434"/>
                    <a:pt x="7808" y="433"/>
                    <a:pt x="7800" y="432"/>
                  </a:cubicBezTo>
                  <a:cubicBezTo>
                    <a:pt x="7652" y="358"/>
                    <a:pt x="7492" y="296"/>
                    <a:pt x="7332" y="247"/>
                  </a:cubicBezTo>
                  <a:cubicBezTo>
                    <a:pt x="7316" y="244"/>
                    <a:pt x="7303" y="243"/>
                    <a:pt x="7292" y="243"/>
                  </a:cubicBezTo>
                  <a:cubicBezTo>
                    <a:pt x="7212" y="243"/>
                    <a:pt x="7219" y="309"/>
                    <a:pt x="7122" y="309"/>
                  </a:cubicBezTo>
                  <a:cubicBezTo>
                    <a:pt x="6999" y="309"/>
                    <a:pt x="6617" y="309"/>
                    <a:pt x="6703" y="358"/>
                  </a:cubicBezTo>
                  <a:cubicBezTo>
                    <a:pt x="6888" y="432"/>
                    <a:pt x="7085" y="493"/>
                    <a:pt x="7282" y="506"/>
                  </a:cubicBezTo>
                  <a:cubicBezTo>
                    <a:pt x="7418" y="506"/>
                    <a:pt x="7898" y="567"/>
                    <a:pt x="7923" y="641"/>
                  </a:cubicBezTo>
                  <a:cubicBezTo>
                    <a:pt x="7944" y="716"/>
                    <a:pt x="7947" y="848"/>
                    <a:pt x="7931" y="848"/>
                  </a:cubicBezTo>
                  <a:cubicBezTo>
                    <a:pt x="7929" y="848"/>
                    <a:pt x="7926" y="845"/>
                    <a:pt x="7923" y="838"/>
                  </a:cubicBezTo>
                  <a:cubicBezTo>
                    <a:pt x="7898" y="789"/>
                    <a:pt x="7935" y="703"/>
                    <a:pt x="7775" y="654"/>
                  </a:cubicBezTo>
                  <a:cubicBezTo>
                    <a:pt x="7681" y="625"/>
                    <a:pt x="7604" y="613"/>
                    <a:pt x="7559" y="613"/>
                  </a:cubicBezTo>
                  <a:cubicBezTo>
                    <a:pt x="7527" y="613"/>
                    <a:pt x="7511" y="619"/>
                    <a:pt x="7516" y="629"/>
                  </a:cubicBezTo>
                  <a:cubicBezTo>
                    <a:pt x="7516" y="650"/>
                    <a:pt x="7580" y="762"/>
                    <a:pt x="7559" y="762"/>
                  </a:cubicBezTo>
                  <a:cubicBezTo>
                    <a:pt x="7555" y="762"/>
                    <a:pt x="7550" y="759"/>
                    <a:pt x="7541" y="752"/>
                  </a:cubicBezTo>
                  <a:cubicBezTo>
                    <a:pt x="7479" y="691"/>
                    <a:pt x="7467" y="629"/>
                    <a:pt x="7369" y="592"/>
                  </a:cubicBezTo>
                  <a:cubicBezTo>
                    <a:pt x="7188" y="574"/>
                    <a:pt x="7008" y="563"/>
                    <a:pt x="6832" y="563"/>
                  </a:cubicBezTo>
                  <a:cubicBezTo>
                    <a:pt x="6768" y="563"/>
                    <a:pt x="6704" y="564"/>
                    <a:pt x="6642" y="567"/>
                  </a:cubicBezTo>
                  <a:cubicBezTo>
                    <a:pt x="6580" y="580"/>
                    <a:pt x="6937" y="789"/>
                    <a:pt x="7110" y="875"/>
                  </a:cubicBezTo>
                  <a:cubicBezTo>
                    <a:pt x="7241" y="937"/>
                    <a:pt x="7267" y="961"/>
                    <a:pt x="7248" y="961"/>
                  </a:cubicBezTo>
                  <a:cubicBezTo>
                    <a:pt x="7241" y="961"/>
                    <a:pt x="7226" y="957"/>
                    <a:pt x="7208" y="949"/>
                  </a:cubicBezTo>
                  <a:cubicBezTo>
                    <a:pt x="7141" y="937"/>
                    <a:pt x="7076" y="931"/>
                    <a:pt x="7011" y="931"/>
                  </a:cubicBezTo>
                  <a:cubicBezTo>
                    <a:pt x="6947" y="931"/>
                    <a:pt x="6882" y="937"/>
                    <a:pt x="6814" y="949"/>
                  </a:cubicBezTo>
                  <a:cubicBezTo>
                    <a:pt x="6792" y="972"/>
                    <a:pt x="6830" y="1076"/>
                    <a:pt x="6828" y="1076"/>
                  </a:cubicBezTo>
                  <a:cubicBezTo>
                    <a:pt x="6828" y="1076"/>
                    <a:pt x="6827" y="1075"/>
                    <a:pt x="6826" y="1073"/>
                  </a:cubicBezTo>
                  <a:cubicBezTo>
                    <a:pt x="6814" y="1048"/>
                    <a:pt x="6703" y="962"/>
                    <a:pt x="6715" y="937"/>
                  </a:cubicBezTo>
                  <a:cubicBezTo>
                    <a:pt x="6728" y="900"/>
                    <a:pt x="6863" y="925"/>
                    <a:pt x="6839" y="900"/>
                  </a:cubicBezTo>
                  <a:cubicBezTo>
                    <a:pt x="6765" y="814"/>
                    <a:pt x="6679" y="740"/>
                    <a:pt x="6568" y="703"/>
                  </a:cubicBezTo>
                  <a:cubicBezTo>
                    <a:pt x="6469" y="670"/>
                    <a:pt x="6310" y="643"/>
                    <a:pt x="6219" y="643"/>
                  </a:cubicBezTo>
                  <a:cubicBezTo>
                    <a:pt x="6173" y="643"/>
                    <a:pt x="6145" y="650"/>
                    <a:pt x="6149" y="666"/>
                  </a:cubicBezTo>
                  <a:cubicBezTo>
                    <a:pt x="6210" y="765"/>
                    <a:pt x="6297" y="851"/>
                    <a:pt x="6407" y="888"/>
                  </a:cubicBezTo>
                  <a:cubicBezTo>
                    <a:pt x="6580" y="949"/>
                    <a:pt x="6740" y="1036"/>
                    <a:pt x="6863" y="1171"/>
                  </a:cubicBezTo>
                  <a:cubicBezTo>
                    <a:pt x="6873" y="1219"/>
                    <a:pt x="6830" y="1289"/>
                    <a:pt x="6776" y="1289"/>
                  </a:cubicBezTo>
                  <a:cubicBezTo>
                    <a:pt x="6761" y="1289"/>
                    <a:pt x="6744" y="1283"/>
                    <a:pt x="6728" y="1270"/>
                  </a:cubicBezTo>
                  <a:cubicBezTo>
                    <a:pt x="6617" y="1196"/>
                    <a:pt x="6518" y="1122"/>
                    <a:pt x="6407" y="1060"/>
                  </a:cubicBezTo>
                  <a:cubicBezTo>
                    <a:pt x="6334" y="1036"/>
                    <a:pt x="5717" y="789"/>
                    <a:pt x="5631" y="777"/>
                  </a:cubicBezTo>
                  <a:cubicBezTo>
                    <a:pt x="5594" y="771"/>
                    <a:pt x="5511" y="765"/>
                    <a:pt x="5440" y="765"/>
                  </a:cubicBezTo>
                  <a:cubicBezTo>
                    <a:pt x="5369" y="765"/>
                    <a:pt x="5311" y="771"/>
                    <a:pt x="5323" y="789"/>
                  </a:cubicBezTo>
                  <a:cubicBezTo>
                    <a:pt x="5348" y="838"/>
                    <a:pt x="5434" y="1036"/>
                    <a:pt x="5508" y="1073"/>
                  </a:cubicBezTo>
                  <a:cubicBezTo>
                    <a:pt x="5582" y="1110"/>
                    <a:pt x="5680" y="1183"/>
                    <a:pt x="5594" y="1183"/>
                  </a:cubicBezTo>
                  <a:cubicBezTo>
                    <a:pt x="5537" y="1183"/>
                    <a:pt x="5430" y="1167"/>
                    <a:pt x="5369" y="1167"/>
                  </a:cubicBezTo>
                  <a:cubicBezTo>
                    <a:pt x="5338" y="1167"/>
                    <a:pt x="5319" y="1171"/>
                    <a:pt x="5323" y="1183"/>
                  </a:cubicBezTo>
                  <a:cubicBezTo>
                    <a:pt x="5323" y="1220"/>
                    <a:pt x="5483" y="1282"/>
                    <a:pt x="5520" y="1319"/>
                  </a:cubicBezTo>
                  <a:cubicBezTo>
                    <a:pt x="5534" y="1339"/>
                    <a:pt x="5543" y="1352"/>
                    <a:pt x="5534" y="1352"/>
                  </a:cubicBezTo>
                  <a:cubicBezTo>
                    <a:pt x="5526" y="1352"/>
                    <a:pt x="5505" y="1342"/>
                    <a:pt x="5459" y="1319"/>
                  </a:cubicBezTo>
                  <a:cubicBezTo>
                    <a:pt x="5274" y="1233"/>
                    <a:pt x="5089" y="1147"/>
                    <a:pt x="4892" y="1073"/>
                  </a:cubicBezTo>
                  <a:cubicBezTo>
                    <a:pt x="4855" y="1073"/>
                    <a:pt x="4843" y="1233"/>
                    <a:pt x="4818" y="1245"/>
                  </a:cubicBezTo>
                  <a:cubicBezTo>
                    <a:pt x="4793" y="1257"/>
                    <a:pt x="4756" y="1257"/>
                    <a:pt x="4732" y="1307"/>
                  </a:cubicBezTo>
                  <a:cubicBezTo>
                    <a:pt x="4710" y="1340"/>
                    <a:pt x="4668" y="1472"/>
                    <a:pt x="4650" y="1472"/>
                  </a:cubicBezTo>
                  <a:cubicBezTo>
                    <a:pt x="4648" y="1472"/>
                    <a:pt x="4647" y="1471"/>
                    <a:pt x="4645" y="1467"/>
                  </a:cubicBezTo>
                  <a:cubicBezTo>
                    <a:pt x="4621" y="1393"/>
                    <a:pt x="4633" y="1307"/>
                    <a:pt x="4670" y="1245"/>
                  </a:cubicBezTo>
                  <a:cubicBezTo>
                    <a:pt x="4732" y="1171"/>
                    <a:pt x="4682" y="949"/>
                    <a:pt x="4572" y="925"/>
                  </a:cubicBezTo>
                  <a:cubicBezTo>
                    <a:pt x="4522" y="906"/>
                    <a:pt x="4467" y="897"/>
                    <a:pt x="4410" y="897"/>
                  </a:cubicBezTo>
                  <a:cubicBezTo>
                    <a:pt x="4353" y="897"/>
                    <a:pt x="4294" y="906"/>
                    <a:pt x="4239" y="925"/>
                  </a:cubicBezTo>
                  <a:cubicBezTo>
                    <a:pt x="4066" y="962"/>
                    <a:pt x="3721" y="1023"/>
                    <a:pt x="3561" y="1048"/>
                  </a:cubicBezTo>
                  <a:cubicBezTo>
                    <a:pt x="3401" y="1060"/>
                    <a:pt x="3266" y="1110"/>
                    <a:pt x="3339" y="1122"/>
                  </a:cubicBezTo>
                  <a:cubicBezTo>
                    <a:pt x="3426" y="1122"/>
                    <a:pt x="3500" y="1159"/>
                    <a:pt x="3549" y="1220"/>
                  </a:cubicBezTo>
                  <a:cubicBezTo>
                    <a:pt x="3623" y="1294"/>
                    <a:pt x="3660" y="1294"/>
                    <a:pt x="3734" y="1331"/>
                  </a:cubicBezTo>
                  <a:cubicBezTo>
                    <a:pt x="3795" y="1362"/>
                    <a:pt x="3922" y="1501"/>
                    <a:pt x="3890" y="1501"/>
                  </a:cubicBezTo>
                  <a:cubicBezTo>
                    <a:pt x="3883" y="1501"/>
                    <a:pt x="3869" y="1494"/>
                    <a:pt x="3845" y="1479"/>
                  </a:cubicBezTo>
                  <a:cubicBezTo>
                    <a:pt x="3721" y="1405"/>
                    <a:pt x="3635" y="1418"/>
                    <a:pt x="3561" y="1381"/>
                  </a:cubicBezTo>
                  <a:cubicBezTo>
                    <a:pt x="3487" y="1331"/>
                    <a:pt x="3500" y="1233"/>
                    <a:pt x="3389" y="1208"/>
                  </a:cubicBezTo>
                  <a:cubicBezTo>
                    <a:pt x="3336" y="1199"/>
                    <a:pt x="3282" y="1195"/>
                    <a:pt x="3227" y="1195"/>
                  </a:cubicBezTo>
                  <a:cubicBezTo>
                    <a:pt x="3127" y="1195"/>
                    <a:pt x="3024" y="1209"/>
                    <a:pt x="2921" y="1233"/>
                  </a:cubicBezTo>
                  <a:cubicBezTo>
                    <a:pt x="2810" y="1257"/>
                    <a:pt x="2797" y="1270"/>
                    <a:pt x="2847" y="1331"/>
                  </a:cubicBezTo>
                  <a:cubicBezTo>
                    <a:pt x="2896" y="1405"/>
                    <a:pt x="2908" y="1479"/>
                    <a:pt x="2884" y="1553"/>
                  </a:cubicBezTo>
                  <a:cubicBezTo>
                    <a:pt x="2872" y="1586"/>
                    <a:pt x="2911" y="1719"/>
                    <a:pt x="2866" y="1719"/>
                  </a:cubicBezTo>
                  <a:cubicBezTo>
                    <a:pt x="2860" y="1719"/>
                    <a:pt x="2854" y="1717"/>
                    <a:pt x="2847" y="1713"/>
                  </a:cubicBezTo>
                  <a:cubicBezTo>
                    <a:pt x="2729" y="1671"/>
                    <a:pt x="2602" y="1637"/>
                    <a:pt x="2474" y="1637"/>
                  </a:cubicBezTo>
                  <a:cubicBezTo>
                    <a:pt x="2454" y="1637"/>
                    <a:pt x="2435" y="1638"/>
                    <a:pt x="2415" y="1639"/>
                  </a:cubicBezTo>
                  <a:cubicBezTo>
                    <a:pt x="2354" y="1676"/>
                    <a:pt x="2391" y="1861"/>
                    <a:pt x="2403" y="1886"/>
                  </a:cubicBezTo>
                  <a:cubicBezTo>
                    <a:pt x="2418" y="1900"/>
                    <a:pt x="2415" y="1920"/>
                    <a:pt x="2400" y="1920"/>
                  </a:cubicBezTo>
                  <a:cubicBezTo>
                    <a:pt x="2390" y="1920"/>
                    <a:pt x="2374" y="1911"/>
                    <a:pt x="2354" y="1886"/>
                  </a:cubicBezTo>
                  <a:cubicBezTo>
                    <a:pt x="2308" y="1830"/>
                    <a:pt x="2241" y="1740"/>
                    <a:pt x="2148" y="1740"/>
                  </a:cubicBezTo>
                  <a:cubicBezTo>
                    <a:pt x="2117" y="1740"/>
                    <a:pt x="2083" y="1750"/>
                    <a:pt x="2046" y="1775"/>
                  </a:cubicBezTo>
                  <a:cubicBezTo>
                    <a:pt x="1886" y="1886"/>
                    <a:pt x="1725" y="1997"/>
                    <a:pt x="1553" y="2083"/>
                  </a:cubicBezTo>
                  <a:cubicBezTo>
                    <a:pt x="1454" y="2120"/>
                    <a:pt x="1368" y="2182"/>
                    <a:pt x="1294" y="2243"/>
                  </a:cubicBezTo>
                  <a:cubicBezTo>
                    <a:pt x="1269" y="2268"/>
                    <a:pt x="1368" y="2342"/>
                    <a:pt x="1405" y="2354"/>
                  </a:cubicBezTo>
                  <a:cubicBezTo>
                    <a:pt x="1528" y="2379"/>
                    <a:pt x="1639" y="2403"/>
                    <a:pt x="1762" y="2403"/>
                  </a:cubicBezTo>
                  <a:cubicBezTo>
                    <a:pt x="1857" y="2403"/>
                    <a:pt x="2106" y="2349"/>
                    <a:pt x="2137" y="2349"/>
                  </a:cubicBezTo>
                  <a:cubicBezTo>
                    <a:pt x="2142" y="2349"/>
                    <a:pt x="2141" y="2351"/>
                    <a:pt x="2132" y="2354"/>
                  </a:cubicBezTo>
                  <a:cubicBezTo>
                    <a:pt x="2083" y="2366"/>
                    <a:pt x="1898" y="2440"/>
                    <a:pt x="1910" y="2588"/>
                  </a:cubicBezTo>
                  <a:cubicBezTo>
                    <a:pt x="1922" y="2724"/>
                    <a:pt x="2021" y="2711"/>
                    <a:pt x="1898" y="2835"/>
                  </a:cubicBezTo>
                  <a:cubicBezTo>
                    <a:pt x="1775" y="2945"/>
                    <a:pt x="1701" y="3007"/>
                    <a:pt x="1651" y="3007"/>
                  </a:cubicBezTo>
                  <a:cubicBezTo>
                    <a:pt x="1605" y="3007"/>
                    <a:pt x="1594" y="2986"/>
                    <a:pt x="1570" y="2986"/>
                  </a:cubicBezTo>
                  <a:cubicBezTo>
                    <a:pt x="1562" y="2986"/>
                    <a:pt x="1553" y="2989"/>
                    <a:pt x="1541" y="2995"/>
                  </a:cubicBezTo>
                  <a:cubicBezTo>
                    <a:pt x="1506" y="3003"/>
                    <a:pt x="1477" y="3012"/>
                    <a:pt x="1446" y="3012"/>
                  </a:cubicBezTo>
                  <a:cubicBezTo>
                    <a:pt x="1433" y="3012"/>
                    <a:pt x="1419" y="3011"/>
                    <a:pt x="1405" y="3007"/>
                  </a:cubicBezTo>
                  <a:cubicBezTo>
                    <a:pt x="1379" y="2999"/>
                    <a:pt x="1366" y="2984"/>
                    <a:pt x="1343" y="2984"/>
                  </a:cubicBezTo>
                  <a:cubicBezTo>
                    <a:pt x="1333" y="2984"/>
                    <a:pt x="1322" y="2987"/>
                    <a:pt x="1306" y="2995"/>
                  </a:cubicBezTo>
                  <a:cubicBezTo>
                    <a:pt x="1245" y="3007"/>
                    <a:pt x="1035" y="3032"/>
                    <a:pt x="998" y="3081"/>
                  </a:cubicBezTo>
                  <a:cubicBezTo>
                    <a:pt x="949" y="3143"/>
                    <a:pt x="998" y="3155"/>
                    <a:pt x="887" y="3180"/>
                  </a:cubicBezTo>
                  <a:cubicBezTo>
                    <a:pt x="797" y="3191"/>
                    <a:pt x="448" y="3306"/>
                    <a:pt x="352" y="3306"/>
                  </a:cubicBezTo>
                  <a:cubicBezTo>
                    <a:pt x="344" y="3306"/>
                    <a:pt x="337" y="3305"/>
                    <a:pt x="333" y="3303"/>
                  </a:cubicBezTo>
                  <a:cubicBezTo>
                    <a:pt x="306" y="3289"/>
                    <a:pt x="272" y="3279"/>
                    <a:pt x="244" y="3279"/>
                  </a:cubicBezTo>
                  <a:cubicBezTo>
                    <a:pt x="221" y="3279"/>
                    <a:pt x="203" y="3286"/>
                    <a:pt x="197" y="3303"/>
                  </a:cubicBezTo>
                  <a:cubicBezTo>
                    <a:pt x="185" y="3340"/>
                    <a:pt x="136" y="3389"/>
                    <a:pt x="111" y="3389"/>
                  </a:cubicBezTo>
                  <a:cubicBezTo>
                    <a:pt x="109" y="3388"/>
                    <a:pt x="107" y="3388"/>
                    <a:pt x="104" y="3388"/>
                  </a:cubicBezTo>
                  <a:cubicBezTo>
                    <a:pt x="66" y="3388"/>
                    <a:pt x="3" y="3475"/>
                    <a:pt x="37" y="3475"/>
                  </a:cubicBezTo>
                  <a:cubicBezTo>
                    <a:pt x="87" y="3488"/>
                    <a:pt x="37" y="3574"/>
                    <a:pt x="25" y="3574"/>
                  </a:cubicBezTo>
                  <a:cubicBezTo>
                    <a:pt x="0" y="3574"/>
                    <a:pt x="25" y="3611"/>
                    <a:pt x="74" y="3648"/>
                  </a:cubicBezTo>
                  <a:cubicBezTo>
                    <a:pt x="127" y="3690"/>
                    <a:pt x="144" y="3778"/>
                    <a:pt x="171" y="3778"/>
                  </a:cubicBezTo>
                  <a:cubicBezTo>
                    <a:pt x="175" y="3778"/>
                    <a:pt x="180" y="3776"/>
                    <a:pt x="185" y="3771"/>
                  </a:cubicBezTo>
                  <a:cubicBezTo>
                    <a:pt x="202" y="3754"/>
                    <a:pt x="225" y="3720"/>
                    <a:pt x="257" y="3720"/>
                  </a:cubicBezTo>
                  <a:cubicBezTo>
                    <a:pt x="272" y="3720"/>
                    <a:pt x="289" y="3727"/>
                    <a:pt x="308" y="3746"/>
                  </a:cubicBezTo>
                  <a:cubicBezTo>
                    <a:pt x="354" y="3792"/>
                    <a:pt x="413" y="3817"/>
                    <a:pt x="471" y="3817"/>
                  </a:cubicBezTo>
                  <a:cubicBezTo>
                    <a:pt x="491" y="3817"/>
                    <a:pt x="511" y="3814"/>
                    <a:pt x="530" y="3808"/>
                  </a:cubicBezTo>
                  <a:cubicBezTo>
                    <a:pt x="593" y="3790"/>
                    <a:pt x="656" y="3752"/>
                    <a:pt x="666" y="3752"/>
                  </a:cubicBezTo>
                  <a:cubicBezTo>
                    <a:pt x="670" y="3752"/>
                    <a:pt x="667" y="3758"/>
                    <a:pt x="653" y="3771"/>
                  </a:cubicBezTo>
                  <a:cubicBezTo>
                    <a:pt x="604" y="3820"/>
                    <a:pt x="616" y="3845"/>
                    <a:pt x="690" y="3919"/>
                  </a:cubicBezTo>
                  <a:cubicBezTo>
                    <a:pt x="761" y="3980"/>
                    <a:pt x="882" y="4024"/>
                    <a:pt x="944" y="4024"/>
                  </a:cubicBezTo>
                  <a:cubicBezTo>
                    <a:pt x="957" y="4024"/>
                    <a:pt x="967" y="4022"/>
                    <a:pt x="974" y="4017"/>
                  </a:cubicBezTo>
                  <a:cubicBezTo>
                    <a:pt x="995" y="3996"/>
                    <a:pt x="1007" y="3939"/>
                    <a:pt x="1049" y="3939"/>
                  </a:cubicBezTo>
                  <a:cubicBezTo>
                    <a:pt x="1056" y="3939"/>
                    <a:pt x="1064" y="3940"/>
                    <a:pt x="1072" y="3943"/>
                  </a:cubicBezTo>
                  <a:cubicBezTo>
                    <a:pt x="1128" y="3962"/>
                    <a:pt x="1183" y="3971"/>
                    <a:pt x="1239" y="3971"/>
                  </a:cubicBezTo>
                  <a:cubicBezTo>
                    <a:pt x="1294" y="3971"/>
                    <a:pt x="1350" y="3962"/>
                    <a:pt x="1405" y="3943"/>
                  </a:cubicBezTo>
                  <a:cubicBezTo>
                    <a:pt x="1432" y="3917"/>
                    <a:pt x="1446" y="3871"/>
                    <a:pt x="1479" y="3871"/>
                  </a:cubicBezTo>
                  <a:cubicBezTo>
                    <a:pt x="1492" y="3871"/>
                    <a:pt x="1508" y="3877"/>
                    <a:pt x="1528" y="3894"/>
                  </a:cubicBezTo>
                  <a:cubicBezTo>
                    <a:pt x="1602" y="3956"/>
                    <a:pt x="1688" y="3993"/>
                    <a:pt x="1614" y="4030"/>
                  </a:cubicBezTo>
                  <a:cubicBezTo>
                    <a:pt x="1596" y="4044"/>
                    <a:pt x="1545" y="4048"/>
                    <a:pt x="1481" y="4048"/>
                  </a:cubicBezTo>
                  <a:cubicBezTo>
                    <a:pt x="1412" y="4048"/>
                    <a:pt x="1329" y="4044"/>
                    <a:pt x="1253" y="4044"/>
                  </a:cubicBezTo>
                  <a:cubicBezTo>
                    <a:pt x="1159" y="4044"/>
                    <a:pt x="1076" y="4050"/>
                    <a:pt x="1048" y="4079"/>
                  </a:cubicBezTo>
                  <a:cubicBezTo>
                    <a:pt x="974" y="4141"/>
                    <a:pt x="1331" y="4178"/>
                    <a:pt x="1417" y="4178"/>
                  </a:cubicBezTo>
                  <a:cubicBezTo>
                    <a:pt x="1356" y="4183"/>
                    <a:pt x="1297" y="4186"/>
                    <a:pt x="1239" y="4186"/>
                  </a:cubicBezTo>
                  <a:cubicBezTo>
                    <a:pt x="1157" y="4186"/>
                    <a:pt x="1078" y="4180"/>
                    <a:pt x="998" y="4165"/>
                  </a:cubicBezTo>
                  <a:cubicBezTo>
                    <a:pt x="924" y="4141"/>
                    <a:pt x="851" y="4128"/>
                    <a:pt x="777" y="4128"/>
                  </a:cubicBezTo>
                  <a:cubicBezTo>
                    <a:pt x="703" y="4128"/>
                    <a:pt x="629" y="4141"/>
                    <a:pt x="555" y="4165"/>
                  </a:cubicBezTo>
                  <a:cubicBezTo>
                    <a:pt x="493" y="4190"/>
                    <a:pt x="370" y="4264"/>
                    <a:pt x="481" y="4313"/>
                  </a:cubicBezTo>
                  <a:cubicBezTo>
                    <a:pt x="551" y="4352"/>
                    <a:pt x="592" y="4376"/>
                    <a:pt x="631" y="4376"/>
                  </a:cubicBezTo>
                  <a:cubicBezTo>
                    <a:pt x="653" y="4376"/>
                    <a:pt x="676" y="4368"/>
                    <a:pt x="703" y="4350"/>
                  </a:cubicBezTo>
                  <a:cubicBezTo>
                    <a:pt x="726" y="4327"/>
                    <a:pt x="742" y="4318"/>
                    <a:pt x="751" y="4318"/>
                  </a:cubicBezTo>
                  <a:cubicBezTo>
                    <a:pt x="767" y="4318"/>
                    <a:pt x="763" y="4344"/>
                    <a:pt x="740" y="4375"/>
                  </a:cubicBezTo>
                  <a:cubicBezTo>
                    <a:pt x="715" y="4412"/>
                    <a:pt x="826" y="4461"/>
                    <a:pt x="912" y="4461"/>
                  </a:cubicBezTo>
                  <a:cubicBezTo>
                    <a:pt x="945" y="4465"/>
                    <a:pt x="974" y="4466"/>
                    <a:pt x="1002" y="4466"/>
                  </a:cubicBezTo>
                  <a:cubicBezTo>
                    <a:pt x="1059" y="4466"/>
                    <a:pt x="1113" y="4461"/>
                    <a:pt x="1196" y="4461"/>
                  </a:cubicBezTo>
                  <a:cubicBezTo>
                    <a:pt x="1294" y="4461"/>
                    <a:pt x="1196" y="4486"/>
                    <a:pt x="1122" y="4510"/>
                  </a:cubicBezTo>
                  <a:cubicBezTo>
                    <a:pt x="1035" y="4535"/>
                    <a:pt x="912" y="4523"/>
                    <a:pt x="900" y="4597"/>
                  </a:cubicBezTo>
                  <a:cubicBezTo>
                    <a:pt x="875" y="4670"/>
                    <a:pt x="912" y="4670"/>
                    <a:pt x="1023" y="4732"/>
                  </a:cubicBezTo>
                  <a:cubicBezTo>
                    <a:pt x="1171" y="4806"/>
                    <a:pt x="1331" y="4855"/>
                    <a:pt x="1504" y="4880"/>
                  </a:cubicBezTo>
                  <a:cubicBezTo>
                    <a:pt x="1491" y="4855"/>
                    <a:pt x="1368" y="4757"/>
                    <a:pt x="1417" y="4744"/>
                  </a:cubicBezTo>
                  <a:cubicBezTo>
                    <a:pt x="1423" y="4743"/>
                    <a:pt x="1428" y="4743"/>
                    <a:pt x="1434" y="4743"/>
                  </a:cubicBezTo>
                  <a:cubicBezTo>
                    <a:pt x="1474" y="4743"/>
                    <a:pt x="1498" y="4775"/>
                    <a:pt x="1530" y="4775"/>
                  </a:cubicBezTo>
                  <a:cubicBezTo>
                    <a:pt x="1537" y="4775"/>
                    <a:pt x="1544" y="4773"/>
                    <a:pt x="1553" y="4769"/>
                  </a:cubicBezTo>
                  <a:cubicBezTo>
                    <a:pt x="1581" y="4750"/>
                    <a:pt x="1668" y="4651"/>
                    <a:pt x="1718" y="4651"/>
                  </a:cubicBezTo>
                  <a:cubicBezTo>
                    <a:pt x="1733" y="4651"/>
                    <a:pt x="1744" y="4660"/>
                    <a:pt x="1750" y="4683"/>
                  </a:cubicBezTo>
                  <a:cubicBezTo>
                    <a:pt x="1784" y="4773"/>
                    <a:pt x="1714" y="4832"/>
                    <a:pt x="1750" y="4832"/>
                  </a:cubicBezTo>
                  <a:cubicBezTo>
                    <a:pt x="1753" y="4832"/>
                    <a:pt x="1757" y="4832"/>
                    <a:pt x="1762" y="4831"/>
                  </a:cubicBezTo>
                  <a:cubicBezTo>
                    <a:pt x="1849" y="4806"/>
                    <a:pt x="1922" y="4781"/>
                    <a:pt x="1996" y="4732"/>
                  </a:cubicBezTo>
                  <a:cubicBezTo>
                    <a:pt x="2043" y="4701"/>
                    <a:pt x="2060" y="4675"/>
                    <a:pt x="2076" y="4675"/>
                  </a:cubicBezTo>
                  <a:cubicBezTo>
                    <a:pt x="2085" y="4675"/>
                    <a:pt x="2093" y="4684"/>
                    <a:pt x="2107" y="4707"/>
                  </a:cubicBezTo>
                  <a:cubicBezTo>
                    <a:pt x="2135" y="4735"/>
                    <a:pt x="2151" y="4751"/>
                    <a:pt x="2168" y="4751"/>
                  </a:cubicBezTo>
                  <a:cubicBezTo>
                    <a:pt x="2182" y="4751"/>
                    <a:pt x="2197" y="4741"/>
                    <a:pt x="2218" y="4720"/>
                  </a:cubicBezTo>
                  <a:cubicBezTo>
                    <a:pt x="2269" y="4689"/>
                    <a:pt x="2244" y="4667"/>
                    <a:pt x="2303" y="4667"/>
                  </a:cubicBezTo>
                  <a:cubicBezTo>
                    <a:pt x="2315" y="4667"/>
                    <a:pt x="2332" y="4668"/>
                    <a:pt x="2354" y="4670"/>
                  </a:cubicBezTo>
                  <a:cubicBezTo>
                    <a:pt x="2477" y="4683"/>
                    <a:pt x="2600" y="4720"/>
                    <a:pt x="2723" y="4757"/>
                  </a:cubicBezTo>
                  <a:cubicBezTo>
                    <a:pt x="2797" y="4781"/>
                    <a:pt x="3044" y="4806"/>
                    <a:pt x="3142" y="4892"/>
                  </a:cubicBezTo>
                  <a:cubicBezTo>
                    <a:pt x="3180" y="4922"/>
                    <a:pt x="3195" y="4930"/>
                    <a:pt x="3202" y="4930"/>
                  </a:cubicBezTo>
                  <a:cubicBezTo>
                    <a:pt x="3210" y="4930"/>
                    <a:pt x="3208" y="4920"/>
                    <a:pt x="3218" y="4920"/>
                  </a:cubicBezTo>
                  <a:cubicBezTo>
                    <a:pt x="3226" y="4920"/>
                    <a:pt x="3239" y="4925"/>
                    <a:pt x="3266" y="4942"/>
                  </a:cubicBezTo>
                  <a:cubicBezTo>
                    <a:pt x="3376" y="4991"/>
                    <a:pt x="3463" y="4991"/>
                    <a:pt x="3512" y="5052"/>
                  </a:cubicBezTo>
                  <a:cubicBezTo>
                    <a:pt x="3561" y="5126"/>
                    <a:pt x="3500" y="5188"/>
                    <a:pt x="3500" y="5213"/>
                  </a:cubicBezTo>
                  <a:cubicBezTo>
                    <a:pt x="3537" y="5274"/>
                    <a:pt x="3586" y="5323"/>
                    <a:pt x="3647" y="5360"/>
                  </a:cubicBezTo>
                  <a:cubicBezTo>
                    <a:pt x="3697" y="5410"/>
                    <a:pt x="3808" y="5385"/>
                    <a:pt x="3832" y="5447"/>
                  </a:cubicBezTo>
                  <a:cubicBezTo>
                    <a:pt x="3869" y="5508"/>
                    <a:pt x="3919" y="5582"/>
                    <a:pt x="3968" y="5632"/>
                  </a:cubicBezTo>
                  <a:cubicBezTo>
                    <a:pt x="4005" y="5668"/>
                    <a:pt x="3992" y="5804"/>
                    <a:pt x="4029" y="5878"/>
                  </a:cubicBezTo>
                  <a:cubicBezTo>
                    <a:pt x="4079" y="5964"/>
                    <a:pt x="4153" y="6075"/>
                    <a:pt x="4128" y="6124"/>
                  </a:cubicBezTo>
                  <a:cubicBezTo>
                    <a:pt x="4091" y="6186"/>
                    <a:pt x="4153" y="6211"/>
                    <a:pt x="4177" y="6248"/>
                  </a:cubicBezTo>
                  <a:lnTo>
                    <a:pt x="4177" y="6248"/>
                  </a:lnTo>
                  <a:cubicBezTo>
                    <a:pt x="4177" y="6240"/>
                    <a:pt x="4179" y="6233"/>
                    <a:pt x="4187" y="6233"/>
                  </a:cubicBezTo>
                  <a:cubicBezTo>
                    <a:pt x="4193" y="6233"/>
                    <a:pt x="4201" y="6237"/>
                    <a:pt x="4214" y="6248"/>
                  </a:cubicBezTo>
                  <a:cubicBezTo>
                    <a:pt x="4264" y="6285"/>
                    <a:pt x="4313" y="6309"/>
                    <a:pt x="4288" y="6334"/>
                  </a:cubicBezTo>
                  <a:cubicBezTo>
                    <a:pt x="4264" y="6346"/>
                    <a:pt x="4202" y="6408"/>
                    <a:pt x="4214" y="6432"/>
                  </a:cubicBezTo>
                  <a:cubicBezTo>
                    <a:pt x="4225" y="6465"/>
                    <a:pt x="4207" y="6508"/>
                    <a:pt x="4220" y="6508"/>
                  </a:cubicBezTo>
                  <a:cubicBezTo>
                    <a:pt x="4222" y="6508"/>
                    <a:pt x="4224" y="6508"/>
                    <a:pt x="4227" y="6506"/>
                  </a:cubicBezTo>
                  <a:cubicBezTo>
                    <a:pt x="4246" y="6497"/>
                    <a:pt x="4280" y="6458"/>
                    <a:pt x="4311" y="6458"/>
                  </a:cubicBezTo>
                  <a:cubicBezTo>
                    <a:pt x="4320" y="6458"/>
                    <a:pt x="4329" y="6461"/>
                    <a:pt x="4337" y="6469"/>
                  </a:cubicBezTo>
                  <a:cubicBezTo>
                    <a:pt x="4387" y="6543"/>
                    <a:pt x="4399" y="6630"/>
                    <a:pt x="4374" y="6716"/>
                  </a:cubicBezTo>
                  <a:cubicBezTo>
                    <a:pt x="4337" y="6728"/>
                    <a:pt x="4362" y="6728"/>
                    <a:pt x="4424" y="6753"/>
                  </a:cubicBezTo>
                  <a:cubicBezTo>
                    <a:pt x="4498" y="6777"/>
                    <a:pt x="4461" y="6790"/>
                    <a:pt x="4411" y="6802"/>
                  </a:cubicBezTo>
                  <a:cubicBezTo>
                    <a:pt x="4358" y="6813"/>
                    <a:pt x="4379" y="6908"/>
                    <a:pt x="4353" y="6908"/>
                  </a:cubicBezTo>
                  <a:cubicBezTo>
                    <a:pt x="4349" y="6908"/>
                    <a:pt x="4344" y="6905"/>
                    <a:pt x="4337" y="6901"/>
                  </a:cubicBezTo>
                  <a:cubicBezTo>
                    <a:pt x="4288" y="6876"/>
                    <a:pt x="4288" y="6851"/>
                    <a:pt x="4300" y="6839"/>
                  </a:cubicBezTo>
                  <a:cubicBezTo>
                    <a:pt x="4325" y="6814"/>
                    <a:pt x="4337" y="6814"/>
                    <a:pt x="4300" y="6802"/>
                  </a:cubicBezTo>
                  <a:cubicBezTo>
                    <a:pt x="4290" y="6792"/>
                    <a:pt x="4269" y="6788"/>
                    <a:pt x="4249" y="6788"/>
                  </a:cubicBezTo>
                  <a:cubicBezTo>
                    <a:pt x="4223" y="6788"/>
                    <a:pt x="4200" y="6795"/>
                    <a:pt x="4214" y="6802"/>
                  </a:cubicBezTo>
                  <a:cubicBezTo>
                    <a:pt x="4251" y="6814"/>
                    <a:pt x="4288" y="6851"/>
                    <a:pt x="4264" y="6851"/>
                  </a:cubicBezTo>
                  <a:cubicBezTo>
                    <a:pt x="4227" y="6851"/>
                    <a:pt x="4165" y="6901"/>
                    <a:pt x="4190" y="6913"/>
                  </a:cubicBezTo>
                  <a:cubicBezTo>
                    <a:pt x="4202" y="6938"/>
                    <a:pt x="4313" y="6975"/>
                    <a:pt x="4288" y="6999"/>
                  </a:cubicBezTo>
                  <a:cubicBezTo>
                    <a:pt x="4264" y="7024"/>
                    <a:pt x="4239" y="7073"/>
                    <a:pt x="4300" y="7085"/>
                  </a:cubicBezTo>
                  <a:cubicBezTo>
                    <a:pt x="4350" y="7073"/>
                    <a:pt x="4387" y="7061"/>
                    <a:pt x="4424" y="7024"/>
                  </a:cubicBezTo>
                  <a:lnTo>
                    <a:pt x="4424" y="7024"/>
                  </a:lnTo>
                  <a:cubicBezTo>
                    <a:pt x="4387" y="7061"/>
                    <a:pt x="4362" y="7110"/>
                    <a:pt x="4313" y="7110"/>
                  </a:cubicBezTo>
                  <a:cubicBezTo>
                    <a:pt x="4276" y="7110"/>
                    <a:pt x="4239" y="7089"/>
                    <a:pt x="4218" y="7089"/>
                  </a:cubicBezTo>
                  <a:cubicBezTo>
                    <a:pt x="4210" y="7089"/>
                    <a:pt x="4205" y="7092"/>
                    <a:pt x="4202" y="7098"/>
                  </a:cubicBezTo>
                  <a:cubicBezTo>
                    <a:pt x="4190" y="7122"/>
                    <a:pt x="4227" y="7147"/>
                    <a:pt x="4202" y="7159"/>
                  </a:cubicBezTo>
                  <a:cubicBezTo>
                    <a:pt x="4177" y="7172"/>
                    <a:pt x="4116" y="7196"/>
                    <a:pt x="4140" y="7209"/>
                  </a:cubicBezTo>
                  <a:cubicBezTo>
                    <a:pt x="4177" y="7221"/>
                    <a:pt x="4214" y="7258"/>
                    <a:pt x="4227" y="7295"/>
                  </a:cubicBezTo>
                  <a:cubicBezTo>
                    <a:pt x="4234" y="7316"/>
                    <a:pt x="4245" y="7330"/>
                    <a:pt x="4256" y="7330"/>
                  </a:cubicBezTo>
                  <a:cubicBezTo>
                    <a:pt x="4263" y="7330"/>
                    <a:pt x="4271" y="7323"/>
                    <a:pt x="4276" y="7307"/>
                  </a:cubicBezTo>
                  <a:cubicBezTo>
                    <a:pt x="4280" y="7298"/>
                    <a:pt x="4291" y="7294"/>
                    <a:pt x="4304" y="7294"/>
                  </a:cubicBezTo>
                  <a:cubicBezTo>
                    <a:pt x="4329" y="7294"/>
                    <a:pt x="4363" y="7308"/>
                    <a:pt x="4387" y="7332"/>
                  </a:cubicBezTo>
                  <a:cubicBezTo>
                    <a:pt x="4414" y="7343"/>
                    <a:pt x="4442" y="7349"/>
                    <a:pt x="4469" y="7349"/>
                  </a:cubicBezTo>
                  <a:cubicBezTo>
                    <a:pt x="4501" y="7349"/>
                    <a:pt x="4532" y="7340"/>
                    <a:pt x="4559" y="7320"/>
                  </a:cubicBezTo>
                  <a:cubicBezTo>
                    <a:pt x="4584" y="7295"/>
                    <a:pt x="4559" y="7209"/>
                    <a:pt x="4621" y="7172"/>
                  </a:cubicBezTo>
                  <a:cubicBezTo>
                    <a:pt x="4670" y="7147"/>
                    <a:pt x="4769" y="7159"/>
                    <a:pt x="4707" y="7061"/>
                  </a:cubicBezTo>
                  <a:cubicBezTo>
                    <a:pt x="4658" y="7012"/>
                    <a:pt x="4633" y="6938"/>
                    <a:pt x="4633" y="6851"/>
                  </a:cubicBezTo>
                  <a:cubicBezTo>
                    <a:pt x="4633" y="6840"/>
                    <a:pt x="4634" y="6836"/>
                    <a:pt x="4635" y="6836"/>
                  </a:cubicBezTo>
                  <a:cubicBezTo>
                    <a:pt x="4642" y="6836"/>
                    <a:pt x="4660" y="6932"/>
                    <a:pt x="4670" y="6962"/>
                  </a:cubicBezTo>
                  <a:cubicBezTo>
                    <a:pt x="4695" y="6999"/>
                    <a:pt x="4707" y="7073"/>
                    <a:pt x="4744" y="7085"/>
                  </a:cubicBezTo>
                  <a:cubicBezTo>
                    <a:pt x="4761" y="7091"/>
                    <a:pt x="4781" y="7099"/>
                    <a:pt x="4800" y="7099"/>
                  </a:cubicBezTo>
                  <a:cubicBezTo>
                    <a:pt x="4821" y="7099"/>
                    <a:pt x="4842" y="7088"/>
                    <a:pt x="4855" y="7048"/>
                  </a:cubicBezTo>
                  <a:cubicBezTo>
                    <a:pt x="4861" y="7033"/>
                    <a:pt x="4866" y="7027"/>
                    <a:pt x="4868" y="7027"/>
                  </a:cubicBezTo>
                  <a:cubicBezTo>
                    <a:pt x="4877" y="7027"/>
                    <a:pt x="4867" y="7082"/>
                    <a:pt x="4830" y="7110"/>
                  </a:cubicBezTo>
                  <a:cubicBezTo>
                    <a:pt x="4793" y="7147"/>
                    <a:pt x="4806" y="7209"/>
                    <a:pt x="4756" y="7233"/>
                  </a:cubicBezTo>
                  <a:cubicBezTo>
                    <a:pt x="4732" y="7252"/>
                    <a:pt x="4738" y="7261"/>
                    <a:pt x="4753" y="7261"/>
                  </a:cubicBezTo>
                  <a:cubicBezTo>
                    <a:pt x="4769" y="7261"/>
                    <a:pt x="4793" y="7252"/>
                    <a:pt x="4806" y="7233"/>
                  </a:cubicBezTo>
                  <a:cubicBezTo>
                    <a:pt x="4842" y="7215"/>
                    <a:pt x="4891" y="7204"/>
                    <a:pt x="4939" y="7204"/>
                  </a:cubicBezTo>
                  <a:cubicBezTo>
                    <a:pt x="4957" y="7204"/>
                    <a:pt x="4974" y="7205"/>
                    <a:pt x="4990" y="7209"/>
                  </a:cubicBezTo>
                  <a:cubicBezTo>
                    <a:pt x="4994" y="7209"/>
                    <a:pt x="4998" y="7210"/>
                    <a:pt x="5002" y="7210"/>
                  </a:cubicBezTo>
                  <a:cubicBezTo>
                    <a:pt x="5051" y="7210"/>
                    <a:pt x="5121" y="7158"/>
                    <a:pt x="5138" y="7158"/>
                  </a:cubicBezTo>
                  <a:cubicBezTo>
                    <a:pt x="5143" y="7158"/>
                    <a:pt x="5143" y="7162"/>
                    <a:pt x="5138" y="7172"/>
                  </a:cubicBezTo>
                  <a:cubicBezTo>
                    <a:pt x="5114" y="7221"/>
                    <a:pt x="5151" y="7233"/>
                    <a:pt x="5064" y="7233"/>
                  </a:cubicBezTo>
                  <a:cubicBezTo>
                    <a:pt x="5015" y="7233"/>
                    <a:pt x="4954" y="7246"/>
                    <a:pt x="4917" y="7283"/>
                  </a:cubicBezTo>
                  <a:cubicBezTo>
                    <a:pt x="4878" y="7302"/>
                    <a:pt x="4832" y="7343"/>
                    <a:pt x="4890" y="7343"/>
                  </a:cubicBezTo>
                  <a:cubicBezTo>
                    <a:pt x="4906" y="7343"/>
                    <a:pt x="4930" y="7340"/>
                    <a:pt x="4966" y="7332"/>
                  </a:cubicBezTo>
                  <a:cubicBezTo>
                    <a:pt x="5072" y="7317"/>
                    <a:pt x="5174" y="7306"/>
                    <a:pt x="5213" y="7306"/>
                  </a:cubicBezTo>
                  <a:cubicBezTo>
                    <a:pt x="5238" y="7306"/>
                    <a:pt x="5238" y="7310"/>
                    <a:pt x="5200" y="7320"/>
                  </a:cubicBezTo>
                  <a:cubicBezTo>
                    <a:pt x="5114" y="7332"/>
                    <a:pt x="4954" y="7344"/>
                    <a:pt x="4990" y="7381"/>
                  </a:cubicBezTo>
                  <a:cubicBezTo>
                    <a:pt x="5015" y="7406"/>
                    <a:pt x="5052" y="7406"/>
                    <a:pt x="5077" y="7430"/>
                  </a:cubicBezTo>
                  <a:cubicBezTo>
                    <a:pt x="5089" y="7455"/>
                    <a:pt x="5089" y="7480"/>
                    <a:pt x="5114" y="7517"/>
                  </a:cubicBezTo>
                  <a:cubicBezTo>
                    <a:pt x="5126" y="7541"/>
                    <a:pt x="5126" y="7578"/>
                    <a:pt x="5101" y="7591"/>
                  </a:cubicBezTo>
                  <a:cubicBezTo>
                    <a:pt x="5082" y="7591"/>
                    <a:pt x="5070" y="7622"/>
                    <a:pt x="5085" y="7622"/>
                  </a:cubicBezTo>
                  <a:cubicBezTo>
                    <a:pt x="5089" y="7622"/>
                    <a:pt x="5094" y="7620"/>
                    <a:pt x="5101" y="7615"/>
                  </a:cubicBezTo>
                  <a:cubicBezTo>
                    <a:pt x="5126" y="7591"/>
                    <a:pt x="5175" y="7578"/>
                    <a:pt x="5212" y="7578"/>
                  </a:cubicBezTo>
                  <a:cubicBezTo>
                    <a:pt x="5274" y="7578"/>
                    <a:pt x="5262" y="7591"/>
                    <a:pt x="5274" y="7640"/>
                  </a:cubicBezTo>
                  <a:cubicBezTo>
                    <a:pt x="5286" y="7677"/>
                    <a:pt x="5385" y="7825"/>
                    <a:pt x="5348" y="7837"/>
                  </a:cubicBezTo>
                  <a:cubicBezTo>
                    <a:pt x="5329" y="7849"/>
                    <a:pt x="5308" y="7856"/>
                    <a:pt x="5286" y="7856"/>
                  </a:cubicBezTo>
                  <a:cubicBezTo>
                    <a:pt x="5265" y="7856"/>
                    <a:pt x="5243" y="7849"/>
                    <a:pt x="5225" y="7837"/>
                  </a:cubicBezTo>
                  <a:cubicBezTo>
                    <a:pt x="5126" y="7775"/>
                    <a:pt x="5027" y="7726"/>
                    <a:pt x="4917" y="7689"/>
                  </a:cubicBezTo>
                  <a:cubicBezTo>
                    <a:pt x="4793" y="7665"/>
                    <a:pt x="4682" y="7640"/>
                    <a:pt x="4559" y="7640"/>
                  </a:cubicBezTo>
                  <a:cubicBezTo>
                    <a:pt x="4498" y="7652"/>
                    <a:pt x="4436" y="7665"/>
                    <a:pt x="4547" y="7763"/>
                  </a:cubicBezTo>
                  <a:cubicBezTo>
                    <a:pt x="4658" y="7849"/>
                    <a:pt x="4744" y="7825"/>
                    <a:pt x="4830" y="7874"/>
                  </a:cubicBezTo>
                  <a:cubicBezTo>
                    <a:pt x="4917" y="7936"/>
                    <a:pt x="4966" y="8034"/>
                    <a:pt x="5040" y="8034"/>
                  </a:cubicBezTo>
                  <a:cubicBezTo>
                    <a:pt x="5089" y="8034"/>
                    <a:pt x="5171" y="8012"/>
                    <a:pt x="5231" y="8012"/>
                  </a:cubicBezTo>
                  <a:cubicBezTo>
                    <a:pt x="5262" y="8012"/>
                    <a:pt x="5286" y="8018"/>
                    <a:pt x="5299" y="8034"/>
                  </a:cubicBezTo>
                  <a:cubicBezTo>
                    <a:pt x="5335" y="8059"/>
                    <a:pt x="5385" y="8059"/>
                    <a:pt x="5422" y="8059"/>
                  </a:cubicBezTo>
                  <a:cubicBezTo>
                    <a:pt x="5459" y="8059"/>
                    <a:pt x="5459" y="8170"/>
                    <a:pt x="5422" y="8182"/>
                  </a:cubicBezTo>
                  <a:cubicBezTo>
                    <a:pt x="5372" y="8194"/>
                    <a:pt x="5360" y="8207"/>
                    <a:pt x="5385" y="8244"/>
                  </a:cubicBezTo>
                  <a:cubicBezTo>
                    <a:pt x="5422" y="8281"/>
                    <a:pt x="5471" y="8318"/>
                    <a:pt x="5397" y="8318"/>
                  </a:cubicBezTo>
                  <a:cubicBezTo>
                    <a:pt x="5348" y="8330"/>
                    <a:pt x="5311" y="8379"/>
                    <a:pt x="5323" y="8428"/>
                  </a:cubicBezTo>
                  <a:cubicBezTo>
                    <a:pt x="5323" y="8452"/>
                    <a:pt x="5318" y="8460"/>
                    <a:pt x="5327" y="8460"/>
                  </a:cubicBezTo>
                  <a:cubicBezTo>
                    <a:pt x="5332" y="8460"/>
                    <a:pt x="5342" y="8458"/>
                    <a:pt x="5360" y="8453"/>
                  </a:cubicBezTo>
                  <a:cubicBezTo>
                    <a:pt x="5422" y="8453"/>
                    <a:pt x="5446" y="8490"/>
                    <a:pt x="5385" y="8502"/>
                  </a:cubicBezTo>
                  <a:cubicBezTo>
                    <a:pt x="5357" y="8502"/>
                    <a:pt x="5332" y="8498"/>
                    <a:pt x="5313" y="8498"/>
                  </a:cubicBezTo>
                  <a:cubicBezTo>
                    <a:pt x="5289" y="8498"/>
                    <a:pt x="5274" y="8505"/>
                    <a:pt x="5274" y="8539"/>
                  </a:cubicBezTo>
                  <a:cubicBezTo>
                    <a:pt x="5274" y="8604"/>
                    <a:pt x="5226" y="8679"/>
                    <a:pt x="5240" y="8679"/>
                  </a:cubicBezTo>
                  <a:cubicBezTo>
                    <a:pt x="5242" y="8679"/>
                    <a:pt x="5245" y="8678"/>
                    <a:pt x="5249" y="8675"/>
                  </a:cubicBezTo>
                  <a:cubicBezTo>
                    <a:pt x="5266" y="8664"/>
                    <a:pt x="5290" y="8658"/>
                    <a:pt x="5308" y="8658"/>
                  </a:cubicBezTo>
                  <a:cubicBezTo>
                    <a:pt x="5330" y="8658"/>
                    <a:pt x="5344" y="8667"/>
                    <a:pt x="5323" y="8687"/>
                  </a:cubicBezTo>
                  <a:cubicBezTo>
                    <a:pt x="5286" y="8724"/>
                    <a:pt x="5262" y="8786"/>
                    <a:pt x="5212" y="8786"/>
                  </a:cubicBezTo>
                  <a:cubicBezTo>
                    <a:pt x="5138" y="8786"/>
                    <a:pt x="5064" y="8773"/>
                    <a:pt x="5003" y="8737"/>
                  </a:cubicBezTo>
                  <a:cubicBezTo>
                    <a:pt x="5000" y="8736"/>
                    <a:pt x="4998" y="8736"/>
                    <a:pt x="4995" y="8736"/>
                  </a:cubicBezTo>
                  <a:cubicBezTo>
                    <a:pt x="4950" y="8736"/>
                    <a:pt x="4915" y="8835"/>
                    <a:pt x="4880" y="8835"/>
                  </a:cubicBezTo>
                  <a:cubicBezTo>
                    <a:pt x="4850" y="8835"/>
                    <a:pt x="4829" y="8822"/>
                    <a:pt x="4820" y="8822"/>
                  </a:cubicBezTo>
                  <a:cubicBezTo>
                    <a:pt x="4814" y="8822"/>
                    <a:pt x="4813" y="8828"/>
                    <a:pt x="4818" y="8847"/>
                  </a:cubicBezTo>
                  <a:cubicBezTo>
                    <a:pt x="4830" y="8884"/>
                    <a:pt x="4867" y="8872"/>
                    <a:pt x="4892" y="8909"/>
                  </a:cubicBezTo>
                  <a:cubicBezTo>
                    <a:pt x="4901" y="8937"/>
                    <a:pt x="4959" y="8971"/>
                    <a:pt x="4982" y="8971"/>
                  </a:cubicBezTo>
                  <a:cubicBezTo>
                    <a:pt x="4990" y="8971"/>
                    <a:pt x="4994" y="8968"/>
                    <a:pt x="4990" y="8958"/>
                  </a:cubicBezTo>
                  <a:cubicBezTo>
                    <a:pt x="4983" y="8935"/>
                    <a:pt x="4970" y="8926"/>
                    <a:pt x="4980" y="8926"/>
                  </a:cubicBezTo>
                  <a:cubicBezTo>
                    <a:pt x="4987" y="8926"/>
                    <a:pt x="5000" y="8929"/>
                    <a:pt x="5027" y="8934"/>
                  </a:cubicBezTo>
                  <a:cubicBezTo>
                    <a:pt x="5055" y="8939"/>
                    <a:pt x="5073" y="8945"/>
                    <a:pt x="5088" y="8945"/>
                  </a:cubicBezTo>
                  <a:cubicBezTo>
                    <a:pt x="5107" y="8945"/>
                    <a:pt x="5123" y="8936"/>
                    <a:pt x="5151" y="8909"/>
                  </a:cubicBezTo>
                  <a:cubicBezTo>
                    <a:pt x="5181" y="8879"/>
                    <a:pt x="5220" y="8857"/>
                    <a:pt x="5260" y="8857"/>
                  </a:cubicBezTo>
                  <a:cubicBezTo>
                    <a:pt x="5269" y="8857"/>
                    <a:pt x="5277" y="8858"/>
                    <a:pt x="5286" y="8860"/>
                  </a:cubicBezTo>
                  <a:cubicBezTo>
                    <a:pt x="5323" y="8860"/>
                    <a:pt x="5360" y="8872"/>
                    <a:pt x="5299" y="8872"/>
                  </a:cubicBezTo>
                  <a:cubicBezTo>
                    <a:pt x="5237" y="8884"/>
                    <a:pt x="5188" y="8934"/>
                    <a:pt x="5237" y="8934"/>
                  </a:cubicBezTo>
                  <a:cubicBezTo>
                    <a:pt x="5286" y="8946"/>
                    <a:pt x="5323" y="8983"/>
                    <a:pt x="5286" y="8995"/>
                  </a:cubicBezTo>
                  <a:cubicBezTo>
                    <a:pt x="5249" y="9008"/>
                    <a:pt x="5323" y="9008"/>
                    <a:pt x="5372" y="9020"/>
                  </a:cubicBezTo>
                  <a:cubicBezTo>
                    <a:pt x="5409" y="9032"/>
                    <a:pt x="5570" y="9069"/>
                    <a:pt x="5483" y="9069"/>
                  </a:cubicBezTo>
                  <a:cubicBezTo>
                    <a:pt x="5449" y="9063"/>
                    <a:pt x="5420" y="9055"/>
                    <a:pt x="5408" y="9055"/>
                  </a:cubicBezTo>
                  <a:cubicBezTo>
                    <a:pt x="5393" y="9055"/>
                    <a:pt x="5400" y="9066"/>
                    <a:pt x="5446" y="9106"/>
                  </a:cubicBezTo>
                  <a:cubicBezTo>
                    <a:pt x="5513" y="9163"/>
                    <a:pt x="5573" y="9221"/>
                    <a:pt x="5556" y="9221"/>
                  </a:cubicBezTo>
                  <a:cubicBezTo>
                    <a:pt x="5551" y="9221"/>
                    <a:pt x="5540" y="9216"/>
                    <a:pt x="5520" y="9205"/>
                  </a:cubicBezTo>
                  <a:cubicBezTo>
                    <a:pt x="5459" y="9155"/>
                    <a:pt x="5385" y="9106"/>
                    <a:pt x="5335" y="9045"/>
                  </a:cubicBezTo>
                  <a:cubicBezTo>
                    <a:pt x="5299" y="9020"/>
                    <a:pt x="5249" y="9008"/>
                    <a:pt x="5212" y="9008"/>
                  </a:cubicBezTo>
                  <a:lnTo>
                    <a:pt x="5040" y="9008"/>
                  </a:lnTo>
                  <a:cubicBezTo>
                    <a:pt x="5031" y="9009"/>
                    <a:pt x="5023" y="9010"/>
                    <a:pt x="5015" y="9010"/>
                  </a:cubicBezTo>
                  <a:cubicBezTo>
                    <a:pt x="4970" y="9010"/>
                    <a:pt x="4945" y="8983"/>
                    <a:pt x="4892" y="8983"/>
                  </a:cubicBezTo>
                  <a:cubicBezTo>
                    <a:pt x="4818" y="8983"/>
                    <a:pt x="4818" y="9057"/>
                    <a:pt x="4793" y="9094"/>
                  </a:cubicBezTo>
                  <a:cubicBezTo>
                    <a:pt x="4769" y="9118"/>
                    <a:pt x="4695" y="9131"/>
                    <a:pt x="4682" y="9168"/>
                  </a:cubicBezTo>
                  <a:cubicBezTo>
                    <a:pt x="4682" y="9201"/>
                    <a:pt x="4662" y="9256"/>
                    <a:pt x="4696" y="9256"/>
                  </a:cubicBezTo>
                  <a:cubicBezTo>
                    <a:pt x="4699" y="9256"/>
                    <a:pt x="4703" y="9255"/>
                    <a:pt x="4707" y="9254"/>
                  </a:cubicBezTo>
                  <a:cubicBezTo>
                    <a:pt x="4781" y="9217"/>
                    <a:pt x="4855" y="9168"/>
                    <a:pt x="4929" y="9118"/>
                  </a:cubicBezTo>
                  <a:cubicBezTo>
                    <a:pt x="4949" y="9098"/>
                    <a:pt x="4970" y="9035"/>
                    <a:pt x="4976" y="9035"/>
                  </a:cubicBezTo>
                  <a:cubicBezTo>
                    <a:pt x="4977" y="9035"/>
                    <a:pt x="4978" y="9038"/>
                    <a:pt x="4978" y="9045"/>
                  </a:cubicBezTo>
                  <a:cubicBezTo>
                    <a:pt x="4978" y="9082"/>
                    <a:pt x="4978" y="9094"/>
                    <a:pt x="5015" y="9094"/>
                  </a:cubicBezTo>
                  <a:cubicBezTo>
                    <a:pt x="5034" y="9094"/>
                    <a:pt x="5049" y="9088"/>
                    <a:pt x="5061" y="9088"/>
                  </a:cubicBezTo>
                  <a:cubicBezTo>
                    <a:pt x="5074" y="9088"/>
                    <a:pt x="5083" y="9094"/>
                    <a:pt x="5089" y="9118"/>
                  </a:cubicBezTo>
                  <a:cubicBezTo>
                    <a:pt x="5098" y="9146"/>
                    <a:pt x="5135" y="9181"/>
                    <a:pt x="5153" y="9181"/>
                  </a:cubicBezTo>
                  <a:cubicBezTo>
                    <a:pt x="5159" y="9181"/>
                    <a:pt x="5163" y="9177"/>
                    <a:pt x="5163" y="9168"/>
                  </a:cubicBezTo>
                  <a:cubicBezTo>
                    <a:pt x="5174" y="9146"/>
                    <a:pt x="5156" y="9104"/>
                    <a:pt x="5186" y="9104"/>
                  </a:cubicBezTo>
                  <a:cubicBezTo>
                    <a:pt x="5190" y="9104"/>
                    <a:pt x="5195" y="9105"/>
                    <a:pt x="5200" y="9106"/>
                  </a:cubicBezTo>
                  <a:cubicBezTo>
                    <a:pt x="5237" y="9106"/>
                    <a:pt x="5212" y="9118"/>
                    <a:pt x="5249" y="9155"/>
                  </a:cubicBezTo>
                  <a:cubicBezTo>
                    <a:pt x="5272" y="9171"/>
                    <a:pt x="5286" y="9181"/>
                    <a:pt x="5298" y="9181"/>
                  </a:cubicBezTo>
                  <a:cubicBezTo>
                    <a:pt x="5306" y="9181"/>
                    <a:pt x="5314" y="9177"/>
                    <a:pt x="5323" y="9168"/>
                  </a:cubicBezTo>
                  <a:cubicBezTo>
                    <a:pt x="5329" y="9158"/>
                    <a:pt x="5337" y="9154"/>
                    <a:pt x="5344" y="9154"/>
                  </a:cubicBezTo>
                  <a:cubicBezTo>
                    <a:pt x="5367" y="9154"/>
                    <a:pt x="5394" y="9186"/>
                    <a:pt x="5422" y="9205"/>
                  </a:cubicBezTo>
                  <a:cubicBezTo>
                    <a:pt x="5443" y="9219"/>
                    <a:pt x="5452" y="9225"/>
                    <a:pt x="5446" y="9225"/>
                  </a:cubicBezTo>
                  <a:cubicBezTo>
                    <a:pt x="5442" y="9225"/>
                    <a:pt x="5430" y="9222"/>
                    <a:pt x="5409" y="9217"/>
                  </a:cubicBezTo>
                  <a:cubicBezTo>
                    <a:pt x="5360" y="9217"/>
                    <a:pt x="5385" y="9254"/>
                    <a:pt x="5422" y="9254"/>
                  </a:cubicBezTo>
                  <a:cubicBezTo>
                    <a:pt x="5451" y="9254"/>
                    <a:pt x="5505" y="9286"/>
                    <a:pt x="5480" y="9286"/>
                  </a:cubicBezTo>
                  <a:cubicBezTo>
                    <a:pt x="5474" y="9286"/>
                    <a:pt x="5464" y="9284"/>
                    <a:pt x="5446" y="9279"/>
                  </a:cubicBezTo>
                  <a:cubicBezTo>
                    <a:pt x="5372" y="9266"/>
                    <a:pt x="5323" y="9266"/>
                    <a:pt x="5299" y="9242"/>
                  </a:cubicBezTo>
                  <a:cubicBezTo>
                    <a:pt x="5275" y="9226"/>
                    <a:pt x="5251" y="9194"/>
                    <a:pt x="5233" y="9194"/>
                  </a:cubicBezTo>
                  <a:cubicBezTo>
                    <a:pt x="5224" y="9194"/>
                    <a:pt x="5217" y="9203"/>
                    <a:pt x="5212" y="9229"/>
                  </a:cubicBezTo>
                  <a:cubicBezTo>
                    <a:pt x="5212" y="9258"/>
                    <a:pt x="5207" y="9268"/>
                    <a:pt x="5201" y="9268"/>
                  </a:cubicBezTo>
                  <a:cubicBezTo>
                    <a:pt x="5195" y="9268"/>
                    <a:pt x="5188" y="9255"/>
                    <a:pt x="5188" y="9242"/>
                  </a:cubicBezTo>
                  <a:cubicBezTo>
                    <a:pt x="5188" y="9227"/>
                    <a:pt x="5183" y="9221"/>
                    <a:pt x="5172" y="9221"/>
                  </a:cubicBezTo>
                  <a:cubicBezTo>
                    <a:pt x="5165" y="9221"/>
                    <a:pt x="5154" y="9224"/>
                    <a:pt x="5138" y="9229"/>
                  </a:cubicBezTo>
                  <a:cubicBezTo>
                    <a:pt x="5136" y="9231"/>
                    <a:pt x="5133" y="9231"/>
                    <a:pt x="5131" y="9231"/>
                  </a:cubicBezTo>
                  <a:cubicBezTo>
                    <a:pt x="5111" y="9231"/>
                    <a:pt x="5096" y="9192"/>
                    <a:pt x="5052" y="9192"/>
                  </a:cubicBezTo>
                  <a:cubicBezTo>
                    <a:pt x="5019" y="9192"/>
                    <a:pt x="4970" y="9176"/>
                    <a:pt x="4930" y="9176"/>
                  </a:cubicBezTo>
                  <a:cubicBezTo>
                    <a:pt x="4910" y="9176"/>
                    <a:pt x="4892" y="9180"/>
                    <a:pt x="4880" y="9192"/>
                  </a:cubicBezTo>
                  <a:cubicBezTo>
                    <a:pt x="4830" y="9229"/>
                    <a:pt x="4633" y="9291"/>
                    <a:pt x="4633" y="9328"/>
                  </a:cubicBezTo>
                  <a:cubicBezTo>
                    <a:pt x="4633" y="9359"/>
                    <a:pt x="4616" y="9408"/>
                    <a:pt x="4640" y="9408"/>
                  </a:cubicBezTo>
                  <a:cubicBezTo>
                    <a:pt x="4644" y="9408"/>
                    <a:pt x="4650" y="9406"/>
                    <a:pt x="4658" y="9402"/>
                  </a:cubicBezTo>
                  <a:cubicBezTo>
                    <a:pt x="4695" y="9377"/>
                    <a:pt x="4867" y="9390"/>
                    <a:pt x="4917" y="9365"/>
                  </a:cubicBezTo>
                  <a:cubicBezTo>
                    <a:pt x="4954" y="9353"/>
                    <a:pt x="4994" y="9346"/>
                    <a:pt x="5034" y="9346"/>
                  </a:cubicBezTo>
                  <a:cubicBezTo>
                    <a:pt x="5074" y="9346"/>
                    <a:pt x="5114" y="9353"/>
                    <a:pt x="5151" y="9365"/>
                  </a:cubicBezTo>
                  <a:cubicBezTo>
                    <a:pt x="5184" y="9387"/>
                    <a:pt x="5218" y="9440"/>
                    <a:pt x="5280" y="9440"/>
                  </a:cubicBezTo>
                  <a:cubicBezTo>
                    <a:pt x="5286" y="9440"/>
                    <a:pt x="5292" y="9440"/>
                    <a:pt x="5299" y="9439"/>
                  </a:cubicBezTo>
                  <a:cubicBezTo>
                    <a:pt x="5311" y="9437"/>
                    <a:pt x="5321" y="9436"/>
                    <a:pt x="5330" y="9436"/>
                  </a:cubicBezTo>
                  <a:cubicBezTo>
                    <a:pt x="5380" y="9436"/>
                    <a:pt x="5364" y="9463"/>
                    <a:pt x="5311" y="9463"/>
                  </a:cubicBezTo>
                  <a:cubicBezTo>
                    <a:pt x="5262" y="9463"/>
                    <a:pt x="5200" y="9451"/>
                    <a:pt x="5163" y="9402"/>
                  </a:cubicBezTo>
                  <a:cubicBezTo>
                    <a:pt x="5115" y="9378"/>
                    <a:pt x="5062" y="9364"/>
                    <a:pt x="5011" y="9364"/>
                  </a:cubicBezTo>
                  <a:cubicBezTo>
                    <a:pt x="4983" y="9364"/>
                    <a:pt x="4955" y="9368"/>
                    <a:pt x="4929" y="9377"/>
                  </a:cubicBezTo>
                  <a:cubicBezTo>
                    <a:pt x="4830" y="9390"/>
                    <a:pt x="4744" y="9414"/>
                    <a:pt x="4658" y="9451"/>
                  </a:cubicBezTo>
                  <a:cubicBezTo>
                    <a:pt x="4621" y="9488"/>
                    <a:pt x="4658" y="9550"/>
                    <a:pt x="4719" y="9550"/>
                  </a:cubicBezTo>
                  <a:cubicBezTo>
                    <a:pt x="4793" y="9550"/>
                    <a:pt x="4867" y="9550"/>
                    <a:pt x="4941" y="9562"/>
                  </a:cubicBezTo>
                  <a:cubicBezTo>
                    <a:pt x="4892" y="9562"/>
                    <a:pt x="4892" y="9599"/>
                    <a:pt x="4867" y="9624"/>
                  </a:cubicBezTo>
                  <a:cubicBezTo>
                    <a:pt x="4843" y="9648"/>
                    <a:pt x="4756" y="9661"/>
                    <a:pt x="4732" y="9685"/>
                  </a:cubicBezTo>
                  <a:cubicBezTo>
                    <a:pt x="4695" y="9698"/>
                    <a:pt x="4695" y="9735"/>
                    <a:pt x="4781" y="9735"/>
                  </a:cubicBezTo>
                  <a:cubicBezTo>
                    <a:pt x="4867" y="9735"/>
                    <a:pt x="4904" y="9759"/>
                    <a:pt x="4830" y="9759"/>
                  </a:cubicBezTo>
                  <a:cubicBezTo>
                    <a:pt x="4812" y="9759"/>
                    <a:pt x="4791" y="9758"/>
                    <a:pt x="4770" y="9758"/>
                  </a:cubicBezTo>
                  <a:cubicBezTo>
                    <a:pt x="4709" y="9758"/>
                    <a:pt x="4649" y="9765"/>
                    <a:pt x="4658" y="9821"/>
                  </a:cubicBezTo>
                  <a:cubicBezTo>
                    <a:pt x="4658" y="9898"/>
                    <a:pt x="4678" y="9946"/>
                    <a:pt x="4717" y="9946"/>
                  </a:cubicBezTo>
                  <a:cubicBezTo>
                    <a:pt x="4722" y="9946"/>
                    <a:pt x="4727" y="9945"/>
                    <a:pt x="4732" y="9944"/>
                  </a:cubicBezTo>
                  <a:cubicBezTo>
                    <a:pt x="4781" y="9919"/>
                    <a:pt x="4978" y="9747"/>
                    <a:pt x="5089" y="9661"/>
                  </a:cubicBezTo>
                  <a:cubicBezTo>
                    <a:pt x="5163" y="9587"/>
                    <a:pt x="5262" y="9537"/>
                    <a:pt x="5372" y="9525"/>
                  </a:cubicBezTo>
                  <a:cubicBezTo>
                    <a:pt x="5471" y="9525"/>
                    <a:pt x="5545" y="9550"/>
                    <a:pt x="5422" y="9550"/>
                  </a:cubicBezTo>
                  <a:cubicBezTo>
                    <a:pt x="5311" y="9550"/>
                    <a:pt x="5262" y="9587"/>
                    <a:pt x="5360" y="9587"/>
                  </a:cubicBezTo>
                  <a:cubicBezTo>
                    <a:pt x="5471" y="9587"/>
                    <a:pt x="5520" y="9611"/>
                    <a:pt x="5372" y="9611"/>
                  </a:cubicBezTo>
                  <a:cubicBezTo>
                    <a:pt x="5237" y="9611"/>
                    <a:pt x="4855" y="9858"/>
                    <a:pt x="4769" y="9969"/>
                  </a:cubicBezTo>
                  <a:cubicBezTo>
                    <a:pt x="4733" y="10015"/>
                    <a:pt x="4735" y="10029"/>
                    <a:pt x="4755" y="10029"/>
                  </a:cubicBezTo>
                  <a:cubicBezTo>
                    <a:pt x="4782" y="10029"/>
                    <a:pt x="4844" y="10001"/>
                    <a:pt x="4880" y="9993"/>
                  </a:cubicBezTo>
                  <a:cubicBezTo>
                    <a:pt x="4932" y="9993"/>
                    <a:pt x="5067" y="9966"/>
                    <a:pt x="5073" y="9966"/>
                  </a:cubicBezTo>
                  <a:cubicBezTo>
                    <a:pt x="5074" y="9966"/>
                    <a:pt x="5071" y="9967"/>
                    <a:pt x="5064" y="9969"/>
                  </a:cubicBezTo>
                  <a:cubicBezTo>
                    <a:pt x="5027" y="9993"/>
                    <a:pt x="4990" y="10018"/>
                    <a:pt x="4941" y="10030"/>
                  </a:cubicBezTo>
                  <a:cubicBezTo>
                    <a:pt x="4892" y="10043"/>
                    <a:pt x="4843" y="10018"/>
                    <a:pt x="4855" y="10080"/>
                  </a:cubicBezTo>
                  <a:cubicBezTo>
                    <a:pt x="4876" y="10122"/>
                    <a:pt x="4925" y="10237"/>
                    <a:pt x="4954" y="10237"/>
                  </a:cubicBezTo>
                  <a:cubicBezTo>
                    <a:pt x="4958" y="10237"/>
                    <a:pt x="4962" y="10234"/>
                    <a:pt x="4966" y="10227"/>
                  </a:cubicBezTo>
                  <a:cubicBezTo>
                    <a:pt x="5003" y="10190"/>
                    <a:pt x="5089" y="10092"/>
                    <a:pt x="5126" y="10080"/>
                  </a:cubicBezTo>
                  <a:cubicBezTo>
                    <a:pt x="5200" y="10080"/>
                    <a:pt x="5262" y="10080"/>
                    <a:pt x="5335" y="10092"/>
                  </a:cubicBezTo>
                  <a:lnTo>
                    <a:pt x="5126" y="10092"/>
                  </a:lnTo>
                  <a:cubicBezTo>
                    <a:pt x="5101" y="10092"/>
                    <a:pt x="4978" y="10203"/>
                    <a:pt x="4978" y="10240"/>
                  </a:cubicBezTo>
                  <a:cubicBezTo>
                    <a:pt x="4978" y="10277"/>
                    <a:pt x="4978" y="10252"/>
                    <a:pt x="4990" y="10301"/>
                  </a:cubicBezTo>
                  <a:cubicBezTo>
                    <a:pt x="5003" y="10363"/>
                    <a:pt x="5003" y="10449"/>
                    <a:pt x="5027" y="10486"/>
                  </a:cubicBezTo>
                  <a:cubicBezTo>
                    <a:pt x="5033" y="10509"/>
                    <a:pt x="5047" y="10519"/>
                    <a:pt x="5062" y="10519"/>
                  </a:cubicBezTo>
                  <a:cubicBezTo>
                    <a:pt x="5080" y="10519"/>
                    <a:pt x="5101" y="10506"/>
                    <a:pt x="5114" y="10486"/>
                  </a:cubicBezTo>
                  <a:cubicBezTo>
                    <a:pt x="5122" y="10477"/>
                    <a:pt x="5128" y="10473"/>
                    <a:pt x="5131" y="10473"/>
                  </a:cubicBezTo>
                  <a:cubicBezTo>
                    <a:pt x="5135" y="10473"/>
                    <a:pt x="5130" y="10487"/>
                    <a:pt x="5114" y="10511"/>
                  </a:cubicBezTo>
                  <a:cubicBezTo>
                    <a:pt x="5091" y="10545"/>
                    <a:pt x="5038" y="10763"/>
                    <a:pt x="5066" y="10763"/>
                  </a:cubicBezTo>
                  <a:cubicBezTo>
                    <a:pt x="5069" y="10763"/>
                    <a:pt x="5072" y="10761"/>
                    <a:pt x="5077" y="10757"/>
                  </a:cubicBezTo>
                  <a:cubicBezTo>
                    <a:pt x="5114" y="10720"/>
                    <a:pt x="5188" y="10597"/>
                    <a:pt x="5237" y="10572"/>
                  </a:cubicBezTo>
                  <a:cubicBezTo>
                    <a:pt x="5248" y="10570"/>
                    <a:pt x="5254" y="10568"/>
                    <a:pt x="5257" y="10568"/>
                  </a:cubicBezTo>
                  <a:cubicBezTo>
                    <a:pt x="5267" y="10568"/>
                    <a:pt x="5240" y="10586"/>
                    <a:pt x="5249" y="10634"/>
                  </a:cubicBezTo>
                  <a:cubicBezTo>
                    <a:pt x="5259" y="10683"/>
                    <a:pt x="5269" y="10747"/>
                    <a:pt x="5291" y="10747"/>
                  </a:cubicBezTo>
                  <a:cubicBezTo>
                    <a:pt x="5297" y="10747"/>
                    <a:pt x="5303" y="10743"/>
                    <a:pt x="5311" y="10733"/>
                  </a:cubicBezTo>
                  <a:cubicBezTo>
                    <a:pt x="5335" y="10671"/>
                    <a:pt x="5372" y="10696"/>
                    <a:pt x="5372" y="10659"/>
                  </a:cubicBezTo>
                  <a:cubicBezTo>
                    <a:pt x="5372" y="10622"/>
                    <a:pt x="5434" y="10609"/>
                    <a:pt x="5360" y="10498"/>
                  </a:cubicBezTo>
                  <a:cubicBezTo>
                    <a:pt x="5306" y="10437"/>
                    <a:pt x="5277" y="10390"/>
                    <a:pt x="5283" y="10390"/>
                  </a:cubicBezTo>
                  <a:cubicBezTo>
                    <a:pt x="5286" y="10390"/>
                    <a:pt x="5303" y="10407"/>
                    <a:pt x="5335" y="10449"/>
                  </a:cubicBezTo>
                  <a:cubicBezTo>
                    <a:pt x="5392" y="10534"/>
                    <a:pt x="5412" y="10590"/>
                    <a:pt x="5430" y="10590"/>
                  </a:cubicBezTo>
                  <a:cubicBezTo>
                    <a:pt x="5435" y="10590"/>
                    <a:pt x="5441" y="10584"/>
                    <a:pt x="5446" y="10572"/>
                  </a:cubicBezTo>
                  <a:cubicBezTo>
                    <a:pt x="5471" y="10540"/>
                    <a:pt x="5490" y="10523"/>
                    <a:pt x="5497" y="10523"/>
                  </a:cubicBezTo>
                  <a:cubicBezTo>
                    <a:pt x="5500" y="10523"/>
                    <a:pt x="5500" y="10527"/>
                    <a:pt x="5496" y="10535"/>
                  </a:cubicBezTo>
                  <a:cubicBezTo>
                    <a:pt x="5484" y="10547"/>
                    <a:pt x="5586" y="10713"/>
                    <a:pt x="5585" y="10713"/>
                  </a:cubicBezTo>
                  <a:cubicBezTo>
                    <a:pt x="5585" y="10713"/>
                    <a:pt x="5584" y="10711"/>
                    <a:pt x="5582" y="10708"/>
                  </a:cubicBezTo>
                  <a:cubicBezTo>
                    <a:pt x="5545" y="10683"/>
                    <a:pt x="5545" y="10671"/>
                    <a:pt x="5508" y="10646"/>
                  </a:cubicBezTo>
                  <a:cubicBezTo>
                    <a:pt x="5500" y="10639"/>
                    <a:pt x="5492" y="10634"/>
                    <a:pt x="5485" y="10634"/>
                  </a:cubicBezTo>
                  <a:cubicBezTo>
                    <a:pt x="5470" y="10634"/>
                    <a:pt x="5459" y="10654"/>
                    <a:pt x="5459" y="10696"/>
                  </a:cubicBezTo>
                  <a:cubicBezTo>
                    <a:pt x="5459" y="10757"/>
                    <a:pt x="5520" y="10880"/>
                    <a:pt x="5496" y="10930"/>
                  </a:cubicBezTo>
                  <a:cubicBezTo>
                    <a:pt x="5485" y="10946"/>
                    <a:pt x="5479" y="10955"/>
                    <a:pt x="5475" y="10955"/>
                  </a:cubicBezTo>
                  <a:cubicBezTo>
                    <a:pt x="5471" y="10955"/>
                    <a:pt x="5471" y="10940"/>
                    <a:pt x="5471" y="10905"/>
                  </a:cubicBezTo>
                  <a:cubicBezTo>
                    <a:pt x="5471" y="10847"/>
                    <a:pt x="5482" y="10768"/>
                    <a:pt x="5433" y="10768"/>
                  </a:cubicBezTo>
                  <a:cubicBezTo>
                    <a:pt x="5429" y="10768"/>
                    <a:pt x="5426" y="10769"/>
                    <a:pt x="5422" y="10770"/>
                  </a:cubicBezTo>
                  <a:cubicBezTo>
                    <a:pt x="5385" y="10794"/>
                    <a:pt x="5348" y="10806"/>
                    <a:pt x="5323" y="10831"/>
                  </a:cubicBezTo>
                  <a:cubicBezTo>
                    <a:pt x="5274" y="10856"/>
                    <a:pt x="5212" y="10991"/>
                    <a:pt x="5200" y="11028"/>
                  </a:cubicBezTo>
                  <a:cubicBezTo>
                    <a:pt x="5200" y="11052"/>
                    <a:pt x="5236" y="11066"/>
                    <a:pt x="5271" y="11066"/>
                  </a:cubicBezTo>
                  <a:cubicBezTo>
                    <a:pt x="5291" y="11066"/>
                    <a:pt x="5310" y="11062"/>
                    <a:pt x="5323" y="11053"/>
                  </a:cubicBezTo>
                  <a:cubicBezTo>
                    <a:pt x="5325" y="11052"/>
                    <a:pt x="5327" y="11052"/>
                    <a:pt x="5329" y="11052"/>
                  </a:cubicBezTo>
                  <a:cubicBezTo>
                    <a:pt x="5365" y="11052"/>
                    <a:pt x="5286" y="11178"/>
                    <a:pt x="5286" y="11213"/>
                  </a:cubicBezTo>
                  <a:cubicBezTo>
                    <a:pt x="5288" y="11218"/>
                    <a:pt x="5290" y="11220"/>
                    <a:pt x="5293" y="11220"/>
                  </a:cubicBezTo>
                  <a:cubicBezTo>
                    <a:pt x="5308" y="11220"/>
                    <a:pt x="5337" y="11172"/>
                    <a:pt x="5361" y="11172"/>
                  </a:cubicBezTo>
                  <a:cubicBezTo>
                    <a:pt x="5370" y="11172"/>
                    <a:pt x="5379" y="11179"/>
                    <a:pt x="5385" y="11201"/>
                  </a:cubicBezTo>
                  <a:cubicBezTo>
                    <a:pt x="5422" y="11275"/>
                    <a:pt x="5385" y="11324"/>
                    <a:pt x="5434" y="11349"/>
                  </a:cubicBezTo>
                  <a:cubicBezTo>
                    <a:pt x="5483" y="11373"/>
                    <a:pt x="5533" y="11386"/>
                    <a:pt x="5508" y="11447"/>
                  </a:cubicBezTo>
                  <a:cubicBezTo>
                    <a:pt x="5483" y="11496"/>
                    <a:pt x="5409" y="11546"/>
                    <a:pt x="5496" y="11595"/>
                  </a:cubicBezTo>
                  <a:cubicBezTo>
                    <a:pt x="5557" y="11644"/>
                    <a:pt x="5607" y="11706"/>
                    <a:pt x="5656" y="11768"/>
                  </a:cubicBezTo>
                  <a:cubicBezTo>
                    <a:pt x="5668" y="11787"/>
                    <a:pt x="5682" y="11795"/>
                    <a:pt x="5697" y="11795"/>
                  </a:cubicBezTo>
                  <a:cubicBezTo>
                    <a:pt x="5727" y="11795"/>
                    <a:pt x="5758" y="11764"/>
                    <a:pt x="5767" y="11755"/>
                  </a:cubicBezTo>
                  <a:cubicBezTo>
                    <a:pt x="5772" y="11745"/>
                    <a:pt x="5775" y="11736"/>
                    <a:pt x="5778" y="11736"/>
                  </a:cubicBezTo>
                  <a:cubicBezTo>
                    <a:pt x="5781" y="11736"/>
                    <a:pt x="5784" y="11750"/>
                    <a:pt x="5791" y="11792"/>
                  </a:cubicBezTo>
                  <a:cubicBezTo>
                    <a:pt x="5779" y="11841"/>
                    <a:pt x="5779" y="11903"/>
                    <a:pt x="5791" y="11965"/>
                  </a:cubicBezTo>
                  <a:cubicBezTo>
                    <a:pt x="5791" y="12003"/>
                    <a:pt x="5822" y="12050"/>
                    <a:pt x="5841" y="12050"/>
                  </a:cubicBezTo>
                  <a:cubicBezTo>
                    <a:pt x="5846" y="12050"/>
                    <a:pt x="5850" y="12047"/>
                    <a:pt x="5853" y="12039"/>
                  </a:cubicBezTo>
                  <a:cubicBezTo>
                    <a:pt x="5863" y="12024"/>
                    <a:pt x="5869" y="12017"/>
                    <a:pt x="5875" y="12017"/>
                  </a:cubicBezTo>
                  <a:cubicBezTo>
                    <a:pt x="5885" y="12017"/>
                    <a:pt x="5897" y="12033"/>
                    <a:pt x="5927" y="12063"/>
                  </a:cubicBezTo>
                  <a:cubicBezTo>
                    <a:pt x="5989" y="12137"/>
                    <a:pt x="6062" y="12199"/>
                    <a:pt x="6136" y="12236"/>
                  </a:cubicBezTo>
                  <a:cubicBezTo>
                    <a:pt x="6163" y="12245"/>
                    <a:pt x="6187" y="12249"/>
                    <a:pt x="6211" y="12249"/>
                  </a:cubicBezTo>
                  <a:cubicBezTo>
                    <a:pt x="6254" y="12249"/>
                    <a:pt x="6294" y="12235"/>
                    <a:pt x="6334" y="12211"/>
                  </a:cubicBezTo>
                  <a:cubicBezTo>
                    <a:pt x="6339" y="12207"/>
                    <a:pt x="6346" y="12206"/>
                    <a:pt x="6354" y="12206"/>
                  </a:cubicBezTo>
                  <a:cubicBezTo>
                    <a:pt x="6385" y="12206"/>
                    <a:pt x="6430" y="12228"/>
                    <a:pt x="6462" y="12228"/>
                  </a:cubicBezTo>
                  <a:cubicBezTo>
                    <a:pt x="6476" y="12228"/>
                    <a:pt x="6487" y="12224"/>
                    <a:pt x="6494" y="12211"/>
                  </a:cubicBezTo>
                  <a:cubicBezTo>
                    <a:pt x="6506" y="12186"/>
                    <a:pt x="6512" y="12171"/>
                    <a:pt x="6515" y="12171"/>
                  </a:cubicBezTo>
                  <a:cubicBezTo>
                    <a:pt x="6518" y="12171"/>
                    <a:pt x="6518" y="12186"/>
                    <a:pt x="6518" y="12223"/>
                  </a:cubicBezTo>
                  <a:cubicBezTo>
                    <a:pt x="6518" y="12286"/>
                    <a:pt x="6505" y="12355"/>
                    <a:pt x="6512" y="12355"/>
                  </a:cubicBezTo>
                  <a:cubicBezTo>
                    <a:pt x="6515" y="12355"/>
                    <a:pt x="6521" y="12346"/>
                    <a:pt x="6531" y="12322"/>
                  </a:cubicBezTo>
                  <a:cubicBezTo>
                    <a:pt x="6560" y="12253"/>
                    <a:pt x="6621" y="12153"/>
                    <a:pt x="6632" y="12153"/>
                  </a:cubicBezTo>
                  <a:cubicBezTo>
                    <a:pt x="6635" y="12153"/>
                    <a:pt x="6634" y="12159"/>
                    <a:pt x="6629" y="12174"/>
                  </a:cubicBezTo>
                  <a:cubicBezTo>
                    <a:pt x="6592" y="12236"/>
                    <a:pt x="6605" y="12273"/>
                    <a:pt x="6642" y="12273"/>
                  </a:cubicBezTo>
                  <a:lnTo>
                    <a:pt x="6654" y="12273"/>
                  </a:lnTo>
                  <a:cubicBezTo>
                    <a:pt x="6642" y="12273"/>
                    <a:pt x="6629" y="12285"/>
                    <a:pt x="6617" y="12297"/>
                  </a:cubicBezTo>
                  <a:cubicBezTo>
                    <a:pt x="6586" y="12328"/>
                    <a:pt x="6563" y="12377"/>
                    <a:pt x="6594" y="12377"/>
                  </a:cubicBezTo>
                  <a:cubicBezTo>
                    <a:pt x="6599" y="12377"/>
                    <a:pt x="6607" y="12375"/>
                    <a:pt x="6617" y="12371"/>
                  </a:cubicBezTo>
                  <a:cubicBezTo>
                    <a:pt x="6636" y="12365"/>
                    <a:pt x="6651" y="12362"/>
                    <a:pt x="6663" y="12362"/>
                  </a:cubicBezTo>
                  <a:cubicBezTo>
                    <a:pt x="6696" y="12362"/>
                    <a:pt x="6700" y="12387"/>
                    <a:pt x="6691" y="12433"/>
                  </a:cubicBezTo>
                  <a:cubicBezTo>
                    <a:pt x="6679" y="12462"/>
                    <a:pt x="6679" y="12475"/>
                    <a:pt x="6686" y="12475"/>
                  </a:cubicBezTo>
                  <a:cubicBezTo>
                    <a:pt x="6695" y="12475"/>
                    <a:pt x="6714" y="12459"/>
                    <a:pt x="6740" y="12433"/>
                  </a:cubicBezTo>
                  <a:cubicBezTo>
                    <a:pt x="6773" y="12407"/>
                    <a:pt x="6802" y="12391"/>
                    <a:pt x="6815" y="12391"/>
                  </a:cubicBezTo>
                  <a:cubicBezTo>
                    <a:pt x="6826" y="12391"/>
                    <a:pt x="6825" y="12404"/>
                    <a:pt x="6802" y="12433"/>
                  </a:cubicBezTo>
                  <a:cubicBezTo>
                    <a:pt x="6774" y="12487"/>
                    <a:pt x="6707" y="12589"/>
                    <a:pt x="6713" y="12589"/>
                  </a:cubicBezTo>
                  <a:cubicBezTo>
                    <a:pt x="6715" y="12589"/>
                    <a:pt x="6727" y="12576"/>
                    <a:pt x="6752" y="12544"/>
                  </a:cubicBezTo>
                  <a:cubicBezTo>
                    <a:pt x="6779" y="12510"/>
                    <a:pt x="6796" y="12498"/>
                    <a:pt x="6807" y="12498"/>
                  </a:cubicBezTo>
                  <a:cubicBezTo>
                    <a:pt x="6829" y="12498"/>
                    <a:pt x="6822" y="12553"/>
                    <a:pt x="6824" y="12553"/>
                  </a:cubicBezTo>
                  <a:cubicBezTo>
                    <a:pt x="6824" y="12553"/>
                    <a:pt x="6825" y="12550"/>
                    <a:pt x="6826" y="12544"/>
                  </a:cubicBezTo>
                  <a:cubicBezTo>
                    <a:pt x="6826" y="12544"/>
                    <a:pt x="6826" y="12560"/>
                    <a:pt x="6833" y="12560"/>
                  </a:cubicBezTo>
                  <a:cubicBezTo>
                    <a:pt x="6834" y="12560"/>
                    <a:pt x="6836" y="12559"/>
                    <a:pt x="6839" y="12556"/>
                  </a:cubicBezTo>
                  <a:cubicBezTo>
                    <a:pt x="6901" y="12529"/>
                    <a:pt x="6944" y="12457"/>
                    <a:pt x="6959" y="12457"/>
                  </a:cubicBezTo>
                  <a:cubicBezTo>
                    <a:pt x="6964" y="12457"/>
                    <a:pt x="6965" y="12467"/>
                    <a:pt x="6962" y="12495"/>
                  </a:cubicBezTo>
                  <a:cubicBezTo>
                    <a:pt x="6962" y="12528"/>
                    <a:pt x="6952" y="12672"/>
                    <a:pt x="6959" y="12672"/>
                  </a:cubicBezTo>
                  <a:cubicBezTo>
                    <a:pt x="6960" y="12672"/>
                    <a:pt x="6961" y="12671"/>
                    <a:pt x="6962" y="12667"/>
                  </a:cubicBezTo>
                  <a:cubicBezTo>
                    <a:pt x="6999" y="12630"/>
                    <a:pt x="7036" y="12593"/>
                    <a:pt x="7085" y="12568"/>
                  </a:cubicBezTo>
                  <a:cubicBezTo>
                    <a:pt x="7122" y="12568"/>
                    <a:pt x="7184" y="12519"/>
                    <a:pt x="7159" y="12482"/>
                  </a:cubicBezTo>
                  <a:cubicBezTo>
                    <a:pt x="7122" y="12445"/>
                    <a:pt x="7073" y="12421"/>
                    <a:pt x="7048" y="12384"/>
                  </a:cubicBezTo>
                  <a:cubicBezTo>
                    <a:pt x="7036" y="12371"/>
                    <a:pt x="7032" y="12367"/>
                    <a:pt x="7034" y="12367"/>
                  </a:cubicBezTo>
                  <a:cubicBezTo>
                    <a:pt x="7039" y="12367"/>
                    <a:pt x="7069" y="12384"/>
                    <a:pt x="7110" y="12384"/>
                  </a:cubicBezTo>
                  <a:cubicBezTo>
                    <a:pt x="7171" y="12384"/>
                    <a:pt x="7270" y="12371"/>
                    <a:pt x="7233" y="12322"/>
                  </a:cubicBezTo>
                  <a:cubicBezTo>
                    <a:pt x="7208" y="12285"/>
                    <a:pt x="7134" y="12260"/>
                    <a:pt x="7159" y="12248"/>
                  </a:cubicBezTo>
                  <a:cubicBezTo>
                    <a:pt x="7171" y="12223"/>
                    <a:pt x="7319" y="12186"/>
                    <a:pt x="7270" y="12174"/>
                  </a:cubicBezTo>
                  <a:cubicBezTo>
                    <a:pt x="7221" y="12162"/>
                    <a:pt x="7134" y="12150"/>
                    <a:pt x="7159" y="12137"/>
                  </a:cubicBezTo>
                  <a:cubicBezTo>
                    <a:pt x="7171" y="12113"/>
                    <a:pt x="7356" y="11989"/>
                    <a:pt x="7319" y="11977"/>
                  </a:cubicBezTo>
                  <a:cubicBezTo>
                    <a:pt x="7295" y="11965"/>
                    <a:pt x="7196" y="11940"/>
                    <a:pt x="7245" y="11915"/>
                  </a:cubicBezTo>
                  <a:cubicBezTo>
                    <a:pt x="7282" y="11891"/>
                    <a:pt x="7369" y="11878"/>
                    <a:pt x="7369" y="11829"/>
                  </a:cubicBezTo>
                  <a:cubicBezTo>
                    <a:pt x="7369" y="11768"/>
                    <a:pt x="7369" y="11632"/>
                    <a:pt x="7332" y="11607"/>
                  </a:cubicBezTo>
                  <a:cubicBezTo>
                    <a:pt x="7307" y="11595"/>
                    <a:pt x="7393" y="11533"/>
                    <a:pt x="7369" y="11521"/>
                  </a:cubicBezTo>
                  <a:cubicBezTo>
                    <a:pt x="7344" y="11496"/>
                    <a:pt x="7208" y="11410"/>
                    <a:pt x="7233" y="11410"/>
                  </a:cubicBezTo>
                  <a:cubicBezTo>
                    <a:pt x="7270" y="11398"/>
                    <a:pt x="7578" y="11410"/>
                    <a:pt x="7541" y="11349"/>
                  </a:cubicBezTo>
                  <a:cubicBezTo>
                    <a:pt x="7504" y="11299"/>
                    <a:pt x="7405" y="11250"/>
                    <a:pt x="7442" y="11238"/>
                  </a:cubicBezTo>
                  <a:cubicBezTo>
                    <a:pt x="7459" y="11238"/>
                    <a:pt x="7574" y="11265"/>
                    <a:pt x="7630" y="11265"/>
                  </a:cubicBezTo>
                  <a:cubicBezTo>
                    <a:pt x="7659" y="11265"/>
                    <a:pt x="7672" y="11258"/>
                    <a:pt x="7652" y="11238"/>
                  </a:cubicBezTo>
                  <a:cubicBezTo>
                    <a:pt x="7596" y="11193"/>
                    <a:pt x="7488" y="11138"/>
                    <a:pt x="7507" y="11138"/>
                  </a:cubicBezTo>
                  <a:cubicBezTo>
                    <a:pt x="7509" y="11138"/>
                    <a:pt x="7512" y="11138"/>
                    <a:pt x="7516" y="11139"/>
                  </a:cubicBezTo>
                  <a:cubicBezTo>
                    <a:pt x="7546" y="11147"/>
                    <a:pt x="7617" y="11159"/>
                    <a:pt x="7660" y="11159"/>
                  </a:cubicBezTo>
                  <a:cubicBezTo>
                    <a:pt x="7688" y="11159"/>
                    <a:pt x="7703" y="11154"/>
                    <a:pt x="7689" y="11139"/>
                  </a:cubicBezTo>
                  <a:cubicBezTo>
                    <a:pt x="7640" y="11115"/>
                    <a:pt x="7775" y="11078"/>
                    <a:pt x="7738" y="11041"/>
                  </a:cubicBezTo>
                  <a:cubicBezTo>
                    <a:pt x="7689" y="11016"/>
                    <a:pt x="7541" y="10942"/>
                    <a:pt x="7578" y="10942"/>
                  </a:cubicBezTo>
                  <a:cubicBezTo>
                    <a:pt x="7601" y="10942"/>
                    <a:pt x="7679" y="10961"/>
                    <a:pt x="7731" y="10961"/>
                  </a:cubicBezTo>
                  <a:cubicBezTo>
                    <a:pt x="7763" y="10961"/>
                    <a:pt x="7785" y="10953"/>
                    <a:pt x="7775" y="10930"/>
                  </a:cubicBezTo>
                  <a:cubicBezTo>
                    <a:pt x="7763" y="10868"/>
                    <a:pt x="7812" y="10856"/>
                    <a:pt x="7726" y="10819"/>
                  </a:cubicBezTo>
                  <a:cubicBezTo>
                    <a:pt x="7652" y="10770"/>
                    <a:pt x="7541" y="10770"/>
                    <a:pt x="7590" y="10745"/>
                  </a:cubicBezTo>
                  <a:cubicBezTo>
                    <a:pt x="7640" y="10708"/>
                    <a:pt x="7898" y="10720"/>
                    <a:pt x="7886" y="10659"/>
                  </a:cubicBezTo>
                  <a:cubicBezTo>
                    <a:pt x="7886" y="10597"/>
                    <a:pt x="7837" y="10535"/>
                    <a:pt x="7787" y="10511"/>
                  </a:cubicBezTo>
                  <a:cubicBezTo>
                    <a:pt x="7726" y="10498"/>
                    <a:pt x="7578" y="10437"/>
                    <a:pt x="7664" y="10400"/>
                  </a:cubicBezTo>
                  <a:cubicBezTo>
                    <a:pt x="7707" y="10379"/>
                    <a:pt x="7759" y="10348"/>
                    <a:pt x="7796" y="10348"/>
                  </a:cubicBezTo>
                  <a:cubicBezTo>
                    <a:pt x="7802" y="10348"/>
                    <a:pt x="7807" y="10349"/>
                    <a:pt x="7812" y="10351"/>
                  </a:cubicBezTo>
                  <a:cubicBezTo>
                    <a:pt x="7831" y="10360"/>
                    <a:pt x="7821" y="10399"/>
                    <a:pt x="7838" y="10399"/>
                  </a:cubicBezTo>
                  <a:cubicBezTo>
                    <a:pt x="7843" y="10399"/>
                    <a:pt x="7850" y="10396"/>
                    <a:pt x="7861" y="10388"/>
                  </a:cubicBezTo>
                  <a:cubicBezTo>
                    <a:pt x="7948" y="10326"/>
                    <a:pt x="8009" y="10326"/>
                    <a:pt x="7972" y="10289"/>
                  </a:cubicBezTo>
                  <a:cubicBezTo>
                    <a:pt x="7948" y="10240"/>
                    <a:pt x="7886" y="10190"/>
                    <a:pt x="7898" y="10166"/>
                  </a:cubicBezTo>
                  <a:cubicBezTo>
                    <a:pt x="7923" y="10141"/>
                    <a:pt x="8009" y="10129"/>
                    <a:pt x="8009" y="10092"/>
                  </a:cubicBezTo>
                  <a:cubicBezTo>
                    <a:pt x="8009" y="10084"/>
                    <a:pt x="8009" y="10081"/>
                    <a:pt x="8013" y="10081"/>
                  </a:cubicBezTo>
                  <a:cubicBezTo>
                    <a:pt x="8020" y="10081"/>
                    <a:pt x="8042" y="10092"/>
                    <a:pt x="8108" y="10092"/>
                  </a:cubicBezTo>
                  <a:cubicBezTo>
                    <a:pt x="8162" y="10092"/>
                    <a:pt x="8244" y="10116"/>
                    <a:pt x="8296" y="10116"/>
                  </a:cubicBezTo>
                  <a:cubicBezTo>
                    <a:pt x="8327" y="10116"/>
                    <a:pt x="8347" y="10107"/>
                    <a:pt x="8342" y="10080"/>
                  </a:cubicBezTo>
                  <a:cubicBezTo>
                    <a:pt x="8330" y="10006"/>
                    <a:pt x="8280" y="9993"/>
                    <a:pt x="8330" y="9956"/>
                  </a:cubicBezTo>
                  <a:cubicBezTo>
                    <a:pt x="8367" y="9907"/>
                    <a:pt x="8391" y="9858"/>
                    <a:pt x="8416" y="9808"/>
                  </a:cubicBezTo>
                  <a:cubicBezTo>
                    <a:pt x="8429" y="9775"/>
                    <a:pt x="8478" y="9764"/>
                    <a:pt x="8514" y="9764"/>
                  </a:cubicBezTo>
                  <a:cubicBezTo>
                    <a:pt x="8546" y="9764"/>
                    <a:pt x="8568" y="9772"/>
                    <a:pt x="8551" y="9784"/>
                  </a:cubicBezTo>
                  <a:cubicBezTo>
                    <a:pt x="8514" y="9833"/>
                    <a:pt x="8490" y="9882"/>
                    <a:pt x="8477" y="9944"/>
                  </a:cubicBezTo>
                  <a:cubicBezTo>
                    <a:pt x="8457" y="9996"/>
                    <a:pt x="8401" y="10091"/>
                    <a:pt x="8421" y="10091"/>
                  </a:cubicBezTo>
                  <a:cubicBezTo>
                    <a:pt x="8424" y="10091"/>
                    <a:pt x="8431" y="10087"/>
                    <a:pt x="8440" y="10080"/>
                  </a:cubicBezTo>
                  <a:cubicBezTo>
                    <a:pt x="8490" y="10043"/>
                    <a:pt x="8527" y="10043"/>
                    <a:pt x="8576" y="10018"/>
                  </a:cubicBezTo>
                  <a:cubicBezTo>
                    <a:pt x="8625" y="9993"/>
                    <a:pt x="8625" y="9969"/>
                    <a:pt x="8650" y="9969"/>
                  </a:cubicBezTo>
                  <a:cubicBezTo>
                    <a:pt x="8680" y="9979"/>
                    <a:pt x="8725" y="10028"/>
                    <a:pt x="8742" y="10028"/>
                  </a:cubicBezTo>
                  <a:cubicBezTo>
                    <a:pt x="8746" y="10028"/>
                    <a:pt x="8749" y="10025"/>
                    <a:pt x="8749" y="10018"/>
                  </a:cubicBezTo>
                  <a:cubicBezTo>
                    <a:pt x="8760" y="9983"/>
                    <a:pt x="8750" y="9906"/>
                    <a:pt x="8779" y="9906"/>
                  </a:cubicBezTo>
                  <a:cubicBezTo>
                    <a:pt x="8781" y="9906"/>
                    <a:pt x="8783" y="9906"/>
                    <a:pt x="8785" y="9907"/>
                  </a:cubicBezTo>
                  <a:cubicBezTo>
                    <a:pt x="8804" y="9926"/>
                    <a:pt x="8831" y="9952"/>
                    <a:pt x="8858" y="9952"/>
                  </a:cubicBezTo>
                  <a:cubicBezTo>
                    <a:pt x="8867" y="9952"/>
                    <a:pt x="8875" y="9950"/>
                    <a:pt x="8884" y="9944"/>
                  </a:cubicBezTo>
                  <a:cubicBezTo>
                    <a:pt x="8921" y="9932"/>
                    <a:pt x="8970" y="9796"/>
                    <a:pt x="9032" y="9796"/>
                  </a:cubicBezTo>
                  <a:cubicBezTo>
                    <a:pt x="9094" y="9796"/>
                    <a:pt x="9155" y="9772"/>
                    <a:pt x="9204" y="9710"/>
                  </a:cubicBezTo>
                  <a:cubicBezTo>
                    <a:pt x="9254" y="9611"/>
                    <a:pt x="9328" y="9525"/>
                    <a:pt x="9402" y="9451"/>
                  </a:cubicBezTo>
                  <a:cubicBezTo>
                    <a:pt x="9451" y="9365"/>
                    <a:pt x="9500" y="9291"/>
                    <a:pt x="9549" y="9205"/>
                  </a:cubicBezTo>
                  <a:cubicBezTo>
                    <a:pt x="9574" y="9168"/>
                    <a:pt x="9820" y="9118"/>
                    <a:pt x="9796" y="9020"/>
                  </a:cubicBezTo>
                  <a:cubicBezTo>
                    <a:pt x="9784" y="8940"/>
                    <a:pt x="9699" y="8733"/>
                    <a:pt x="9736" y="8733"/>
                  </a:cubicBezTo>
                  <a:cubicBezTo>
                    <a:pt x="9738" y="8733"/>
                    <a:pt x="9742" y="8734"/>
                    <a:pt x="9747" y="8737"/>
                  </a:cubicBezTo>
                  <a:cubicBezTo>
                    <a:pt x="9796" y="8773"/>
                    <a:pt x="9931" y="8946"/>
                    <a:pt x="10030" y="8958"/>
                  </a:cubicBezTo>
                  <a:cubicBezTo>
                    <a:pt x="10116" y="8958"/>
                    <a:pt x="10178" y="8946"/>
                    <a:pt x="10178" y="8897"/>
                  </a:cubicBezTo>
                  <a:cubicBezTo>
                    <a:pt x="10178" y="8883"/>
                    <a:pt x="10180" y="8878"/>
                    <a:pt x="10184" y="8878"/>
                  </a:cubicBezTo>
                  <a:cubicBezTo>
                    <a:pt x="10193" y="8878"/>
                    <a:pt x="10213" y="8909"/>
                    <a:pt x="10239" y="8909"/>
                  </a:cubicBezTo>
                  <a:cubicBezTo>
                    <a:pt x="10261" y="8909"/>
                    <a:pt x="10302" y="8917"/>
                    <a:pt x="10326" y="8917"/>
                  </a:cubicBezTo>
                  <a:cubicBezTo>
                    <a:pt x="10345" y="8917"/>
                    <a:pt x="10354" y="8913"/>
                    <a:pt x="10338" y="8897"/>
                  </a:cubicBezTo>
                  <a:cubicBezTo>
                    <a:pt x="10313" y="8860"/>
                    <a:pt x="10276" y="8823"/>
                    <a:pt x="10326" y="8810"/>
                  </a:cubicBezTo>
                  <a:cubicBezTo>
                    <a:pt x="10335" y="8804"/>
                    <a:pt x="10341" y="8802"/>
                    <a:pt x="10346" y="8802"/>
                  </a:cubicBezTo>
                  <a:cubicBezTo>
                    <a:pt x="10362" y="8802"/>
                    <a:pt x="10369" y="8823"/>
                    <a:pt x="10424" y="8823"/>
                  </a:cubicBezTo>
                  <a:cubicBezTo>
                    <a:pt x="10444" y="8826"/>
                    <a:pt x="10465" y="8828"/>
                    <a:pt x="10486" y="8828"/>
                  </a:cubicBezTo>
                  <a:cubicBezTo>
                    <a:pt x="10543" y="8828"/>
                    <a:pt x="10604" y="8816"/>
                    <a:pt x="10658" y="8798"/>
                  </a:cubicBezTo>
                  <a:cubicBezTo>
                    <a:pt x="10831" y="8773"/>
                    <a:pt x="10979" y="8724"/>
                    <a:pt x="11139" y="8675"/>
                  </a:cubicBezTo>
                  <a:cubicBezTo>
                    <a:pt x="11262" y="8613"/>
                    <a:pt x="11619" y="8342"/>
                    <a:pt x="11718" y="8281"/>
                  </a:cubicBezTo>
                  <a:cubicBezTo>
                    <a:pt x="11817" y="8207"/>
                    <a:pt x="12235" y="7997"/>
                    <a:pt x="12174" y="7997"/>
                  </a:cubicBezTo>
                  <a:cubicBezTo>
                    <a:pt x="12038" y="7997"/>
                    <a:pt x="11903" y="7985"/>
                    <a:pt x="11767" y="7960"/>
                  </a:cubicBezTo>
                  <a:cubicBezTo>
                    <a:pt x="11669" y="7911"/>
                    <a:pt x="11558" y="7874"/>
                    <a:pt x="11447" y="7862"/>
                  </a:cubicBezTo>
                  <a:cubicBezTo>
                    <a:pt x="11366" y="7862"/>
                    <a:pt x="11219" y="7949"/>
                    <a:pt x="11182" y="7949"/>
                  </a:cubicBezTo>
                  <a:cubicBezTo>
                    <a:pt x="11179" y="7949"/>
                    <a:pt x="11177" y="7949"/>
                    <a:pt x="11176" y="7948"/>
                  </a:cubicBezTo>
                  <a:cubicBezTo>
                    <a:pt x="11157" y="7929"/>
                    <a:pt x="11138" y="7903"/>
                    <a:pt x="11114" y="7903"/>
                  </a:cubicBezTo>
                  <a:cubicBezTo>
                    <a:pt x="11106" y="7903"/>
                    <a:pt x="11098" y="7905"/>
                    <a:pt x="11090" y="7911"/>
                  </a:cubicBezTo>
                  <a:cubicBezTo>
                    <a:pt x="11066" y="7923"/>
                    <a:pt x="10987" y="8035"/>
                    <a:pt x="10958" y="8035"/>
                  </a:cubicBezTo>
                  <a:cubicBezTo>
                    <a:pt x="10957" y="8035"/>
                    <a:pt x="10955" y="8035"/>
                    <a:pt x="10954" y="8034"/>
                  </a:cubicBezTo>
                  <a:cubicBezTo>
                    <a:pt x="10929" y="8034"/>
                    <a:pt x="10831" y="7985"/>
                    <a:pt x="10929" y="7936"/>
                  </a:cubicBezTo>
                  <a:cubicBezTo>
                    <a:pt x="11016" y="7886"/>
                    <a:pt x="11225" y="7837"/>
                    <a:pt x="11151" y="7837"/>
                  </a:cubicBezTo>
                  <a:cubicBezTo>
                    <a:pt x="11083" y="7843"/>
                    <a:pt x="11013" y="7846"/>
                    <a:pt x="10942" y="7846"/>
                  </a:cubicBezTo>
                  <a:cubicBezTo>
                    <a:pt x="10871" y="7846"/>
                    <a:pt x="10800" y="7843"/>
                    <a:pt x="10732" y="7837"/>
                  </a:cubicBezTo>
                  <a:cubicBezTo>
                    <a:pt x="10683" y="7825"/>
                    <a:pt x="10621" y="7800"/>
                    <a:pt x="10572" y="7800"/>
                  </a:cubicBezTo>
                  <a:cubicBezTo>
                    <a:pt x="10547" y="7800"/>
                    <a:pt x="10609" y="7775"/>
                    <a:pt x="10671" y="7726"/>
                  </a:cubicBezTo>
                  <a:cubicBezTo>
                    <a:pt x="10732" y="7689"/>
                    <a:pt x="10782" y="7652"/>
                    <a:pt x="10806" y="7603"/>
                  </a:cubicBezTo>
                  <a:cubicBezTo>
                    <a:pt x="10817" y="7549"/>
                    <a:pt x="10828" y="7514"/>
                    <a:pt x="10871" y="7514"/>
                  </a:cubicBezTo>
                  <a:cubicBezTo>
                    <a:pt x="10877" y="7514"/>
                    <a:pt x="10884" y="7515"/>
                    <a:pt x="10892" y="7517"/>
                  </a:cubicBezTo>
                  <a:cubicBezTo>
                    <a:pt x="10947" y="7526"/>
                    <a:pt x="10955" y="7555"/>
                    <a:pt x="10999" y="7555"/>
                  </a:cubicBezTo>
                  <a:cubicBezTo>
                    <a:pt x="11015" y="7555"/>
                    <a:pt x="11036" y="7551"/>
                    <a:pt x="11065" y="7541"/>
                  </a:cubicBezTo>
                  <a:cubicBezTo>
                    <a:pt x="11188" y="7517"/>
                    <a:pt x="11509" y="7430"/>
                    <a:pt x="11459" y="7406"/>
                  </a:cubicBezTo>
                  <a:cubicBezTo>
                    <a:pt x="11410" y="7369"/>
                    <a:pt x="11299" y="7307"/>
                    <a:pt x="11237" y="7270"/>
                  </a:cubicBezTo>
                  <a:cubicBezTo>
                    <a:pt x="11212" y="7255"/>
                    <a:pt x="11212" y="7246"/>
                    <a:pt x="11230" y="7246"/>
                  </a:cubicBezTo>
                  <a:cubicBezTo>
                    <a:pt x="11256" y="7246"/>
                    <a:pt x="11318" y="7264"/>
                    <a:pt x="11398" y="7307"/>
                  </a:cubicBezTo>
                  <a:cubicBezTo>
                    <a:pt x="11509" y="7344"/>
                    <a:pt x="11607" y="7406"/>
                    <a:pt x="11706" y="7480"/>
                  </a:cubicBezTo>
                  <a:cubicBezTo>
                    <a:pt x="11730" y="7529"/>
                    <a:pt x="11632" y="7640"/>
                    <a:pt x="11804" y="7726"/>
                  </a:cubicBezTo>
                  <a:cubicBezTo>
                    <a:pt x="11854" y="7757"/>
                    <a:pt x="11900" y="7768"/>
                    <a:pt x="11940" y="7768"/>
                  </a:cubicBezTo>
                  <a:cubicBezTo>
                    <a:pt x="12029" y="7768"/>
                    <a:pt x="12088" y="7711"/>
                    <a:pt x="12088" y="7677"/>
                  </a:cubicBezTo>
                  <a:cubicBezTo>
                    <a:pt x="12088" y="7672"/>
                    <a:pt x="12088" y="7670"/>
                    <a:pt x="12089" y="7670"/>
                  </a:cubicBezTo>
                  <a:cubicBezTo>
                    <a:pt x="12094" y="7670"/>
                    <a:pt x="12119" y="7795"/>
                    <a:pt x="12159" y="7795"/>
                  </a:cubicBezTo>
                  <a:cubicBezTo>
                    <a:pt x="12167" y="7795"/>
                    <a:pt x="12176" y="7789"/>
                    <a:pt x="12186" y="7775"/>
                  </a:cubicBezTo>
                  <a:cubicBezTo>
                    <a:pt x="12272" y="7689"/>
                    <a:pt x="12309" y="7578"/>
                    <a:pt x="12297" y="7467"/>
                  </a:cubicBezTo>
                  <a:cubicBezTo>
                    <a:pt x="12274" y="7354"/>
                    <a:pt x="12262" y="7230"/>
                    <a:pt x="12241" y="7230"/>
                  </a:cubicBezTo>
                  <a:cubicBezTo>
                    <a:pt x="12239" y="7230"/>
                    <a:pt x="12237" y="7231"/>
                    <a:pt x="12235" y="7233"/>
                  </a:cubicBezTo>
                  <a:cubicBezTo>
                    <a:pt x="12217" y="7252"/>
                    <a:pt x="12172" y="7284"/>
                    <a:pt x="12149" y="7284"/>
                  </a:cubicBezTo>
                  <a:cubicBezTo>
                    <a:pt x="12142" y="7284"/>
                    <a:pt x="12137" y="7280"/>
                    <a:pt x="12137" y="7270"/>
                  </a:cubicBezTo>
                  <a:cubicBezTo>
                    <a:pt x="12137" y="7233"/>
                    <a:pt x="12174" y="7221"/>
                    <a:pt x="12112" y="7172"/>
                  </a:cubicBezTo>
                  <a:cubicBezTo>
                    <a:pt x="11952" y="7036"/>
                    <a:pt x="11767" y="6913"/>
                    <a:pt x="11582" y="6802"/>
                  </a:cubicBezTo>
                  <a:cubicBezTo>
                    <a:pt x="11579" y="6801"/>
                    <a:pt x="11576" y="6801"/>
                    <a:pt x="11572" y="6801"/>
                  </a:cubicBezTo>
                  <a:cubicBezTo>
                    <a:pt x="11522" y="6801"/>
                    <a:pt x="11445" y="6878"/>
                    <a:pt x="11422" y="6913"/>
                  </a:cubicBezTo>
                  <a:cubicBezTo>
                    <a:pt x="11419" y="6916"/>
                    <a:pt x="11417" y="6917"/>
                    <a:pt x="11416" y="6917"/>
                  </a:cubicBezTo>
                  <a:cubicBezTo>
                    <a:pt x="11406" y="6917"/>
                    <a:pt x="11432" y="6848"/>
                    <a:pt x="11410" y="6827"/>
                  </a:cubicBezTo>
                  <a:cubicBezTo>
                    <a:pt x="11373" y="6802"/>
                    <a:pt x="11299" y="6790"/>
                    <a:pt x="11348" y="6777"/>
                  </a:cubicBezTo>
                  <a:cubicBezTo>
                    <a:pt x="11373" y="6777"/>
                    <a:pt x="11416" y="6784"/>
                    <a:pt x="11455" y="6784"/>
                  </a:cubicBezTo>
                  <a:cubicBezTo>
                    <a:pt x="11493" y="6784"/>
                    <a:pt x="11527" y="6777"/>
                    <a:pt x="11533" y="6753"/>
                  </a:cubicBezTo>
                  <a:cubicBezTo>
                    <a:pt x="11533" y="6691"/>
                    <a:pt x="11570" y="6654"/>
                    <a:pt x="11533" y="6617"/>
                  </a:cubicBezTo>
                  <a:cubicBezTo>
                    <a:pt x="11511" y="6595"/>
                    <a:pt x="11467" y="6577"/>
                    <a:pt x="11427" y="6577"/>
                  </a:cubicBezTo>
                  <a:cubicBezTo>
                    <a:pt x="11400" y="6577"/>
                    <a:pt x="11375" y="6585"/>
                    <a:pt x="11361" y="6605"/>
                  </a:cubicBezTo>
                  <a:cubicBezTo>
                    <a:pt x="11328" y="6638"/>
                    <a:pt x="11265" y="6681"/>
                    <a:pt x="11226" y="6681"/>
                  </a:cubicBezTo>
                  <a:cubicBezTo>
                    <a:pt x="11221" y="6681"/>
                    <a:pt x="11217" y="6680"/>
                    <a:pt x="11213" y="6679"/>
                  </a:cubicBezTo>
                  <a:cubicBezTo>
                    <a:pt x="11178" y="6667"/>
                    <a:pt x="11144" y="6591"/>
                    <a:pt x="11079" y="6591"/>
                  </a:cubicBezTo>
                  <a:cubicBezTo>
                    <a:pt x="11075" y="6591"/>
                    <a:pt x="11070" y="6592"/>
                    <a:pt x="11065" y="6593"/>
                  </a:cubicBezTo>
                  <a:cubicBezTo>
                    <a:pt x="11050" y="6598"/>
                    <a:pt x="11036" y="6599"/>
                    <a:pt x="11023" y="6599"/>
                  </a:cubicBezTo>
                  <a:cubicBezTo>
                    <a:pt x="10971" y="6599"/>
                    <a:pt x="10939" y="6568"/>
                    <a:pt x="10979" y="6568"/>
                  </a:cubicBezTo>
                  <a:cubicBezTo>
                    <a:pt x="11010" y="6568"/>
                    <a:pt x="11069" y="6541"/>
                    <a:pt x="11109" y="6541"/>
                  </a:cubicBezTo>
                  <a:cubicBezTo>
                    <a:pt x="11115" y="6541"/>
                    <a:pt x="11121" y="6542"/>
                    <a:pt x="11127" y="6543"/>
                  </a:cubicBezTo>
                  <a:cubicBezTo>
                    <a:pt x="11156" y="6543"/>
                    <a:pt x="11194" y="6606"/>
                    <a:pt x="11233" y="6606"/>
                  </a:cubicBezTo>
                  <a:cubicBezTo>
                    <a:pt x="11242" y="6606"/>
                    <a:pt x="11252" y="6602"/>
                    <a:pt x="11262" y="6593"/>
                  </a:cubicBezTo>
                  <a:cubicBezTo>
                    <a:pt x="11311" y="6556"/>
                    <a:pt x="11496" y="6531"/>
                    <a:pt x="11509" y="6519"/>
                  </a:cubicBezTo>
                  <a:cubicBezTo>
                    <a:pt x="11521" y="6519"/>
                    <a:pt x="11398" y="6408"/>
                    <a:pt x="11299" y="6408"/>
                  </a:cubicBezTo>
                  <a:cubicBezTo>
                    <a:pt x="11176" y="6408"/>
                    <a:pt x="11065" y="6420"/>
                    <a:pt x="10942" y="6457"/>
                  </a:cubicBezTo>
                  <a:cubicBezTo>
                    <a:pt x="10991" y="6395"/>
                    <a:pt x="11065" y="6358"/>
                    <a:pt x="11151" y="6346"/>
                  </a:cubicBezTo>
                  <a:cubicBezTo>
                    <a:pt x="11262" y="6346"/>
                    <a:pt x="10966" y="6285"/>
                    <a:pt x="10954" y="6235"/>
                  </a:cubicBezTo>
                  <a:lnTo>
                    <a:pt x="10954" y="6235"/>
                  </a:lnTo>
                  <a:cubicBezTo>
                    <a:pt x="11077" y="6272"/>
                    <a:pt x="11200" y="6309"/>
                    <a:pt x="11324" y="6334"/>
                  </a:cubicBezTo>
                  <a:cubicBezTo>
                    <a:pt x="11361" y="6297"/>
                    <a:pt x="11398" y="6272"/>
                    <a:pt x="11447" y="6248"/>
                  </a:cubicBezTo>
                  <a:cubicBezTo>
                    <a:pt x="11472" y="6248"/>
                    <a:pt x="11545" y="6248"/>
                    <a:pt x="11533" y="6211"/>
                  </a:cubicBezTo>
                  <a:cubicBezTo>
                    <a:pt x="11522" y="6177"/>
                    <a:pt x="11377" y="6009"/>
                    <a:pt x="11380" y="6009"/>
                  </a:cubicBezTo>
                  <a:lnTo>
                    <a:pt x="11380" y="6009"/>
                  </a:lnTo>
                  <a:cubicBezTo>
                    <a:pt x="11381" y="6009"/>
                    <a:pt x="11382" y="6010"/>
                    <a:pt x="11385" y="6013"/>
                  </a:cubicBezTo>
                  <a:cubicBezTo>
                    <a:pt x="11421" y="6037"/>
                    <a:pt x="11603" y="6162"/>
                    <a:pt x="11640" y="6162"/>
                  </a:cubicBezTo>
                  <a:cubicBezTo>
                    <a:pt x="11642" y="6162"/>
                    <a:pt x="11643" y="6162"/>
                    <a:pt x="11644" y="6161"/>
                  </a:cubicBezTo>
                  <a:cubicBezTo>
                    <a:pt x="11681" y="6149"/>
                    <a:pt x="11669" y="6063"/>
                    <a:pt x="11743" y="6063"/>
                  </a:cubicBezTo>
                  <a:cubicBezTo>
                    <a:pt x="11878" y="6087"/>
                    <a:pt x="12001" y="6124"/>
                    <a:pt x="12137" y="6174"/>
                  </a:cubicBezTo>
                  <a:cubicBezTo>
                    <a:pt x="12088" y="6174"/>
                    <a:pt x="11881" y="6111"/>
                    <a:pt x="11806" y="6111"/>
                  </a:cubicBezTo>
                  <a:cubicBezTo>
                    <a:pt x="11787" y="6111"/>
                    <a:pt x="11777" y="6115"/>
                    <a:pt x="11780" y="6124"/>
                  </a:cubicBezTo>
                  <a:cubicBezTo>
                    <a:pt x="11854" y="6211"/>
                    <a:pt x="11940" y="6272"/>
                    <a:pt x="12051" y="6309"/>
                  </a:cubicBezTo>
                  <a:cubicBezTo>
                    <a:pt x="12174" y="6309"/>
                    <a:pt x="12285" y="6285"/>
                    <a:pt x="12396" y="6235"/>
                  </a:cubicBezTo>
                  <a:cubicBezTo>
                    <a:pt x="12403" y="6234"/>
                    <a:pt x="12411" y="6233"/>
                    <a:pt x="12419" y="6233"/>
                  </a:cubicBezTo>
                  <a:cubicBezTo>
                    <a:pt x="12452" y="6233"/>
                    <a:pt x="12490" y="6242"/>
                    <a:pt x="12521" y="6242"/>
                  </a:cubicBezTo>
                  <a:cubicBezTo>
                    <a:pt x="12548" y="6242"/>
                    <a:pt x="12570" y="6236"/>
                    <a:pt x="12580" y="6211"/>
                  </a:cubicBezTo>
                  <a:cubicBezTo>
                    <a:pt x="12593" y="6149"/>
                    <a:pt x="12691" y="6087"/>
                    <a:pt x="12593" y="6026"/>
                  </a:cubicBezTo>
                  <a:cubicBezTo>
                    <a:pt x="12505" y="5977"/>
                    <a:pt x="12363" y="5913"/>
                    <a:pt x="12308" y="5913"/>
                  </a:cubicBezTo>
                  <a:cubicBezTo>
                    <a:pt x="12293" y="5913"/>
                    <a:pt x="12285" y="5917"/>
                    <a:pt x="12285" y="5927"/>
                  </a:cubicBezTo>
                  <a:cubicBezTo>
                    <a:pt x="12285" y="5958"/>
                    <a:pt x="12311" y="6092"/>
                    <a:pt x="12297" y="6092"/>
                  </a:cubicBezTo>
                  <a:cubicBezTo>
                    <a:pt x="12295" y="6092"/>
                    <a:pt x="12291" y="6087"/>
                    <a:pt x="12285" y="6075"/>
                  </a:cubicBezTo>
                  <a:cubicBezTo>
                    <a:pt x="12235" y="6001"/>
                    <a:pt x="12211" y="5903"/>
                    <a:pt x="12149" y="5903"/>
                  </a:cubicBezTo>
                  <a:cubicBezTo>
                    <a:pt x="12088" y="5903"/>
                    <a:pt x="12235" y="5890"/>
                    <a:pt x="12186" y="5816"/>
                  </a:cubicBezTo>
                  <a:cubicBezTo>
                    <a:pt x="12137" y="5730"/>
                    <a:pt x="12248" y="5779"/>
                    <a:pt x="12248" y="5632"/>
                  </a:cubicBezTo>
                  <a:cubicBezTo>
                    <a:pt x="12251" y="5596"/>
                    <a:pt x="12254" y="5582"/>
                    <a:pt x="12257" y="5582"/>
                  </a:cubicBezTo>
                  <a:cubicBezTo>
                    <a:pt x="12270" y="5582"/>
                    <a:pt x="12285" y="5756"/>
                    <a:pt x="12285" y="5804"/>
                  </a:cubicBezTo>
                  <a:cubicBezTo>
                    <a:pt x="12285" y="5866"/>
                    <a:pt x="12297" y="5878"/>
                    <a:pt x="12420" y="5878"/>
                  </a:cubicBezTo>
                  <a:cubicBezTo>
                    <a:pt x="12532" y="5878"/>
                    <a:pt x="12634" y="5827"/>
                    <a:pt x="12717" y="5827"/>
                  </a:cubicBezTo>
                  <a:cubicBezTo>
                    <a:pt x="12725" y="5827"/>
                    <a:pt x="12733" y="5828"/>
                    <a:pt x="12741" y="5829"/>
                  </a:cubicBezTo>
                  <a:cubicBezTo>
                    <a:pt x="12802" y="5829"/>
                    <a:pt x="12864" y="5792"/>
                    <a:pt x="12901" y="5730"/>
                  </a:cubicBezTo>
                  <a:cubicBezTo>
                    <a:pt x="12938" y="5681"/>
                    <a:pt x="12913" y="5632"/>
                    <a:pt x="12864" y="5619"/>
                  </a:cubicBezTo>
                  <a:cubicBezTo>
                    <a:pt x="12848" y="5613"/>
                    <a:pt x="12838" y="5611"/>
                    <a:pt x="12832" y="5611"/>
                  </a:cubicBezTo>
                  <a:cubicBezTo>
                    <a:pt x="12817" y="5611"/>
                    <a:pt x="12816" y="5622"/>
                    <a:pt x="12784" y="5622"/>
                  </a:cubicBezTo>
                  <a:cubicBezTo>
                    <a:pt x="12776" y="5622"/>
                    <a:pt x="12766" y="5621"/>
                    <a:pt x="12753" y="5619"/>
                  </a:cubicBezTo>
                  <a:cubicBezTo>
                    <a:pt x="12679" y="5607"/>
                    <a:pt x="12778" y="5545"/>
                    <a:pt x="12753" y="5496"/>
                  </a:cubicBezTo>
                  <a:cubicBezTo>
                    <a:pt x="12742" y="5443"/>
                    <a:pt x="12704" y="5353"/>
                    <a:pt x="12662" y="5353"/>
                  </a:cubicBezTo>
                  <a:cubicBezTo>
                    <a:pt x="12656" y="5353"/>
                    <a:pt x="12649" y="5355"/>
                    <a:pt x="12642" y="5360"/>
                  </a:cubicBezTo>
                  <a:cubicBezTo>
                    <a:pt x="12628" y="5371"/>
                    <a:pt x="12611" y="5374"/>
                    <a:pt x="12593" y="5374"/>
                  </a:cubicBezTo>
                  <a:cubicBezTo>
                    <a:pt x="12555" y="5374"/>
                    <a:pt x="12513" y="5358"/>
                    <a:pt x="12484" y="5358"/>
                  </a:cubicBezTo>
                  <a:cubicBezTo>
                    <a:pt x="12479" y="5358"/>
                    <a:pt x="12474" y="5359"/>
                    <a:pt x="12470" y="5360"/>
                  </a:cubicBezTo>
                  <a:cubicBezTo>
                    <a:pt x="12452" y="5369"/>
                    <a:pt x="12395" y="5404"/>
                    <a:pt x="12342" y="5404"/>
                  </a:cubicBezTo>
                  <a:cubicBezTo>
                    <a:pt x="12322" y="5404"/>
                    <a:pt x="12302" y="5399"/>
                    <a:pt x="12285" y="5385"/>
                  </a:cubicBezTo>
                  <a:cubicBezTo>
                    <a:pt x="12263" y="5368"/>
                    <a:pt x="12257" y="5363"/>
                    <a:pt x="12260" y="5363"/>
                  </a:cubicBezTo>
                  <a:cubicBezTo>
                    <a:pt x="12265" y="5363"/>
                    <a:pt x="12293" y="5375"/>
                    <a:pt x="12325" y="5375"/>
                  </a:cubicBezTo>
                  <a:cubicBezTo>
                    <a:pt x="12332" y="5375"/>
                    <a:pt x="12339" y="5374"/>
                    <a:pt x="12346" y="5373"/>
                  </a:cubicBezTo>
                  <a:cubicBezTo>
                    <a:pt x="12420" y="5360"/>
                    <a:pt x="12470" y="5323"/>
                    <a:pt x="12519" y="5287"/>
                  </a:cubicBezTo>
                  <a:cubicBezTo>
                    <a:pt x="12546" y="5259"/>
                    <a:pt x="12594" y="5198"/>
                    <a:pt x="12637" y="5198"/>
                  </a:cubicBezTo>
                  <a:cubicBezTo>
                    <a:pt x="12652" y="5198"/>
                    <a:pt x="12666" y="5206"/>
                    <a:pt x="12679" y="5225"/>
                  </a:cubicBezTo>
                  <a:cubicBezTo>
                    <a:pt x="12715" y="5279"/>
                    <a:pt x="12738" y="5313"/>
                    <a:pt x="12767" y="5313"/>
                  </a:cubicBezTo>
                  <a:cubicBezTo>
                    <a:pt x="12778" y="5313"/>
                    <a:pt x="12789" y="5309"/>
                    <a:pt x="12802" y="5299"/>
                  </a:cubicBezTo>
                  <a:cubicBezTo>
                    <a:pt x="12852" y="5262"/>
                    <a:pt x="12852" y="5200"/>
                    <a:pt x="12864" y="5163"/>
                  </a:cubicBezTo>
                  <a:cubicBezTo>
                    <a:pt x="12876" y="5077"/>
                    <a:pt x="12827" y="5003"/>
                    <a:pt x="12753" y="4954"/>
                  </a:cubicBezTo>
                  <a:cubicBezTo>
                    <a:pt x="12701" y="4922"/>
                    <a:pt x="12711" y="4903"/>
                    <a:pt x="12738" y="4903"/>
                  </a:cubicBezTo>
                  <a:cubicBezTo>
                    <a:pt x="12763" y="4903"/>
                    <a:pt x="12803" y="4919"/>
                    <a:pt x="12827" y="4954"/>
                  </a:cubicBezTo>
                  <a:cubicBezTo>
                    <a:pt x="12870" y="5019"/>
                    <a:pt x="12866" y="5094"/>
                    <a:pt x="12890" y="5094"/>
                  </a:cubicBezTo>
                  <a:cubicBezTo>
                    <a:pt x="12893" y="5094"/>
                    <a:pt x="12896" y="5092"/>
                    <a:pt x="12901" y="5089"/>
                  </a:cubicBezTo>
                  <a:cubicBezTo>
                    <a:pt x="12938" y="5052"/>
                    <a:pt x="12987" y="5003"/>
                    <a:pt x="12938" y="4929"/>
                  </a:cubicBezTo>
                  <a:cubicBezTo>
                    <a:pt x="12876" y="4855"/>
                    <a:pt x="12827" y="4806"/>
                    <a:pt x="12778" y="4744"/>
                  </a:cubicBezTo>
                  <a:cubicBezTo>
                    <a:pt x="12751" y="4700"/>
                    <a:pt x="12744" y="4694"/>
                    <a:pt x="12710" y="4694"/>
                  </a:cubicBezTo>
                  <a:cubicBezTo>
                    <a:pt x="12697" y="4694"/>
                    <a:pt x="12679" y="4695"/>
                    <a:pt x="12654" y="4695"/>
                  </a:cubicBezTo>
                  <a:cubicBezTo>
                    <a:pt x="12624" y="4701"/>
                    <a:pt x="12593" y="4704"/>
                    <a:pt x="12560" y="4704"/>
                  </a:cubicBezTo>
                  <a:cubicBezTo>
                    <a:pt x="12528" y="4704"/>
                    <a:pt x="12494" y="4701"/>
                    <a:pt x="12457" y="4695"/>
                  </a:cubicBezTo>
                  <a:cubicBezTo>
                    <a:pt x="12408" y="4683"/>
                    <a:pt x="12359" y="4646"/>
                    <a:pt x="12334" y="4584"/>
                  </a:cubicBezTo>
                  <a:cubicBezTo>
                    <a:pt x="12309" y="4535"/>
                    <a:pt x="12309" y="4498"/>
                    <a:pt x="12248" y="4486"/>
                  </a:cubicBezTo>
                  <a:cubicBezTo>
                    <a:pt x="12218" y="4486"/>
                    <a:pt x="12185" y="4490"/>
                    <a:pt x="12157" y="4490"/>
                  </a:cubicBezTo>
                  <a:cubicBezTo>
                    <a:pt x="12115" y="4490"/>
                    <a:pt x="12085" y="4481"/>
                    <a:pt x="12100" y="4436"/>
                  </a:cubicBezTo>
                  <a:cubicBezTo>
                    <a:pt x="12127" y="4392"/>
                    <a:pt x="12153" y="4329"/>
                    <a:pt x="12189" y="4329"/>
                  </a:cubicBezTo>
                  <a:cubicBezTo>
                    <a:pt x="12203" y="4329"/>
                    <a:pt x="12218" y="4338"/>
                    <a:pt x="12235" y="4362"/>
                  </a:cubicBezTo>
                  <a:cubicBezTo>
                    <a:pt x="12272" y="4414"/>
                    <a:pt x="12304" y="4443"/>
                    <a:pt x="12340" y="4443"/>
                  </a:cubicBezTo>
                  <a:cubicBezTo>
                    <a:pt x="12364" y="4443"/>
                    <a:pt x="12390" y="4429"/>
                    <a:pt x="12420" y="4399"/>
                  </a:cubicBezTo>
                  <a:cubicBezTo>
                    <a:pt x="12492" y="4338"/>
                    <a:pt x="12556" y="4267"/>
                    <a:pt x="12646" y="4267"/>
                  </a:cubicBezTo>
                  <a:cubicBezTo>
                    <a:pt x="12664" y="4267"/>
                    <a:pt x="12683" y="4270"/>
                    <a:pt x="12704" y="4276"/>
                  </a:cubicBezTo>
                  <a:cubicBezTo>
                    <a:pt x="12813" y="4296"/>
                    <a:pt x="12961" y="4379"/>
                    <a:pt x="13048" y="4379"/>
                  </a:cubicBezTo>
                  <a:cubicBezTo>
                    <a:pt x="13069" y="4379"/>
                    <a:pt x="13086" y="4374"/>
                    <a:pt x="13098" y="4362"/>
                  </a:cubicBezTo>
                  <a:cubicBezTo>
                    <a:pt x="13170" y="4302"/>
                    <a:pt x="13195" y="4042"/>
                    <a:pt x="13047" y="4042"/>
                  </a:cubicBezTo>
                  <a:cubicBezTo>
                    <a:pt x="13043" y="4042"/>
                    <a:pt x="13040" y="4042"/>
                    <a:pt x="13036" y="4042"/>
                  </a:cubicBezTo>
                  <a:cubicBezTo>
                    <a:pt x="12925" y="4059"/>
                    <a:pt x="12915" y="4082"/>
                    <a:pt x="12890" y="4082"/>
                  </a:cubicBezTo>
                  <a:cubicBezTo>
                    <a:pt x="12879" y="4082"/>
                    <a:pt x="12865" y="4078"/>
                    <a:pt x="12839" y="4067"/>
                  </a:cubicBezTo>
                  <a:cubicBezTo>
                    <a:pt x="12753" y="4030"/>
                    <a:pt x="12667" y="3980"/>
                    <a:pt x="12605" y="3919"/>
                  </a:cubicBezTo>
                  <a:cubicBezTo>
                    <a:pt x="12554" y="3868"/>
                    <a:pt x="12550" y="3840"/>
                    <a:pt x="12601" y="3840"/>
                  </a:cubicBezTo>
                  <a:cubicBezTo>
                    <a:pt x="12624" y="3840"/>
                    <a:pt x="12658" y="3846"/>
                    <a:pt x="12704" y="3857"/>
                  </a:cubicBezTo>
                  <a:cubicBezTo>
                    <a:pt x="12802" y="3890"/>
                    <a:pt x="12906" y="3923"/>
                    <a:pt x="12943" y="3923"/>
                  </a:cubicBezTo>
                  <a:cubicBezTo>
                    <a:pt x="12961" y="3923"/>
                    <a:pt x="12962" y="3915"/>
                    <a:pt x="12938" y="3894"/>
                  </a:cubicBezTo>
                  <a:cubicBezTo>
                    <a:pt x="12827" y="3796"/>
                    <a:pt x="12704" y="3722"/>
                    <a:pt x="12580" y="3672"/>
                  </a:cubicBezTo>
                  <a:cubicBezTo>
                    <a:pt x="12547" y="3666"/>
                    <a:pt x="12517" y="3655"/>
                    <a:pt x="12492" y="3655"/>
                  </a:cubicBezTo>
                  <a:cubicBezTo>
                    <a:pt x="12472" y="3655"/>
                    <a:pt x="12456" y="3662"/>
                    <a:pt x="12445" y="3685"/>
                  </a:cubicBezTo>
                  <a:cubicBezTo>
                    <a:pt x="12433" y="3734"/>
                    <a:pt x="12408" y="3833"/>
                    <a:pt x="12359" y="3833"/>
                  </a:cubicBezTo>
                  <a:cubicBezTo>
                    <a:pt x="12336" y="3833"/>
                    <a:pt x="12295" y="3851"/>
                    <a:pt x="12272" y="3851"/>
                  </a:cubicBezTo>
                  <a:cubicBezTo>
                    <a:pt x="12258" y="3851"/>
                    <a:pt x="12251" y="3844"/>
                    <a:pt x="12260" y="3820"/>
                  </a:cubicBezTo>
                  <a:cubicBezTo>
                    <a:pt x="12285" y="3759"/>
                    <a:pt x="12359" y="3512"/>
                    <a:pt x="12408" y="3414"/>
                  </a:cubicBezTo>
                  <a:cubicBezTo>
                    <a:pt x="12457" y="3315"/>
                    <a:pt x="12433" y="3217"/>
                    <a:pt x="12470" y="3180"/>
                  </a:cubicBezTo>
                  <a:cubicBezTo>
                    <a:pt x="12494" y="3143"/>
                    <a:pt x="12704" y="3167"/>
                    <a:pt x="12716" y="3118"/>
                  </a:cubicBezTo>
                  <a:cubicBezTo>
                    <a:pt x="12728" y="3056"/>
                    <a:pt x="12765" y="3007"/>
                    <a:pt x="12815" y="2970"/>
                  </a:cubicBezTo>
                  <a:cubicBezTo>
                    <a:pt x="12876" y="2908"/>
                    <a:pt x="12962" y="2896"/>
                    <a:pt x="12888" y="2859"/>
                  </a:cubicBezTo>
                  <a:cubicBezTo>
                    <a:pt x="12815" y="2835"/>
                    <a:pt x="12827" y="2674"/>
                    <a:pt x="12839" y="2600"/>
                  </a:cubicBezTo>
                  <a:cubicBezTo>
                    <a:pt x="12845" y="2570"/>
                    <a:pt x="12885" y="2567"/>
                    <a:pt x="12936" y="2567"/>
                  </a:cubicBezTo>
                  <a:cubicBezTo>
                    <a:pt x="12949" y="2567"/>
                    <a:pt x="12962" y="2567"/>
                    <a:pt x="12976" y="2567"/>
                  </a:cubicBezTo>
                  <a:cubicBezTo>
                    <a:pt x="13017" y="2567"/>
                    <a:pt x="13061" y="2565"/>
                    <a:pt x="13098" y="2551"/>
                  </a:cubicBezTo>
                  <a:cubicBezTo>
                    <a:pt x="13184" y="2502"/>
                    <a:pt x="13369" y="2379"/>
                    <a:pt x="13283" y="2379"/>
                  </a:cubicBezTo>
                  <a:lnTo>
                    <a:pt x="12913" y="2379"/>
                  </a:lnTo>
                  <a:cubicBezTo>
                    <a:pt x="12815" y="2379"/>
                    <a:pt x="12728" y="2428"/>
                    <a:pt x="12691" y="2514"/>
                  </a:cubicBezTo>
                  <a:cubicBezTo>
                    <a:pt x="12686" y="2540"/>
                    <a:pt x="12664" y="2551"/>
                    <a:pt x="12639" y="2551"/>
                  </a:cubicBezTo>
                  <a:cubicBezTo>
                    <a:pt x="12605" y="2551"/>
                    <a:pt x="12568" y="2530"/>
                    <a:pt x="12568" y="2502"/>
                  </a:cubicBezTo>
                  <a:cubicBezTo>
                    <a:pt x="12568" y="2453"/>
                    <a:pt x="12605" y="2268"/>
                    <a:pt x="12741" y="2243"/>
                  </a:cubicBezTo>
                  <a:cubicBezTo>
                    <a:pt x="12756" y="2240"/>
                    <a:pt x="12777" y="2239"/>
                    <a:pt x="12802" y="2239"/>
                  </a:cubicBezTo>
                  <a:cubicBezTo>
                    <a:pt x="12932" y="2239"/>
                    <a:pt x="13166" y="2277"/>
                    <a:pt x="13300" y="2277"/>
                  </a:cubicBezTo>
                  <a:cubicBezTo>
                    <a:pt x="13335" y="2277"/>
                    <a:pt x="13363" y="2274"/>
                    <a:pt x="13381" y="2268"/>
                  </a:cubicBezTo>
                  <a:cubicBezTo>
                    <a:pt x="13480" y="2231"/>
                    <a:pt x="13615" y="2095"/>
                    <a:pt x="13566" y="2095"/>
                  </a:cubicBezTo>
                  <a:cubicBezTo>
                    <a:pt x="13527" y="2085"/>
                    <a:pt x="13439" y="2020"/>
                    <a:pt x="13368" y="2020"/>
                  </a:cubicBezTo>
                  <a:cubicBezTo>
                    <a:pt x="13351" y="2020"/>
                    <a:pt x="13334" y="2024"/>
                    <a:pt x="13320" y="2034"/>
                  </a:cubicBezTo>
                  <a:cubicBezTo>
                    <a:pt x="13270" y="2052"/>
                    <a:pt x="13221" y="2061"/>
                    <a:pt x="13172" y="2061"/>
                  </a:cubicBezTo>
                  <a:cubicBezTo>
                    <a:pt x="13123" y="2061"/>
                    <a:pt x="13073" y="2052"/>
                    <a:pt x="13024" y="2034"/>
                  </a:cubicBezTo>
                  <a:cubicBezTo>
                    <a:pt x="12901" y="1997"/>
                    <a:pt x="12593" y="1997"/>
                    <a:pt x="12691" y="1984"/>
                  </a:cubicBezTo>
                  <a:cubicBezTo>
                    <a:pt x="12749" y="1984"/>
                    <a:pt x="12878" y="2006"/>
                    <a:pt x="12983" y="2006"/>
                  </a:cubicBezTo>
                  <a:cubicBezTo>
                    <a:pt x="13035" y="2006"/>
                    <a:pt x="13082" y="2001"/>
                    <a:pt x="13110" y="1984"/>
                  </a:cubicBezTo>
                  <a:cubicBezTo>
                    <a:pt x="13168" y="1952"/>
                    <a:pt x="13231" y="1935"/>
                    <a:pt x="13292" y="1935"/>
                  </a:cubicBezTo>
                  <a:cubicBezTo>
                    <a:pt x="13322" y="1935"/>
                    <a:pt x="13353" y="1939"/>
                    <a:pt x="13381" y="1947"/>
                  </a:cubicBezTo>
                  <a:cubicBezTo>
                    <a:pt x="13418" y="1956"/>
                    <a:pt x="13455" y="1960"/>
                    <a:pt x="13492" y="1960"/>
                  </a:cubicBezTo>
                  <a:cubicBezTo>
                    <a:pt x="13565" y="1960"/>
                    <a:pt x="13636" y="1943"/>
                    <a:pt x="13702" y="1910"/>
                  </a:cubicBezTo>
                  <a:cubicBezTo>
                    <a:pt x="13763" y="1873"/>
                    <a:pt x="13911" y="1898"/>
                    <a:pt x="13936" y="1837"/>
                  </a:cubicBezTo>
                  <a:cubicBezTo>
                    <a:pt x="13948" y="1775"/>
                    <a:pt x="13837" y="1713"/>
                    <a:pt x="13887" y="1701"/>
                  </a:cubicBezTo>
                  <a:cubicBezTo>
                    <a:pt x="13997" y="1689"/>
                    <a:pt x="14121" y="1664"/>
                    <a:pt x="14219" y="1602"/>
                  </a:cubicBezTo>
                  <a:cubicBezTo>
                    <a:pt x="14342" y="1504"/>
                    <a:pt x="14638" y="1442"/>
                    <a:pt x="14564" y="1393"/>
                  </a:cubicBezTo>
                  <a:cubicBezTo>
                    <a:pt x="14379" y="1294"/>
                    <a:pt x="14170" y="1220"/>
                    <a:pt x="13960" y="1183"/>
                  </a:cubicBezTo>
                  <a:cubicBezTo>
                    <a:pt x="13885" y="1183"/>
                    <a:pt x="13772" y="1164"/>
                    <a:pt x="13663" y="1164"/>
                  </a:cubicBezTo>
                  <a:cubicBezTo>
                    <a:pt x="13575" y="1164"/>
                    <a:pt x="13491" y="1177"/>
                    <a:pt x="13431" y="1220"/>
                  </a:cubicBezTo>
                  <a:cubicBezTo>
                    <a:pt x="13307" y="1299"/>
                    <a:pt x="13244" y="1471"/>
                    <a:pt x="13150" y="1471"/>
                  </a:cubicBezTo>
                  <a:cubicBezTo>
                    <a:pt x="13141" y="1471"/>
                    <a:pt x="13132" y="1470"/>
                    <a:pt x="13123" y="1467"/>
                  </a:cubicBezTo>
                  <a:cubicBezTo>
                    <a:pt x="13052" y="1436"/>
                    <a:pt x="12981" y="1414"/>
                    <a:pt x="12903" y="1414"/>
                  </a:cubicBezTo>
                  <a:cubicBezTo>
                    <a:pt x="12886" y="1414"/>
                    <a:pt x="12869" y="1415"/>
                    <a:pt x="12852" y="1418"/>
                  </a:cubicBezTo>
                  <a:cubicBezTo>
                    <a:pt x="12824" y="1436"/>
                    <a:pt x="12732" y="1504"/>
                    <a:pt x="12695" y="1504"/>
                  </a:cubicBezTo>
                  <a:cubicBezTo>
                    <a:pt x="12683" y="1504"/>
                    <a:pt x="12676" y="1497"/>
                    <a:pt x="12679" y="1479"/>
                  </a:cubicBezTo>
                  <a:cubicBezTo>
                    <a:pt x="12690" y="1423"/>
                    <a:pt x="12712" y="1367"/>
                    <a:pt x="12678" y="1367"/>
                  </a:cubicBezTo>
                  <a:cubicBezTo>
                    <a:pt x="12675" y="1367"/>
                    <a:pt x="12671" y="1367"/>
                    <a:pt x="12667" y="1368"/>
                  </a:cubicBezTo>
                  <a:cubicBezTo>
                    <a:pt x="12543" y="1430"/>
                    <a:pt x="12445" y="1492"/>
                    <a:pt x="12346" y="1578"/>
                  </a:cubicBezTo>
                  <a:cubicBezTo>
                    <a:pt x="12272" y="1639"/>
                    <a:pt x="11952" y="1787"/>
                    <a:pt x="11903" y="1849"/>
                  </a:cubicBezTo>
                  <a:cubicBezTo>
                    <a:pt x="11873" y="1898"/>
                    <a:pt x="11691" y="2036"/>
                    <a:pt x="11667" y="2036"/>
                  </a:cubicBezTo>
                  <a:cubicBezTo>
                    <a:pt x="11661" y="2036"/>
                    <a:pt x="11664" y="2028"/>
                    <a:pt x="11681" y="2009"/>
                  </a:cubicBezTo>
                  <a:cubicBezTo>
                    <a:pt x="11767" y="1923"/>
                    <a:pt x="11878" y="1750"/>
                    <a:pt x="12001" y="1639"/>
                  </a:cubicBezTo>
                  <a:cubicBezTo>
                    <a:pt x="12112" y="1541"/>
                    <a:pt x="12260" y="1282"/>
                    <a:pt x="12198" y="1183"/>
                  </a:cubicBezTo>
                  <a:cubicBezTo>
                    <a:pt x="12158" y="1111"/>
                    <a:pt x="12046" y="1060"/>
                    <a:pt x="11948" y="1060"/>
                  </a:cubicBezTo>
                  <a:cubicBezTo>
                    <a:pt x="11895" y="1060"/>
                    <a:pt x="11847" y="1075"/>
                    <a:pt x="11817" y="1110"/>
                  </a:cubicBezTo>
                  <a:cubicBezTo>
                    <a:pt x="11718" y="1220"/>
                    <a:pt x="11743" y="1257"/>
                    <a:pt x="11656" y="1294"/>
                  </a:cubicBezTo>
                  <a:cubicBezTo>
                    <a:pt x="11422" y="1393"/>
                    <a:pt x="11176" y="1467"/>
                    <a:pt x="10942" y="1528"/>
                  </a:cubicBezTo>
                  <a:cubicBezTo>
                    <a:pt x="10917" y="1504"/>
                    <a:pt x="10868" y="1442"/>
                    <a:pt x="10954" y="1405"/>
                  </a:cubicBezTo>
                  <a:cubicBezTo>
                    <a:pt x="11040" y="1368"/>
                    <a:pt x="11472" y="1220"/>
                    <a:pt x="11447" y="1171"/>
                  </a:cubicBezTo>
                  <a:cubicBezTo>
                    <a:pt x="11419" y="1134"/>
                    <a:pt x="11002" y="1117"/>
                    <a:pt x="10725" y="1117"/>
                  </a:cubicBezTo>
                  <a:cubicBezTo>
                    <a:pt x="10639" y="1117"/>
                    <a:pt x="10566" y="1119"/>
                    <a:pt x="10523" y="1122"/>
                  </a:cubicBezTo>
                  <a:cubicBezTo>
                    <a:pt x="10326" y="1134"/>
                    <a:pt x="10116" y="1196"/>
                    <a:pt x="9993" y="1220"/>
                  </a:cubicBezTo>
                  <a:cubicBezTo>
                    <a:pt x="9892" y="1231"/>
                    <a:pt x="9734" y="1323"/>
                    <a:pt x="9666" y="1323"/>
                  </a:cubicBezTo>
                  <a:cubicBezTo>
                    <a:pt x="9651" y="1323"/>
                    <a:pt x="9640" y="1318"/>
                    <a:pt x="9636" y="1307"/>
                  </a:cubicBezTo>
                  <a:cubicBezTo>
                    <a:pt x="9623" y="1257"/>
                    <a:pt x="9549" y="1245"/>
                    <a:pt x="9660" y="1196"/>
                  </a:cubicBezTo>
                  <a:cubicBezTo>
                    <a:pt x="9780" y="1148"/>
                    <a:pt x="10187" y="973"/>
                    <a:pt x="10459" y="973"/>
                  </a:cubicBezTo>
                  <a:cubicBezTo>
                    <a:pt x="10468" y="973"/>
                    <a:pt x="10477" y="974"/>
                    <a:pt x="10486" y="974"/>
                  </a:cubicBezTo>
                  <a:cubicBezTo>
                    <a:pt x="10692" y="983"/>
                    <a:pt x="11139" y="1007"/>
                    <a:pt x="11370" y="1007"/>
                  </a:cubicBezTo>
                  <a:cubicBezTo>
                    <a:pt x="11443" y="1007"/>
                    <a:pt x="11494" y="1005"/>
                    <a:pt x="11509" y="999"/>
                  </a:cubicBezTo>
                  <a:cubicBezTo>
                    <a:pt x="11656" y="949"/>
                    <a:pt x="11817" y="912"/>
                    <a:pt x="11977" y="875"/>
                  </a:cubicBezTo>
                  <a:cubicBezTo>
                    <a:pt x="12137" y="851"/>
                    <a:pt x="12383" y="740"/>
                    <a:pt x="12346" y="691"/>
                  </a:cubicBezTo>
                  <a:cubicBezTo>
                    <a:pt x="12235" y="629"/>
                    <a:pt x="12112" y="592"/>
                    <a:pt x="11989" y="555"/>
                  </a:cubicBezTo>
                  <a:cubicBezTo>
                    <a:pt x="11969" y="550"/>
                    <a:pt x="11951" y="547"/>
                    <a:pt x="11935" y="547"/>
                  </a:cubicBezTo>
                  <a:cubicBezTo>
                    <a:pt x="11863" y="547"/>
                    <a:pt x="11827" y="593"/>
                    <a:pt x="11794" y="593"/>
                  </a:cubicBezTo>
                  <a:cubicBezTo>
                    <a:pt x="11785" y="593"/>
                    <a:pt x="11777" y="589"/>
                    <a:pt x="11767" y="580"/>
                  </a:cubicBezTo>
                  <a:cubicBezTo>
                    <a:pt x="11718" y="530"/>
                    <a:pt x="11730" y="506"/>
                    <a:pt x="11644" y="506"/>
                  </a:cubicBezTo>
                  <a:cubicBezTo>
                    <a:pt x="11558" y="506"/>
                    <a:pt x="11410" y="580"/>
                    <a:pt x="11373" y="580"/>
                  </a:cubicBezTo>
                  <a:cubicBezTo>
                    <a:pt x="11348" y="567"/>
                    <a:pt x="11582" y="395"/>
                    <a:pt x="11545" y="358"/>
                  </a:cubicBezTo>
                  <a:cubicBezTo>
                    <a:pt x="11459" y="346"/>
                    <a:pt x="11370" y="339"/>
                    <a:pt x="11281" y="339"/>
                  </a:cubicBezTo>
                  <a:cubicBezTo>
                    <a:pt x="11191" y="339"/>
                    <a:pt x="11102" y="346"/>
                    <a:pt x="11016" y="358"/>
                  </a:cubicBezTo>
                  <a:cubicBezTo>
                    <a:pt x="11002" y="359"/>
                    <a:pt x="10988" y="359"/>
                    <a:pt x="10972" y="359"/>
                  </a:cubicBezTo>
                  <a:cubicBezTo>
                    <a:pt x="10819" y="359"/>
                    <a:pt x="10581" y="316"/>
                    <a:pt x="10449" y="316"/>
                  </a:cubicBezTo>
                  <a:cubicBezTo>
                    <a:pt x="10424" y="316"/>
                    <a:pt x="10403" y="317"/>
                    <a:pt x="10387" y="321"/>
                  </a:cubicBezTo>
                  <a:cubicBezTo>
                    <a:pt x="10276" y="346"/>
                    <a:pt x="9956" y="420"/>
                    <a:pt x="9857" y="420"/>
                  </a:cubicBezTo>
                  <a:cubicBezTo>
                    <a:pt x="9771" y="432"/>
                    <a:pt x="9414" y="457"/>
                    <a:pt x="9266" y="469"/>
                  </a:cubicBezTo>
                  <a:cubicBezTo>
                    <a:pt x="9106" y="469"/>
                    <a:pt x="9439" y="432"/>
                    <a:pt x="9574" y="407"/>
                  </a:cubicBezTo>
                  <a:cubicBezTo>
                    <a:pt x="9697" y="383"/>
                    <a:pt x="9820" y="358"/>
                    <a:pt x="9968" y="321"/>
                  </a:cubicBezTo>
                  <a:cubicBezTo>
                    <a:pt x="10190" y="293"/>
                    <a:pt x="10405" y="279"/>
                    <a:pt x="10618" y="279"/>
                  </a:cubicBezTo>
                  <a:cubicBezTo>
                    <a:pt x="10689" y="279"/>
                    <a:pt x="10760" y="281"/>
                    <a:pt x="10831" y="284"/>
                  </a:cubicBezTo>
                  <a:cubicBezTo>
                    <a:pt x="10848" y="285"/>
                    <a:pt x="10868" y="286"/>
                    <a:pt x="10889" y="286"/>
                  </a:cubicBezTo>
                  <a:cubicBezTo>
                    <a:pt x="11068" y="286"/>
                    <a:pt x="11366" y="243"/>
                    <a:pt x="11311" y="210"/>
                  </a:cubicBezTo>
                  <a:cubicBezTo>
                    <a:pt x="11176" y="124"/>
                    <a:pt x="11016" y="75"/>
                    <a:pt x="10843" y="75"/>
                  </a:cubicBezTo>
                  <a:cubicBezTo>
                    <a:pt x="10816" y="77"/>
                    <a:pt x="10788" y="78"/>
                    <a:pt x="10761" y="78"/>
                  </a:cubicBezTo>
                  <a:cubicBezTo>
                    <a:pt x="10628" y="78"/>
                    <a:pt x="10497" y="54"/>
                    <a:pt x="10375" y="13"/>
                  </a:cubicBezTo>
                  <a:cubicBezTo>
                    <a:pt x="10325" y="4"/>
                    <a:pt x="10208" y="1"/>
                    <a:pt x="10075" y="1"/>
                  </a:cubicBezTo>
                  <a:cubicBezTo>
                    <a:pt x="9930" y="1"/>
                    <a:pt x="9767" y="4"/>
                    <a:pt x="9655" y="4"/>
                  </a:cubicBezTo>
                  <a:cubicBezTo>
                    <a:pt x="9592" y="4"/>
                    <a:pt x="9544" y="3"/>
                    <a:pt x="952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9" name="Google Shape;8165;p67">
              <a:extLst>
                <a:ext uri="{FF2B5EF4-FFF2-40B4-BE49-F238E27FC236}">
                  <a16:creationId xmlns:a16="http://schemas.microsoft.com/office/drawing/2014/main" id="{9997949A-7D9A-3B99-A327-0013AD322A7D}"/>
                </a:ext>
              </a:extLst>
            </p:cNvPr>
            <p:cNvSpPr/>
            <p:nvPr/>
          </p:nvSpPr>
          <p:spPr>
            <a:xfrm>
              <a:off x="3187275" y="4436700"/>
              <a:ext cx="20050" cy="12100"/>
            </a:xfrm>
            <a:custGeom>
              <a:avLst/>
              <a:gdLst/>
              <a:ahLst/>
              <a:cxnLst/>
              <a:rect l="l" t="t" r="r" b="b"/>
              <a:pathLst>
                <a:path w="802" h="484" extrusionOk="0">
                  <a:moveTo>
                    <a:pt x="210" y="0"/>
                  </a:moveTo>
                  <a:cubicBezTo>
                    <a:pt x="127" y="0"/>
                    <a:pt x="54" y="19"/>
                    <a:pt x="75" y="59"/>
                  </a:cubicBezTo>
                  <a:cubicBezTo>
                    <a:pt x="124" y="121"/>
                    <a:pt x="210" y="146"/>
                    <a:pt x="173" y="146"/>
                  </a:cubicBezTo>
                  <a:cubicBezTo>
                    <a:pt x="136" y="158"/>
                    <a:pt x="62" y="219"/>
                    <a:pt x="87" y="244"/>
                  </a:cubicBezTo>
                  <a:cubicBezTo>
                    <a:pt x="112" y="281"/>
                    <a:pt x="1" y="330"/>
                    <a:pt x="112" y="330"/>
                  </a:cubicBezTo>
                  <a:cubicBezTo>
                    <a:pt x="223" y="343"/>
                    <a:pt x="297" y="330"/>
                    <a:pt x="321" y="367"/>
                  </a:cubicBezTo>
                  <a:cubicBezTo>
                    <a:pt x="346" y="392"/>
                    <a:pt x="235" y="454"/>
                    <a:pt x="297" y="466"/>
                  </a:cubicBezTo>
                  <a:cubicBezTo>
                    <a:pt x="335" y="477"/>
                    <a:pt x="377" y="483"/>
                    <a:pt x="418" y="483"/>
                  </a:cubicBezTo>
                  <a:cubicBezTo>
                    <a:pt x="469" y="483"/>
                    <a:pt x="520" y="474"/>
                    <a:pt x="568" y="454"/>
                  </a:cubicBezTo>
                  <a:cubicBezTo>
                    <a:pt x="666" y="380"/>
                    <a:pt x="802" y="355"/>
                    <a:pt x="789" y="293"/>
                  </a:cubicBezTo>
                  <a:cubicBezTo>
                    <a:pt x="765" y="232"/>
                    <a:pt x="703" y="269"/>
                    <a:pt x="642" y="195"/>
                  </a:cubicBezTo>
                  <a:cubicBezTo>
                    <a:pt x="568" y="121"/>
                    <a:pt x="481" y="59"/>
                    <a:pt x="383" y="35"/>
                  </a:cubicBezTo>
                  <a:cubicBezTo>
                    <a:pt x="350" y="12"/>
                    <a:pt x="277" y="0"/>
                    <a:pt x="21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0" name="Google Shape;8166;p67">
              <a:extLst>
                <a:ext uri="{FF2B5EF4-FFF2-40B4-BE49-F238E27FC236}">
                  <a16:creationId xmlns:a16="http://schemas.microsoft.com/office/drawing/2014/main" id="{F0126BE6-0999-1489-45B4-3DD22CFD2522}"/>
                </a:ext>
              </a:extLst>
            </p:cNvPr>
            <p:cNvSpPr/>
            <p:nvPr/>
          </p:nvSpPr>
          <p:spPr>
            <a:xfrm>
              <a:off x="3195300" y="4424625"/>
              <a:ext cx="3400" cy="2175"/>
            </a:xfrm>
            <a:custGeom>
              <a:avLst/>
              <a:gdLst/>
              <a:ahLst/>
              <a:cxnLst/>
              <a:rect l="l" t="t" r="r" b="b"/>
              <a:pathLst>
                <a:path w="136" h="87" extrusionOk="0">
                  <a:moveTo>
                    <a:pt x="49" y="0"/>
                  </a:moveTo>
                  <a:cubicBezTo>
                    <a:pt x="0" y="0"/>
                    <a:pt x="0" y="74"/>
                    <a:pt x="49" y="86"/>
                  </a:cubicBezTo>
                  <a:cubicBezTo>
                    <a:pt x="136" y="86"/>
                    <a:pt x="111" y="0"/>
                    <a:pt x="4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1" name="Google Shape;8167;p67">
              <a:extLst>
                <a:ext uri="{FF2B5EF4-FFF2-40B4-BE49-F238E27FC236}">
                  <a16:creationId xmlns:a16="http://schemas.microsoft.com/office/drawing/2014/main" id="{32B3A3B0-84E3-71DD-241C-EF9C09B28F03}"/>
                </a:ext>
              </a:extLst>
            </p:cNvPr>
            <p:cNvSpPr/>
            <p:nvPr/>
          </p:nvSpPr>
          <p:spPr>
            <a:xfrm>
              <a:off x="3198450" y="4261625"/>
              <a:ext cx="13525" cy="6050"/>
            </a:xfrm>
            <a:custGeom>
              <a:avLst/>
              <a:gdLst/>
              <a:ahLst/>
              <a:cxnLst/>
              <a:rect l="l" t="t" r="r" b="b"/>
              <a:pathLst>
                <a:path w="541" h="242" extrusionOk="0">
                  <a:moveTo>
                    <a:pt x="41" y="1"/>
                  </a:moveTo>
                  <a:cubicBezTo>
                    <a:pt x="0" y="1"/>
                    <a:pt x="34" y="73"/>
                    <a:pt x="84" y="113"/>
                  </a:cubicBezTo>
                  <a:cubicBezTo>
                    <a:pt x="195" y="175"/>
                    <a:pt x="305" y="212"/>
                    <a:pt x="429" y="236"/>
                  </a:cubicBezTo>
                  <a:cubicBezTo>
                    <a:pt x="446" y="240"/>
                    <a:pt x="459" y="241"/>
                    <a:pt x="470" y="241"/>
                  </a:cubicBezTo>
                  <a:cubicBezTo>
                    <a:pt x="541" y="241"/>
                    <a:pt x="501" y="180"/>
                    <a:pt x="416" y="138"/>
                  </a:cubicBezTo>
                  <a:cubicBezTo>
                    <a:pt x="305" y="88"/>
                    <a:pt x="195" y="39"/>
                    <a:pt x="84" y="14"/>
                  </a:cubicBezTo>
                  <a:cubicBezTo>
                    <a:pt x="65" y="5"/>
                    <a:pt x="51" y="1"/>
                    <a:pt x="4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2" name="Google Shape;8168;p67">
              <a:extLst>
                <a:ext uri="{FF2B5EF4-FFF2-40B4-BE49-F238E27FC236}">
                  <a16:creationId xmlns:a16="http://schemas.microsoft.com/office/drawing/2014/main" id="{8B3C8A39-6DAA-C948-A271-742CAABB4B18}"/>
                </a:ext>
              </a:extLst>
            </p:cNvPr>
            <p:cNvSpPr/>
            <p:nvPr/>
          </p:nvSpPr>
          <p:spPr>
            <a:xfrm>
              <a:off x="3227625" y="4251800"/>
              <a:ext cx="5575" cy="1875"/>
            </a:xfrm>
            <a:custGeom>
              <a:avLst/>
              <a:gdLst/>
              <a:ahLst/>
              <a:cxnLst/>
              <a:rect l="l" t="t" r="r" b="b"/>
              <a:pathLst>
                <a:path w="223" h="75" extrusionOk="0">
                  <a:moveTo>
                    <a:pt x="87" y="1"/>
                  </a:moveTo>
                  <a:cubicBezTo>
                    <a:pt x="1" y="1"/>
                    <a:pt x="50" y="75"/>
                    <a:pt x="136" y="75"/>
                  </a:cubicBezTo>
                  <a:cubicBezTo>
                    <a:pt x="223" y="75"/>
                    <a:pt x="173" y="1"/>
                    <a:pt x="8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3" name="Google Shape;8169;p67">
              <a:extLst>
                <a:ext uri="{FF2B5EF4-FFF2-40B4-BE49-F238E27FC236}">
                  <a16:creationId xmlns:a16="http://schemas.microsoft.com/office/drawing/2014/main" id="{25382842-D12E-B2F1-22C0-02F02EC4D31B}"/>
                </a:ext>
              </a:extLst>
            </p:cNvPr>
            <p:cNvSpPr/>
            <p:nvPr/>
          </p:nvSpPr>
          <p:spPr>
            <a:xfrm>
              <a:off x="3238100" y="4249250"/>
              <a:ext cx="9575" cy="3525"/>
            </a:xfrm>
            <a:custGeom>
              <a:avLst/>
              <a:gdLst/>
              <a:ahLst/>
              <a:cxnLst/>
              <a:rect l="l" t="t" r="r" b="b"/>
              <a:pathLst>
                <a:path w="383" h="141" extrusionOk="0">
                  <a:moveTo>
                    <a:pt x="120" y="0"/>
                  </a:moveTo>
                  <a:cubicBezTo>
                    <a:pt x="89" y="0"/>
                    <a:pt x="64" y="5"/>
                    <a:pt x="50" y="17"/>
                  </a:cubicBezTo>
                  <a:cubicBezTo>
                    <a:pt x="1" y="54"/>
                    <a:pt x="38" y="66"/>
                    <a:pt x="87" y="103"/>
                  </a:cubicBezTo>
                  <a:cubicBezTo>
                    <a:pt x="122" y="124"/>
                    <a:pt x="210" y="140"/>
                    <a:pt x="281" y="140"/>
                  </a:cubicBezTo>
                  <a:cubicBezTo>
                    <a:pt x="337" y="140"/>
                    <a:pt x="383" y="130"/>
                    <a:pt x="383" y="103"/>
                  </a:cubicBezTo>
                  <a:cubicBezTo>
                    <a:pt x="383" y="55"/>
                    <a:pt x="222" y="0"/>
                    <a:pt x="12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4" name="Google Shape;8170;p67">
              <a:extLst>
                <a:ext uri="{FF2B5EF4-FFF2-40B4-BE49-F238E27FC236}">
                  <a16:creationId xmlns:a16="http://schemas.microsoft.com/office/drawing/2014/main" id="{910F2D34-A8D0-14A0-7436-76AFA809EC02}"/>
                </a:ext>
              </a:extLst>
            </p:cNvPr>
            <p:cNvSpPr/>
            <p:nvPr/>
          </p:nvSpPr>
          <p:spPr>
            <a:xfrm>
              <a:off x="3274775" y="4244375"/>
              <a:ext cx="12325" cy="4850"/>
            </a:xfrm>
            <a:custGeom>
              <a:avLst/>
              <a:gdLst/>
              <a:ahLst/>
              <a:cxnLst/>
              <a:rect l="l" t="t" r="r" b="b"/>
              <a:pathLst>
                <a:path w="493" h="194" extrusionOk="0">
                  <a:moveTo>
                    <a:pt x="46" y="0"/>
                  </a:moveTo>
                  <a:cubicBezTo>
                    <a:pt x="42" y="0"/>
                    <a:pt x="39" y="1"/>
                    <a:pt x="37" y="2"/>
                  </a:cubicBezTo>
                  <a:cubicBezTo>
                    <a:pt x="0" y="14"/>
                    <a:pt x="160" y="88"/>
                    <a:pt x="234" y="113"/>
                  </a:cubicBezTo>
                  <a:cubicBezTo>
                    <a:pt x="266" y="122"/>
                    <a:pt x="254" y="124"/>
                    <a:pt x="225" y="124"/>
                  </a:cubicBezTo>
                  <a:cubicBezTo>
                    <a:pt x="194" y="124"/>
                    <a:pt x="142" y="122"/>
                    <a:pt x="105" y="122"/>
                  </a:cubicBezTo>
                  <a:cubicBezTo>
                    <a:pt x="84" y="122"/>
                    <a:pt x="67" y="123"/>
                    <a:pt x="62" y="125"/>
                  </a:cubicBezTo>
                  <a:cubicBezTo>
                    <a:pt x="49" y="138"/>
                    <a:pt x="173" y="162"/>
                    <a:pt x="247" y="187"/>
                  </a:cubicBezTo>
                  <a:cubicBezTo>
                    <a:pt x="261" y="192"/>
                    <a:pt x="273" y="194"/>
                    <a:pt x="282" y="194"/>
                  </a:cubicBezTo>
                  <a:cubicBezTo>
                    <a:pt x="323" y="194"/>
                    <a:pt x="326" y="158"/>
                    <a:pt x="296" y="138"/>
                  </a:cubicBezTo>
                  <a:cubicBezTo>
                    <a:pt x="259" y="125"/>
                    <a:pt x="382" y="138"/>
                    <a:pt x="431" y="113"/>
                  </a:cubicBezTo>
                  <a:cubicBezTo>
                    <a:pt x="493" y="88"/>
                    <a:pt x="370" y="64"/>
                    <a:pt x="284" y="51"/>
                  </a:cubicBezTo>
                  <a:cubicBezTo>
                    <a:pt x="205" y="51"/>
                    <a:pt x="86" y="0"/>
                    <a:pt x="4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5" name="Google Shape;8171;p67">
              <a:extLst>
                <a:ext uri="{FF2B5EF4-FFF2-40B4-BE49-F238E27FC236}">
                  <a16:creationId xmlns:a16="http://schemas.microsoft.com/office/drawing/2014/main" id="{45E0A54E-1D15-2471-037F-2863A54DF36F}"/>
                </a:ext>
              </a:extLst>
            </p:cNvPr>
            <p:cNvSpPr/>
            <p:nvPr/>
          </p:nvSpPr>
          <p:spPr>
            <a:xfrm>
              <a:off x="3392625" y="4265275"/>
              <a:ext cx="6525" cy="4025"/>
            </a:xfrm>
            <a:custGeom>
              <a:avLst/>
              <a:gdLst/>
              <a:ahLst/>
              <a:cxnLst/>
              <a:rect l="l" t="t" r="r" b="b"/>
              <a:pathLst>
                <a:path w="261" h="161" extrusionOk="0">
                  <a:moveTo>
                    <a:pt x="69" y="1"/>
                  </a:moveTo>
                  <a:cubicBezTo>
                    <a:pt x="63" y="1"/>
                    <a:pt x="59" y="2"/>
                    <a:pt x="54" y="4"/>
                  </a:cubicBezTo>
                  <a:cubicBezTo>
                    <a:pt x="0" y="15"/>
                    <a:pt x="128" y="160"/>
                    <a:pt x="201" y="160"/>
                  </a:cubicBezTo>
                  <a:cubicBezTo>
                    <a:pt x="211" y="160"/>
                    <a:pt x="220" y="158"/>
                    <a:pt x="227" y="152"/>
                  </a:cubicBezTo>
                  <a:cubicBezTo>
                    <a:pt x="261" y="118"/>
                    <a:pt x="129" y="1"/>
                    <a:pt x="6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6" name="Google Shape;8172;p67">
              <a:extLst>
                <a:ext uri="{FF2B5EF4-FFF2-40B4-BE49-F238E27FC236}">
                  <a16:creationId xmlns:a16="http://schemas.microsoft.com/office/drawing/2014/main" id="{67462302-349A-7449-1806-1140E75D7FA3}"/>
                </a:ext>
              </a:extLst>
            </p:cNvPr>
            <p:cNvSpPr/>
            <p:nvPr/>
          </p:nvSpPr>
          <p:spPr>
            <a:xfrm>
              <a:off x="3402600" y="4270600"/>
              <a:ext cx="6175" cy="1875"/>
            </a:xfrm>
            <a:custGeom>
              <a:avLst/>
              <a:gdLst/>
              <a:ahLst/>
              <a:cxnLst/>
              <a:rect l="l" t="t" r="r" b="b"/>
              <a:pathLst>
                <a:path w="247" h="75" extrusionOk="0">
                  <a:moveTo>
                    <a:pt x="74" y="0"/>
                  </a:moveTo>
                  <a:cubicBezTo>
                    <a:pt x="0" y="0"/>
                    <a:pt x="87" y="74"/>
                    <a:pt x="173" y="74"/>
                  </a:cubicBezTo>
                  <a:cubicBezTo>
                    <a:pt x="247" y="74"/>
                    <a:pt x="148" y="13"/>
                    <a:pt x="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7" name="Google Shape;8173;p67">
              <a:extLst>
                <a:ext uri="{FF2B5EF4-FFF2-40B4-BE49-F238E27FC236}">
                  <a16:creationId xmlns:a16="http://schemas.microsoft.com/office/drawing/2014/main" id="{7ABAA2B8-50EA-66A5-6E2E-B485311501BB}"/>
                </a:ext>
              </a:extLst>
            </p:cNvPr>
            <p:cNvSpPr/>
            <p:nvPr/>
          </p:nvSpPr>
          <p:spPr>
            <a:xfrm>
              <a:off x="3402325" y="4350675"/>
              <a:ext cx="4600" cy="9900"/>
            </a:xfrm>
            <a:custGeom>
              <a:avLst/>
              <a:gdLst/>
              <a:ahLst/>
              <a:cxnLst/>
              <a:rect l="l" t="t" r="r" b="b"/>
              <a:pathLst>
                <a:path w="184" h="396" extrusionOk="0">
                  <a:moveTo>
                    <a:pt x="73" y="1"/>
                  </a:moveTo>
                  <a:cubicBezTo>
                    <a:pt x="0" y="1"/>
                    <a:pt x="143" y="396"/>
                    <a:pt x="159" y="396"/>
                  </a:cubicBezTo>
                  <a:cubicBezTo>
                    <a:pt x="159" y="396"/>
                    <a:pt x="159" y="395"/>
                    <a:pt x="159" y="395"/>
                  </a:cubicBezTo>
                  <a:cubicBezTo>
                    <a:pt x="184" y="395"/>
                    <a:pt x="159" y="13"/>
                    <a:pt x="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8" name="Google Shape;8174;p67">
              <a:extLst>
                <a:ext uri="{FF2B5EF4-FFF2-40B4-BE49-F238E27FC236}">
                  <a16:creationId xmlns:a16="http://schemas.microsoft.com/office/drawing/2014/main" id="{1A46C34A-06BE-38F2-BDC8-E9917B3DF581}"/>
                </a:ext>
              </a:extLst>
            </p:cNvPr>
            <p:cNvSpPr/>
            <p:nvPr/>
          </p:nvSpPr>
          <p:spPr>
            <a:xfrm>
              <a:off x="3403825" y="4369475"/>
              <a:ext cx="7350" cy="4825"/>
            </a:xfrm>
            <a:custGeom>
              <a:avLst/>
              <a:gdLst/>
              <a:ahLst/>
              <a:cxnLst/>
              <a:rect l="l" t="t" r="r" b="b"/>
              <a:pathLst>
                <a:path w="294" h="193" extrusionOk="0">
                  <a:moveTo>
                    <a:pt x="62" y="1"/>
                  </a:moveTo>
                  <a:cubicBezTo>
                    <a:pt x="50" y="13"/>
                    <a:pt x="1" y="161"/>
                    <a:pt x="62" y="173"/>
                  </a:cubicBezTo>
                  <a:cubicBezTo>
                    <a:pt x="92" y="181"/>
                    <a:pt x="177" y="193"/>
                    <a:pt x="233" y="193"/>
                  </a:cubicBezTo>
                  <a:cubicBezTo>
                    <a:pt x="269" y="193"/>
                    <a:pt x="294" y="188"/>
                    <a:pt x="284" y="173"/>
                  </a:cubicBezTo>
                  <a:cubicBezTo>
                    <a:pt x="223" y="99"/>
                    <a:pt x="149" y="38"/>
                    <a:pt x="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9" name="Google Shape;8175;p67">
              <a:extLst>
                <a:ext uri="{FF2B5EF4-FFF2-40B4-BE49-F238E27FC236}">
                  <a16:creationId xmlns:a16="http://schemas.microsoft.com/office/drawing/2014/main" id="{C5F6912F-2DC3-EC28-BB69-7AD19E212A0D}"/>
                </a:ext>
              </a:extLst>
            </p:cNvPr>
            <p:cNvSpPr/>
            <p:nvPr/>
          </p:nvSpPr>
          <p:spPr>
            <a:xfrm>
              <a:off x="3370875" y="4401475"/>
              <a:ext cx="16050" cy="11450"/>
            </a:xfrm>
            <a:custGeom>
              <a:avLst/>
              <a:gdLst/>
              <a:ahLst/>
              <a:cxnLst/>
              <a:rect l="l" t="t" r="r" b="b"/>
              <a:pathLst>
                <a:path w="642" h="458" extrusionOk="0">
                  <a:moveTo>
                    <a:pt x="244" y="0"/>
                  </a:moveTo>
                  <a:cubicBezTo>
                    <a:pt x="231" y="0"/>
                    <a:pt x="220" y="1"/>
                    <a:pt x="210" y="2"/>
                  </a:cubicBezTo>
                  <a:cubicBezTo>
                    <a:pt x="99" y="14"/>
                    <a:pt x="25" y="64"/>
                    <a:pt x="13" y="138"/>
                  </a:cubicBezTo>
                  <a:cubicBezTo>
                    <a:pt x="0" y="310"/>
                    <a:pt x="506" y="458"/>
                    <a:pt x="543" y="458"/>
                  </a:cubicBezTo>
                  <a:cubicBezTo>
                    <a:pt x="592" y="458"/>
                    <a:pt x="530" y="359"/>
                    <a:pt x="469" y="322"/>
                  </a:cubicBezTo>
                  <a:cubicBezTo>
                    <a:pt x="419" y="285"/>
                    <a:pt x="543" y="298"/>
                    <a:pt x="592" y="285"/>
                  </a:cubicBezTo>
                  <a:cubicBezTo>
                    <a:pt x="641" y="285"/>
                    <a:pt x="481" y="236"/>
                    <a:pt x="407" y="175"/>
                  </a:cubicBezTo>
                  <a:cubicBezTo>
                    <a:pt x="373" y="147"/>
                    <a:pt x="384" y="139"/>
                    <a:pt x="411" y="139"/>
                  </a:cubicBezTo>
                  <a:cubicBezTo>
                    <a:pt x="433" y="139"/>
                    <a:pt x="466" y="144"/>
                    <a:pt x="493" y="150"/>
                  </a:cubicBezTo>
                  <a:cubicBezTo>
                    <a:pt x="543" y="150"/>
                    <a:pt x="604" y="113"/>
                    <a:pt x="616" y="76"/>
                  </a:cubicBezTo>
                  <a:cubicBezTo>
                    <a:pt x="616" y="53"/>
                    <a:pt x="371" y="0"/>
                    <a:pt x="24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0" name="Google Shape;8176;p67">
              <a:extLst>
                <a:ext uri="{FF2B5EF4-FFF2-40B4-BE49-F238E27FC236}">
                  <a16:creationId xmlns:a16="http://schemas.microsoft.com/office/drawing/2014/main" id="{D5330CC8-63BC-BE3F-C1DA-CE2D1E0F5F53}"/>
                </a:ext>
              </a:extLst>
            </p:cNvPr>
            <p:cNvSpPr/>
            <p:nvPr/>
          </p:nvSpPr>
          <p:spPr>
            <a:xfrm>
              <a:off x="3367475" y="4396275"/>
              <a:ext cx="10825" cy="2175"/>
            </a:xfrm>
            <a:custGeom>
              <a:avLst/>
              <a:gdLst/>
              <a:ahLst/>
              <a:cxnLst/>
              <a:rect l="l" t="t" r="r" b="b"/>
              <a:pathLst>
                <a:path w="433" h="87" extrusionOk="0">
                  <a:moveTo>
                    <a:pt x="247" y="1"/>
                  </a:moveTo>
                  <a:cubicBezTo>
                    <a:pt x="161" y="1"/>
                    <a:pt x="87" y="13"/>
                    <a:pt x="1" y="25"/>
                  </a:cubicBezTo>
                  <a:cubicBezTo>
                    <a:pt x="124" y="50"/>
                    <a:pt x="260" y="74"/>
                    <a:pt x="383" y="87"/>
                  </a:cubicBezTo>
                  <a:cubicBezTo>
                    <a:pt x="432" y="62"/>
                    <a:pt x="297" y="1"/>
                    <a:pt x="24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1" name="Google Shape;8177;p67">
              <a:extLst>
                <a:ext uri="{FF2B5EF4-FFF2-40B4-BE49-F238E27FC236}">
                  <a16:creationId xmlns:a16="http://schemas.microsoft.com/office/drawing/2014/main" id="{CCE50A09-84F3-BEB6-3B05-A56F4F93FF31}"/>
                </a:ext>
              </a:extLst>
            </p:cNvPr>
            <p:cNvSpPr/>
            <p:nvPr/>
          </p:nvSpPr>
          <p:spPr>
            <a:xfrm>
              <a:off x="3350550" y="4426950"/>
              <a:ext cx="15950" cy="6275"/>
            </a:xfrm>
            <a:custGeom>
              <a:avLst/>
              <a:gdLst/>
              <a:ahLst/>
              <a:cxnLst/>
              <a:rect l="l" t="t" r="r" b="b"/>
              <a:pathLst>
                <a:path w="638" h="251" extrusionOk="0">
                  <a:moveTo>
                    <a:pt x="556" y="1"/>
                  </a:moveTo>
                  <a:cubicBezTo>
                    <a:pt x="548" y="1"/>
                    <a:pt x="539" y="2"/>
                    <a:pt x="530" y="6"/>
                  </a:cubicBezTo>
                  <a:cubicBezTo>
                    <a:pt x="444" y="43"/>
                    <a:pt x="222" y="67"/>
                    <a:pt x="173" y="92"/>
                  </a:cubicBezTo>
                  <a:cubicBezTo>
                    <a:pt x="123" y="104"/>
                    <a:pt x="0" y="240"/>
                    <a:pt x="25" y="240"/>
                  </a:cubicBezTo>
                  <a:cubicBezTo>
                    <a:pt x="36" y="240"/>
                    <a:pt x="133" y="251"/>
                    <a:pt x="247" y="251"/>
                  </a:cubicBezTo>
                  <a:cubicBezTo>
                    <a:pt x="375" y="251"/>
                    <a:pt x="526" y="237"/>
                    <a:pt x="604" y="178"/>
                  </a:cubicBezTo>
                  <a:cubicBezTo>
                    <a:pt x="637" y="145"/>
                    <a:pt x="630" y="1"/>
                    <a:pt x="55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2" name="Google Shape;8178;p67">
              <a:extLst>
                <a:ext uri="{FF2B5EF4-FFF2-40B4-BE49-F238E27FC236}">
                  <a16:creationId xmlns:a16="http://schemas.microsoft.com/office/drawing/2014/main" id="{4969304C-3C99-972A-19EC-1EED7351BDDC}"/>
                </a:ext>
              </a:extLst>
            </p:cNvPr>
            <p:cNvSpPr/>
            <p:nvPr/>
          </p:nvSpPr>
          <p:spPr>
            <a:xfrm>
              <a:off x="3210700" y="4440625"/>
              <a:ext cx="3400" cy="5300"/>
            </a:xfrm>
            <a:custGeom>
              <a:avLst/>
              <a:gdLst/>
              <a:ahLst/>
              <a:cxnLst/>
              <a:rect l="l" t="t" r="r" b="b"/>
              <a:pathLst>
                <a:path w="136" h="212" extrusionOk="0">
                  <a:moveTo>
                    <a:pt x="62" y="1"/>
                  </a:moveTo>
                  <a:cubicBezTo>
                    <a:pt x="37" y="1"/>
                    <a:pt x="0" y="124"/>
                    <a:pt x="13" y="136"/>
                  </a:cubicBezTo>
                  <a:cubicBezTo>
                    <a:pt x="13" y="159"/>
                    <a:pt x="23" y="212"/>
                    <a:pt x="34" y="212"/>
                  </a:cubicBezTo>
                  <a:cubicBezTo>
                    <a:pt x="35" y="212"/>
                    <a:pt x="36" y="211"/>
                    <a:pt x="37" y="210"/>
                  </a:cubicBezTo>
                  <a:cubicBezTo>
                    <a:pt x="62" y="198"/>
                    <a:pt x="136" y="149"/>
                    <a:pt x="123" y="99"/>
                  </a:cubicBezTo>
                  <a:cubicBezTo>
                    <a:pt x="99" y="50"/>
                    <a:pt x="87" y="13"/>
                    <a:pt x="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3" name="Google Shape;8179;p67">
              <a:extLst>
                <a:ext uri="{FF2B5EF4-FFF2-40B4-BE49-F238E27FC236}">
                  <a16:creationId xmlns:a16="http://schemas.microsoft.com/office/drawing/2014/main" id="{7A0E8E18-90B9-9EE3-E91D-4BC9F9657EE9}"/>
                </a:ext>
              </a:extLst>
            </p:cNvPr>
            <p:cNvSpPr/>
            <p:nvPr/>
          </p:nvSpPr>
          <p:spPr>
            <a:xfrm>
              <a:off x="3199600" y="4422725"/>
              <a:ext cx="4650" cy="3200"/>
            </a:xfrm>
            <a:custGeom>
              <a:avLst/>
              <a:gdLst/>
              <a:ahLst/>
              <a:cxnLst/>
              <a:rect l="l" t="t" r="r" b="b"/>
              <a:pathLst>
                <a:path w="186" h="128" extrusionOk="0">
                  <a:moveTo>
                    <a:pt x="67" y="1"/>
                  </a:moveTo>
                  <a:cubicBezTo>
                    <a:pt x="66" y="1"/>
                    <a:pt x="64" y="1"/>
                    <a:pt x="62" y="2"/>
                  </a:cubicBezTo>
                  <a:cubicBezTo>
                    <a:pt x="25" y="15"/>
                    <a:pt x="1" y="15"/>
                    <a:pt x="25" y="51"/>
                  </a:cubicBezTo>
                  <a:cubicBezTo>
                    <a:pt x="47" y="84"/>
                    <a:pt x="50" y="127"/>
                    <a:pt x="85" y="127"/>
                  </a:cubicBezTo>
                  <a:cubicBezTo>
                    <a:pt x="89" y="127"/>
                    <a:pt x="94" y="127"/>
                    <a:pt x="99" y="125"/>
                  </a:cubicBezTo>
                  <a:cubicBezTo>
                    <a:pt x="136" y="101"/>
                    <a:pt x="186" y="88"/>
                    <a:pt x="161" y="76"/>
                  </a:cubicBezTo>
                  <a:cubicBezTo>
                    <a:pt x="126" y="76"/>
                    <a:pt x="92" y="1"/>
                    <a:pt x="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4" name="Google Shape;8180;p67">
              <a:extLst>
                <a:ext uri="{FF2B5EF4-FFF2-40B4-BE49-F238E27FC236}">
                  <a16:creationId xmlns:a16="http://schemas.microsoft.com/office/drawing/2014/main" id="{EF976310-DFDD-63C6-529E-14296452E45C}"/>
                </a:ext>
              </a:extLst>
            </p:cNvPr>
            <p:cNvSpPr/>
            <p:nvPr/>
          </p:nvSpPr>
          <p:spPr>
            <a:xfrm>
              <a:off x="3409350" y="4333100"/>
              <a:ext cx="3050" cy="1800"/>
            </a:xfrm>
            <a:custGeom>
              <a:avLst/>
              <a:gdLst/>
              <a:ahLst/>
              <a:cxnLst/>
              <a:rect l="l" t="t" r="r" b="b"/>
              <a:pathLst>
                <a:path w="122" h="72" extrusionOk="0">
                  <a:moveTo>
                    <a:pt x="86" y="0"/>
                  </a:moveTo>
                  <a:cubicBezTo>
                    <a:pt x="52" y="0"/>
                    <a:pt x="1" y="38"/>
                    <a:pt x="26" y="63"/>
                  </a:cubicBezTo>
                  <a:cubicBezTo>
                    <a:pt x="32" y="69"/>
                    <a:pt x="40" y="71"/>
                    <a:pt x="50" y="71"/>
                  </a:cubicBezTo>
                  <a:cubicBezTo>
                    <a:pt x="81" y="71"/>
                    <a:pt x="122" y="45"/>
                    <a:pt x="112" y="26"/>
                  </a:cubicBezTo>
                  <a:cubicBezTo>
                    <a:pt x="112" y="7"/>
                    <a:pt x="101" y="0"/>
                    <a:pt x="8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5" name="Google Shape;8181;p67">
              <a:extLst>
                <a:ext uri="{FF2B5EF4-FFF2-40B4-BE49-F238E27FC236}">
                  <a16:creationId xmlns:a16="http://schemas.microsoft.com/office/drawing/2014/main" id="{F08C06C9-044F-61BE-13FE-AB4D3F5D4B9A}"/>
                </a:ext>
              </a:extLst>
            </p:cNvPr>
            <p:cNvSpPr/>
            <p:nvPr/>
          </p:nvSpPr>
          <p:spPr>
            <a:xfrm>
              <a:off x="3399750" y="4317175"/>
              <a:ext cx="3675" cy="1925"/>
            </a:xfrm>
            <a:custGeom>
              <a:avLst/>
              <a:gdLst/>
              <a:ahLst/>
              <a:cxnLst/>
              <a:rect l="l" t="t" r="r" b="b"/>
              <a:pathLst>
                <a:path w="147" h="77" extrusionOk="0">
                  <a:moveTo>
                    <a:pt x="79" y="0"/>
                  </a:moveTo>
                  <a:cubicBezTo>
                    <a:pt x="33" y="0"/>
                    <a:pt x="1" y="52"/>
                    <a:pt x="41" y="72"/>
                  </a:cubicBezTo>
                  <a:cubicBezTo>
                    <a:pt x="48" y="75"/>
                    <a:pt x="55" y="77"/>
                    <a:pt x="62" y="77"/>
                  </a:cubicBezTo>
                  <a:cubicBezTo>
                    <a:pt x="105" y="77"/>
                    <a:pt x="146" y="21"/>
                    <a:pt x="114" y="10"/>
                  </a:cubicBezTo>
                  <a:cubicBezTo>
                    <a:pt x="103" y="3"/>
                    <a:pt x="91" y="0"/>
                    <a:pt x="7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6" name="Google Shape;8182;p67">
              <a:extLst>
                <a:ext uri="{FF2B5EF4-FFF2-40B4-BE49-F238E27FC236}">
                  <a16:creationId xmlns:a16="http://schemas.microsoft.com/office/drawing/2014/main" id="{17C6A285-CEE4-0D46-6888-BE92E2A22027}"/>
                </a:ext>
              </a:extLst>
            </p:cNvPr>
            <p:cNvSpPr/>
            <p:nvPr/>
          </p:nvSpPr>
          <p:spPr>
            <a:xfrm>
              <a:off x="3409250" y="4312325"/>
              <a:ext cx="3100" cy="2025"/>
            </a:xfrm>
            <a:custGeom>
              <a:avLst/>
              <a:gdLst/>
              <a:ahLst/>
              <a:cxnLst/>
              <a:rect l="l" t="t" r="r" b="b"/>
              <a:pathLst>
                <a:path w="124" h="81" extrusionOk="0">
                  <a:moveTo>
                    <a:pt x="90" y="0"/>
                  </a:moveTo>
                  <a:cubicBezTo>
                    <a:pt x="60" y="0"/>
                    <a:pt x="0" y="39"/>
                    <a:pt x="30" y="69"/>
                  </a:cubicBezTo>
                  <a:cubicBezTo>
                    <a:pt x="38" y="77"/>
                    <a:pt x="47" y="80"/>
                    <a:pt x="57" y="80"/>
                  </a:cubicBezTo>
                  <a:cubicBezTo>
                    <a:pt x="90" y="80"/>
                    <a:pt x="123" y="36"/>
                    <a:pt x="104" y="7"/>
                  </a:cubicBezTo>
                  <a:cubicBezTo>
                    <a:pt x="102" y="3"/>
                    <a:pt x="97" y="0"/>
                    <a:pt x="9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7" name="Google Shape;8183;p67">
              <a:extLst>
                <a:ext uri="{FF2B5EF4-FFF2-40B4-BE49-F238E27FC236}">
                  <a16:creationId xmlns:a16="http://schemas.microsoft.com/office/drawing/2014/main" id="{C733896A-FCCB-8AC8-8980-4788FFE8866A}"/>
                </a:ext>
              </a:extLst>
            </p:cNvPr>
            <p:cNvSpPr/>
            <p:nvPr/>
          </p:nvSpPr>
          <p:spPr>
            <a:xfrm>
              <a:off x="3083875" y="4339550"/>
              <a:ext cx="5525" cy="725"/>
            </a:xfrm>
            <a:custGeom>
              <a:avLst/>
              <a:gdLst/>
              <a:ahLst/>
              <a:cxnLst/>
              <a:rect l="l" t="t" r="r" b="b"/>
              <a:pathLst>
                <a:path w="221" h="29" extrusionOk="0">
                  <a:moveTo>
                    <a:pt x="53" y="1"/>
                  </a:moveTo>
                  <a:cubicBezTo>
                    <a:pt x="19" y="1"/>
                    <a:pt x="1" y="4"/>
                    <a:pt x="22" y="15"/>
                  </a:cubicBezTo>
                  <a:cubicBezTo>
                    <a:pt x="42" y="25"/>
                    <a:pt x="83" y="29"/>
                    <a:pt x="121" y="29"/>
                  </a:cubicBezTo>
                  <a:cubicBezTo>
                    <a:pt x="173" y="29"/>
                    <a:pt x="221" y="22"/>
                    <a:pt x="206" y="15"/>
                  </a:cubicBezTo>
                  <a:cubicBezTo>
                    <a:pt x="171" y="8"/>
                    <a:pt x="98" y="1"/>
                    <a:pt x="5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8" name="Google Shape;8184;p67">
              <a:extLst>
                <a:ext uri="{FF2B5EF4-FFF2-40B4-BE49-F238E27FC236}">
                  <a16:creationId xmlns:a16="http://schemas.microsoft.com/office/drawing/2014/main" id="{8920AA56-E7F2-682F-8BE4-9B3F839F3312}"/>
                </a:ext>
              </a:extLst>
            </p:cNvPr>
            <p:cNvSpPr/>
            <p:nvPr/>
          </p:nvSpPr>
          <p:spPr>
            <a:xfrm>
              <a:off x="3091575" y="4339250"/>
              <a:ext cx="5175" cy="600"/>
            </a:xfrm>
            <a:custGeom>
              <a:avLst/>
              <a:gdLst/>
              <a:ahLst/>
              <a:cxnLst/>
              <a:rect l="l" t="t" r="r" b="b"/>
              <a:pathLst>
                <a:path w="207" h="24" extrusionOk="0">
                  <a:moveTo>
                    <a:pt x="53" y="0"/>
                  </a:moveTo>
                  <a:cubicBezTo>
                    <a:pt x="20" y="0"/>
                    <a:pt x="1" y="4"/>
                    <a:pt x="22" y="14"/>
                  </a:cubicBezTo>
                  <a:cubicBezTo>
                    <a:pt x="52" y="21"/>
                    <a:pt x="83" y="24"/>
                    <a:pt x="114" y="24"/>
                  </a:cubicBezTo>
                  <a:cubicBezTo>
                    <a:pt x="145" y="24"/>
                    <a:pt x="176" y="21"/>
                    <a:pt x="206" y="14"/>
                  </a:cubicBezTo>
                  <a:cubicBezTo>
                    <a:pt x="171" y="7"/>
                    <a:pt x="98" y="0"/>
                    <a:pt x="5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</p:grpSp>
      <p:sp>
        <p:nvSpPr>
          <p:cNvPr id="1109" name="Google Shape;8185;p67">
            <a:extLst>
              <a:ext uri="{FF2B5EF4-FFF2-40B4-BE49-F238E27FC236}">
                <a16:creationId xmlns:a16="http://schemas.microsoft.com/office/drawing/2014/main" id="{91B85DF5-338D-4F68-98AD-0E5D758DEE5C}"/>
              </a:ext>
            </a:extLst>
          </p:cNvPr>
          <p:cNvSpPr/>
          <p:nvPr/>
        </p:nvSpPr>
        <p:spPr>
          <a:xfrm>
            <a:off x="1328484" y="2232733"/>
            <a:ext cx="3909385" cy="2464274"/>
          </a:xfrm>
          <a:custGeom>
            <a:avLst/>
            <a:gdLst/>
            <a:ahLst/>
            <a:cxnLst/>
            <a:rect l="l" t="t" r="r" b="b"/>
            <a:pathLst>
              <a:path w="69863" h="44038" extrusionOk="0">
                <a:moveTo>
                  <a:pt x="11582" y="37"/>
                </a:moveTo>
                <a:lnTo>
                  <a:pt x="19936" y="1873"/>
                </a:lnTo>
                <a:lnTo>
                  <a:pt x="12408" y="12876"/>
                </a:lnTo>
                <a:lnTo>
                  <a:pt x="11582" y="37"/>
                </a:lnTo>
                <a:close/>
                <a:moveTo>
                  <a:pt x="41893" y="12568"/>
                </a:moveTo>
                <a:lnTo>
                  <a:pt x="28167" y="17497"/>
                </a:lnTo>
                <a:lnTo>
                  <a:pt x="30520" y="12728"/>
                </a:lnTo>
                <a:lnTo>
                  <a:pt x="41893" y="12568"/>
                </a:lnTo>
                <a:close/>
                <a:moveTo>
                  <a:pt x="4177" y="12568"/>
                </a:moveTo>
                <a:lnTo>
                  <a:pt x="12334" y="12950"/>
                </a:lnTo>
                <a:lnTo>
                  <a:pt x="3881" y="18766"/>
                </a:lnTo>
                <a:lnTo>
                  <a:pt x="4177" y="12568"/>
                </a:lnTo>
                <a:close/>
                <a:moveTo>
                  <a:pt x="51294" y="10104"/>
                </a:moveTo>
                <a:lnTo>
                  <a:pt x="58342" y="14293"/>
                </a:lnTo>
                <a:lnTo>
                  <a:pt x="53635" y="19197"/>
                </a:lnTo>
                <a:lnTo>
                  <a:pt x="36693" y="26763"/>
                </a:lnTo>
                <a:lnTo>
                  <a:pt x="51208" y="10203"/>
                </a:lnTo>
                <a:lnTo>
                  <a:pt x="46538" y="19542"/>
                </a:lnTo>
                <a:lnTo>
                  <a:pt x="46575" y="19567"/>
                </a:lnTo>
                <a:lnTo>
                  <a:pt x="51294" y="10104"/>
                </a:lnTo>
                <a:close/>
                <a:moveTo>
                  <a:pt x="41967" y="12642"/>
                </a:moveTo>
                <a:lnTo>
                  <a:pt x="36607" y="26775"/>
                </a:lnTo>
                <a:lnTo>
                  <a:pt x="36607" y="26799"/>
                </a:lnTo>
                <a:lnTo>
                  <a:pt x="30188" y="25493"/>
                </a:lnTo>
                <a:lnTo>
                  <a:pt x="41967" y="12642"/>
                </a:lnTo>
                <a:close/>
                <a:moveTo>
                  <a:pt x="12371" y="12975"/>
                </a:moveTo>
                <a:lnTo>
                  <a:pt x="12371" y="12987"/>
                </a:lnTo>
                <a:lnTo>
                  <a:pt x="16757" y="29744"/>
                </a:lnTo>
                <a:lnTo>
                  <a:pt x="3894" y="18815"/>
                </a:lnTo>
                <a:lnTo>
                  <a:pt x="12371" y="12975"/>
                </a:lnTo>
                <a:close/>
                <a:moveTo>
                  <a:pt x="3931" y="18901"/>
                </a:moveTo>
                <a:lnTo>
                  <a:pt x="16757" y="29794"/>
                </a:lnTo>
                <a:lnTo>
                  <a:pt x="13603" y="31938"/>
                </a:lnTo>
                <a:lnTo>
                  <a:pt x="13615" y="31974"/>
                </a:lnTo>
                <a:lnTo>
                  <a:pt x="16757" y="29843"/>
                </a:lnTo>
                <a:lnTo>
                  <a:pt x="14675" y="38098"/>
                </a:lnTo>
                <a:lnTo>
                  <a:pt x="3931" y="18901"/>
                </a:lnTo>
                <a:close/>
                <a:moveTo>
                  <a:pt x="11533" y="0"/>
                </a:moveTo>
                <a:lnTo>
                  <a:pt x="12358" y="12889"/>
                </a:lnTo>
                <a:lnTo>
                  <a:pt x="12358" y="12889"/>
                </a:lnTo>
                <a:lnTo>
                  <a:pt x="5138" y="6543"/>
                </a:lnTo>
                <a:lnTo>
                  <a:pt x="5114" y="6580"/>
                </a:lnTo>
                <a:lnTo>
                  <a:pt x="12334" y="12913"/>
                </a:lnTo>
                <a:lnTo>
                  <a:pt x="4165" y="12531"/>
                </a:lnTo>
                <a:lnTo>
                  <a:pt x="1084" y="4535"/>
                </a:lnTo>
                <a:lnTo>
                  <a:pt x="1047" y="4547"/>
                </a:lnTo>
                <a:lnTo>
                  <a:pt x="4140" y="12556"/>
                </a:lnTo>
                <a:lnTo>
                  <a:pt x="3844" y="18729"/>
                </a:lnTo>
                <a:lnTo>
                  <a:pt x="37" y="10400"/>
                </a:lnTo>
                <a:lnTo>
                  <a:pt x="0" y="10412"/>
                </a:lnTo>
                <a:lnTo>
                  <a:pt x="3832" y="18803"/>
                </a:lnTo>
                <a:lnTo>
                  <a:pt x="3832" y="18815"/>
                </a:lnTo>
                <a:lnTo>
                  <a:pt x="14675" y="38148"/>
                </a:lnTo>
                <a:lnTo>
                  <a:pt x="12543" y="44025"/>
                </a:lnTo>
                <a:lnTo>
                  <a:pt x="12580" y="44037"/>
                </a:lnTo>
                <a:lnTo>
                  <a:pt x="14687" y="38184"/>
                </a:lnTo>
                <a:lnTo>
                  <a:pt x="16794" y="29855"/>
                </a:lnTo>
                <a:lnTo>
                  <a:pt x="18889" y="36041"/>
                </a:lnTo>
                <a:lnTo>
                  <a:pt x="18926" y="36028"/>
                </a:lnTo>
                <a:lnTo>
                  <a:pt x="16807" y="29794"/>
                </a:lnTo>
                <a:lnTo>
                  <a:pt x="16819" y="29744"/>
                </a:lnTo>
                <a:lnTo>
                  <a:pt x="16794" y="29757"/>
                </a:lnTo>
                <a:lnTo>
                  <a:pt x="12408" y="12950"/>
                </a:lnTo>
                <a:lnTo>
                  <a:pt x="30471" y="12728"/>
                </a:lnTo>
                <a:lnTo>
                  <a:pt x="28093" y="17571"/>
                </a:lnTo>
                <a:lnTo>
                  <a:pt x="28093" y="17571"/>
                </a:lnTo>
                <a:lnTo>
                  <a:pt x="41954" y="12593"/>
                </a:lnTo>
                <a:lnTo>
                  <a:pt x="30114" y="25518"/>
                </a:lnTo>
                <a:lnTo>
                  <a:pt x="36582" y="26836"/>
                </a:lnTo>
                <a:lnTo>
                  <a:pt x="34130" y="28685"/>
                </a:lnTo>
                <a:lnTo>
                  <a:pt x="34143" y="28709"/>
                </a:lnTo>
                <a:lnTo>
                  <a:pt x="36595" y="26861"/>
                </a:lnTo>
                <a:lnTo>
                  <a:pt x="35523" y="35498"/>
                </a:lnTo>
                <a:lnTo>
                  <a:pt x="35560" y="35498"/>
                </a:lnTo>
                <a:lnTo>
                  <a:pt x="36632" y="26873"/>
                </a:lnTo>
                <a:lnTo>
                  <a:pt x="40981" y="35190"/>
                </a:lnTo>
                <a:lnTo>
                  <a:pt x="41018" y="35178"/>
                </a:lnTo>
                <a:lnTo>
                  <a:pt x="36656" y="26824"/>
                </a:lnTo>
                <a:lnTo>
                  <a:pt x="53635" y="19234"/>
                </a:lnTo>
                <a:lnTo>
                  <a:pt x="59710" y="35942"/>
                </a:lnTo>
                <a:lnTo>
                  <a:pt x="59710" y="35954"/>
                </a:lnTo>
                <a:lnTo>
                  <a:pt x="69838" y="42509"/>
                </a:lnTo>
                <a:lnTo>
                  <a:pt x="69862" y="42485"/>
                </a:lnTo>
                <a:lnTo>
                  <a:pt x="59759" y="35942"/>
                </a:lnTo>
                <a:lnTo>
                  <a:pt x="62999" y="30533"/>
                </a:lnTo>
                <a:lnTo>
                  <a:pt x="62975" y="30508"/>
                </a:lnTo>
                <a:lnTo>
                  <a:pt x="59734" y="35905"/>
                </a:lnTo>
                <a:lnTo>
                  <a:pt x="53672" y="19222"/>
                </a:lnTo>
                <a:lnTo>
                  <a:pt x="58379" y="14306"/>
                </a:lnTo>
                <a:lnTo>
                  <a:pt x="58366" y="14293"/>
                </a:lnTo>
                <a:lnTo>
                  <a:pt x="58379" y="14269"/>
                </a:lnTo>
                <a:lnTo>
                  <a:pt x="51343" y="10104"/>
                </a:lnTo>
                <a:lnTo>
                  <a:pt x="62235" y="9648"/>
                </a:lnTo>
                <a:lnTo>
                  <a:pt x="68926" y="7356"/>
                </a:lnTo>
                <a:lnTo>
                  <a:pt x="68914" y="7319"/>
                </a:lnTo>
                <a:lnTo>
                  <a:pt x="62235" y="9599"/>
                </a:lnTo>
                <a:lnTo>
                  <a:pt x="51368" y="10067"/>
                </a:lnTo>
                <a:lnTo>
                  <a:pt x="51368" y="10067"/>
                </a:lnTo>
                <a:lnTo>
                  <a:pt x="58206" y="6642"/>
                </a:lnTo>
                <a:lnTo>
                  <a:pt x="58194" y="6629"/>
                </a:lnTo>
                <a:lnTo>
                  <a:pt x="58206" y="6605"/>
                </a:lnTo>
                <a:lnTo>
                  <a:pt x="52403" y="617"/>
                </a:lnTo>
                <a:lnTo>
                  <a:pt x="52378" y="641"/>
                </a:lnTo>
                <a:lnTo>
                  <a:pt x="58157" y="6605"/>
                </a:lnTo>
                <a:lnTo>
                  <a:pt x="51294" y="10055"/>
                </a:lnTo>
                <a:lnTo>
                  <a:pt x="50579" y="4227"/>
                </a:lnTo>
                <a:lnTo>
                  <a:pt x="50542" y="4227"/>
                </a:lnTo>
                <a:lnTo>
                  <a:pt x="51257" y="10067"/>
                </a:lnTo>
                <a:lnTo>
                  <a:pt x="51245" y="10079"/>
                </a:lnTo>
                <a:lnTo>
                  <a:pt x="51257" y="10079"/>
                </a:lnTo>
                <a:lnTo>
                  <a:pt x="36669" y="26713"/>
                </a:lnTo>
                <a:lnTo>
                  <a:pt x="42028" y="12544"/>
                </a:lnTo>
                <a:lnTo>
                  <a:pt x="46674" y="8921"/>
                </a:lnTo>
                <a:lnTo>
                  <a:pt x="46649" y="8884"/>
                </a:lnTo>
                <a:lnTo>
                  <a:pt x="42016" y="12507"/>
                </a:lnTo>
                <a:lnTo>
                  <a:pt x="33921" y="1245"/>
                </a:lnTo>
                <a:lnTo>
                  <a:pt x="33896" y="1270"/>
                </a:lnTo>
                <a:lnTo>
                  <a:pt x="41967" y="12531"/>
                </a:lnTo>
                <a:lnTo>
                  <a:pt x="30533" y="12679"/>
                </a:lnTo>
                <a:lnTo>
                  <a:pt x="30533" y="12679"/>
                </a:lnTo>
                <a:lnTo>
                  <a:pt x="32824" y="8034"/>
                </a:lnTo>
                <a:lnTo>
                  <a:pt x="32787" y="8022"/>
                </a:lnTo>
                <a:lnTo>
                  <a:pt x="30496" y="12679"/>
                </a:lnTo>
                <a:lnTo>
                  <a:pt x="12420" y="12926"/>
                </a:lnTo>
                <a:lnTo>
                  <a:pt x="12420" y="12926"/>
                </a:lnTo>
                <a:lnTo>
                  <a:pt x="19985" y="1886"/>
                </a:lnTo>
                <a:lnTo>
                  <a:pt x="19998" y="1861"/>
                </a:lnTo>
                <a:lnTo>
                  <a:pt x="11533" y="0"/>
                </a:lnTo>
                <a:close/>
              </a:path>
            </a:pathLst>
          </a:custGeom>
          <a:solidFill>
            <a:srgbClr val="F8FAF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>
              <a:solidFill>
                <a:srgbClr val="000000"/>
              </a:solidFill>
              <a:latin typeface="Calibri" panose="020F0502020204030204"/>
            </a:endParaRPr>
          </a:p>
        </p:txBody>
      </p:sp>
      <p:grpSp>
        <p:nvGrpSpPr>
          <p:cNvPr id="1110" name="Google Shape;8186;p67">
            <a:extLst>
              <a:ext uri="{FF2B5EF4-FFF2-40B4-BE49-F238E27FC236}">
                <a16:creationId xmlns:a16="http://schemas.microsoft.com/office/drawing/2014/main" id="{1C6A9F93-C598-7669-739B-045A1343E3A9}"/>
              </a:ext>
            </a:extLst>
          </p:cNvPr>
          <p:cNvGrpSpPr/>
          <p:nvPr/>
        </p:nvGrpSpPr>
        <p:grpSpPr>
          <a:xfrm>
            <a:off x="1287069" y="2145136"/>
            <a:ext cx="3991472" cy="2596842"/>
            <a:chOff x="2732000" y="1526850"/>
            <a:chExt cx="1783250" cy="1160175"/>
          </a:xfrm>
          <a:solidFill>
            <a:srgbClr val="FFFFFF"/>
          </a:solidFill>
        </p:grpSpPr>
        <p:sp>
          <p:nvSpPr>
            <p:cNvPr id="1111" name="Google Shape;8187;p67">
              <a:extLst>
                <a:ext uri="{FF2B5EF4-FFF2-40B4-BE49-F238E27FC236}">
                  <a16:creationId xmlns:a16="http://schemas.microsoft.com/office/drawing/2014/main" id="{149100A0-C812-52EF-0626-4204247B43E6}"/>
                </a:ext>
              </a:extLst>
            </p:cNvPr>
            <p:cNvSpPr/>
            <p:nvPr/>
          </p:nvSpPr>
          <p:spPr>
            <a:xfrm>
              <a:off x="3766400" y="1850425"/>
              <a:ext cx="68700" cy="62425"/>
            </a:xfrm>
            <a:custGeom>
              <a:avLst/>
              <a:gdLst/>
              <a:ahLst/>
              <a:cxnLst/>
              <a:rect l="l" t="t" r="r" b="b"/>
              <a:pathLst>
                <a:path w="2748" h="2497" extrusionOk="0">
                  <a:moveTo>
                    <a:pt x="1371" y="1"/>
                  </a:moveTo>
                  <a:cubicBezTo>
                    <a:pt x="1277" y="1"/>
                    <a:pt x="1180" y="12"/>
                    <a:pt x="1084" y="35"/>
                  </a:cubicBezTo>
                  <a:cubicBezTo>
                    <a:pt x="407" y="195"/>
                    <a:pt x="0" y="861"/>
                    <a:pt x="160" y="1538"/>
                  </a:cubicBezTo>
                  <a:cubicBezTo>
                    <a:pt x="287" y="2108"/>
                    <a:pt x="801" y="2497"/>
                    <a:pt x="1364" y="2497"/>
                  </a:cubicBezTo>
                  <a:cubicBezTo>
                    <a:pt x="1459" y="2497"/>
                    <a:pt x="1555" y="2486"/>
                    <a:pt x="1651" y="2462"/>
                  </a:cubicBezTo>
                  <a:cubicBezTo>
                    <a:pt x="2329" y="2302"/>
                    <a:pt x="2748" y="1637"/>
                    <a:pt x="2588" y="959"/>
                  </a:cubicBezTo>
                  <a:cubicBezTo>
                    <a:pt x="2450" y="390"/>
                    <a:pt x="1934" y="1"/>
                    <a:pt x="13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2" name="Google Shape;8188;p67">
              <a:extLst>
                <a:ext uri="{FF2B5EF4-FFF2-40B4-BE49-F238E27FC236}">
                  <a16:creationId xmlns:a16="http://schemas.microsoft.com/office/drawing/2014/main" id="{9096451F-A730-264F-8B55-D72EBA5E3796}"/>
                </a:ext>
              </a:extLst>
            </p:cNvPr>
            <p:cNvSpPr/>
            <p:nvPr/>
          </p:nvSpPr>
          <p:spPr>
            <a:xfrm>
              <a:off x="3469450" y="2168575"/>
              <a:ext cx="68700" cy="62550"/>
            </a:xfrm>
            <a:custGeom>
              <a:avLst/>
              <a:gdLst/>
              <a:ahLst/>
              <a:cxnLst/>
              <a:rect l="l" t="t" r="r" b="b"/>
              <a:pathLst>
                <a:path w="2748" h="2502" extrusionOk="0">
                  <a:moveTo>
                    <a:pt x="1374" y="0"/>
                  </a:moveTo>
                  <a:cubicBezTo>
                    <a:pt x="1054" y="0"/>
                    <a:pt x="733" y="123"/>
                    <a:pt x="493" y="370"/>
                  </a:cubicBezTo>
                  <a:cubicBezTo>
                    <a:pt x="0" y="850"/>
                    <a:pt x="0" y="1639"/>
                    <a:pt x="493" y="2132"/>
                  </a:cubicBezTo>
                  <a:cubicBezTo>
                    <a:pt x="733" y="2378"/>
                    <a:pt x="1054" y="2501"/>
                    <a:pt x="1374" y="2501"/>
                  </a:cubicBezTo>
                  <a:cubicBezTo>
                    <a:pt x="1694" y="2501"/>
                    <a:pt x="2015" y="2378"/>
                    <a:pt x="2255" y="2132"/>
                  </a:cubicBezTo>
                  <a:cubicBezTo>
                    <a:pt x="2748" y="1639"/>
                    <a:pt x="2748" y="850"/>
                    <a:pt x="2255" y="370"/>
                  </a:cubicBezTo>
                  <a:cubicBezTo>
                    <a:pt x="2015" y="123"/>
                    <a:pt x="1694" y="0"/>
                    <a:pt x="13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3" name="Google Shape;8189;p67">
              <a:extLst>
                <a:ext uri="{FF2B5EF4-FFF2-40B4-BE49-F238E27FC236}">
                  <a16:creationId xmlns:a16="http://schemas.microsoft.com/office/drawing/2014/main" id="{D83BDB44-ADDE-93F5-1F20-406FF62CC88C}"/>
                </a:ext>
              </a:extLst>
            </p:cNvPr>
            <p:cNvSpPr/>
            <p:nvPr/>
          </p:nvSpPr>
          <p:spPr>
            <a:xfrm>
              <a:off x="4059625" y="2013625"/>
              <a:ext cx="73050" cy="62500"/>
            </a:xfrm>
            <a:custGeom>
              <a:avLst/>
              <a:gdLst/>
              <a:ahLst/>
              <a:cxnLst/>
              <a:rect l="l" t="t" r="r" b="b"/>
              <a:pathLst>
                <a:path w="2922" h="2500" extrusionOk="0">
                  <a:moveTo>
                    <a:pt x="1258" y="1"/>
                  </a:moveTo>
                  <a:cubicBezTo>
                    <a:pt x="568" y="1"/>
                    <a:pt x="1" y="555"/>
                    <a:pt x="1" y="1245"/>
                  </a:cubicBezTo>
                  <a:cubicBezTo>
                    <a:pt x="1" y="1997"/>
                    <a:pt x="624" y="2499"/>
                    <a:pt x="1267" y="2499"/>
                  </a:cubicBezTo>
                  <a:cubicBezTo>
                    <a:pt x="1573" y="2499"/>
                    <a:pt x="1883" y="2386"/>
                    <a:pt x="2133" y="2132"/>
                  </a:cubicBezTo>
                  <a:cubicBezTo>
                    <a:pt x="2921" y="1344"/>
                    <a:pt x="2367" y="1"/>
                    <a:pt x="125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4" name="Google Shape;8190;p67">
              <a:extLst>
                <a:ext uri="{FF2B5EF4-FFF2-40B4-BE49-F238E27FC236}">
                  <a16:creationId xmlns:a16="http://schemas.microsoft.com/office/drawing/2014/main" id="{4BF9D3D6-BFA0-1743-4FB7-4F57FE86B109}"/>
                </a:ext>
              </a:extLst>
            </p:cNvPr>
            <p:cNvSpPr/>
            <p:nvPr/>
          </p:nvSpPr>
          <p:spPr>
            <a:xfrm>
              <a:off x="4163450" y="1701900"/>
              <a:ext cx="73025" cy="62575"/>
            </a:xfrm>
            <a:custGeom>
              <a:avLst/>
              <a:gdLst/>
              <a:ahLst/>
              <a:cxnLst/>
              <a:rect l="l" t="t" r="r" b="b"/>
              <a:pathLst>
                <a:path w="2921" h="2503" extrusionOk="0">
                  <a:moveTo>
                    <a:pt x="1676" y="0"/>
                  </a:moveTo>
                  <a:cubicBezTo>
                    <a:pt x="567" y="0"/>
                    <a:pt x="0" y="1343"/>
                    <a:pt x="789" y="2132"/>
                  </a:cubicBezTo>
                  <a:cubicBezTo>
                    <a:pt x="1045" y="2388"/>
                    <a:pt x="1359" y="2502"/>
                    <a:pt x="1667" y="2502"/>
                  </a:cubicBezTo>
                  <a:cubicBezTo>
                    <a:pt x="2308" y="2502"/>
                    <a:pt x="2920" y="2006"/>
                    <a:pt x="2920" y="1257"/>
                  </a:cubicBezTo>
                  <a:cubicBezTo>
                    <a:pt x="2920" y="567"/>
                    <a:pt x="2366" y="0"/>
                    <a:pt x="16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5" name="Google Shape;8191;p67">
              <a:extLst>
                <a:ext uri="{FF2B5EF4-FFF2-40B4-BE49-F238E27FC236}">
                  <a16:creationId xmlns:a16="http://schemas.microsoft.com/office/drawing/2014/main" id="{F6D0AA56-DC09-2A9E-7F0F-B4F3C04A0638}"/>
                </a:ext>
              </a:extLst>
            </p:cNvPr>
            <p:cNvSpPr/>
            <p:nvPr/>
          </p:nvSpPr>
          <p:spPr>
            <a:xfrm>
              <a:off x="3076400" y="2487150"/>
              <a:ext cx="68700" cy="62400"/>
            </a:xfrm>
            <a:custGeom>
              <a:avLst/>
              <a:gdLst/>
              <a:ahLst/>
              <a:cxnLst/>
              <a:rect l="l" t="t" r="r" b="b"/>
              <a:pathLst>
                <a:path w="2748" h="2496" extrusionOk="0">
                  <a:moveTo>
                    <a:pt x="1384" y="0"/>
                  </a:moveTo>
                  <a:cubicBezTo>
                    <a:pt x="1289" y="0"/>
                    <a:pt x="1193" y="11"/>
                    <a:pt x="1097" y="34"/>
                  </a:cubicBezTo>
                  <a:cubicBezTo>
                    <a:pt x="419" y="195"/>
                    <a:pt x="0" y="860"/>
                    <a:pt x="160" y="1538"/>
                  </a:cubicBezTo>
                  <a:cubicBezTo>
                    <a:pt x="297" y="2107"/>
                    <a:pt x="813" y="2496"/>
                    <a:pt x="1376" y="2496"/>
                  </a:cubicBezTo>
                  <a:cubicBezTo>
                    <a:pt x="1471" y="2496"/>
                    <a:pt x="1568" y="2485"/>
                    <a:pt x="1664" y="2462"/>
                  </a:cubicBezTo>
                  <a:cubicBezTo>
                    <a:pt x="2341" y="2302"/>
                    <a:pt x="2748" y="1636"/>
                    <a:pt x="2600" y="959"/>
                  </a:cubicBezTo>
                  <a:cubicBezTo>
                    <a:pt x="2463" y="389"/>
                    <a:pt x="1947" y="0"/>
                    <a:pt x="13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6" name="Google Shape;8192;p67">
              <a:extLst>
                <a:ext uri="{FF2B5EF4-FFF2-40B4-BE49-F238E27FC236}">
                  <a16:creationId xmlns:a16="http://schemas.microsoft.com/office/drawing/2014/main" id="{BC3FF951-DAA7-2CE7-6854-C20EB7BCAC0D}"/>
                </a:ext>
              </a:extLst>
            </p:cNvPr>
            <p:cNvSpPr/>
            <p:nvPr/>
          </p:nvSpPr>
          <p:spPr>
            <a:xfrm>
              <a:off x="3138925" y="2281300"/>
              <a:ext cx="73025" cy="62575"/>
            </a:xfrm>
            <a:custGeom>
              <a:avLst/>
              <a:gdLst/>
              <a:ahLst/>
              <a:cxnLst/>
              <a:rect l="l" t="t" r="r" b="b"/>
              <a:pathLst>
                <a:path w="2921" h="2503" extrusionOk="0">
                  <a:moveTo>
                    <a:pt x="1261" y="1"/>
                  </a:moveTo>
                  <a:cubicBezTo>
                    <a:pt x="620" y="1"/>
                    <a:pt x="0" y="500"/>
                    <a:pt x="0" y="1258"/>
                  </a:cubicBezTo>
                  <a:cubicBezTo>
                    <a:pt x="0" y="1948"/>
                    <a:pt x="567" y="2502"/>
                    <a:pt x="1257" y="2502"/>
                  </a:cubicBezTo>
                  <a:cubicBezTo>
                    <a:pt x="2366" y="2502"/>
                    <a:pt x="2921" y="1159"/>
                    <a:pt x="2132" y="370"/>
                  </a:cubicBezTo>
                  <a:cubicBezTo>
                    <a:pt x="1881" y="115"/>
                    <a:pt x="1568" y="1"/>
                    <a:pt x="126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7" name="Google Shape;8193;p67">
              <a:extLst>
                <a:ext uri="{FF2B5EF4-FFF2-40B4-BE49-F238E27FC236}">
                  <a16:creationId xmlns:a16="http://schemas.microsoft.com/office/drawing/2014/main" id="{F983BDD7-1EC0-498E-A4C6-91C24F039129}"/>
                </a:ext>
              </a:extLst>
            </p:cNvPr>
            <p:cNvSpPr/>
            <p:nvPr/>
          </p:nvSpPr>
          <p:spPr>
            <a:xfrm>
              <a:off x="3187900" y="2440550"/>
              <a:ext cx="62550" cy="62575"/>
            </a:xfrm>
            <a:custGeom>
              <a:avLst/>
              <a:gdLst/>
              <a:ahLst/>
              <a:cxnLst/>
              <a:rect l="l" t="t" r="r" b="b"/>
              <a:pathLst>
                <a:path w="2502" h="2503" extrusionOk="0">
                  <a:moveTo>
                    <a:pt x="1245" y="1"/>
                  </a:moveTo>
                  <a:cubicBezTo>
                    <a:pt x="555" y="1"/>
                    <a:pt x="0" y="568"/>
                    <a:pt x="0" y="1245"/>
                  </a:cubicBezTo>
                  <a:cubicBezTo>
                    <a:pt x="0" y="1935"/>
                    <a:pt x="555" y="2502"/>
                    <a:pt x="1245" y="2502"/>
                  </a:cubicBezTo>
                  <a:cubicBezTo>
                    <a:pt x="1935" y="2502"/>
                    <a:pt x="2502" y="1935"/>
                    <a:pt x="2502" y="1245"/>
                  </a:cubicBezTo>
                  <a:cubicBezTo>
                    <a:pt x="2502" y="568"/>
                    <a:pt x="1935" y="1"/>
                    <a:pt x="124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8" name="Google Shape;8194;p67">
              <a:extLst>
                <a:ext uri="{FF2B5EF4-FFF2-40B4-BE49-F238E27FC236}">
                  <a16:creationId xmlns:a16="http://schemas.microsoft.com/office/drawing/2014/main" id="{24DA9704-08FD-9D99-39BB-08A77C32A09B}"/>
                </a:ext>
              </a:extLst>
            </p:cNvPr>
            <p:cNvSpPr/>
            <p:nvPr/>
          </p:nvSpPr>
          <p:spPr>
            <a:xfrm>
              <a:off x="3536275" y="1737400"/>
              <a:ext cx="68725" cy="62425"/>
            </a:xfrm>
            <a:custGeom>
              <a:avLst/>
              <a:gdLst/>
              <a:ahLst/>
              <a:cxnLst/>
              <a:rect l="l" t="t" r="r" b="b"/>
              <a:pathLst>
                <a:path w="2749" h="2497" extrusionOk="0">
                  <a:moveTo>
                    <a:pt x="1376" y="0"/>
                  </a:moveTo>
                  <a:cubicBezTo>
                    <a:pt x="1281" y="0"/>
                    <a:pt x="1183" y="11"/>
                    <a:pt x="1085" y="34"/>
                  </a:cubicBezTo>
                  <a:cubicBezTo>
                    <a:pt x="420" y="194"/>
                    <a:pt x="1" y="872"/>
                    <a:pt x="161" y="1537"/>
                  </a:cubicBezTo>
                  <a:cubicBezTo>
                    <a:pt x="298" y="2116"/>
                    <a:pt x="802" y="2496"/>
                    <a:pt x="1368" y="2496"/>
                  </a:cubicBezTo>
                  <a:cubicBezTo>
                    <a:pt x="1465" y="2496"/>
                    <a:pt x="1565" y="2485"/>
                    <a:pt x="1664" y="2462"/>
                  </a:cubicBezTo>
                  <a:cubicBezTo>
                    <a:pt x="2330" y="2314"/>
                    <a:pt x="2749" y="1636"/>
                    <a:pt x="2588" y="958"/>
                  </a:cubicBezTo>
                  <a:cubicBezTo>
                    <a:pt x="2451" y="389"/>
                    <a:pt x="1944" y="0"/>
                    <a:pt x="13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9" name="Google Shape;8195;p67">
              <a:extLst>
                <a:ext uri="{FF2B5EF4-FFF2-40B4-BE49-F238E27FC236}">
                  <a16:creationId xmlns:a16="http://schemas.microsoft.com/office/drawing/2014/main" id="{9B6EBCCF-AA70-43DB-0BAB-89E13BA5A989}"/>
                </a:ext>
              </a:extLst>
            </p:cNvPr>
            <p:cNvSpPr/>
            <p:nvPr/>
          </p:nvSpPr>
          <p:spPr>
            <a:xfrm>
              <a:off x="4294050" y="2299775"/>
              <a:ext cx="73025" cy="62375"/>
            </a:xfrm>
            <a:custGeom>
              <a:avLst/>
              <a:gdLst/>
              <a:ahLst/>
              <a:cxnLst/>
              <a:rect l="l" t="t" r="r" b="b"/>
              <a:pathLst>
                <a:path w="2921" h="2495" extrusionOk="0">
                  <a:moveTo>
                    <a:pt x="1223" y="1"/>
                  </a:moveTo>
                  <a:cubicBezTo>
                    <a:pt x="543" y="1"/>
                    <a:pt x="1" y="563"/>
                    <a:pt x="1" y="1246"/>
                  </a:cubicBezTo>
                  <a:cubicBezTo>
                    <a:pt x="1" y="1998"/>
                    <a:pt x="618" y="2495"/>
                    <a:pt x="1262" y="2495"/>
                  </a:cubicBezTo>
                  <a:cubicBezTo>
                    <a:pt x="1567" y="2495"/>
                    <a:pt x="1878" y="2383"/>
                    <a:pt x="2132" y="2133"/>
                  </a:cubicBezTo>
                  <a:cubicBezTo>
                    <a:pt x="2921" y="1344"/>
                    <a:pt x="2354" y="1"/>
                    <a:pt x="1245" y="1"/>
                  </a:cubicBezTo>
                  <a:cubicBezTo>
                    <a:pt x="1238" y="1"/>
                    <a:pt x="1230" y="1"/>
                    <a:pt x="122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0" name="Google Shape;8196;p67">
              <a:extLst>
                <a:ext uri="{FF2B5EF4-FFF2-40B4-BE49-F238E27FC236}">
                  <a16:creationId xmlns:a16="http://schemas.microsoft.com/office/drawing/2014/main" id="{EDCB1694-2375-BCD2-C707-495980EA6118}"/>
                </a:ext>
              </a:extLst>
            </p:cNvPr>
            <p:cNvSpPr/>
            <p:nvPr/>
          </p:nvSpPr>
          <p:spPr>
            <a:xfrm>
              <a:off x="3983250" y="1642450"/>
              <a:ext cx="72925" cy="62550"/>
            </a:xfrm>
            <a:custGeom>
              <a:avLst/>
              <a:gdLst/>
              <a:ahLst/>
              <a:cxnLst/>
              <a:rect l="l" t="t" r="r" b="b"/>
              <a:pathLst>
                <a:path w="2917" h="2502" extrusionOk="0">
                  <a:moveTo>
                    <a:pt x="1260" y="0"/>
                  </a:moveTo>
                  <a:cubicBezTo>
                    <a:pt x="1255" y="0"/>
                    <a:pt x="1250" y="0"/>
                    <a:pt x="1245" y="0"/>
                  </a:cubicBezTo>
                  <a:cubicBezTo>
                    <a:pt x="555" y="0"/>
                    <a:pt x="0" y="555"/>
                    <a:pt x="0" y="1245"/>
                  </a:cubicBezTo>
                  <a:cubicBezTo>
                    <a:pt x="0" y="2003"/>
                    <a:pt x="614" y="2502"/>
                    <a:pt x="1256" y="2502"/>
                  </a:cubicBezTo>
                  <a:cubicBezTo>
                    <a:pt x="1563" y="2502"/>
                    <a:pt x="1876" y="2387"/>
                    <a:pt x="2132" y="2132"/>
                  </a:cubicBezTo>
                  <a:cubicBezTo>
                    <a:pt x="2917" y="1347"/>
                    <a:pt x="2359" y="0"/>
                    <a:pt x="126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1" name="Google Shape;8197;p67">
              <a:extLst>
                <a:ext uri="{FF2B5EF4-FFF2-40B4-BE49-F238E27FC236}">
                  <a16:creationId xmlns:a16="http://schemas.microsoft.com/office/drawing/2014/main" id="{CABFEEB4-8F23-A454-C6E9-DBE35558B1AA}"/>
                </a:ext>
              </a:extLst>
            </p:cNvPr>
            <p:cNvSpPr/>
            <p:nvPr/>
          </p:nvSpPr>
          <p:spPr>
            <a:xfrm>
              <a:off x="2742800" y="1650150"/>
              <a:ext cx="68700" cy="62550"/>
            </a:xfrm>
            <a:custGeom>
              <a:avLst/>
              <a:gdLst/>
              <a:ahLst/>
              <a:cxnLst/>
              <a:rect l="l" t="t" r="r" b="b"/>
              <a:pathLst>
                <a:path w="2748" h="2502" extrusionOk="0">
                  <a:moveTo>
                    <a:pt x="1374" y="0"/>
                  </a:moveTo>
                  <a:cubicBezTo>
                    <a:pt x="1054" y="0"/>
                    <a:pt x="733" y="124"/>
                    <a:pt x="493" y="370"/>
                  </a:cubicBezTo>
                  <a:cubicBezTo>
                    <a:pt x="0" y="850"/>
                    <a:pt x="0" y="1639"/>
                    <a:pt x="493" y="2132"/>
                  </a:cubicBezTo>
                  <a:cubicBezTo>
                    <a:pt x="733" y="2378"/>
                    <a:pt x="1054" y="2502"/>
                    <a:pt x="1374" y="2502"/>
                  </a:cubicBezTo>
                  <a:cubicBezTo>
                    <a:pt x="1694" y="2502"/>
                    <a:pt x="2015" y="2378"/>
                    <a:pt x="2255" y="2132"/>
                  </a:cubicBezTo>
                  <a:cubicBezTo>
                    <a:pt x="2748" y="1639"/>
                    <a:pt x="2748" y="850"/>
                    <a:pt x="2255" y="370"/>
                  </a:cubicBezTo>
                  <a:cubicBezTo>
                    <a:pt x="2015" y="124"/>
                    <a:pt x="1694" y="0"/>
                    <a:pt x="13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2" name="Google Shape;8198;p67">
              <a:extLst>
                <a:ext uri="{FF2B5EF4-FFF2-40B4-BE49-F238E27FC236}">
                  <a16:creationId xmlns:a16="http://schemas.microsoft.com/office/drawing/2014/main" id="{6B7D0ADC-E52C-EE46-FBBB-180DEA80283A}"/>
                </a:ext>
              </a:extLst>
            </p:cNvPr>
            <p:cNvSpPr/>
            <p:nvPr/>
          </p:nvSpPr>
          <p:spPr>
            <a:xfrm>
              <a:off x="3338825" y="1526850"/>
              <a:ext cx="68425" cy="62400"/>
            </a:xfrm>
            <a:custGeom>
              <a:avLst/>
              <a:gdLst/>
              <a:ahLst/>
              <a:cxnLst/>
              <a:rect l="l" t="t" r="r" b="b"/>
              <a:pathLst>
                <a:path w="2737" h="2496" extrusionOk="0">
                  <a:moveTo>
                    <a:pt x="1369" y="1"/>
                  </a:moveTo>
                  <a:cubicBezTo>
                    <a:pt x="1048" y="1"/>
                    <a:pt x="728" y="121"/>
                    <a:pt x="482" y="361"/>
                  </a:cubicBezTo>
                  <a:cubicBezTo>
                    <a:pt x="1" y="854"/>
                    <a:pt x="1" y="1642"/>
                    <a:pt x="482" y="2135"/>
                  </a:cubicBezTo>
                  <a:cubicBezTo>
                    <a:pt x="728" y="2376"/>
                    <a:pt x="1048" y="2496"/>
                    <a:pt x="1369" y="2496"/>
                  </a:cubicBezTo>
                  <a:cubicBezTo>
                    <a:pt x="1689" y="2496"/>
                    <a:pt x="2009" y="2376"/>
                    <a:pt x="2256" y="2135"/>
                  </a:cubicBezTo>
                  <a:cubicBezTo>
                    <a:pt x="2736" y="1642"/>
                    <a:pt x="2736" y="854"/>
                    <a:pt x="2256" y="361"/>
                  </a:cubicBezTo>
                  <a:cubicBezTo>
                    <a:pt x="2009" y="121"/>
                    <a:pt x="1689" y="1"/>
                    <a:pt x="136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3" name="Google Shape;8199;p67">
              <a:extLst>
                <a:ext uri="{FF2B5EF4-FFF2-40B4-BE49-F238E27FC236}">
                  <a16:creationId xmlns:a16="http://schemas.microsoft.com/office/drawing/2014/main" id="{9B73ACEA-9A52-1B86-3287-5ED2017E215E}"/>
                </a:ext>
              </a:extLst>
            </p:cNvPr>
            <p:cNvSpPr/>
            <p:nvPr/>
          </p:nvSpPr>
          <p:spPr>
            <a:xfrm>
              <a:off x="2812725" y="2006775"/>
              <a:ext cx="68400" cy="62400"/>
            </a:xfrm>
            <a:custGeom>
              <a:avLst/>
              <a:gdLst/>
              <a:ahLst/>
              <a:cxnLst/>
              <a:rect l="l" t="t" r="r" b="b"/>
              <a:pathLst>
                <a:path w="2736" h="2496" extrusionOk="0">
                  <a:moveTo>
                    <a:pt x="1368" y="0"/>
                  </a:moveTo>
                  <a:cubicBezTo>
                    <a:pt x="1047" y="0"/>
                    <a:pt x="727" y="121"/>
                    <a:pt x="481" y="361"/>
                  </a:cubicBezTo>
                  <a:cubicBezTo>
                    <a:pt x="0" y="854"/>
                    <a:pt x="0" y="1642"/>
                    <a:pt x="481" y="2135"/>
                  </a:cubicBezTo>
                  <a:cubicBezTo>
                    <a:pt x="727" y="2375"/>
                    <a:pt x="1047" y="2495"/>
                    <a:pt x="1368" y="2495"/>
                  </a:cubicBezTo>
                  <a:cubicBezTo>
                    <a:pt x="1688" y="2495"/>
                    <a:pt x="2008" y="2375"/>
                    <a:pt x="2255" y="2135"/>
                  </a:cubicBezTo>
                  <a:cubicBezTo>
                    <a:pt x="2735" y="1642"/>
                    <a:pt x="2735" y="854"/>
                    <a:pt x="2255" y="361"/>
                  </a:cubicBezTo>
                  <a:cubicBezTo>
                    <a:pt x="2008" y="121"/>
                    <a:pt x="1688" y="0"/>
                    <a:pt x="136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4" name="Google Shape;8200;p67">
              <a:extLst>
                <a:ext uri="{FF2B5EF4-FFF2-40B4-BE49-F238E27FC236}">
                  <a16:creationId xmlns:a16="http://schemas.microsoft.com/office/drawing/2014/main" id="{DBF5C5B4-646C-0483-01C7-F708CE08DAD7}"/>
                </a:ext>
              </a:extLst>
            </p:cNvPr>
            <p:cNvSpPr/>
            <p:nvPr/>
          </p:nvSpPr>
          <p:spPr>
            <a:xfrm>
              <a:off x="3025250" y="1857425"/>
              <a:ext cx="72725" cy="62575"/>
            </a:xfrm>
            <a:custGeom>
              <a:avLst/>
              <a:gdLst/>
              <a:ahLst/>
              <a:cxnLst/>
              <a:rect l="l" t="t" r="r" b="b"/>
              <a:pathLst>
                <a:path w="2909" h="2503" extrusionOk="0">
                  <a:moveTo>
                    <a:pt x="1254" y="1"/>
                  </a:moveTo>
                  <a:cubicBezTo>
                    <a:pt x="614" y="1"/>
                    <a:pt x="1" y="497"/>
                    <a:pt x="1" y="1246"/>
                  </a:cubicBezTo>
                  <a:cubicBezTo>
                    <a:pt x="1" y="1936"/>
                    <a:pt x="555" y="2503"/>
                    <a:pt x="1245" y="2503"/>
                  </a:cubicBezTo>
                  <a:cubicBezTo>
                    <a:pt x="2354" y="2503"/>
                    <a:pt x="2909" y="1160"/>
                    <a:pt x="2132" y="371"/>
                  </a:cubicBezTo>
                  <a:cubicBezTo>
                    <a:pt x="1877" y="115"/>
                    <a:pt x="1562" y="1"/>
                    <a:pt x="125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5" name="Google Shape;8201;p67">
              <a:extLst>
                <a:ext uri="{FF2B5EF4-FFF2-40B4-BE49-F238E27FC236}">
                  <a16:creationId xmlns:a16="http://schemas.microsoft.com/office/drawing/2014/main" id="{FA29F490-33B5-A2A0-89C8-2A324E285407}"/>
                </a:ext>
              </a:extLst>
            </p:cNvPr>
            <p:cNvSpPr/>
            <p:nvPr/>
          </p:nvSpPr>
          <p:spPr>
            <a:xfrm>
              <a:off x="2844125" y="1700725"/>
              <a:ext cx="68725" cy="62425"/>
            </a:xfrm>
            <a:custGeom>
              <a:avLst/>
              <a:gdLst/>
              <a:ahLst/>
              <a:cxnLst/>
              <a:rect l="l" t="t" r="r" b="b"/>
              <a:pathLst>
                <a:path w="2749" h="2497" extrusionOk="0">
                  <a:moveTo>
                    <a:pt x="1385" y="1"/>
                  </a:moveTo>
                  <a:cubicBezTo>
                    <a:pt x="1290" y="1"/>
                    <a:pt x="1193" y="12"/>
                    <a:pt x="1097" y="35"/>
                  </a:cubicBezTo>
                  <a:cubicBezTo>
                    <a:pt x="420" y="195"/>
                    <a:pt x="1" y="860"/>
                    <a:pt x="161" y="1538"/>
                  </a:cubicBezTo>
                  <a:cubicBezTo>
                    <a:pt x="298" y="2108"/>
                    <a:pt x="814" y="2496"/>
                    <a:pt x="1377" y="2496"/>
                  </a:cubicBezTo>
                  <a:cubicBezTo>
                    <a:pt x="1472" y="2496"/>
                    <a:pt x="1568" y="2485"/>
                    <a:pt x="1664" y="2462"/>
                  </a:cubicBezTo>
                  <a:cubicBezTo>
                    <a:pt x="2342" y="2302"/>
                    <a:pt x="2749" y="1637"/>
                    <a:pt x="2601" y="959"/>
                  </a:cubicBezTo>
                  <a:cubicBezTo>
                    <a:pt x="2464" y="390"/>
                    <a:pt x="1948" y="1"/>
                    <a:pt x="138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6" name="Google Shape;8202;p67">
              <a:extLst>
                <a:ext uri="{FF2B5EF4-FFF2-40B4-BE49-F238E27FC236}">
                  <a16:creationId xmlns:a16="http://schemas.microsoft.com/office/drawing/2014/main" id="{CBE8D9F3-78AA-8573-1B27-534FA63FC382}"/>
                </a:ext>
              </a:extLst>
            </p:cNvPr>
            <p:cNvSpPr/>
            <p:nvPr/>
          </p:nvSpPr>
          <p:spPr>
            <a:xfrm>
              <a:off x="3873900" y="1758625"/>
              <a:ext cx="68700" cy="62425"/>
            </a:xfrm>
            <a:custGeom>
              <a:avLst/>
              <a:gdLst/>
              <a:ahLst/>
              <a:cxnLst/>
              <a:rect l="l" t="t" r="r" b="b"/>
              <a:pathLst>
                <a:path w="2748" h="2497" extrusionOk="0">
                  <a:moveTo>
                    <a:pt x="1389" y="1"/>
                  </a:moveTo>
                  <a:cubicBezTo>
                    <a:pt x="1293" y="1"/>
                    <a:pt x="1195" y="12"/>
                    <a:pt x="1097" y="35"/>
                  </a:cubicBezTo>
                  <a:cubicBezTo>
                    <a:pt x="419" y="183"/>
                    <a:pt x="0" y="861"/>
                    <a:pt x="160" y="1526"/>
                  </a:cubicBezTo>
                  <a:cubicBezTo>
                    <a:pt x="297" y="2106"/>
                    <a:pt x="814" y="2497"/>
                    <a:pt x="1377" y="2497"/>
                  </a:cubicBezTo>
                  <a:cubicBezTo>
                    <a:pt x="1472" y="2497"/>
                    <a:pt x="1568" y="2486"/>
                    <a:pt x="1664" y="2463"/>
                  </a:cubicBezTo>
                  <a:cubicBezTo>
                    <a:pt x="2341" y="2303"/>
                    <a:pt x="2748" y="1625"/>
                    <a:pt x="2588" y="959"/>
                  </a:cubicBezTo>
                  <a:cubicBezTo>
                    <a:pt x="2462" y="381"/>
                    <a:pt x="1950" y="1"/>
                    <a:pt x="13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7" name="Google Shape;8203;p67">
              <a:extLst>
                <a:ext uri="{FF2B5EF4-FFF2-40B4-BE49-F238E27FC236}">
                  <a16:creationId xmlns:a16="http://schemas.microsoft.com/office/drawing/2014/main" id="{3E80A925-475C-1DE2-A5DE-F3DD1A6C36A8}"/>
                </a:ext>
              </a:extLst>
            </p:cNvPr>
            <p:cNvSpPr/>
            <p:nvPr/>
          </p:nvSpPr>
          <p:spPr>
            <a:xfrm>
              <a:off x="4437900" y="1719900"/>
              <a:ext cx="70875" cy="62425"/>
            </a:xfrm>
            <a:custGeom>
              <a:avLst/>
              <a:gdLst/>
              <a:ahLst/>
              <a:cxnLst/>
              <a:rect l="l" t="t" r="r" b="b"/>
              <a:pathLst>
                <a:path w="2835" h="2497" extrusionOk="0">
                  <a:moveTo>
                    <a:pt x="1416" y="0"/>
                  </a:moveTo>
                  <a:cubicBezTo>
                    <a:pt x="1256" y="0"/>
                    <a:pt x="1094" y="30"/>
                    <a:pt x="937" y="93"/>
                  </a:cubicBezTo>
                  <a:cubicBezTo>
                    <a:pt x="309" y="352"/>
                    <a:pt x="1" y="1092"/>
                    <a:pt x="272" y="1732"/>
                  </a:cubicBezTo>
                  <a:cubicBezTo>
                    <a:pt x="466" y="2205"/>
                    <a:pt x="926" y="2496"/>
                    <a:pt x="1414" y="2496"/>
                  </a:cubicBezTo>
                  <a:cubicBezTo>
                    <a:pt x="1575" y="2496"/>
                    <a:pt x="1739" y="2465"/>
                    <a:pt x="1898" y="2398"/>
                  </a:cubicBezTo>
                  <a:cubicBezTo>
                    <a:pt x="2539" y="2139"/>
                    <a:pt x="2835" y="1412"/>
                    <a:pt x="2576" y="771"/>
                  </a:cubicBezTo>
                  <a:cubicBezTo>
                    <a:pt x="2380" y="287"/>
                    <a:pt x="1911" y="0"/>
                    <a:pt x="141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8" name="Google Shape;8204;p67">
              <a:extLst>
                <a:ext uri="{FF2B5EF4-FFF2-40B4-BE49-F238E27FC236}">
                  <a16:creationId xmlns:a16="http://schemas.microsoft.com/office/drawing/2014/main" id="{0E6EB4E7-394F-709B-AD6D-95E42E5DE55D}"/>
                </a:ext>
              </a:extLst>
            </p:cNvPr>
            <p:cNvSpPr/>
            <p:nvPr/>
          </p:nvSpPr>
          <p:spPr>
            <a:xfrm>
              <a:off x="3885600" y="2022800"/>
              <a:ext cx="68725" cy="62400"/>
            </a:xfrm>
            <a:custGeom>
              <a:avLst/>
              <a:gdLst/>
              <a:ahLst/>
              <a:cxnLst/>
              <a:rect l="l" t="t" r="r" b="b"/>
              <a:pathLst>
                <a:path w="2749" h="2496" extrusionOk="0">
                  <a:moveTo>
                    <a:pt x="1374" y="0"/>
                  </a:moveTo>
                  <a:cubicBezTo>
                    <a:pt x="1054" y="0"/>
                    <a:pt x="734" y="120"/>
                    <a:pt x="493" y="360"/>
                  </a:cubicBezTo>
                  <a:cubicBezTo>
                    <a:pt x="0" y="853"/>
                    <a:pt x="0" y="1642"/>
                    <a:pt x="493" y="2135"/>
                  </a:cubicBezTo>
                  <a:cubicBezTo>
                    <a:pt x="734" y="2375"/>
                    <a:pt x="1054" y="2495"/>
                    <a:pt x="1374" y="2495"/>
                  </a:cubicBezTo>
                  <a:cubicBezTo>
                    <a:pt x="1695" y="2495"/>
                    <a:pt x="2015" y="2375"/>
                    <a:pt x="2255" y="2135"/>
                  </a:cubicBezTo>
                  <a:cubicBezTo>
                    <a:pt x="2748" y="1642"/>
                    <a:pt x="2748" y="853"/>
                    <a:pt x="2255" y="360"/>
                  </a:cubicBezTo>
                  <a:cubicBezTo>
                    <a:pt x="2015" y="120"/>
                    <a:pt x="1695" y="0"/>
                    <a:pt x="13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9" name="Google Shape;8205;p67">
              <a:extLst>
                <a:ext uri="{FF2B5EF4-FFF2-40B4-BE49-F238E27FC236}">
                  <a16:creationId xmlns:a16="http://schemas.microsoft.com/office/drawing/2014/main" id="{E151773D-0ECF-DF27-2F39-60176ADF8998}"/>
                </a:ext>
              </a:extLst>
            </p:cNvPr>
            <p:cNvSpPr/>
            <p:nvPr/>
          </p:nvSpPr>
          <p:spPr>
            <a:xfrm>
              <a:off x="3596350" y="2418150"/>
              <a:ext cx="68725" cy="62400"/>
            </a:xfrm>
            <a:custGeom>
              <a:avLst/>
              <a:gdLst/>
              <a:ahLst/>
              <a:cxnLst/>
              <a:rect l="l" t="t" r="r" b="b"/>
              <a:pathLst>
                <a:path w="2749" h="2496" extrusionOk="0">
                  <a:moveTo>
                    <a:pt x="1376" y="0"/>
                  </a:moveTo>
                  <a:cubicBezTo>
                    <a:pt x="1280" y="0"/>
                    <a:pt x="1183" y="11"/>
                    <a:pt x="1085" y="34"/>
                  </a:cubicBezTo>
                  <a:cubicBezTo>
                    <a:pt x="420" y="195"/>
                    <a:pt x="1" y="860"/>
                    <a:pt x="161" y="1538"/>
                  </a:cubicBezTo>
                  <a:cubicBezTo>
                    <a:pt x="298" y="2107"/>
                    <a:pt x="805" y="2496"/>
                    <a:pt x="1373" y="2496"/>
                  </a:cubicBezTo>
                  <a:cubicBezTo>
                    <a:pt x="1469" y="2496"/>
                    <a:pt x="1566" y="2485"/>
                    <a:pt x="1664" y="2462"/>
                  </a:cubicBezTo>
                  <a:cubicBezTo>
                    <a:pt x="2329" y="2302"/>
                    <a:pt x="2748" y="1636"/>
                    <a:pt x="2588" y="959"/>
                  </a:cubicBezTo>
                  <a:cubicBezTo>
                    <a:pt x="2451" y="389"/>
                    <a:pt x="1944" y="0"/>
                    <a:pt x="13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0" name="Google Shape;8206;p67">
              <a:extLst>
                <a:ext uri="{FF2B5EF4-FFF2-40B4-BE49-F238E27FC236}">
                  <a16:creationId xmlns:a16="http://schemas.microsoft.com/office/drawing/2014/main" id="{C409B09B-C470-C3D1-7D1D-123E4111C6C4}"/>
                </a:ext>
              </a:extLst>
            </p:cNvPr>
            <p:cNvSpPr/>
            <p:nvPr/>
          </p:nvSpPr>
          <p:spPr>
            <a:xfrm>
              <a:off x="3004925" y="1537175"/>
              <a:ext cx="68725" cy="62625"/>
            </a:xfrm>
            <a:custGeom>
              <a:avLst/>
              <a:gdLst/>
              <a:ahLst/>
              <a:cxnLst/>
              <a:rect l="l" t="t" r="r" b="b"/>
              <a:pathLst>
                <a:path w="2749" h="2505" extrusionOk="0">
                  <a:moveTo>
                    <a:pt x="1384" y="0"/>
                  </a:moveTo>
                  <a:cubicBezTo>
                    <a:pt x="1289" y="0"/>
                    <a:pt x="1193" y="11"/>
                    <a:pt x="1097" y="34"/>
                  </a:cubicBezTo>
                  <a:cubicBezTo>
                    <a:pt x="420" y="194"/>
                    <a:pt x="1" y="872"/>
                    <a:pt x="161" y="1538"/>
                  </a:cubicBezTo>
                  <a:cubicBezTo>
                    <a:pt x="299" y="2122"/>
                    <a:pt x="821" y="2504"/>
                    <a:pt x="1389" y="2504"/>
                  </a:cubicBezTo>
                  <a:cubicBezTo>
                    <a:pt x="1480" y="2504"/>
                    <a:pt x="1572" y="2494"/>
                    <a:pt x="1664" y="2474"/>
                  </a:cubicBezTo>
                  <a:cubicBezTo>
                    <a:pt x="2342" y="2314"/>
                    <a:pt x="2748" y="1636"/>
                    <a:pt x="2600" y="971"/>
                  </a:cubicBezTo>
                  <a:cubicBezTo>
                    <a:pt x="2463" y="391"/>
                    <a:pt x="1947" y="0"/>
                    <a:pt x="13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1" name="Google Shape;8207;p67">
              <a:extLst>
                <a:ext uri="{FF2B5EF4-FFF2-40B4-BE49-F238E27FC236}">
                  <a16:creationId xmlns:a16="http://schemas.microsoft.com/office/drawing/2014/main" id="{883597B6-55E1-D9AD-2071-7B27775E6241}"/>
                </a:ext>
              </a:extLst>
            </p:cNvPr>
            <p:cNvSpPr/>
            <p:nvPr/>
          </p:nvSpPr>
          <p:spPr>
            <a:xfrm>
              <a:off x="2835825" y="1863000"/>
              <a:ext cx="37600" cy="37300"/>
            </a:xfrm>
            <a:custGeom>
              <a:avLst/>
              <a:gdLst/>
              <a:ahLst/>
              <a:cxnLst/>
              <a:rect l="l" t="t" r="r" b="b"/>
              <a:pathLst>
                <a:path w="1504" h="1492" extrusionOk="0">
                  <a:moveTo>
                    <a:pt x="752" y="0"/>
                  </a:moveTo>
                  <a:cubicBezTo>
                    <a:pt x="333" y="0"/>
                    <a:pt x="0" y="333"/>
                    <a:pt x="0" y="740"/>
                  </a:cubicBezTo>
                  <a:cubicBezTo>
                    <a:pt x="0" y="1159"/>
                    <a:pt x="333" y="1491"/>
                    <a:pt x="752" y="1491"/>
                  </a:cubicBezTo>
                  <a:cubicBezTo>
                    <a:pt x="1158" y="1491"/>
                    <a:pt x="1503" y="1159"/>
                    <a:pt x="1503" y="740"/>
                  </a:cubicBezTo>
                  <a:cubicBezTo>
                    <a:pt x="1503" y="333"/>
                    <a:pt x="1158" y="0"/>
                    <a:pt x="75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2" name="Google Shape;8208;p67">
              <a:extLst>
                <a:ext uri="{FF2B5EF4-FFF2-40B4-BE49-F238E27FC236}">
                  <a16:creationId xmlns:a16="http://schemas.microsoft.com/office/drawing/2014/main" id="{6F92CD78-33C3-1F89-A800-C1E4F8B1DE21}"/>
                </a:ext>
              </a:extLst>
            </p:cNvPr>
            <p:cNvSpPr/>
            <p:nvPr/>
          </p:nvSpPr>
          <p:spPr>
            <a:xfrm>
              <a:off x="4013750" y="1801075"/>
              <a:ext cx="37600" cy="37600"/>
            </a:xfrm>
            <a:custGeom>
              <a:avLst/>
              <a:gdLst/>
              <a:ahLst/>
              <a:cxnLst/>
              <a:rect l="l" t="t" r="r" b="b"/>
              <a:pathLst>
                <a:path w="1504" h="1504" extrusionOk="0">
                  <a:moveTo>
                    <a:pt x="752" y="1"/>
                  </a:moveTo>
                  <a:cubicBezTo>
                    <a:pt x="333" y="1"/>
                    <a:pt x="0" y="333"/>
                    <a:pt x="0" y="752"/>
                  </a:cubicBezTo>
                  <a:cubicBezTo>
                    <a:pt x="0" y="1159"/>
                    <a:pt x="333" y="1504"/>
                    <a:pt x="752" y="1504"/>
                  </a:cubicBezTo>
                  <a:cubicBezTo>
                    <a:pt x="1171" y="1504"/>
                    <a:pt x="1503" y="1159"/>
                    <a:pt x="1503" y="752"/>
                  </a:cubicBezTo>
                  <a:cubicBezTo>
                    <a:pt x="1503" y="333"/>
                    <a:pt x="1171" y="1"/>
                    <a:pt x="75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3" name="Google Shape;8209;p67">
              <a:extLst>
                <a:ext uri="{FF2B5EF4-FFF2-40B4-BE49-F238E27FC236}">
                  <a16:creationId xmlns:a16="http://schemas.microsoft.com/office/drawing/2014/main" id="{66B3FDE2-26EF-F322-5390-40F138B25CE0}"/>
                </a:ext>
              </a:extLst>
            </p:cNvPr>
            <p:cNvSpPr/>
            <p:nvPr/>
          </p:nvSpPr>
          <p:spPr>
            <a:xfrm>
              <a:off x="3645325" y="2219575"/>
              <a:ext cx="41000" cy="37550"/>
            </a:xfrm>
            <a:custGeom>
              <a:avLst/>
              <a:gdLst/>
              <a:ahLst/>
              <a:cxnLst/>
              <a:rect l="l" t="t" r="r" b="b"/>
              <a:pathLst>
                <a:path w="1640" h="1502" extrusionOk="0">
                  <a:moveTo>
                    <a:pt x="805" y="1"/>
                  </a:moveTo>
                  <a:cubicBezTo>
                    <a:pt x="751" y="1"/>
                    <a:pt x="696" y="6"/>
                    <a:pt x="641" y="18"/>
                  </a:cubicBezTo>
                  <a:cubicBezTo>
                    <a:pt x="247" y="116"/>
                    <a:pt x="1" y="523"/>
                    <a:pt x="87" y="930"/>
                  </a:cubicBezTo>
                  <a:cubicBezTo>
                    <a:pt x="172" y="1271"/>
                    <a:pt x="488" y="1501"/>
                    <a:pt x="827" y="1501"/>
                  </a:cubicBezTo>
                  <a:cubicBezTo>
                    <a:pt x="880" y="1501"/>
                    <a:pt x="933" y="1496"/>
                    <a:pt x="986" y="1484"/>
                  </a:cubicBezTo>
                  <a:cubicBezTo>
                    <a:pt x="1393" y="1386"/>
                    <a:pt x="1639" y="979"/>
                    <a:pt x="1553" y="585"/>
                  </a:cubicBezTo>
                  <a:cubicBezTo>
                    <a:pt x="1468" y="233"/>
                    <a:pt x="1152" y="1"/>
                    <a:pt x="80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4" name="Google Shape;8210;p67">
              <a:extLst>
                <a:ext uri="{FF2B5EF4-FFF2-40B4-BE49-F238E27FC236}">
                  <a16:creationId xmlns:a16="http://schemas.microsoft.com/office/drawing/2014/main" id="{92C5EFFA-A9C0-4EAC-B2B4-1403DB13BED5}"/>
                </a:ext>
              </a:extLst>
            </p:cNvPr>
            <p:cNvSpPr/>
            <p:nvPr/>
          </p:nvSpPr>
          <p:spPr>
            <a:xfrm>
              <a:off x="3072075" y="2347850"/>
              <a:ext cx="37300" cy="37600"/>
            </a:xfrm>
            <a:custGeom>
              <a:avLst/>
              <a:gdLst/>
              <a:ahLst/>
              <a:cxnLst/>
              <a:rect l="l" t="t" r="r" b="b"/>
              <a:pathLst>
                <a:path w="1492" h="1504" extrusionOk="0">
                  <a:moveTo>
                    <a:pt x="740" y="0"/>
                  </a:moveTo>
                  <a:cubicBezTo>
                    <a:pt x="333" y="0"/>
                    <a:pt x="1" y="333"/>
                    <a:pt x="1" y="752"/>
                  </a:cubicBezTo>
                  <a:cubicBezTo>
                    <a:pt x="1" y="1158"/>
                    <a:pt x="333" y="1503"/>
                    <a:pt x="740" y="1503"/>
                  </a:cubicBezTo>
                  <a:cubicBezTo>
                    <a:pt x="1159" y="1503"/>
                    <a:pt x="1492" y="1158"/>
                    <a:pt x="1492" y="752"/>
                  </a:cubicBezTo>
                  <a:cubicBezTo>
                    <a:pt x="1492" y="333"/>
                    <a:pt x="1159" y="0"/>
                    <a:pt x="7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5" name="Google Shape;8211;p67">
              <a:extLst>
                <a:ext uri="{FF2B5EF4-FFF2-40B4-BE49-F238E27FC236}">
                  <a16:creationId xmlns:a16="http://schemas.microsoft.com/office/drawing/2014/main" id="{599A5F8B-4385-76E9-4ED4-47255DCCCC48}"/>
                </a:ext>
              </a:extLst>
            </p:cNvPr>
            <p:cNvSpPr/>
            <p:nvPr/>
          </p:nvSpPr>
          <p:spPr>
            <a:xfrm>
              <a:off x="2732000" y="1809100"/>
              <a:ext cx="37625" cy="37600"/>
            </a:xfrm>
            <a:custGeom>
              <a:avLst/>
              <a:gdLst/>
              <a:ahLst/>
              <a:cxnLst/>
              <a:rect l="l" t="t" r="r" b="b"/>
              <a:pathLst>
                <a:path w="1505" h="1504" extrusionOk="0">
                  <a:moveTo>
                    <a:pt x="752" y="0"/>
                  </a:moveTo>
                  <a:cubicBezTo>
                    <a:pt x="346" y="0"/>
                    <a:pt x="1" y="333"/>
                    <a:pt x="1" y="752"/>
                  </a:cubicBezTo>
                  <a:cubicBezTo>
                    <a:pt x="1" y="1171"/>
                    <a:pt x="346" y="1503"/>
                    <a:pt x="752" y="1503"/>
                  </a:cubicBezTo>
                  <a:cubicBezTo>
                    <a:pt x="1171" y="1503"/>
                    <a:pt x="1504" y="1171"/>
                    <a:pt x="1504" y="752"/>
                  </a:cubicBezTo>
                  <a:cubicBezTo>
                    <a:pt x="1504" y="333"/>
                    <a:pt x="1171" y="0"/>
                    <a:pt x="75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6" name="Google Shape;8212;p67">
              <a:extLst>
                <a:ext uri="{FF2B5EF4-FFF2-40B4-BE49-F238E27FC236}">
                  <a16:creationId xmlns:a16="http://schemas.microsoft.com/office/drawing/2014/main" id="{36EFBD88-5810-D59A-92EF-3C2DC993B3EC}"/>
                </a:ext>
              </a:extLst>
            </p:cNvPr>
            <p:cNvSpPr/>
            <p:nvPr/>
          </p:nvSpPr>
          <p:spPr>
            <a:xfrm>
              <a:off x="3434950" y="1987125"/>
              <a:ext cx="37600" cy="37625"/>
            </a:xfrm>
            <a:custGeom>
              <a:avLst/>
              <a:gdLst/>
              <a:ahLst/>
              <a:cxnLst/>
              <a:rect l="l" t="t" r="r" b="b"/>
              <a:pathLst>
                <a:path w="1504" h="1505" extrusionOk="0">
                  <a:moveTo>
                    <a:pt x="752" y="1"/>
                  </a:moveTo>
                  <a:cubicBezTo>
                    <a:pt x="333" y="1"/>
                    <a:pt x="0" y="334"/>
                    <a:pt x="0" y="753"/>
                  </a:cubicBezTo>
                  <a:cubicBezTo>
                    <a:pt x="0" y="1171"/>
                    <a:pt x="333" y="1504"/>
                    <a:pt x="752" y="1504"/>
                  </a:cubicBezTo>
                  <a:cubicBezTo>
                    <a:pt x="1158" y="1504"/>
                    <a:pt x="1503" y="1171"/>
                    <a:pt x="1503" y="753"/>
                  </a:cubicBezTo>
                  <a:cubicBezTo>
                    <a:pt x="1503" y="334"/>
                    <a:pt x="1158" y="1"/>
                    <a:pt x="75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7" name="Google Shape;8213;p67">
              <a:extLst>
                <a:ext uri="{FF2B5EF4-FFF2-40B4-BE49-F238E27FC236}">
                  <a16:creationId xmlns:a16="http://schemas.microsoft.com/office/drawing/2014/main" id="{6BC59E64-778A-7A90-6AEF-9920A84D8239}"/>
                </a:ext>
              </a:extLst>
            </p:cNvPr>
            <p:cNvSpPr/>
            <p:nvPr/>
          </p:nvSpPr>
          <p:spPr>
            <a:xfrm>
              <a:off x="4287575" y="1789375"/>
              <a:ext cx="37600" cy="37600"/>
            </a:xfrm>
            <a:custGeom>
              <a:avLst/>
              <a:gdLst/>
              <a:ahLst/>
              <a:cxnLst/>
              <a:rect l="l" t="t" r="r" b="b"/>
              <a:pathLst>
                <a:path w="1504" h="1504" extrusionOk="0">
                  <a:moveTo>
                    <a:pt x="752" y="1"/>
                  </a:moveTo>
                  <a:cubicBezTo>
                    <a:pt x="333" y="1"/>
                    <a:pt x="1" y="346"/>
                    <a:pt x="1" y="752"/>
                  </a:cubicBezTo>
                  <a:cubicBezTo>
                    <a:pt x="1" y="1171"/>
                    <a:pt x="333" y="1504"/>
                    <a:pt x="752" y="1504"/>
                  </a:cubicBezTo>
                  <a:cubicBezTo>
                    <a:pt x="1159" y="1504"/>
                    <a:pt x="1504" y="1171"/>
                    <a:pt x="1504" y="752"/>
                  </a:cubicBezTo>
                  <a:cubicBezTo>
                    <a:pt x="1504" y="346"/>
                    <a:pt x="1159" y="1"/>
                    <a:pt x="75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8" name="Google Shape;8214;p67">
              <a:extLst>
                <a:ext uri="{FF2B5EF4-FFF2-40B4-BE49-F238E27FC236}">
                  <a16:creationId xmlns:a16="http://schemas.microsoft.com/office/drawing/2014/main" id="{4330F142-2FE6-BD04-C2E8-E09A791F9796}"/>
                </a:ext>
              </a:extLst>
            </p:cNvPr>
            <p:cNvSpPr/>
            <p:nvPr/>
          </p:nvSpPr>
          <p:spPr>
            <a:xfrm>
              <a:off x="4039300" y="1562675"/>
              <a:ext cx="37300" cy="37600"/>
            </a:xfrm>
            <a:custGeom>
              <a:avLst/>
              <a:gdLst/>
              <a:ahLst/>
              <a:cxnLst/>
              <a:rect l="l" t="t" r="r" b="b"/>
              <a:pathLst>
                <a:path w="1492" h="1504" extrusionOk="0">
                  <a:moveTo>
                    <a:pt x="752" y="0"/>
                  </a:moveTo>
                  <a:cubicBezTo>
                    <a:pt x="333" y="0"/>
                    <a:pt x="1" y="333"/>
                    <a:pt x="1" y="752"/>
                  </a:cubicBezTo>
                  <a:cubicBezTo>
                    <a:pt x="1" y="1158"/>
                    <a:pt x="333" y="1503"/>
                    <a:pt x="752" y="1503"/>
                  </a:cubicBezTo>
                  <a:cubicBezTo>
                    <a:pt x="1159" y="1503"/>
                    <a:pt x="1492" y="1158"/>
                    <a:pt x="1492" y="752"/>
                  </a:cubicBezTo>
                  <a:cubicBezTo>
                    <a:pt x="1492" y="333"/>
                    <a:pt x="1159" y="0"/>
                    <a:pt x="75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9" name="Google Shape;8215;p67">
              <a:extLst>
                <a:ext uri="{FF2B5EF4-FFF2-40B4-BE49-F238E27FC236}">
                  <a16:creationId xmlns:a16="http://schemas.microsoft.com/office/drawing/2014/main" id="{D19092B7-2830-82AF-05E6-1C1E7B9A21EC}"/>
                </a:ext>
              </a:extLst>
            </p:cNvPr>
            <p:cNvSpPr/>
            <p:nvPr/>
          </p:nvSpPr>
          <p:spPr>
            <a:xfrm>
              <a:off x="3754075" y="2428650"/>
              <a:ext cx="42525" cy="37400"/>
            </a:xfrm>
            <a:custGeom>
              <a:avLst/>
              <a:gdLst/>
              <a:ahLst/>
              <a:cxnLst/>
              <a:rect l="l" t="t" r="r" b="b"/>
              <a:pathLst>
                <a:path w="1701" h="1496" extrusionOk="0">
                  <a:moveTo>
                    <a:pt x="847" y="0"/>
                  </a:moveTo>
                  <a:cubicBezTo>
                    <a:pt x="552" y="0"/>
                    <a:pt x="272" y="176"/>
                    <a:pt x="160" y="465"/>
                  </a:cubicBezTo>
                  <a:cubicBezTo>
                    <a:pt x="0" y="847"/>
                    <a:pt x="185" y="1278"/>
                    <a:pt x="567" y="1438"/>
                  </a:cubicBezTo>
                  <a:cubicBezTo>
                    <a:pt x="661" y="1477"/>
                    <a:pt x="757" y="1496"/>
                    <a:pt x="852" y="1496"/>
                  </a:cubicBezTo>
                  <a:cubicBezTo>
                    <a:pt x="1144" y="1496"/>
                    <a:pt x="1419" y="1320"/>
                    <a:pt x="1540" y="1031"/>
                  </a:cubicBezTo>
                  <a:cubicBezTo>
                    <a:pt x="1701" y="649"/>
                    <a:pt x="1516" y="218"/>
                    <a:pt x="1134" y="58"/>
                  </a:cubicBezTo>
                  <a:cubicBezTo>
                    <a:pt x="1040" y="19"/>
                    <a:pt x="943" y="0"/>
                    <a:pt x="8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0" name="Google Shape;8216;p67">
              <a:extLst>
                <a:ext uri="{FF2B5EF4-FFF2-40B4-BE49-F238E27FC236}">
                  <a16:creationId xmlns:a16="http://schemas.microsoft.com/office/drawing/2014/main" id="{4B26EA6A-746B-8819-A2BB-D2A4A908D3AB}"/>
                </a:ext>
              </a:extLst>
            </p:cNvPr>
            <p:cNvSpPr/>
            <p:nvPr/>
          </p:nvSpPr>
          <p:spPr>
            <a:xfrm>
              <a:off x="4471475" y="2611600"/>
              <a:ext cx="43775" cy="37525"/>
            </a:xfrm>
            <a:custGeom>
              <a:avLst/>
              <a:gdLst/>
              <a:ahLst/>
              <a:cxnLst/>
              <a:rect l="l" t="t" r="r" b="b"/>
              <a:pathLst>
                <a:path w="1751" h="1501" extrusionOk="0">
                  <a:moveTo>
                    <a:pt x="1000" y="0"/>
                  </a:moveTo>
                  <a:cubicBezTo>
                    <a:pt x="818" y="0"/>
                    <a:pt x="632" y="68"/>
                    <a:pt x="481" y="219"/>
                  </a:cubicBezTo>
                  <a:cubicBezTo>
                    <a:pt x="1" y="687"/>
                    <a:pt x="346" y="1488"/>
                    <a:pt x="1011" y="1501"/>
                  </a:cubicBezTo>
                  <a:cubicBezTo>
                    <a:pt x="1418" y="1501"/>
                    <a:pt x="1750" y="1156"/>
                    <a:pt x="1750" y="749"/>
                  </a:cubicBezTo>
                  <a:cubicBezTo>
                    <a:pt x="1750" y="298"/>
                    <a:pt x="1383" y="0"/>
                    <a:pt x="100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1" name="Google Shape;8217;p67">
              <a:extLst>
                <a:ext uri="{FF2B5EF4-FFF2-40B4-BE49-F238E27FC236}">
                  <a16:creationId xmlns:a16="http://schemas.microsoft.com/office/drawing/2014/main" id="{D80FC389-D92C-141F-032D-FC94A7A081ED}"/>
                </a:ext>
              </a:extLst>
            </p:cNvPr>
            <p:cNvSpPr/>
            <p:nvPr/>
          </p:nvSpPr>
          <p:spPr>
            <a:xfrm>
              <a:off x="3045900" y="2649725"/>
              <a:ext cx="37300" cy="37300"/>
            </a:xfrm>
            <a:custGeom>
              <a:avLst/>
              <a:gdLst/>
              <a:ahLst/>
              <a:cxnLst/>
              <a:rect l="l" t="t" r="r" b="b"/>
              <a:pathLst>
                <a:path w="1492" h="1492" extrusionOk="0">
                  <a:moveTo>
                    <a:pt x="740" y="0"/>
                  </a:moveTo>
                  <a:cubicBezTo>
                    <a:pt x="333" y="0"/>
                    <a:pt x="0" y="333"/>
                    <a:pt x="0" y="752"/>
                  </a:cubicBezTo>
                  <a:cubicBezTo>
                    <a:pt x="0" y="1158"/>
                    <a:pt x="333" y="1491"/>
                    <a:pt x="740" y="1491"/>
                  </a:cubicBezTo>
                  <a:cubicBezTo>
                    <a:pt x="1159" y="1491"/>
                    <a:pt x="1491" y="1158"/>
                    <a:pt x="1491" y="752"/>
                  </a:cubicBezTo>
                  <a:cubicBezTo>
                    <a:pt x="1491" y="333"/>
                    <a:pt x="1159" y="0"/>
                    <a:pt x="7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2" name="Google Shape;8218;p67">
              <a:extLst>
                <a:ext uri="{FF2B5EF4-FFF2-40B4-BE49-F238E27FC236}">
                  <a16:creationId xmlns:a16="http://schemas.microsoft.com/office/drawing/2014/main" id="{EF5145E5-77E4-9460-52F4-2D46174D5AA8}"/>
                </a:ext>
              </a:extLst>
            </p:cNvPr>
            <p:cNvSpPr/>
            <p:nvPr/>
          </p:nvSpPr>
          <p:spPr>
            <a:xfrm>
              <a:off x="3583225" y="2266300"/>
              <a:ext cx="44875" cy="37525"/>
            </a:xfrm>
            <a:custGeom>
              <a:avLst/>
              <a:gdLst/>
              <a:ahLst/>
              <a:cxnLst/>
              <a:rect l="l" t="t" r="r" b="b"/>
              <a:pathLst>
                <a:path w="1795" h="1501" extrusionOk="0">
                  <a:moveTo>
                    <a:pt x="809" y="1"/>
                  </a:moveTo>
                  <a:cubicBezTo>
                    <a:pt x="446" y="1"/>
                    <a:pt x="127" y="269"/>
                    <a:pt x="82" y="638"/>
                  </a:cubicBezTo>
                  <a:cubicBezTo>
                    <a:pt x="0" y="1130"/>
                    <a:pt x="390" y="1501"/>
                    <a:pt x="818" y="1501"/>
                  </a:cubicBezTo>
                  <a:cubicBezTo>
                    <a:pt x="969" y="1501"/>
                    <a:pt x="1124" y="1455"/>
                    <a:pt x="1265" y="1352"/>
                  </a:cubicBezTo>
                  <a:cubicBezTo>
                    <a:pt x="1795" y="946"/>
                    <a:pt x="1585" y="108"/>
                    <a:pt x="920" y="9"/>
                  </a:cubicBezTo>
                  <a:cubicBezTo>
                    <a:pt x="883" y="4"/>
                    <a:pt x="845" y="1"/>
                    <a:pt x="80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3" name="Google Shape;8219;p67">
              <a:extLst>
                <a:ext uri="{FF2B5EF4-FFF2-40B4-BE49-F238E27FC236}">
                  <a16:creationId xmlns:a16="http://schemas.microsoft.com/office/drawing/2014/main" id="{F117DBBD-03B5-5832-2BD1-9B8ACF8C4503}"/>
                </a:ext>
              </a:extLst>
            </p:cNvPr>
            <p:cNvSpPr/>
            <p:nvPr/>
          </p:nvSpPr>
          <p:spPr>
            <a:xfrm>
              <a:off x="4225050" y="2447725"/>
              <a:ext cx="43775" cy="37525"/>
            </a:xfrm>
            <a:custGeom>
              <a:avLst/>
              <a:gdLst/>
              <a:ahLst/>
              <a:cxnLst/>
              <a:rect l="l" t="t" r="r" b="b"/>
              <a:pathLst>
                <a:path w="1751" h="1501" extrusionOk="0">
                  <a:moveTo>
                    <a:pt x="750" y="0"/>
                  </a:moveTo>
                  <a:cubicBezTo>
                    <a:pt x="368" y="0"/>
                    <a:pt x="1" y="298"/>
                    <a:pt x="1" y="749"/>
                  </a:cubicBezTo>
                  <a:cubicBezTo>
                    <a:pt x="1" y="1168"/>
                    <a:pt x="333" y="1501"/>
                    <a:pt x="752" y="1501"/>
                  </a:cubicBezTo>
                  <a:cubicBezTo>
                    <a:pt x="1418" y="1501"/>
                    <a:pt x="1750" y="687"/>
                    <a:pt x="1270" y="219"/>
                  </a:cubicBezTo>
                  <a:cubicBezTo>
                    <a:pt x="1119" y="68"/>
                    <a:pt x="933" y="0"/>
                    <a:pt x="75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4" name="Google Shape;8220;p67">
              <a:extLst>
                <a:ext uri="{FF2B5EF4-FFF2-40B4-BE49-F238E27FC236}">
                  <a16:creationId xmlns:a16="http://schemas.microsoft.com/office/drawing/2014/main" id="{2071D1D9-51B0-0B6A-5527-898CAABFC896}"/>
                </a:ext>
              </a:extLst>
            </p:cNvPr>
            <p:cNvSpPr/>
            <p:nvPr/>
          </p:nvSpPr>
          <p:spPr>
            <a:xfrm>
              <a:off x="4184700" y="1906425"/>
              <a:ext cx="43775" cy="37525"/>
            </a:xfrm>
            <a:custGeom>
              <a:avLst/>
              <a:gdLst/>
              <a:ahLst/>
              <a:cxnLst/>
              <a:rect l="l" t="t" r="r" b="b"/>
              <a:pathLst>
                <a:path w="1751" h="1501" extrusionOk="0">
                  <a:moveTo>
                    <a:pt x="998" y="1"/>
                  </a:moveTo>
                  <a:cubicBezTo>
                    <a:pt x="333" y="1"/>
                    <a:pt x="0" y="802"/>
                    <a:pt x="469" y="1282"/>
                  </a:cubicBezTo>
                  <a:cubicBezTo>
                    <a:pt x="624" y="1433"/>
                    <a:pt x="812" y="1501"/>
                    <a:pt x="996" y="1501"/>
                  </a:cubicBezTo>
                  <a:cubicBezTo>
                    <a:pt x="1383" y="1501"/>
                    <a:pt x="1750" y="1203"/>
                    <a:pt x="1750" y="752"/>
                  </a:cubicBezTo>
                  <a:cubicBezTo>
                    <a:pt x="1750" y="333"/>
                    <a:pt x="1417" y="1"/>
                    <a:pt x="99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5" name="Google Shape;8221;p67">
              <a:extLst>
                <a:ext uri="{FF2B5EF4-FFF2-40B4-BE49-F238E27FC236}">
                  <a16:creationId xmlns:a16="http://schemas.microsoft.com/office/drawing/2014/main" id="{33A2538E-1E05-769B-A159-C66BB34C5762}"/>
                </a:ext>
              </a:extLst>
            </p:cNvPr>
            <p:cNvSpPr/>
            <p:nvPr/>
          </p:nvSpPr>
          <p:spPr>
            <a:xfrm>
              <a:off x="3575400" y="1583100"/>
              <a:ext cx="42225" cy="37400"/>
            </a:xfrm>
            <a:custGeom>
              <a:avLst/>
              <a:gdLst/>
              <a:ahLst/>
              <a:cxnLst/>
              <a:rect l="l" t="t" r="r" b="b"/>
              <a:pathLst>
                <a:path w="1689" h="1496" extrusionOk="0">
                  <a:moveTo>
                    <a:pt x="848" y="0"/>
                  </a:moveTo>
                  <a:cubicBezTo>
                    <a:pt x="552" y="0"/>
                    <a:pt x="270" y="176"/>
                    <a:pt x="149" y="464"/>
                  </a:cubicBezTo>
                  <a:cubicBezTo>
                    <a:pt x="1" y="846"/>
                    <a:pt x="173" y="1278"/>
                    <a:pt x="555" y="1438"/>
                  </a:cubicBezTo>
                  <a:cubicBezTo>
                    <a:pt x="649" y="1477"/>
                    <a:pt x="746" y="1496"/>
                    <a:pt x="842" y="1496"/>
                  </a:cubicBezTo>
                  <a:cubicBezTo>
                    <a:pt x="1138" y="1496"/>
                    <a:pt x="1420" y="1320"/>
                    <a:pt x="1541" y="1031"/>
                  </a:cubicBezTo>
                  <a:cubicBezTo>
                    <a:pt x="1689" y="649"/>
                    <a:pt x="1516" y="218"/>
                    <a:pt x="1134" y="58"/>
                  </a:cubicBezTo>
                  <a:cubicBezTo>
                    <a:pt x="1041" y="19"/>
                    <a:pt x="943" y="0"/>
                    <a:pt x="84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6" name="Google Shape;8222;p67">
              <a:extLst>
                <a:ext uri="{FF2B5EF4-FFF2-40B4-BE49-F238E27FC236}">
                  <a16:creationId xmlns:a16="http://schemas.microsoft.com/office/drawing/2014/main" id="{E0F3E929-A9E1-752A-23A1-F6C723BC80D9}"/>
                </a:ext>
              </a:extLst>
            </p:cNvPr>
            <p:cNvSpPr/>
            <p:nvPr/>
          </p:nvSpPr>
          <p:spPr>
            <a:xfrm>
              <a:off x="3231025" y="1595925"/>
              <a:ext cx="37300" cy="37300"/>
            </a:xfrm>
            <a:custGeom>
              <a:avLst/>
              <a:gdLst/>
              <a:ahLst/>
              <a:cxnLst/>
              <a:rect l="l" t="t" r="r" b="b"/>
              <a:pathLst>
                <a:path w="1492" h="1492" extrusionOk="0">
                  <a:moveTo>
                    <a:pt x="752" y="1"/>
                  </a:moveTo>
                  <a:cubicBezTo>
                    <a:pt x="333" y="1"/>
                    <a:pt x="0" y="333"/>
                    <a:pt x="0" y="752"/>
                  </a:cubicBezTo>
                  <a:cubicBezTo>
                    <a:pt x="0" y="1159"/>
                    <a:pt x="333" y="1492"/>
                    <a:pt x="752" y="1492"/>
                  </a:cubicBezTo>
                  <a:cubicBezTo>
                    <a:pt x="1159" y="1492"/>
                    <a:pt x="1491" y="1159"/>
                    <a:pt x="1491" y="752"/>
                  </a:cubicBezTo>
                  <a:cubicBezTo>
                    <a:pt x="1491" y="333"/>
                    <a:pt x="1159" y="1"/>
                    <a:pt x="75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841781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DA8F547-192C-F73A-9BA6-9F2C531A5015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F5CD3E-2843-EA2A-E2B3-C9673A21F1EC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8A6EC4-C8CB-C46A-3986-5FBEA81F97A4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cxnSp>
        <p:nvCxnSpPr>
          <p:cNvPr id="22" name="Google Shape;1325;p38">
            <a:extLst>
              <a:ext uri="{FF2B5EF4-FFF2-40B4-BE49-F238E27FC236}">
                <a16:creationId xmlns:a16="http://schemas.microsoft.com/office/drawing/2014/main" id="{4461C0F2-0D2D-281C-B9ED-DF7EAF78EDF9}"/>
              </a:ext>
            </a:extLst>
          </p:cNvPr>
          <p:cNvCxnSpPr/>
          <p:nvPr/>
        </p:nvCxnSpPr>
        <p:spPr>
          <a:xfrm rot="10800000">
            <a:off x="1498672" y="4570762"/>
            <a:ext cx="97270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4" name="Google Shape;1328;p38">
            <a:extLst>
              <a:ext uri="{FF2B5EF4-FFF2-40B4-BE49-F238E27FC236}">
                <a16:creationId xmlns:a16="http://schemas.microsoft.com/office/drawing/2014/main" id="{3F4EBF57-582D-0401-A29B-0559B1840FB0}"/>
              </a:ext>
            </a:extLst>
          </p:cNvPr>
          <p:cNvSpPr/>
          <p:nvPr/>
        </p:nvSpPr>
        <p:spPr>
          <a:xfrm>
            <a:off x="1498575" y="4947096"/>
            <a:ext cx="1989829" cy="729034"/>
          </a:xfrm>
          <a:prstGeom prst="homePlate">
            <a:avLst>
              <a:gd name="adj" fmla="val 50000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GB" sz="1300" b="1">
                <a:solidFill>
                  <a:srgbClr val="FFFFFF"/>
                </a:solidFill>
                <a:latin typeface="Poppins SemiBold" pitchFamily="2" charset="77"/>
                <a:ea typeface="Fira Sans Extra Condensed"/>
                <a:cs typeface="Poppins SemiBold" pitchFamily="2" charset="77"/>
                <a:sym typeface="Fira Sans Extra Condensed"/>
              </a:rPr>
              <a:t>Initial</a:t>
            </a:r>
            <a:endParaRPr lang="en-IN" sz="1300" b="1">
              <a:solidFill>
                <a:srgbClr val="000000"/>
              </a:solidFill>
              <a:latin typeface="Poppins SemiBold" pitchFamily="2" charset="77"/>
              <a:ea typeface="Fira Sans Extra Condensed"/>
              <a:cs typeface="Poppins SemiBold" pitchFamily="2" charset="77"/>
              <a:sym typeface="Fira Sans Extra Condensed"/>
            </a:endParaRPr>
          </a:p>
        </p:txBody>
      </p:sp>
      <p:sp>
        <p:nvSpPr>
          <p:cNvPr id="25" name="Google Shape;1329;p38">
            <a:extLst>
              <a:ext uri="{FF2B5EF4-FFF2-40B4-BE49-F238E27FC236}">
                <a16:creationId xmlns:a16="http://schemas.microsoft.com/office/drawing/2014/main" id="{F6BE8046-BC54-4BFC-9D02-2D07D9CA3187}"/>
              </a:ext>
            </a:extLst>
          </p:cNvPr>
          <p:cNvSpPr/>
          <p:nvPr/>
        </p:nvSpPr>
        <p:spPr>
          <a:xfrm>
            <a:off x="1498575" y="3300990"/>
            <a:ext cx="1600521" cy="1427691"/>
          </a:xfrm>
          <a:prstGeom prst="rect">
            <a:avLst/>
          </a:prstGeom>
          <a:solidFill>
            <a:srgbClr val="AD3202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FFFFFF"/>
                </a:solidFill>
                <a:latin typeface="Poppins" pitchFamily="2" charset="77"/>
                <a:ea typeface="Roboto"/>
                <a:cs typeface="Poppins" pitchFamily="2" charset="77"/>
                <a:sym typeface="Roboto"/>
              </a:rPr>
              <a:t>Despite being red, Mars is a cold place</a:t>
            </a:r>
            <a:endParaRPr sz="1200">
              <a:solidFill>
                <a:srgbClr val="FFFFFF"/>
              </a:solidFill>
              <a:latin typeface="Poppins" pitchFamily="2" charset="77"/>
              <a:ea typeface="Roboto"/>
              <a:cs typeface="Poppins" pitchFamily="2" charset="77"/>
              <a:sym typeface="Roboto"/>
            </a:endParaRPr>
          </a:p>
        </p:txBody>
      </p:sp>
      <p:sp>
        <p:nvSpPr>
          <p:cNvPr id="26" name="Google Shape;1331;p38">
            <a:extLst>
              <a:ext uri="{FF2B5EF4-FFF2-40B4-BE49-F238E27FC236}">
                <a16:creationId xmlns:a16="http://schemas.microsoft.com/office/drawing/2014/main" id="{E6B0FBCC-41F4-DC50-FCE1-0281A62134BA}"/>
              </a:ext>
            </a:extLst>
          </p:cNvPr>
          <p:cNvSpPr/>
          <p:nvPr/>
        </p:nvSpPr>
        <p:spPr>
          <a:xfrm>
            <a:off x="3479357" y="4947097"/>
            <a:ext cx="1989829" cy="729034"/>
          </a:xfrm>
          <a:prstGeom prst="chevron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300" b="1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 SemiBold" pitchFamily="2" charset="77"/>
                <a:ea typeface="Fira Sans Extra Condensed"/>
                <a:cs typeface="Poppins SemiBold" pitchFamily="2" charset="77"/>
                <a:sym typeface="Fira Sans Extra Condensed"/>
              </a:rPr>
              <a:t>Managed</a:t>
            </a:r>
            <a:endParaRPr kumimoji="0" lang="en-IN" sz="1300" b="1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 SemiBold" pitchFamily="2" charset="77"/>
              <a:ea typeface="Fira Sans Extra Condensed"/>
              <a:cs typeface="Poppins SemiBold" pitchFamily="2" charset="77"/>
              <a:sym typeface="Fira Sans Extra Condensed"/>
            </a:endParaRPr>
          </a:p>
        </p:txBody>
      </p:sp>
      <p:sp>
        <p:nvSpPr>
          <p:cNvPr id="27" name="Google Shape;1332;p38">
            <a:extLst>
              <a:ext uri="{FF2B5EF4-FFF2-40B4-BE49-F238E27FC236}">
                <a16:creationId xmlns:a16="http://schemas.microsoft.com/office/drawing/2014/main" id="{D0CD3EB2-FD85-CAFF-3642-6ED053B668B0}"/>
              </a:ext>
            </a:extLst>
          </p:cNvPr>
          <p:cNvSpPr/>
          <p:nvPr/>
        </p:nvSpPr>
        <p:spPr>
          <a:xfrm>
            <a:off x="3479358" y="2969327"/>
            <a:ext cx="1600522" cy="17593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n-GB" sz="120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" pitchFamily="2" charset="77"/>
                <a:ea typeface="Roboto"/>
                <a:cs typeface="Poppins" pitchFamily="2" charset="77"/>
                <a:sym typeface="Roboto"/>
              </a:rPr>
              <a:t>Venus is the second planet from the Sun</a:t>
            </a:r>
            <a:endParaRPr kumimoji="0" lang="en-IN" sz="120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" pitchFamily="2" charset="77"/>
              <a:ea typeface="Roboto"/>
              <a:cs typeface="Poppins" pitchFamily="2" charset="77"/>
              <a:sym typeface="Roboto"/>
            </a:endParaRPr>
          </a:p>
        </p:txBody>
      </p:sp>
      <p:sp>
        <p:nvSpPr>
          <p:cNvPr id="28" name="Google Shape;1334;p38">
            <a:extLst>
              <a:ext uri="{FF2B5EF4-FFF2-40B4-BE49-F238E27FC236}">
                <a16:creationId xmlns:a16="http://schemas.microsoft.com/office/drawing/2014/main" id="{4704ED86-EBB5-C458-421B-8F41B6A98E93}"/>
              </a:ext>
            </a:extLst>
          </p:cNvPr>
          <p:cNvSpPr/>
          <p:nvPr/>
        </p:nvSpPr>
        <p:spPr>
          <a:xfrm>
            <a:off x="5444003" y="4947097"/>
            <a:ext cx="1989829" cy="729034"/>
          </a:xfrm>
          <a:prstGeom prst="chevron">
            <a:avLst>
              <a:gd name="adj" fmla="val 50000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n-GB" sz="1300" b="1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Poppins SemiBold" pitchFamily="2" charset="77"/>
                <a:ea typeface="Fira Sans Extra Condensed"/>
                <a:cs typeface="Poppins SemiBold" pitchFamily="2" charset="77"/>
                <a:sym typeface="Fira Sans Extra Condensed"/>
              </a:rPr>
              <a:t>Defined</a:t>
            </a:r>
            <a:endParaRPr kumimoji="0" lang="en-IN" sz="1300" b="1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Poppins SemiBold" pitchFamily="2" charset="77"/>
              <a:ea typeface="Fira Sans Extra Condensed"/>
              <a:cs typeface="Poppins SemiBold" pitchFamily="2" charset="77"/>
              <a:sym typeface="Fira Sans Extra Condensed"/>
            </a:endParaRPr>
          </a:p>
        </p:txBody>
      </p:sp>
      <p:sp>
        <p:nvSpPr>
          <p:cNvPr id="29" name="Google Shape;1335;p38">
            <a:extLst>
              <a:ext uri="{FF2B5EF4-FFF2-40B4-BE49-F238E27FC236}">
                <a16:creationId xmlns:a16="http://schemas.microsoft.com/office/drawing/2014/main" id="{C080C57B-751E-9135-9E2B-BBEA4D020728}"/>
              </a:ext>
            </a:extLst>
          </p:cNvPr>
          <p:cNvSpPr/>
          <p:nvPr/>
        </p:nvSpPr>
        <p:spPr>
          <a:xfrm>
            <a:off x="5460140" y="2616867"/>
            <a:ext cx="1600522" cy="211168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n-GB" sz="120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Poppins" pitchFamily="2" charset="77"/>
                <a:ea typeface="Roboto"/>
                <a:cs typeface="Poppins" pitchFamily="2" charset="77"/>
                <a:sym typeface="Roboto"/>
              </a:rPr>
              <a:t>Saturn is the ringed one. It’s mostly hydrogen </a:t>
            </a:r>
            <a:endParaRPr kumimoji="0" lang="en-IN" sz="120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Poppins" pitchFamily="2" charset="77"/>
              <a:ea typeface="Roboto"/>
              <a:cs typeface="Poppins" pitchFamily="2" charset="77"/>
              <a:sym typeface="Roboto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0" name="Google Shape;1337;p38">
            <a:extLst>
              <a:ext uri="{FF2B5EF4-FFF2-40B4-BE49-F238E27FC236}">
                <a16:creationId xmlns:a16="http://schemas.microsoft.com/office/drawing/2014/main" id="{CD916C70-964F-7F8E-77FD-7415D7172197}"/>
              </a:ext>
            </a:extLst>
          </p:cNvPr>
          <p:cNvSpPr/>
          <p:nvPr/>
        </p:nvSpPr>
        <p:spPr>
          <a:xfrm>
            <a:off x="7440889" y="4947096"/>
            <a:ext cx="1989829" cy="729034"/>
          </a:xfrm>
          <a:prstGeom prst="chevron">
            <a:avLst>
              <a:gd name="adj" fmla="val 50000"/>
            </a:avLst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n-GB" sz="1300" b="1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Poppins SemiBold" pitchFamily="2" charset="77"/>
                <a:ea typeface="Fira Sans Extra Condensed"/>
                <a:cs typeface="Poppins SemiBold" pitchFamily="2" charset="77"/>
                <a:sym typeface="Fira Sans Extra Condensed"/>
              </a:rPr>
              <a:t>Quantitative</a:t>
            </a:r>
            <a:endParaRPr kumimoji="0" lang="en-IN" sz="1300" b="1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Poppins SemiBold" pitchFamily="2" charset="77"/>
              <a:ea typeface="Fira Sans Extra Condensed"/>
              <a:cs typeface="Poppins SemiBold" pitchFamily="2" charset="77"/>
              <a:sym typeface="Fira Sans Extra Condensed"/>
            </a:endParaRPr>
          </a:p>
        </p:txBody>
      </p:sp>
      <p:sp>
        <p:nvSpPr>
          <p:cNvPr id="31" name="Google Shape;1338;p38">
            <a:extLst>
              <a:ext uri="{FF2B5EF4-FFF2-40B4-BE49-F238E27FC236}">
                <a16:creationId xmlns:a16="http://schemas.microsoft.com/office/drawing/2014/main" id="{2B7BDEEF-E21F-52A8-B9A3-9F0BA2BDE5E7}"/>
              </a:ext>
            </a:extLst>
          </p:cNvPr>
          <p:cNvSpPr/>
          <p:nvPr/>
        </p:nvSpPr>
        <p:spPr>
          <a:xfrm>
            <a:off x="7440923" y="2219432"/>
            <a:ext cx="1600522" cy="250902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n-GB" sz="120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Poppins" pitchFamily="2" charset="77"/>
                <a:ea typeface="Roboto"/>
                <a:cs typeface="Poppins" pitchFamily="2" charset="77"/>
                <a:sym typeface="Roboto"/>
              </a:rPr>
              <a:t>Jupiter is a gas giant and the biggest planet</a:t>
            </a:r>
            <a:endParaRPr kumimoji="0" lang="en-IN" sz="120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Poppins" pitchFamily="2" charset="77"/>
              <a:ea typeface="Roboto"/>
              <a:cs typeface="Poppins" pitchFamily="2" charset="77"/>
              <a:sym typeface="Roboto"/>
            </a:endParaRPr>
          </a:p>
        </p:txBody>
      </p:sp>
      <p:sp>
        <p:nvSpPr>
          <p:cNvPr id="32" name="Google Shape;1340;p38">
            <a:extLst>
              <a:ext uri="{FF2B5EF4-FFF2-40B4-BE49-F238E27FC236}">
                <a16:creationId xmlns:a16="http://schemas.microsoft.com/office/drawing/2014/main" id="{69E89FC0-F90A-DC84-B854-84282A370A97}"/>
              </a:ext>
            </a:extLst>
          </p:cNvPr>
          <p:cNvSpPr/>
          <p:nvPr/>
        </p:nvSpPr>
        <p:spPr>
          <a:xfrm>
            <a:off x="9437776" y="4947096"/>
            <a:ext cx="1989829" cy="729034"/>
          </a:xfrm>
          <a:prstGeom prst="chevron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Clr>
                <a:srgbClr val="000000"/>
              </a:buClr>
              <a:buSzPts val="1100"/>
              <a:buFont typeface="Arial"/>
              <a:buNone/>
            </a:pPr>
            <a:r>
              <a:rPr lang="en-GB" sz="1300" b="1">
                <a:latin typeface="Poppins SemiBold" pitchFamily="2" charset="77"/>
                <a:ea typeface="Fira Sans Extra Condensed"/>
                <a:cs typeface="Poppins SemiBold" pitchFamily="2" charset="77"/>
                <a:sym typeface="Fira Sans Extra Condensed"/>
              </a:rPr>
              <a:t>Optimizing</a:t>
            </a:r>
            <a:endParaRPr lang="en-IN" sz="1300" b="1">
              <a:latin typeface="Poppins SemiBold" pitchFamily="2" charset="77"/>
              <a:ea typeface="Fira Sans Extra Condensed"/>
              <a:cs typeface="Poppins SemiBold" pitchFamily="2" charset="77"/>
              <a:sym typeface="Fira Sans Extra Condensed"/>
            </a:endParaRPr>
          </a:p>
        </p:txBody>
      </p:sp>
      <p:sp>
        <p:nvSpPr>
          <p:cNvPr id="33" name="Google Shape;1341;p38">
            <a:extLst>
              <a:ext uri="{FF2B5EF4-FFF2-40B4-BE49-F238E27FC236}">
                <a16:creationId xmlns:a16="http://schemas.microsoft.com/office/drawing/2014/main" id="{44586D38-E782-A225-BB40-C71B23C1A9D0}"/>
              </a:ext>
            </a:extLst>
          </p:cNvPr>
          <p:cNvSpPr/>
          <p:nvPr/>
        </p:nvSpPr>
        <p:spPr>
          <a:xfrm>
            <a:off x="9421706" y="1839399"/>
            <a:ext cx="1600522" cy="288925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Poppins" pitchFamily="2" charset="77"/>
                <a:ea typeface="Roboto"/>
                <a:cs typeface="Poppins" pitchFamily="2" charset="77"/>
                <a:sym typeface="Roboto"/>
              </a:rPr>
              <a:t>Neptune is the farthest planet from the Sun</a:t>
            </a:r>
            <a:endParaRPr lang="en-IN" sz="1200">
              <a:latin typeface="Poppins" pitchFamily="2" charset="77"/>
              <a:ea typeface="Roboto"/>
              <a:cs typeface="Poppins" pitchFamily="2" charset="77"/>
              <a:sym typeface="Roboto"/>
            </a:endParaRPr>
          </a:p>
        </p:txBody>
      </p:sp>
      <p:grpSp>
        <p:nvGrpSpPr>
          <p:cNvPr id="34" name="Google Shape;1342;p38">
            <a:extLst>
              <a:ext uri="{FF2B5EF4-FFF2-40B4-BE49-F238E27FC236}">
                <a16:creationId xmlns:a16="http://schemas.microsoft.com/office/drawing/2014/main" id="{574B20E5-D1C3-B1B1-5666-AC4158EEA20F}"/>
              </a:ext>
            </a:extLst>
          </p:cNvPr>
          <p:cNvGrpSpPr/>
          <p:nvPr/>
        </p:nvGrpSpPr>
        <p:grpSpPr>
          <a:xfrm>
            <a:off x="865800" y="1928833"/>
            <a:ext cx="252000" cy="3734902"/>
            <a:chOff x="446050" y="1177075"/>
            <a:chExt cx="252000" cy="3209100"/>
          </a:xfrm>
        </p:grpSpPr>
        <p:cxnSp>
          <p:nvCxnSpPr>
            <p:cNvPr id="35" name="Google Shape;1343;p38">
              <a:extLst>
                <a:ext uri="{FF2B5EF4-FFF2-40B4-BE49-F238E27FC236}">
                  <a16:creationId xmlns:a16="http://schemas.microsoft.com/office/drawing/2014/main" id="{FEAB0EFB-10B2-E99F-E5AE-28121EB2DA0E}"/>
                </a:ext>
              </a:extLst>
            </p:cNvPr>
            <p:cNvCxnSpPr/>
            <p:nvPr/>
          </p:nvCxnSpPr>
          <p:spPr>
            <a:xfrm>
              <a:off x="594725" y="1177075"/>
              <a:ext cx="0" cy="320910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36" name="Google Shape;1344;p38">
              <a:extLst>
                <a:ext uri="{FF2B5EF4-FFF2-40B4-BE49-F238E27FC236}">
                  <a16:creationId xmlns:a16="http://schemas.microsoft.com/office/drawing/2014/main" id="{B0D8157B-77C8-D2C2-1630-8FD92E7E1D94}"/>
                </a:ext>
              </a:extLst>
            </p:cNvPr>
            <p:cNvSpPr txBox="1"/>
            <p:nvPr/>
          </p:nvSpPr>
          <p:spPr>
            <a:xfrm rot="-5400000">
              <a:off x="31600" y="2655600"/>
              <a:ext cx="1080900" cy="252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" pitchFamily="2" charset="77"/>
                  <a:ea typeface="Fira Sans Extra Condensed Medium"/>
                  <a:cs typeface="Poppins" pitchFamily="2" charset="77"/>
                  <a:sym typeface="Fira Sans Extra Condensed Medium"/>
                </a:rPr>
                <a:t>Time</a:t>
              </a: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ea typeface="Fira Sans Extra Condensed Medium"/>
                <a:cs typeface="Poppins" pitchFamily="2" charset="77"/>
                <a:sym typeface="Fira Sans Extra Condensed Medium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935499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E6305D-C034-56F7-2CE9-15864862E0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441F0534-8466-DC88-C18C-D8C27543251A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105A7F8-5F89-2142-549D-795F987A19AF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3211EDD-E424-DD13-AF8D-C2EFDB97D6E5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cxnSp>
        <p:nvCxnSpPr>
          <p:cNvPr id="22" name="Google Shape;1325;p38">
            <a:extLst>
              <a:ext uri="{FF2B5EF4-FFF2-40B4-BE49-F238E27FC236}">
                <a16:creationId xmlns:a16="http://schemas.microsoft.com/office/drawing/2014/main" id="{EAD97FA2-2CD7-3A8B-A47F-47592C61646A}"/>
              </a:ext>
            </a:extLst>
          </p:cNvPr>
          <p:cNvCxnSpPr/>
          <p:nvPr/>
        </p:nvCxnSpPr>
        <p:spPr>
          <a:xfrm rot="10800000">
            <a:off x="1498672" y="4570762"/>
            <a:ext cx="97270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4" name="Google Shape;1328;p38">
            <a:extLst>
              <a:ext uri="{FF2B5EF4-FFF2-40B4-BE49-F238E27FC236}">
                <a16:creationId xmlns:a16="http://schemas.microsoft.com/office/drawing/2014/main" id="{482216DC-B94C-EBDC-8ACC-5E797692A899}"/>
              </a:ext>
            </a:extLst>
          </p:cNvPr>
          <p:cNvSpPr/>
          <p:nvPr/>
        </p:nvSpPr>
        <p:spPr>
          <a:xfrm>
            <a:off x="1498575" y="4947096"/>
            <a:ext cx="1989829" cy="729034"/>
          </a:xfrm>
          <a:prstGeom prst="homePlate">
            <a:avLst>
              <a:gd name="adj" fmla="val 50000"/>
            </a:avLst>
          </a:prstGeom>
          <a:solidFill>
            <a:schemeClr val="tx2">
              <a:lumMod val="5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GB" sz="1300" b="1">
                <a:solidFill>
                  <a:srgbClr val="FFFFFF"/>
                </a:solidFill>
                <a:latin typeface="Poppins SemiBold" pitchFamily="2" charset="77"/>
                <a:ea typeface="Fira Sans Extra Condensed"/>
                <a:cs typeface="Poppins SemiBold" pitchFamily="2" charset="77"/>
                <a:sym typeface="Fira Sans Extra Condensed"/>
              </a:rPr>
              <a:t>Initial</a:t>
            </a:r>
            <a:endParaRPr sz="1300" b="1">
              <a:solidFill>
                <a:srgbClr val="000000"/>
              </a:solidFill>
              <a:latin typeface="Poppins SemiBold" pitchFamily="2" charset="77"/>
              <a:ea typeface="Fira Sans Extra Condensed"/>
              <a:cs typeface="Poppins SemiBold" pitchFamily="2" charset="77"/>
              <a:sym typeface="Fira Sans Extra Condensed"/>
            </a:endParaRPr>
          </a:p>
        </p:txBody>
      </p:sp>
      <p:sp>
        <p:nvSpPr>
          <p:cNvPr id="25" name="Google Shape;1329;p38">
            <a:extLst>
              <a:ext uri="{FF2B5EF4-FFF2-40B4-BE49-F238E27FC236}">
                <a16:creationId xmlns:a16="http://schemas.microsoft.com/office/drawing/2014/main" id="{A9F9F908-D3C6-D2F2-1E5C-D314AE310A5F}"/>
              </a:ext>
            </a:extLst>
          </p:cNvPr>
          <p:cNvSpPr/>
          <p:nvPr/>
        </p:nvSpPr>
        <p:spPr>
          <a:xfrm>
            <a:off x="1498575" y="3300990"/>
            <a:ext cx="1600521" cy="1427691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FFFFFF"/>
                </a:solidFill>
                <a:latin typeface="Poppins" pitchFamily="2" charset="77"/>
                <a:ea typeface="Roboto"/>
                <a:cs typeface="Poppins" pitchFamily="2" charset="77"/>
                <a:sym typeface="Roboto"/>
              </a:rPr>
              <a:t>Despite being red, Mars is a cold place</a:t>
            </a:r>
            <a:endParaRPr sz="1200">
              <a:solidFill>
                <a:srgbClr val="FFFFFF"/>
              </a:solidFill>
              <a:latin typeface="Poppins" pitchFamily="2" charset="77"/>
              <a:ea typeface="Roboto"/>
              <a:cs typeface="Poppins" pitchFamily="2" charset="77"/>
              <a:sym typeface="Roboto"/>
            </a:endParaRPr>
          </a:p>
        </p:txBody>
      </p:sp>
      <p:sp>
        <p:nvSpPr>
          <p:cNvPr id="26" name="Google Shape;1331;p38">
            <a:extLst>
              <a:ext uri="{FF2B5EF4-FFF2-40B4-BE49-F238E27FC236}">
                <a16:creationId xmlns:a16="http://schemas.microsoft.com/office/drawing/2014/main" id="{23954B9B-270A-D0CD-FFBB-7FB1EC69CC11}"/>
              </a:ext>
            </a:extLst>
          </p:cNvPr>
          <p:cNvSpPr/>
          <p:nvPr/>
        </p:nvSpPr>
        <p:spPr>
          <a:xfrm>
            <a:off x="3479357" y="4947097"/>
            <a:ext cx="1989829" cy="729034"/>
          </a:xfrm>
          <a:prstGeom prst="chevron">
            <a:avLst>
              <a:gd name="adj" fmla="val 50000"/>
            </a:avLst>
          </a:prstGeom>
          <a:solidFill>
            <a:schemeClr val="tx2">
              <a:lumMod val="7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300" b="1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 SemiBold" pitchFamily="2" charset="77"/>
                <a:ea typeface="Fira Sans Extra Condensed"/>
                <a:cs typeface="Poppins SemiBold" pitchFamily="2" charset="77"/>
                <a:sym typeface="Fira Sans Extra Condensed"/>
              </a:rPr>
              <a:t>Managed</a:t>
            </a:r>
            <a:endParaRPr kumimoji="0" sz="1300" b="1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 SemiBold" pitchFamily="2" charset="77"/>
              <a:ea typeface="Fira Sans Extra Condensed"/>
              <a:cs typeface="Poppins SemiBold" pitchFamily="2" charset="77"/>
              <a:sym typeface="Fira Sans Extra Condensed"/>
            </a:endParaRPr>
          </a:p>
        </p:txBody>
      </p:sp>
      <p:sp>
        <p:nvSpPr>
          <p:cNvPr id="27" name="Google Shape;1332;p38">
            <a:extLst>
              <a:ext uri="{FF2B5EF4-FFF2-40B4-BE49-F238E27FC236}">
                <a16:creationId xmlns:a16="http://schemas.microsoft.com/office/drawing/2014/main" id="{9126BDCE-673D-E382-3F6B-EA31CE258075}"/>
              </a:ext>
            </a:extLst>
          </p:cNvPr>
          <p:cNvSpPr/>
          <p:nvPr/>
        </p:nvSpPr>
        <p:spPr>
          <a:xfrm>
            <a:off x="3479358" y="2969327"/>
            <a:ext cx="1600522" cy="1759388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n-GB" sz="120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" pitchFamily="2" charset="77"/>
                <a:ea typeface="Roboto"/>
                <a:cs typeface="Poppins" pitchFamily="2" charset="77"/>
                <a:sym typeface="Roboto"/>
              </a:rPr>
              <a:t>Venus is the second planet from the Sun</a:t>
            </a:r>
            <a:endParaRPr kumimoji="0" sz="120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" pitchFamily="2" charset="77"/>
              <a:ea typeface="Roboto"/>
              <a:cs typeface="Poppins" pitchFamily="2" charset="77"/>
              <a:sym typeface="Roboto"/>
            </a:endParaRPr>
          </a:p>
        </p:txBody>
      </p:sp>
      <p:sp>
        <p:nvSpPr>
          <p:cNvPr id="28" name="Google Shape;1334;p38">
            <a:extLst>
              <a:ext uri="{FF2B5EF4-FFF2-40B4-BE49-F238E27FC236}">
                <a16:creationId xmlns:a16="http://schemas.microsoft.com/office/drawing/2014/main" id="{4A32E689-EC12-8D79-BD3F-10886E24221F}"/>
              </a:ext>
            </a:extLst>
          </p:cNvPr>
          <p:cNvSpPr/>
          <p:nvPr/>
        </p:nvSpPr>
        <p:spPr>
          <a:xfrm>
            <a:off x="5444003" y="4947097"/>
            <a:ext cx="1989829" cy="729034"/>
          </a:xfrm>
          <a:prstGeom prst="chevron">
            <a:avLst>
              <a:gd name="adj" fmla="val 50000"/>
            </a:avLst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n-GB" sz="1300" b="1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 SemiBold" pitchFamily="2" charset="77"/>
                <a:ea typeface="Fira Sans Extra Condensed"/>
                <a:cs typeface="Poppins SemiBold" pitchFamily="2" charset="77"/>
                <a:sym typeface="Fira Sans Extra Condensed"/>
              </a:rPr>
              <a:t>Defined</a:t>
            </a:r>
            <a:endParaRPr kumimoji="0" sz="1300" b="1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 SemiBold" pitchFamily="2" charset="77"/>
              <a:ea typeface="Fira Sans Extra Condensed"/>
              <a:cs typeface="Poppins SemiBold" pitchFamily="2" charset="77"/>
              <a:sym typeface="Fira Sans Extra Condensed"/>
            </a:endParaRPr>
          </a:p>
        </p:txBody>
      </p:sp>
      <p:sp>
        <p:nvSpPr>
          <p:cNvPr id="29" name="Google Shape;1335;p38">
            <a:extLst>
              <a:ext uri="{FF2B5EF4-FFF2-40B4-BE49-F238E27FC236}">
                <a16:creationId xmlns:a16="http://schemas.microsoft.com/office/drawing/2014/main" id="{A9846688-5EA6-3F3D-7982-D58701D2EE39}"/>
              </a:ext>
            </a:extLst>
          </p:cNvPr>
          <p:cNvSpPr/>
          <p:nvPr/>
        </p:nvSpPr>
        <p:spPr>
          <a:xfrm>
            <a:off x="5460140" y="2616867"/>
            <a:ext cx="1600522" cy="2111685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n-GB" sz="120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" pitchFamily="2" charset="77"/>
                <a:ea typeface="Roboto"/>
                <a:cs typeface="Poppins" pitchFamily="2" charset="77"/>
                <a:sym typeface="Roboto"/>
              </a:rPr>
              <a:t>Saturn is the ringed one. It’s mostly hydrogen </a:t>
            </a:r>
            <a:endParaRPr kumimoji="0" sz="120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" pitchFamily="2" charset="77"/>
              <a:ea typeface="Roboto"/>
              <a:cs typeface="Poppins" pitchFamily="2" charset="77"/>
              <a:sym typeface="Roboto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0" name="Google Shape;1337;p38">
            <a:extLst>
              <a:ext uri="{FF2B5EF4-FFF2-40B4-BE49-F238E27FC236}">
                <a16:creationId xmlns:a16="http://schemas.microsoft.com/office/drawing/2014/main" id="{CCC96999-C58B-B605-3264-10441D22E2E1}"/>
              </a:ext>
            </a:extLst>
          </p:cNvPr>
          <p:cNvSpPr/>
          <p:nvPr/>
        </p:nvSpPr>
        <p:spPr>
          <a:xfrm>
            <a:off x="7440889" y="4947096"/>
            <a:ext cx="1989829" cy="729034"/>
          </a:xfrm>
          <a:prstGeom prst="chevron">
            <a:avLst>
              <a:gd name="adj" fmla="val 50000"/>
            </a:avLst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n-GB" sz="1300" b="1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Poppins SemiBold" pitchFamily="2" charset="77"/>
                <a:ea typeface="Fira Sans Extra Condensed"/>
                <a:cs typeface="Poppins SemiBold" pitchFamily="2" charset="77"/>
                <a:sym typeface="Fira Sans Extra Condensed"/>
              </a:rPr>
              <a:t>Quantitative</a:t>
            </a:r>
            <a:endParaRPr kumimoji="0" sz="1300" b="1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Poppins SemiBold" pitchFamily="2" charset="77"/>
              <a:ea typeface="Fira Sans Extra Condensed"/>
              <a:cs typeface="Poppins SemiBold" pitchFamily="2" charset="77"/>
              <a:sym typeface="Fira Sans Extra Condensed"/>
            </a:endParaRPr>
          </a:p>
        </p:txBody>
      </p:sp>
      <p:sp>
        <p:nvSpPr>
          <p:cNvPr id="31" name="Google Shape;1338;p38">
            <a:extLst>
              <a:ext uri="{FF2B5EF4-FFF2-40B4-BE49-F238E27FC236}">
                <a16:creationId xmlns:a16="http://schemas.microsoft.com/office/drawing/2014/main" id="{393803F5-8901-55DF-8AE0-ADB0B7B270E9}"/>
              </a:ext>
            </a:extLst>
          </p:cNvPr>
          <p:cNvSpPr/>
          <p:nvPr/>
        </p:nvSpPr>
        <p:spPr>
          <a:xfrm>
            <a:off x="7440923" y="2219432"/>
            <a:ext cx="1600522" cy="2509022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n-GB" sz="120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Poppins" pitchFamily="2" charset="77"/>
                <a:ea typeface="Roboto"/>
                <a:cs typeface="Poppins" pitchFamily="2" charset="77"/>
                <a:sym typeface="Roboto"/>
              </a:rPr>
              <a:t>Jupiter is a gas giant and the biggest planet</a:t>
            </a:r>
            <a:endParaRPr kumimoji="0" sz="120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Poppins" pitchFamily="2" charset="77"/>
              <a:ea typeface="Roboto"/>
              <a:cs typeface="Poppins" pitchFamily="2" charset="77"/>
              <a:sym typeface="Roboto"/>
            </a:endParaRPr>
          </a:p>
        </p:txBody>
      </p:sp>
      <p:sp>
        <p:nvSpPr>
          <p:cNvPr id="32" name="Google Shape;1340;p38">
            <a:extLst>
              <a:ext uri="{FF2B5EF4-FFF2-40B4-BE49-F238E27FC236}">
                <a16:creationId xmlns:a16="http://schemas.microsoft.com/office/drawing/2014/main" id="{AC21022E-B233-B2D1-B2AB-15C891657CEF}"/>
              </a:ext>
            </a:extLst>
          </p:cNvPr>
          <p:cNvSpPr/>
          <p:nvPr/>
        </p:nvSpPr>
        <p:spPr>
          <a:xfrm>
            <a:off x="9437776" y="4947096"/>
            <a:ext cx="1989829" cy="729034"/>
          </a:xfrm>
          <a:prstGeom prst="chevron">
            <a:avLst>
              <a:gd name="adj" fmla="val 50000"/>
            </a:avLst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Clr>
                <a:srgbClr val="000000"/>
              </a:buClr>
              <a:buSzPts val="1100"/>
              <a:buFont typeface="Arial"/>
              <a:buNone/>
            </a:pPr>
            <a:r>
              <a:rPr lang="en-GB" sz="1300" b="1">
                <a:latin typeface="Poppins SemiBold" pitchFamily="2" charset="77"/>
                <a:ea typeface="Fira Sans Extra Condensed"/>
                <a:cs typeface="Poppins SemiBold" pitchFamily="2" charset="77"/>
                <a:sym typeface="Fira Sans Extra Condensed"/>
              </a:rPr>
              <a:t>Optimizing</a:t>
            </a:r>
            <a:endParaRPr sz="1300" b="1">
              <a:latin typeface="Poppins SemiBold" pitchFamily="2" charset="77"/>
              <a:ea typeface="Fira Sans Extra Condensed"/>
              <a:cs typeface="Poppins SemiBold" pitchFamily="2" charset="77"/>
              <a:sym typeface="Fira Sans Extra Condensed"/>
            </a:endParaRPr>
          </a:p>
        </p:txBody>
      </p:sp>
      <p:sp>
        <p:nvSpPr>
          <p:cNvPr id="33" name="Google Shape;1341;p38">
            <a:extLst>
              <a:ext uri="{FF2B5EF4-FFF2-40B4-BE49-F238E27FC236}">
                <a16:creationId xmlns:a16="http://schemas.microsoft.com/office/drawing/2014/main" id="{CCB3D9BF-F278-EB8D-A0DA-7AB8CD7BAE5D}"/>
              </a:ext>
            </a:extLst>
          </p:cNvPr>
          <p:cNvSpPr/>
          <p:nvPr/>
        </p:nvSpPr>
        <p:spPr>
          <a:xfrm>
            <a:off x="9421706" y="1839399"/>
            <a:ext cx="1600522" cy="288925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Poppins" pitchFamily="2" charset="77"/>
                <a:ea typeface="Roboto"/>
                <a:cs typeface="Poppins" pitchFamily="2" charset="77"/>
                <a:sym typeface="Roboto"/>
              </a:rPr>
              <a:t>Neptune is the farthest planet from the Sun</a:t>
            </a:r>
            <a:endParaRPr sz="1200">
              <a:latin typeface="Poppins" pitchFamily="2" charset="77"/>
              <a:ea typeface="Roboto"/>
              <a:cs typeface="Poppins" pitchFamily="2" charset="77"/>
              <a:sym typeface="Roboto"/>
            </a:endParaRPr>
          </a:p>
        </p:txBody>
      </p:sp>
      <p:grpSp>
        <p:nvGrpSpPr>
          <p:cNvPr id="34" name="Google Shape;1342;p38">
            <a:extLst>
              <a:ext uri="{FF2B5EF4-FFF2-40B4-BE49-F238E27FC236}">
                <a16:creationId xmlns:a16="http://schemas.microsoft.com/office/drawing/2014/main" id="{129C9E63-63AD-8896-374D-F175B999A67F}"/>
              </a:ext>
            </a:extLst>
          </p:cNvPr>
          <p:cNvGrpSpPr/>
          <p:nvPr/>
        </p:nvGrpSpPr>
        <p:grpSpPr>
          <a:xfrm>
            <a:off x="865800" y="1928833"/>
            <a:ext cx="252000" cy="3734902"/>
            <a:chOff x="446050" y="1177075"/>
            <a:chExt cx="252000" cy="3209100"/>
          </a:xfrm>
        </p:grpSpPr>
        <p:cxnSp>
          <p:nvCxnSpPr>
            <p:cNvPr id="35" name="Google Shape;1343;p38">
              <a:extLst>
                <a:ext uri="{FF2B5EF4-FFF2-40B4-BE49-F238E27FC236}">
                  <a16:creationId xmlns:a16="http://schemas.microsoft.com/office/drawing/2014/main" id="{B31BC06D-BA45-48B7-D18A-DBC3B6B354F3}"/>
                </a:ext>
              </a:extLst>
            </p:cNvPr>
            <p:cNvCxnSpPr/>
            <p:nvPr/>
          </p:nvCxnSpPr>
          <p:spPr>
            <a:xfrm>
              <a:off x="594725" y="1177075"/>
              <a:ext cx="0" cy="320910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36" name="Google Shape;1344;p38">
              <a:extLst>
                <a:ext uri="{FF2B5EF4-FFF2-40B4-BE49-F238E27FC236}">
                  <a16:creationId xmlns:a16="http://schemas.microsoft.com/office/drawing/2014/main" id="{1764BC41-020A-F6C7-CA98-8E69739E0F3F}"/>
                </a:ext>
              </a:extLst>
            </p:cNvPr>
            <p:cNvSpPr txBox="1"/>
            <p:nvPr/>
          </p:nvSpPr>
          <p:spPr>
            <a:xfrm rot="-5400000">
              <a:off x="31600" y="2655600"/>
              <a:ext cx="1080900" cy="252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" pitchFamily="2" charset="77"/>
                  <a:ea typeface="Fira Sans Extra Condensed Medium"/>
                  <a:cs typeface="Poppins" pitchFamily="2" charset="77"/>
                  <a:sym typeface="Fira Sans Extra Condensed Medium"/>
                </a:rPr>
                <a:t>Time</a:t>
              </a: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ea typeface="Fira Sans Extra Condensed Medium"/>
                <a:cs typeface="Poppins" pitchFamily="2" charset="77"/>
                <a:sym typeface="Fira Sans Extra Condensed Medium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705525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DA8F547-192C-F73A-9BA6-9F2C531A5015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F5CD3E-2843-EA2A-E2B3-C9673A21F1EC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Charts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8A6EC4-C8CB-C46A-3986-5FBEA81F97A4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666BFED6-E2A1-F3EB-2763-1DA72AD6E4B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84267283"/>
              </p:ext>
            </p:extLst>
          </p:nvPr>
        </p:nvGraphicFramePr>
        <p:xfrm>
          <a:off x="952353" y="1697917"/>
          <a:ext cx="3480727" cy="42059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73A96527-1BBF-2F5A-1FB7-274E76BBB97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87612586"/>
              </p:ext>
            </p:extLst>
          </p:nvPr>
        </p:nvGraphicFramePr>
        <p:xfrm>
          <a:off x="4902345" y="1697917"/>
          <a:ext cx="6337302" cy="4234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72751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232DDD-0FB5-2C3B-D092-1E72A0F391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DF20586A-9824-2D8D-9723-9D57412FD815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41147A5-6B7A-1FA0-8C02-6A698EAE2002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Charts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2820825-D011-7267-3848-E04ED46C4DCE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FD4623E2-872F-16B9-0496-17C9ACA826A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23942643"/>
              </p:ext>
            </p:extLst>
          </p:nvPr>
        </p:nvGraphicFramePr>
        <p:xfrm>
          <a:off x="952353" y="1697917"/>
          <a:ext cx="3480727" cy="42059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CC74A4FB-4C24-C16C-D0F4-214255FA00C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69136725"/>
              </p:ext>
            </p:extLst>
          </p:nvPr>
        </p:nvGraphicFramePr>
        <p:xfrm>
          <a:off x="4902345" y="1697917"/>
          <a:ext cx="6337302" cy="4234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1045399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E7C38B-B706-28C1-5B73-7CD6D7A08B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DF4A2479-937C-2441-A033-2E0513393968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88BFE9A-7E00-0485-48E0-1DCF430AD6E1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Charts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8F0BF19-77B2-0740-E304-39C48B8D4A65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080572D2-A1A3-680E-F35D-86E48437D33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2258323"/>
              </p:ext>
            </p:extLst>
          </p:nvPr>
        </p:nvGraphicFramePr>
        <p:xfrm>
          <a:off x="952353" y="1697917"/>
          <a:ext cx="3480727" cy="42059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7040CCE2-5BE0-890B-65F6-541605DFDEB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12664242"/>
              </p:ext>
            </p:extLst>
          </p:nvPr>
        </p:nvGraphicFramePr>
        <p:xfrm>
          <a:off x="4902345" y="1697917"/>
          <a:ext cx="6337302" cy="4234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316060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DA8F547-192C-F73A-9BA6-9F2C531A501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93737" y="16144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F5CD3E-2843-EA2A-E2B3-C9673A21F1EC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8A6EC4-C8CB-C46A-3986-5FBEA81F97A4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0F9EA5DD-9191-B8DF-A7D7-85BF9AE43BB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92287449"/>
              </p:ext>
            </p:extLst>
          </p:nvPr>
        </p:nvGraphicFramePr>
        <p:xfrm>
          <a:off x="1097168" y="1949349"/>
          <a:ext cx="3624152" cy="363240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8E82103A-F508-2EE4-3B0C-F857048A27E4}"/>
              </a:ext>
            </a:extLst>
          </p:cNvPr>
          <p:cNvSpPr txBox="1"/>
          <p:nvPr/>
        </p:nvSpPr>
        <p:spPr>
          <a:xfrm>
            <a:off x="5207000" y="2171811"/>
            <a:ext cx="199926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>
                <a:latin typeface="Poppins" pitchFamily="2" charset="77"/>
                <a:cs typeface="Poppins" pitchFamily="2" charset="77"/>
              </a:rPr>
              <a:t>Headline In One Line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091DCE1C-7747-B0D1-298D-C839B007295D}"/>
              </a:ext>
            </a:extLst>
          </p:cNvPr>
          <p:cNvSpPr/>
          <p:nvPr/>
        </p:nvSpPr>
        <p:spPr>
          <a:xfrm>
            <a:off x="5207000" y="2598313"/>
            <a:ext cx="1244600" cy="683897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>
                <a:latin typeface="Poppins" pitchFamily="2" charset="77"/>
                <a:cs typeface="Poppins" pitchFamily="2" charset="77"/>
              </a:rPr>
              <a:t>Headline Here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E0C85E01-1794-D5E0-5D28-2FFE6A216451}"/>
              </a:ext>
            </a:extLst>
          </p:cNvPr>
          <p:cNvSpPr/>
          <p:nvPr/>
        </p:nvSpPr>
        <p:spPr>
          <a:xfrm>
            <a:off x="6541640" y="2598313"/>
            <a:ext cx="3885060" cy="683897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Lorem ipsum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dolor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sit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amet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consectetur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adipiscing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sed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do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eiusmod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tempor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incididunt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labore et dol magna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aliqua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labore et.</a:t>
            </a:r>
            <a:endParaRPr lang="en-US" sz="90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506F6D57-507D-E270-1478-EB12301ACE71}"/>
              </a:ext>
            </a:extLst>
          </p:cNvPr>
          <p:cNvSpPr/>
          <p:nvPr/>
        </p:nvSpPr>
        <p:spPr>
          <a:xfrm>
            <a:off x="10552930" y="2598313"/>
            <a:ext cx="692901" cy="692901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8598985C-1A60-2852-06EF-83389DF3B7F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11020" y="2784942"/>
            <a:ext cx="376721" cy="319643"/>
          </a:xfrm>
          <a:prstGeom prst="rect">
            <a:avLst/>
          </a:prstGeom>
        </p:spPr>
      </p:pic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7F6D97C6-1C31-32E6-9296-19C270587789}"/>
              </a:ext>
            </a:extLst>
          </p:cNvPr>
          <p:cNvSpPr/>
          <p:nvPr/>
        </p:nvSpPr>
        <p:spPr>
          <a:xfrm>
            <a:off x="5207000" y="3371836"/>
            <a:ext cx="1244600" cy="683897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>
                <a:latin typeface="Poppins" pitchFamily="2" charset="77"/>
                <a:cs typeface="Poppins" pitchFamily="2" charset="77"/>
              </a:rPr>
              <a:t>Headline Here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CAA00DF6-94E7-020D-0120-0FA46D7A99A4}"/>
              </a:ext>
            </a:extLst>
          </p:cNvPr>
          <p:cNvSpPr/>
          <p:nvPr/>
        </p:nvSpPr>
        <p:spPr>
          <a:xfrm>
            <a:off x="6541640" y="3371836"/>
            <a:ext cx="3885060" cy="683897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Lorem ipsum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dolor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sit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amet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consectetur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adipiscing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sed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do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eiusmod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tempor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incididunt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labore et dol magna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aliqua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labore et.</a:t>
            </a:r>
            <a:endParaRPr lang="en-US" sz="90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C59388D5-BF30-A130-1556-66B97931CA59}"/>
              </a:ext>
            </a:extLst>
          </p:cNvPr>
          <p:cNvSpPr/>
          <p:nvPr/>
        </p:nvSpPr>
        <p:spPr>
          <a:xfrm>
            <a:off x="10552930" y="3371836"/>
            <a:ext cx="692901" cy="692901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Graphic 17">
            <a:extLst>
              <a:ext uri="{FF2B5EF4-FFF2-40B4-BE49-F238E27FC236}">
                <a16:creationId xmlns:a16="http://schemas.microsoft.com/office/drawing/2014/main" id="{706AE497-D7EF-5671-A6CF-581C3CF9602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11020" y="3558465"/>
            <a:ext cx="376721" cy="319643"/>
          </a:xfrm>
          <a:prstGeom prst="rect">
            <a:avLst/>
          </a:prstGeom>
        </p:spPr>
      </p:pic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FF5BBBD3-77D3-F3C2-FC10-253A3CC45E66}"/>
              </a:ext>
            </a:extLst>
          </p:cNvPr>
          <p:cNvSpPr/>
          <p:nvPr/>
        </p:nvSpPr>
        <p:spPr>
          <a:xfrm>
            <a:off x="5207000" y="4155205"/>
            <a:ext cx="1244600" cy="683897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>
                <a:latin typeface="Poppins" pitchFamily="2" charset="77"/>
                <a:cs typeface="Poppins" pitchFamily="2" charset="77"/>
              </a:rPr>
              <a:t>Headline Here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4CD268ED-77B9-DC61-E8A5-C857C85F901F}"/>
              </a:ext>
            </a:extLst>
          </p:cNvPr>
          <p:cNvSpPr/>
          <p:nvPr/>
        </p:nvSpPr>
        <p:spPr>
          <a:xfrm>
            <a:off x="6541640" y="4155205"/>
            <a:ext cx="3885060" cy="683897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Lorem ipsum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dolor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sit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amet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consectetur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adipiscing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sed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do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eiusmod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tempor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incididunt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labore et dol magna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aliqua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labore et.</a:t>
            </a:r>
            <a:endParaRPr lang="en-US" sz="90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DCBAA194-EB3D-EB22-54F6-B4E549A997C7}"/>
              </a:ext>
            </a:extLst>
          </p:cNvPr>
          <p:cNvSpPr/>
          <p:nvPr/>
        </p:nvSpPr>
        <p:spPr>
          <a:xfrm>
            <a:off x="10552930" y="4155205"/>
            <a:ext cx="692901" cy="692901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9" name="Graphic 28">
            <a:extLst>
              <a:ext uri="{FF2B5EF4-FFF2-40B4-BE49-F238E27FC236}">
                <a16:creationId xmlns:a16="http://schemas.microsoft.com/office/drawing/2014/main" id="{1DE1AFDE-7B15-0E12-C5FE-E20F2649F0A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11020" y="4341834"/>
            <a:ext cx="376721" cy="319643"/>
          </a:xfrm>
          <a:prstGeom prst="rect">
            <a:avLst/>
          </a:prstGeom>
        </p:spPr>
      </p:pic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F619C6A7-8B0B-503E-1147-4FE2F6F5711A}"/>
              </a:ext>
            </a:extLst>
          </p:cNvPr>
          <p:cNvSpPr/>
          <p:nvPr/>
        </p:nvSpPr>
        <p:spPr>
          <a:xfrm>
            <a:off x="5207000" y="4928728"/>
            <a:ext cx="1244600" cy="683897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>
                <a:latin typeface="Poppins" pitchFamily="2" charset="77"/>
                <a:cs typeface="Poppins" pitchFamily="2" charset="77"/>
              </a:rPr>
              <a:t>Headline Here</a:t>
            </a: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6B18E8FC-4CCC-6269-19E9-01C62F6A189D}"/>
              </a:ext>
            </a:extLst>
          </p:cNvPr>
          <p:cNvSpPr/>
          <p:nvPr/>
        </p:nvSpPr>
        <p:spPr>
          <a:xfrm>
            <a:off x="6541640" y="4928728"/>
            <a:ext cx="3885060" cy="683897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Lorem ipsum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dolor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sit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amet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consectetur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adipiscing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sed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do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eiusmod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tempor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incididunt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labore et dol magna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aliqua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labore et.</a:t>
            </a:r>
            <a:endParaRPr lang="en-US" sz="90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91916376-DF3F-3057-D0B7-5B1BD47A48B3}"/>
              </a:ext>
            </a:extLst>
          </p:cNvPr>
          <p:cNvSpPr/>
          <p:nvPr/>
        </p:nvSpPr>
        <p:spPr>
          <a:xfrm>
            <a:off x="10552930" y="4928728"/>
            <a:ext cx="692901" cy="692901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3" name="Graphic 32">
            <a:extLst>
              <a:ext uri="{FF2B5EF4-FFF2-40B4-BE49-F238E27FC236}">
                <a16:creationId xmlns:a16="http://schemas.microsoft.com/office/drawing/2014/main" id="{53E34210-903F-99F5-DB2E-63D9D8BE6A8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11020" y="5115357"/>
            <a:ext cx="376721" cy="319643"/>
          </a:xfrm>
          <a:prstGeom prst="rect">
            <a:avLst/>
          </a:prstGeom>
        </p:spPr>
      </p:pic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E99199BE-1795-2F70-DFE4-1C385440806C}"/>
              </a:ext>
            </a:extLst>
          </p:cNvPr>
          <p:cNvSpPr/>
          <p:nvPr/>
        </p:nvSpPr>
        <p:spPr>
          <a:xfrm>
            <a:off x="5050465" y="1949349"/>
            <a:ext cx="6347637" cy="3821150"/>
          </a:xfrm>
          <a:prstGeom prst="roundRect">
            <a:avLst>
              <a:gd name="adj" fmla="val 6019"/>
            </a:avLst>
          </a:prstGeom>
          <a:noFill/>
          <a:ln w="1270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76615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15FFBB-2A0A-F1E1-B1CF-BE8D8A371E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75599463-A6B5-BF05-0F7E-7E09DA7725A6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F0760E4-1355-977A-023E-A1AFA966F72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1512"/>
          <a:stretch/>
        </p:blipFill>
        <p:spPr>
          <a:xfrm flipH="1">
            <a:off x="5766444" y="1821786"/>
            <a:ext cx="1982247" cy="389160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3AC481C-198A-9B46-DB85-E1EA1CFB6501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192F4C-DA34-A4A0-235E-75C325DC091F}"/>
              </a:ext>
            </a:extLst>
          </p:cNvPr>
          <p:cNvSpPr txBox="1"/>
          <p:nvPr/>
        </p:nvSpPr>
        <p:spPr>
          <a:xfrm>
            <a:off x="423862" y="836812"/>
            <a:ext cx="279780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58835993-BB18-2691-40C1-B6CAC4C68ECE}"/>
              </a:ext>
            </a:extLst>
          </p:cNvPr>
          <p:cNvSpPr/>
          <p:nvPr/>
        </p:nvSpPr>
        <p:spPr>
          <a:xfrm>
            <a:off x="1669077" y="1821786"/>
            <a:ext cx="3987210" cy="740661"/>
          </a:xfrm>
          <a:prstGeom prst="roundRect">
            <a:avLst>
              <a:gd name="adj" fmla="val 10145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>
                <a:solidFill>
                  <a:schemeClr val="accent2"/>
                </a:solidFill>
                <a:latin typeface="Poppins Medium" pitchFamily="2" charset="77"/>
                <a:cs typeface="Poppins Medium" pitchFamily="2" charset="77"/>
              </a:rPr>
              <a:t>Headline Here</a:t>
            </a:r>
          </a:p>
          <a:p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Lorem ipsum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dolor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sit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amet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consectetur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adipiscing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sed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eiusmod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tempor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incididunt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labore et.</a:t>
            </a:r>
            <a:endParaRPr lang="en-US" sz="900">
              <a:solidFill>
                <a:schemeClr val="accent5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F1BCC50F-7347-7F56-C459-894C0B5EE44C}"/>
              </a:ext>
            </a:extLst>
          </p:cNvPr>
          <p:cNvSpPr/>
          <p:nvPr/>
        </p:nvSpPr>
        <p:spPr>
          <a:xfrm>
            <a:off x="1669077" y="2609522"/>
            <a:ext cx="3987210" cy="740661"/>
          </a:xfrm>
          <a:prstGeom prst="roundRect">
            <a:avLst>
              <a:gd name="adj" fmla="val 10145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>
                <a:solidFill>
                  <a:schemeClr val="accent2"/>
                </a:solidFill>
                <a:latin typeface="Poppins Medium" pitchFamily="2" charset="77"/>
                <a:cs typeface="Poppins Medium" pitchFamily="2" charset="77"/>
              </a:rPr>
              <a:t>Headline Here</a:t>
            </a:r>
          </a:p>
          <a:p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Lorem ipsum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dolor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sit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amet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consectetur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adipiscing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sed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eiusmod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tempor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incididunt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labore et.</a:t>
            </a:r>
            <a:endParaRPr lang="en-US" sz="900">
              <a:solidFill>
                <a:schemeClr val="accent5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A095D135-A15F-73BF-CB7A-2D0A03D195DB}"/>
              </a:ext>
            </a:extLst>
          </p:cNvPr>
          <p:cNvSpPr/>
          <p:nvPr/>
        </p:nvSpPr>
        <p:spPr>
          <a:xfrm>
            <a:off x="1669077" y="3397107"/>
            <a:ext cx="3987210" cy="740661"/>
          </a:xfrm>
          <a:prstGeom prst="roundRect">
            <a:avLst>
              <a:gd name="adj" fmla="val 10145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>
                <a:solidFill>
                  <a:schemeClr val="accent2"/>
                </a:solidFill>
                <a:latin typeface="Poppins Medium" pitchFamily="2" charset="77"/>
                <a:cs typeface="Poppins Medium" pitchFamily="2" charset="77"/>
              </a:rPr>
              <a:t>Headline Here</a:t>
            </a:r>
          </a:p>
          <a:p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Lorem ipsum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dolor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sit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amet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consectetur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adipiscing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sed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eiusmod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tempor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incididunt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labore et.</a:t>
            </a:r>
            <a:endParaRPr lang="en-US" sz="900">
              <a:solidFill>
                <a:schemeClr val="accent5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F1CCF3EF-D458-4590-E93E-7F51157BF03A}"/>
              </a:ext>
            </a:extLst>
          </p:cNvPr>
          <p:cNvSpPr/>
          <p:nvPr/>
        </p:nvSpPr>
        <p:spPr>
          <a:xfrm>
            <a:off x="1669077" y="4184994"/>
            <a:ext cx="3987210" cy="740661"/>
          </a:xfrm>
          <a:prstGeom prst="roundRect">
            <a:avLst>
              <a:gd name="adj" fmla="val 10145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>
                <a:solidFill>
                  <a:schemeClr val="accent2"/>
                </a:solidFill>
                <a:latin typeface="Poppins Medium" pitchFamily="2" charset="77"/>
                <a:cs typeface="Poppins Medium" pitchFamily="2" charset="77"/>
              </a:rPr>
              <a:t>Headline Here</a:t>
            </a:r>
          </a:p>
          <a:p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Lorem ipsum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dolor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sit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amet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consectetur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adipiscing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sed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eiusmod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tempor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incididunt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labore et.</a:t>
            </a:r>
            <a:endParaRPr lang="en-US" sz="900">
              <a:solidFill>
                <a:schemeClr val="accent5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40B2A406-020A-F6BB-7202-48C76368A25B}"/>
              </a:ext>
            </a:extLst>
          </p:cNvPr>
          <p:cNvSpPr/>
          <p:nvPr/>
        </p:nvSpPr>
        <p:spPr>
          <a:xfrm>
            <a:off x="1669077" y="4972731"/>
            <a:ext cx="3987210" cy="740661"/>
          </a:xfrm>
          <a:prstGeom prst="roundRect">
            <a:avLst>
              <a:gd name="adj" fmla="val 10145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>
                <a:solidFill>
                  <a:schemeClr val="accent2"/>
                </a:solidFill>
                <a:latin typeface="Poppins Medium" pitchFamily="2" charset="77"/>
                <a:cs typeface="Poppins Medium" pitchFamily="2" charset="77"/>
              </a:rPr>
              <a:t>Headline Here</a:t>
            </a:r>
          </a:p>
          <a:p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Lorem ipsum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dolor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sit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amet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consectetur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adipiscing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sed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eiusmod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tempor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incididunt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labore et.</a:t>
            </a:r>
            <a:endParaRPr lang="en-US" sz="900">
              <a:solidFill>
                <a:schemeClr val="accent5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274D253-EA73-3E10-2425-4A950C7CDD96}"/>
              </a:ext>
            </a:extLst>
          </p:cNvPr>
          <p:cNvSpPr txBox="1"/>
          <p:nvPr/>
        </p:nvSpPr>
        <p:spPr>
          <a:xfrm>
            <a:off x="9939685" y="1838975"/>
            <a:ext cx="126348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>
                <a:latin typeface="Poppins" pitchFamily="2" charset="77"/>
                <a:cs typeface="Poppins" pitchFamily="2" charset="77"/>
              </a:rPr>
              <a:t>Headline Here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6D9AAD3-05FC-74DC-7DB0-CF610EA51825}"/>
              </a:ext>
            </a:extLst>
          </p:cNvPr>
          <p:cNvSpPr txBox="1"/>
          <p:nvPr/>
        </p:nvSpPr>
        <p:spPr>
          <a:xfrm>
            <a:off x="8304028" y="2014280"/>
            <a:ext cx="289914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amet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ing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 sed do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labore et dol magna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aliqua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labore et. Lorem ipsum dolor sit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amet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endParaRPr lang="en-US" sz="10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C429A2F-8886-4C38-9162-1E59912D9A95}"/>
              </a:ext>
            </a:extLst>
          </p:cNvPr>
          <p:cNvSpPr txBox="1"/>
          <p:nvPr/>
        </p:nvSpPr>
        <p:spPr>
          <a:xfrm>
            <a:off x="9955654" y="3215392"/>
            <a:ext cx="126348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>
                <a:latin typeface="Poppins" pitchFamily="2" charset="77"/>
                <a:cs typeface="Poppins" pitchFamily="2" charset="77"/>
              </a:rPr>
              <a:t>Headline Here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2CB94B3-3638-6961-B622-1EEBC7A66AB6}"/>
              </a:ext>
            </a:extLst>
          </p:cNvPr>
          <p:cNvSpPr txBox="1"/>
          <p:nvPr/>
        </p:nvSpPr>
        <p:spPr>
          <a:xfrm>
            <a:off x="8319997" y="3390697"/>
            <a:ext cx="289914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amet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ing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 sed do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labore et dol magna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aliqua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labore et. Lorem ipsum dolor sit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amet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endParaRPr lang="en-US" sz="10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A0AB8DC-37B5-9E3B-7A8B-A65E94CC42A8}"/>
              </a:ext>
            </a:extLst>
          </p:cNvPr>
          <p:cNvSpPr txBox="1"/>
          <p:nvPr/>
        </p:nvSpPr>
        <p:spPr>
          <a:xfrm>
            <a:off x="9955654" y="4676340"/>
            <a:ext cx="126348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>
                <a:latin typeface="Poppins" pitchFamily="2" charset="77"/>
                <a:cs typeface="Poppins" pitchFamily="2" charset="77"/>
              </a:rPr>
              <a:t>Headline Here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BCB3657-8FBB-BFC1-23CA-1C000401C177}"/>
              </a:ext>
            </a:extLst>
          </p:cNvPr>
          <p:cNvSpPr txBox="1"/>
          <p:nvPr/>
        </p:nvSpPr>
        <p:spPr>
          <a:xfrm>
            <a:off x="8319997" y="4883544"/>
            <a:ext cx="289914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amet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ing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 sed do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labore et dol magna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aliqua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labore et. Lorem ipsum dolor sit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amet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endParaRPr lang="en-US" sz="10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1A079214-CEDE-80D5-02BD-C06815198C14}"/>
              </a:ext>
            </a:extLst>
          </p:cNvPr>
          <p:cNvCxnSpPr>
            <a:cxnSpLocks/>
          </p:cNvCxnSpPr>
          <p:nvPr/>
        </p:nvCxnSpPr>
        <p:spPr>
          <a:xfrm>
            <a:off x="8133909" y="1872706"/>
            <a:ext cx="0" cy="3785689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1" name="Oval 30">
            <a:extLst>
              <a:ext uri="{FF2B5EF4-FFF2-40B4-BE49-F238E27FC236}">
                <a16:creationId xmlns:a16="http://schemas.microsoft.com/office/drawing/2014/main" id="{EE9BC5ED-5AAC-A259-DC33-B3A2EE3BF18D}"/>
              </a:ext>
            </a:extLst>
          </p:cNvPr>
          <p:cNvSpPr/>
          <p:nvPr/>
        </p:nvSpPr>
        <p:spPr>
          <a:xfrm>
            <a:off x="881424" y="1821786"/>
            <a:ext cx="714553" cy="740661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2" name="Graphic 31">
            <a:extLst>
              <a:ext uri="{FF2B5EF4-FFF2-40B4-BE49-F238E27FC236}">
                <a16:creationId xmlns:a16="http://schemas.microsoft.com/office/drawing/2014/main" id="{89ED1B64-E7DC-D476-FE38-0088958AC3B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1166" y="2023593"/>
            <a:ext cx="376721" cy="319643"/>
          </a:xfrm>
          <a:prstGeom prst="rect">
            <a:avLst/>
          </a:prstGeom>
        </p:spPr>
      </p:pic>
      <p:sp>
        <p:nvSpPr>
          <p:cNvPr id="33" name="Oval 32">
            <a:extLst>
              <a:ext uri="{FF2B5EF4-FFF2-40B4-BE49-F238E27FC236}">
                <a16:creationId xmlns:a16="http://schemas.microsoft.com/office/drawing/2014/main" id="{9083B127-93BE-E3FC-DB15-D55AE115CA9F}"/>
              </a:ext>
            </a:extLst>
          </p:cNvPr>
          <p:cNvSpPr/>
          <p:nvPr/>
        </p:nvSpPr>
        <p:spPr>
          <a:xfrm>
            <a:off x="881424" y="2601509"/>
            <a:ext cx="714553" cy="740661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4" name="Graphic 33">
            <a:extLst>
              <a:ext uri="{FF2B5EF4-FFF2-40B4-BE49-F238E27FC236}">
                <a16:creationId xmlns:a16="http://schemas.microsoft.com/office/drawing/2014/main" id="{1949EF16-4451-0C25-9888-6FF3D3ED8EF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1166" y="2803316"/>
            <a:ext cx="376721" cy="319643"/>
          </a:xfrm>
          <a:prstGeom prst="rect">
            <a:avLst/>
          </a:prstGeom>
        </p:spPr>
      </p:pic>
      <p:sp>
        <p:nvSpPr>
          <p:cNvPr id="35" name="Oval 34">
            <a:extLst>
              <a:ext uri="{FF2B5EF4-FFF2-40B4-BE49-F238E27FC236}">
                <a16:creationId xmlns:a16="http://schemas.microsoft.com/office/drawing/2014/main" id="{C5790983-0ECE-3BB0-9C39-5A324A44FE85}"/>
              </a:ext>
            </a:extLst>
          </p:cNvPr>
          <p:cNvSpPr/>
          <p:nvPr/>
        </p:nvSpPr>
        <p:spPr>
          <a:xfrm>
            <a:off x="881424" y="3397107"/>
            <a:ext cx="714553" cy="740661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6" name="Graphic 35">
            <a:extLst>
              <a:ext uri="{FF2B5EF4-FFF2-40B4-BE49-F238E27FC236}">
                <a16:creationId xmlns:a16="http://schemas.microsoft.com/office/drawing/2014/main" id="{79B8AC3C-12E9-D7F9-66B2-C97C49A19E3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1166" y="3607616"/>
            <a:ext cx="376721" cy="319643"/>
          </a:xfrm>
          <a:prstGeom prst="rect">
            <a:avLst/>
          </a:prstGeom>
        </p:spPr>
      </p:pic>
      <p:sp>
        <p:nvSpPr>
          <p:cNvPr id="37" name="Oval 36">
            <a:extLst>
              <a:ext uri="{FF2B5EF4-FFF2-40B4-BE49-F238E27FC236}">
                <a16:creationId xmlns:a16="http://schemas.microsoft.com/office/drawing/2014/main" id="{7C34290D-D208-A04F-7553-865EDCC71FA2}"/>
              </a:ext>
            </a:extLst>
          </p:cNvPr>
          <p:cNvSpPr/>
          <p:nvPr/>
        </p:nvSpPr>
        <p:spPr>
          <a:xfrm>
            <a:off x="861940" y="4166979"/>
            <a:ext cx="714553" cy="740661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8" name="Graphic 37">
            <a:extLst>
              <a:ext uri="{FF2B5EF4-FFF2-40B4-BE49-F238E27FC236}">
                <a16:creationId xmlns:a16="http://schemas.microsoft.com/office/drawing/2014/main" id="{2A81508D-7404-73F6-E5BD-5096693DF8D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1682" y="4368786"/>
            <a:ext cx="376721" cy="319643"/>
          </a:xfrm>
          <a:prstGeom prst="rect">
            <a:avLst/>
          </a:prstGeom>
        </p:spPr>
      </p:pic>
      <p:sp>
        <p:nvSpPr>
          <p:cNvPr id="39" name="Oval 38">
            <a:extLst>
              <a:ext uri="{FF2B5EF4-FFF2-40B4-BE49-F238E27FC236}">
                <a16:creationId xmlns:a16="http://schemas.microsoft.com/office/drawing/2014/main" id="{C7DC868D-3D9A-617F-0355-3DADC5C9BC28}"/>
              </a:ext>
            </a:extLst>
          </p:cNvPr>
          <p:cNvSpPr/>
          <p:nvPr/>
        </p:nvSpPr>
        <p:spPr>
          <a:xfrm>
            <a:off x="861940" y="4962577"/>
            <a:ext cx="714553" cy="740661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0" name="Graphic 39">
            <a:extLst>
              <a:ext uri="{FF2B5EF4-FFF2-40B4-BE49-F238E27FC236}">
                <a16:creationId xmlns:a16="http://schemas.microsoft.com/office/drawing/2014/main" id="{20DE867E-16BB-DBF0-839A-38DD5895343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1682" y="5173086"/>
            <a:ext cx="376721" cy="319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66675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67B872-0DDC-812D-3C98-0EEC8008A4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179A50EE-A461-C19B-4654-7A4335E82DCF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0E21B28-FF5D-BDF6-617A-40B4A1108F72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CE4E089-33B5-1889-2AE0-78D81A73CFBA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AF48030-CF89-085F-EDC0-5AE5FFDB62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5691" y="2592553"/>
            <a:ext cx="8760619" cy="2313614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AA94A6A4-BFB5-8BD3-08CA-383158823375}"/>
              </a:ext>
            </a:extLst>
          </p:cNvPr>
          <p:cNvSpPr/>
          <p:nvPr/>
        </p:nvSpPr>
        <p:spPr>
          <a:xfrm>
            <a:off x="2501901" y="2353846"/>
            <a:ext cx="706013" cy="706013"/>
          </a:xfrm>
          <a:prstGeom prst="ellipse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1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4E02ACC-A30C-E027-148A-E6B6814FCCA6}"/>
              </a:ext>
            </a:extLst>
          </p:cNvPr>
          <p:cNvSpPr/>
          <p:nvPr/>
        </p:nvSpPr>
        <p:spPr>
          <a:xfrm>
            <a:off x="4632568" y="4403170"/>
            <a:ext cx="706013" cy="706013"/>
          </a:xfrm>
          <a:prstGeom prst="ellipse">
            <a:avLst/>
          </a:prstGeom>
          <a:solidFill>
            <a:schemeClr val="bg1"/>
          </a:solidFill>
          <a:ln>
            <a:solidFill>
              <a:srgbClr val="90349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2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6CC4CC05-B458-51D4-BD59-822CE261BF4E}"/>
              </a:ext>
            </a:extLst>
          </p:cNvPr>
          <p:cNvSpPr/>
          <p:nvPr/>
        </p:nvSpPr>
        <p:spPr>
          <a:xfrm>
            <a:off x="6787197" y="2353846"/>
            <a:ext cx="706013" cy="706013"/>
          </a:xfrm>
          <a:prstGeom prst="ellipse">
            <a:avLst/>
          </a:prstGeom>
          <a:solidFill>
            <a:schemeClr val="bg1"/>
          </a:solidFill>
          <a:ln>
            <a:solidFill>
              <a:srgbClr val="BE435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3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F68DD7B-A6E0-29FC-471B-A06F7DD3894D}"/>
              </a:ext>
            </a:extLst>
          </p:cNvPr>
          <p:cNvSpPr/>
          <p:nvPr/>
        </p:nvSpPr>
        <p:spPr>
          <a:xfrm>
            <a:off x="9029702" y="4403170"/>
            <a:ext cx="706013" cy="706013"/>
          </a:xfrm>
          <a:prstGeom prst="ellipse">
            <a:avLst/>
          </a:prstGeom>
          <a:solidFill>
            <a:schemeClr val="bg1"/>
          </a:solidFill>
          <a:ln>
            <a:solidFill>
              <a:srgbClr val="FD5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99C32BC-0097-E5D0-9221-4FEAEFD6E22E}"/>
              </a:ext>
            </a:extLst>
          </p:cNvPr>
          <p:cNvSpPr txBox="1"/>
          <p:nvPr/>
        </p:nvSpPr>
        <p:spPr>
          <a:xfrm>
            <a:off x="2390889" y="3209638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CEFC2F0-1248-A5FB-7C85-032D9796ADBE}"/>
              </a:ext>
            </a:extLst>
          </p:cNvPr>
          <p:cNvSpPr txBox="1"/>
          <p:nvPr/>
        </p:nvSpPr>
        <p:spPr>
          <a:xfrm>
            <a:off x="2161396" y="3461959"/>
            <a:ext cx="140026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EC50900-902A-85DE-BD44-08202765247C}"/>
              </a:ext>
            </a:extLst>
          </p:cNvPr>
          <p:cNvSpPr txBox="1"/>
          <p:nvPr/>
        </p:nvSpPr>
        <p:spPr>
          <a:xfrm>
            <a:off x="4514933" y="3108038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ACB2C90-E1E0-1027-1969-5CD891C5CF2D}"/>
              </a:ext>
            </a:extLst>
          </p:cNvPr>
          <p:cNvSpPr txBox="1"/>
          <p:nvPr/>
        </p:nvSpPr>
        <p:spPr>
          <a:xfrm>
            <a:off x="4285440" y="3360359"/>
            <a:ext cx="140026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4BB77C2-82C1-3D00-A545-0526796B5CDD}"/>
              </a:ext>
            </a:extLst>
          </p:cNvPr>
          <p:cNvSpPr txBox="1"/>
          <p:nvPr/>
        </p:nvSpPr>
        <p:spPr>
          <a:xfrm>
            <a:off x="6669562" y="3209638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2FA2091-1128-5B08-3308-0AECBCF3CE3B}"/>
              </a:ext>
            </a:extLst>
          </p:cNvPr>
          <p:cNvSpPr txBox="1"/>
          <p:nvPr/>
        </p:nvSpPr>
        <p:spPr>
          <a:xfrm>
            <a:off x="6440069" y="3461959"/>
            <a:ext cx="140026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FB7CAE7-9B22-4DBC-3DCF-27D04BC2D8B5}"/>
              </a:ext>
            </a:extLst>
          </p:cNvPr>
          <p:cNvSpPr txBox="1"/>
          <p:nvPr/>
        </p:nvSpPr>
        <p:spPr>
          <a:xfrm>
            <a:off x="8900391" y="3108038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4D03CAE-DEC2-645D-3941-CA7AB886698B}"/>
              </a:ext>
            </a:extLst>
          </p:cNvPr>
          <p:cNvSpPr txBox="1"/>
          <p:nvPr/>
        </p:nvSpPr>
        <p:spPr>
          <a:xfrm>
            <a:off x="8670898" y="3360359"/>
            <a:ext cx="140026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</p:spTree>
    <p:extLst>
      <p:ext uri="{BB962C8B-B14F-4D97-AF65-F5344CB8AC3E}">
        <p14:creationId xmlns:p14="http://schemas.microsoft.com/office/powerpoint/2010/main" val="8638953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525105-D2FD-4C06-F67B-22F416E800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4FD4BFEE-16F3-F2A8-2766-B1CAB8DE9D4D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388902E-D4C8-7B9E-527E-3C12A76BC500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5B95AB2-6C6F-3D95-B564-6F85A3266A96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5C7A5B8F-BB71-6BDB-305B-02B5845AC9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6755" y="2775582"/>
            <a:ext cx="8975953" cy="1903736"/>
          </a:xfrm>
          <a:prstGeom prst="rect">
            <a:avLst/>
          </a:prstGeom>
        </p:spPr>
      </p:pic>
      <p:sp>
        <p:nvSpPr>
          <p:cNvPr id="19" name="Oval 18">
            <a:extLst>
              <a:ext uri="{FF2B5EF4-FFF2-40B4-BE49-F238E27FC236}">
                <a16:creationId xmlns:a16="http://schemas.microsoft.com/office/drawing/2014/main" id="{873FF9D1-6217-7AEF-15D8-D57820449A0A}"/>
              </a:ext>
            </a:extLst>
          </p:cNvPr>
          <p:cNvSpPr/>
          <p:nvPr/>
        </p:nvSpPr>
        <p:spPr>
          <a:xfrm>
            <a:off x="2308191" y="2574975"/>
            <a:ext cx="587325" cy="587325"/>
          </a:xfrm>
          <a:prstGeom prst="ellipse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1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55FF4B71-CBC1-1276-E3F9-20646B6C8E69}"/>
              </a:ext>
            </a:extLst>
          </p:cNvPr>
          <p:cNvSpPr/>
          <p:nvPr/>
        </p:nvSpPr>
        <p:spPr>
          <a:xfrm>
            <a:off x="4038601" y="4292600"/>
            <a:ext cx="587325" cy="587325"/>
          </a:xfrm>
          <a:prstGeom prst="ellipse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2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4E5818F7-7305-397C-C2CD-5BF3D1D5385B}"/>
              </a:ext>
            </a:extLst>
          </p:cNvPr>
          <p:cNvSpPr/>
          <p:nvPr/>
        </p:nvSpPr>
        <p:spPr>
          <a:xfrm>
            <a:off x="7588227" y="4292600"/>
            <a:ext cx="587325" cy="587325"/>
          </a:xfrm>
          <a:prstGeom prst="ellipse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4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4D96FDCC-80FE-6701-B97C-31C2F66850AE}"/>
              </a:ext>
            </a:extLst>
          </p:cNvPr>
          <p:cNvSpPr/>
          <p:nvPr/>
        </p:nvSpPr>
        <p:spPr>
          <a:xfrm>
            <a:off x="5802337" y="2574974"/>
            <a:ext cx="587325" cy="587325"/>
          </a:xfrm>
          <a:prstGeom prst="ellipse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3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424B822B-DE91-8CA7-AFBC-6549C6F02F2E}"/>
              </a:ext>
            </a:extLst>
          </p:cNvPr>
          <p:cNvSpPr/>
          <p:nvPr/>
        </p:nvSpPr>
        <p:spPr>
          <a:xfrm>
            <a:off x="9344074" y="2574974"/>
            <a:ext cx="587325" cy="587325"/>
          </a:xfrm>
          <a:prstGeom prst="ellipse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886016D-0D2D-8204-ED4C-7A3583643291}"/>
              </a:ext>
            </a:extLst>
          </p:cNvPr>
          <p:cNvSpPr txBox="1"/>
          <p:nvPr/>
        </p:nvSpPr>
        <p:spPr>
          <a:xfrm>
            <a:off x="2131212" y="3286817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55CA85C-9082-6479-811E-35BD7FCDEFF3}"/>
              </a:ext>
            </a:extLst>
          </p:cNvPr>
          <p:cNvSpPr txBox="1"/>
          <p:nvPr/>
        </p:nvSpPr>
        <p:spPr>
          <a:xfrm>
            <a:off x="1956919" y="3539138"/>
            <a:ext cx="1289868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105F1B5-3E49-B1D4-2559-6CD84B1E7DA9}"/>
              </a:ext>
            </a:extLst>
          </p:cNvPr>
          <p:cNvSpPr txBox="1"/>
          <p:nvPr/>
        </p:nvSpPr>
        <p:spPr>
          <a:xfrm>
            <a:off x="3867962" y="2894357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132C81C-A23F-D922-583D-0A88DB06F94C}"/>
              </a:ext>
            </a:extLst>
          </p:cNvPr>
          <p:cNvSpPr txBox="1"/>
          <p:nvPr/>
        </p:nvSpPr>
        <p:spPr>
          <a:xfrm>
            <a:off x="3693669" y="3146678"/>
            <a:ext cx="1289867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B12C2BF-0DEA-2F8D-5D89-61A8BF7CD52F}"/>
              </a:ext>
            </a:extLst>
          </p:cNvPr>
          <p:cNvSpPr txBox="1"/>
          <p:nvPr/>
        </p:nvSpPr>
        <p:spPr>
          <a:xfrm>
            <a:off x="5634090" y="3286817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F451514-A2DF-FF8A-3CFB-82D3CD83E8EB}"/>
              </a:ext>
            </a:extLst>
          </p:cNvPr>
          <p:cNvSpPr txBox="1"/>
          <p:nvPr/>
        </p:nvSpPr>
        <p:spPr>
          <a:xfrm>
            <a:off x="5459951" y="3539138"/>
            <a:ext cx="1294251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E837563-22ED-C32C-56A3-439C78A6255F}"/>
              </a:ext>
            </a:extLst>
          </p:cNvPr>
          <p:cNvSpPr txBox="1"/>
          <p:nvPr/>
        </p:nvSpPr>
        <p:spPr>
          <a:xfrm>
            <a:off x="9173158" y="3290828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B707DE4-0707-F603-4B32-5525207A89AD}"/>
              </a:ext>
            </a:extLst>
          </p:cNvPr>
          <p:cNvSpPr txBox="1"/>
          <p:nvPr/>
        </p:nvSpPr>
        <p:spPr>
          <a:xfrm>
            <a:off x="8910027" y="3543149"/>
            <a:ext cx="146754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FE4B2CE-1149-EACC-CB4B-CB3C62E3E1DC}"/>
              </a:ext>
            </a:extLst>
          </p:cNvPr>
          <p:cNvSpPr txBox="1"/>
          <p:nvPr/>
        </p:nvSpPr>
        <p:spPr>
          <a:xfrm>
            <a:off x="7405026" y="2894357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F1582EC-F644-4B68-49A6-8124F1E73DB0}"/>
              </a:ext>
            </a:extLst>
          </p:cNvPr>
          <p:cNvSpPr txBox="1"/>
          <p:nvPr/>
        </p:nvSpPr>
        <p:spPr>
          <a:xfrm>
            <a:off x="7230734" y="3146678"/>
            <a:ext cx="1289866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</p:spTree>
    <p:extLst>
      <p:ext uri="{BB962C8B-B14F-4D97-AF65-F5344CB8AC3E}">
        <p14:creationId xmlns:p14="http://schemas.microsoft.com/office/powerpoint/2010/main" val="20223254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FD9D2E-E6BD-4B5B-684E-0829A28D7C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1316707D-914A-0EBD-4997-554D2F28F57F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4E24E7-45DC-A0D6-3B4A-CF76438F73FA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6D6ACB7-A7F8-DC09-EC6D-6B13F4953811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9E3DCCA0-6BAE-A1B9-A521-4B735FBD7DA1}"/>
              </a:ext>
            </a:extLst>
          </p:cNvPr>
          <p:cNvSpPr/>
          <p:nvPr/>
        </p:nvSpPr>
        <p:spPr>
          <a:xfrm>
            <a:off x="1612900" y="2203432"/>
            <a:ext cx="1562100" cy="3448068"/>
          </a:xfrm>
          <a:custGeom>
            <a:avLst/>
            <a:gdLst>
              <a:gd name="connsiteX0" fmla="*/ 0 w 2019300"/>
              <a:gd name="connsiteY0" fmla="*/ 0 h 3670300"/>
              <a:gd name="connsiteX1" fmla="*/ 2019300 w 2019300"/>
              <a:gd name="connsiteY1" fmla="*/ 0 h 3670300"/>
              <a:gd name="connsiteX2" fmla="*/ 2019300 w 2019300"/>
              <a:gd name="connsiteY2" fmla="*/ 3670300 h 3670300"/>
              <a:gd name="connsiteX3" fmla="*/ 2006987 w 2019300"/>
              <a:gd name="connsiteY3" fmla="*/ 3670300 h 3670300"/>
              <a:gd name="connsiteX4" fmla="*/ 1009650 w 2019300"/>
              <a:gd name="connsiteY4" fmla="*/ 2641600 h 3670300"/>
              <a:gd name="connsiteX5" fmla="*/ 12313 w 2019300"/>
              <a:gd name="connsiteY5" fmla="*/ 3670300 h 3670300"/>
              <a:gd name="connsiteX6" fmla="*/ 0 w 2019300"/>
              <a:gd name="connsiteY6" fmla="*/ 3670300 h 3670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19300" h="3670300">
                <a:moveTo>
                  <a:pt x="0" y="0"/>
                </a:moveTo>
                <a:lnTo>
                  <a:pt x="2019300" y="0"/>
                </a:lnTo>
                <a:lnTo>
                  <a:pt x="2019300" y="3670300"/>
                </a:lnTo>
                <a:lnTo>
                  <a:pt x="2006987" y="3670300"/>
                </a:lnTo>
                <a:lnTo>
                  <a:pt x="1009650" y="2641600"/>
                </a:lnTo>
                <a:lnTo>
                  <a:pt x="12313" y="3670300"/>
                </a:lnTo>
                <a:lnTo>
                  <a:pt x="0" y="36703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9E0E5908-2537-81D6-6B00-ACF612C9F29D}"/>
              </a:ext>
            </a:extLst>
          </p:cNvPr>
          <p:cNvSpPr/>
          <p:nvPr/>
        </p:nvSpPr>
        <p:spPr>
          <a:xfrm>
            <a:off x="3459163" y="2149604"/>
            <a:ext cx="1562100" cy="2006600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2E5DAF7E-352D-9CD3-1818-E3DAF631FC89}"/>
              </a:ext>
            </a:extLst>
          </p:cNvPr>
          <p:cNvSpPr/>
          <p:nvPr/>
        </p:nvSpPr>
        <p:spPr>
          <a:xfrm>
            <a:off x="5283201" y="2149604"/>
            <a:ext cx="1562100" cy="2006600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1E6241C2-3F29-39D8-A5FB-EC1F198D46BB}"/>
              </a:ext>
            </a:extLst>
          </p:cNvPr>
          <p:cNvSpPr/>
          <p:nvPr/>
        </p:nvSpPr>
        <p:spPr>
          <a:xfrm>
            <a:off x="7107239" y="2146300"/>
            <a:ext cx="1562100" cy="200660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32DAF3CF-E296-F632-C1E1-2F07D871F55A}"/>
              </a:ext>
            </a:extLst>
          </p:cNvPr>
          <p:cNvSpPr/>
          <p:nvPr/>
        </p:nvSpPr>
        <p:spPr>
          <a:xfrm>
            <a:off x="8931276" y="2146300"/>
            <a:ext cx="1562100" cy="2006600"/>
          </a:xfrm>
          <a:prstGeom prst="roundRect">
            <a:avLst/>
          </a:prstGeom>
          <a:solidFill>
            <a:schemeClr val="accent2">
              <a:lumMod val="20000"/>
              <a:lumOff val="80000"/>
              <a:alpha val="38528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1F7C333-368D-751B-76FF-03DBF3749FB2}"/>
              </a:ext>
            </a:extLst>
          </p:cNvPr>
          <p:cNvSpPr/>
          <p:nvPr/>
        </p:nvSpPr>
        <p:spPr>
          <a:xfrm>
            <a:off x="2100288" y="1843900"/>
            <a:ext cx="587325" cy="587325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359B8E2-F672-1DD4-08FC-8F4D6A6DAF06}"/>
              </a:ext>
            </a:extLst>
          </p:cNvPr>
          <p:cNvSpPr txBox="1"/>
          <p:nvPr/>
        </p:nvSpPr>
        <p:spPr>
          <a:xfrm>
            <a:off x="1923309" y="2555742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>
                <a:solidFill>
                  <a:schemeClr val="bg1"/>
                </a:solidFill>
                <a:latin typeface="Poppins Medium" pitchFamily="2" charset="77"/>
                <a:cs typeface="Poppins Medium" pitchFamily="2" charset="77"/>
              </a:rPr>
              <a:t>Headline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C9B4C08-074E-A576-0D41-4B089B9792EF}"/>
              </a:ext>
            </a:extLst>
          </p:cNvPr>
          <p:cNvSpPr txBox="1"/>
          <p:nvPr/>
        </p:nvSpPr>
        <p:spPr>
          <a:xfrm>
            <a:off x="1733171" y="2808063"/>
            <a:ext cx="132155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C170901D-E099-9373-0AB7-14516A1F3ADB}"/>
              </a:ext>
            </a:extLst>
          </p:cNvPr>
          <p:cNvSpPr/>
          <p:nvPr/>
        </p:nvSpPr>
        <p:spPr>
          <a:xfrm>
            <a:off x="3941764" y="1843900"/>
            <a:ext cx="587325" cy="587325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82FFB22-CD6C-F12A-FE24-7250A207DC2A}"/>
              </a:ext>
            </a:extLst>
          </p:cNvPr>
          <p:cNvSpPr txBox="1"/>
          <p:nvPr/>
        </p:nvSpPr>
        <p:spPr>
          <a:xfrm>
            <a:off x="3764785" y="2555742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>
                <a:solidFill>
                  <a:schemeClr val="bg1"/>
                </a:solidFill>
                <a:latin typeface="Poppins Medium" pitchFamily="2" charset="77"/>
                <a:cs typeface="Poppins Medium" pitchFamily="2" charset="77"/>
              </a:rPr>
              <a:t>Headline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A8CCEB0-D0A0-1628-B01F-FEFBBE7B75C4}"/>
              </a:ext>
            </a:extLst>
          </p:cNvPr>
          <p:cNvSpPr txBox="1"/>
          <p:nvPr/>
        </p:nvSpPr>
        <p:spPr>
          <a:xfrm>
            <a:off x="3574647" y="2808063"/>
            <a:ext cx="132155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49F7E280-13E0-8578-4152-238187953C81}"/>
              </a:ext>
            </a:extLst>
          </p:cNvPr>
          <p:cNvSpPr/>
          <p:nvPr/>
        </p:nvSpPr>
        <p:spPr>
          <a:xfrm>
            <a:off x="5757865" y="1843900"/>
            <a:ext cx="587325" cy="587325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468AD59-AC41-D1F6-D8E9-E60D764A8C7A}"/>
              </a:ext>
            </a:extLst>
          </p:cNvPr>
          <p:cNvSpPr txBox="1"/>
          <p:nvPr/>
        </p:nvSpPr>
        <p:spPr>
          <a:xfrm>
            <a:off x="5580886" y="2555742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>
                <a:solidFill>
                  <a:schemeClr val="bg1"/>
                </a:solidFill>
                <a:latin typeface="Poppins Medium" pitchFamily="2" charset="77"/>
                <a:cs typeface="Poppins Medium" pitchFamily="2" charset="77"/>
              </a:rPr>
              <a:t>Headline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5A3933F-6AF4-E2D6-7CC3-671B8751A5D6}"/>
              </a:ext>
            </a:extLst>
          </p:cNvPr>
          <p:cNvSpPr txBox="1"/>
          <p:nvPr/>
        </p:nvSpPr>
        <p:spPr>
          <a:xfrm>
            <a:off x="5390748" y="2808063"/>
            <a:ext cx="132155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90B2B0E7-AE98-99F8-53C7-B715A1232C80}"/>
              </a:ext>
            </a:extLst>
          </p:cNvPr>
          <p:cNvSpPr/>
          <p:nvPr/>
        </p:nvSpPr>
        <p:spPr>
          <a:xfrm>
            <a:off x="7573839" y="1843900"/>
            <a:ext cx="587325" cy="587325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6E488E4-B324-A517-2415-C86DA2048557}"/>
              </a:ext>
            </a:extLst>
          </p:cNvPr>
          <p:cNvSpPr txBox="1"/>
          <p:nvPr/>
        </p:nvSpPr>
        <p:spPr>
          <a:xfrm>
            <a:off x="7396860" y="2555742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Headline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C5C3F95-D27E-B065-5F32-C3F7AD52A3DE}"/>
              </a:ext>
            </a:extLst>
          </p:cNvPr>
          <p:cNvSpPr txBox="1"/>
          <p:nvPr/>
        </p:nvSpPr>
        <p:spPr>
          <a:xfrm>
            <a:off x="7206722" y="2808063"/>
            <a:ext cx="132155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9BBDA6B9-90A1-67C3-AFCF-02332A33307D}"/>
              </a:ext>
            </a:extLst>
          </p:cNvPr>
          <p:cNvSpPr/>
          <p:nvPr/>
        </p:nvSpPr>
        <p:spPr>
          <a:xfrm>
            <a:off x="9423927" y="1843900"/>
            <a:ext cx="587325" cy="587325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3007ECD-29FB-51AD-3C4E-C7BFB47534F7}"/>
              </a:ext>
            </a:extLst>
          </p:cNvPr>
          <p:cNvSpPr txBox="1"/>
          <p:nvPr/>
        </p:nvSpPr>
        <p:spPr>
          <a:xfrm>
            <a:off x="9246948" y="2555742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Headline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A974C9B-8860-625F-2255-1F071DB7EDB1}"/>
              </a:ext>
            </a:extLst>
          </p:cNvPr>
          <p:cNvSpPr txBox="1"/>
          <p:nvPr/>
        </p:nvSpPr>
        <p:spPr>
          <a:xfrm>
            <a:off x="9056810" y="2808063"/>
            <a:ext cx="132155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31" name="Half-frame 30">
            <a:extLst>
              <a:ext uri="{FF2B5EF4-FFF2-40B4-BE49-F238E27FC236}">
                <a16:creationId xmlns:a16="http://schemas.microsoft.com/office/drawing/2014/main" id="{29029B73-748A-E228-A9C8-D07EC85852FA}"/>
              </a:ext>
            </a:extLst>
          </p:cNvPr>
          <p:cNvSpPr/>
          <p:nvPr/>
        </p:nvSpPr>
        <p:spPr>
          <a:xfrm rot="8100000">
            <a:off x="3048043" y="2551690"/>
            <a:ext cx="241300" cy="241300"/>
          </a:xfrm>
          <a:prstGeom prst="halfFram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2" name="Half-frame 31">
            <a:extLst>
              <a:ext uri="{FF2B5EF4-FFF2-40B4-BE49-F238E27FC236}">
                <a16:creationId xmlns:a16="http://schemas.microsoft.com/office/drawing/2014/main" id="{5F92079C-0451-7ADB-4216-58680D1ADB66}"/>
              </a:ext>
            </a:extLst>
          </p:cNvPr>
          <p:cNvSpPr/>
          <p:nvPr/>
        </p:nvSpPr>
        <p:spPr>
          <a:xfrm rot="8100000">
            <a:off x="4901984" y="2551690"/>
            <a:ext cx="241300" cy="241300"/>
          </a:xfrm>
          <a:prstGeom prst="halfFram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3" name="Half-frame 32">
            <a:extLst>
              <a:ext uri="{FF2B5EF4-FFF2-40B4-BE49-F238E27FC236}">
                <a16:creationId xmlns:a16="http://schemas.microsoft.com/office/drawing/2014/main" id="{315FB72B-17A0-8F1E-3F7C-F3635ABCA2A5}"/>
              </a:ext>
            </a:extLst>
          </p:cNvPr>
          <p:cNvSpPr/>
          <p:nvPr/>
        </p:nvSpPr>
        <p:spPr>
          <a:xfrm rot="8100000">
            <a:off x="6718140" y="2551689"/>
            <a:ext cx="241300" cy="241300"/>
          </a:xfrm>
          <a:prstGeom prst="halfFram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4" name="Half-frame 33">
            <a:extLst>
              <a:ext uri="{FF2B5EF4-FFF2-40B4-BE49-F238E27FC236}">
                <a16:creationId xmlns:a16="http://schemas.microsoft.com/office/drawing/2014/main" id="{BFD69274-1936-C44E-EE8A-967B72770F29}"/>
              </a:ext>
            </a:extLst>
          </p:cNvPr>
          <p:cNvSpPr/>
          <p:nvPr/>
        </p:nvSpPr>
        <p:spPr>
          <a:xfrm rot="8100000">
            <a:off x="8532143" y="2551688"/>
            <a:ext cx="241300" cy="241300"/>
          </a:xfrm>
          <a:prstGeom prst="halfFram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55912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CC6BA1-04F1-4C31-D8E7-765D3A83A6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3928D21D-B1AA-F074-EB71-7DDE34143E7E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AE8D39-A8C0-2E96-D5F1-5C0500438EA3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80DF0A4-1E11-4C9A-1F03-8DCEBAC97453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sp>
        <p:nvSpPr>
          <p:cNvPr id="2" name="Rectangle: Rounded Corners 15">
            <a:extLst>
              <a:ext uri="{FF2B5EF4-FFF2-40B4-BE49-F238E27FC236}">
                <a16:creationId xmlns:a16="http://schemas.microsoft.com/office/drawing/2014/main" id="{AF81766C-EBE7-856F-1E7D-9F6926C1AF34}"/>
              </a:ext>
            </a:extLst>
          </p:cNvPr>
          <p:cNvSpPr/>
          <p:nvPr/>
        </p:nvSpPr>
        <p:spPr>
          <a:xfrm>
            <a:off x="6565348" y="3178677"/>
            <a:ext cx="4761161" cy="1095632"/>
          </a:xfrm>
          <a:prstGeom prst="roundRect">
            <a:avLst>
              <a:gd name="adj" fmla="val 11476"/>
            </a:avLst>
          </a:prstGeom>
          <a:solidFill>
            <a:schemeClr val="accent2">
              <a:lumMod val="40000"/>
              <a:lumOff val="60000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5" name="Rectangle: Rounded Corners 15">
            <a:extLst>
              <a:ext uri="{FF2B5EF4-FFF2-40B4-BE49-F238E27FC236}">
                <a16:creationId xmlns:a16="http://schemas.microsoft.com/office/drawing/2014/main" id="{153C187C-05C1-670B-14C6-86EB6E217675}"/>
              </a:ext>
            </a:extLst>
          </p:cNvPr>
          <p:cNvSpPr/>
          <p:nvPr/>
        </p:nvSpPr>
        <p:spPr>
          <a:xfrm>
            <a:off x="6565348" y="4643616"/>
            <a:ext cx="4761161" cy="1095632"/>
          </a:xfrm>
          <a:prstGeom prst="roundRect">
            <a:avLst>
              <a:gd name="adj" fmla="val 11476"/>
            </a:avLst>
          </a:pr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roy Light"/>
              <a:sym typeface="Gilroy Light"/>
            </a:endParaRPr>
          </a:p>
        </p:txBody>
      </p:sp>
      <p:sp>
        <p:nvSpPr>
          <p:cNvPr id="6" name="Rectangle: Rounded Corners 15">
            <a:extLst>
              <a:ext uri="{FF2B5EF4-FFF2-40B4-BE49-F238E27FC236}">
                <a16:creationId xmlns:a16="http://schemas.microsoft.com/office/drawing/2014/main" id="{60CA52F1-C20C-5109-8F15-FDCE8F6A2438}"/>
              </a:ext>
            </a:extLst>
          </p:cNvPr>
          <p:cNvSpPr/>
          <p:nvPr/>
        </p:nvSpPr>
        <p:spPr>
          <a:xfrm>
            <a:off x="6565348" y="1772581"/>
            <a:ext cx="4761161" cy="1095631"/>
          </a:xfrm>
          <a:prstGeom prst="roundRect">
            <a:avLst>
              <a:gd name="adj" fmla="val 11476"/>
            </a:avLst>
          </a:prstGeom>
          <a:solidFill>
            <a:schemeClr val="accent2">
              <a:lumMod val="60000"/>
              <a:lumOff val="40000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roy Light"/>
              <a:sym typeface="Gilroy Light"/>
            </a:endParaRPr>
          </a:p>
        </p:txBody>
      </p:sp>
      <p:sp>
        <p:nvSpPr>
          <p:cNvPr id="27" name="Straight Connector 48">
            <a:extLst>
              <a:ext uri="{FF2B5EF4-FFF2-40B4-BE49-F238E27FC236}">
                <a16:creationId xmlns:a16="http://schemas.microsoft.com/office/drawing/2014/main" id="{618AA21D-35F7-140C-2C6D-DC5C50E01ECB}"/>
              </a:ext>
            </a:extLst>
          </p:cNvPr>
          <p:cNvSpPr/>
          <p:nvPr/>
        </p:nvSpPr>
        <p:spPr>
          <a:xfrm flipH="1">
            <a:off x="1409566" y="2540491"/>
            <a:ext cx="1" cy="2430847"/>
          </a:xfrm>
          <a:prstGeom prst="line">
            <a:avLst/>
          </a:prstGeom>
          <a:ln w="25400">
            <a:solidFill>
              <a:srgbClr val="D9D9D9"/>
            </a:solidFill>
            <a:prstDash val="sysDot"/>
            <a:miter/>
          </a:ln>
        </p:spPr>
        <p:txBody>
          <a:bodyPr lIns="45719" rIns="45719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28" name="Rectangle 69">
            <a:extLst>
              <a:ext uri="{FF2B5EF4-FFF2-40B4-BE49-F238E27FC236}">
                <a16:creationId xmlns:a16="http://schemas.microsoft.com/office/drawing/2014/main" id="{2C3FA1AA-087A-878B-F39B-93CA517367DB}"/>
              </a:ext>
            </a:extLst>
          </p:cNvPr>
          <p:cNvSpPr txBox="1"/>
          <p:nvPr/>
        </p:nvSpPr>
        <p:spPr>
          <a:xfrm>
            <a:off x="1908348" y="2098579"/>
            <a:ext cx="3134787" cy="4293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>
              <a:lnSpc>
                <a:spcPct val="90000"/>
              </a:lnSpc>
              <a:defRPr sz="12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Lorem Ipsum is simply dummy text of the</a:t>
            </a:r>
            <a:r>
              <a:rPr lang="en-US" kern="0">
                <a:solidFill>
                  <a:srgbClr val="000000"/>
                </a:solidFill>
              </a:rPr>
              <a:t> </a:t>
            </a:r>
            <a:r>
              <a:rPr lang="en-IN" kern="0">
                <a:solidFill>
                  <a:srgbClr val="000000"/>
                </a:solidFill>
              </a:rPr>
              <a:t>dummy text of the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 Regular"/>
              <a:sym typeface="Poppins Regular"/>
            </a:endParaRPr>
          </a:p>
        </p:txBody>
      </p:sp>
      <p:sp>
        <p:nvSpPr>
          <p:cNvPr id="29" name="Text Placeholder 33">
            <a:extLst>
              <a:ext uri="{FF2B5EF4-FFF2-40B4-BE49-F238E27FC236}">
                <a16:creationId xmlns:a16="http://schemas.microsoft.com/office/drawing/2014/main" id="{A408AA24-043D-AA4D-4698-EE798311DE0C}"/>
              </a:ext>
            </a:extLst>
          </p:cNvPr>
          <p:cNvSpPr txBox="1"/>
          <p:nvPr/>
        </p:nvSpPr>
        <p:spPr>
          <a:xfrm>
            <a:off x="1959148" y="1826529"/>
            <a:ext cx="972632" cy="297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16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Process 1</a:t>
            </a:r>
          </a:p>
        </p:txBody>
      </p:sp>
      <p:sp>
        <p:nvSpPr>
          <p:cNvPr id="30" name="Oval 56">
            <a:extLst>
              <a:ext uri="{FF2B5EF4-FFF2-40B4-BE49-F238E27FC236}">
                <a16:creationId xmlns:a16="http://schemas.microsoft.com/office/drawing/2014/main" id="{5316266B-E713-3D8F-9384-F7F3E11AD45A}"/>
              </a:ext>
            </a:extLst>
          </p:cNvPr>
          <p:cNvSpPr/>
          <p:nvPr/>
        </p:nvSpPr>
        <p:spPr>
          <a:xfrm>
            <a:off x="1060028" y="1841574"/>
            <a:ext cx="699077" cy="699075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rgbClr val="FFFFFF"/>
            </a:solidFill>
            <a:miter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36" name="Shape 2540">
            <a:extLst>
              <a:ext uri="{FF2B5EF4-FFF2-40B4-BE49-F238E27FC236}">
                <a16:creationId xmlns:a16="http://schemas.microsoft.com/office/drawing/2014/main" id="{38EB9534-7861-57A6-AF88-AE4C3CD93C2A}"/>
              </a:ext>
            </a:extLst>
          </p:cNvPr>
          <p:cNvSpPr/>
          <p:nvPr/>
        </p:nvSpPr>
        <p:spPr>
          <a:xfrm>
            <a:off x="1269902" y="2051447"/>
            <a:ext cx="279329" cy="27932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732" y="6661"/>
                </a:moveTo>
                <a:cubicBezTo>
                  <a:pt x="20540" y="6471"/>
                  <a:pt x="20228" y="6473"/>
                  <a:pt x="20038" y="6667"/>
                </a:cubicBezTo>
                <a:cubicBezTo>
                  <a:pt x="19903" y="6804"/>
                  <a:pt x="19870" y="7000"/>
                  <a:pt x="19929" y="7171"/>
                </a:cubicBezTo>
                <a:lnTo>
                  <a:pt x="19918" y="7175"/>
                </a:lnTo>
                <a:cubicBezTo>
                  <a:pt x="20365" y="8298"/>
                  <a:pt x="20618" y="951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cubicBezTo>
                  <a:pt x="5378" y="20618"/>
                  <a:pt x="982" y="16223"/>
                  <a:pt x="982" y="10800"/>
                </a:cubicBezTo>
                <a:cubicBezTo>
                  <a:pt x="982" y="5377"/>
                  <a:pt x="5378" y="982"/>
                  <a:pt x="10800" y="982"/>
                </a:cubicBezTo>
                <a:cubicBezTo>
                  <a:pt x="13575" y="982"/>
                  <a:pt x="16077" y="2136"/>
                  <a:pt x="17862" y="3989"/>
                </a:cubicBezTo>
                <a:lnTo>
                  <a:pt x="17868" y="3982"/>
                </a:lnTo>
                <a:cubicBezTo>
                  <a:pt x="18062" y="4157"/>
                  <a:pt x="18359" y="4153"/>
                  <a:pt x="18544" y="3965"/>
                </a:cubicBezTo>
                <a:cubicBezTo>
                  <a:pt x="18734" y="3771"/>
                  <a:pt x="18732" y="3461"/>
                  <a:pt x="18539" y="3270"/>
                </a:cubicBezTo>
                <a:cubicBezTo>
                  <a:pt x="18520" y="3252"/>
                  <a:pt x="18496" y="3244"/>
                  <a:pt x="18476" y="3230"/>
                </a:cubicBezTo>
                <a:cubicBezTo>
                  <a:pt x="16521" y="1241"/>
                  <a:pt x="13810" y="0"/>
                  <a:pt x="10800" y="0"/>
                </a:cubicBezTo>
                <a:cubicBezTo>
                  <a:pt x="4835" y="0"/>
                  <a:pt x="0" y="4835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5" y="21600"/>
                  <a:pt x="21600" y="16764"/>
                  <a:pt x="21600" y="10800"/>
                </a:cubicBezTo>
                <a:cubicBezTo>
                  <a:pt x="21600" y="9412"/>
                  <a:pt x="21329" y="8089"/>
                  <a:pt x="20851" y="6869"/>
                </a:cubicBezTo>
                <a:cubicBezTo>
                  <a:pt x="20828" y="6794"/>
                  <a:pt x="20793" y="6721"/>
                  <a:pt x="20732" y="6661"/>
                </a:cubicBezTo>
                <a:moveTo>
                  <a:pt x="10792" y="13534"/>
                </a:moveTo>
                <a:lnTo>
                  <a:pt x="6238" y="8980"/>
                </a:lnTo>
                <a:cubicBezTo>
                  <a:pt x="6149" y="8891"/>
                  <a:pt x="6027" y="8836"/>
                  <a:pt x="5891" y="8836"/>
                </a:cubicBezTo>
                <a:cubicBezTo>
                  <a:pt x="5620" y="8836"/>
                  <a:pt x="5400" y="9056"/>
                  <a:pt x="5400" y="9327"/>
                </a:cubicBezTo>
                <a:cubicBezTo>
                  <a:pt x="5400" y="9463"/>
                  <a:pt x="5455" y="9585"/>
                  <a:pt x="5544" y="9675"/>
                </a:cubicBezTo>
                <a:lnTo>
                  <a:pt x="10453" y="14583"/>
                </a:lnTo>
                <a:cubicBezTo>
                  <a:pt x="10542" y="14672"/>
                  <a:pt x="10664" y="14727"/>
                  <a:pt x="10800" y="14727"/>
                </a:cubicBezTo>
                <a:cubicBezTo>
                  <a:pt x="10940" y="14727"/>
                  <a:pt x="11064" y="14668"/>
                  <a:pt x="11154" y="14574"/>
                </a:cubicBezTo>
                <a:lnTo>
                  <a:pt x="11155" y="14576"/>
                </a:lnTo>
                <a:lnTo>
                  <a:pt x="19353" y="5988"/>
                </a:lnTo>
                <a:cubicBezTo>
                  <a:pt x="19353" y="5989"/>
                  <a:pt x="19354" y="5990"/>
                  <a:pt x="19354" y="5991"/>
                </a:cubicBezTo>
                <a:lnTo>
                  <a:pt x="20055" y="5255"/>
                </a:lnTo>
                <a:cubicBezTo>
                  <a:pt x="20055" y="5255"/>
                  <a:pt x="20054" y="5254"/>
                  <a:pt x="20054" y="5253"/>
                </a:cubicBezTo>
                <a:lnTo>
                  <a:pt x="21464" y="3775"/>
                </a:lnTo>
                <a:lnTo>
                  <a:pt x="21463" y="3774"/>
                </a:lnTo>
                <a:cubicBezTo>
                  <a:pt x="21547" y="3686"/>
                  <a:pt x="21600" y="3567"/>
                  <a:pt x="21600" y="3436"/>
                </a:cubicBezTo>
                <a:cubicBezTo>
                  <a:pt x="21600" y="3166"/>
                  <a:pt x="21380" y="2945"/>
                  <a:pt x="21109" y="2945"/>
                </a:cubicBezTo>
                <a:cubicBezTo>
                  <a:pt x="20969" y="2945"/>
                  <a:pt x="20844" y="3005"/>
                  <a:pt x="20755" y="3099"/>
                </a:cubicBezTo>
                <a:lnTo>
                  <a:pt x="20754" y="3097"/>
                </a:lnTo>
                <a:lnTo>
                  <a:pt x="19493" y="4419"/>
                </a:lnTo>
                <a:cubicBezTo>
                  <a:pt x="19492" y="4418"/>
                  <a:pt x="19491" y="4416"/>
                  <a:pt x="19490" y="4415"/>
                </a:cubicBezTo>
                <a:lnTo>
                  <a:pt x="18805" y="5133"/>
                </a:lnTo>
                <a:cubicBezTo>
                  <a:pt x="18806" y="5134"/>
                  <a:pt x="18807" y="5136"/>
                  <a:pt x="18807" y="5137"/>
                </a:cubicBezTo>
                <a:cubicBezTo>
                  <a:pt x="18807" y="5137"/>
                  <a:pt x="10792" y="13534"/>
                  <a:pt x="10792" y="13534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l" defTabSz="228532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Source Sans Pro Light"/>
                <a:ea typeface="Source Sans Pro Light"/>
                <a:cs typeface="Source Sans Pro Light"/>
                <a:sym typeface="Source Sans Pro Light"/>
              </a:defRPr>
            </a:pPr>
            <a:endParaRPr kumimoji="0" sz="1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Source Sans Pro Light"/>
              <a:ea typeface="Source Sans Pro Light"/>
              <a:sym typeface="Source Sans Pro Light"/>
            </a:endParaRPr>
          </a:p>
        </p:txBody>
      </p:sp>
      <p:sp>
        <p:nvSpPr>
          <p:cNvPr id="37" name="Oval 63">
            <a:extLst>
              <a:ext uri="{FF2B5EF4-FFF2-40B4-BE49-F238E27FC236}">
                <a16:creationId xmlns:a16="http://schemas.microsoft.com/office/drawing/2014/main" id="{3212BC49-B952-E5C4-9EDF-DE75BA75B4C8}"/>
              </a:ext>
            </a:extLst>
          </p:cNvPr>
          <p:cNvSpPr/>
          <p:nvPr/>
        </p:nvSpPr>
        <p:spPr>
          <a:xfrm>
            <a:off x="1060028" y="3406377"/>
            <a:ext cx="699077" cy="699075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roy Light"/>
              <a:sym typeface="Gilroy Light"/>
            </a:endParaRPr>
          </a:p>
        </p:txBody>
      </p:sp>
      <p:sp>
        <p:nvSpPr>
          <p:cNvPr id="38" name="Shape 2540">
            <a:extLst>
              <a:ext uri="{FF2B5EF4-FFF2-40B4-BE49-F238E27FC236}">
                <a16:creationId xmlns:a16="http://schemas.microsoft.com/office/drawing/2014/main" id="{D62AA3C8-CEFF-6E37-6F5F-9E67983F91EA}"/>
              </a:ext>
            </a:extLst>
          </p:cNvPr>
          <p:cNvSpPr/>
          <p:nvPr/>
        </p:nvSpPr>
        <p:spPr>
          <a:xfrm>
            <a:off x="1266903" y="3616250"/>
            <a:ext cx="279329" cy="27932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732" y="6661"/>
                </a:moveTo>
                <a:cubicBezTo>
                  <a:pt x="20540" y="6471"/>
                  <a:pt x="20228" y="6473"/>
                  <a:pt x="20038" y="6667"/>
                </a:cubicBezTo>
                <a:cubicBezTo>
                  <a:pt x="19903" y="6804"/>
                  <a:pt x="19870" y="7000"/>
                  <a:pt x="19929" y="7171"/>
                </a:cubicBezTo>
                <a:lnTo>
                  <a:pt x="19918" y="7175"/>
                </a:lnTo>
                <a:cubicBezTo>
                  <a:pt x="20365" y="8298"/>
                  <a:pt x="20618" y="951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cubicBezTo>
                  <a:pt x="5378" y="20618"/>
                  <a:pt x="982" y="16223"/>
                  <a:pt x="982" y="10800"/>
                </a:cubicBezTo>
                <a:cubicBezTo>
                  <a:pt x="982" y="5377"/>
                  <a:pt x="5378" y="982"/>
                  <a:pt x="10800" y="982"/>
                </a:cubicBezTo>
                <a:cubicBezTo>
                  <a:pt x="13575" y="982"/>
                  <a:pt x="16077" y="2136"/>
                  <a:pt x="17862" y="3989"/>
                </a:cubicBezTo>
                <a:lnTo>
                  <a:pt x="17868" y="3982"/>
                </a:lnTo>
                <a:cubicBezTo>
                  <a:pt x="18062" y="4157"/>
                  <a:pt x="18359" y="4153"/>
                  <a:pt x="18544" y="3965"/>
                </a:cubicBezTo>
                <a:cubicBezTo>
                  <a:pt x="18734" y="3771"/>
                  <a:pt x="18732" y="3461"/>
                  <a:pt x="18539" y="3270"/>
                </a:cubicBezTo>
                <a:cubicBezTo>
                  <a:pt x="18520" y="3252"/>
                  <a:pt x="18496" y="3244"/>
                  <a:pt x="18476" y="3230"/>
                </a:cubicBezTo>
                <a:cubicBezTo>
                  <a:pt x="16521" y="1241"/>
                  <a:pt x="13810" y="0"/>
                  <a:pt x="10800" y="0"/>
                </a:cubicBezTo>
                <a:cubicBezTo>
                  <a:pt x="4835" y="0"/>
                  <a:pt x="0" y="4835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5" y="21600"/>
                  <a:pt x="21600" y="16764"/>
                  <a:pt x="21600" y="10800"/>
                </a:cubicBezTo>
                <a:cubicBezTo>
                  <a:pt x="21600" y="9412"/>
                  <a:pt x="21329" y="8089"/>
                  <a:pt x="20851" y="6869"/>
                </a:cubicBezTo>
                <a:cubicBezTo>
                  <a:pt x="20828" y="6794"/>
                  <a:pt x="20793" y="6721"/>
                  <a:pt x="20732" y="6661"/>
                </a:cubicBezTo>
                <a:moveTo>
                  <a:pt x="10792" y="13534"/>
                </a:moveTo>
                <a:lnTo>
                  <a:pt x="6238" y="8980"/>
                </a:lnTo>
                <a:cubicBezTo>
                  <a:pt x="6149" y="8891"/>
                  <a:pt x="6027" y="8836"/>
                  <a:pt x="5891" y="8836"/>
                </a:cubicBezTo>
                <a:cubicBezTo>
                  <a:pt x="5620" y="8836"/>
                  <a:pt x="5400" y="9056"/>
                  <a:pt x="5400" y="9327"/>
                </a:cubicBezTo>
                <a:cubicBezTo>
                  <a:pt x="5400" y="9463"/>
                  <a:pt x="5455" y="9585"/>
                  <a:pt x="5544" y="9675"/>
                </a:cubicBezTo>
                <a:lnTo>
                  <a:pt x="10453" y="14583"/>
                </a:lnTo>
                <a:cubicBezTo>
                  <a:pt x="10542" y="14672"/>
                  <a:pt x="10664" y="14727"/>
                  <a:pt x="10800" y="14727"/>
                </a:cubicBezTo>
                <a:cubicBezTo>
                  <a:pt x="10940" y="14727"/>
                  <a:pt x="11064" y="14668"/>
                  <a:pt x="11154" y="14574"/>
                </a:cubicBezTo>
                <a:lnTo>
                  <a:pt x="11155" y="14576"/>
                </a:lnTo>
                <a:lnTo>
                  <a:pt x="19353" y="5988"/>
                </a:lnTo>
                <a:cubicBezTo>
                  <a:pt x="19353" y="5989"/>
                  <a:pt x="19354" y="5990"/>
                  <a:pt x="19354" y="5991"/>
                </a:cubicBezTo>
                <a:lnTo>
                  <a:pt x="20055" y="5255"/>
                </a:lnTo>
                <a:cubicBezTo>
                  <a:pt x="20055" y="5255"/>
                  <a:pt x="20054" y="5254"/>
                  <a:pt x="20054" y="5253"/>
                </a:cubicBezTo>
                <a:lnTo>
                  <a:pt x="21464" y="3775"/>
                </a:lnTo>
                <a:lnTo>
                  <a:pt x="21463" y="3774"/>
                </a:lnTo>
                <a:cubicBezTo>
                  <a:pt x="21547" y="3686"/>
                  <a:pt x="21600" y="3567"/>
                  <a:pt x="21600" y="3436"/>
                </a:cubicBezTo>
                <a:cubicBezTo>
                  <a:pt x="21600" y="3166"/>
                  <a:pt x="21380" y="2945"/>
                  <a:pt x="21109" y="2945"/>
                </a:cubicBezTo>
                <a:cubicBezTo>
                  <a:pt x="20969" y="2945"/>
                  <a:pt x="20844" y="3005"/>
                  <a:pt x="20755" y="3099"/>
                </a:cubicBezTo>
                <a:lnTo>
                  <a:pt x="20754" y="3097"/>
                </a:lnTo>
                <a:lnTo>
                  <a:pt x="19493" y="4419"/>
                </a:lnTo>
                <a:cubicBezTo>
                  <a:pt x="19492" y="4418"/>
                  <a:pt x="19491" y="4416"/>
                  <a:pt x="19490" y="4415"/>
                </a:cubicBezTo>
                <a:lnTo>
                  <a:pt x="18805" y="5133"/>
                </a:lnTo>
                <a:cubicBezTo>
                  <a:pt x="18806" y="5134"/>
                  <a:pt x="18807" y="5136"/>
                  <a:pt x="18807" y="5137"/>
                </a:cubicBezTo>
                <a:cubicBezTo>
                  <a:pt x="18807" y="5137"/>
                  <a:pt x="10792" y="13534"/>
                  <a:pt x="10792" y="13534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l" defTabSz="228532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Source Sans Pro Light"/>
                <a:ea typeface="Source Sans Pro Light"/>
                <a:cs typeface="Source Sans Pro Light"/>
                <a:sym typeface="Source Sans Pro Light"/>
              </a:defRPr>
            </a:pPr>
            <a:endParaRPr kumimoji="0" sz="1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Source Sans Pro Light"/>
              <a:ea typeface="Source Sans Pro Light"/>
              <a:sym typeface="Source Sans Pro Light"/>
            </a:endParaRPr>
          </a:p>
        </p:txBody>
      </p:sp>
      <p:sp>
        <p:nvSpPr>
          <p:cNvPr id="39" name="Oval 70">
            <a:extLst>
              <a:ext uri="{FF2B5EF4-FFF2-40B4-BE49-F238E27FC236}">
                <a16:creationId xmlns:a16="http://schemas.microsoft.com/office/drawing/2014/main" id="{1C4CCB95-0B87-1C42-288E-D1D87F44BD67}"/>
              </a:ext>
            </a:extLst>
          </p:cNvPr>
          <p:cNvSpPr/>
          <p:nvPr/>
        </p:nvSpPr>
        <p:spPr>
          <a:xfrm>
            <a:off x="1060028" y="4971178"/>
            <a:ext cx="699077" cy="699075"/>
          </a:xfrm>
          <a:prstGeom prst="ellipse">
            <a:avLst/>
          </a:prstGeom>
          <a:solidFill>
            <a:schemeClr val="accent2"/>
          </a:solidFill>
          <a:ln w="12700">
            <a:solidFill>
              <a:srgbClr val="FFFFFF"/>
            </a:solidFill>
            <a:miter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40" name="Shape 2540">
            <a:extLst>
              <a:ext uri="{FF2B5EF4-FFF2-40B4-BE49-F238E27FC236}">
                <a16:creationId xmlns:a16="http://schemas.microsoft.com/office/drawing/2014/main" id="{12D81E21-0081-630B-23D3-4F95E086E09B}"/>
              </a:ext>
            </a:extLst>
          </p:cNvPr>
          <p:cNvSpPr/>
          <p:nvPr/>
        </p:nvSpPr>
        <p:spPr>
          <a:xfrm>
            <a:off x="1264803" y="5181051"/>
            <a:ext cx="279329" cy="27932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732" y="6661"/>
                </a:moveTo>
                <a:cubicBezTo>
                  <a:pt x="20540" y="6471"/>
                  <a:pt x="20228" y="6473"/>
                  <a:pt x="20038" y="6667"/>
                </a:cubicBezTo>
                <a:cubicBezTo>
                  <a:pt x="19903" y="6804"/>
                  <a:pt x="19870" y="7000"/>
                  <a:pt x="19929" y="7171"/>
                </a:cubicBezTo>
                <a:lnTo>
                  <a:pt x="19918" y="7175"/>
                </a:lnTo>
                <a:cubicBezTo>
                  <a:pt x="20365" y="8298"/>
                  <a:pt x="20618" y="951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cubicBezTo>
                  <a:pt x="5378" y="20618"/>
                  <a:pt x="982" y="16223"/>
                  <a:pt x="982" y="10800"/>
                </a:cubicBezTo>
                <a:cubicBezTo>
                  <a:pt x="982" y="5377"/>
                  <a:pt x="5378" y="982"/>
                  <a:pt x="10800" y="982"/>
                </a:cubicBezTo>
                <a:cubicBezTo>
                  <a:pt x="13575" y="982"/>
                  <a:pt x="16077" y="2136"/>
                  <a:pt x="17862" y="3989"/>
                </a:cubicBezTo>
                <a:lnTo>
                  <a:pt x="17868" y="3982"/>
                </a:lnTo>
                <a:cubicBezTo>
                  <a:pt x="18062" y="4157"/>
                  <a:pt x="18359" y="4153"/>
                  <a:pt x="18544" y="3965"/>
                </a:cubicBezTo>
                <a:cubicBezTo>
                  <a:pt x="18734" y="3771"/>
                  <a:pt x="18732" y="3461"/>
                  <a:pt x="18539" y="3270"/>
                </a:cubicBezTo>
                <a:cubicBezTo>
                  <a:pt x="18520" y="3252"/>
                  <a:pt x="18496" y="3244"/>
                  <a:pt x="18476" y="3230"/>
                </a:cubicBezTo>
                <a:cubicBezTo>
                  <a:pt x="16521" y="1241"/>
                  <a:pt x="13810" y="0"/>
                  <a:pt x="10800" y="0"/>
                </a:cubicBezTo>
                <a:cubicBezTo>
                  <a:pt x="4835" y="0"/>
                  <a:pt x="0" y="4835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5" y="21600"/>
                  <a:pt x="21600" y="16764"/>
                  <a:pt x="21600" y="10800"/>
                </a:cubicBezTo>
                <a:cubicBezTo>
                  <a:pt x="21600" y="9412"/>
                  <a:pt x="21329" y="8089"/>
                  <a:pt x="20851" y="6869"/>
                </a:cubicBezTo>
                <a:cubicBezTo>
                  <a:pt x="20828" y="6794"/>
                  <a:pt x="20793" y="6721"/>
                  <a:pt x="20732" y="6661"/>
                </a:cubicBezTo>
                <a:moveTo>
                  <a:pt x="10792" y="13534"/>
                </a:moveTo>
                <a:lnTo>
                  <a:pt x="6238" y="8980"/>
                </a:lnTo>
                <a:cubicBezTo>
                  <a:pt x="6149" y="8891"/>
                  <a:pt x="6027" y="8836"/>
                  <a:pt x="5891" y="8836"/>
                </a:cubicBezTo>
                <a:cubicBezTo>
                  <a:pt x="5620" y="8836"/>
                  <a:pt x="5400" y="9056"/>
                  <a:pt x="5400" y="9327"/>
                </a:cubicBezTo>
                <a:cubicBezTo>
                  <a:pt x="5400" y="9463"/>
                  <a:pt x="5455" y="9585"/>
                  <a:pt x="5544" y="9675"/>
                </a:cubicBezTo>
                <a:lnTo>
                  <a:pt x="10453" y="14583"/>
                </a:lnTo>
                <a:cubicBezTo>
                  <a:pt x="10542" y="14672"/>
                  <a:pt x="10664" y="14727"/>
                  <a:pt x="10800" y="14727"/>
                </a:cubicBezTo>
                <a:cubicBezTo>
                  <a:pt x="10940" y="14727"/>
                  <a:pt x="11064" y="14668"/>
                  <a:pt x="11154" y="14574"/>
                </a:cubicBezTo>
                <a:lnTo>
                  <a:pt x="11155" y="14576"/>
                </a:lnTo>
                <a:lnTo>
                  <a:pt x="19353" y="5988"/>
                </a:lnTo>
                <a:cubicBezTo>
                  <a:pt x="19353" y="5989"/>
                  <a:pt x="19354" y="5990"/>
                  <a:pt x="19354" y="5991"/>
                </a:cubicBezTo>
                <a:lnTo>
                  <a:pt x="20055" y="5255"/>
                </a:lnTo>
                <a:cubicBezTo>
                  <a:pt x="20055" y="5255"/>
                  <a:pt x="20054" y="5254"/>
                  <a:pt x="20054" y="5253"/>
                </a:cubicBezTo>
                <a:lnTo>
                  <a:pt x="21464" y="3775"/>
                </a:lnTo>
                <a:lnTo>
                  <a:pt x="21463" y="3774"/>
                </a:lnTo>
                <a:cubicBezTo>
                  <a:pt x="21547" y="3686"/>
                  <a:pt x="21600" y="3567"/>
                  <a:pt x="21600" y="3436"/>
                </a:cubicBezTo>
                <a:cubicBezTo>
                  <a:pt x="21600" y="3166"/>
                  <a:pt x="21380" y="2945"/>
                  <a:pt x="21109" y="2945"/>
                </a:cubicBezTo>
                <a:cubicBezTo>
                  <a:pt x="20969" y="2945"/>
                  <a:pt x="20844" y="3005"/>
                  <a:pt x="20755" y="3099"/>
                </a:cubicBezTo>
                <a:lnTo>
                  <a:pt x="20754" y="3097"/>
                </a:lnTo>
                <a:lnTo>
                  <a:pt x="19493" y="4419"/>
                </a:lnTo>
                <a:cubicBezTo>
                  <a:pt x="19492" y="4418"/>
                  <a:pt x="19491" y="4416"/>
                  <a:pt x="19490" y="4415"/>
                </a:cubicBezTo>
                <a:lnTo>
                  <a:pt x="18805" y="5133"/>
                </a:lnTo>
                <a:cubicBezTo>
                  <a:pt x="18806" y="5134"/>
                  <a:pt x="18807" y="5136"/>
                  <a:pt x="18807" y="5137"/>
                </a:cubicBezTo>
                <a:cubicBezTo>
                  <a:pt x="18807" y="5137"/>
                  <a:pt x="10792" y="13534"/>
                  <a:pt x="10792" y="13534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l" defTabSz="228532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Source Sans Pro Light"/>
                <a:ea typeface="Source Sans Pro Light"/>
                <a:cs typeface="Source Sans Pro Light"/>
                <a:sym typeface="Source Sans Pro Light"/>
              </a:defRPr>
            </a:pPr>
            <a:endParaRPr kumimoji="0" sz="1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Source Sans Pro Light"/>
              <a:ea typeface="Source Sans Pro Light"/>
              <a:sym typeface="Source Sans Pro Light"/>
            </a:endParaRPr>
          </a:p>
        </p:txBody>
      </p:sp>
      <p:sp>
        <p:nvSpPr>
          <p:cNvPr id="41" name="Rectangle 69">
            <a:extLst>
              <a:ext uri="{FF2B5EF4-FFF2-40B4-BE49-F238E27FC236}">
                <a16:creationId xmlns:a16="http://schemas.microsoft.com/office/drawing/2014/main" id="{0DD7EFDB-5615-D6B7-C35E-DC36A8384DEC}"/>
              </a:ext>
            </a:extLst>
          </p:cNvPr>
          <p:cNvSpPr txBox="1"/>
          <p:nvPr/>
        </p:nvSpPr>
        <p:spPr>
          <a:xfrm>
            <a:off x="1908348" y="3673379"/>
            <a:ext cx="3134787" cy="4293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>
              <a:lnSpc>
                <a:spcPct val="90000"/>
              </a:lnSpc>
              <a:defRPr sz="12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lvl="0" hangingPunct="0">
              <a:defRPr/>
            </a:pPr>
            <a:r>
              <a:rPr lang="en-IN" kern="0">
                <a:solidFill>
                  <a:srgbClr val="000000"/>
                </a:solidFill>
              </a:rPr>
              <a:t>Lorem Ipsum is simply dummy text of the dummy text of the</a:t>
            </a:r>
          </a:p>
        </p:txBody>
      </p:sp>
      <p:sp>
        <p:nvSpPr>
          <p:cNvPr id="42" name="Text Placeholder 33">
            <a:extLst>
              <a:ext uri="{FF2B5EF4-FFF2-40B4-BE49-F238E27FC236}">
                <a16:creationId xmlns:a16="http://schemas.microsoft.com/office/drawing/2014/main" id="{460A4429-2C43-205D-F6E7-0B80B6A548B2}"/>
              </a:ext>
            </a:extLst>
          </p:cNvPr>
          <p:cNvSpPr txBox="1"/>
          <p:nvPr/>
        </p:nvSpPr>
        <p:spPr>
          <a:xfrm>
            <a:off x="1959148" y="3401329"/>
            <a:ext cx="972632" cy="297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16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Process 2</a:t>
            </a:r>
          </a:p>
        </p:txBody>
      </p:sp>
      <p:sp>
        <p:nvSpPr>
          <p:cNvPr id="43" name="Rectangle 69">
            <a:extLst>
              <a:ext uri="{FF2B5EF4-FFF2-40B4-BE49-F238E27FC236}">
                <a16:creationId xmlns:a16="http://schemas.microsoft.com/office/drawing/2014/main" id="{7E0C6DA7-C018-737B-7670-E00978A886C1}"/>
              </a:ext>
            </a:extLst>
          </p:cNvPr>
          <p:cNvSpPr txBox="1"/>
          <p:nvPr/>
        </p:nvSpPr>
        <p:spPr>
          <a:xfrm>
            <a:off x="1895648" y="5260878"/>
            <a:ext cx="3134787" cy="4293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>
              <a:lnSpc>
                <a:spcPct val="90000"/>
              </a:lnSpc>
              <a:defRPr sz="12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lvl="0" hangingPunct="0">
              <a:defRPr/>
            </a:pPr>
            <a:r>
              <a:rPr lang="en-IN" kern="0">
                <a:solidFill>
                  <a:srgbClr val="000000"/>
                </a:solidFill>
              </a:rPr>
              <a:t>Lorem Ipsum is simply dummy text of the dummy text of the</a:t>
            </a:r>
          </a:p>
        </p:txBody>
      </p:sp>
      <p:sp>
        <p:nvSpPr>
          <p:cNvPr id="44" name="Text Placeholder 33">
            <a:extLst>
              <a:ext uri="{FF2B5EF4-FFF2-40B4-BE49-F238E27FC236}">
                <a16:creationId xmlns:a16="http://schemas.microsoft.com/office/drawing/2014/main" id="{5875072E-CF9D-7DD4-F4B1-C951B32FADE7}"/>
              </a:ext>
            </a:extLst>
          </p:cNvPr>
          <p:cNvSpPr txBox="1"/>
          <p:nvPr/>
        </p:nvSpPr>
        <p:spPr>
          <a:xfrm>
            <a:off x="1946448" y="4988829"/>
            <a:ext cx="972632" cy="297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16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Process 3</a:t>
            </a:r>
          </a:p>
        </p:txBody>
      </p:sp>
      <p:sp>
        <p:nvSpPr>
          <p:cNvPr id="45" name="Rectangle 69">
            <a:extLst>
              <a:ext uri="{FF2B5EF4-FFF2-40B4-BE49-F238E27FC236}">
                <a16:creationId xmlns:a16="http://schemas.microsoft.com/office/drawing/2014/main" id="{1732D244-2D0A-E02D-D581-26D36767F28A}"/>
              </a:ext>
            </a:extLst>
          </p:cNvPr>
          <p:cNvSpPr txBox="1"/>
          <p:nvPr/>
        </p:nvSpPr>
        <p:spPr>
          <a:xfrm>
            <a:off x="7727096" y="2270311"/>
            <a:ext cx="3224567" cy="304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90000"/>
              </a:lnSpc>
              <a:defRPr sz="1200">
                <a:solidFill>
                  <a:srgbClr val="FFFFFF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 Regular"/>
                <a:sym typeface="Poppins Regular"/>
              </a:rPr>
              <a:t>Lorem Ipsum is simply dummy text of the</a:t>
            </a:r>
          </a:p>
        </p:txBody>
      </p:sp>
      <p:sp>
        <p:nvSpPr>
          <p:cNvPr id="46" name="Text Placeholder 33">
            <a:extLst>
              <a:ext uri="{FF2B5EF4-FFF2-40B4-BE49-F238E27FC236}">
                <a16:creationId xmlns:a16="http://schemas.microsoft.com/office/drawing/2014/main" id="{343D0C60-4243-A363-8A19-80CF8EB8E8D0}"/>
              </a:ext>
            </a:extLst>
          </p:cNvPr>
          <p:cNvSpPr txBox="1"/>
          <p:nvPr/>
        </p:nvSpPr>
        <p:spPr>
          <a:xfrm>
            <a:off x="7777896" y="1998262"/>
            <a:ext cx="972633" cy="297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1600">
                <a:solidFill>
                  <a:srgbClr val="FFFFFF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 Regular"/>
                <a:sym typeface="Poppins Regular"/>
              </a:rPr>
              <a:t>Process 1</a:t>
            </a:r>
          </a:p>
        </p:txBody>
      </p:sp>
      <p:sp>
        <p:nvSpPr>
          <p:cNvPr id="47" name="Oval 56">
            <a:extLst>
              <a:ext uri="{FF2B5EF4-FFF2-40B4-BE49-F238E27FC236}">
                <a16:creationId xmlns:a16="http://schemas.microsoft.com/office/drawing/2014/main" id="{00A2DC17-0EC2-B7A9-F283-7866E37810F2}"/>
              </a:ext>
            </a:extLst>
          </p:cNvPr>
          <p:cNvSpPr/>
          <p:nvPr/>
        </p:nvSpPr>
        <p:spPr>
          <a:xfrm>
            <a:off x="6878777" y="1975207"/>
            <a:ext cx="699077" cy="699075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r>
              <a:rPr kumimoji="0" lang="en-US" sz="2400" u="none" strike="noStrike" kern="0" cap="none" spc="0" normalizeH="0" baseline="0" noProof="0">
                <a:ln>
                  <a:noFill/>
                </a:ln>
                <a:solidFill>
                  <a:srgbClr val="210032"/>
                </a:solidFill>
                <a:effectLst/>
                <a:uLnTx/>
                <a:uFillTx/>
                <a:latin typeface="Poppins Medium" pitchFamily="2" charset="77"/>
                <a:cs typeface="Poppins Medium" pitchFamily="2" charset="77"/>
                <a:sym typeface="Gilroy Light"/>
              </a:rPr>
              <a:t>1</a:t>
            </a:r>
            <a:endParaRPr kumimoji="0" sz="2400" u="none" strike="noStrike" kern="0" cap="none" spc="0" normalizeH="0" baseline="0" noProof="0">
              <a:ln>
                <a:noFill/>
              </a:ln>
              <a:solidFill>
                <a:srgbClr val="210032"/>
              </a:solidFill>
              <a:effectLst/>
              <a:uLnTx/>
              <a:uFillTx/>
              <a:latin typeface="Poppins Medium" pitchFamily="2" charset="77"/>
              <a:cs typeface="Poppins Medium" pitchFamily="2" charset="77"/>
              <a:sym typeface="Gilroy Light"/>
            </a:endParaRPr>
          </a:p>
        </p:txBody>
      </p:sp>
      <p:sp>
        <p:nvSpPr>
          <p:cNvPr id="48" name="Oval 63">
            <a:extLst>
              <a:ext uri="{FF2B5EF4-FFF2-40B4-BE49-F238E27FC236}">
                <a16:creationId xmlns:a16="http://schemas.microsoft.com/office/drawing/2014/main" id="{59DD1D32-A160-BAFF-115A-1341CC6C8CA1}"/>
              </a:ext>
            </a:extLst>
          </p:cNvPr>
          <p:cNvSpPr/>
          <p:nvPr/>
        </p:nvSpPr>
        <p:spPr>
          <a:xfrm>
            <a:off x="6878777" y="3386150"/>
            <a:ext cx="699077" cy="699075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 hangingPunct="0">
              <a:defRPr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r>
              <a:rPr kumimoji="0" lang="en-US" sz="2400" u="none" strike="noStrike" kern="0" cap="none" spc="0" normalizeH="0" baseline="0" noProof="0">
                <a:ln>
                  <a:noFill/>
                </a:ln>
                <a:solidFill>
                  <a:srgbClr val="210032"/>
                </a:solidFill>
                <a:effectLst/>
                <a:uLnTx/>
                <a:uFillTx/>
                <a:latin typeface="Poppins Medium" pitchFamily="2" charset="77"/>
                <a:cs typeface="Poppins Medium" pitchFamily="2" charset="77"/>
                <a:sym typeface="Gilroy Light"/>
              </a:rPr>
              <a:t>2</a:t>
            </a:r>
          </a:p>
        </p:txBody>
      </p:sp>
      <p:sp>
        <p:nvSpPr>
          <p:cNvPr id="49" name="Rectangle 69">
            <a:extLst>
              <a:ext uri="{FF2B5EF4-FFF2-40B4-BE49-F238E27FC236}">
                <a16:creationId xmlns:a16="http://schemas.microsoft.com/office/drawing/2014/main" id="{8EFE0FFB-431E-9A68-F6E5-49A34A335F25}"/>
              </a:ext>
            </a:extLst>
          </p:cNvPr>
          <p:cNvSpPr txBox="1"/>
          <p:nvPr/>
        </p:nvSpPr>
        <p:spPr>
          <a:xfrm>
            <a:off x="7727096" y="3691251"/>
            <a:ext cx="3224567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90000"/>
              </a:lnSpc>
              <a:defRPr sz="1200">
                <a:solidFill>
                  <a:srgbClr val="FFFFFF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 Regular"/>
                <a:sym typeface="Poppins Regular"/>
              </a:rPr>
              <a:t>Lorem Ipsum is simply dummy text of the</a:t>
            </a:r>
          </a:p>
        </p:txBody>
      </p:sp>
      <p:sp>
        <p:nvSpPr>
          <p:cNvPr id="50" name="Text Placeholder 33">
            <a:extLst>
              <a:ext uri="{FF2B5EF4-FFF2-40B4-BE49-F238E27FC236}">
                <a16:creationId xmlns:a16="http://schemas.microsoft.com/office/drawing/2014/main" id="{F9D2FB11-0407-B6C0-BB8F-5EC85635E6D7}"/>
              </a:ext>
            </a:extLst>
          </p:cNvPr>
          <p:cNvSpPr txBox="1"/>
          <p:nvPr/>
        </p:nvSpPr>
        <p:spPr>
          <a:xfrm>
            <a:off x="7777896" y="3381103"/>
            <a:ext cx="972633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1600">
                <a:solidFill>
                  <a:srgbClr val="FFFFFF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 Regular"/>
                <a:sym typeface="Poppins Regular"/>
              </a:rPr>
              <a:t>Process 2</a:t>
            </a:r>
          </a:p>
        </p:txBody>
      </p:sp>
      <p:sp>
        <p:nvSpPr>
          <p:cNvPr id="51" name="Rectangle 69">
            <a:extLst>
              <a:ext uri="{FF2B5EF4-FFF2-40B4-BE49-F238E27FC236}">
                <a16:creationId xmlns:a16="http://schemas.microsoft.com/office/drawing/2014/main" id="{F962582B-E407-3D86-FC6F-28332E3A37B3}"/>
              </a:ext>
            </a:extLst>
          </p:cNvPr>
          <p:cNvSpPr txBox="1"/>
          <p:nvPr/>
        </p:nvSpPr>
        <p:spPr>
          <a:xfrm>
            <a:off x="7714396" y="5169695"/>
            <a:ext cx="3224567" cy="2631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90000"/>
              </a:lnSpc>
              <a:defRPr sz="1200">
                <a:solidFill>
                  <a:srgbClr val="FFFFFF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oppins Regular"/>
                <a:sym typeface="Poppins Regular"/>
              </a:rPr>
              <a:t>Lorem Ipsum is simply dummy text of the</a:t>
            </a:r>
          </a:p>
        </p:txBody>
      </p:sp>
      <p:sp>
        <p:nvSpPr>
          <p:cNvPr id="52" name="Text Placeholder 33">
            <a:extLst>
              <a:ext uri="{FF2B5EF4-FFF2-40B4-BE49-F238E27FC236}">
                <a16:creationId xmlns:a16="http://schemas.microsoft.com/office/drawing/2014/main" id="{8C835775-3F0C-6F3F-F27B-1C6DFCEC2D95}"/>
              </a:ext>
            </a:extLst>
          </p:cNvPr>
          <p:cNvSpPr txBox="1"/>
          <p:nvPr/>
        </p:nvSpPr>
        <p:spPr>
          <a:xfrm>
            <a:off x="7765196" y="4859546"/>
            <a:ext cx="972633" cy="2646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1600">
                <a:solidFill>
                  <a:srgbClr val="FFFFFF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oppins Regular"/>
                <a:sym typeface="Poppins Regular"/>
              </a:rPr>
              <a:t>Process 3</a:t>
            </a:r>
          </a:p>
        </p:txBody>
      </p:sp>
      <p:sp>
        <p:nvSpPr>
          <p:cNvPr id="53" name="Oval 63">
            <a:extLst>
              <a:ext uri="{FF2B5EF4-FFF2-40B4-BE49-F238E27FC236}">
                <a16:creationId xmlns:a16="http://schemas.microsoft.com/office/drawing/2014/main" id="{5CCB9F79-36F1-154C-BB7A-63ECB0CA4048}"/>
              </a:ext>
            </a:extLst>
          </p:cNvPr>
          <p:cNvSpPr/>
          <p:nvPr/>
        </p:nvSpPr>
        <p:spPr>
          <a:xfrm>
            <a:off x="6878776" y="4807188"/>
            <a:ext cx="699077" cy="699075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 hangingPunct="0">
              <a:defRPr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r>
              <a:rPr lang="en-US" sz="2400" kern="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  <a:sym typeface="Gilroy Light"/>
              </a:rPr>
              <a:t>3</a:t>
            </a:r>
            <a:endParaRPr kumimoji="0" lang="en-US" sz="2400" u="none" strike="noStrike" kern="0" cap="none" spc="0" normalizeH="0" baseline="0" noProof="0">
              <a:ln>
                <a:noFill/>
              </a:ln>
              <a:solidFill>
                <a:srgbClr val="210032"/>
              </a:solidFill>
              <a:effectLst/>
              <a:uLnTx/>
              <a:uFillTx/>
              <a:latin typeface="Poppins Medium" pitchFamily="2" charset="77"/>
              <a:cs typeface="Poppins Medium" pitchFamily="2" charset="77"/>
              <a:sym typeface="Gilroy Light"/>
            </a:endParaRPr>
          </a:p>
        </p:txBody>
      </p:sp>
    </p:spTree>
    <p:extLst>
      <p:ext uri="{BB962C8B-B14F-4D97-AF65-F5344CB8AC3E}">
        <p14:creationId xmlns:p14="http://schemas.microsoft.com/office/powerpoint/2010/main" val="16879061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 advAuto="0"/>
      <p:bldP spid="28" grpId="0" animBg="1" advAuto="0"/>
      <p:bldP spid="41" grpId="0" animBg="1" advAuto="0"/>
      <p:bldP spid="43" grpId="0" animBg="1" advAuto="0"/>
      <p:bldP spid="45" grpId="0" animBg="1" advAuto="0"/>
      <p:bldP spid="49" grpId="0" animBg="1" advAuto="0"/>
      <p:bldP spid="51" grpId="0" animBg="1" advAuto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1F06E8-85F6-3516-B851-5047AFCAFE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87313FB4-C87F-FAFA-ECE3-B8E20313D67E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D0A065B-49F6-CBF3-EFDD-E71E85892829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B6D3D84-8C90-E293-8E44-1631BD8A5E9A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sp>
        <p:nvSpPr>
          <p:cNvPr id="7" name="Скругленный прямоугольник 14">
            <a:extLst>
              <a:ext uri="{FF2B5EF4-FFF2-40B4-BE49-F238E27FC236}">
                <a16:creationId xmlns:a16="http://schemas.microsoft.com/office/drawing/2014/main" id="{FF2A939F-6603-C84C-0EC8-0EFF1EFAB3EA}"/>
              </a:ext>
            </a:extLst>
          </p:cNvPr>
          <p:cNvSpPr/>
          <p:nvPr/>
        </p:nvSpPr>
        <p:spPr>
          <a:xfrm>
            <a:off x="5291297" y="2701328"/>
            <a:ext cx="2005643" cy="2166540"/>
          </a:xfrm>
          <a:prstGeom prst="roundRect">
            <a:avLst>
              <a:gd name="adj" fmla="val 5808"/>
            </a:avLst>
          </a:prstGeom>
          <a:solidFill>
            <a:srgbClr val="F2F5F9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roy Light"/>
              <a:sym typeface="Gilroy Light"/>
            </a:endParaRPr>
          </a:p>
        </p:txBody>
      </p:sp>
      <p:sp>
        <p:nvSpPr>
          <p:cNvPr id="8" name="TextBox 6">
            <a:extLst>
              <a:ext uri="{FF2B5EF4-FFF2-40B4-BE49-F238E27FC236}">
                <a16:creationId xmlns:a16="http://schemas.microsoft.com/office/drawing/2014/main" id="{6F838308-106D-37C0-9E2F-369857219E66}"/>
              </a:ext>
            </a:extLst>
          </p:cNvPr>
          <p:cNvSpPr txBox="1"/>
          <p:nvPr/>
        </p:nvSpPr>
        <p:spPr>
          <a:xfrm>
            <a:off x="5265897" y="1943793"/>
            <a:ext cx="5932705" cy="4005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lnSpc>
                <a:spcPct val="90000"/>
              </a:lnSpc>
              <a:defRPr sz="2400">
                <a:solidFill>
                  <a:srgbClr val="FD5B0E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r" defTabSz="914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200" b="0" i="0" u="none" strike="noStrike" kern="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layfair Display" pitchFamily="2" charset="77"/>
                <a:sym typeface="Poppins Regular"/>
              </a:rPr>
              <a:t>Digital </a:t>
            </a:r>
            <a:r>
              <a:rPr kumimoji="0" lang="en-US" sz="2200" b="0" i="0" u="none" strike="noStrike" kern="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layfair Display" pitchFamily="2" charset="77"/>
                <a:sym typeface="Poppins Regular"/>
              </a:rPr>
              <a:t>J</a:t>
            </a:r>
            <a:r>
              <a:rPr kumimoji="0" sz="2200" b="0" i="0" u="none" strike="noStrike" kern="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layfair Display" pitchFamily="2" charset="77"/>
                <a:sym typeface="Poppins Regular"/>
              </a:rPr>
              <a:t>ob </a:t>
            </a:r>
            <a:r>
              <a:rPr lang="en-US" sz="2200" kern="0">
                <a:solidFill>
                  <a:schemeClr val="accent5"/>
                </a:solidFill>
                <a:latin typeface="Playfair Display" pitchFamily="2" charset="77"/>
              </a:rPr>
              <a:t>G</a:t>
            </a:r>
            <a:r>
              <a:rPr kumimoji="0" sz="2200" b="0" i="0" u="none" strike="noStrike" kern="0" cap="none" spc="0" normalizeH="0" baseline="0" noProof="0" err="1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layfair Display" pitchFamily="2" charset="77"/>
                <a:sym typeface="Poppins Regular"/>
              </a:rPr>
              <a:t>rowth</a:t>
            </a:r>
            <a:r>
              <a:rPr kumimoji="0" sz="2200" b="0" i="0" u="none" strike="noStrike" kern="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layfair Display" pitchFamily="2" charset="77"/>
                <a:sym typeface="Poppins Regular"/>
              </a:rPr>
              <a:t> from </a:t>
            </a:r>
            <a:r>
              <a:rPr kumimoji="0" sz="2200" b="0" i="0" u="none" strike="noStrike" kern="0" cap="none" spc="0" normalizeH="0" baseline="0" noProof="0">
                <a:ln>
                  <a:noFill/>
                </a:ln>
                <a:solidFill>
                  <a:srgbClr val="FF4A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Poppins Regular"/>
              </a:rPr>
              <a:t>2020 to 2025</a:t>
            </a:r>
          </a:p>
        </p:txBody>
      </p:sp>
      <p:graphicFrame>
        <p:nvGraphicFramePr>
          <p:cNvPr id="9" name="Chart 1">
            <a:extLst>
              <a:ext uri="{FF2B5EF4-FFF2-40B4-BE49-F238E27FC236}">
                <a16:creationId xmlns:a16="http://schemas.microsoft.com/office/drawing/2014/main" id="{A11EDA81-824C-0538-8C32-DE23AA21DF6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60753577"/>
              </p:ext>
            </p:extLst>
          </p:nvPr>
        </p:nvGraphicFramePr>
        <p:xfrm>
          <a:off x="1415301" y="2948056"/>
          <a:ext cx="4280701" cy="202834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0" name="2020">
            <a:extLst>
              <a:ext uri="{FF2B5EF4-FFF2-40B4-BE49-F238E27FC236}">
                <a16:creationId xmlns:a16="http://schemas.microsoft.com/office/drawing/2014/main" id="{4C6BB3AD-218C-6F6C-A735-9A87E78AD720}"/>
              </a:ext>
            </a:extLst>
          </p:cNvPr>
          <p:cNvSpPr txBox="1"/>
          <p:nvPr/>
        </p:nvSpPr>
        <p:spPr>
          <a:xfrm>
            <a:off x="1693756" y="4972998"/>
            <a:ext cx="412751" cy="2819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000">
                <a:solidFill>
                  <a:srgbClr val="545454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0" normalizeH="0" baseline="0" noProof="0">
                <a:ln>
                  <a:noFill/>
                </a:ln>
                <a:solidFill>
                  <a:srgbClr val="545454"/>
                </a:solidFill>
                <a:effectLst/>
                <a:uLnTx/>
                <a:uFillTx/>
                <a:latin typeface="Poppins Regular"/>
                <a:sym typeface="Poppins Regular"/>
              </a:rPr>
              <a:t>2020</a:t>
            </a:r>
          </a:p>
        </p:txBody>
      </p:sp>
      <p:sp>
        <p:nvSpPr>
          <p:cNvPr id="11" name="2021">
            <a:extLst>
              <a:ext uri="{FF2B5EF4-FFF2-40B4-BE49-F238E27FC236}">
                <a16:creationId xmlns:a16="http://schemas.microsoft.com/office/drawing/2014/main" id="{D3B95DDD-1B69-3007-A60B-5A7B24F0ADE2}"/>
              </a:ext>
            </a:extLst>
          </p:cNvPr>
          <p:cNvSpPr txBox="1"/>
          <p:nvPr/>
        </p:nvSpPr>
        <p:spPr>
          <a:xfrm>
            <a:off x="2413422" y="4972998"/>
            <a:ext cx="372746" cy="2819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000">
                <a:solidFill>
                  <a:srgbClr val="545454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0" normalizeH="0" baseline="0" noProof="0">
                <a:ln>
                  <a:noFill/>
                </a:ln>
                <a:solidFill>
                  <a:srgbClr val="545454"/>
                </a:solidFill>
                <a:effectLst/>
                <a:uLnTx/>
                <a:uFillTx/>
                <a:latin typeface="Poppins Regular"/>
                <a:sym typeface="Poppins Regular"/>
              </a:rPr>
              <a:t>2021</a:t>
            </a:r>
          </a:p>
        </p:txBody>
      </p:sp>
      <p:sp>
        <p:nvSpPr>
          <p:cNvPr id="12" name="2022">
            <a:extLst>
              <a:ext uri="{FF2B5EF4-FFF2-40B4-BE49-F238E27FC236}">
                <a16:creationId xmlns:a16="http://schemas.microsoft.com/office/drawing/2014/main" id="{A2CDEB93-B911-8154-C22A-73DA8AA909B0}"/>
              </a:ext>
            </a:extLst>
          </p:cNvPr>
          <p:cNvSpPr txBox="1"/>
          <p:nvPr/>
        </p:nvSpPr>
        <p:spPr>
          <a:xfrm>
            <a:off x="3093084" y="4972998"/>
            <a:ext cx="405512" cy="2819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000">
                <a:solidFill>
                  <a:srgbClr val="545454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0" normalizeH="0" baseline="0" noProof="0">
                <a:ln>
                  <a:noFill/>
                </a:ln>
                <a:solidFill>
                  <a:srgbClr val="545454"/>
                </a:solidFill>
                <a:effectLst/>
                <a:uLnTx/>
                <a:uFillTx/>
                <a:latin typeface="Poppins Regular"/>
                <a:sym typeface="Poppins Regular"/>
              </a:rPr>
              <a:t>2022</a:t>
            </a:r>
          </a:p>
        </p:txBody>
      </p:sp>
      <p:sp>
        <p:nvSpPr>
          <p:cNvPr id="13" name="2023">
            <a:extLst>
              <a:ext uri="{FF2B5EF4-FFF2-40B4-BE49-F238E27FC236}">
                <a16:creationId xmlns:a16="http://schemas.microsoft.com/office/drawing/2014/main" id="{9ABA0413-DB34-99E0-BE4D-BB1A0610E94C}"/>
              </a:ext>
            </a:extLst>
          </p:cNvPr>
          <p:cNvSpPr txBox="1"/>
          <p:nvPr/>
        </p:nvSpPr>
        <p:spPr>
          <a:xfrm>
            <a:off x="3812751" y="4972998"/>
            <a:ext cx="406782" cy="2819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000">
                <a:solidFill>
                  <a:srgbClr val="545454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0" normalizeH="0" baseline="0" noProof="0">
                <a:ln>
                  <a:noFill/>
                </a:ln>
                <a:solidFill>
                  <a:srgbClr val="545454"/>
                </a:solidFill>
                <a:effectLst/>
                <a:uLnTx/>
                <a:uFillTx/>
                <a:latin typeface="Poppins Regular"/>
                <a:sym typeface="Poppins Regular"/>
              </a:rPr>
              <a:t>2023</a:t>
            </a:r>
          </a:p>
        </p:txBody>
      </p:sp>
      <p:sp>
        <p:nvSpPr>
          <p:cNvPr id="14" name="2024">
            <a:extLst>
              <a:ext uri="{FF2B5EF4-FFF2-40B4-BE49-F238E27FC236}">
                <a16:creationId xmlns:a16="http://schemas.microsoft.com/office/drawing/2014/main" id="{74EDEF45-2F77-E536-E1CE-2E59C27C3889}"/>
              </a:ext>
            </a:extLst>
          </p:cNvPr>
          <p:cNvSpPr txBox="1"/>
          <p:nvPr/>
        </p:nvSpPr>
        <p:spPr>
          <a:xfrm>
            <a:off x="4485173" y="4972998"/>
            <a:ext cx="412497" cy="2819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000">
                <a:solidFill>
                  <a:srgbClr val="545454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0" normalizeH="0" baseline="0" noProof="0">
                <a:ln>
                  <a:noFill/>
                </a:ln>
                <a:solidFill>
                  <a:srgbClr val="545454"/>
                </a:solidFill>
                <a:effectLst/>
                <a:uLnTx/>
                <a:uFillTx/>
                <a:latin typeface="Poppins Regular"/>
                <a:sym typeface="Poppins Regular"/>
              </a:rPr>
              <a:t>2024</a:t>
            </a:r>
          </a:p>
        </p:txBody>
      </p:sp>
      <p:sp>
        <p:nvSpPr>
          <p:cNvPr id="15" name="2025">
            <a:extLst>
              <a:ext uri="{FF2B5EF4-FFF2-40B4-BE49-F238E27FC236}">
                <a16:creationId xmlns:a16="http://schemas.microsoft.com/office/drawing/2014/main" id="{95F983DA-C2C9-5A3D-A6D2-4C69FC53A873}"/>
              </a:ext>
            </a:extLst>
          </p:cNvPr>
          <p:cNvSpPr txBox="1"/>
          <p:nvPr/>
        </p:nvSpPr>
        <p:spPr>
          <a:xfrm>
            <a:off x="5163311" y="4972998"/>
            <a:ext cx="412497" cy="2819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000">
                <a:solidFill>
                  <a:srgbClr val="545454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0" normalizeH="0" baseline="0" noProof="0">
                <a:ln>
                  <a:noFill/>
                </a:ln>
                <a:solidFill>
                  <a:srgbClr val="545454"/>
                </a:solidFill>
                <a:effectLst/>
                <a:uLnTx/>
                <a:uFillTx/>
                <a:latin typeface="Poppins Regular"/>
                <a:sym typeface="Poppins Regular"/>
              </a:rPr>
              <a:t>2025</a:t>
            </a:r>
          </a:p>
        </p:txBody>
      </p:sp>
      <p:sp>
        <p:nvSpPr>
          <p:cNvPr id="16" name="Заголовок 1">
            <a:extLst>
              <a:ext uri="{FF2B5EF4-FFF2-40B4-BE49-F238E27FC236}">
                <a16:creationId xmlns:a16="http://schemas.microsoft.com/office/drawing/2014/main" id="{00F9C679-241B-42C4-1541-F24BA0C18B85}"/>
              </a:ext>
            </a:extLst>
          </p:cNvPr>
          <p:cNvSpPr txBox="1"/>
          <p:nvPr/>
        </p:nvSpPr>
        <p:spPr>
          <a:xfrm>
            <a:off x="5838239" y="3257454"/>
            <a:ext cx="1304741" cy="4555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70000"/>
              </a:lnSpc>
              <a:defRPr sz="2000">
                <a:solidFill>
                  <a:srgbClr val="FD5B0E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>
                <a:ln>
                  <a:noFill/>
                </a:ln>
                <a:solidFill>
                  <a:srgbClr val="FD5B0E"/>
                </a:solidFill>
                <a:effectLst/>
                <a:uLnTx/>
                <a:uFillTx/>
                <a:latin typeface="Poppins Regular"/>
                <a:sym typeface="Poppins Regular"/>
              </a:rPr>
              <a:t>149M</a:t>
            </a: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FD5B0E"/>
              </a:solidFill>
              <a:effectLst/>
              <a:uLnTx/>
              <a:uFillTx/>
              <a:latin typeface="Poppins Regular"/>
              <a:sym typeface="Poppins Regular"/>
            </a:endParaRPr>
          </a:p>
          <a:p>
            <a:pPr marL="0" marR="0" lvl="0" indent="0" algn="l" defTabSz="914400" rtl="0" eaLnBrk="1" fontAlgn="auto" latinLnBrk="0" hangingPunct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>
                <a:ln>
                  <a:noFill/>
                </a:ln>
                <a:solidFill>
                  <a:srgbClr val="FD5B0E"/>
                </a:solidFill>
                <a:effectLst/>
                <a:uLnTx/>
                <a:uFillTx/>
                <a:latin typeface="Poppins Regular"/>
                <a:sym typeface="Poppins Regular"/>
              </a:rPr>
              <a:t>new jobs</a:t>
            </a:r>
          </a:p>
        </p:txBody>
      </p:sp>
      <p:sp>
        <p:nvSpPr>
          <p:cNvPr id="17" name="Заголовок 1">
            <a:extLst>
              <a:ext uri="{FF2B5EF4-FFF2-40B4-BE49-F238E27FC236}">
                <a16:creationId xmlns:a16="http://schemas.microsoft.com/office/drawing/2014/main" id="{FCFD6BF7-374E-D015-5A5A-61E23AD09FE4}"/>
              </a:ext>
            </a:extLst>
          </p:cNvPr>
          <p:cNvSpPr txBox="1"/>
          <p:nvPr/>
        </p:nvSpPr>
        <p:spPr>
          <a:xfrm>
            <a:off x="5867966" y="3707108"/>
            <a:ext cx="639804" cy="257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0000"/>
              </a:lnSpc>
              <a:defRPr sz="11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By 2025</a:t>
            </a:r>
          </a:p>
        </p:txBody>
      </p:sp>
      <p:sp>
        <p:nvSpPr>
          <p:cNvPr id="18" name="Заголовок 1">
            <a:extLst>
              <a:ext uri="{FF2B5EF4-FFF2-40B4-BE49-F238E27FC236}">
                <a16:creationId xmlns:a16="http://schemas.microsoft.com/office/drawing/2014/main" id="{FB270644-3A8D-3F39-0B7E-AB728A60E727}"/>
              </a:ext>
            </a:extLst>
          </p:cNvPr>
          <p:cNvSpPr txBox="1"/>
          <p:nvPr/>
        </p:nvSpPr>
        <p:spPr>
          <a:xfrm>
            <a:off x="7805468" y="2830137"/>
            <a:ext cx="481717" cy="340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lnSpc>
                <a:spcPct val="110000"/>
              </a:lnSpc>
              <a:defRPr sz="14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r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19M</a:t>
            </a:r>
          </a:p>
        </p:txBody>
      </p:sp>
      <p:sp>
        <p:nvSpPr>
          <p:cNvPr id="19" name="Заголовок 1">
            <a:extLst>
              <a:ext uri="{FF2B5EF4-FFF2-40B4-BE49-F238E27FC236}">
                <a16:creationId xmlns:a16="http://schemas.microsoft.com/office/drawing/2014/main" id="{8AFFF208-4EA0-6C91-CCAA-78B886AF351E}"/>
              </a:ext>
            </a:extLst>
          </p:cNvPr>
          <p:cNvSpPr txBox="1"/>
          <p:nvPr/>
        </p:nvSpPr>
        <p:spPr>
          <a:xfrm>
            <a:off x="7805468" y="3272425"/>
            <a:ext cx="481717" cy="340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lnSpc>
                <a:spcPct val="110000"/>
              </a:lnSpc>
              <a:defRPr sz="14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r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6M</a:t>
            </a:r>
          </a:p>
        </p:txBody>
      </p:sp>
      <p:sp>
        <p:nvSpPr>
          <p:cNvPr id="20" name="Заголовок 1">
            <a:extLst>
              <a:ext uri="{FF2B5EF4-FFF2-40B4-BE49-F238E27FC236}">
                <a16:creationId xmlns:a16="http://schemas.microsoft.com/office/drawing/2014/main" id="{66023D8E-FAE0-E1F1-1AF4-B1E41990F0BE}"/>
              </a:ext>
            </a:extLst>
          </p:cNvPr>
          <p:cNvSpPr txBox="1"/>
          <p:nvPr/>
        </p:nvSpPr>
        <p:spPr>
          <a:xfrm>
            <a:off x="7579152" y="3710136"/>
            <a:ext cx="708032" cy="340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lnSpc>
                <a:spcPct val="110000"/>
              </a:lnSpc>
              <a:defRPr sz="14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r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20M</a:t>
            </a:r>
          </a:p>
        </p:txBody>
      </p:sp>
      <p:sp>
        <p:nvSpPr>
          <p:cNvPr id="21" name="Заголовок 1">
            <a:extLst>
              <a:ext uri="{FF2B5EF4-FFF2-40B4-BE49-F238E27FC236}">
                <a16:creationId xmlns:a16="http://schemas.microsoft.com/office/drawing/2014/main" id="{D4CD5825-8F3D-7DB2-2CDC-34D9C5FD858B}"/>
              </a:ext>
            </a:extLst>
          </p:cNvPr>
          <p:cNvSpPr txBox="1"/>
          <p:nvPr/>
        </p:nvSpPr>
        <p:spPr>
          <a:xfrm>
            <a:off x="7579153" y="4153747"/>
            <a:ext cx="708032" cy="340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lnSpc>
                <a:spcPct val="110000"/>
              </a:lnSpc>
              <a:defRPr sz="14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r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23M</a:t>
            </a:r>
          </a:p>
        </p:txBody>
      </p:sp>
      <p:sp>
        <p:nvSpPr>
          <p:cNvPr id="22" name="Заголовок 1">
            <a:extLst>
              <a:ext uri="{FF2B5EF4-FFF2-40B4-BE49-F238E27FC236}">
                <a16:creationId xmlns:a16="http://schemas.microsoft.com/office/drawing/2014/main" id="{655AC226-1CA9-99FB-5359-07A9142AF3E5}"/>
              </a:ext>
            </a:extLst>
          </p:cNvPr>
          <p:cNvSpPr txBox="1"/>
          <p:nvPr/>
        </p:nvSpPr>
        <p:spPr>
          <a:xfrm>
            <a:off x="7579153" y="4593148"/>
            <a:ext cx="708032" cy="340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lnSpc>
                <a:spcPct val="110000"/>
              </a:lnSpc>
              <a:defRPr sz="14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r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98M</a:t>
            </a:r>
          </a:p>
        </p:txBody>
      </p:sp>
      <p:sp>
        <p:nvSpPr>
          <p:cNvPr id="23" name="Заголовок 1">
            <a:extLst>
              <a:ext uri="{FF2B5EF4-FFF2-40B4-BE49-F238E27FC236}">
                <a16:creationId xmlns:a16="http://schemas.microsoft.com/office/drawing/2014/main" id="{5CD7CA3E-235D-746D-4069-CB838969C605}"/>
              </a:ext>
            </a:extLst>
          </p:cNvPr>
          <p:cNvSpPr txBox="1"/>
          <p:nvPr/>
        </p:nvSpPr>
        <p:spPr>
          <a:xfrm>
            <a:off x="8378623" y="2886508"/>
            <a:ext cx="834213" cy="2451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0000"/>
              </a:lnSpc>
              <a:defRPr sz="900">
                <a:solidFill>
                  <a:srgbClr val="535353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Poppins Regular"/>
                <a:sym typeface="Poppins Regular"/>
              </a:rPr>
              <a:t>Privacy trust</a:t>
            </a:r>
          </a:p>
        </p:txBody>
      </p:sp>
      <p:sp>
        <p:nvSpPr>
          <p:cNvPr id="24" name="Заголовок 1">
            <a:extLst>
              <a:ext uri="{FF2B5EF4-FFF2-40B4-BE49-F238E27FC236}">
                <a16:creationId xmlns:a16="http://schemas.microsoft.com/office/drawing/2014/main" id="{2DCB8A8F-ABBA-FD0B-8DA9-C67555EF88BA}"/>
              </a:ext>
            </a:extLst>
          </p:cNvPr>
          <p:cNvSpPr txBox="1"/>
          <p:nvPr/>
        </p:nvSpPr>
        <p:spPr>
          <a:xfrm>
            <a:off x="8378622" y="3318200"/>
            <a:ext cx="949962" cy="2451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0000"/>
              </a:lnSpc>
              <a:defRPr sz="900">
                <a:solidFill>
                  <a:srgbClr val="535353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Poppins Regular"/>
                <a:sym typeface="Poppins Regular"/>
              </a:rPr>
              <a:t>Cybersecurity</a:t>
            </a:r>
          </a:p>
        </p:txBody>
      </p:sp>
      <p:sp>
        <p:nvSpPr>
          <p:cNvPr id="25" name="Заголовок 1">
            <a:extLst>
              <a:ext uri="{FF2B5EF4-FFF2-40B4-BE49-F238E27FC236}">
                <a16:creationId xmlns:a16="http://schemas.microsoft.com/office/drawing/2014/main" id="{E81104C9-67E7-0732-598C-DDF98CA5B229}"/>
              </a:ext>
            </a:extLst>
          </p:cNvPr>
          <p:cNvSpPr txBox="1"/>
          <p:nvPr/>
        </p:nvSpPr>
        <p:spPr>
          <a:xfrm>
            <a:off x="8378621" y="3737348"/>
            <a:ext cx="2382221" cy="2451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0000"/>
              </a:lnSpc>
              <a:defRPr sz="900">
                <a:solidFill>
                  <a:srgbClr val="535353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Poppins Regular"/>
                <a:sym typeface="Poppins Regular"/>
              </a:rPr>
              <a:t>Data analysis, machine learning, and AI</a:t>
            </a:r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2FF14DC3-1DC4-6F92-C3A0-316A14924EDF}"/>
              </a:ext>
            </a:extLst>
          </p:cNvPr>
          <p:cNvSpPr txBox="1"/>
          <p:nvPr/>
        </p:nvSpPr>
        <p:spPr>
          <a:xfrm>
            <a:off x="8378621" y="4195828"/>
            <a:ext cx="2382221" cy="2451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0000"/>
              </a:lnSpc>
              <a:defRPr sz="900">
                <a:solidFill>
                  <a:srgbClr val="535353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Poppins Regular"/>
                <a:sym typeface="Poppins Regular"/>
              </a:rPr>
              <a:t>Cloud and data roles</a:t>
            </a:r>
          </a:p>
        </p:txBody>
      </p:sp>
      <p:sp>
        <p:nvSpPr>
          <p:cNvPr id="31" name="Заголовок 1">
            <a:extLst>
              <a:ext uri="{FF2B5EF4-FFF2-40B4-BE49-F238E27FC236}">
                <a16:creationId xmlns:a16="http://schemas.microsoft.com/office/drawing/2014/main" id="{F46831D2-A5EE-D9DD-F0BB-F603B6FE40E4}"/>
              </a:ext>
            </a:extLst>
          </p:cNvPr>
          <p:cNvSpPr txBox="1"/>
          <p:nvPr/>
        </p:nvSpPr>
        <p:spPr>
          <a:xfrm>
            <a:off x="8378621" y="4622758"/>
            <a:ext cx="2382221" cy="2451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0000"/>
              </a:lnSpc>
              <a:defRPr sz="900">
                <a:solidFill>
                  <a:srgbClr val="535353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Poppins Regular"/>
                <a:sym typeface="Poppins Regular"/>
              </a:rPr>
              <a:t>Software development</a:t>
            </a:r>
          </a:p>
        </p:txBody>
      </p:sp>
      <p:sp>
        <p:nvSpPr>
          <p:cNvPr id="32" name="TextBox 27">
            <a:extLst>
              <a:ext uri="{FF2B5EF4-FFF2-40B4-BE49-F238E27FC236}">
                <a16:creationId xmlns:a16="http://schemas.microsoft.com/office/drawing/2014/main" id="{54EF4285-F210-8EF4-C821-3962760E24EE}"/>
              </a:ext>
            </a:extLst>
          </p:cNvPr>
          <p:cNvSpPr txBox="1"/>
          <p:nvPr/>
        </p:nvSpPr>
        <p:spPr>
          <a:xfrm>
            <a:off x="1490556" y="5392429"/>
            <a:ext cx="8991440" cy="2154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>
              <a:defRPr sz="800">
                <a:solidFill>
                  <a:srgbClr val="87868C"/>
                </a:solidFill>
                <a:latin typeface="DM Sans"/>
                <a:ea typeface="DM Sans"/>
                <a:cs typeface="DM Sans"/>
                <a:sym typeface="DM Sans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none" strike="noStrike" kern="0" cap="none" spc="0" normalizeH="0" baseline="0" noProof="0">
                <a:ln>
                  <a:noFill/>
                </a:ln>
                <a:solidFill>
                  <a:srgbClr val="87868C"/>
                </a:solidFill>
                <a:effectLst/>
                <a:uLnTx/>
                <a:uFillTx/>
                <a:latin typeface="DM Sans"/>
                <a:sym typeface="DM Sans"/>
              </a:rPr>
              <a:t>Data Source: Microsoft Data Science utilizing </a:t>
            </a:r>
            <a:r>
              <a:rPr kumimoji="0" sz="800" b="0" i="0" u="none" strike="noStrike" kern="0" cap="none" spc="0" normalizeH="0" baseline="0" noProof="0" err="1">
                <a:ln>
                  <a:noFill/>
                </a:ln>
                <a:solidFill>
                  <a:srgbClr val="87868C"/>
                </a:solidFill>
                <a:effectLst/>
                <a:uLnTx/>
                <a:uFillTx/>
                <a:latin typeface="DM Sans"/>
                <a:sym typeface="DM Sans"/>
              </a:rPr>
              <a:t>Linkedin</a:t>
            </a:r>
            <a:r>
              <a:rPr kumimoji="0" sz="800" b="0" i="0" u="none" strike="noStrike" kern="0" cap="none" spc="0" normalizeH="0" baseline="0" noProof="0">
                <a:ln>
                  <a:noFill/>
                </a:ln>
                <a:solidFill>
                  <a:srgbClr val="87868C"/>
                </a:solidFill>
                <a:effectLst/>
                <a:uLnTx/>
                <a:uFillTx/>
                <a:latin typeface="DM Sans"/>
                <a:sym typeface="DM Sans"/>
              </a:rPr>
              <a:t> data. Methodology and assumptions can be found in the white paper “” Methodology: Digitization Capacity of the World Economy”</a:t>
            </a:r>
          </a:p>
        </p:txBody>
      </p:sp>
      <p:sp>
        <p:nvSpPr>
          <p:cNvPr id="33" name="Заголовок 1">
            <a:extLst>
              <a:ext uri="{FF2B5EF4-FFF2-40B4-BE49-F238E27FC236}">
                <a16:creationId xmlns:a16="http://schemas.microsoft.com/office/drawing/2014/main" id="{FC754F81-3D99-9BCD-6128-C410FAB34D21}"/>
              </a:ext>
            </a:extLst>
          </p:cNvPr>
          <p:cNvSpPr txBox="1"/>
          <p:nvPr/>
        </p:nvSpPr>
        <p:spPr>
          <a:xfrm>
            <a:off x="1461154" y="2703376"/>
            <a:ext cx="1946992" cy="2328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>
              <a:lnSpc>
                <a:spcPct val="90000"/>
              </a:lnSpc>
              <a:defRPr sz="1000">
                <a:solidFill>
                  <a:srgbClr val="87868C"/>
                </a:solidFill>
                <a:latin typeface="DM Sans"/>
                <a:ea typeface="DM Sans"/>
                <a:cs typeface="DM Sans"/>
                <a:sym typeface="DM Sans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0" normalizeH="0" baseline="0" noProof="0">
                <a:ln>
                  <a:noFill/>
                </a:ln>
                <a:solidFill>
                  <a:srgbClr val="87868C"/>
                </a:solidFill>
                <a:effectLst/>
                <a:uLnTx/>
                <a:uFillTx/>
                <a:latin typeface="DM Sans"/>
                <a:sym typeface="DM Sans"/>
              </a:rPr>
              <a:t>(M — millions of people)</a:t>
            </a:r>
          </a:p>
        </p:txBody>
      </p:sp>
    </p:spTree>
    <p:extLst>
      <p:ext uri="{BB962C8B-B14F-4D97-AF65-F5344CB8AC3E}">
        <p14:creationId xmlns:p14="http://schemas.microsoft.com/office/powerpoint/2010/main" val="8103411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3465C8-7F2B-9629-347F-6F04163611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48EA5C93-C5EF-A808-B15E-B6DEE07CA795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00BA48A-C462-F871-55C3-7E09F846DDAB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28803EA-4522-256A-44FD-15BF1BAF00E5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sp>
        <p:nvSpPr>
          <p:cNvPr id="7" name="Straight Connector 50">
            <a:extLst>
              <a:ext uri="{FF2B5EF4-FFF2-40B4-BE49-F238E27FC236}">
                <a16:creationId xmlns:a16="http://schemas.microsoft.com/office/drawing/2014/main" id="{ADCD296A-4D0D-F65D-D4B7-33E87307E582}"/>
              </a:ext>
            </a:extLst>
          </p:cNvPr>
          <p:cNvSpPr/>
          <p:nvPr/>
        </p:nvSpPr>
        <p:spPr>
          <a:xfrm flipV="1">
            <a:off x="676275" y="4068672"/>
            <a:ext cx="10839450" cy="0"/>
          </a:xfrm>
          <a:prstGeom prst="line">
            <a:avLst/>
          </a:prstGeom>
          <a:ln w="12700">
            <a:solidFill>
              <a:schemeClr val="accent2"/>
            </a:solidFill>
            <a:custDash>
              <a:ds d="100000" sp="200000"/>
            </a:custDash>
          </a:ln>
        </p:spPr>
        <p:txBody>
          <a:bodyPr lIns="45719" rIns="45719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Roboto Regular"/>
                <a:ea typeface="Roboto Regular"/>
                <a:cs typeface="Roboto Regular"/>
                <a:sym typeface="Roboto Regular"/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 Regular"/>
              <a:sym typeface="Roboto Regular"/>
            </a:endParaRPr>
          </a:p>
        </p:txBody>
      </p:sp>
      <p:sp>
        <p:nvSpPr>
          <p:cNvPr id="8" name="TextBox 54">
            <a:extLst>
              <a:ext uri="{FF2B5EF4-FFF2-40B4-BE49-F238E27FC236}">
                <a16:creationId xmlns:a16="http://schemas.microsoft.com/office/drawing/2014/main" id="{98698405-4ABC-C60C-8AED-95CA61A708E0}"/>
              </a:ext>
            </a:extLst>
          </p:cNvPr>
          <p:cNvSpPr txBox="1"/>
          <p:nvPr/>
        </p:nvSpPr>
        <p:spPr>
          <a:xfrm>
            <a:off x="1820961" y="3470656"/>
            <a:ext cx="1075834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lnSpc>
                <a:spcPct val="90000"/>
              </a:lnSpc>
              <a:defRPr sz="12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ctr" defTabSz="914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Setup Code</a:t>
            </a:r>
          </a:p>
        </p:txBody>
      </p:sp>
      <p:sp>
        <p:nvSpPr>
          <p:cNvPr id="9" name="TextBox 55">
            <a:extLst>
              <a:ext uri="{FF2B5EF4-FFF2-40B4-BE49-F238E27FC236}">
                <a16:creationId xmlns:a16="http://schemas.microsoft.com/office/drawing/2014/main" id="{BB053F47-DF70-F773-7C9F-BF6A3B068A48}"/>
              </a:ext>
            </a:extLst>
          </p:cNvPr>
          <p:cNvSpPr txBox="1"/>
          <p:nvPr/>
        </p:nvSpPr>
        <p:spPr>
          <a:xfrm>
            <a:off x="3723459" y="3470656"/>
            <a:ext cx="922974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lnSpc>
                <a:spcPct val="90000"/>
              </a:lnSpc>
              <a:defRPr sz="12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ctr" defTabSz="914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TEXT HERE</a:t>
            </a:r>
          </a:p>
        </p:txBody>
      </p:sp>
      <p:sp>
        <p:nvSpPr>
          <p:cNvPr id="10" name="TextBox 56">
            <a:extLst>
              <a:ext uri="{FF2B5EF4-FFF2-40B4-BE49-F238E27FC236}">
                <a16:creationId xmlns:a16="http://schemas.microsoft.com/office/drawing/2014/main" id="{71E8279E-2B3B-C558-BB27-445C3DFB9728}"/>
              </a:ext>
            </a:extLst>
          </p:cNvPr>
          <p:cNvSpPr txBox="1"/>
          <p:nvPr/>
        </p:nvSpPr>
        <p:spPr>
          <a:xfrm>
            <a:off x="5549529" y="3470656"/>
            <a:ext cx="922974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lnSpc>
                <a:spcPct val="90000"/>
              </a:lnSpc>
              <a:defRPr sz="12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ctr" defTabSz="914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TEXT HERE</a:t>
            </a:r>
          </a:p>
        </p:txBody>
      </p:sp>
      <p:sp>
        <p:nvSpPr>
          <p:cNvPr id="11" name="TextBox 58">
            <a:extLst>
              <a:ext uri="{FF2B5EF4-FFF2-40B4-BE49-F238E27FC236}">
                <a16:creationId xmlns:a16="http://schemas.microsoft.com/office/drawing/2014/main" id="{74149447-32B9-0CD1-7CF3-9AA7D36D8D97}"/>
              </a:ext>
            </a:extLst>
          </p:cNvPr>
          <p:cNvSpPr txBox="1"/>
          <p:nvPr/>
        </p:nvSpPr>
        <p:spPr>
          <a:xfrm>
            <a:off x="7375597" y="3470656"/>
            <a:ext cx="922974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lnSpc>
                <a:spcPct val="90000"/>
              </a:lnSpc>
              <a:defRPr sz="12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ctr" defTabSz="914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TEXT HERE</a:t>
            </a:r>
          </a:p>
        </p:txBody>
      </p:sp>
      <p:sp>
        <p:nvSpPr>
          <p:cNvPr id="12" name="TextBox 59">
            <a:extLst>
              <a:ext uri="{FF2B5EF4-FFF2-40B4-BE49-F238E27FC236}">
                <a16:creationId xmlns:a16="http://schemas.microsoft.com/office/drawing/2014/main" id="{FC679050-9870-B234-A524-81B01FD43BF9}"/>
              </a:ext>
            </a:extLst>
          </p:cNvPr>
          <p:cNvSpPr txBox="1"/>
          <p:nvPr/>
        </p:nvSpPr>
        <p:spPr>
          <a:xfrm>
            <a:off x="9201667" y="3470656"/>
            <a:ext cx="922974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lnSpc>
                <a:spcPct val="90000"/>
              </a:lnSpc>
              <a:defRPr sz="12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ctr" defTabSz="914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TEXT HERE</a:t>
            </a:r>
          </a:p>
        </p:txBody>
      </p:sp>
      <p:sp>
        <p:nvSpPr>
          <p:cNvPr id="13" name="Oval 60">
            <a:extLst>
              <a:ext uri="{FF2B5EF4-FFF2-40B4-BE49-F238E27FC236}">
                <a16:creationId xmlns:a16="http://schemas.microsoft.com/office/drawing/2014/main" id="{2C9B659A-F513-0EC0-7FBA-6B2F6EFB5F6E}"/>
              </a:ext>
            </a:extLst>
          </p:cNvPr>
          <p:cNvSpPr/>
          <p:nvPr/>
        </p:nvSpPr>
        <p:spPr>
          <a:xfrm>
            <a:off x="2286806" y="3998771"/>
            <a:ext cx="144143" cy="144143"/>
          </a:xfrm>
          <a:prstGeom prst="ellipse">
            <a:avLst/>
          </a:prstGeom>
          <a:solidFill>
            <a:srgbClr val="491AEB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roy Light"/>
              <a:sym typeface="Gilroy Light"/>
            </a:endParaRPr>
          </a:p>
        </p:txBody>
      </p:sp>
      <p:sp>
        <p:nvSpPr>
          <p:cNvPr id="14" name="Oval 61">
            <a:extLst>
              <a:ext uri="{FF2B5EF4-FFF2-40B4-BE49-F238E27FC236}">
                <a16:creationId xmlns:a16="http://schemas.microsoft.com/office/drawing/2014/main" id="{818CCB3D-14ED-C480-A34D-1487B9EAF9FB}"/>
              </a:ext>
            </a:extLst>
          </p:cNvPr>
          <p:cNvSpPr/>
          <p:nvPr/>
        </p:nvSpPr>
        <p:spPr>
          <a:xfrm>
            <a:off x="4112876" y="3998771"/>
            <a:ext cx="144143" cy="144143"/>
          </a:xfrm>
          <a:prstGeom prst="ellipse">
            <a:avLst/>
          </a:prstGeom>
          <a:solidFill>
            <a:srgbClr val="491AEB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roy Light"/>
              <a:sym typeface="Gilroy Light"/>
            </a:endParaRPr>
          </a:p>
        </p:txBody>
      </p:sp>
      <p:sp>
        <p:nvSpPr>
          <p:cNvPr id="15" name="Oval 62">
            <a:extLst>
              <a:ext uri="{FF2B5EF4-FFF2-40B4-BE49-F238E27FC236}">
                <a16:creationId xmlns:a16="http://schemas.microsoft.com/office/drawing/2014/main" id="{27E66413-5AD4-EF5E-C075-6B8E3CF80EA7}"/>
              </a:ext>
            </a:extLst>
          </p:cNvPr>
          <p:cNvSpPr/>
          <p:nvPr/>
        </p:nvSpPr>
        <p:spPr>
          <a:xfrm>
            <a:off x="5938946" y="3998771"/>
            <a:ext cx="144143" cy="144143"/>
          </a:xfrm>
          <a:prstGeom prst="ellipse">
            <a:avLst/>
          </a:prstGeom>
          <a:solidFill>
            <a:srgbClr val="491AEB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roy Light"/>
              <a:sym typeface="Gilroy Light"/>
            </a:endParaRPr>
          </a:p>
        </p:txBody>
      </p:sp>
      <p:sp>
        <p:nvSpPr>
          <p:cNvPr id="16" name="Oval 63">
            <a:extLst>
              <a:ext uri="{FF2B5EF4-FFF2-40B4-BE49-F238E27FC236}">
                <a16:creationId xmlns:a16="http://schemas.microsoft.com/office/drawing/2014/main" id="{07B7AC7C-95D7-E558-10B7-51F56B964545}"/>
              </a:ext>
            </a:extLst>
          </p:cNvPr>
          <p:cNvSpPr/>
          <p:nvPr/>
        </p:nvSpPr>
        <p:spPr>
          <a:xfrm>
            <a:off x="7765015" y="3998771"/>
            <a:ext cx="144143" cy="144143"/>
          </a:xfrm>
          <a:prstGeom prst="ellipse">
            <a:avLst/>
          </a:prstGeom>
          <a:solidFill>
            <a:srgbClr val="491AEB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roy Light"/>
              <a:sym typeface="Gilroy Light"/>
            </a:endParaRPr>
          </a:p>
        </p:txBody>
      </p:sp>
      <p:sp>
        <p:nvSpPr>
          <p:cNvPr id="17" name="Oval 64">
            <a:extLst>
              <a:ext uri="{FF2B5EF4-FFF2-40B4-BE49-F238E27FC236}">
                <a16:creationId xmlns:a16="http://schemas.microsoft.com/office/drawing/2014/main" id="{A9B02663-CA5E-C7C2-8344-FC82F5C19622}"/>
              </a:ext>
            </a:extLst>
          </p:cNvPr>
          <p:cNvSpPr/>
          <p:nvPr/>
        </p:nvSpPr>
        <p:spPr>
          <a:xfrm>
            <a:off x="9591084" y="3998771"/>
            <a:ext cx="144143" cy="144143"/>
          </a:xfrm>
          <a:prstGeom prst="ellipse">
            <a:avLst/>
          </a:prstGeom>
          <a:solidFill>
            <a:srgbClr val="491AEB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roy Light"/>
              <a:sym typeface="Gilroy Light"/>
            </a:endParaRPr>
          </a:p>
        </p:txBody>
      </p:sp>
      <p:sp>
        <p:nvSpPr>
          <p:cNvPr id="18" name="Freeform: Shape 389">
            <a:extLst>
              <a:ext uri="{FF2B5EF4-FFF2-40B4-BE49-F238E27FC236}">
                <a16:creationId xmlns:a16="http://schemas.microsoft.com/office/drawing/2014/main" id="{A2AD9664-A442-8F12-2C27-6A0C2565E533}"/>
              </a:ext>
            </a:extLst>
          </p:cNvPr>
          <p:cNvSpPr/>
          <p:nvPr/>
        </p:nvSpPr>
        <p:spPr>
          <a:xfrm>
            <a:off x="2158969" y="2855715"/>
            <a:ext cx="406064" cy="39981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19261"/>
                </a:moveTo>
                <a:cubicBezTo>
                  <a:pt x="21600" y="20554"/>
                  <a:pt x="20570" y="21600"/>
                  <a:pt x="19297" y="21600"/>
                </a:cubicBezTo>
                <a:lnTo>
                  <a:pt x="2303" y="21600"/>
                </a:lnTo>
                <a:cubicBezTo>
                  <a:pt x="1030" y="21600"/>
                  <a:pt x="0" y="20554"/>
                  <a:pt x="0" y="19261"/>
                </a:cubicBezTo>
                <a:lnTo>
                  <a:pt x="0" y="2339"/>
                </a:lnTo>
                <a:cubicBezTo>
                  <a:pt x="0" y="1046"/>
                  <a:pt x="1030" y="0"/>
                  <a:pt x="2303" y="0"/>
                </a:cubicBezTo>
                <a:lnTo>
                  <a:pt x="19297" y="0"/>
                </a:lnTo>
                <a:cubicBezTo>
                  <a:pt x="20570" y="0"/>
                  <a:pt x="21600" y="1046"/>
                  <a:pt x="21600" y="2339"/>
                </a:cubicBezTo>
                <a:lnTo>
                  <a:pt x="21600" y="19261"/>
                </a:lnTo>
                <a:close/>
                <a:moveTo>
                  <a:pt x="20271" y="2342"/>
                </a:moveTo>
                <a:cubicBezTo>
                  <a:pt x="20271" y="1795"/>
                  <a:pt x="19835" y="1353"/>
                  <a:pt x="19297" y="1353"/>
                </a:cubicBezTo>
                <a:lnTo>
                  <a:pt x="2303" y="1353"/>
                </a:lnTo>
                <a:cubicBezTo>
                  <a:pt x="1765" y="1353"/>
                  <a:pt x="1329" y="1795"/>
                  <a:pt x="1329" y="2342"/>
                </a:cubicBezTo>
                <a:lnTo>
                  <a:pt x="1329" y="19265"/>
                </a:lnTo>
                <a:cubicBezTo>
                  <a:pt x="1329" y="19811"/>
                  <a:pt x="1765" y="20253"/>
                  <a:pt x="2303" y="20253"/>
                </a:cubicBezTo>
                <a:lnTo>
                  <a:pt x="19297" y="20253"/>
                </a:lnTo>
                <a:cubicBezTo>
                  <a:pt x="19835" y="20253"/>
                  <a:pt x="20271" y="19811"/>
                  <a:pt x="20271" y="19265"/>
                </a:cubicBezTo>
                <a:lnTo>
                  <a:pt x="20271" y="2342"/>
                </a:ln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19" name="Freeform: Shape 390">
            <a:extLst>
              <a:ext uri="{FF2B5EF4-FFF2-40B4-BE49-F238E27FC236}">
                <a16:creationId xmlns:a16="http://schemas.microsoft.com/office/drawing/2014/main" id="{D642C6C1-7D8D-A422-823B-EC8909AFB610}"/>
              </a:ext>
            </a:extLst>
          </p:cNvPr>
          <p:cNvSpPr/>
          <p:nvPr/>
        </p:nvSpPr>
        <p:spPr>
          <a:xfrm>
            <a:off x="2162843" y="2936826"/>
            <a:ext cx="393569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257" y="21600"/>
                </a:moveTo>
                <a:lnTo>
                  <a:pt x="343" y="21600"/>
                </a:lnTo>
                <a:cubicBezTo>
                  <a:pt x="154" y="21600"/>
                  <a:pt x="0" y="16739"/>
                  <a:pt x="0" y="10800"/>
                </a:cubicBezTo>
                <a:cubicBezTo>
                  <a:pt x="0" y="4861"/>
                  <a:pt x="154" y="0"/>
                  <a:pt x="343" y="0"/>
                </a:cubicBezTo>
                <a:lnTo>
                  <a:pt x="21257" y="0"/>
                </a:lnTo>
                <a:cubicBezTo>
                  <a:pt x="21446" y="0"/>
                  <a:pt x="21600" y="4861"/>
                  <a:pt x="21600" y="10800"/>
                </a:cubicBezTo>
                <a:cubicBezTo>
                  <a:pt x="21600" y="16739"/>
                  <a:pt x="21446" y="21600"/>
                  <a:pt x="21257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20" name="Freeform: Shape 391">
            <a:extLst>
              <a:ext uri="{FF2B5EF4-FFF2-40B4-BE49-F238E27FC236}">
                <a16:creationId xmlns:a16="http://schemas.microsoft.com/office/drawing/2014/main" id="{F8B4170C-2B04-DADF-F0F1-B15FC437687A}"/>
              </a:ext>
            </a:extLst>
          </p:cNvPr>
          <p:cNvSpPr/>
          <p:nvPr/>
        </p:nvSpPr>
        <p:spPr>
          <a:xfrm>
            <a:off x="2200326" y="2905590"/>
            <a:ext cx="18744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400" y="21600"/>
                </a:moveTo>
                <a:lnTo>
                  <a:pt x="7200" y="21600"/>
                </a:lnTo>
                <a:cubicBezTo>
                  <a:pt x="3241" y="21600"/>
                  <a:pt x="0" y="16739"/>
                  <a:pt x="0" y="10800"/>
                </a:cubicBezTo>
                <a:cubicBezTo>
                  <a:pt x="0" y="4861"/>
                  <a:pt x="3241" y="0"/>
                  <a:pt x="7200" y="0"/>
                </a:cubicBezTo>
                <a:lnTo>
                  <a:pt x="14400" y="0"/>
                </a:lnTo>
                <a:cubicBezTo>
                  <a:pt x="18359" y="0"/>
                  <a:pt x="21600" y="4861"/>
                  <a:pt x="21600" y="10800"/>
                </a:cubicBezTo>
                <a:cubicBezTo>
                  <a:pt x="21600" y="16739"/>
                  <a:pt x="18359" y="21600"/>
                  <a:pt x="1440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21" name="Freeform: Shape 392">
            <a:extLst>
              <a:ext uri="{FF2B5EF4-FFF2-40B4-BE49-F238E27FC236}">
                <a16:creationId xmlns:a16="http://schemas.microsoft.com/office/drawing/2014/main" id="{F1E83DE0-45A7-742F-664D-F2247EF6D7B9}"/>
              </a:ext>
            </a:extLst>
          </p:cNvPr>
          <p:cNvSpPr/>
          <p:nvPr/>
        </p:nvSpPr>
        <p:spPr>
          <a:xfrm>
            <a:off x="2244055" y="2905590"/>
            <a:ext cx="18744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400" y="21600"/>
                </a:moveTo>
                <a:lnTo>
                  <a:pt x="7200" y="21600"/>
                </a:lnTo>
                <a:cubicBezTo>
                  <a:pt x="3241" y="21600"/>
                  <a:pt x="0" y="16739"/>
                  <a:pt x="0" y="10800"/>
                </a:cubicBezTo>
                <a:cubicBezTo>
                  <a:pt x="0" y="4861"/>
                  <a:pt x="3241" y="0"/>
                  <a:pt x="7200" y="0"/>
                </a:cubicBezTo>
                <a:lnTo>
                  <a:pt x="14400" y="0"/>
                </a:lnTo>
                <a:cubicBezTo>
                  <a:pt x="18359" y="0"/>
                  <a:pt x="21600" y="4861"/>
                  <a:pt x="21600" y="10800"/>
                </a:cubicBezTo>
                <a:cubicBezTo>
                  <a:pt x="21600" y="16739"/>
                  <a:pt x="18359" y="21600"/>
                  <a:pt x="1440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22" name="Freeform: Shape 393">
            <a:extLst>
              <a:ext uri="{FF2B5EF4-FFF2-40B4-BE49-F238E27FC236}">
                <a16:creationId xmlns:a16="http://schemas.microsoft.com/office/drawing/2014/main" id="{F2911EED-B01E-AE70-C491-24370672C058}"/>
              </a:ext>
            </a:extLst>
          </p:cNvPr>
          <p:cNvSpPr/>
          <p:nvPr/>
        </p:nvSpPr>
        <p:spPr>
          <a:xfrm>
            <a:off x="2287785" y="2905590"/>
            <a:ext cx="18744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400" y="21600"/>
                </a:moveTo>
                <a:lnTo>
                  <a:pt x="7200" y="21600"/>
                </a:lnTo>
                <a:cubicBezTo>
                  <a:pt x="3241" y="21600"/>
                  <a:pt x="0" y="16739"/>
                  <a:pt x="0" y="10800"/>
                </a:cubicBezTo>
                <a:cubicBezTo>
                  <a:pt x="0" y="4861"/>
                  <a:pt x="3241" y="0"/>
                  <a:pt x="7200" y="0"/>
                </a:cubicBezTo>
                <a:lnTo>
                  <a:pt x="14400" y="0"/>
                </a:lnTo>
                <a:cubicBezTo>
                  <a:pt x="18359" y="0"/>
                  <a:pt x="21600" y="4861"/>
                  <a:pt x="21600" y="10800"/>
                </a:cubicBezTo>
                <a:cubicBezTo>
                  <a:pt x="21600" y="16739"/>
                  <a:pt x="18359" y="21600"/>
                  <a:pt x="1440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23" name="Freeform: Shape 394">
            <a:extLst>
              <a:ext uri="{FF2B5EF4-FFF2-40B4-BE49-F238E27FC236}">
                <a16:creationId xmlns:a16="http://schemas.microsoft.com/office/drawing/2014/main" id="{FF1C47B4-2A00-E4B8-783F-490E2C701B64}"/>
              </a:ext>
            </a:extLst>
          </p:cNvPr>
          <p:cNvSpPr/>
          <p:nvPr/>
        </p:nvSpPr>
        <p:spPr>
          <a:xfrm>
            <a:off x="2231530" y="3044446"/>
            <a:ext cx="69835" cy="12668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217" h="21472" extrusionOk="0">
                <a:moveTo>
                  <a:pt x="19313" y="21472"/>
                </a:moveTo>
                <a:cubicBezTo>
                  <a:pt x="18763" y="21472"/>
                  <a:pt x="18212" y="21334"/>
                  <a:pt x="17833" y="21080"/>
                </a:cubicBezTo>
                <a:lnTo>
                  <a:pt x="428" y="9105"/>
                </a:lnTo>
                <a:cubicBezTo>
                  <a:pt x="-142" y="8713"/>
                  <a:pt x="-142" y="8162"/>
                  <a:pt x="428" y="7771"/>
                </a:cubicBezTo>
                <a:lnTo>
                  <a:pt x="11151" y="391"/>
                </a:lnTo>
                <a:cubicBezTo>
                  <a:pt x="11816" y="-64"/>
                  <a:pt x="13011" y="-128"/>
                  <a:pt x="13828" y="232"/>
                </a:cubicBezTo>
                <a:cubicBezTo>
                  <a:pt x="14644" y="603"/>
                  <a:pt x="14777" y="1270"/>
                  <a:pt x="14112" y="1725"/>
                </a:cubicBezTo>
                <a:lnTo>
                  <a:pt x="4356" y="8438"/>
                </a:lnTo>
                <a:lnTo>
                  <a:pt x="20794" y="19746"/>
                </a:lnTo>
                <a:cubicBezTo>
                  <a:pt x="21458" y="20201"/>
                  <a:pt x="21325" y="20868"/>
                  <a:pt x="20509" y="21239"/>
                </a:cubicBezTo>
                <a:cubicBezTo>
                  <a:pt x="20148" y="21387"/>
                  <a:pt x="19731" y="21472"/>
                  <a:pt x="19313" y="21472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24" name="Freeform: Shape 395">
            <a:extLst>
              <a:ext uri="{FF2B5EF4-FFF2-40B4-BE49-F238E27FC236}">
                <a16:creationId xmlns:a16="http://schemas.microsoft.com/office/drawing/2014/main" id="{FAA70C37-A2A0-A9AA-F845-FC1D0AED9366}"/>
              </a:ext>
            </a:extLst>
          </p:cNvPr>
          <p:cNvSpPr/>
          <p:nvPr/>
        </p:nvSpPr>
        <p:spPr>
          <a:xfrm>
            <a:off x="2283079" y="3017272"/>
            <a:ext cx="18223" cy="195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873" h="20796" extrusionOk="0">
                <a:moveTo>
                  <a:pt x="6836" y="20796"/>
                </a:moveTo>
                <a:cubicBezTo>
                  <a:pt x="5336" y="20796"/>
                  <a:pt x="3838" y="20330"/>
                  <a:pt x="2543" y="19333"/>
                </a:cubicBezTo>
                <a:cubicBezTo>
                  <a:pt x="-387" y="17008"/>
                  <a:pt x="-863" y="12820"/>
                  <a:pt x="1521" y="9963"/>
                </a:cubicBezTo>
                <a:lnTo>
                  <a:pt x="7722" y="2453"/>
                </a:lnTo>
                <a:cubicBezTo>
                  <a:pt x="10107" y="-405"/>
                  <a:pt x="14399" y="-804"/>
                  <a:pt x="17329" y="1456"/>
                </a:cubicBezTo>
                <a:cubicBezTo>
                  <a:pt x="20259" y="3783"/>
                  <a:pt x="20737" y="7968"/>
                  <a:pt x="18351" y="10826"/>
                </a:cubicBezTo>
                <a:lnTo>
                  <a:pt x="12150" y="18336"/>
                </a:lnTo>
                <a:cubicBezTo>
                  <a:pt x="10789" y="19931"/>
                  <a:pt x="8813" y="20796"/>
                  <a:pt x="6836" y="20796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25" name="Freeform: Shape 396">
            <a:extLst>
              <a:ext uri="{FF2B5EF4-FFF2-40B4-BE49-F238E27FC236}">
                <a16:creationId xmlns:a16="http://schemas.microsoft.com/office/drawing/2014/main" id="{8FE3FF56-662F-66D1-6184-E2E609722718}"/>
              </a:ext>
            </a:extLst>
          </p:cNvPr>
          <p:cNvSpPr/>
          <p:nvPr/>
        </p:nvSpPr>
        <p:spPr>
          <a:xfrm>
            <a:off x="2424139" y="3017307"/>
            <a:ext cx="69835" cy="15382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217" h="21489" extrusionOk="0">
                <a:moveTo>
                  <a:pt x="1905" y="21489"/>
                </a:moveTo>
                <a:cubicBezTo>
                  <a:pt x="1487" y="21489"/>
                  <a:pt x="1069" y="21428"/>
                  <a:pt x="709" y="21297"/>
                </a:cubicBezTo>
                <a:cubicBezTo>
                  <a:pt x="-107" y="20992"/>
                  <a:pt x="-240" y="20442"/>
                  <a:pt x="424" y="20066"/>
                </a:cubicBezTo>
                <a:lnTo>
                  <a:pt x="16862" y="10746"/>
                </a:lnTo>
                <a:lnTo>
                  <a:pt x="424" y="1425"/>
                </a:lnTo>
                <a:cubicBezTo>
                  <a:pt x="-240" y="1050"/>
                  <a:pt x="-107" y="500"/>
                  <a:pt x="709" y="194"/>
                </a:cubicBezTo>
                <a:cubicBezTo>
                  <a:pt x="1525" y="-111"/>
                  <a:pt x="2721" y="-50"/>
                  <a:pt x="3385" y="325"/>
                </a:cubicBezTo>
                <a:lnTo>
                  <a:pt x="20790" y="10196"/>
                </a:lnTo>
                <a:cubicBezTo>
                  <a:pt x="21360" y="10519"/>
                  <a:pt x="21360" y="10972"/>
                  <a:pt x="20790" y="11295"/>
                </a:cubicBezTo>
                <a:lnTo>
                  <a:pt x="3385" y="21166"/>
                </a:lnTo>
                <a:cubicBezTo>
                  <a:pt x="3006" y="21376"/>
                  <a:pt x="2455" y="21489"/>
                  <a:pt x="1905" y="21489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26" name="Freeform: Shape 397">
            <a:extLst>
              <a:ext uri="{FF2B5EF4-FFF2-40B4-BE49-F238E27FC236}">
                <a16:creationId xmlns:a16="http://schemas.microsoft.com/office/drawing/2014/main" id="{FE848621-EDD8-AEAB-2FD5-40891225489E}"/>
              </a:ext>
            </a:extLst>
          </p:cNvPr>
          <p:cNvSpPr/>
          <p:nvPr/>
        </p:nvSpPr>
        <p:spPr>
          <a:xfrm>
            <a:off x="2330433" y="3054753"/>
            <a:ext cx="69824" cy="8314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121" h="21406" extrusionOk="0">
                <a:moveTo>
                  <a:pt x="1896" y="21406"/>
                </a:moveTo>
                <a:cubicBezTo>
                  <a:pt x="1480" y="21406"/>
                  <a:pt x="1065" y="21294"/>
                  <a:pt x="706" y="21052"/>
                </a:cubicBezTo>
                <a:cubicBezTo>
                  <a:pt x="-107" y="20489"/>
                  <a:pt x="-239" y="19476"/>
                  <a:pt x="422" y="18785"/>
                </a:cubicBezTo>
                <a:lnTo>
                  <a:pt x="17751" y="594"/>
                </a:lnTo>
                <a:cubicBezTo>
                  <a:pt x="18413" y="-97"/>
                  <a:pt x="19604" y="-194"/>
                  <a:pt x="20416" y="353"/>
                </a:cubicBezTo>
                <a:cubicBezTo>
                  <a:pt x="21229" y="916"/>
                  <a:pt x="21361" y="1929"/>
                  <a:pt x="20699" y="2621"/>
                </a:cubicBezTo>
                <a:lnTo>
                  <a:pt x="3370" y="20811"/>
                </a:lnTo>
                <a:cubicBezTo>
                  <a:pt x="2993" y="21213"/>
                  <a:pt x="2444" y="21406"/>
                  <a:pt x="1896" y="21406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31" name="Freeform: Shape 406">
            <a:extLst>
              <a:ext uri="{FF2B5EF4-FFF2-40B4-BE49-F238E27FC236}">
                <a16:creationId xmlns:a16="http://schemas.microsoft.com/office/drawing/2014/main" id="{FD1F9A2C-87E5-1DA7-00EA-B57D0CA5EA20}"/>
              </a:ext>
            </a:extLst>
          </p:cNvPr>
          <p:cNvSpPr/>
          <p:nvPr/>
        </p:nvSpPr>
        <p:spPr>
          <a:xfrm>
            <a:off x="4091989" y="3227417"/>
            <a:ext cx="193663" cy="2499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206" y="21600"/>
                </a:moveTo>
                <a:lnTo>
                  <a:pt x="1394" y="21600"/>
                </a:lnTo>
                <a:cubicBezTo>
                  <a:pt x="627" y="21600"/>
                  <a:pt x="0" y="16740"/>
                  <a:pt x="0" y="10800"/>
                </a:cubicBezTo>
                <a:cubicBezTo>
                  <a:pt x="0" y="4860"/>
                  <a:pt x="627" y="0"/>
                  <a:pt x="1394" y="0"/>
                </a:cubicBezTo>
                <a:lnTo>
                  <a:pt x="20206" y="0"/>
                </a:lnTo>
                <a:cubicBezTo>
                  <a:pt x="20973" y="0"/>
                  <a:pt x="21600" y="4860"/>
                  <a:pt x="21600" y="10800"/>
                </a:cubicBezTo>
                <a:cubicBezTo>
                  <a:pt x="21600" y="16740"/>
                  <a:pt x="20973" y="21600"/>
                  <a:pt x="20206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32" name="Freeform: Shape 407">
            <a:extLst>
              <a:ext uri="{FF2B5EF4-FFF2-40B4-BE49-F238E27FC236}">
                <a16:creationId xmlns:a16="http://schemas.microsoft.com/office/drawing/2014/main" id="{43C9BE56-190B-F739-C9F0-8CA39720ABF4}"/>
              </a:ext>
            </a:extLst>
          </p:cNvPr>
          <p:cNvSpPr/>
          <p:nvPr/>
        </p:nvSpPr>
        <p:spPr>
          <a:xfrm>
            <a:off x="3978792" y="2858838"/>
            <a:ext cx="412309" cy="31860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18665"/>
                </a:moveTo>
                <a:cubicBezTo>
                  <a:pt x="21600" y="20287"/>
                  <a:pt x="20586" y="21600"/>
                  <a:pt x="19332" y="21600"/>
                </a:cubicBezTo>
                <a:lnTo>
                  <a:pt x="2268" y="21600"/>
                </a:lnTo>
                <a:cubicBezTo>
                  <a:pt x="1015" y="21600"/>
                  <a:pt x="0" y="20287"/>
                  <a:pt x="0" y="18665"/>
                </a:cubicBezTo>
                <a:lnTo>
                  <a:pt x="0" y="2935"/>
                </a:lnTo>
                <a:cubicBezTo>
                  <a:pt x="0" y="1313"/>
                  <a:pt x="1015" y="0"/>
                  <a:pt x="2268" y="0"/>
                </a:cubicBezTo>
                <a:lnTo>
                  <a:pt x="19332" y="0"/>
                </a:lnTo>
                <a:cubicBezTo>
                  <a:pt x="20586" y="0"/>
                  <a:pt x="21600" y="1313"/>
                  <a:pt x="21600" y="2935"/>
                </a:cubicBezTo>
                <a:lnTo>
                  <a:pt x="21600" y="18665"/>
                </a:lnTo>
                <a:close/>
                <a:moveTo>
                  <a:pt x="20291" y="2939"/>
                </a:moveTo>
                <a:cubicBezTo>
                  <a:pt x="20291" y="2253"/>
                  <a:pt x="19862" y="1698"/>
                  <a:pt x="19332" y="1698"/>
                </a:cubicBezTo>
                <a:lnTo>
                  <a:pt x="2268" y="1698"/>
                </a:lnTo>
                <a:cubicBezTo>
                  <a:pt x="1738" y="1698"/>
                  <a:pt x="1309" y="2253"/>
                  <a:pt x="1309" y="2939"/>
                </a:cubicBezTo>
                <a:lnTo>
                  <a:pt x="1309" y="18669"/>
                </a:lnTo>
                <a:cubicBezTo>
                  <a:pt x="1309" y="19355"/>
                  <a:pt x="1738" y="19910"/>
                  <a:pt x="2268" y="19910"/>
                </a:cubicBezTo>
                <a:lnTo>
                  <a:pt x="19332" y="19910"/>
                </a:lnTo>
                <a:cubicBezTo>
                  <a:pt x="19862" y="19910"/>
                  <a:pt x="20291" y="19355"/>
                  <a:pt x="20291" y="18669"/>
                </a:cubicBezTo>
                <a:lnTo>
                  <a:pt x="20291" y="2939"/>
                </a:ln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33" name="Freeform: Shape 408">
            <a:extLst>
              <a:ext uri="{FF2B5EF4-FFF2-40B4-BE49-F238E27FC236}">
                <a16:creationId xmlns:a16="http://schemas.microsoft.com/office/drawing/2014/main" id="{0C8935DA-6599-2F90-C446-CDCA5E773BEF}"/>
              </a:ext>
            </a:extLst>
          </p:cNvPr>
          <p:cNvSpPr/>
          <p:nvPr/>
        </p:nvSpPr>
        <p:spPr>
          <a:xfrm>
            <a:off x="3985789" y="3096126"/>
            <a:ext cx="399815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262" y="21600"/>
                </a:moveTo>
                <a:lnTo>
                  <a:pt x="338" y="21600"/>
                </a:lnTo>
                <a:cubicBezTo>
                  <a:pt x="152" y="21600"/>
                  <a:pt x="0" y="16739"/>
                  <a:pt x="0" y="10800"/>
                </a:cubicBezTo>
                <a:cubicBezTo>
                  <a:pt x="0" y="4861"/>
                  <a:pt x="152" y="0"/>
                  <a:pt x="338" y="0"/>
                </a:cubicBezTo>
                <a:lnTo>
                  <a:pt x="21262" y="0"/>
                </a:lnTo>
                <a:cubicBezTo>
                  <a:pt x="21448" y="0"/>
                  <a:pt x="21600" y="4861"/>
                  <a:pt x="21600" y="10800"/>
                </a:cubicBezTo>
                <a:cubicBezTo>
                  <a:pt x="21600" y="16739"/>
                  <a:pt x="21448" y="21600"/>
                  <a:pt x="21262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62" name="Freeform: Shape 409">
            <a:extLst>
              <a:ext uri="{FF2B5EF4-FFF2-40B4-BE49-F238E27FC236}">
                <a16:creationId xmlns:a16="http://schemas.microsoft.com/office/drawing/2014/main" id="{1DB3BCC8-BD1B-2C91-9E03-DE33EE18ED0E}"/>
              </a:ext>
            </a:extLst>
          </p:cNvPr>
          <p:cNvSpPr/>
          <p:nvPr/>
        </p:nvSpPr>
        <p:spPr>
          <a:xfrm>
            <a:off x="3985789" y="2914960"/>
            <a:ext cx="399815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262" y="21600"/>
                </a:moveTo>
                <a:lnTo>
                  <a:pt x="338" y="21600"/>
                </a:lnTo>
                <a:cubicBezTo>
                  <a:pt x="152" y="21600"/>
                  <a:pt x="0" y="16739"/>
                  <a:pt x="0" y="10800"/>
                </a:cubicBezTo>
                <a:cubicBezTo>
                  <a:pt x="0" y="4861"/>
                  <a:pt x="152" y="0"/>
                  <a:pt x="338" y="0"/>
                </a:cubicBezTo>
                <a:lnTo>
                  <a:pt x="21262" y="0"/>
                </a:lnTo>
                <a:cubicBezTo>
                  <a:pt x="21448" y="0"/>
                  <a:pt x="21600" y="4861"/>
                  <a:pt x="21600" y="10800"/>
                </a:cubicBezTo>
                <a:cubicBezTo>
                  <a:pt x="21600" y="16739"/>
                  <a:pt x="21448" y="21600"/>
                  <a:pt x="21262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63" name="Freeform: Shape 410">
            <a:extLst>
              <a:ext uri="{FF2B5EF4-FFF2-40B4-BE49-F238E27FC236}">
                <a16:creationId xmlns:a16="http://schemas.microsoft.com/office/drawing/2014/main" id="{E0043945-865D-2BFA-C3E9-FA15926F93C1}"/>
              </a:ext>
            </a:extLst>
          </p:cNvPr>
          <p:cNvSpPr/>
          <p:nvPr/>
        </p:nvSpPr>
        <p:spPr>
          <a:xfrm>
            <a:off x="4156912" y="3001849"/>
            <a:ext cx="14153" cy="1685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338" h="20589" extrusionOk="0">
                <a:moveTo>
                  <a:pt x="8516" y="20589"/>
                </a:moveTo>
                <a:cubicBezTo>
                  <a:pt x="7492" y="20589"/>
                  <a:pt x="6467" y="20436"/>
                  <a:pt x="5443" y="20054"/>
                </a:cubicBezTo>
                <a:cubicBezTo>
                  <a:pt x="1090" y="18527"/>
                  <a:pt x="-1131" y="14102"/>
                  <a:pt x="577" y="10208"/>
                </a:cubicBezTo>
                <a:lnTo>
                  <a:pt x="2881" y="4866"/>
                </a:lnTo>
                <a:cubicBezTo>
                  <a:pt x="4589" y="974"/>
                  <a:pt x="9541" y="-1011"/>
                  <a:pt x="13895" y="516"/>
                </a:cubicBezTo>
                <a:cubicBezTo>
                  <a:pt x="18248" y="2043"/>
                  <a:pt x="20469" y="6470"/>
                  <a:pt x="18761" y="10362"/>
                </a:cubicBezTo>
                <a:lnTo>
                  <a:pt x="16457" y="15704"/>
                </a:lnTo>
                <a:cubicBezTo>
                  <a:pt x="15090" y="18757"/>
                  <a:pt x="11932" y="20589"/>
                  <a:pt x="8516" y="20589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64" name="Freeform: Shape 411">
            <a:extLst>
              <a:ext uri="{FF2B5EF4-FFF2-40B4-BE49-F238E27FC236}">
                <a16:creationId xmlns:a16="http://schemas.microsoft.com/office/drawing/2014/main" id="{6C552EFB-5415-4C45-95AE-ED0663B3F943}"/>
              </a:ext>
            </a:extLst>
          </p:cNvPr>
          <p:cNvSpPr/>
          <p:nvPr/>
        </p:nvSpPr>
        <p:spPr>
          <a:xfrm>
            <a:off x="4133048" y="3021901"/>
            <a:ext cx="30208" cy="5796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478" h="21296" extrusionOk="0">
                <a:moveTo>
                  <a:pt x="4225" y="21296"/>
                </a:moveTo>
                <a:cubicBezTo>
                  <a:pt x="3717" y="21296"/>
                  <a:pt x="3209" y="21250"/>
                  <a:pt x="2700" y="21136"/>
                </a:cubicBezTo>
                <a:cubicBezTo>
                  <a:pt x="541" y="20676"/>
                  <a:pt x="-561" y="19345"/>
                  <a:pt x="286" y="18174"/>
                </a:cubicBezTo>
                <a:lnTo>
                  <a:pt x="12314" y="1464"/>
                </a:lnTo>
                <a:cubicBezTo>
                  <a:pt x="13161" y="293"/>
                  <a:pt x="15618" y="-304"/>
                  <a:pt x="17778" y="155"/>
                </a:cubicBezTo>
                <a:cubicBezTo>
                  <a:pt x="19937" y="614"/>
                  <a:pt x="21039" y="1946"/>
                  <a:pt x="20192" y="3116"/>
                </a:cubicBezTo>
                <a:lnTo>
                  <a:pt x="8164" y="19827"/>
                </a:lnTo>
                <a:cubicBezTo>
                  <a:pt x="7528" y="20745"/>
                  <a:pt x="5919" y="21296"/>
                  <a:pt x="4225" y="21296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65" name="Freeform: Shape 412">
            <a:extLst>
              <a:ext uri="{FF2B5EF4-FFF2-40B4-BE49-F238E27FC236}">
                <a16:creationId xmlns:a16="http://schemas.microsoft.com/office/drawing/2014/main" id="{35D89809-F255-7EBD-EC72-B2B1A8A26DE1}"/>
              </a:ext>
            </a:extLst>
          </p:cNvPr>
          <p:cNvSpPr/>
          <p:nvPr/>
        </p:nvSpPr>
        <p:spPr>
          <a:xfrm>
            <a:off x="4107746" y="2958368"/>
            <a:ext cx="38392" cy="79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708" h="21376" extrusionOk="0">
                <a:moveTo>
                  <a:pt x="3362" y="21376"/>
                </a:moveTo>
                <a:cubicBezTo>
                  <a:pt x="2958" y="21376"/>
                  <a:pt x="2554" y="21342"/>
                  <a:pt x="2149" y="21258"/>
                </a:cubicBezTo>
                <a:cubicBezTo>
                  <a:pt x="431" y="20920"/>
                  <a:pt x="-446" y="19939"/>
                  <a:pt x="228" y="19078"/>
                </a:cubicBezTo>
                <a:lnTo>
                  <a:pt x="14213" y="1077"/>
                </a:lnTo>
                <a:cubicBezTo>
                  <a:pt x="14887" y="216"/>
                  <a:pt x="16841" y="-224"/>
                  <a:pt x="18560" y="114"/>
                </a:cubicBezTo>
                <a:cubicBezTo>
                  <a:pt x="20278" y="452"/>
                  <a:pt x="21154" y="1433"/>
                  <a:pt x="20481" y="2294"/>
                </a:cubicBezTo>
                <a:lnTo>
                  <a:pt x="6496" y="20295"/>
                </a:lnTo>
                <a:cubicBezTo>
                  <a:pt x="5990" y="20970"/>
                  <a:pt x="4710" y="21376"/>
                  <a:pt x="3362" y="21376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66" name="Freeform: Shape 413">
            <a:extLst>
              <a:ext uri="{FF2B5EF4-FFF2-40B4-BE49-F238E27FC236}">
                <a16:creationId xmlns:a16="http://schemas.microsoft.com/office/drawing/2014/main" id="{225F1952-E56F-5085-CF17-5ECADC970E58}"/>
              </a:ext>
            </a:extLst>
          </p:cNvPr>
          <p:cNvSpPr/>
          <p:nvPr/>
        </p:nvSpPr>
        <p:spPr>
          <a:xfrm>
            <a:off x="4095566" y="3046265"/>
            <a:ext cx="16278" cy="2235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06" h="20829" extrusionOk="0">
                <a:moveTo>
                  <a:pt x="7507" y="20829"/>
                </a:moveTo>
                <a:cubicBezTo>
                  <a:pt x="6605" y="20829"/>
                  <a:pt x="5702" y="20713"/>
                  <a:pt x="4798" y="20422"/>
                </a:cubicBezTo>
                <a:cubicBezTo>
                  <a:pt x="961" y="19258"/>
                  <a:pt x="-997" y="15880"/>
                  <a:pt x="509" y="12853"/>
                </a:cubicBezTo>
                <a:lnTo>
                  <a:pt x="5099" y="3712"/>
                </a:lnTo>
                <a:cubicBezTo>
                  <a:pt x="6605" y="743"/>
                  <a:pt x="10970" y="-771"/>
                  <a:pt x="14808" y="394"/>
                </a:cubicBezTo>
                <a:cubicBezTo>
                  <a:pt x="18645" y="1558"/>
                  <a:pt x="20603" y="4936"/>
                  <a:pt x="19097" y="7904"/>
                </a:cubicBezTo>
                <a:lnTo>
                  <a:pt x="14507" y="17045"/>
                </a:lnTo>
                <a:cubicBezTo>
                  <a:pt x="13378" y="19432"/>
                  <a:pt x="10518" y="20829"/>
                  <a:pt x="7507" y="20829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67" name="Freeform: Shape 484">
            <a:extLst>
              <a:ext uri="{FF2B5EF4-FFF2-40B4-BE49-F238E27FC236}">
                <a16:creationId xmlns:a16="http://schemas.microsoft.com/office/drawing/2014/main" id="{B8C9B286-DDA1-17E7-B236-F2A735D7F8D8}"/>
              </a:ext>
            </a:extLst>
          </p:cNvPr>
          <p:cNvSpPr/>
          <p:nvPr/>
        </p:nvSpPr>
        <p:spPr>
          <a:xfrm>
            <a:off x="7702771" y="2949390"/>
            <a:ext cx="337347" cy="30923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344" y="21600"/>
                </a:moveTo>
                <a:cubicBezTo>
                  <a:pt x="5216" y="21600"/>
                  <a:pt x="5088" y="21565"/>
                  <a:pt x="4968" y="21500"/>
                </a:cubicBezTo>
                <a:cubicBezTo>
                  <a:pt x="4700" y="21343"/>
                  <a:pt x="4536" y="21037"/>
                  <a:pt x="4544" y="20706"/>
                </a:cubicBezTo>
                <a:lnTo>
                  <a:pt x="4624" y="17455"/>
                </a:lnTo>
                <a:lnTo>
                  <a:pt x="2620" y="17455"/>
                </a:lnTo>
                <a:cubicBezTo>
                  <a:pt x="1092" y="17455"/>
                  <a:pt x="0" y="16080"/>
                  <a:pt x="0" y="14391"/>
                </a:cubicBezTo>
                <a:lnTo>
                  <a:pt x="0" y="2985"/>
                </a:lnTo>
                <a:cubicBezTo>
                  <a:pt x="0" y="1340"/>
                  <a:pt x="1092" y="0"/>
                  <a:pt x="2620" y="0"/>
                </a:cubicBezTo>
                <a:lnTo>
                  <a:pt x="18676" y="0"/>
                </a:lnTo>
                <a:cubicBezTo>
                  <a:pt x="20204" y="0"/>
                  <a:pt x="21600" y="1340"/>
                  <a:pt x="21600" y="2985"/>
                </a:cubicBezTo>
                <a:lnTo>
                  <a:pt x="21600" y="14391"/>
                </a:lnTo>
                <a:cubicBezTo>
                  <a:pt x="21600" y="16080"/>
                  <a:pt x="20204" y="17455"/>
                  <a:pt x="18676" y="17455"/>
                </a:cubicBezTo>
                <a:lnTo>
                  <a:pt x="10904" y="17455"/>
                </a:lnTo>
                <a:lnTo>
                  <a:pt x="5812" y="21439"/>
                </a:lnTo>
                <a:cubicBezTo>
                  <a:pt x="5672" y="21548"/>
                  <a:pt x="5508" y="21600"/>
                  <a:pt x="5344" y="21600"/>
                </a:cubicBezTo>
                <a:close/>
                <a:moveTo>
                  <a:pt x="2616" y="1745"/>
                </a:moveTo>
                <a:cubicBezTo>
                  <a:pt x="1960" y="1745"/>
                  <a:pt x="1596" y="2291"/>
                  <a:pt x="1596" y="2985"/>
                </a:cubicBezTo>
                <a:lnTo>
                  <a:pt x="1596" y="14391"/>
                </a:lnTo>
                <a:cubicBezTo>
                  <a:pt x="1596" y="15107"/>
                  <a:pt x="1980" y="15709"/>
                  <a:pt x="2616" y="15709"/>
                </a:cubicBezTo>
                <a:lnTo>
                  <a:pt x="5444" y="15709"/>
                </a:lnTo>
                <a:cubicBezTo>
                  <a:pt x="5660" y="15709"/>
                  <a:pt x="5868" y="15805"/>
                  <a:pt x="6016" y="15971"/>
                </a:cubicBezTo>
                <a:cubicBezTo>
                  <a:pt x="6168" y="16141"/>
                  <a:pt x="6248" y="16368"/>
                  <a:pt x="6244" y="16604"/>
                </a:cubicBezTo>
                <a:lnTo>
                  <a:pt x="6188" y="18995"/>
                </a:lnTo>
                <a:lnTo>
                  <a:pt x="10180" y="15875"/>
                </a:lnTo>
                <a:cubicBezTo>
                  <a:pt x="10316" y="15770"/>
                  <a:pt x="10480" y="15709"/>
                  <a:pt x="10644" y="15709"/>
                </a:cubicBezTo>
                <a:lnTo>
                  <a:pt x="18672" y="15709"/>
                </a:lnTo>
                <a:cubicBezTo>
                  <a:pt x="19308" y="15709"/>
                  <a:pt x="19996" y="15107"/>
                  <a:pt x="19996" y="14391"/>
                </a:cubicBezTo>
                <a:lnTo>
                  <a:pt x="19996" y="2985"/>
                </a:lnTo>
                <a:cubicBezTo>
                  <a:pt x="19996" y="2291"/>
                  <a:pt x="19328" y="1745"/>
                  <a:pt x="18672" y="1745"/>
                </a:cubicBezTo>
                <a:lnTo>
                  <a:pt x="2616" y="1745"/>
                </a:ln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68" name="Freeform: Shape 485">
            <a:extLst>
              <a:ext uri="{FF2B5EF4-FFF2-40B4-BE49-F238E27FC236}">
                <a16:creationId xmlns:a16="http://schemas.microsoft.com/office/drawing/2014/main" id="{74984C95-85BD-4D6B-B474-5B1B245A77E8}"/>
              </a:ext>
            </a:extLst>
          </p:cNvPr>
          <p:cNvSpPr/>
          <p:nvPr/>
        </p:nvSpPr>
        <p:spPr>
          <a:xfrm>
            <a:off x="7634052" y="2855745"/>
            <a:ext cx="337347" cy="23989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68" y="21600"/>
                </a:moveTo>
                <a:cubicBezTo>
                  <a:pt x="1080" y="21600"/>
                  <a:pt x="968" y="21504"/>
                  <a:pt x="816" y="21319"/>
                </a:cubicBezTo>
                <a:cubicBezTo>
                  <a:pt x="232" y="20588"/>
                  <a:pt x="0" y="19631"/>
                  <a:pt x="0" y="18551"/>
                </a:cubicBezTo>
                <a:lnTo>
                  <a:pt x="0" y="3847"/>
                </a:lnTo>
                <a:cubicBezTo>
                  <a:pt x="0" y="1727"/>
                  <a:pt x="1092" y="0"/>
                  <a:pt x="2620" y="0"/>
                </a:cubicBezTo>
                <a:lnTo>
                  <a:pt x="18676" y="0"/>
                </a:lnTo>
                <a:cubicBezTo>
                  <a:pt x="20204" y="0"/>
                  <a:pt x="21600" y="1727"/>
                  <a:pt x="21600" y="3847"/>
                </a:cubicBezTo>
                <a:lnTo>
                  <a:pt x="21600" y="4500"/>
                </a:lnTo>
                <a:cubicBezTo>
                  <a:pt x="21600" y="5119"/>
                  <a:pt x="21240" y="5625"/>
                  <a:pt x="20800" y="5625"/>
                </a:cubicBezTo>
                <a:cubicBezTo>
                  <a:pt x="20360" y="5625"/>
                  <a:pt x="20000" y="5119"/>
                  <a:pt x="20000" y="4500"/>
                </a:cubicBezTo>
                <a:lnTo>
                  <a:pt x="20000" y="3847"/>
                </a:lnTo>
                <a:cubicBezTo>
                  <a:pt x="20000" y="2953"/>
                  <a:pt x="19332" y="2250"/>
                  <a:pt x="18676" y="2250"/>
                </a:cubicBezTo>
                <a:lnTo>
                  <a:pt x="2620" y="2250"/>
                </a:lnTo>
                <a:cubicBezTo>
                  <a:pt x="1964" y="2250"/>
                  <a:pt x="1600" y="2953"/>
                  <a:pt x="1600" y="3847"/>
                </a:cubicBezTo>
                <a:lnTo>
                  <a:pt x="1600" y="18551"/>
                </a:lnTo>
                <a:cubicBezTo>
                  <a:pt x="1600" y="18984"/>
                  <a:pt x="1640" y="19333"/>
                  <a:pt x="1880" y="19631"/>
                </a:cubicBezTo>
                <a:cubicBezTo>
                  <a:pt x="2212" y="20042"/>
                  <a:pt x="2204" y="20756"/>
                  <a:pt x="1912" y="21217"/>
                </a:cubicBezTo>
                <a:cubicBezTo>
                  <a:pt x="1748" y="21471"/>
                  <a:pt x="1488" y="21600"/>
                  <a:pt x="1268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69" name="Freeform: Shape 486">
            <a:extLst>
              <a:ext uri="{FF2B5EF4-FFF2-40B4-BE49-F238E27FC236}">
                <a16:creationId xmlns:a16="http://schemas.microsoft.com/office/drawing/2014/main" id="{690FE287-F446-1CBE-8764-10C4A8D51E5E}"/>
              </a:ext>
            </a:extLst>
          </p:cNvPr>
          <p:cNvSpPr/>
          <p:nvPr/>
        </p:nvSpPr>
        <p:spPr>
          <a:xfrm>
            <a:off x="7769053" y="3018005"/>
            <a:ext cx="62475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440" y="21600"/>
                </a:moveTo>
                <a:lnTo>
                  <a:pt x="2160" y="21600"/>
                </a:lnTo>
                <a:cubicBezTo>
                  <a:pt x="972" y="21600"/>
                  <a:pt x="0" y="16739"/>
                  <a:pt x="0" y="10800"/>
                </a:cubicBezTo>
                <a:cubicBezTo>
                  <a:pt x="0" y="4861"/>
                  <a:pt x="972" y="0"/>
                  <a:pt x="2160" y="0"/>
                </a:cubicBezTo>
                <a:lnTo>
                  <a:pt x="19440" y="0"/>
                </a:lnTo>
                <a:cubicBezTo>
                  <a:pt x="20628" y="0"/>
                  <a:pt x="21600" y="4861"/>
                  <a:pt x="21600" y="10800"/>
                </a:cubicBezTo>
                <a:cubicBezTo>
                  <a:pt x="21600" y="16739"/>
                  <a:pt x="20628" y="21600"/>
                  <a:pt x="1944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70" name="Freeform: Shape 487">
            <a:extLst>
              <a:ext uri="{FF2B5EF4-FFF2-40B4-BE49-F238E27FC236}">
                <a16:creationId xmlns:a16="http://schemas.microsoft.com/office/drawing/2014/main" id="{F7B866F8-8F35-655A-6176-FFB2E2F61B9D}"/>
              </a:ext>
            </a:extLst>
          </p:cNvPr>
          <p:cNvSpPr/>
          <p:nvPr/>
        </p:nvSpPr>
        <p:spPr>
          <a:xfrm>
            <a:off x="7844018" y="3018005"/>
            <a:ext cx="74968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800" y="21600"/>
                </a:moveTo>
                <a:lnTo>
                  <a:pt x="1800" y="21600"/>
                </a:lnTo>
                <a:cubicBezTo>
                  <a:pt x="810" y="21600"/>
                  <a:pt x="0" y="16739"/>
                  <a:pt x="0" y="10800"/>
                </a:cubicBezTo>
                <a:cubicBezTo>
                  <a:pt x="0" y="4861"/>
                  <a:pt x="810" y="0"/>
                  <a:pt x="1800" y="0"/>
                </a:cubicBezTo>
                <a:lnTo>
                  <a:pt x="19800" y="0"/>
                </a:lnTo>
                <a:cubicBezTo>
                  <a:pt x="20790" y="0"/>
                  <a:pt x="21600" y="4861"/>
                  <a:pt x="21600" y="10800"/>
                </a:cubicBezTo>
                <a:cubicBezTo>
                  <a:pt x="21600" y="16739"/>
                  <a:pt x="20790" y="21600"/>
                  <a:pt x="1980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71" name="Freeform: Shape 488">
            <a:extLst>
              <a:ext uri="{FF2B5EF4-FFF2-40B4-BE49-F238E27FC236}">
                <a16:creationId xmlns:a16="http://schemas.microsoft.com/office/drawing/2014/main" id="{469102FC-2738-08C7-D7C7-AE3AC52290AC}"/>
              </a:ext>
            </a:extLst>
          </p:cNvPr>
          <p:cNvSpPr/>
          <p:nvPr/>
        </p:nvSpPr>
        <p:spPr>
          <a:xfrm>
            <a:off x="7931478" y="3018005"/>
            <a:ext cx="37486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000" y="21600"/>
                </a:moveTo>
                <a:lnTo>
                  <a:pt x="3600" y="21600"/>
                </a:lnTo>
                <a:cubicBezTo>
                  <a:pt x="1620" y="21600"/>
                  <a:pt x="0" y="16739"/>
                  <a:pt x="0" y="10800"/>
                </a:cubicBezTo>
                <a:cubicBezTo>
                  <a:pt x="0" y="4861"/>
                  <a:pt x="1620" y="0"/>
                  <a:pt x="3600" y="0"/>
                </a:cubicBezTo>
                <a:lnTo>
                  <a:pt x="18000" y="0"/>
                </a:lnTo>
                <a:cubicBezTo>
                  <a:pt x="19980" y="0"/>
                  <a:pt x="21600" y="4861"/>
                  <a:pt x="21600" y="10800"/>
                </a:cubicBezTo>
                <a:cubicBezTo>
                  <a:pt x="21600" y="16739"/>
                  <a:pt x="19980" y="21600"/>
                  <a:pt x="1800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72" name="Freeform: Shape 489">
            <a:extLst>
              <a:ext uri="{FF2B5EF4-FFF2-40B4-BE49-F238E27FC236}">
                <a16:creationId xmlns:a16="http://schemas.microsoft.com/office/drawing/2014/main" id="{5F317C18-8BDB-8CF0-03D3-04670EB8B9A7}"/>
              </a:ext>
            </a:extLst>
          </p:cNvPr>
          <p:cNvSpPr/>
          <p:nvPr/>
        </p:nvSpPr>
        <p:spPr>
          <a:xfrm>
            <a:off x="7769053" y="3049241"/>
            <a:ext cx="37486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000" y="21600"/>
                </a:moveTo>
                <a:lnTo>
                  <a:pt x="3600" y="21600"/>
                </a:lnTo>
                <a:cubicBezTo>
                  <a:pt x="1620" y="21600"/>
                  <a:pt x="0" y="16739"/>
                  <a:pt x="0" y="10800"/>
                </a:cubicBezTo>
                <a:cubicBezTo>
                  <a:pt x="0" y="4861"/>
                  <a:pt x="1620" y="0"/>
                  <a:pt x="3600" y="0"/>
                </a:cubicBezTo>
                <a:lnTo>
                  <a:pt x="18000" y="0"/>
                </a:lnTo>
                <a:cubicBezTo>
                  <a:pt x="19980" y="0"/>
                  <a:pt x="21600" y="4861"/>
                  <a:pt x="21600" y="10800"/>
                </a:cubicBezTo>
                <a:cubicBezTo>
                  <a:pt x="21600" y="16739"/>
                  <a:pt x="19980" y="21600"/>
                  <a:pt x="1800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73" name="Freeform: Shape 490">
            <a:extLst>
              <a:ext uri="{FF2B5EF4-FFF2-40B4-BE49-F238E27FC236}">
                <a16:creationId xmlns:a16="http://schemas.microsoft.com/office/drawing/2014/main" id="{B10A0CCA-E182-E6F4-AA45-524E22D60403}"/>
              </a:ext>
            </a:extLst>
          </p:cNvPr>
          <p:cNvSpPr/>
          <p:nvPr/>
        </p:nvSpPr>
        <p:spPr>
          <a:xfrm>
            <a:off x="7819029" y="3049241"/>
            <a:ext cx="62474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440" y="21600"/>
                </a:moveTo>
                <a:lnTo>
                  <a:pt x="2160" y="21600"/>
                </a:lnTo>
                <a:cubicBezTo>
                  <a:pt x="972" y="21600"/>
                  <a:pt x="0" y="16739"/>
                  <a:pt x="0" y="10800"/>
                </a:cubicBezTo>
                <a:cubicBezTo>
                  <a:pt x="0" y="4861"/>
                  <a:pt x="972" y="0"/>
                  <a:pt x="2160" y="0"/>
                </a:cubicBezTo>
                <a:lnTo>
                  <a:pt x="19440" y="0"/>
                </a:lnTo>
                <a:cubicBezTo>
                  <a:pt x="20628" y="0"/>
                  <a:pt x="21600" y="4861"/>
                  <a:pt x="21600" y="10800"/>
                </a:cubicBezTo>
                <a:cubicBezTo>
                  <a:pt x="21600" y="16739"/>
                  <a:pt x="20628" y="21600"/>
                  <a:pt x="1944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74" name="Freeform: Shape 491">
            <a:extLst>
              <a:ext uri="{FF2B5EF4-FFF2-40B4-BE49-F238E27FC236}">
                <a16:creationId xmlns:a16="http://schemas.microsoft.com/office/drawing/2014/main" id="{F07476DF-E2E6-5CE0-9BD4-EA38B80B4C37}"/>
              </a:ext>
            </a:extLst>
          </p:cNvPr>
          <p:cNvSpPr/>
          <p:nvPr/>
        </p:nvSpPr>
        <p:spPr>
          <a:xfrm>
            <a:off x="7893995" y="3049241"/>
            <a:ext cx="74969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800" y="21600"/>
                </a:moveTo>
                <a:lnTo>
                  <a:pt x="1800" y="21600"/>
                </a:lnTo>
                <a:cubicBezTo>
                  <a:pt x="810" y="21600"/>
                  <a:pt x="0" y="16739"/>
                  <a:pt x="0" y="10800"/>
                </a:cubicBezTo>
                <a:cubicBezTo>
                  <a:pt x="0" y="4861"/>
                  <a:pt x="810" y="0"/>
                  <a:pt x="1800" y="0"/>
                </a:cubicBezTo>
                <a:lnTo>
                  <a:pt x="19800" y="0"/>
                </a:lnTo>
                <a:cubicBezTo>
                  <a:pt x="20790" y="0"/>
                  <a:pt x="21600" y="4861"/>
                  <a:pt x="21600" y="10800"/>
                </a:cubicBezTo>
                <a:cubicBezTo>
                  <a:pt x="21600" y="16739"/>
                  <a:pt x="20790" y="21600"/>
                  <a:pt x="1980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75" name="Freeform: Shape 492">
            <a:extLst>
              <a:ext uri="{FF2B5EF4-FFF2-40B4-BE49-F238E27FC236}">
                <a16:creationId xmlns:a16="http://schemas.microsoft.com/office/drawing/2014/main" id="{780F48DF-33A0-0B8B-1B10-2C1690E5CAEF}"/>
              </a:ext>
            </a:extLst>
          </p:cNvPr>
          <p:cNvSpPr/>
          <p:nvPr/>
        </p:nvSpPr>
        <p:spPr>
          <a:xfrm>
            <a:off x="7769053" y="3086724"/>
            <a:ext cx="74969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800" y="21600"/>
                </a:moveTo>
                <a:lnTo>
                  <a:pt x="1800" y="21600"/>
                </a:lnTo>
                <a:cubicBezTo>
                  <a:pt x="810" y="21600"/>
                  <a:pt x="0" y="16739"/>
                  <a:pt x="0" y="10800"/>
                </a:cubicBezTo>
                <a:cubicBezTo>
                  <a:pt x="0" y="4861"/>
                  <a:pt x="810" y="0"/>
                  <a:pt x="1800" y="0"/>
                </a:cubicBezTo>
                <a:lnTo>
                  <a:pt x="19800" y="0"/>
                </a:lnTo>
                <a:cubicBezTo>
                  <a:pt x="20790" y="0"/>
                  <a:pt x="21600" y="4861"/>
                  <a:pt x="21600" y="10800"/>
                </a:cubicBezTo>
                <a:cubicBezTo>
                  <a:pt x="21600" y="16739"/>
                  <a:pt x="20790" y="21600"/>
                  <a:pt x="1980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76" name="Freeform: Shape 493">
            <a:extLst>
              <a:ext uri="{FF2B5EF4-FFF2-40B4-BE49-F238E27FC236}">
                <a16:creationId xmlns:a16="http://schemas.microsoft.com/office/drawing/2014/main" id="{98967FDC-C00A-1D92-795C-0B4373AA143D}"/>
              </a:ext>
            </a:extLst>
          </p:cNvPr>
          <p:cNvSpPr/>
          <p:nvPr/>
        </p:nvSpPr>
        <p:spPr>
          <a:xfrm>
            <a:off x="7856512" y="3086724"/>
            <a:ext cx="74969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800" y="21600"/>
                </a:moveTo>
                <a:lnTo>
                  <a:pt x="1800" y="21600"/>
                </a:lnTo>
                <a:cubicBezTo>
                  <a:pt x="810" y="21600"/>
                  <a:pt x="0" y="16739"/>
                  <a:pt x="0" y="10800"/>
                </a:cubicBezTo>
                <a:cubicBezTo>
                  <a:pt x="0" y="4861"/>
                  <a:pt x="810" y="0"/>
                  <a:pt x="1800" y="0"/>
                </a:cubicBezTo>
                <a:lnTo>
                  <a:pt x="19800" y="0"/>
                </a:lnTo>
                <a:cubicBezTo>
                  <a:pt x="20790" y="0"/>
                  <a:pt x="21600" y="4861"/>
                  <a:pt x="21600" y="10800"/>
                </a:cubicBezTo>
                <a:cubicBezTo>
                  <a:pt x="21600" y="16739"/>
                  <a:pt x="20790" y="21600"/>
                  <a:pt x="1980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77" name="Freeform: Shape 494">
            <a:extLst>
              <a:ext uri="{FF2B5EF4-FFF2-40B4-BE49-F238E27FC236}">
                <a16:creationId xmlns:a16="http://schemas.microsoft.com/office/drawing/2014/main" id="{7B09731D-D63D-2138-9C61-93243E96C883}"/>
              </a:ext>
            </a:extLst>
          </p:cNvPr>
          <p:cNvSpPr/>
          <p:nvPr/>
        </p:nvSpPr>
        <p:spPr>
          <a:xfrm>
            <a:off x="7943971" y="3086724"/>
            <a:ext cx="24991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6200" y="21600"/>
                </a:moveTo>
                <a:lnTo>
                  <a:pt x="5400" y="21600"/>
                </a:lnTo>
                <a:cubicBezTo>
                  <a:pt x="2431" y="21600"/>
                  <a:pt x="0" y="16739"/>
                  <a:pt x="0" y="10800"/>
                </a:cubicBezTo>
                <a:cubicBezTo>
                  <a:pt x="0" y="4861"/>
                  <a:pt x="2431" y="0"/>
                  <a:pt x="5400" y="0"/>
                </a:cubicBezTo>
                <a:lnTo>
                  <a:pt x="16200" y="0"/>
                </a:lnTo>
                <a:cubicBezTo>
                  <a:pt x="19169" y="0"/>
                  <a:pt x="21600" y="4861"/>
                  <a:pt x="21600" y="10800"/>
                </a:cubicBezTo>
                <a:cubicBezTo>
                  <a:pt x="21600" y="16739"/>
                  <a:pt x="19169" y="21600"/>
                  <a:pt x="1620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78" name="Freeform: Shape 495">
            <a:extLst>
              <a:ext uri="{FF2B5EF4-FFF2-40B4-BE49-F238E27FC236}">
                <a16:creationId xmlns:a16="http://schemas.microsoft.com/office/drawing/2014/main" id="{01ACAFD0-51F2-B78B-D8EA-93268CB5A273}"/>
              </a:ext>
            </a:extLst>
          </p:cNvPr>
          <p:cNvSpPr/>
          <p:nvPr/>
        </p:nvSpPr>
        <p:spPr>
          <a:xfrm>
            <a:off x="7769053" y="3117958"/>
            <a:ext cx="37486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000" y="21600"/>
                </a:moveTo>
                <a:lnTo>
                  <a:pt x="3600" y="21600"/>
                </a:lnTo>
                <a:cubicBezTo>
                  <a:pt x="1620" y="21600"/>
                  <a:pt x="0" y="16739"/>
                  <a:pt x="0" y="10800"/>
                </a:cubicBezTo>
                <a:cubicBezTo>
                  <a:pt x="0" y="4861"/>
                  <a:pt x="1620" y="0"/>
                  <a:pt x="3600" y="0"/>
                </a:cubicBezTo>
                <a:lnTo>
                  <a:pt x="18000" y="0"/>
                </a:lnTo>
                <a:cubicBezTo>
                  <a:pt x="19980" y="0"/>
                  <a:pt x="21600" y="4861"/>
                  <a:pt x="21600" y="10800"/>
                </a:cubicBezTo>
                <a:cubicBezTo>
                  <a:pt x="21600" y="16739"/>
                  <a:pt x="19980" y="21600"/>
                  <a:pt x="1800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79" name="Freeform: Shape 496">
            <a:extLst>
              <a:ext uri="{FF2B5EF4-FFF2-40B4-BE49-F238E27FC236}">
                <a16:creationId xmlns:a16="http://schemas.microsoft.com/office/drawing/2014/main" id="{77936040-5F89-25D7-ACD5-F2E78EF3BDA0}"/>
              </a:ext>
            </a:extLst>
          </p:cNvPr>
          <p:cNvSpPr/>
          <p:nvPr/>
        </p:nvSpPr>
        <p:spPr>
          <a:xfrm>
            <a:off x="7819029" y="3117958"/>
            <a:ext cx="56227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200" y="21600"/>
                </a:moveTo>
                <a:lnTo>
                  <a:pt x="2400" y="21600"/>
                </a:lnTo>
                <a:cubicBezTo>
                  <a:pt x="1080" y="21600"/>
                  <a:pt x="0" y="16739"/>
                  <a:pt x="0" y="10800"/>
                </a:cubicBezTo>
                <a:cubicBezTo>
                  <a:pt x="0" y="4861"/>
                  <a:pt x="1080" y="0"/>
                  <a:pt x="2400" y="0"/>
                </a:cubicBezTo>
                <a:lnTo>
                  <a:pt x="19200" y="0"/>
                </a:lnTo>
                <a:cubicBezTo>
                  <a:pt x="20520" y="0"/>
                  <a:pt x="21600" y="4861"/>
                  <a:pt x="21600" y="10800"/>
                </a:cubicBezTo>
                <a:cubicBezTo>
                  <a:pt x="21600" y="16739"/>
                  <a:pt x="20520" y="21600"/>
                  <a:pt x="1920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80" name="Freeform: Shape 572">
            <a:extLst>
              <a:ext uri="{FF2B5EF4-FFF2-40B4-BE49-F238E27FC236}">
                <a16:creationId xmlns:a16="http://schemas.microsoft.com/office/drawing/2014/main" id="{58392954-A9D6-9FCD-4A57-A889945C47DD}"/>
              </a:ext>
            </a:extLst>
          </p:cNvPr>
          <p:cNvSpPr/>
          <p:nvPr/>
        </p:nvSpPr>
        <p:spPr>
          <a:xfrm>
            <a:off x="5810670" y="2921888"/>
            <a:ext cx="342376" cy="34247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163" h="21600" extrusionOk="0">
                <a:moveTo>
                  <a:pt x="7612" y="21600"/>
                </a:moveTo>
                <a:cubicBezTo>
                  <a:pt x="5643" y="21600"/>
                  <a:pt x="3793" y="20780"/>
                  <a:pt x="2398" y="19287"/>
                </a:cubicBezTo>
                <a:lnTo>
                  <a:pt x="2155" y="19027"/>
                </a:lnTo>
                <a:cubicBezTo>
                  <a:pt x="-718" y="15950"/>
                  <a:pt x="-718" y="10942"/>
                  <a:pt x="2155" y="7865"/>
                </a:cubicBezTo>
                <a:lnTo>
                  <a:pt x="7339" y="2313"/>
                </a:lnTo>
                <a:cubicBezTo>
                  <a:pt x="8730" y="823"/>
                  <a:pt x="10581" y="0"/>
                  <a:pt x="12552" y="0"/>
                </a:cubicBezTo>
                <a:cubicBezTo>
                  <a:pt x="14521" y="0"/>
                  <a:pt x="16371" y="820"/>
                  <a:pt x="17766" y="2313"/>
                </a:cubicBezTo>
                <a:lnTo>
                  <a:pt x="18009" y="2573"/>
                </a:lnTo>
                <a:cubicBezTo>
                  <a:pt x="20882" y="5650"/>
                  <a:pt x="20882" y="10658"/>
                  <a:pt x="18009" y="13735"/>
                </a:cubicBezTo>
                <a:lnTo>
                  <a:pt x="12825" y="19287"/>
                </a:lnTo>
                <a:cubicBezTo>
                  <a:pt x="11434" y="20777"/>
                  <a:pt x="9583" y="21600"/>
                  <a:pt x="7612" y="21600"/>
                </a:cubicBezTo>
                <a:close/>
                <a:moveTo>
                  <a:pt x="12556" y="1576"/>
                </a:moveTo>
                <a:cubicBezTo>
                  <a:pt x="10982" y="1576"/>
                  <a:pt x="9499" y="2234"/>
                  <a:pt x="8384" y="3428"/>
                </a:cubicBezTo>
                <a:lnTo>
                  <a:pt x="3200" y="8980"/>
                </a:lnTo>
                <a:cubicBezTo>
                  <a:pt x="901" y="11442"/>
                  <a:pt x="901" y="15453"/>
                  <a:pt x="3200" y="17916"/>
                </a:cubicBezTo>
                <a:lnTo>
                  <a:pt x="3443" y="18176"/>
                </a:lnTo>
                <a:cubicBezTo>
                  <a:pt x="4558" y="19370"/>
                  <a:pt x="6041" y="20028"/>
                  <a:pt x="7615" y="20028"/>
                </a:cubicBezTo>
                <a:cubicBezTo>
                  <a:pt x="9190" y="20028"/>
                  <a:pt x="10673" y="19370"/>
                  <a:pt x="11787" y="18176"/>
                </a:cubicBezTo>
                <a:lnTo>
                  <a:pt x="16971" y="12624"/>
                </a:lnTo>
                <a:cubicBezTo>
                  <a:pt x="19271" y="10162"/>
                  <a:pt x="19271" y="6151"/>
                  <a:pt x="16971" y="3688"/>
                </a:cubicBezTo>
                <a:lnTo>
                  <a:pt x="16728" y="3428"/>
                </a:lnTo>
                <a:cubicBezTo>
                  <a:pt x="15614" y="2230"/>
                  <a:pt x="14131" y="1576"/>
                  <a:pt x="12556" y="1576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81" name="Freeform: Shape 573">
            <a:extLst>
              <a:ext uri="{FF2B5EF4-FFF2-40B4-BE49-F238E27FC236}">
                <a16:creationId xmlns:a16="http://schemas.microsoft.com/office/drawing/2014/main" id="{258A987A-BDA9-3649-92AB-536DC540F608}"/>
              </a:ext>
            </a:extLst>
          </p:cNvPr>
          <p:cNvSpPr/>
          <p:nvPr/>
        </p:nvSpPr>
        <p:spPr>
          <a:xfrm>
            <a:off x="5849358" y="3046753"/>
            <a:ext cx="63207" cy="12964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8567" h="21499" extrusionOk="0">
                <a:moveTo>
                  <a:pt x="5588" y="21499"/>
                </a:moveTo>
                <a:cubicBezTo>
                  <a:pt x="5000" y="21499"/>
                  <a:pt x="4432" y="21344"/>
                  <a:pt x="4083" y="21054"/>
                </a:cubicBezTo>
                <a:cubicBezTo>
                  <a:pt x="-2854" y="15397"/>
                  <a:pt x="-927" y="9347"/>
                  <a:pt x="9680" y="3556"/>
                </a:cubicBezTo>
                <a:lnTo>
                  <a:pt x="15442" y="303"/>
                </a:lnTo>
                <a:cubicBezTo>
                  <a:pt x="16158" y="-101"/>
                  <a:pt x="17314" y="-101"/>
                  <a:pt x="18030" y="303"/>
                </a:cubicBezTo>
                <a:cubicBezTo>
                  <a:pt x="18746" y="707"/>
                  <a:pt x="18746" y="1360"/>
                  <a:pt x="18030" y="1764"/>
                </a:cubicBezTo>
                <a:lnTo>
                  <a:pt x="12249" y="5027"/>
                </a:lnTo>
                <a:cubicBezTo>
                  <a:pt x="2963" y="10103"/>
                  <a:pt x="1238" y="15097"/>
                  <a:pt x="7093" y="19873"/>
                </a:cubicBezTo>
                <a:cubicBezTo>
                  <a:pt x="7662" y="20339"/>
                  <a:pt x="7460" y="20991"/>
                  <a:pt x="6634" y="21313"/>
                </a:cubicBezTo>
                <a:cubicBezTo>
                  <a:pt x="6303" y="21437"/>
                  <a:pt x="5936" y="21499"/>
                  <a:pt x="5588" y="21499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82" name="Freeform: Shape 574">
            <a:extLst>
              <a:ext uri="{FF2B5EF4-FFF2-40B4-BE49-F238E27FC236}">
                <a16:creationId xmlns:a16="http://schemas.microsoft.com/office/drawing/2014/main" id="{B02A4A02-2B43-D767-D8BC-97790010D455}"/>
              </a:ext>
            </a:extLst>
          </p:cNvPr>
          <p:cNvSpPr/>
          <p:nvPr/>
        </p:nvSpPr>
        <p:spPr>
          <a:xfrm>
            <a:off x="5874048" y="3179255"/>
            <a:ext cx="15402" cy="1538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016" h="20777" extrusionOk="0">
                <a:moveTo>
                  <a:pt x="11957" y="20777"/>
                </a:moveTo>
                <a:cubicBezTo>
                  <a:pt x="9845" y="20777"/>
                  <a:pt x="7814" y="19933"/>
                  <a:pt x="6192" y="18330"/>
                </a:cubicBezTo>
                <a:lnTo>
                  <a:pt x="2375" y="14364"/>
                </a:lnTo>
                <a:cubicBezTo>
                  <a:pt x="-792" y="11073"/>
                  <a:pt x="-792" y="5757"/>
                  <a:pt x="2375" y="2468"/>
                </a:cubicBezTo>
                <a:cubicBezTo>
                  <a:pt x="5541" y="-823"/>
                  <a:pt x="10657" y="-823"/>
                  <a:pt x="13824" y="2468"/>
                </a:cubicBezTo>
                <a:lnTo>
                  <a:pt x="17641" y="6434"/>
                </a:lnTo>
                <a:cubicBezTo>
                  <a:pt x="20808" y="9722"/>
                  <a:pt x="20808" y="15039"/>
                  <a:pt x="17641" y="18330"/>
                </a:cubicBezTo>
                <a:cubicBezTo>
                  <a:pt x="16179" y="19933"/>
                  <a:pt x="14067" y="20777"/>
                  <a:pt x="11957" y="20777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83" name="Freeform: Shape 575">
            <a:extLst>
              <a:ext uri="{FF2B5EF4-FFF2-40B4-BE49-F238E27FC236}">
                <a16:creationId xmlns:a16="http://schemas.microsoft.com/office/drawing/2014/main" id="{7301A8EC-B91D-F7F0-50A7-379BD06BDE0D}"/>
              </a:ext>
            </a:extLst>
          </p:cNvPr>
          <p:cNvSpPr/>
          <p:nvPr/>
        </p:nvSpPr>
        <p:spPr>
          <a:xfrm>
            <a:off x="5923816" y="2975327"/>
            <a:ext cx="175945" cy="17595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390" h="21498" extrusionOk="0">
                <a:moveTo>
                  <a:pt x="20625" y="21498"/>
                </a:moveTo>
                <a:cubicBezTo>
                  <a:pt x="20511" y="21498"/>
                  <a:pt x="20389" y="21468"/>
                  <a:pt x="20283" y="21414"/>
                </a:cubicBezTo>
                <a:cubicBezTo>
                  <a:pt x="5435" y="13820"/>
                  <a:pt x="270" y="1570"/>
                  <a:pt x="58" y="1058"/>
                </a:cubicBezTo>
                <a:cubicBezTo>
                  <a:pt x="-102" y="669"/>
                  <a:pt x="80" y="226"/>
                  <a:pt x="468" y="58"/>
                </a:cubicBezTo>
                <a:cubicBezTo>
                  <a:pt x="855" y="-102"/>
                  <a:pt x="1295" y="81"/>
                  <a:pt x="1463" y="470"/>
                </a:cubicBezTo>
                <a:cubicBezTo>
                  <a:pt x="1516" y="593"/>
                  <a:pt x="6650" y="12721"/>
                  <a:pt x="20974" y="20055"/>
                </a:cubicBezTo>
                <a:cubicBezTo>
                  <a:pt x="21346" y="20246"/>
                  <a:pt x="21498" y="20704"/>
                  <a:pt x="21308" y="21086"/>
                </a:cubicBezTo>
                <a:cubicBezTo>
                  <a:pt x="21164" y="21345"/>
                  <a:pt x="20898" y="21498"/>
                  <a:pt x="20625" y="21498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84" name="Freeform: Shape 576">
            <a:extLst>
              <a:ext uri="{FF2B5EF4-FFF2-40B4-BE49-F238E27FC236}">
                <a16:creationId xmlns:a16="http://schemas.microsoft.com/office/drawing/2014/main" id="{D14C1E6A-87C1-23D2-FF4F-DB238304F14F}"/>
              </a:ext>
            </a:extLst>
          </p:cNvPr>
          <p:cNvSpPr/>
          <p:nvPr/>
        </p:nvSpPr>
        <p:spPr>
          <a:xfrm>
            <a:off x="6017607" y="3018391"/>
            <a:ext cx="34580" cy="3456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865" h="21226" extrusionOk="0">
                <a:moveTo>
                  <a:pt x="3779" y="21226"/>
                </a:moveTo>
                <a:cubicBezTo>
                  <a:pt x="2798" y="21226"/>
                  <a:pt x="1856" y="20842"/>
                  <a:pt x="1102" y="20113"/>
                </a:cubicBezTo>
                <a:cubicBezTo>
                  <a:pt x="-368" y="18618"/>
                  <a:pt x="-368" y="16200"/>
                  <a:pt x="1102" y="14704"/>
                </a:cubicBezTo>
                <a:lnTo>
                  <a:pt x="14447" y="1123"/>
                </a:lnTo>
                <a:cubicBezTo>
                  <a:pt x="15917" y="-374"/>
                  <a:pt x="18292" y="-374"/>
                  <a:pt x="19762" y="1123"/>
                </a:cubicBezTo>
                <a:cubicBezTo>
                  <a:pt x="21232" y="2618"/>
                  <a:pt x="21232" y="5035"/>
                  <a:pt x="19762" y="6532"/>
                </a:cubicBezTo>
                <a:lnTo>
                  <a:pt x="6417" y="20113"/>
                </a:lnTo>
                <a:cubicBezTo>
                  <a:pt x="5701" y="20881"/>
                  <a:pt x="4758" y="21226"/>
                  <a:pt x="3779" y="21226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85" name="Freeform: Shape 577">
            <a:extLst>
              <a:ext uri="{FF2B5EF4-FFF2-40B4-BE49-F238E27FC236}">
                <a16:creationId xmlns:a16="http://schemas.microsoft.com/office/drawing/2014/main" id="{1E02D270-4785-0E0E-2962-B99C299D3C52}"/>
              </a:ext>
            </a:extLst>
          </p:cNvPr>
          <p:cNvSpPr/>
          <p:nvPr/>
        </p:nvSpPr>
        <p:spPr>
          <a:xfrm>
            <a:off x="6098912" y="2852011"/>
            <a:ext cx="115780" cy="13591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893" h="21380" extrusionOk="0">
                <a:moveTo>
                  <a:pt x="2251" y="21380"/>
                </a:moveTo>
                <a:cubicBezTo>
                  <a:pt x="1090" y="21380"/>
                  <a:pt x="98" y="20594"/>
                  <a:pt x="8" y="19572"/>
                </a:cubicBezTo>
                <a:cubicBezTo>
                  <a:pt x="-14" y="19316"/>
                  <a:pt x="-454" y="13184"/>
                  <a:pt x="9478" y="8929"/>
                </a:cubicBezTo>
                <a:cubicBezTo>
                  <a:pt x="14709" y="6688"/>
                  <a:pt x="16456" y="1480"/>
                  <a:pt x="16467" y="1431"/>
                </a:cubicBezTo>
                <a:cubicBezTo>
                  <a:pt x="16806" y="389"/>
                  <a:pt x="18057" y="-220"/>
                  <a:pt x="19252" y="75"/>
                </a:cubicBezTo>
                <a:cubicBezTo>
                  <a:pt x="20447" y="370"/>
                  <a:pt x="21146" y="1460"/>
                  <a:pt x="20808" y="2502"/>
                </a:cubicBezTo>
                <a:cubicBezTo>
                  <a:pt x="20718" y="2787"/>
                  <a:pt x="18485" y="9450"/>
                  <a:pt x="11473" y="12457"/>
                </a:cubicBezTo>
                <a:cubicBezTo>
                  <a:pt x="4371" y="15503"/>
                  <a:pt x="4506" y="19228"/>
                  <a:pt x="4506" y="19267"/>
                </a:cubicBezTo>
                <a:cubicBezTo>
                  <a:pt x="4608" y="20348"/>
                  <a:pt x="3672" y="21292"/>
                  <a:pt x="2432" y="21380"/>
                </a:cubicBezTo>
                <a:cubicBezTo>
                  <a:pt x="2376" y="21380"/>
                  <a:pt x="2319" y="21380"/>
                  <a:pt x="2251" y="2138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86" name="Freeform: Shape 639">
            <a:extLst>
              <a:ext uri="{FF2B5EF4-FFF2-40B4-BE49-F238E27FC236}">
                <a16:creationId xmlns:a16="http://schemas.microsoft.com/office/drawing/2014/main" id="{18AE6733-F34F-FAC5-1941-537B5CAFFE4D}"/>
              </a:ext>
            </a:extLst>
          </p:cNvPr>
          <p:cNvSpPr/>
          <p:nvPr/>
        </p:nvSpPr>
        <p:spPr>
          <a:xfrm>
            <a:off x="9748189" y="2912350"/>
            <a:ext cx="26784" cy="1626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578" h="20751" extrusionOk="0">
                <a:moveTo>
                  <a:pt x="4769" y="20751"/>
                </a:moveTo>
                <a:cubicBezTo>
                  <a:pt x="2657" y="20751"/>
                  <a:pt x="689" y="18439"/>
                  <a:pt x="161" y="14854"/>
                </a:cubicBezTo>
                <a:cubicBezTo>
                  <a:pt x="-511" y="10629"/>
                  <a:pt x="978" y="6244"/>
                  <a:pt x="3569" y="5128"/>
                </a:cubicBezTo>
                <a:lnTo>
                  <a:pt x="14561" y="267"/>
                </a:lnTo>
                <a:cubicBezTo>
                  <a:pt x="17106" y="-849"/>
                  <a:pt x="19745" y="1623"/>
                  <a:pt x="20417" y="5928"/>
                </a:cubicBezTo>
                <a:cubicBezTo>
                  <a:pt x="21089" y="10150"/>
                  <a:pt x="19602" y="14535"/>
                  <a:pt x="17009" y="15651"/>
                </a:cubicBezTo>
                <a:lnTo>
                  <a:pt x="6017" y="20513"/>
                </a:lnTo>
                <a:cubicBezTo>
                  <a:pt x="5585" y="20671"/>
                  <a:pt x="5201" y="20751"/>
                  <a:pt x="4769" y="20751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87" name="Freeform: Shape 640">
            <a:extLst>
              <a:ext uri="{FF2B5EF4-FFF2-40B4-BE49-F238E27FC236}">
                <a16:creationId xmlns:a16="http://schemas.microsoft.com/office/drawing/2014/main" id="{5B5B15B6-DB5A-7210-9ED4-B59210DAE03A}"/>
              </a:ext>
            </a:extLst>
          </p:cNvPr>
          <p:cNvSpPr/>
          <p:nvPr/>
        </p:nvSpPr>
        <p:spPr>
          <a:xfrm>
            <a:off x="9617623" y="2923388"/>
            <a:ext cx="115992" cy="4021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355" h="21227" extrusionOk="0">
                <a:moveTo>
                  <a:pt x="1143" y="21227"/>
                </a:moveTo>
                <a:cubicBezTo>
                  <a:pt x="637" y="21227"/>
                  <a:pt x="166" y="20271"/>
                  <a:pt x="39" y="18787"/>
                </a:cubicBezTo>
                <a:cubicBezTo>
                  <a:pt x="-122" y="17039"/>
                  <a:pt x="235" y="15225"/>
                  <a:pt x="856" y="14763"/>
                </a:cubicBezTo>
                <a:lnTo>
                  <a:pt x="19914" y="122"/>
                </a:lnTo>
                <a:cubicBezTo>
                  <a:pt x="20535" y="-373"/>
                  <a:pt x="21156" y="682"/>
                  <a:pt x="21317" y="2462"/>
                </a:cubicBezTo>
                <a:cubicBezTo>
                  <a:pt x="21478" y="4210"/>
                  <a:pt x="21121" y="6024"/>
                  <a:pt x="20500" y="6486"/>
                </a:cubicBezTo>
                <a:lnTo>
                  <a:pt x="1442" y="21128"/>
                </a:lnTo>
                <a:cubicBezTo>
                  <a:pt x="1339" y="21194"/>
                  <a:pt x="1247" y="21227"/>
                  <a:pt x="1143" y="21227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88" name="Freeform: Shape 641">
            <a:extLst>
              <a:ext uri="{FF2B5EF4-FFF2-40B4-BE49-F238E27FC236}">
                <a16:creationId xmlns:a16="http://schemas.microsoft.com/office/drawing/2014/main" id="{EC58849E-F382-F79C-E802-55B2BDEEADE3}"/>
              </a:ext>
            </a:extLst>
          </p:cNvPr>
          <p:cNvSpPr/>
          <p:nvPr/>
        </p:nvSpPr>
        <p:spPr>
          <a:xfrm>
            <a:off x="9460121" y="2852590"/>
            <a:ext cx="407412" cy="4067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847" h="21377" extrusionOk="0">
                <a:moveTo>
                  <a:pt x="4247" y="21377"/>
                </a:moveTo>
                <a:cubicBezTo>
                  <a:pt x="3834" y="21377"/>
                  <a:pt x="3444" y="21183"/>
                  <a:pt x="3054" y="20783"/>
                </a:cubicBezTo>
                <a:lnTo>
                  <a:pt x="606" y="18268"/>
                </a:lnTo>
                <a:cubicBezTo>
                  <a:pt x="-609" y="17024"/>
                  <a:pt x="305" y="16085"/>
                  <a:pt x="743" y="15635"/>
                </a:cubicBezTo>
                <a:cubicBezTo>
                  <a:pt x="3700" y="12736"/>
                  <a:pt x="5100" y="11360"/>
                  <a:pt x="5772" y="10707"/>
                </a:cubicBezTo>
                <a:lnTo>
                  <a:pt x="3061" y="8914"/>
                </a:lnTo>
                <a:cubicBezTo>
                  <a:pt x="2127" y="8395"/>
                  <a:pt x="1638" y="7463"/>
                  <a:pt x="1753" y="6419"/>
                </a:cubicBezTo>
                <a:cubicBezTo>
                  <a:pt x="1894" y="5152"/>
                  <a:pt x="2907" y="4045"/>
                  <a:pt x="4275" y="3668"/>
                </a:cubicBezTo>
                <a:lnTo>
                  <a:pt x="17024" y="161"/>
                </a:lnTo>
                <a:cubicBezTo>
                  <a:pt x="18415" y="-223"/>
                  <a:pt x="19645" y="92"/>
                  <a:pt x="20313" y="989"/>
                </a:cubicBezTo>
                <a:cubicBezTo>
                  <a:pt x="20860" y="1717"/>
                  <a:pt x="20991" y="2761"/>
                  <a:pt x="20687" y="3924"/>
                </a:cubicBezTo>
                <a:lnTo>
                  <a:pt x="17270" y="17017"/>
                </a:lnTo>
                <a:cubicBezTo>
                  <a:pt x="16829" y="18704"/>
                  <a:pt x="15378" y="19473"/>
                  <a:pt x="14211" y="19473"/>
                </a:cubicBezTo>
                <a:cubicBezTo>
                  <a:pt x="13258" y="19473"/>
                  <a:pt x="12465" y="18990"/>
                  <a:pt x="12136" y="18212"/>
                </a:cubicBezTo>
                <a:lnTo>
                  <a:pt x="10749" y="15477"/>
                </a:lnTo>
                <a:cubicBezTo>
                  <a:pt x="10055" y="16176"/>
                  <a:pt x="8620" y="17624"/>
                  <a:pt x="5631" y="20632"/>
                </a:cubicBezTo>
                <a:cubicBezTo>
                  <a:pt x="5295" y="20976"/>
                  <a:pt x="4829" y="21377"/>
                  <a:pt x="4247" y="21377"/>
                </a:cubicBezTo>
                <a:close/>
                <a:moveTo>
                  <a:pt x="1277" y="17033"/>
                </a:moveTo>
                <a:cubicBezTo>
                  <a:pt x="1280" y="17033"/>
                  <a:pt x="1306" y="17129"/>
                  <a:pt x="1510" y="17339"/>
                </a:cubicBezTo>
                <a:lnTo>
                  <a:pt x="3959" y="19854"/>
                </a:lnTo>
                <a:cubicBezTo>
                  <a:pt x="4160" y="20060"/>
                  <a:pt x="4247" y="20064"/>
                  <a:pt x="4247" y="20064"/>
                </a:cubicBezTo>
                <a:cubicBezTo>
                  <a:pt x="4260" y="20064"/>
                  <a:pt x="4384" y="20054"/>
                  <a:pt x="4730" y="19699"/>
                </a:cubicBezTo>
                <a:cubicBezTo>
                  <a:pt x="6264" y="18156"/>
                  <a:pt x="10253" y="14141"/>
                  <a:pt x="10448" y="13937"/>
                </a:cubicBezTo>
                <a:cubicBezTo>
                  <a:pt x="10586" y="13786"/>
                  <a:pt x="10781" y="13711"/>
                  <a:pt x="10982" y="13734"/>
                </a:cubicBezTo>
                <a:cubicBezTo>
                  <a:pt x="11196" y="13757"/>
                  <a:pt x="11382" y="13888"/>
                  <a:pt x="11481" y="14082"/>
                </a:cubicBezTo>
                <a:lnTo>
                  <a:pt x="13281" y="17628"/>
                </a:lnTo>
                <a:cubicBezTo>
                  <a:pt x="13290" y="17644"/>
                  <a:pt x="13297" y="17660"/>
                  <a:pt x="13303" y="17680"/>
                </a:cubicBezTo>
                <a:cubicBezTo>
                  <a:pt x="13482" y="18123"/>
                  <a:pt x="14041" y="18159"/>
                  <a:pt x="14208" y="18159"/>
                </a:cubicBezTo>
                <a:cubicBezTo>
                  <a:pt x="14901" y="18159"/>
                  <a:pt x="15768" y="17697"/>
                  <a:pt x="16033" y="16679"/>
                </a:cubicBezTo>
                <a:lnTo>
                  <a:pt x="19450" y="3585"/>
                </a:lnTo>
                <a:cubicBezTo>
                  <a:pt x="19648" y="2827"/>
                  <a:pt x="19594" y="2187"/>
                  <a:pt x="19297" y="1790"/>
                </a:cubicBezTo>
                <a:cubicBezTo>
                  <a:pt x="18999" y="1392"/>
                  <a:pt x="18517" y="1310"/>
                  <a:pt x="18165" y="1310"/>
                </a:cubicBezTo>
                <a:cubicBezTo>
                  <a:pt x="17916" y="1310"/>
                  <a:pt x="17641" y="1350"/>
                  <a:pt x="17353" y="1432"/>
                </a:cubicBezTo>
                <a:lnTo>
                  <a:pt x="4605" y="4938"/>
                </a:lnTo>
                <a:cubicBezTo>
                  <a:pt x="3604" y="5214"/>
                  <a:pt x="3090" y="5956"/>
                  <a:pt x="3022" y="6567"/>
                </a:cubicBezTo>
                <a:cubicBezTo>
                  <a:pt x="2965" y="7079"/>
                  <a:pt x="3201" y="7506"/>
                  <a:pt x="3684" y="7768"/>
                </a:cubicBezTo>
                <a:cubicBezTo>
                  <a:pt x="3700" y="7778"/>
                  <a:pt x="3716" y="7788"/>
                  <a:pt x="3732" y="7798"/>
                </a:cubicBezTo>
                <a:lnTo>
                  <a:pt x="7149" y="10057"/>
                </a:lnTo>
                <a:cubicBezTo>
                  <a:pt x="7319" y="10168"/>
                  <a:pt x="7427" y="10359"/>
                  <a:pt x="7440" y="10566"/>
                </a:cubicBezTo>
                <a:cubicBezTo>
                  <a:pt x="7453" y="10772"/>
                  <a:pt x="7370" y="10976"/>
                  <a:pt x="7213" y="11111"/>
                </a:cubicBezTo>
                <a:cubicBezTo>
                  <a:pt x="7092" y="11225"/>
                  <a:pt x="3147" y="15096"/>
                  <a:pt x="1638" y="16577"/>
                </a:cubicBezTo>
                <a:cubicBezTo>
                  <a:pt x="1335" y="16886"/>
                  <a:pt x="1283" y="16997"/>
                  <a:pt x="1277" y="17033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140541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51B808-FED0-E325-6D9D-8B2C213AB6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D23BEE68-F65A-4C6B-D365-D554268ED030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616400F-46D2-C6E8-5526-66C2106671A2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E956643-0827-0D4D-0374-2AEAD4EF6632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68E47270-F3CF-0DCC-4789-B5B77DE87780}"/>
              </a:ext>
            </a:extLst>
          </p:cNvPr>
          <p:cNvGrpSpPr/>
          <p:nvPr/>
        </p:nvGrpSpPr>
        <p:grpSpPr>
          <a:xfrm>
            <a:off x="981076" y="2020311"/>
            <a:ext cx="9899649" cy="3414105"/>
            <a:chOff x="869952" y="1626686"/>
            <a:chExt cx="10452096" cy="3604628"/>
          </a:xfrm>
        </p:grpSpPr>
        <p:sp>
          <p:nvSpPr>
            <p:cNvPr id="2" name="Oval 2">
              <a:extLst>
                <a:ext uri="{FF2B5EF4-FFF2-40B4-BE49-F238E27FC236}">
                  <a16:creationId xmlns:a16="http://schemas.microsoft.com/office/drawing/2014/main" id="{09DAC3D8-FB89-BCFB-1554-764C94C3CA75}"/>
                </a:ext>
              </a:extLst>
            </p:cNvPr>
            <p:cNvSpPr/>
            <p:nvPr/>
          </p:nvSpPr>
          <p:spPr>
            <a:xfrm>
              <a:off x="4293686" y="1626686"/>
              <a:ext cx="3604628" cy="3604628"/>
            </a:xfrm>
            <a:prstGeom prst="ellipse">
              <a:avLst/>
            </a:prstGeom>
            <a:ln w="3175">
              <a:solidFill>
                <a:srgbClr val="D9D9D9"/>
              </a:solidFill>
              <a:miter/>
            </a:ln>
          </p:spPr>
          <p:txBody>
            <a:bodyPr lIns="30479" tIns="30479" rIns="30479" bIns="30479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FFFFFF"/>
                  </a:solidFill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8ACDBAAA-A2A7-EA33-EA9A-9702E8EA4472}"/>
                </a:ext>
              </a:extLst>
            </p:cNvPr>
            <p:cNvSpPr/>
            <p:nvPr/>
          </p:nvSpPr>
          <p:spPr>
            <a:xfrm>
              <a:off x="4378960" y="1711959"/>
              <a:ext cx="1003425" cy="1003425"/>
            </a:xfrm>
            <a:prstGeom prst="ellipse">
              <a:avLst/>
            </a:prstGeom>
            <a:solidFill>
              <a:srgbClr val="491AEB"/>
            </a:solidFill>
            <a:ln w="12700">
              <a:miter lim="400000"/>
            </a:ln>
          </p:spPr>
          <p:txBody>
            <a:bodyPr lIns="30479" tIns="30479" rIns="30479" bIns="30479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FFFFFF"/>
                  </a:solidFill>
                  <a:latin typeface="Gilroy Light"/>
                  <a:ea typeface="Gilroy Light"/>
                  <a:cs typeface="Gilroy Light"/>
                  <a:sym typeface="Gilroy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roy Light"/>
                <a:sym typeface="Gilroy Light"/>
              </a:endParaRP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6556C9C1-E900-B84A-CF2E-F249709D50B8}"/>
                </a:ext>
              </a:extLst>
            </p:cNvPr>
            <p:cNvSpPr/>
            <p:nvPr/>
          </p:nvSpPr>
          <p:spPr>
            <a:xfrm>
              <a:off x="6809616" y="1711959"/>
              <a:ext cx="1003425" cy="1003425"/>
            </a:xfrm>
            <a:prstGeom prst="ellipse">
              <a:avLst/>
            </a:prstGeom>
            <a:solidFill>
              <a:srgbClr val="491AEB"/>
            </a:solidFill>
            <a:ln w="12700">
              <a:miter lim="400000"/>
            </a:ln>
          </p:spPr>
          <p:txBody>
            <a:bodyPr lIns="30479" tIns="30479" rIns="30479" bIns="30479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FFFFFF"/>
                  </a:solidFill>
                  <a:latin typeface="Gilroy Light"/>
                  <a:ea typeface="Gilroy Light"/>
                  <a:cs typeface="Gilroy Light"/>
                  <a:sym typeface="Gilroy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roy Light"/>
                <a:sym typeface="Gilroy Light"/>
              </a:endParaRPr>
            </a:p>
          </p:txBody>
        </p:sp>
        <p:sp>
          <p:nvSpPr>
            <p:cNvPr id="27" name="Oval 6">
              <a:extLst>
                <a:ext uri="{FF2B5EF4-FFF2-40B4-BE49-F238E27FC236}">
                  <a16:creationId xmlns:a16="http://schemas.microsoft.com/office/drawing/2014/main" id="{7348E2F7-8157-F941-A780-972D0634AAF3}"/>
                </a:ext>
              </a:extLst>
            </p:cNvPr>
            <p:cNvSpPr/>
            <p:nvPr/>
          </p:nvSpPr>
          <p:spPr>
            <a:xfrm>
              <a:off x="6809616" y="4142616"/>
              <a:ext cx="1003425" cy="1003425"/>
            </a:xfrm>
            <a:prstGeom prst="ellipse">
              <a:avLst/>
            </a:prstGeom>
            <a:solidFill>
              <a:srgbClr val="491AEB"/>
            </a:solidFill>
            <a:ln w="12700">
              <a:miter lim="400000"/>
            </a:ln>
          </p:spPr>
          <p:txBody>
            <a:bodyPr lIns="30479" tIns="30479" rIns="30479" bIns="30479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FFFFFF"/>
                  </a:solidFill>
                  <a:latin typeface="Gilroy Light"/>
                  <a:ea typeface="Gilroy Light"/>
                  <a:cs typeface="Gilroy Light"/>
                  <a:sym typeface="Gilroy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roy Light"/>
                <a:sym typeface="Gilroy Light"/>
              </a:endParaRPr>
            </a:p>
          </p:txBody>
        </p:sp>
        <p:sp>
          <p:nvSpPr>
            <p:cNvPr id="28" name="Oval 7">
              <a:extLst>
                <a:ext uri="{FF2B5EF4-FFF2-40B4-BE49-F238E27FC236}">
                  <a16:creationId xmlns:a16="http://schemas.microsoft.com/office/drawing/2014/main" id="{DA009FDD-86D5-8FEE-18DE-9C54DCD401A4}"/>
                </a:ext>
              </a:extLst>
            </p:cNvPr>
            <p:cNvSpPr/>
            <p:nvPr/>
          </p:nvSpPr>
          <p:spPr>
            <a:xfrm>
              <a:off x="4378960" y="4142616"/>
              <a:ext cx="1003425" cy="1003425"/>
            </a:xfrm>
            <a:prstGeom prst="ellipse">
              <a:avLst/>
            </a:prstGeom>
            <a:solidFill>
              <a:srgbClr val="491AEB"/>
            </a:solidFill>
            <a:ln w="12700">
              <a:miter lim="400000"/>
            </a:ln>
          </p:spPr>
          <p:txBody>
            <a:bodyPr lIns="30479" tIns="30479" rIns="30479" bIns="30479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FFFFFF"/>
                  </a:solidFill>
                  <a:latin typeface="Gilroy Light"/>
                  <a:ea typeface="Gilroy Light"/>
                  <a:cs typeface="Gilroy Light"/>
                  <a:sym typeface="Gilroy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roy Light"/>
                <a:sym typeface="Gilroy Light"/>
              </a:endParaRPr>
            </a:p>
          </p:txBody>
        </p:sp>
        <p:sp>
          <p:nvSpPr>
            <p:cNvPr id="29" name="Group 8">
              <a:extLst>
                <a:ext uri="{FF2B5EF4-FFF2-40B4-BE49-F238E27FC236}">
                  <a16:creationId xmlns:a16="http://schemas.microsoft.com/office/drawing/2014/main" id="{8767E3AB-BCD4-4FEA-07C0-3603678E1D4C}"/>
                </a:ext>
              </a:extLst>
            </p:cNvPr>
            <p:cNvSpPr/>
            <p:nvPr/>
          </p:nvSpPr>
          <p:spPr>
            <a:xfrm>
              <a:off x="5245100" y="2578099"/>
              <a:ext cx="1701800" cy="1701801"/>
            </a:xfrm>
            <a:prstGeom prst="ellipse">
              <a:avLst/>
            </a:prstGeom>
            <a:solidFill>
              <a:srgbClr val="F2F2F2"/>
            </a:solidFill>
            <a:ln w="12700">
              <a:miter lim="400000"/>
            </a:ln>
          </p:spPr>
          <p:txBody>
            <a:bodyPr lIns="30479" tIns="30479" rIns="30479" bIns="30479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262626"/>
                  </a:solidFill>
                  <a:latin typeface="Montserrat-Regular"/>
                  <a:ea typeface="Montserrat-Regular"/>
                  <a:cs typeface="Montserrat-Regular"/>
                  <a:sym typeface="Montserrat-Regular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Montserrat-Regular"/>
                <a:sym typeface="Montserrat-Regular"/>
              </a:endParaRPr>
            </a:p>
          </p:txBody>
        </p:sp>
        <p:sp>
          <p:nvSpPr>
            <p:cNvPr id="30" name="Freeform 13">
              <a:extLst>
                <a:ext uri="{FF2B5EF4-FFF2-40B4-BE49-F238E27FC236}">
                  <a16:creationId xmlns:a16="http://schemas.microsoft.com/office/drawing/2014/main" id="{ECB2238F-E398-0CA5-CB75-C5EE27A6E25D}"/>
                </a:ext>
              </a:extLst>
            </p:cNvPr>
            <p:cNvSpPr/>
            <p:nvPr/>
          </p:nvSpPr>
          <p:spPr>
            <a:xfrm>
              <a:off x="4683253" y="2046253"/>
              <a:ext cx="394838" cy="33483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3" y="0"/>
                  </a:moveTo>
                  <a:lnTo>
                    <a:pt x="14850" y="4804"/>
                  </a:lnTo>
                  <a:lnTo>
                    <a:pt x="14850" y="805"/>
                  </a:lnTo>
                  <a:lnTo>
                    <a:pt x="17553" y="805"/>
                  </a:lnTo>
                  <a:lnTo>
                    <a:pt x="17553" y="7999"/>
                  </a:lnTo>
                  <a:lnTo>
                    <a:pt x="21600" y="12812"/>
                  </a:lnTo>
                  <a:lnTo>
                    <a:pt x="21600" y="13608"/>
                  </a:lnTo>
                  <a:lnTo>
                    <a:pt x="18898" y="13608"/>
                  </a:lnTo>
                  <a:lnTo>
                    <a:pt x="18898" y="21600"/>
                  </a:lnTo>
                  <a:lnTo>
                    <a:pt x="12155" y="21600"/>
                  </a:lnTo>
                  <a:lnTo>
                    <a:pt x="12155" y="16803"/>
                  </a:lnTo>
                  <a:lnTo>
                    <a:pt x="9445" y="16803"/>
                  </a:lnTo>
                  <a:lnTo>
                    <a:pt x="9445" y="21600"/>
                  </a:lnTo>
                  <a:lnTo>
                    <a:pt x="2696" y="21600"/>
                  </a:lnTo>
                  <a:lnTo>
                    <a:pt x="2696" y="13608"/>
                  </a:lnTo>
                  <a:lnTo>
                    <a:pt x="0" y="13608"/>
                  </a:lnTo>
                  <a:lnTo>
                    <a:pt x="0" y="12812"/>
                  </a:lnTo>
                  <a:lnTo>
                    <a:pt x="10803" y="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miter lim="400000"/>
            </a:ln>
          </p:spPr>
          <p:txBody>
            <a:bodyPr lIns="30479" tIns="30479" rIns="30479" bIns="30479"/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34" name="Freeform 36">
              <a:extLst>
                <a:ext uri="{FF2B5EF4-FFF2-40B4-BE49-F238E27FC236}">
                  <a16:creationId xmlns:a16="http://schemas.microsoft.com/office/drawing/2014/main" id="{14097934-E888-5B0B-8D03-28E5CB60CC24}"/>
                </a:ext>
              </a:extLst>
            </p:cNvPr>
            <p:cNvSpPr/>
            <p:nvPr/>
          </p:nvSpPr>
          <p:spPr>
            <a:xfrm>
              <a:off x="7113907" y="2014317"/>
              <a:ext cx="394841" cy="39871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8905" y="1345"/>
                  </a:moveTo>
                  <a:lnTo>
                    <a:pt x="20249" y="2697"/>
                  </a:lnTo>
                  <a:lnTo>
                    <a:pt x="10800" y="12145"/>
                  </a:lnTo>
                  <a:lnTo>
                    <a:pt x="8105" y="13497"/>
                  </a:lnTo>
                  <a:lnTo>
                    <a:pt x="9449" y="10800"/>
                  </a:lnTo>
                  <a:lnTo>
                    <a:pt x="18905" y="1345"/>
                  </a:lnTo>
                  <a:close/>
                  <a:moveTo>
                    <a:pt x="12151" y="0"/>
                  </a:moveTo>
                  <a:lnTo>
                    <a:pt x="16197" y="0"/>
                  </a:lnTo>
                  <a:lnTo>
                    <a:pt x="8105" y="8097"/>
                  </a:lnTo>
                  <a:lnTo>
                    <a:pt x="5397" y="9744"/>
                  </a:lnTo>
                  <a:lnTo>
                    <a:pt x="3311" y="15491"/>
                  </a:lnTo>
                  <a:lnTo>
                    <a:pt x="3715" y="15695"/>
                  </a:lnTo>
                  <a:lnTo>
                    <a:pt x="4079" y="15905"/>
                  </a:lnTo>
                  <a:lnTo>
                    <a:pt x="4410" y="16128"/>
                  </a:lnTo>
                  <a:lnTo>
                    <a:pt x="4708" y="16364"/>
                  </a:lnTo>
                  <a:lnTo>
                    <a:pt x="4986" y="16613"/>
                  </a:lnTo>
                  <a:lnTo>
                    <a:pt x="5238" y="16889"/>
                  </a:lnTo>
                  <a:lnTo>
                    <a:pt x="5476" y="17191"/>
                  </a:lnTo>
                  <a:lnTo>
                    <a:pt x="5688" y="17519"/>
                  </a:lnTo>
                  <a:lnTo>
                    <a:pt x="5900" y="17886"/>
                  </a:lnTo>
                  <a:lnTo>
                    <a:pt x="6105" y="18287"/>
                  </a:lnTo>
                  <a:lnTo>
                    <a:pt x="11859" y="16200"/>
                  </a:lnTo>
                  <a:lnTo>
                    <a:pt x="13502" y="13497"/>
                  </a:lnTo>
                  <a:lnTo>
                    <a:pt x="21600" y="5400"/>
                  </a:lnTo>
                  <a:lnTo>
                    <a:pt x="21600" y="9442"/>
                  </a:lnTo>
                  <a:lnTo>
                    <a:pt x="13502" y="17545"/>
                  </a:lnTo>
                  <a:lnTo>
                    <a:pt x="0" y="21600"/>
                  </a:lnTo>
                  <a:lnTo>
                    <a:pt x="4052" y="8097"/>
                  </a:lnTo>
                  <a:lnTo>
                    <a:pt x="12151" y="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miter lim="400000"/>
            </a:ln>
          </p:spPr>
          <p:txBody>
            <a:bodyPr lIns="30479" tIns="30479" rIns="30479" bIns="30479"/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grpSp>
          <p:nvGrpSpPr>
            <p:cNvPr id="36" name="Group 113">
              <a:extLst>
                <a:ext uri="{FF2B5EF4-FFF2-40B4-BE49-F238E27FC236}">
                  <a16:creationId xmlns:a16="http://schemas.microsoft.com/office/drawing/2014/main" id="{88A8CC23-7CEE-C874-08B9-97ECCC788130}"/>
                </a:ext>
              </a:extLst>
            </p:cNvPr>
            <p:cNvGrpSpPr/>
            <p:nvPr/>
          </p:nvGrpSpPr>
          <p:grpSpPr>
            <a:xfrm>
              <a:off x="7138100" y="4444973"/>
              <a:ext cx="346455" cy="398711"/>
              <a:chOff x="-1" y="0"/>
              <a:chExt cx="346454" cy="398710"/>
            </a:xfrm>
          </p:grpSpPr>
          <p:sp>
            <p:nvSpPr>
              <p:cNvPr id="37" name="Freeform 115">
                <a:extLst>
                  <a:ext uri="{FF2B5EF4-FFF2-40B4-BE49-F238E27FC236}">
                    <a16:creationId xmlns:a16="http://schemas.microsoft.com/office/drawing/2014/main" id="{A098E196-742D-0F11-11BA-3EEC76AC3506}"/>
                  </a:ext>
                </a:extLst>
              </p:cNvPr>
              <p:cNvSpPr/>
              <p:nvPr/>
            </p:nvSpPr>
            <p:spPr>
              <a:xfrm>
                <a:off x="-1" y="0"/>
                <a:ext cx="346454" cy="39871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0796" y="4554"/>
                    </a:moveTo>
                    <a:lnTo>
                      <a:pt x="10149" y="4573"/>
                    </a:lnTo>
                    <a:lnTo>
                      <a:pt x="9516" y="4632"/>
                    </a:lnTo>
                    <a:lnTo>
                      <a:pt x="8891" y="4737"/>
                    </a:lnTo>
                    <a:lnTo>
                      <a:pt x="8289" y="4875"/>
                    </a:lnTo>
                    <a:lnTo>
                      <a:pt x="7702" y="5052"/>
                    </a:lnTo>
                    <a:lnTo>
                      <a:pt x="7137" y="5256"/>
                    </a:lnTo>
                    <a:lnTo>
                      <a:pt x="6595" y="5498"/>
                    </a:lnTo>
                    <a:lnTo>
                      <a:pt x="6068" y="5781"/>
                    </a:lnTo>
                    <a:lnTo>
                      <a:pt x="5571" y="6082"/>
                    </a:lnTo>
                    <a:lnTo>
                      <a:pt x="5104" y="6417"/>
                    </a:lnTo>
                    <a:lnTo>
                      <a:pt x="4660" y="6778"/>
                    </a:lnTo>
                    <a:lnTo>
                      <a:pt x="4246" y="7165"/>
                    </a:lnTo>
                    <a:lnTo>
                      <a:pt x="3862" y="7578"/>
                    </a:lnTo>
                    <a:lnTo>
                      <a:pt x="3516" y="8011"/>
                    </a:lnTo>
                    <a:lnTo>
                      <a:pt x="3207" y="8471"/>
                    </a:lnTo>
                    <a:lnTo>
                      <a:pt x="2929" y="8950"/>
                    </a:lnTo>
                    <a:lnTo>
                      <a:pt x="2688" y="9442"/>
                    </a:lnTo>
                    <a:lnTo>
                      <a:pt x="2484" y="9954"/>
                    </a:lnTo>
                    <a:lnTo>
                      <a:pt x="2326" y="10478"/>
                    </a:lnTo>
                    <a:lnTo>
                      <a:pt x="2213" y="11023"/>
                    </a:lnTo>
                    <a:lnTo>
                      <a:pt x="2146" y="11581"/>
                    </a:lnTo>
                    <a:lnTo>
                      <a:pt x="2123" y="12145"/>
                    </a:lnTo>
                    <a:lnTo>
                      <a:pt x="2146" y="12716"/>
                    </a:lnTo>
                    <a:lnTo>
                      <a:pt x="2213" y="13274"/>
                    </a:lnTo>
                    <a:lnTo>
                      <a:pt x="2326" y="13812"/>
                    </a:lnTo>
                    <a:lnTo>
                      <a:pt x="2484" y="14343"/>
                    </a:lnTo>
                    <a:lnTo>
                      <a:pt x="2688" y="14848"/>
                    </a:lnTo>
                    <a:lnTo>
                      <a:pt x="2929" y="15354"/>
                    </a:lnTo>
                    <a:lnTo>
                      <a:pt x="3207" y="15826"/>
                    </a:lnTo>
                    <a:lnTo>
                      <a:pt x="3516" y="16279"/>
                    </a:lnTo>
                    <a:lnTo>
                      <a:pt x="3862" y="16718"/>
                    </a:lnTo>
                    <a:lnTo>
                      <a:pt x="4246" y="17125"/>
                    </a:lnTo>
                    <a:lnTo>
                      <a:pt x="4660" y="17519"/>
                    </a:lnTo>
                    <a:lnTo>
                      <a:pt x="5104" y="17880"/>
                    </a:lnTo>
                    <a:lnTo>
                      <a:pt x="5571" y="18214"/>
                    </a:lnTo>
                    <a:lnTo>
                      <a:pt x="6068" y="18516"/>
                    </a:lnTo>
                    <a:lnTo>
                      <a:pt x="6595" y="18792"/>
                    </a:lnTo>
                    <a:lnTo>
                      <a:pt x="7137" y="19041"/>
                    </a:lnTo>
                    <a:lnTo>
                      <a:pt x="7702" y="19251"/>
                    </a:lnTo>
                    <a:lnTo>
                      <a:pt x="8289" y="19415"/>
                    </a:lnTo>
                    <a:lnTo>
                      <a:pt x="8891" y="19559"/>
                    </a:lnTo>
                    <a:lnTo>
                      <a:pt x="9516" y="19664"/>
                    </a:lnTo>
                    <a:lnTo>
                      <a:pt x="10149" y="19723"/>
                    </a:lnTo>
                    <a:lnTo>
                      <a:pt x="10796" y="19743"/>
                    </a:lnTo>
                    <a:lnTo>
                      <a:pt x="11444" y="19723"/>
                    </a:lnTo>
                    <a:lnTo>
                      <a:pt x="12076" y="19664"/>
                    </a:lnTo>
                    <a:lnTo>
                      <a:pt x="12693" y="19559"/>
                    </a:lnTo>
                    <a:lnTo>
                      <a:pt x="13296" y="19415"/>
                    </a:lnTo>
                    <a:lnTo>
                      <a:pt x="13891" y="19251"/>
                    </a:lnTo>
                    <a:lnTo>
                      <a:pt x="14455" y="19041"/>
                    </a:lnTo>
                    <a:lnTo>
                      <a:pt x="15005" y="18792"/>
                    </a:lnTo>
                    <a:lnTo>
                      <a:pt x="15524" y="18516"/>
                    </a:lnTo>
                    <a:lnTo>
                      <a:pt x="16014" y="18214"/>
                    </a:lnTo>
                    <a:lnTo>
                      <a:pt x="16488" y="17880"/>
                    </a:lnTo>
                    <a:lnTo>
                      <a:pt x="16932" y="17519"/>
                    </a:lnTo>
                    <a:lnTo>
                      <a:pt x="17346" y="17125"/>
                    </a:lnTo>
                    <a:lnTo>
                      <a:pt x="17730" y="16718"/>
                    </a:lnTo>
                    <a:lnTo>
                      <a:pt x="18077" y="16279"/>
                    </a:lnTo>
                    <a:lnTo>
                      <a:pt x="18385" y="15826"/>
                    </a:lnTo>
                    <a:lnTo>
                      <a:pt x="18664" y="15354"/>
                    </a:lnTo>
                    <a:lnTo>
                      <a:pt x="18905" y="14848"/>
                    </a:lnTo>
                    <a:lnTo>
                      <a:pt x="19108" y="14343"/>
                    </a:lnTo>
                    <a:lnTo>
                      <a:pt x="19259" y="13812"/>
                    </a:lnTo>
                    <a:lnTo>
                      <a:pt x="19379" y="13274"/>
                    </a:lnTo>
                    <a:lnTo>
                      <a:pt x="19447" y="12716"/>
                    </a:lnTo>
                    <a:lnTo>
                      <a:pt x="19469" y="12145"/>
                    </a:lnTo>
                    <a:lnTo>
                      <a:pt x="19447" y="11581"/>
                    </a:lnTo>
                    <a:lnTo>
                      <a:pt x="19379" y="11023"/>
                    </a:lnTo>
                    <a:lnTo>
                      <a:pt x="19259" y="10478"/>
                    </a:lnTo>
                    <a:lnTo>
                      <a:pt x="19108" y="9954"/>
                    </a:lnTo>
                    <a:lnTo>
                      <a:pt x="18905" y="9442"/>
                    </a:lnTo>
                    <a:lnTo>
                      <a:pt x="18664" y="8950"/>
                    </a:lnTo>
                    <a:lnTo>
                      <a:pt x="18385" y="8471"/>
                    </a:lnTo>
                    <a:lnTo>
                      <a:pt x="18077" y="8011"/>
                    </a:lnTo>
                    <a:lnTo>
                      <a:pt x="17730" y="7578"/>
                    </a:lnTo>
                    <a:lnTo>
                      <a:pt x="17346" y="7165"/>
                    </a:lnTo>
                    <a:lnTo>
                      <a:pt x="16932" y="6778"/>
                    </a:lnTo>
                    <a:lnTo>
                      <a:pt x="16488" y="6417"/>
                    </a:lnTo>
                    <a:lnTo>
                      <a:pt x="16014" y="6082"/>
                    </a:lnTo>
                    <a:lnTo>
                      <a:pt x="15524" y="5781"/>
                    </a:lnTo>
                    <a:lnTo>
                      <a:pt x="15005" y="5498"/>
                    </a:lnTo>
                    <a:lnTo>
                      <a:pt x="14455" y="5256"/>
                    </a:lnTo>
                    <a:lnTo>
                      <a:pt x="13891" y="5052"/>
                    </a:lnTo>
                    <a:lnTo>
                      <a:pt x="13296" y="4875"/>
                    </a:lnTo>
                    <a:lnTo>
                      <a:pt x="12693" y="4737"/>
                    </a:lnTo>
                    <a:lnTo>
                      <a:pt x="12076" y="4632"/>
                    </a:lnTo>
                    <a:lnTo>
                      <a:pt x="11444" y="4573"/>
                    </a:lnTo>
                    <a:lnTo>
                      <a:pt x="10796" y="4554"/>
                    </a:lnTo>
                    <a:close/>
                    <a:moveTo>
                      <a:pt x="10796" y="2697"/>
                    </a:moveTo>
                    <a:lnTo>
                      <a:pt x="11504" y="2716"/>
                    </a:lnTo>
                    <a:lnTo>
                      <a:pt x="12197" y="2775"/>
                    </a:lnTo>
                    <a:lnTo>
                      <a:pt x="12889" y="2874"/>
                    </a:lnTo>
                    <a:lnTo>
                      <a:pt x="13552" y="3005"/>
                    </a:lnTo>
                    <a:lnTo>
                      <a:pt x="14214" y="3176"/>
                    </a:lnTo>
                    <a:lnTo>
                      <a:pt x="14839" y="3379"/>
                    </a:lnTo>
                    <a:lnTo>
                      <a:pt x="15457" y="3622"/>
                    </a:lnTo>
                    <a:lnTo>
                      <a:pt x="16051" y="3884"/>
                    </a:lnTo>
                    <a:lnTo>
                      <a:pt x="16631" y="4193"/>
                    </a:lnTo>
                    <a:lnTo>
                      <a:pt x="17173" y="4514"/>
                    </a:lnTo>
                    <a:lnTo>
                      <a:pt x="17693" y="4875"/>
                    </a:lnTo>
                    <a:lnTo>
                      <a:pt x="18189" y="5262"/>
                    </a:lnTo>
                    <a:lnTo>
                      <a:pt x="18664" y="5676"/>
                    </a:lnTo>
                    <a:lnTo>
                      <a:pt x="19108" y="6109"/>
                    </a:lnTo>
                    <a:lnTo>
                      <a:pt x="19507" y="6561"/>
                    </a:lnTo>
                    <a:lnTo>
                      <a:pt x="19883" y="7047"/>
                    </a:lnTo>
                    <a:lnTo>
                      <a:pt x="20230" y="7546"/>
                    </a:lnTo>
                    <a:lnTo>
                      <a:pt x="20538" y="8070"/>
                    </a:lnTo>
                    <a:lnTo>
                      <a:pt x="20809" y="8602"/>
                    </a:lnTo>
                    <a:lnTo>
                      <a:pt x="21043" y="9160"/>
                    </a:lnTo>
                    <a:lnTo>
                      <a:pt x="21239" y="9730"/>
                    </a:lnTo>
                    <a:lnTo>
                      <a:pt x="21389" y="10314"/>
                    </a:lnTo>
                    <a:lnTo>
                      <a:pt x="21502" y="10912"/>
                    </a:lnTo>
                    <a:lnTo>
                      <a:pt x="21577" y="11522"/>
                    </a:lnTo>
                    <a:lnTo>
                      <a:pt x="21600" y="12145"/>
                    </a:lnTo>
                    <a:lnTo>
                      <a:pt x="21577" y="12768"/>
                    </a:lnTo>
                    <a:lnTo>
                      <a:pt x="21502" y="13379"/>
                    </a:lnTo>
                    <a:lnTo>
                      <a:pt x="21389" y="13976"/>
                    </a:lnTo>
                    <a:lnTo>
                      <a:pt x="21239" y="14566"/>
                    </a:lnTo>
                    <a:lnTo>
                      <a:pt x="21043" y="15137"/>
                    </a:lnTo>
                    <a:lnTo>
                      <a:pt x="20809" y="15688"/>
                    </a:lnTo>
                    <a:lnTo>
                      <a:pt x="20538" y="16226"/>
                    </a:lnTo>
                    <a:lnTo>
                      <a:pt x="20230" y="16751"/>
                    </a:lnTo>
                    <a:lnTo>
                      <a:pt x="19883" y="17250"/>
                    </a:lnTo>
                    <a:lnTo>
                      <a:pt x="19507" y="17729"/>
                    </a:lnTo>
                    <a:lnTo>
                      <a:pt x="19108" y="18182"/>
                    </a:lnTo>
                    <a:lnTo>
                      <a:pt x="18664" y="18621"/>
                    </a:lnTo>
                    <a:lnTo>
                      <a:pt x="18189" y="19035"/>
                    </a:lnTo>
                    <a:lnTo>
                      <a:pt x="17693" y="19415"/>
                    </a:lnTo>
                    <a:lnTo>
                      <a:pt x="17173" y="19776"/>
                    </a:lnTo>
                    <a:lnTo>
                      <a:pt x="16631" y="20104"/>
                    </a:lnTo>
                    <a:lnTo>
                      <a:pt x="16051" y="20406"/>
                    </a:lnTo>
                    <a:lnTo>
                      <a:pt x="15457" y="20668"/>
                    </a:lnTo>
                    <a:lnTo>
                      <a:pt x="14839" y="20911"/>
                    </a:lnTo>
                    <a:lnTo>
                      <a:pt x="14214" y="21121"/>
                    </a:lnTo>
                    <a:lnTo>
                      <a:pt x="13552" y="21285"/>
                    </a:lnTo>
                    <a:lnTo>
                      <a:pt x="12889" y="21423"/>
                    </a:lnTo>
                    <a:lnTo>
                      <a:pt x="12197" y="21521"/>
                    </a:lnTo>
                    <a:lnTo>
                      <a:pt x="11504" y="21580"/>
                    </a:lnTo>
                    <a:lnTo>
                      <a:pt x="10796" y="21600"/>
                    </a:lnTo>
                    <a:lnTo>
                      <a:pt x="10089" y="21580"/>
                    </a:lnTo>
                    <a:lnTo>
                      <a:pt x="9388" y="21521"/>
                    </a:lnTo>
                    <a:lnTo>
                      <a:pt x="8703" y="21423"/>
                    </a:lnTo>
                    <a:lnTo>
                      <a:pt x="8033" y="21285"/>
                    </a:lnTo>
                    <a:lnTo>
                      <a:pt x="7386" y="21121"/>
                    </a:lnTo>
                    <a:lnTo>
                      <a:pt x="6753" y="20911"/>
                    </a:lnTo>
                    <a:lnTo>
                      <a:pt x="6128" y="20668"/>
                    </a:lnTo>
                    <a:lnTo>
                      <a:pt x="5541" y="20406"/>
                    </a:lnTo>
                    <a:lnTo>
                      <a:pt x="4969" y="20104"/>
                    </a:lnTo>
                    <a:lnTo>
                      <a:pt x="4419" y="19776"/>
                    </a:lnTo>
                    <a:lnTo>
                      <a:pt x="3892" y="19415"/>
                    </a:lnTo>
                    <a:lnTo>
                      <a:pt x="3395" y="19035"/>
                    </a:lnTo>
                    <a:lnTo>
                      <a:pt x="2936" y="18621"/>
                    </a:lnTo>
                    <a:lnTo>
                      <a:pt x="2492" y="18182"/>
                    </a:lnTo>
                    <a:lnTo>
                      <a:pt x="2085" y="17729"/>
                    </a:lnTo>
                    <a:lnTo>
                      <a:pt x="1701" y="17250"/>
                    </a:lnTo>
                    <a:lnTo>
                      <a:pt x="1363" y="16751"/>
                    </a:lnTo>
                    <a:lnTo>
                      <a:pt x="1054" y="16226"/>
                    </a:lnTo>
                    <a:lnTo>
                      <a:pt x="783" y="15688"/>
                    </a:lnTo>
                    <a:lnTo>
                      <a:pt x="550" y="15137"/>
                    </a:lnTo>
                    <a:lnTo>
                      <a:pt x="354" y="14566"/>
                    </a:lnTo>
                    <a:lnTo>
                      <a:pt x="203" y="13976"/>
                    </a:lnTo>
                    <a:lnTo>
                      <a:pt x="90" y="13379"/>
                    </a:lnTo>
                    <a:lnTo>
                      <a:pt x="23" y="12768"/>
                    </a:lnTo>
                    <a:lnTo>
                      <a:pt x="0" y="12145"/>
                    </a:lnTo>
                    <a:lnTo>
                      <a:pt x="23" y="11522"/>
                    </a:lnTo>
                    <a:lnTo>
                      <a:pt x="90" y="10912"/>
                    </a:lnTo>
                    <a:lnTo>
                      <a:pt x="203" y="10314"/>
                    </a:lnTo>
                    <a:lnTo>
                      <a:pt x="354" y="9730"/>
                    </a:lnTo>
                    <a:lnTo>
                      <a:pt x="550" y="9160"/>
                    </a:lnTo>
                    <a:lnTo>
                      <a:pt x="783" y="8602"/>
                    </a:lnTo>
                    <a:lnTo>
                      <a:pt x="1054" y="8070"/>
                    </a:lnTo>
                    <a:lnTo>
                      <a:pt x="1363" y="7546"/>
                    </a:lnTo>
                    <a:lnTo>
                      <a:pt x="1701" y="7047"/>
                    </a:lnTo>
                    <a:lnTo>
                      <a:pt x="2085" y="6561"/>
                    </a:lnTo>
                    <a:lnTo>
                      <a:pt x="2492" y="6109"/>
                    </a:lnTo>
                    <a:lnTo>
                      <a:pt x="2936" y="5676"/>
                    </a:lnTo>
                    <a:lnTo>
                      <a:pt x="3395" y="5262"/>
                    </a:lnTo>
                    <a:lnTo>
                      <a:pt x="3892" y="4875"/>
                    </a:lnTo>
                    <a:lnTo>
                      <a:pt x="4419" y="4514"/>
                    </a:lnTo>
                    <a:lnTo>
                      <a:pt x="4969" y="4193"/>
                    </a:lnTo>
                    <a:lnTo>
                      <a:pt x="5541" y="3884"/>
                    </a:lnTo>
                    <a:lnTo>
                      <a:pt x="6128" y="3622"/>
                    </a:lnTo>
                    <a:lnTo>
                      <a:pt x="6753" y="3379"/>
                    </a:lnTo>
                    <a:lnTo>
                      <a:pt x="7386" y="3176"/>
                    </a:lnTo>
                    <a:lnTo>
                      <a:pt x="8033" y="3005"/>
                    </a:lnTo>
                    <a:lnTo>
                      <a:pt x="8703" y="2874"/>
                    </a:lnTo>
                    <a:lnTo>
                      <a:pt x="9388" y="2775"/>
                    </a:lnTo>
                    <a:lnTo>
                      <a:pt x="10089" y="2716"/>
                    </a:lnTo>
                    <a:lnTo>
                      <a:pt x="10796" y="2697"/>
                    </a:lnTo>
                    <a:close/>
                    <a:moveTo>
                      <a:pt x="16970" y="0"/>
                    </a:moveTo>
                    <a:lnTo>
                      <a:pt x="17444" y="20"/>
                    </a:lnTo>
                    <a:lnTo>
                      <a:pt x="17896" y="79"/>
                    </a:lnTo>
                    <a:lnTo>
                      <a:pt x="18340" y="184"/>
                    </a:lnTo>
                    <a:lnTo>
                      <a:pt x="18762" y="315"/>
                    </a:lnTo>
                    <a:lnTo>
                      <a:pt x="19176" y="486"/>
                    </a:lnTo>
                    <a:lnTo>
                      <a:pt x="19552" y="689"/>
                    </a:lnTo>
                    <a:lnTo>
                      <a:pt x="19914" y="919"/>
                    </a:lnTo>
                    <a:lnTo>
                      <a:pt x="20237" y="1181"/>
                    </a:lnTo>
                    <a:lnTo>
                      <a:pt x="20538" y="1470"/>
                    </a:lnTo>
                    <a:lnTo>
                      <a:pt x="20802" y="1778"/>
                    </a:lnTo>
                    <a:lnTo>
                      <a:pt x="21035" y="2119"/>
                    </a:lnTo>
                    <a:lnTo>
                      <a:pt x="21231" y="2474"/>
                    </a:lnTo>
                    <a:lnTo>
                      <a:pt x="21389" y="2841"/>
                    </a:lnTo>
                    <a:lnTo>
                      <a:pt x="21495" y="3228"/>
                    </a:lnTo>
                    <a:lnTo>
                      <a:pt x="21570" y="3635"/>
                    </a:lnTo>
                    <a:lnTo>
                      <a:pt x="21600" y="4048"/>
                    </a:lnTo>
                    <a:lnTo>
                      <a:pt x="21577" y="4409"/>
                    </a:lnTo>
                    <a:lnTo>
                      <a:pt x="21517" y="4764"/>
                    </a:lnTo>
                    <a:lnTo>
                      <a:pt x="21434" y="5098"/>
                    </a:lnTo>
                    <a:lnTo>
                      <a:pt x="21321" y="5433"/>
                    </a:lnTo>
                    <a:lnTo>
                      <a:pt x="21163" y="5748"/>
                    </a:lnTo>
                    <a:lnTo>
                      <a:pt x="20983" y="6056"/>
                    </a:lnTo>
                    <a:lnTo>
                      <a:pt x="20561" y="5538"/>
                    </a:lnTo>
                    <a:lnTo>
                      <a:pt x="20102" y="5052"/>
                    </a:lnTo>
                    <a:lnTo>
                      <a:pt x="19612" y="4593"/>
                    </a:lnTo>
                    <a:lnTo>
                      <a:pt x="19093" y="4153"/>
                    </a:lnTo>
                    <a:lnTo>
                      <a:pt x="18551" y="3740"/>
                    </a:lnTo>
                    <a:lnTo>
                      <a:pt x="17964" y="3359"/>
                    </a:lnTo>
                    <a:lnTo>
                      <a:pt x="17369" y="3005"/>
                    </a:lnTo>
                    <a:lnTo>
                      <a:pt x="16744" y="2684"/>
                    </a:lnTo>
                    <a:lnTo>
                      <a:pt x="16096" y="2388"/>
                    </a:lnTo>
                    <a:lnTo>
                      <a:pt x="15426" y="2132"/>
                    </a:lnTo>
                    <a:lnTo>
                      <a:pt x="14741" y="1909"/>
                    </a:lnTo>
                    <a:lnTo>
                      <a:pt x="14034" y="1719"/>
                    </a:lnTo>
                    <a:lnTo>
                      <a:pt x="13303" y="1568"/>
                    </a:lnTo>
                    <a:lnTo>
                      <a:pt x="13567" y="1293"/>
                    </a:lnTo>
                    <a:lnTo>
                      <a:pt x="13875" y="1043"/>
                    </a:lnTo>
                    <a:lnTo>
                      <a:pt x="14192" y="814"/>
                    </a:lnTo>
                    <a:lnTo>
                      <a:pt x="14530" y="604"/>
                    </a:lnTo>
                    <a:lnTo>
                      <a:pt x="14892" y="426"/>
                    </a:lnTo>
                    <a:lnTo>
                      <a:pt x="15283" y="276"/>
                    </a:lnTo>
                    <a:lnTo>
                      <a:pt x="15675" y="151"/>
                    </a:lnTo>
                    <a:lnTo>
                      <a:pt x="16096" y="66"/>
                    </a:lnTo>
                    <a:lnTo>
                      <a:pt x="16526" y="13"/>
                    </a:lnTo>
                    <a:lnTo>
                      <a:pt x="16970" y="0"/>
                    </a:lnTo>
                    <a:close/>
                    <a:moveTo>
                      <a:pt x="4630" y="0"/>
                    </a:moveTo>
                    <a:lnTo>
                      <a:pt x="5067" y="13"/>
                    </a:lnTo>
                    <a:lnTo>
                      <a:pt x="5496" y="66"/>
                    </a:lnTo>
                    <a:lnTo>
                      <a:pt x="5918" y="151"/>
                    </a:lnTo>
                    <a:lnTo>
                      <a:pt x="6317" y="276"/>
                    </a:lnTo>
                    <a:lnTo>
                      <a:pt x="6693" y="426"/>
                    </a:lnTo>
                    <a:lnTo>
                      <a:pt x="7062" y="604"/>
                    </a:lnTo>
                    <a:lnTo>
                      <a:pt x="7408" y="814"/>
                    </a:lnTo>
                    <a:lnTo>
                      <a:pt x="7725" y="1043"/>
                    </a:lnTo>
                    <a:lnTo>
                      <a:pt x="8018" y="1293"/>
                    </a:lnTo>
                    <a:lnTo>
                      <a:pt x="8289" y="1568"/>
                    </a:lnTo>
                    <a:lnTo>
                      <a:pt x="7566" y="1719"/>
                    </a:lnTo>
                    <a:lnTo>
                      <a:pt x="6859" y="1909"/>
                    </a:lnTo>
                    <a:lnTo>
                      <a:pt x="6166" y="2132"/>
                    </a:lnTo>
                    <a:lnTo>
                      <a:pt x="5496" y="2388"/>
                    </a:lnTo>
                    <a:lnTo>
                      <a:pt x="4849" y="2684"/>
                    </a:lnTo>
                    <a:lnTo>
                      <a:pt x="4224" y="3005"/>
                    </a:lnTo>
                    <a:lnTo>
                      <a:pt x="3621" y="3359"/>
                    </a:lnTo>
                    <a:lnTo>
                      <a:pt x="3049" y="3740"/>
                    </a:lnTo>
                    <a:lnTo>
                      <a:pt x="2500" y="4153"/>
                    </a:lnTo>
                    <a:lnTo>
                      <a:pt x="1980" y="4593"/>
                    </a:lnTo>
                    <a:lnTo>
                      <a:pt x="1491" y="5052"/>
                    </a:lnTo>
                    <a:lnTo>
                      <a:pt x="1039" y="5538"/>
                    </a:lnTo>
                    <a:lnTo>
                      <a:pt x="610" y="6056"/>
                    </a:lnTo>
                    <a:lnTo>
                      <a:pt x="429" y="5748"/>
                    </a:lnTo>
                    <a:lnTo>
                      <a:pt x="279" y="5433"/>
                    </a:lnTo>
                    <a:lnTo>
                      <a:pt x="166" y="5098"/>
                    </a:lnTo>
                    <a:lnTo>
                      <a:pt x="68" y="4764"/>
                    </a:lnTo>
                    <a:lnTo>
                      <a:pt x="15" y="4409"/>
                    </a:lnTo>
                    <a:lnTo>
                      <a:pt x="0" y="4048"/>
                    </a:lnTo>
                    <a:lnTo>
                      <a:pt x="23" y="3635"/>
                    </a:lnTo>
                    <a:lnTo>
                      <a:pt x="90" y="3228"/>
                    </a:lnTo>
                    <a:lnTo>
                      <a:pt x="211" y="2841"/>
                    </a:lnTo>
                    <a:lnTo>
                      <a:pt x="361" y="2474"/>
                    </a:lnTo>
                    <a:lnTo>
                      <a:pt x="557" y="2119"/>
                    </a:lnTo>
                    <a:lnTo>
                      <a:pt x="791" y="1778"/>
                    </a:lnTo>
                    <a:lnTo>
                      <a:pt x="1062" y="1470"/>
                    </a:lnTo>
                    <a:lnTo>
                      <a:pt x="1355" y="1181"/>
                    </a:lnTo>
                    <a:lnTo>
                      <a:pt x="1686" y="919"/>
                    </a:lnTo>
                    <a:lnTo>
                      <a:pt x="2040" y="689"/>
                    </a:lnTo>
                    <a:lnTo>
                      <a:pt x="2424" y="486"/>
                    </a:lnTo>
                    <a:lnTo>
                      <a:pt x="2823" y="315"/>
                    </a:lnTo>
                    <a:lnTo>
                      <a:pt x="3252" y="184"/>
                    </a:lnTo>
                    <a:lnTo>
                      <a:pt x="3689" y="79"/>
                    </a:lnTo>
                    <a:lnTo>
                      <a:pt x="4156" y="20"/>
                    </a:lnTo>
                    <a:lnTo>
                      <a:pt x="4630" y="0"/>
                    </a:ln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30479" tIns="30479" rIns="30479" bIns="30479" numCol="1" anchor="t">
                <a:noAutofit/>
              </a:bodyPr>
              <a:lstStyle/>
              <a:p>
                <a:pPr marL="0" marR="0" lvl="0" indent="0" algn="l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>
                    <a:latin typeface="Montserrat Light"/>
                    <a:ea typeface="Montserrat Light"/>
                    <a:cs typeface="Montserrat Light"/>
                    <a:sym typeface="Montserrat Light"/>
                  </a:defRPr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ontserrat Light"/>
                  <a:sym typeface="Montserrat Light"/>
                </a:endParaRPr>
              </a:p>
            </p:txBody>
          </p:sp>
          <p:sp>
            <p:nvSpPr>
              <p:cNvPr id="38" name="Freeform 116">
                <a:extLst>
                  <a:ext uri="{FF2B5EF4-FFF2-40B4-BE49-F238E27FC236}">
                    <a16:creationId xmlns:a16="http://schemas.microsoft.com/office/drawing/2014/main" id="{687C3012-2BDA-058C-D525-4393D79701A0}"/>
                  </a:ext>
                </a:extLst>
              </p:cNvPr>
              <p:cNvSpPr/>
              <p:nvPr/>
            </p:nvSpPr>
            <p:spPr>
              <a:xfrm>
                <a:off x="148064" y="124838"/>
                <a:ext cx="99679" cy="12484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0"/>
                    </a:moveTo>
                    <a:lnTo>
                      <a:pt x="5400" y="0"/>
                    </a:lnTo>
                    <a:lnTo>
                      <a:pt x="5400" y="17276"/>
                    </a:lnTo>
                    <a:lnTo>
                      <a:pt x="21600" y="17276"/>
                    </a:ln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30479" tIns="30479" rIns="30479" bIns="30479" numCol="1" anchor="t">
                <a:noAutofit/>
              </a:bodyPr>
              <a:lstStyle/>
              <a:p>
                <a:pPr marL="0" marR="0" lvl="0" indent="0" algn="l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>
                    <a:latin typeface="Montserrat Light"/>
                    <a:ea typeface="Montserrat Light"/>
                    <a:cs typeface="Montserrat Light"/>
                    <a:sym typeface="Montserrat Light"/>
                  </a:defRPr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ontserrat Light"/>
                  <a:sym typeface="Montserrat Light"/>
                </a:endParaRPr>
              </a:p>
            </p:txBody>
          </p:sp>
        </p:grpSp>
        <p:sp>
          <p:nvSpPr>
            <p:cNvPr id="39" name="Freeform 204">
              <a:extLst>
                <a:ext uri="{FF2B5EF4-FFF2-40B4-BE49-F238E27FC236}">
                  <a16:creationId xmlns:a16="http://schemas.microsoft.com/office/drawing/2014/main" id="{0E216639-2DDB-ED43-B260-3E6EADD87E76}"/>
                </a:ext>
              </a:extLst>
            </p:cNvPr>
            <p:cNvSpPr/>
            <p:nvPr/>
          </p:nvSpPr>
          <p:spPr>
            <a:xfrm>
              <a:off x="4683250" y="4458521"/>
              <a:ext cx="394843" cy="37161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5889" y="9162"/>
                  </a:moveTo>
                  <a:lnTo>
                    <a:pt x="7405" y="10779"/>
                  </a:lnTo>
                  <a:lnTo>
                    <a:pt x="1921" y="12966"/>
                  </a:lnTo>
                  <a:lnTo>
                    <a:pt x="10803" y="16495"/>
                  </a:lnTo>
                  <a:lnTo>
                    <a:pt x="19686" y="12966"/>
                  </a:lnTo>
                  <a:lnTo>
                    <a:pt x="14195" y="10779"/>
                  </a:lnTo>
                  <a:lnTo>
                    <a:pt x="15711" y="9162"/>
                  </a:lnTo>
                  <a:lnTo>
                    <a:pt x="21600" y="11524"/>
                  </a:lnTo>
                  <a:lnTo>
                    <a:pt x="21600" y="17283"/>
                  </a:lnTo>
                  <a:lnTo>
                    <a:pt x="10803" y="21600"/>
                  </a:lnTo>
                  <a:lnTo>
                    <a:pt x="0" y="17283"/>
                  </a:lnTo>
                  <a:lnTo>
                    <a:pt x="0" y="11524"/>
                  </a:lnTo>
                  <a:lnTo>
                    <a:pt x="5889" y="9162"/>
                  </a:lnTo>
                  <a:close/>
                  <a:moveTo>
                    <a:pt x="9452" y="0"/>
                  </a:moveTo>
                  <a:lnTo>
                    <a:pt x="12155" y="0"/>
                  </a:lnTo>
                  <a:lnTo>
                    <a:pt x="12155" y="5759"/>
                  </a:lnTo>
                  <a:lnTo>
                    <a:pt x="16202" y="5759"/>
                  </a:lnTo>
                  <a:lnTo>
                    <a:pt x="10803" y="11524"/>
                  </a:lnTo>
                  <a:lnTo>
                    <a:pt x="5398" y="5759"/>
                  </a:lnTo>
                  <a:lnTo>
                    <a:pt x="9452" y="5759"/>
                  </a:lnTo>
                  <a:lnTo>
                    <a:pt x="9452" y="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miter lim="400000"/>
            </a:ln>
          </p:spPr>
          <p:txBody>
            <a:bodyPr lIns="30479" tIns="30479" rIns="30479" bIns="30479"/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pic>
          <p:nvPicPr>
            <p:cNvPr id="40" name="iMocha black.png" descr="iMocha black.png">
              <a:extLst>
                <a:ext uri="{FF2B5EF4-FFF2-40B4-BE49-F238E27FC236}">
                  <a16:creationId xmlns:a16="http://schemas.microsoft.com/office/drawing/2014/main" id="{30732155-4DB3-1BC4-7CF1-CFEB097ADD2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r="75687"/>
            <a:stretch>
              <a:fillRect/>
            </a:stretch>
          </p:blipFill>
          <p:spPr>
            <a:xfrm>
              <a:off x="5778984" y="3100290"/>
              <a:ext cx="745091" cy="657420"/>
            </a:xfrm>
            <a:prstGeom prst="rect">
              <a:avLst/>
            </a:prstGeom>
            <a:ln w="12700">
              <a:miter lim="400000"/>
            </a:ln>
          </p:spPr>
        </p:pic>
        <p:sp>
          <p:nvSpPr>
            <p:cNvPr id="41" name="Rectangle 69">
              <a:extLst>
                <a:ext uri="{FF2B5EF4-FFF2-40B4-BE49-F238E27FC236}">
                  <a16:creationId xmlns:a16="http://schemas.microsoft.com/office/drawing/2014/main" id="{DAD8BC62-7C69-118D-9BBC-DA7576673C7E}"/>
                </a:ext>
              </a:extLst>
            </p:cNvPr>
            <p:cNvSpPr txBox="1"/>
            <p:nvPr/>
          </p:nvSpPr>
          <p:spPr>
            <a:xfrm>
              <a:off x="8097481" y="2096234"/>
              <a:ext cx="3224567" cy="304801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45719" rIns="45719">
              <a:spAutoFit/>
            </a:bodyPr>
            <a:lstStyle>
              <a:lvl1pPr>
                <a:lnSpc>
                  <a:spcPct val="90000"/>
                </a:lnSpc>
                <a:defRPr sz="1200">
                  <a:latin typeface="Poppins Regular"/>
                  <a:ea typeface="Poppins Regular"/>
                  <a:cs typeface="Poppins Regular"/>
                  <a:sym typeface="Poppins Regular"/>
                </a:defRPr>
              </a:lvl1pPr>
            </a:lstStyle>
            <a:p>
              <a:pPr marL="0" marR="0" lvl="0" indent="0" algn="l" defTabSz="914400" rtl="0" eaLnBrk="1" fontAlgn="auto" latinLnBrk="0" hangingPunct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 Regular"/>
                  <a:sym typeface="Poppins Regular"/>
                </a:rPr>
                <a:t>Lorem Ipsum is simply dummy text of the</a:t>
              </a:r>
            </a:p>
          </p:txBody>
        </p:sp>
        <p:sp>
          <p:nvSpPr>
            <p:cNvPr id="42" name="Text Placeholder 33">
              <a:extLst>
                <a:ext uri="{FF2B5EF4-FFF2-40B4-BE49-F238E27FC236}">
                  <a16:creationId xmlns:a16="http://schemas.microsoft.com/office/drawing/2014/main" id="{47306783-A2DC-7AB1-7BAC-37194BF9DB5A}"/>
                </a:ext>
              </a:extLst>
            </p:cNvPr>
            <p:cNvSpPr txBox="1"/>
            <p:nvPr/>
          </p:nvSpPr>
          <p:spPr>
            <a:xfrm>
              <a:off x="8148281" y="1786085"/>
              <a:ext cx="972632" cy="279459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0" tIns="0" rIns="0" bIns="0">
              <a:spAutoFit/>
            </a:bodyPr>
            <a:lstStyle>
              <a:lvl1pPr>
                <a:lnSpc>
                  <a:spcPct val="110000"/>
                </a:lnSpc>
                <a:defRPr sz="1600">
                  <a:latin typeface="Poppins Regular"/>
                  <a:ea typeface="Poppins Regular"/>
                  <a:cs typeface="Poppins Regular"/>
                  <a:sym typeface="Poppins Regular"/>
                </a:defRPr>
              </a:lvl1pPr>
            </a:lstStyle>
            <a:p>
              <a:pPr marL="0" marR="0" lvl="0" indent="0" algn="l" defTabSz="914400" rtl="0" eaLnBrk="1" fontAlgn="auto" latinLnBrk="0" hangingPunct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 Regular"/>
                  <a:sym typeface="Poppins Regular"/>
                </a:rPr>
                <a:t>Feature</a:t>
              </a: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endParaRPr>
            </a:p>
          </p:txBody>
        </p:sp>
        <p:sp>
          <p:nvSpPr>
            <p:cNvPr id="43" name="Rectangle 69">
              <a:extLst>
                <a:ext uri="{FF2B5EF4-FFF2-40B4-BE49-F238E27FC236}">
                  <a16:creationId xmlns:a16="http://schemas.microsoft.com/office/drawing/2014/main" id="{44BAC0A1-7348-6AD4-4E09-D27C4792502C}"/>
                </a:ext>
              </a:extLst>
            </p:cNvPr>
            <p:cNvSpPr txBox="1"/>
            <p:nvPr/>
          </p:nvSpPr>
          <p:spPr>
            <a:xfrm>
              <a:off x="8097481" y="4528211"/>
              <a:ext cx="3224567" cy="304800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45719" rIns="45719">
              <a:spAutoFit/>
            </a:bodyPr>
            <a:lstStyle>
              <a:lvl1pPr>
                <a:lnSpc>
                  <a:spcPct val="90000"/>
                </a:lnSpc>
                <a:defRPr sz="1200">
                  <a:latin typeface="Poppins Regular"/>
                  <a:ea typeface="Poppins Regular"/>
                  <a:cs typeface="Poppins Regular"/>
                  <a:sym typeface="Poppins Regular"/>
                </a:defRPr>
              </a:lvl1pPr>
            </a:lstStyle>
            <a:p>
              <a:pPr marL="0" marR="0" lvl="0" indent="0" algn="l" defTabSz="914400" rtl="0" eaLnBrk="1" fontAlgn="auto" latinLnBrk="0" hangingPunct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 Regular"/>
                  <a:sym typeface="Poppins Regular"/>
                </a:rPr>
                <a:t>Lorem Ipsum is simply dummy text of the</a:t>
              </a:r>
            </a:p>
          </p:txBody>
        </p:sp>
        <p:sp>
          <p:nvSpPr>
            <p:cNvPr id="44" name="Text Placeholder 33">
              <a:extLst>
                <a:ext uri="{FF2B5EF4-FFF2-40B4-BE49-F238E27FC236}">
                  <a16:creationId xmlns:a16="http://schemas.microsoft.com/office/drawing/2014/main" id="{93F199D2-A8B3-6DEA-F99B-FCD45069C173}"/>
                </a:ext>
              </a:extLst>
            </p:cNvPr>
            <p:cNvSpPr txBox="1"/>
            <p:nvPr/>
          </p:nvSpPr>
          <p:spPr>
            <a:xfrm>
              <a:off x="8148281" y="4218062"/>
              <a:ext cx="972632" cy="279459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0" tIns="0" rIns="0" bIns="0">
              <a:spAutoFit/>
            </a:bodyPr>
            <a:lstStyle>
              <a:lvl1pPr>
                <a:lnSpc>
                  <a:spcPct val="110000"/>
                </a:lnSpc>
                <a:defRPr sz="1600">
                  <a:latin typeface="Poppins Regular"/>
                  <a:ea typeface="Poppins Regular"/>
                  <a:cs typeface="Poppins Regular"/>
                  <a:sym typeface="Poppins Regular"/>
                </a:defRPr>
              </a:lvl1pPr>
            </a:lstStyle>
            <a:p>
              <a:pPr marL="0" marR="0" lvl="0" indent="0" algn="l" defTabSz="914400" rtl="0" eaLnBrk="1" fontAlgn="auto" latinLnBrk="0" hangingPunct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 Regular"/>
                  <a:sym typeface="Poppins Regular"/>
                </a:rPr>
                <a:t>Feature</a:t>
              </a:r>
            </a:p>
          </p:txBody>
        </p:sp>
        <p:sp>
          <p:nvSpPr>
            <p:cNvPr id="45" name="Rectangle 69">
              <a:extLst>
                <a:ext uri="{FF2B5EF4-FFF2-40B4-BE49-F238E27FC236}">
                  <a16:creationId xmlns:a16="http://schemas.microsoft.com/office/drawing/2014/main" id="{9C9DF195-E6E7-51A5-05AF-B0BC3EFCBA5C}"/>
                </a:ext>
              </a:extLst>
            </p:cNvPr>
            <p:cNvSpPr txBox="1"/>
            <p:nvPr/>
          </p:nvSpPr>
          <p:spPr>
            <a:xfrm>
              <a:off x="869952" y="4647003"/>
              <a:ext cx="3224567" cy="304800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45719" rIns="45719">
              <a:spAutoFit/>
            </a:bodyPr>
            <a:lstStyle>
              <a:lvl1pPr algn="r">
                <a:lnSpc>
                  <a:spcPct val="90000"/>
                </a:lnSpc>
                <a:defRPr sz="1200">
                  <a:latin typeface="Poppins Regular"/>
                  <a:ea typeface="Poppins Regular"/>
                  <a:cs typeface="Poppins Regular"/>
                  <a:sym typeface="Poppins Regular"/>
                </a:defRPr>
              </a:lvl1pPr>
            </a:lstStyle>
            <a:p>
              <a:pPr marL="0" marR="0" lvl="0" indent="0" algn="r" defTabSz="914400" rtl="0" eaLnBrk="1" fontAlgn="auto" latinLnBrk="0" hangingPunct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 Regular"/>
                  <a:sym typeface="Poppins Regular"/>
                </a:rPr>
                <a:t>Lorem Ipsum is simply dummy text of the</a:t>
              </a:r>
            </a:p>
          </p:txBody>
        </p:sp>
        <p:sp>
          <p:nvSpPr>
            <p:cNvPr id="46" name="Text Placeholder 33">
              <a:extLst>
                <a:ext uri="{FF2B5EF4-FFF2-40B4-BE49-F238E27FC236}">
                  <a16:creationId xmlns:a16="http://schemas.microsoft.com/office/drawing/2014/main" id="{7F66519E-205D-5CE7-F204-2EEC5C805294}"/>
                </a:ext>
              </a:extLst>
            </p:cNvPr>
            <p:cNvSpPr txBox="1"/>
            <p:nvPr/>
          </p:nvSpPr>
          <p:spPr>
            <a:xfrm>
              <a:off x="3072229" y="4336854"/>
              <a:ext cx="972633" cy="279459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0" tIns="0" rIns="0" bIns="0">
              <a:spAutoFit/>
            </a:bodyPr>
            <a:lstStyle>
              <a:lvl1pPr algn="r">
                <a:lnSpc>
                  <a:spcPct val="110000"/>
                </a:lnSpc>
                <a:defRPr sz="1600">
                  <a:latin typeface="Poppins Regular"/>
                  <a:ea typeface="Poppins Regular"/>
                  <a:cs typeface="Poppins Regular"/>
                  <a:sym typeface="Poppins Regular"/>
                </a:defRPr>
              </a:lvl1pPr>
            </a:lstStyle>
            <a:p>
              <a:pPr marL="0" marR="0" lvl="0" indent="0" algn="r" defTabSz="914400" rtl="0" eaLnBrk="1" fontAlgn="auto" latinLnBrk="0" hangingPunct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 Regular"/>
                  <a:sym typeface="Poppins Regular"/>
                </a:rPr>
                <a:t>Feature</a:t>
              </a:r>
            </a:p>
          </p:txBody>
        </p:sp>
        <p:sp>
          <p:nvSpPr>
            <p:cNvPr id="47" name="Rectangle 69">
              <a:extLst>
                <a:ext uri="{FF2B5EF4-FFF2-40B4-BE49-F238E27FC236}">
                  <a16:creationId xmlns:a16="http://schemas.microsoft.com/office/drawing/2014/main" id="{1EC03EB9-35AD-CC62-F5D3-C307FBE40922}"/>
                </a:ext>
              </a:extLst>
            </p:cNvPr>
            <p:cNvSpPr txBox="1"/>
            <p:nvPr/>
          </p:nvSpPr>
          <p:spPr>
            <a:xfrm>
              <a:off x="869952" y="2251309"/>
              <a:ext cx="3224567" cy="304800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45719" rIns="45719">
              <a:spAutoFit/>
            </a:bodyPr>
            <a:lstStyle>
              <a:lvl1pPr algn="r">
                <a:lnSpc>
                  <a:spcPct val="90000"/>
                </a:lnSpc>
                <a:defRPr sz="1200">
                  <a:latin typeface="Poppins Regular"/>
                  <a:ea typeface="Poppins Regular"/>
                  <a:cs typeface="Poppins Regular"/>
                  <a:sym typeface="Poppins Regular"/>
                </a:defRPr>
              </a:lvl1pPr>
            </a:lstStyle>
            <a:p>
              <a:pPr marL="0" marR="0" lvl="0" indent="0" algn="r" defTabSz="914400" rtl="0" eaLnBrk="1" fontAlgn="auto" latinLnBrk="0" hangingPunct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 Regular"/>
                  <a:sym typeface="Poppins Regular"/>
                </a:rPr>
                <a:t>Lorem Ipsum is simply dummy text of the</a:t>
              </a:r>
            </a:p>
          </p:txBody>
        </p:sp>
        <p:sp>
          <p:nvSpPr>
            <p:cNvPr id="48" name="Text Placeholder 33">
              <a:extLst>
                <a:ext uri="{FF2B5EF4-FFF2-40B4-BE49-F238E27FC236}">
                  <a16:creationId xmlns:a16="http://schemas.microsoft.com/office/drawing/2014/main" id="{94634D94-6222-3146-E760-0C991C5A98F6}"/>
                </a:ext>
              </a:extLst>
            </p:cNvPr>
            <p:cNvSpPr txBox="1"/>
            <p:nvPr/>
          </p:nvSpPr>
          <p:spPr>
            <a:xfrm>
              <a:off x="3072229" y="1941160"/>
              <a:ext cx="972632" cy="279459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0" tIns="0" rIns="0" bIns="0">
              <a:spAutoFit/>
            </a:bodyPr>
            <a:lstStyle>
              <a:lvl1pPr algn="r">
                <a:lnSpc>
                  <a:spcPct val="110000"/>
                </a:lnSpc>
                <a:defRPr sz="1600">
                  <a:latin typeface="Poppins Regular"/>
                  <a:ea typeface="Poppins Regular"/>
                  <a:cs typeface="Poppins Regular"/>
                  <a:sym typeface="Poppins Regular"/>
                </a:defRPr>
              </a:lvl1pPr>
            </a:lstStyle>
            <a:p>
              <a:pPr marL="0" marR="0" lvl="0" indent="0" defTabSz="914400" rtl="0" eaLnBrk="1" fontAlgn="auto" latinLnBrk="0" hangingPunct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 Regular"/>
                  <a:sym typeface="Poppins Regular"/>
                </a:rPr>
                <a:t>Feature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21144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5C0564-E39E-FD5E-660A-46E64C0F9C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DD850E77-9040-E84B-19D9-4FBACAC93D9E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A825414-3746-283F-5E98-1D21E95E1468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79BB688-BFAF-A566-FFB4-64C6CCBE4013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grpSp>
        <p:nvGrpSpPr>
          <p:cNvPr id="7" name="Group 1">
            <a:extLst>
              <a:ext uri="{FF2B5EF4-FFF2-40B4-BE49-F238E27FC236}">
                <a16:creationId xmlns:a16="http://schemas.microsoft.com/office/drawing/2014/main" id="{21CFE93D-D4A4-4FC4-FB8D-B23913F996FE}"/>
              </a:ext>
            </a:extLst>
          </p:cNvPr>
          <p:cNvGrpSpPr/>
          <p:nvPr/>
        </p:nvGrpSpPr>
        <p:grpSpPr>
          <a:xfrm>
            <a:off x="1760751" y="2780846"/>
            <a:ext cx="4044600" cy="1918980"/>
            <a:chOff x="0" y="0"/>
            <a:chExt cx="4044598" cy="1918978"/>
          </a:xfrm>
        </p:grpSpPr>
        <p:sp>
          <p:nvSpPr>
            <p:cNvPr id="8" name="Freeform 5">
              <a:extLst>
                <a:ext uri="{FF2B5EF4-FFF2-40B4-BE49-F238E27FC236}">
                  <a16:creationId xmlns:a16="http://schemas.microsoft.com/office/drawing/2014/main" id="{9FADF907-5B08-DB63-183A-9DD55A9B4885}"/>
                </a:ext>
              </a:extLst>
            </p:cNvPr>
            <p:cNvSpPr/>
            <p:nvPr/>
          </p:nvSpPr>
          <p:spPr>
            <a:xfrm>
              <a:off x="0" y="0"/>
              <a:ext cx="345053" cy="8576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867" h="21600" extrusionOk="0">
                  <a:moveTo>
                    <a:pt x="20580" y="7104"/>
                  </a:moveTo>
                  <a:cubicBezTo>
                    <a:pt x="20026" y="6642"/>
                    <a:pt x="17257" y="6064"/>
                    <a:pt x="15872" y="6064"/>
                  </a:cubicBezTo>
                  <a:cubicBezTo>
                    <a:pt x="13934" y="6064"/>
                    <a:pt x="12134" y="8317"/>
                    <a:pt x="10472" y="8317"/>
                  </a:cubicBezTo>
                  <a:cubicBezTo>
                    <a:pt x="8672" y="8317"/>
                    <a:pt x="7010" y="6064"/>
                    <a:pt x="4934" y="6064"/>
                  </a:cubicBezTo>
                  <a:cubicBezTo>
                    <a:pt x="3549" y="6064"/>
                    <a:pt x="918" y="6642"/>
                    <a:pt x="226" y="7104"/>
                  </a:cubicBezTo>
                  <a:cubicBezTo>
                    <a:pt x="-328" y="7681"/>
                    <a:pt x="226" y="11435"/>
                    <a:pt x="918" y="13341"/>
                  </a:cubicBezTo>
                  <a:cubicBezTo>
                    <a:pt x="1057" y="13976"/>
                    <a:pt x="2026" y="14439"/>
                    <a:pt x="3826" y="14785"/>
                  </a:cubicBezTo>
                  <a:cubicBezTo>
                    <a:pt x="5626" y="20907"/>
                    <a:pt x="6595" y="21600"/>
                    <a:pt x="10472" y="21600"/>
                  </a:cubicBezTo>
                  <a:cubicBezTo>
                    <a:pt x="14210" y="21600"/>
                    <a:pt x="15180" y="20907"/>
                    <a:pt x="16980" y="14785"/>
                  </a:cubicBezTo>
                  <a:cubicBezTo>
                    <a:pt x="18780" y="14439"/>
                    <a:pt x="19749" y="13976"/>
                    <a:pt x="19887" y="13341"/>
                  </a:cubicBezTo>
                  <a:cubicBezTo>
                    <a:pt x="20580" y="11435"/>
                    <a:pt x="21272" y="7681"/>
                    <a:pt x="20580" y="7104"/>
                  </a:cubicBezTo>
                  <a:close/>
                  <a:moveTo>
                    <a:pt x="10472" y="5140"/>
                  </a:moveTo>
                  <a:cubicBezTo>
                    <a:pt x="10472" y="5140"/>
                    <a:pt x="10472" y="5140"/>
                    <a:pt x="10472" y="5140"/>
                  </a:cubicBezTo>
                  <a:cubicBezTo>
                    <a:pt x="13795" y="5140"/>
                    <a:pt x="16564" y="3985"/>
                    <a:pt x="16564" y="2599"/>
                  </a:cubicBezTo>
                  <a:cubicBezTo>
                    <a:pt x="16564" y="1155"/>
                    <a:pt x="13795" y="0"/>
                    <a:pt x="10472" y="0"/>
                  </a:cubicBezTo>
                  <a:cubicBezTo>
                    <a:pt x="10472" y="0"/>
                    <a:pt x="10472" y="0"/>
                    <a:pt x="10472" y="0"/>
                  </a:cubicBezTo>
                  <a:cubicBezTo>
                    <a:pt x="7010" y="0"/>
                    <a:pt x="4241" y="1155"/>
                    <a:pt x="4241" y="2599"/>
                  </a:cubicBezTo>
                  <a:cubicBezTo>
                    <a:pt x="4241" y="3985"/>
                    <a:pt x="7010" y="5140"/>
                    <a:pt x="10472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9" name="Freeform 6">
              <a:extLst>
                <a:ext uri="{FF2B5EF4-FFF2-40B4-BE49-F238E27FC236}">
                  <a16:creationId xmlns:a16="http://schemas.microsoft.com/office/drawing/2014/main" id="{AD535896-3510-6AB5-957F-E96B8874E6C2}"/>
                </a:ext>
              </a:extLst>
            </p:cNvPr>
            <p:cNvSpPr/>
            <p:nvPr/>
          </p:nvSpPr>
          <p:spPr>
            <a:xfrm>
              <a:off x="410675" y="0"/>
              <a:ext cx="343886" cy="8576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6" h="21600" extrusionOk="0">
                  <a:moveTo>
                    <a:pt x="20506" y="7104"/>
                  </a:moveTo>
                  <a:cubicBezTo>
                    <a:pt x="19952" y="6642"/>
                    <a:pt x="17321" y="6064"/>
                    <a:pt x="15936" y="6064"/>
                  </a:cubicBezTo>
                  <a:cubicBezTo>
                    <a:pt x="13860" y="6064"/>
                    <a:pt x="12198" y="8317"/>
                    <a:pt x="10398" y="8317"/>
                  </a:cubicBezTo>
                  <a:cubicBezTo>
                    <a:pt x="8736" y="8317"/>
                    <a:pt x="6936" y="6064"/>
                    <a:pt x="4998" y="6064"/>
                  </a:cubicBezTo>
                  <a:cubicBezTo>
                    <a:pt x="3613" y="6064"/>
                    <a:pt x="844" y="6642"/>
                    <a:pt x="290" y="7104"/>
                  </a:cubicBezTo>
                  <a:cubicBezTo>
                    <a:pt x="-402" y="7681"/>
                    <a:pt x="290" y="11435"/>
                    <a:pt x="844" y="13341"/>
                  </a:cubicBezTo>
                  <a:cubicBezTo>
                    <a:pt x="1121" y="13976"/>
                    <a:pt x="2090" y="14439"/>
                    <a:pt x="3752" y="14785"/>
                  </a:cubicBezTo>
                  <a:cubicBezTo>
                    <a:pt x="5552" y="20907"/>
                    <a:pt x="6660" y="21600"/>
                    <a:pt x="10398" y="21600"/>
                  </a:cubicBezTo>
                  <a:cubicBezTo>
                    <a:pt x="14275" y="21600"/>
                    <a:pt x="15244" y="20907"/>
                    <a:pt x="17044" y="14785"/>
                  </a:cubicBezTo>
                  <a:cubicBezTo>
                    <a:pt x="18844" y="14439"/>
                    <a:pt x="19813" y="13976"/>
                    <a:pt x="19952" y="13341"/>
                  </a:cubicBezTo>
                  <a:cubicBezTo>
                    <a:pt x="20506" y="11435"/>
                    <a:pt x="21198" y="7681"/>
                    <a:pt x="20506" y="7104"/>
                  </a:cubicBezTo>
                  <a:close/>
                  <a:moveTo>
                    <a:pt x="10398" y="5140"/>
                  </a:moveTo>
                  <a:cubicBezTo>
                    <a:pt x="10398" y="5140"/>
                    <a:pt x="10398" y="5140"/>
                    <a:pt x="10398" y="5140"/>
                  </a:cubicBezTo>
                  <a:cubicBezTo>
                    <a:pt x="13860" y="5140"/>
                    <a:pt x="16629" y="3985"/>
                    <a:pt x="16629" y="2599"/>
                  </a:cubicBezTo>
                  <a:cubicBezTo>
                    <a:pt x="16629" y="1155"/>
                    <a:pt x="13860" y="0"/>
                    <a:pt x="10398" y="0"/>
                  </a:cubicBezTo>
                  <a:cubicBezTo>
                    <a:pt x="10398" y="0"/>
                    <a:pt x="10398" y="0"/>
                    <a:pt x="10398" y="0"/>
                  </a:cubicBezTo>
                  <a:cubicBezTo>
                    <a:pt x="7075" y="0"/>
                    <a:pt x="4306" y="1155"/>
                    <a:pt x="4306" y="2599"/>
                  </a:cubicBezTo>
                  <a:cubicBezTo>
                    <a:pt x="4306" y="3985"/>
                    <a:pt x="7075" y="5140"/>
                    <a:pt x="10398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165261BA-2CA2-6E5F-474D-28F5A3EACA79}"/>
                </a:ext>
              </a:extLst>
            </p:cNvPr>
            <p:cNvSpPr/>
            <p:nvPr/>
          </p:nvSpPr>
          <p:spPr>
            <a:xfrm>
              <a:off x="823028" y="0"/>
              <a:ext cx="343886" cy="8576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6" h="21600" extrusionOk="0">
                  <a:moveTo>
                    <a:pt x="20506" y="7104"/>
                  </a:moveTo>
                  <a:cubicBezTo>
                    <a:pt x="19952" y="6642"/>
                    <a:pt x="17183" y="6064"/>
                    <a:pt x="15798" y="6064"/>
                  </a:cubicBezTo>
                  <a:cubicBezTo>
                    <a:pt x="13860" y="6064"/>
                    <a:pt x="12060" y="8317"/>
                    <a:pt x="10398" y="8317"/>
                  </a:cubicBezTo>
                  <a:cubicBezTo>
                    <a:pt x="8598" y="8317"/>
                    <a:pt x="6936" y="6064"/>
                    <a:pt x="4860" y="6064"/>
                  </a:cubicBezTo>
                  <a:cubicBezTo>
                    <a:pt x="3475" y="6064"/>
                    <a:pt x="844" y="6642"/>
                    <a:pt x="290" y="7104"/>
                  </a:cubicBezTo>
                  <a:cubicBezTo>
                    <a:pt x="-402" y="7681"/>
                    <a:pt x="290" y="11435"/>
                    <a:pt x="844" y="13341"/>
                  </a:cubicBezTo>
                  <a:cubicBezTo>
                    <a:pt x="983" y="13976"/>
                    <a:pt x="1952" y="14439"/>
                    <a:pt x="3752" y="14785"/>
                  </a:cubicBezTo>
                  <a:cubicBezTo>
                    <a:pt x="5552" y="20907"/>
                    <a:pt x="6521" y="21600"/>
                    <a:pt x="10398" y="21600"/>
                  </a:cubicBezTo>
                  <a:cubicBezTo>
                    <a:pt x="14275" y="21600"/>
                    <a:pt x="15244" y="20907"/>
                    <a:pt x="17044" y="14785"/>
                  </a:cubicBezTo>
                  <a:cubicBezTo>
                    <a:pt x="18706" y="14439"/>
                    <a:pt x="19675" y="13976"/>
                    <a:pt x="19952" y="13341"/>
                  </a:cubicBezTo>
                  <a:cubicBezTo>
                    <a:pt x="20506" y="11435"/>
                    <a:pt x="21198" y="7681"/>
                    <a:pt x="20506" y="7104"/>
                  </a:cubicBezTo>
                  <a:close/>
                  <a:moveTo>
                    <a:pt x="10398" y="5140"/>
                  </a:moveTo>
                  <a:cubicBezTo>
                    <a:pt x="10398" y="5140"/>
                    <a:pt x="10398" y="5140"/>
                    <a:pt x="10398" y="5140"/>
                  </a:cubicBezTo>
                  <a:cubicBezTo>
                    <a:pt x="13721" y="5140"/>
                    <a:pt x="16490" y="3985"/>
                    <a:pt x="16490" y="2599"/>
                  </a:cubicBezTo>
                  <a:cubicBezTo>
                    <a:pt x="16490" y="1155"/>
                    <a:pt x="13721" y="0"/>
                    <a:pt x="10398" y="0"/>
                  </a:cubicBezTo>
                  <a:cubicBezTo>
                    <a:pt x="10398" y="0"/>
                    <a:pt x="10398" y="0"/>
                    <a:pt x="10398" y="0"/>
                  </a:cubicBezTo>
                  <a:cubicBezTo>
                    <a:pt x="6936" y="0"/>
                    <a:pt x="4167" y="1155"/>
                    <a:pt x="4167" y="2599"/>
                  </a:cubicBezTo>
                  <a:cubicBezTo>
                    <a:pt x="4167" y="3985"/>
                    <a:pt x="6936" y="5140"/>
                    <a:pt x="10398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11" name="Freeform 8">
              <a:extLst>
                <a:ext uri="{FF2B5EF4-FFF2-40B4-BE49-F238E27FC236}">
                  <a16:creationId xmlns:a16="http://schemas.microsoft.com/office/drawing/2014/main" id="{CECA4F80-F830-5F7B-6618-A5013C92F2EC}"/>
                </a:ext>
              </a:extLst>
            </p:cNvPr>
            <p:cNvSpPr/>
            <p:nvPr/>
          </p:nvSpPr>
          <p:spPr>
            <a:xfrm>
              <a:off x="1232536" y="0"/>
              <a:ext cx="345053" cy="8576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867" h="21600" extrusionOk="0">
                  <a:moveTo>
                    <a:pt x="20640" y="7104"/>
                  </a:moveTo>
                  <a:cubicBezTo>
                    <a:pt x="19948" y="6642"/>
                    <a:pt x="17317" y="6064"/>
                    <a:pt x="15932" y="6064"/>
                  </a:cubicBezTo>
                  <a:cubicBezTo>
                    <a:pt x="13856" y="6064"/>
                    <a:pt x="12194" y="8317"/>
                    <a:pt x="10394" y="8317"/>
                  </a:cubicBezTo>
                  <a:cubicBezTo>
                    <a:pt x="8732" y="8317"/>
                    <a:pt x="6932" y="6064"/>
                    <a:pt x="4994" y="6064"/>
                  </a:cubicBezTo>
                  <a:cubicBezTo>
                    <a:pt x="3609" y="6064"/>
                    <a:pt x="840" y="6642"/>
                    <a:pt x="286" y="7104"/>
                  </a:cubicBezTo>
                  <a:cubicBezTo>
                    <a:pt x="-406" y="7681"/>
                    <a:pt x="286" y="11435"/>
                    <a:pt x="979" y="13341"/>
                  </a:cubicBezTo>
                  <a:cubicBezTo>
                    <a:pt x="1117" y="13976"/>
                    <a:pt x="2086" y="14439"/>
                    <a:pt x="3886" y="14785"/>
                  </a:cubicBezTo>
                  <a:cubicBezTo>
                    <a:pt x="5686" y="20907"/>
                    <a:pt x="6656" y="21600"/>
                    <a:pt x="10394" y="21600"/>
                  </a:cubicBezTo>
                  <a:cubicBezTo>
                    <a:pt x="14271" y="21600"/>
                    <a:pt x="15240" y="20907"/>
                    <a:pt x="17040" y="14785"/>
                  </a:cubicBezTo>
                  <a:cubicBezTo>
                    <a:pt x="18840" y="14439"/>
                    <a:pt x="19809" y="13976"/>
                    <a:pt x="19948" y="13341"/>
                  </a:cubicBezTo>
                  <a:cubicBezTo>
                    <a:pt x="20640" y="11435"/>
                    <a:pt x="21194" y="7681"/>
                    <a:pt x="20640" y="7104"/>
                  </a:cubicBezTo>
                  <a:close/>
                  <a:moveTo>
                    <a:pt x="10394" y="5140"/>
                  </a:moveTo>
                  <a:cubicBezTo>
                    <a:pt x="10394" y="5140"/>
                    <a:pt x="10394" y="5140"/>
                    <a:pt x="10394" y="5140"/>
                  </a:cubicBezTo>
                  <a:cubicBezTo>
                    <a:pt x="13856" y="5140"/>
                    <a:pt x="16625" y="3985"/>
                    <a:pt x="16625" y="2599"/>
                  </a:cubicBezTo>
                  <a:cubicBezTo>
                    <a:pt x="16625" y="1155"/>
                    <a:pt x="13856" y="0"/>
                    <a:pt x="10394" y="0"/>
                  </a:cubicBezTo>
                  <a:cubicBezTo>
                    <a:pt x="10394" y="0"/>
                    <a:pt x="10394" y="0"/>
                    <a:pt x="10394" y="0"/>
                  </a:cubicBezTo>
                  <a:cubicBezTo>
                    <a:pt x="7071" y="0"/>
                    <a:pt x="4302" y="1155"/>
                    <a:pt x="4302" y="2599"/>
                  </a:cubicBezTo>
                  <a:cubicBezTo>
                    <a:pt x="4302" y="3985"/>
                    <a:pt x="7071" y="5140"/>
                    <a:pt x="10394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12" name="Freeform 9">
              <a:extLst>
                <a:ext uri="{FF2B5EF4-FFF2-40B4-BE49-F238E27FC236}">
                  <a16:creationId xmlns:a16="http://schemas.microsoft.com/office/drawing/2014/main" id="{BFEE7A2F-DEBF-F56C-6707-2736337FEA42}"/>
                </a:ext>
              </a:extLst>
            </p:cNvPr>
            <p:cNvSpPr/>
            <p:nvPr/>
          </p:nvSpPr>
          <p:spPr>
            <a:xfrm>
              <a:off x="1644828" y="0"/>
              <a:ext cx="343886" cy="8576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6" h="21600" extrusionOk="0">
                  <a:moveTo>
                    <a:pt x="20506" y="7104"/>
                  </a:moveTo>
                  <a:cubicBezTo>
                    <a:pt x="19952" y="6642"/>
                    <a:pt x="17183" y="6064"/>
                    <a:pt x="15798" y="6064"/>
                  </a:cubicBezTo>
                  <a:cubicBezTo>
                    <a:pt x="13860" y="6064"/>
                    <a:pt x="12060" y="8317"/>
                    <a:pt x="10398" y="8317"/>
                  </a:cubicBezTo>
                  <a:cubicBezTo>
                    <a:pt x="8598" y="8317"/>
                    <a:pt x="6936" y="6064"/>
                    <a:pt x="4860" y="6064"/>
                  </a:cubicBezTo>
                  <a:cubicBezTo>
                    <a:pt x="3475" y="6064"/>
                    <a:pt x="844" y="6642"/>
                    <a:pt x="290" y="7104"/>
                  </a:cubicBezTo>
                  <a:cubicBezTo>
                    <a:pt x="-402" y="7681"/>
                    <a:pt x="290" y="11435"/>
                    <a:pt x="844" y="13341"/>
                  </a:cubicBezTo>
                  <a:cubicBezTo>
                    <a:pt x="1121" y="13976"/>
                    <a:pt x="1952" y="14439"/>
                    <a:pt x="3752" y="14785"/>
                  </a:cubicBezTo>
                  <a:cubicBezTo>
                    <a:pt x="5552" y="20907"/>
                    <a:pt x="6521" y="21600"/>
                    <a:pt x="10398" y="21600"/>
                  </a:cubicBezTo>
                  <a:cubicBezTo>
                    <a:pt x="14275" y="21600"/>
                    <a:pt x="15244" y="20907"/>
                    <a:pt x="17044" y="14785"/>
                  </a:cubicBezTo>
                  <a:cubicBezTo>
                    <a:pt x="18844" y="14439"/>
                    <a:pt x="19675" y="13976"/>
                    <a:pt x="19952" y="13341"/>
                  </a:cubicBezTo>
                  <a:cubicBezTo>
                    <a:pt x="20506" y="11435"/>
                    <a:pt x="21198" y="7681"/>
                    <a:pt x="20506" y="7104"/>
                  </a:cubicBezTo>
                  <a:close/>
                  <a:moveTo>
                    <a:pt x="10398" y="5140"/>
                  </a:moveTo>
                  <a:cubicBezTo>
                    <a:pt x="10398" y="5140"/>
                    <a:pt x="10398" y="5140"/>
                    <a:pt x="10398" y="5140"/>
                  </a:cubicBezTo>
                  <a:cubicBezTo>
                    <a:pt x="13721" y="5140"/>
                    <a:pt x="16490" y="3985"/>
                    <a:pt x="16490" y="2599"/>
                  </a:cubicBezTo>
                  <a:cubicBezTo>
                    <a:pt x="16490" y="1155"/>
                    <a:pt x="13721" y="0"/>
                    <a:pt x="10398" y="0"/>
                  </a:cubicBezTo>
                  <a:cubicBezTo>
                    <a:pt x="10398" y="0"/>
                    <a:pt x="10398" y="0"/>
                    <a:pt x="10398" y="0"/>
                  </a:cubicBezTo>
                  <a:cubicBezTo>
                    <a:pt x="6936" y="0"/>
                    <a:pt x="4167" y="1155"/>
                    <a:pt x="4167" y="2599"/>
                  </a:cubicBezTo>
                  <a:cubicBezTo>
                    <a:pt x="4167" y="3985"/>
                    <a:pt x="6936" y="5140"/>
                    <a:pt x="10398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13" name="Freeform 10">
              <a:extLst>
                <a:ext uri="{FF2B5EF4-FFF2-40B4-BE49-F238E27FC236}">
                  <a16:creationId xmlns:a16="http://schemas.microsoft.com/office/drawing/2014/main" id="{5D945A4D-D0F2-B3CC-D426-09EDE87C671A}"/>
                </a:ext>
              </a:extLst>
            </p:cNvPr>
            <p:cNvSpPr/>
            <p:nvPr/>
          </p:nvSpPr>
          <p:spPr>
            <a:xfrm>
              <a:off x="2054336" y="0"/>
              <a:ext cx="345053" cy="8576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867" h="21600" extrusionOk="0">
                  <a:moveTo>
                    <a:pt x="20640" y="7104"/>
                  </a:moveTo>
                  <a:cubicBezTo>
                    <a:pt x="19948" y="6642"/>
                    <a:pt x="17317" y="6064"/>
                    <a:pt x="15932" y="6064"/>
                  </a:cubicBezTo>
                  <a:cubicBezTo>
                    <a:pt x="13994" y="6064"/>
                    <a:pt x="12194" y="8317"/>
                    <a:pt x="10394" y="8317"/>
                  </a:cubicBezTo>
                  <a:cubicBezTo>
                    <a:pt x="8732" y="8317"/>
                    <a:pt x="6932" y="6064"/>
                    <a:pt x="4994" y="6064"/>
                  </a:cubicBezTo>
                  <a:cubicBezTo>
                    <a:pt x="3609" y="6064"/>
                    <a:pt x="979" y="6642"/>
                    <a:pt x="286" y="7104"/>
                  </a:cubicBezTo>
                  <a:cubicBezTo>
                    <a:pt x="-406" y="7681"/>
                    <a:pt x="286" y="11435"/>
                    <a:pt x="979" y="13341"/>
                  </a:cubicBezTo>
                  <a:cubicBezTo>
                    <a:pt x="1117" y="13976"/>
                    <a:pt x="2086" y="14439"/>
                    <a:pt x="3886" y="14785"/>
                  </a:cubicBezTo>
                  <a:cubicBezTo>
                    <a:pt x="5686" y="20907"/>
                    <a:pt x="6656" y="21600"/>
                    <a:pt x="10394" y="21600"/>
                  </a:cubicBezTo>
                  <a:cubicBezTo>
                    <a:pt x="14271" y="21600"/>
                    <a:pt x="15240" y="20907"/>
                    <a:pt x="17040" y="14785"/>
                  </a:cubicBezTo>
                  <a:cubicBezTo>
                    <a:pt x="18840" y="14439"/>
                    <a:pt x="19809" y="13976"/>
                    <a:pt x="19948" y="13341"/>
                  </a:cubicBezTo>
                  <a:cubicBezTo>
                    <a:pt x="20640" y="11435"/>
                    <a:pt x="21194" y="7681"/>
                    <a:pt x="20640" y="7104"/>
                  </a:cubicBezTo>
                  <a:close/>
                  <a:moveTo>
                    <a:pt x="10394" y="5140"/>
                  </a:moveTo>
                  <a:cubicBezTo>
                    <a:pt x="10394" y="5140"/>
                    <a:pt x="10394" y="5140"/>
                    <a:pt x="10394" y="5140"/>
                  </a:cubicBezTo>
                  <a:cubicBezTo>
                    <a:pt x="13856" y="5140"/>
                    <a:pt x="16625" y="3985"/>
                    <a:pt x="16625" y="2599"/>
                  </a:cubicBezTo>
                  <a:cubicBezTo>
                    <a:pt x="16625" y="1155"/>
                    <a:pt x="13856" y="0"/>
                    <a:pt x="10394" y="0"/>
                  </a:cubicBezTo>
                  <a:cubicBezTo>
                    <a:pt x="10394" y="0"/>
                    <a:pt x="10394" y="0"/>
                    <a:pt x="10394" y="0"/>
                  </a:cubicBezTo>
                  <a:cubicBezTo>
                    <a:pt x="7071" y="0"/>
                    <a:pt x="4302" y="1155"/>
                    <a:pt x="4302" y="2599"/>
                  </a:cubicBezTo>
                  <a:cubicBezTo>
                    <a:pt x="4302" y="3985"/>
                    <a:pt x="7071" y="5140"/>
                    <a:pt x="10394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14" name="Freeform 11">
              <a:extLst>
                <a:ext uri="{FF2B5EF4-FFF2-40B4-BE49-F238E27FC236}">
                  <a16:creationId xmlns:a16="http://schemas.microsoft.com/office/drawing/2014/main" id="{F9D8943A-A7AC-DE35-AEA6-15D684C49CCF}"/>
                </a:ext>
              </a:extLst>
            </p:cNvPr>
            <p:cNvSpPr/>
            <p:nvPr/>
          </p:nvSpPr>
          <p:spPr>
            <a:xfrm>
              <a:off x="2466630" y="0"/>
              <a:ext cx="343886" cy="8576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6" h="21600" extrusionOk="0">
                  <a:moveTo>
                    <a:pt x="20506" y="7104"/>
                  </a:moveTo>
                  <a:cubicBezTo>
                    <a:pt x="19952" y="6642"/>
                    <a:pt x="17183" y="6064"/>
                    <a:pt x="15798" y="6064"/>
                  </a:cubicBezTo>
                  <a:cubicBezTo>
                    <a:pt x="13860" y="6064"/>
                    <a:pt x="12198" y="8317"/>
                    <a:pt x="10398" y="8317"/>
                  </a:cubicBezTo>
                  <a:cubicBezTo>
                    <a:pt x="8598" y="8317"/>
                    <a:pt x="6936" y="6064"/>
                    <a:pt x="4998" y="6064"/>
                  </a:cubicBezTo>
                  <a:cubicBezTo>
                    <a:pt x="3475" y="6064"/>
                    <a:pt x="844" y="6642"/>
                    <a:pt x="290" y="7104"/>
                  </a:cubicBezTo>
                  <a:cubicBezTo>
                    <a:pt x="-402" y="7681"/>
                    <a:pt x="290" y="11435"/>
                    <a:pt x="844" y="13341"/>
                  </a:cubicBezTo>
                  <a:cubicBezTo>
                    <a:pt x="1121" y="13976"/>
                    <a:pt x="1952" y="14439"/>
                    <a:pt x="3752" y="14785"/>
                  </a:cubicBezTo>
                  <a:cubicBezTo>
                    <a:pt x="5552" y="20907"/>
                    <a:pt x="6521" y="21600"/>
                    <a:pt x="10398" y="21600"/>
                  </a:cubicBezTo>
                  <a:cubicBezTo>
                    <a:pt x="14275" y="21600"/>
                    <a:pt x="15244" y="20907"/>
                    <a:pt x="17044" y="14785"/>
                  </a:cubicBezTo>
                  <a:cubicBezTo>
                    <a:pt x="18844" y="14439"/>
                    <a:pt x="19675" y="13976"/>
                    <a:pt x="19952" y="13341"/>
                  </a:cubicBezTo>
                  <a:cubicBezTo>
                    <a:pt x="20506" y="11435"/>
                    <a:pt x="21198" y="7681"/>
                    <a:pt x="20506" y="7104"/>
                  </a:cubicBezTo>
                  <a:close/>
                  <a:moveTo>
                    <a:pt x="10398" y="5140"/>
                  </a:moveTo>
                  <a:cubicBezTo>
                    <a:pt x="10398" y="5140"/>
                    <a:pt x="10398" y="5140"/>
                    <a:pt x="10398" y="5140"/>
                  </a:cubicBezTo>
                  <a:cubicBezTo>
                    <a:pt x="13721" y="5140"/>
                    <a:pt x="16490" y="3985"/>
                    <a:pt x="16490" y="2599"/>
                  </a:cubicBezTo>
                  <a:cubicBezTo>
                    <a:pt x="16490" y="1155"/>
                    <a:pt x="13721" y="0"/>
                    <a:pt x="10398" y="0"/>
                  </a:cubicBezTo>
                  <a:cubicBezTo>
                    <a:pt x="10398" y="0"/>
                    <a:pt x="10398" y="0"/>
                    <a:pt x="10398" y="0"/>
                  </a:cubicBezTo>
                  <a:cubicBezTo>
                    <a:pt x="6936" y="0"/>
                    <a:pt x="4167" y="1155"/>
                    <a:pt x="4167" y="2599"/>
                  </a:cubicBezTo>
                  <a:cubicBezTo>
                    <a:pt x="4167" y="3985"/>
                    <a:pt x="6936" y="5140"/>
                    <a:pt x="10398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15" name="Freeform 12">
              <a:extLst>
                <a:ext uri="{FF2B5EF4-FFF2-40B4-BE49-F238E27FC236}">
                  <a16:creationId xmlns:a16="http://schemas.microsoft.com/office/drawing/2014/main" id="{D5967791-5FB9-0F9E-CA08-64B573A0C87E}"/>
                </a:ext>
              </a:extLst>
            </p:cNvPr>
            <p:cNvSpPr/>
            <p:nvPr/>
          </p:nvSpPr>
          <p:spPr>
            <a:xfrm>
              <a:off x="2876149" y="0"/>
              <a:ext cx="346648" cy="8576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4" h="21600" extrusionOk="0">
                  <a:moveTo>
                    <a:pt x="20509" y="7104"/>
                  </a:moveTo>
                  <a:cubicBezTo>
                    <a:pt x="19821" y="6642"/>
                    <a:pt x="17207" y="6064"/>
                    <a:pt x="15831" y="6064"/>
                  </a:cubicBezTo>
                  <a:cubicBezTo>
                    <a:pt x="13905" y="6064"/>
                    <a:pt x="12117" y="8317"/>
                    <a:pt x="10328" y="8317"/>
                  </a:cubicBezTo>
                  <a:cubicBezTo>
                    <a:pt x="8677" y="8317"/>
                    <a:pt x="6889" y="6064"/>
                    <a:pt x="4963" y="6064"/>
                  </a:cubicBezTo>
                  <a:cubicBezTo>
                    <a:pt x="3587" y="6064"/>
                    <a:pt x="973" y="6642"/>
                    <a:pt x="285" y="7104"/>
                  </a:cubicBezTo>
                  <a:cubicBezTo>
                    <a:pt x="-403" y="7681"/>
                    <a:pt x="285" y="11435"/>
                    <a:pt x="973" y="13341"/>
                  </a:cubicBezTo>
                  <a:cubicBezTo>
                    <a:pt x="1110" y="13976"/>
                    <a:pt x="2073" y="14439"/>
                    <a:pt x="3862" y="14785"/>
                  </a:cubicBezTo>
                  <a:cubicBezTo>
                    <a:pt x="5651" y="20907"/>
                    <a:pt x="6614" y="21600"/>
                    <a:pt x="10328" y="21600"/>
                  </a:cubicBezTo>
                  <a:cubicBezTo>
                    <a:pt x="14180" y="21600"/>
                    <a:pt x="15143" y="20907"/>
                    <a:pt x="16932" y="14785"/>
                  </a:cubicBezTo>
                  <a:cubicBezTo>
                    <a:pt x="18721" y="14439"/>
                    <a:pt x="19684" y="13976"/>
                    <a:pt x="19821" y="13341"/>
                  </a:cubicBezTo>
                  <a:cubicBezTo>
                    <a:pt x="20509" y="11435"/>
                    <a:pt x="21197" y="7681"/>
                    <a:pt x="20509" y="7104"/>
                  </a:cubicBezTo>
                  <a:close/>
                  <a:moveTo>
                    <a:pt x="10328" y="5140"/>
                  </a:moveTo>
                  <a:cubicBezTo>
                    <a:pt x="10328" y="5140"/>
                    <a:pt x="10328" y="5140"/>
                    <a:pt x="10328" y="5140"/>
                  </a:cubicBezTo>
                  <a:cubicBezTo>
                    <a:pt x="13768" y="5140"/>
                    <a:pt x="16519" y="3985"/>
                    <a:pt x="16519" y="2599"/>
                  </a:cubicBezTo>
                  <a:cubicBezTo>
                    <a:pt x="16519" y="1155"/>
                    <a:pt x="13768" y="0"/>
                    <a:pt x="10328" y="0"/>
                  </a:cubicBezTo>
                  <a:cubicBezTo>
                    <a:pt x="10328" y="0"/>
                    <a:pt x="10328" y="0"/>
                    <a:pt x="10328" y="0"/>
                  </a:cubicBezTo>
                  <a:cubicBezTo>
                    <a:pt x="7026" y="0"/>
                    <a:pt x="4275" y="1155"/>
                    <a:pt x="4275" y="2599"/>
                  </a:cubicBezTo>
                  <a:cubicBezTo>
                    <a:pt x="4275" y="3985"/>
                    <a:pt x="7026" y="5140"/>
                    <a:pt x="10328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16" name="Freeform 13">
              <a:extLst>
                <a:ext uri="{FF2B5EF4-FFF2-40B4-BE49-F238E27FC236}">
                  <a16:creationId xmlns:a16="http://schemas.microsoft.com/office/drawing/2014/main" id="{B0A834F1-E175-4ADB-7800-5F7C8BCC6BF6}"/>
                </a:ext>
              </a:extLst>
            </p:cNvPr>
            <p:cNvSpPr/>
            <p:nvPr/>
          </p:nvSpPr>
          <p:spPr>
            <a:xfrm>
              <a:off x="3288431" y="0"/>
              <a:ext cx="343886" cy="8576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6" h="21600" extrusionOk="0">
                  <a:moveTo>
                    <a:pt x="20506" y="7104"/>
                  </a:moveTo>
                  <a:cubicBezTo>
                    <a:pt x="19952" y="6642"/>
                    <a:pt x="17321" y="6064"/>
                    <a:pt x="15798" y="6064"/>
                  </a:cubicBezTo>
                  <a:cubicBezTo>
                    <a:pt x="13860" y="6064"/>
                    <a:pt x="12198" y="8317"/>
                    <a:pt x="10398" y="8317"/>
                  </a:cubicBezTo>
                  <a:cubicBezTo>
                    <a:pt x="8598" y="8317"/>
                    <a:pt x="6936" y="6064"/>
                    <a:pt x="4998" y="6064"/>
                  </a:cubicBezTo>
                  <a:cubicBezTo>
                    <a:pt x="3475" y="6064"/>
                    <a:pt x="844" y="6642"/>
                    <a:pt x="290" y="7104"/>
                  </a:cubicBezTo>
                  <a:cubicBezTo>
                    <a:pt x="-402" y="7681"/>
                    <a:pt x="290" y="11435"/>
                    <a:pt x="844" y="13341"/>
                  </a:cubicBezTo>
                  <a:cubicBezTo>
                    <a:pt x="1121" y="13976"/>
                    <a:pt x="1952" y="14439"/>
                    <a:pt x="3752" y="14785"/>
                  </a:cubicBezTo>
                  <a:cubicBezTo>
                    <a:pt x="5552" y="20907"/>
                    <a:pt x="6521" y="21600"/>
                    <a:pt x="10398" y="21600"/>
                  </a:cubicBezTo>
                  <a:cubicBezTo>
                    <a:pt x="14275" y="21600"/>
                    <a:pt x="15244" y="20907"/>
                    <a:pt x="17044" y="14785"/>
                  </a:cubicBezTo>
                  <a:cubicBezTo>
                    <a:pt x="18844" y="14439"/>
                    <a:pt x="19675" y="13976"/>
                    <a:pt x="19952" y="13341"/>
                  </a:cubicBezTo>
                  <a:cubicBezTo>
                    <a:pt x="20506" y="11435"/>
                    <a:pt x="21198" y="7681"/>
                    <a:pt x="20506" y="7104"/>
                  </a:cubicBezTo>
                  <a:close/>
                  <a:moveTo>
                    <a:pt x="10398" y="5140"/>
                  </a:moveTo>
                  <a:cubicBezTo>
                    <a:pt x="10398" y="5140"/>
                    <a:pt x="10398" y="5140"/>
                    <a:pt x="10398" y="5140"/>
                  </a:cubicBezTo>
                  <a:cubicBezTo>
                    <a:pt x="13860" y="5140"/>
                    <a:pt x="16629" y="3985"/>
                    <a:pt x="16629" y="2599"/>
                  </a:cubicBezTo>
                  <a:cubicBezTo>
                    <a:pt x="16629" y="1155"/>
                    <a:pt x="13860" y="0"/>
                    <a:pt x="10398" y="0"/>
                  </a:cubicBezTo>
                  <a:cubicBezTo>
                    <a:pt x="10398" y="0"/>
                    <a:pt x="10398" y="0"/>
                    <a:pt x="10398" y="0"/>
                  </a:cubicBezTo>
                  <a:cubicBezTo>
                    <a:pt x="6936" y="0"/>
                    <a:pt x="4167" y="1155"/>
                    <a:pt x="4167" y="2599"/>
                  </a:cubicBezTo>
                  <a:cubicBezTo>
                    <a:pt x="4167" y="3985"/>
                    <a:pt x="6936" y="5140"/>
                    <a:pt x="10398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17" name="Freeform 14">
              <a:extLst>
                <a:ext uri="{FF2B5EF4-FFF2-40B4-BE49-F238E27FC236}">
                  <a16:creationId xmlns:a16="http://schemas.microsoft.com/office/drawing/2014/main" id="{E1B7DD4C-9E82-6B9B-5D29-1BFEABE9EDFA}"/>
                </a:ext>
              </a:extLst>
            </p:cNvPr>
            <p:cNvSpPr/>
            <p:nvPr/>
          </p:nvSpPr>
          <p:spPr>
            <a:xfrm>
              <a:off x="3697951" y="0"/>
              <a:ext cx="346648" cy="8576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4" h="21600" extrusionOk="0">
                  <a:moveTo>
                    <a:pt x="20509" y="7104"/>
                  </a:moveTo>
                  <a:cubicBezTo>
                    <a:pt x="19821" y="6642"/>
                    <a:pt x="17207" y="6064"/>
                    <a:pt x="15831" y="6064"/>
                  </a:cubicBezTo>
                  <a:cubicBezTo>
                    <a:pt x="13905" y="6064"/>
                    <a:pt x="12117" y="8317"/>
                    <a:pt x="10466" y="8317"/>
                  </a:cubicBezTo>
                  <a:cubicBezTo>
                    <a:pt x="8677" y="8317"/>
                    <a:pt x="6889" y="6064"/>
                    <a:pt x="4963" y="6064"/>
                  </a:cubicBezTo>
                  <a:cubicBezTo>
                    <a:pt x="3587" y="6064"/>
                    <a:pt x="973" y="6642"/>
                    <a:pt x="285" y="7104"/>
                  </a:cubicBezTo>
                  <a:cubicBezTo>
                    <a:pt x="-403" y="7681"/>
                    <a:pt x="285" y="11435"/>
                    <a:pt x="973" y="13341"/>
                  </a:cubicBezTo>
                  <a:cubicBezTo>
                    <a:pt x="1110" y="13976"/>
                    <a:pt x="2073" y="14439"/>
                    <a:pt x="3862" y="14785"/>
                  </a:cubicBezTo>
                  <a:cubicBezTo>
                    <a:pt x="5651" y="20907"/>
                    <a:pt x="6614" y="21600"/>
                    <a:pt x="10466" y="21600"/>
                  </a:cubicBezTo>
                  <a:cubicBezTo>
                    <a:pt x="14180" y="21600"/>
                    <a:pt x="15143" y="20907"/>
                    <a:pt x="16932" y="14785"/>
                  </a:cubicBezTo>
                  <a:cubicBezTo>
                    <a:pt x="18721" y="14439"/>
                    <a:pt x="19684" y="13976"/>
                    <a:pt x="19821" y="13341"/>
                  </a:cubicBezTo>
                  <a:cubicBezTo>
                    <a:pt x="20509" y="11435"/>
                    <a:pt x="21197" y="7681"/>
                    <a:pt x="20509" y="7104"/>
                  </a:cubicBezTo>
                  <a:close/>
                  <a:moveTo>
                    <a:pt x="10466" y="5140"/>
                  </a:moveTo>
                  <a:cubicBezTo>
                    <a:pt x="10466" y="5140"/>
                    <a:pt x="10466" y="5140"/>
                    <a:pt x="10466" y="5140"/>
                  </a:cubicBezTo>
                  <a:cubicBezTo>
                    <a:pt x="13768" y="5140"/>
                    <a:pt x="16519" y="3985"/>
                    <a:pt x="16519" y="2599"/>
                  </a:cubicBezTo>
                  <a:cubicBezTo>
                    <a:pt x="16519" y="1155"/>
                    <a:pt x="13768" y="0"/>
                    <a:pt x="10466" y="0"/>
                  </a:cubicBezTo>
                  <a:cubicBezTo>
                    <a:pt x="10466" y="0"/>
                    <a:pt x="10466" y="0"/>
                    <a:pt x="10466" y="0"/>
                  </a:cubicBezTo>
                  <a:cubicBezTo>
                    <a:pt x="7026" y="0"/>
                    <a:pt x="4275" y="1155"/>
                    <a:pt x="4275" y="2599"/>
                  </a:cubicBezTo>
                  <a:cubicBezTo>
                    <a:pt x="4275" y="3985"/>
                    <a:pt x="7026" y="5140"/>
                    <a:pt x="10466" y="5140"/>
                  </a:cubicBezTo>
                  <a:close/>
                </a:path>
              </a:pathLst>
            </a:custGeom>
            <a:solidFill>
              <a:srgbClr val="491AEB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FFFFFF"/>
                  </a:solidFill>
                  <a:latin typeface="Gilroy Light"/>
                  <a:ea typeface="Gilroy Light"/>
                  <a:cs typeface="Gilroy Light"/>
                  <a:sym typeface="Gilroy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roy Light"/>
                <a:sym typeface="Gilroy Light"/>
              </a:endParaRPr>
            </a:p>
          </p:txBody>
        </p:sp>
        <p:sp>
          <p:nvSpPr>
            <p:cNvPr id="18" name="Freeform 5">
              <a:extLst>
                <a:ext uri="{FF2B5EF4-FFF2-40B4-BE49-F238E27FC236}">
                  <a16:creationId xmlns:a16="http://schemas.microsoft.com/office/drawing/2014/main" id="{1CA7305C-4F4E-DBD8-25A3-9F8565FACD98}"/>
                </a:ext>
              </a:extLst>
            </p:cNvPr>
            <p:cNvSpPr/>
            <p:nvPr/>
          </p:nvSpPr>
          <p:spPr>
            <a:xfrm>
              <a:off x="0" y="1061363"/>
              <a:ext cx="345053" cy="8576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867" h="21600" extrusionOk="0">
                  <a:moveTo>
                    <a:pt x="20580" y="7104"/>
                  </a:moveTo>
                  <a:cubicBezTo>
                    <a:pt x="20026" y="6642"/>
                    <a:pt x="17257" y="6064"/>
                    <a:pt x="15872" y="6064"/>
                  </a:cubicBezTo>
                  <a:cubicBezTo>
                    <a:pt x="13934" y="6064"/>
                    <a:pt x="12134" y="8317"/>
                    <a:pt x="10472" y="8317"/>
                  </a:cubicBezTo>
                  <a:cubicBezTo>
                    <a:pt x="8672" y="8317"/>
                    <a:pt x="7010" y="6064"/>
                    <a:pt x="4934" y="6064"/>
                  </a:cubicBezTo>
                  <a:cubicBezTo>
                    <a:pt x="3549" y="6064"/>
                    <a:pt x="918" y="6642"/>
                    <a:pt x="226" y="7104"/>
                  </a:cubicBezTo>
                  <a:cubicBezTo>
                    <a:pt x="-328" y="7681"/>
                    <a:pt x="226" y="11435"/>
                    <a:pt x="918" y="13341"/>
                  </a:cubicBezTo>
                  <a:cubicBezTo>
                    <a:pt x="1057" y="13976"/>
                    <a:pt x="2026" y="14439"/>
                    <a:pt x="3826" y="14785"/>
                  </a:cubicBezTo>
                  <a:cubicBezTo>
                    <a:pt x="5626" y="20907"/>
                    <a:pt x="6595" y="21600"/>
                    <a:pt x="10472" y="21600"/>
                  </a:cubicBezTo>
                  <a:cubicBezTo>
                    <a:pt x="14210" y="21600"/>
                    <a:pt x="15180" y="20907"/>
                    <a:pt x="16980" y="14785"/>
                  </a:cubicBezTo>
                  <a:cubicBezTo>
                    <a:pt x="18780" y="14439"/>
                    <a:pt x="19749" y="13976"/>
                    <a:pt x="19887" y="13341"/>
                  </a:cubicBezTo>
                  <a:cubicBezTo>
                    <a:pt x="20580" y="11435"/>
                    <a:pt x="21272" y="7681"/>
                    <a:pt x="20580" y="7104"/>
                  </a:cubicBezTo>
                  <a:close/>
                  <a:moveTo>
                    <a:pt x="10472" y="5140"/>
                  </a:moveTo>
                  <a:cubicBezTo>
                    <a:pt x="10472" y="5140"/>
                    <a:pt x="10472" y="5140"/>
                    <a:pt x="10472" y="5140"/>
                  </a:cubicBezTo>
                  <a:cubicBezTo>
                    <a:pt x="13795" y="5140"/>
                    <a:pt x="16564" y="3985"/>
                    <a:pt x="16564" y="2599"/>
                  </a:cubicBezTo>
                  <a:cubicBezTo>
                    <a:pt x="16564" y="1155"/>
                    <a:pt x="13795" y="0"/>
                    <a:pt x="10472" y="0"/>
                  </a:cubicBezTo>
                  <a:cubicBezTo>
                    <a:pt x="10472" y="0"/>
                    <a:pt x="10472" y="0"/>
                    <a:pt x="10472" y="0"/>
                  </a:cubicBezTo>
                  <a:cubicBezTo>
                    <a:pt x="7010" y="0"/>
                    <a:pt x="4241" y="1155"/>
                    <a:pt x="4241" y="2599"/>
                  </a:cubicBezTo>
                  <a:cubicBezTo>
                    <a:pt x="4241" y="3985"/>
                    <a:pt x="7010" y="5140"/>
                    <a:pt x="10472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595959"/>
                  </a:solidFill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FE1A485C-46F7-3944-7C91-650716951999}"/>
                </a:ext>
              </a:extLst>
            </p:cNvPr>
            <p:cNvSpPr/>
            <p:nvPr/>
          </p:nvSpPr>
          <p:spPr>
            <a:xfrm>
              <a:off x="410675" y="1061363"/>
              <a:ext cx="343886" cy="8576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6" h="21600" extrusionOk="0">
                  <a:moveTo>
                    <a:pt x="20506" y="7104"/>
                  </a:moveTo>
                  <a:cubicBezTo>
                    <a:pt x="19952" y="6642"/>
                    <a:pt x="17321" y="6064"/>
                    <a:pt x="15936" y="6064"/>
                  </a:cubicBezTo>
                  <a:cubicBezTo>
                    <a:pt x="13860" y="6064"/>
                    <a:pt x="12198" y="8317"/>
                    <a:pt x="10398" y="8317"/>
                  </a:cubicBezTo>
                  <a:cubicBezTo>
                    <a:pt x="8736" y="8317"/>
                    <a:pt x="6936" y="6064"/>
                    <a:pt x="4998" y="6064"/>
                  </a:cubicBezTo>
                  <a:cubicBezTo>
                    <a:pt x="3613" y="6064"/>
                    <a:pt x="844" y="6642"/>
                    <a:pt x="290" y="7104"/>
                  </a:cubicBezTo>
                  <a:cubicBezTo>
                    <a:pt x="-402" y="7681"/>
                    <a:pt x="290" y="11435"/>
                    <a:pt x="844" y="13341"/>
                  </a:cubicBezTo>
                  <a:cubicBezTo>
                    <a:pt x="1121" y="13976"/>
                    <a:pt x="2090" y="14439"/>
                    <a:pt x="3752" y="14785"/>
                  </a:cubicBezTo>
                  <a:cubicBezTo>
                    <a:pt x="5552" y="20907"/>
                    <a:pt x="6660" y="21600"/>
                    <a:pt x="10398" y="21600"/>
                  </a:cubicBezTo>
                  <a:cubicBezTo>
                    <a:pt x="14275" y="21600"/>
                    <a:pt x="15244" y="20907"/>
                    <a:pt x="17044" y="14785"/>
                  </a:cubicBezTo>
                  <a:cubicBezTo>
                    <a:pt x="18844" y="14439"/>
                    <a:pt x="19813" y="13976"/>
                    <a:pt x="19952" y="13341"/>
                  </a:cubicBezTo>
                  <a:cubicBezTo>
                    <a:pt x="20506" y="11435"/>
                    <a:pt x="21198" y="7681"/>
                    <a:pt x="20506" y="7104"/>
                  </a:cubicBezTo>
                  <a:close/>
                  <a:moveTo>
                    <a:pt x="10398" y="5140"/>
                  </a:moveTo>
                  <a:cubicBezTo>
                    <a:pt x="10398" y="5140"/>
                    <a:pt x="10398" y="5140"/>
                    <a:pt x="10398" y="5140"/>
                  </a:cubicBezTo>
                  <a:cubicBezTo>
                    <a:pt x="13860" y="5140"/>
                    <a:pt x="16629" y="3985"/>
                    <a:pt x="16629" y="2599"/>
                  </a:cubicBezTo>
                  <a:cubicBezTo>
                    <a:pt x="16629" y="1155"/>
                    <a:pt x="13860" y="0"/>
                    <a:pt x="10398" y="0"/>
                  </a:cubicBezTo>
                  <a:cubicBezTo>
                    <a:pt x="10398" y="0"/>
                    <a:pt x="10398" y="0"/>
                    <a:pt x="10398" y="0"/>
                  </a:cubicBezTo>
                  <a:cubicBezTo>
                    <a:pt x="7075" y="0"/>
                    <a:pt x="4306" y="1155"/>
                    <a:pt x="4306" y="2599"/>
                  </a:cubicBezTo>
                  <a:cubicBezTo>
                    <a:pt x="4306" y="3985"/>
                    <a:pt x="7075" y="5140"/>
                    <a:pt x="10398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595959"/>
                  </a:solidFill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20" name="Freeform 7">
              <a:extLst>
                <a:ext uri="{FF2B5EF4-FFF2-40B4-BE49-F238E27FC236}">
                  <a16:creationId xmlns:a16="http://schemas.microsoft.com/office/drawing/2014/main" id="{2E6E5DE5-D944-E2D7-AA89-EABD791D0683}"/>
                </a:ext>
              </a:extLst>
            </p:cNvPr>
            <p:cNvSpPr/>
            <p:nvPr/>
          </p:nvSpPr>
          <p:spPr>
            <a:xfrm>
              <a:off x="823027" y="1061363"/>
              <a:ext cx="343886" cy="8576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6" h="21600" extrusionOk="0">
                  <a:moveTo>
                    <a:pt x="20506" y="7104"/>
                  </a:moveTo>
                  <a:cubicBezTo>
                    <a:pt x="19952" y="6642"/>
                    <a:pt x="17183" y="6064"/>
                    <a:pt x="15798" y="6064"/>
                  </a:cubicBezTo>
                  <a:cubicBezTo>
                    <a:pt x="13860" y="6064"/>
                    <a:pt x="12060" y="8317"/>
                    <a:pt x="10398" y="8317"/>
                  </a:cubicBezTo>
                  <a:cubicBezTo>
                    <a:pt x="8598" y="8317"/>
                    <a:pt x="6936" y="6064"/>
                    <a:pt x="4860" y="6064"/>
                  </a:cubicBezTo>
                  <a:cubicBezTo>
                    <a:pt x="3475" y="6064"/>
                    <a:pt x="844" y="6642"/>
                    <a:pt x="290" y="7104"/>
                  </a:cubicBezTo>
                  <a:cubicBezTo>
                    <a:pt x="-402" y="7681"/>
                    <a:pt x="290" y="11435"/>
                    <a:pt x="844" y="13341"/>
                  </a:cubicBezTo>
                  <a:cubicBezTo>
                    <a:pt x="983" y="13976"/>
                    <a:pt x="1952" y="14439"/>
                    <a:pt x="3752" y="14785"/>
                  </a:cubicBezTo>
                  <a:cubicBezTo>
                    <a:pt x="5552" y="20907"/>
                    <a:pt x="6521" y="21600"/>
                    <a:pt x="10398" y="21600"/>
                  </a:cubicBezTo>
                  <a:cubicBezTo>
                    <a:pt x="14275" y="21600"/>
                    <a:pt x="15244" y="20907"/>
                    <a:pt x="17044" y="14785"/>
                  </a:cubicBezTo>
                  <a:cubicBezTo>
                    <a:pt x="18706" y="14439"/>
                    <a:pt x="19675" y="13976"/>
                    <a:pt x="19952" y="13341"/>
                  </a:cubicBezTo>
                  <a:cubicBezTo>
                    <a:pt x="20506" y="11435"/>
                    <a:pt x="21198" y="7681"/>
                    <a:pt x="20506" y="7104"/>
                  </a:cubicBezTo>
                  <a:close/>
                  <a:moveTo>
                    <a:pt x="10398" y="5140"/>
                  </a:moveTo>
                  <a:cubicBezTo>
                    <a:pt x="10398" y="5140"/>
                    <a:pt x="10398" y="5140"/>
                    <a:pt x="10398" y="5140"/>
                  </a:cubicBezTo>
                  <a:cubicBezTo>
                    <a:pt x="13721" y="5140"/>
                    <a:pt x="16490" y="3985"/>
                    <a:pt x="16490" y="2599"/>
                  </a:cubicBezTo>
                  <a:cubicBezTo>
                    <a:pt x="16490" y="1155"/>
                    <a:pt x="13721" y="0"/>
                    <a:pt x="10398" y="0"/>
                  </a:cubicBezTo>
                  <a:cubicBezTo>
                    <a:pt x="10398" y="0"/>
                    <a:pt x="10398" y="0"/>
                    <a:pt x="10398" y="0"/>
                  </a:cubicBezTo>
                  <a:cubicBezTo>
                    <a:pt x="6936" y="0"/>
                    <a:pt x="4167" y="1155"/>
                    <a:pt x="4167" y="2599"/>
                  </a:cubicBezTo>
                  <a:cubicBezTo>
                    <a:pt x="4167" y="3985"/>
                    <a:pt x="6936" y="5140"/>
                    <a:pt x="10398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595959"/>
                  </a:solidFill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21" name="Freeform 8">
              <a:extLst>
                <a:ext uri="{FF2B5EF4-FFF2-40B4-BE49-F238E27FC236}">
                  <a16:creationId xmlns:a16="http://schemas.microsoft.com/office/drawing/2014/main" id="{E0B90122-4FD4-A043-D5A8-FA4EBFE77B3C}"/>
                </a:ext>
              </a:extLst>
            </p:cNvPr>
            <p:cNvSpPr/>
            <p:nvPr/>
          </p:nvSpPr>
          <p:spPr>
            <a:xfrm>
              <a:off x="1232534" y="1061363"/>
              <a:ext cx="345053" cy="8576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867" h="21600" extrusionOk="0">
                  <a:moveTo>
                    <a:pt x="20640" y="7104"/>
                  </a:moveTo>
                  <a:cubicBezTo>
                    <a:pt x="19948" y="6642"/>
                    <a:pt x="17317" y="6064"/>
                    <a:pt x="15932" y="6064"/>
                  </a:cubicBezTo>
                  <a:cubicBezTo>
                    <a:pt x="13856" y="6064"/>
                    <a:pt x="12194" y="8317"/>
                    <a:pt x="10394" y="8317"/>
                  </a:cubicBezTo>
                  <a:cubicBezTo>
                    <a:pt x="8732" y="8317"/>
                    <a:pt x="6932" y="6064"/>
                    <a:pt x="4994" y="6064"/>
                  </a:cubicBezTo>
                  <a:cubicBezTo>
                    <a:pt x="3609" y="6064"/>
                    <a:pt x="840" y="6642"/>
                    <a:pt x="286" y="7104"/>
                  </a:cubicBezTo>
                  <a:cubicBezTo>
                    <a:pt x="-406" y="7681"/>
                    <a:pt x="286" y="11435"/>
                    <a:pt x="979" y="13341"/>
                  </a:cubicBezTo>
                  <a:cubicBezTo>
                    <a:pt x="1117" y="13976"/>
                    <a:pt x="2086" y="14439"/>
                    <a:pt x="3886" y="14785"/>
                  </a:cubicBezTo>
                  <a:cubicBezTo>
                    <a:pt x="5686" y="20907"/>
                    <a:pt x="6656" y="21600"/>
                    <a:pt x="10394" y="21600"/>
                  </a:cubicBezTo>
                  <a:cubicBezTo>
                    <a:pt x="14271" y="21600"/>
                    <a:pt x="15240" y="20907"/>
                    <a:pt x="17040" y="14785"/>
                  </a:cubicBezTo>
                  <a:cubicBezTo>
                    <a:pt x="18840" y="14439"/>
                    <a:pt x="19809" y="13976"/>
                    <a:pt x="19948" y="13341"/>
                  </a:cubicBezTo>
                  <a:cubicBezTo>
                    <a:pt x="20640" y="11435"/>
                    <a:pt x="21194" y="7681"/>
                    <a:pt x="20640" y="7104"/>
                  </a:cubicBezTo>
                  <a:close/>
                  <a:moveTo>
                    <a:pt x="10394" y="5140"/>
                  </a:moveTo>
                  <a:cubicBezTo>
                    <a:pt x="10394" y="5140"/>
                    <a:pt x="10394" y="5140"/>
                    <a:pt x="10394" y="5140"/>
                  </a:cubicBezTo>
                  <a:cubicBezTo>
                    <a:pt x="13856" y="5140"/>
                    <a:pt x="16625" y="3985"/>
                    <a:pt x="16625" y="2599"/>
                  </a:cubicBezTo>
                  <a:cubicBezTo>
                    <a:pt x="16625" y="1155"/>
                    <a:pt x="13856" y="0"/>
                    <a:pt x="10394" y="0"/>
                  </a:cubicBezTo>
                  <a:cubicBezTo>
                    <a:pt x="10394" y="0"/>
                    <a:pt x="10394" y="0"/>
                    <a:pt x="10394" y="0"/>
                  </a:cubicBezTo>
                  <a:cubicBezTo>
                    <a:pt x="7071" y="0"/>
                    <a:pt x="4302" y="1155"/>
                    <a:pt x="4302" y="2599"/>
                  </a:cubicBezTo>
                  <a:cubicBezTo>
                    <a:pt x="4302" y="3985"/>
                    <a:pt x="7071" y="5140"/>
                    <a:pt x="10394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595959"/>
                  </a:solidFill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22" name="Freeform 9">
              <a:extLst>
                <a:ext uri="{FF2B5EF4-FFF2-40B4-BE49-F238E27FC236}">
                  <a16:creationId xmlns:a16="http://schemas.microsoft.com/office/drawing/2014/main" id="{CE52E974-867A-3DF2-4664-EAFBCAE62E64}"/>
                </a:ext>
              </a:extLst>
            </p:cNvPr>
            <p:cNvSpPr/>
            <p:nvPr/>
          </p:nvSpPr>
          <p:spPr>
            <a:xfrm>
              <a:off x="1644828" y="1061363"/>
              <a:ext cx="343886" cy="8576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6" h="21600" extrusionOk="0">
                  <a:moveTo>
                    <a:pt x="20506" y="7104"/>
                  </a:moveTo>
                  <a:cubicBezTo>
                    <a:pt x="19952" y="6642"/>
                    <a:pt x="17183" y="6064"/>
                    <a:pt x="15798" y="6064"/>
                  </a:cubicBezTo>
                  <a:cubicBezTo>
                    <a:pt x="13860" y="6064"/>
                    <a:pt x="12060" y="8317"/>
                    <a:pt x="10398" y="8317"/>
                  </a:cubicBezTo>
                  <a:cubicBezTo>
                    <a:pt x="8598" y="8317"/>
                    <a:pt x="6936" y="6064"/>
                    <a:pt x="4860" y="6064"/>
                  </a:cubicBezTo>
                  <a:cubicBezTo>
                    <a:pt x="3475" y="6064"/>
                    <a:pt x="844" y="6642"/>
                    <a:pt x="290" y="7104"/>
                  </a:cubicBezTo>
                  <a:cubicBezTo>
                    <a:pt x="-402" y="7681"/>
                    <a:pt x="290" y="11435"/>
                    <a:pt x="844" y="13341"/>
                  </a:cubicBezTo>
                  <a:cubicBezTo>
                    <a:pt x="1121" y="13976"/>
                    <a:pt x="1952" y="14439"/>
                    <a:pt x="3752" y="14785"/>
                  </a:cubicBezTo>
                  <a:cubicBezTo>
                    <a:pt x="5552" y="20907"/>
                    <a:pt x="6521" y="21600"/>
                    <a:pt x="10398" y="21600"/>
                  </a:cubicBezTo>
                  <a:cubicBezTo>
                    <a:pt x="14275" y="21600"/>
                    <a:pt x="15244" y="20907"/>
                    <a:pt x="17044" y="14785"/>
                  </a:cubicBezTo>
                  <a:cubicBezTo>
                    <a:pt x="18844" y="14439"/>
                    <a:pt x="19675" y="13976"/>
                    <a:pt x="19952" y="13341"/>
                  </a:cubicBezTo>
                  <a:cubicBezTo>
                    <a:pt x="20506" y="11435"/>
                    <a:pt x="21198" y="7681"/>
                    <a:pt x="20506" y="7104"/>
                  </a:cubicBezTo>
                  <a:close/>
                  <a:moveTo>
                    <a:pt x="10398" y="5140"/>
                  </a:moveTo>
                  <a:cubicBezTo>
                    <a:pt x="10398" y="5140"/>
                    <a:pt x="10398" y="5140"/>
                    <a:pt x="10398" y="5140"/>
                  </a:cubicBezTo>
                  <a:cubicBezTo>
                    <a:pt x="13721" y="5140"/>
                    <a:pt x="16490" y="3985"/>
                    <a:pt x="16490" y="2599"/>
                  </a:cubicBezTo>
                  <a:cubicBezTo>
                    <a:pt x="16490" y="1155"/>
                    <a:pt x="13721" y="0"/>
                    <a:pt x="10398" y="0"/>
                  </a:cubicBezTo>
                  <a:cubicBezTo>
                    <a:pt x="10398" y="0"/>
                    <a:pt x="10398" y="0"/>
                    <a:pt x="10398" y="0"/>
                  </a:cubicBezTo>
                  <a:cubicBezTo>
                    <a:pt x="6936" y="0"/>
                    <a:pt x="4167" y="1155"/>
                    <a:pt x="4167" y="2599"/>
                  </a:cubicBezTo>
                  <a:cubicBezTo>
                    <a:pt x="4167" y="3985"/>
                    <a:pt x="6936" y="5140"/>
                    <a:pt x="10398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595959"/>
                  </a:solidFill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23" name="Freeform 10">
              <a:extLst>
                <a:ext uri="{FF2B5EF4-FFF2-40B4-BE49-F238E27FC236}">
                  <a16:creationId xmlns:a16="http://schemas.microsoft.com/office/drawing/2014/main" id="{63DFCD72-E023-0BD7-8173-1F7D4E0F82B6}"/>
                </a:ext>
              </a:extLst>
            </p:cNvPr>
            <p:cNvSpPr/>
            <p:nvPr/>
          </p:nvSpPr>
          <p:spPr>
            <a:xfrm>
              <a:off x="2054336" y="1061363"/>
              <a:ext cx="345053" cy="8576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867" h="21600" extrusionOk="0">
                  <a:moveTo>
                    <a:pt x="20640" y="7104"/>
                  </a:moveTo>
                  <a:cubicBezTo>
                    <a:pt x="19948" y="6642"/>
                    <a:pt x="17317" y="6064"/>
                    <a:pt x="15932" y="6064"/>
                  </a:cubicBezTo>
                  <a:cubicBezTo>
                    <a:pt x="13994" y="6064"/>
                    <a:pt x="12194" y="8317"/>
                    <a:pt x="10394" y="8317"/>
                  </a:cubicBezTo>
                  <a:cubicBezTo>
                    <a:pt x="8732" y="8317"/>
                    <a:pt x="6932" y="6064"/>
                    <a:pt x="4994" y="6064"/>
                  </a:cubicBezTo>
                  <a:cubicBezTo>
                    <a:pt x="3609" y="6064"/>
                    <a:pt x="979" y="6642"/>
                    <a:pt x="286" y="7104"/>
                  </a:cubicBezTo>
                  <a:cubicBezTo>
                    <a:pt x="-406" y="7681"/>
                    <a:pt x="286" y="11435"/>
                    <a:pt x="979" y="13341"/>
                  </a:cubicBezTo>
                  <a:cubicBezTo>
                    <a:pt x="1117" y="13976"/>
                    <a:pt x="2086" y="14439"/>
                    <a:pt x="3886" y="14785"/>
                  </a:cubicBezTo>
                  <a:cubicBezTo>
                    <a:pt x="5686" y="20907"/>
                    <a:pt x="6656" y="21600"/>
                    <a:pt x="10394" y="21600"/>
                  </a:cubicBezTo>
                  <a:cubicBezTo>
                    <a:pt x="14271" y="21600"/>
                    <a:pt x="15240" y="20907"/>
                    <a:pt x="17040" y="14785"/>
                  </a:cubicBezTo>
                  <a:cubicBezTo>
                    <a:pt x="18840" y="14439"/>
                    <a:pt x="19809" y="13976"/>
                    <a:pt x="19948" y="13341"/>
                  </a:cubicBezTo>
                  <a:cubicBezTo>
                    <a:pt x="20640" y="11435"/>
                    <a:pt x="21194" y="7681"/>
                    <a:pt x="20640" y="7104"/>
                  </a:cubicBezTo>
                  <a:close/>
                  <a:moveTo>
                    <a:pt x="10394" y="5140"/>
                  </a:moveTo>
                  <a:cubicBezTo>
                    <a:pt x="10394" y="5140"/>
                    <a:pt x="10394" y="5140"/>
                    <a:pt x="10394" y="5140"/>
                  </a:cubicBezTo>
                  <a:cubicBezTo>
                    <a:pt x="13856" y="5140"/>
                    <a:pt x="16625" y="3985"/>
                    <a:pt x="16625" y="2599"/>
                  </a:cubicBezTo>
                  <a:cubicBezTo>
                    <a:pt x="16625" y="1155"/>
                    <a:pt x="13856" y="0"/>
                    <a:pt x="10394" y="0"/>
                  </a:cubicBezTo>
                  <a:cubicBezTo>
                    <a:pt x="10394" y="0"/>
                    <a:pt x="10394" y="0"/>
                    <a:pt x="10394" y="0"/>
                  </a:cubicBezTo>
                  <a:cubicBezTo>
                    <a:pt x="7071" y="0"/>
                    <a:pt x="4302" y="1155"/>
                    <a:pt x="4302" y="2599"/>
                  </a:cubicBezTo>
                  <a:cubicBezTo>
                    <a:pt x="4302" y="3985"/>
                    <a:pt x="7071" y="5140"/>
                    <a:pt x="10394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595959"/>
                  </a:solidFill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24" name="Freeform 11">
              <a:extLst>
                <a:ext uri="{FF2B5EF4-FFF2-40B4-BE49-F238E27FC236}">
                  <a16:creationId xmlns:a16="http://schemas.microsoft.com/office/drawing/2014/main" id="{61C627BC-5EA4-2212-921E-434AD51C93A3}"/>
                </a:ext>
              </a:extLst>
            </p:cNvPr>
            <p:cNvSpPr/>
            <p:nvPr/>
          </p:nvSpPr>
          <p:spPr>
            <a:xfrm>
              <a:off x="2466629" y="1061363"/>
              <a:ext cx="343886" cy="8576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6" h="21600" extrusionOk="0">
                  <a:moveTo>
                    <a:pt x="20506" y="7104"/>
                  </a:moveTo>
                  <a:cubicBezTo>
                    <a:pt x="19952" y="6642"/>
                    <a:pt x="17183" y="6064"/>
                    <a:pt x="15798" y="6064"/>
                  </a:cubicBezTo>
                  <a:cubicBezTo>
                    <a:pt x="13860" y="6064"/>
                    <a:pt x="12198" y="8317"/>
                    <a:pt x="10398" y="8317"/>
                  </a:cubicBezTo>
                  <a:cubicBezTo>
                    <a:pt x="8598" y="8317"/>
                    <a:pt x="6936" y="6064"/>
                    <a:pt x="4998" y="6064"/>
                  </a:cubicBezTo>
                  <a:cubicBezTo>
                    <a:pt x="3475" y="6064"/>
                    <a:pt x="844" y="6642"/>
                    <a:pt x="290" y="7104"/>
                  </a:cubicBezTo>
                  <a:cubicBezTo>
                    <a:pt x="-402" y="7681"/>
                    <a:pt x="290" y="11435"/>
                    <a:pt x="844" y="13341"/>
                  </a:cubicBezTo>
                  <a:cubicBezTo>
                    <a:pt x="1121" y="13976"/>
                    <a:pt x="1952" y="14439"/>
                    <a:pt x="3752" y="14785"/>
                  </a:cubicBezTo>
                  <a:cubicBezTo>
                    <a:pt x="5552" y="20907"/>
                    <a:pt x="6521" y="21600"/>
                    <a:pt x="10398" y="21600"/>
                  </a:cubicBezTo>
                  <a:cubicBezTo>
                    <a:pt x="14275" y="21600"/>
                    <a:pt x="15244" y="20907"/>
                    <a:pt x="17044" y="14785"/>
                  </a:cubicBezTo>
                  <a:cubicBezTo>
                    <a:pt x="18844" y="14439"/>
                    <a:pt x="19675" y="13976"/>
                    <a:pt x="19952" y="13341"/>
                  </a:cubicBezTo>
                  <a:cubicBezTo>
                    <a:pt x="20506" y="11435"/>
                    <a:pt x="21198" y="7681"/>
                    <a:pt x="20506" y="7104"/>
                  </a:cubicBezTo>
                  <a:close/>
                  <a:moveTo>
                    <a:pt x="10398" y="5140"/>
                  </a:moveTo>
                  <a:cubicBezTo>
                    <a:pt x="10398" y="5140"/>
                    <a:pt x="10398" y="5140"/>
                    <a:pt x="10398" y="5140"/>
                  </a:cubicBezTo>
                  <a:cubicBezTo>
                    <a:pt x="13721" y="5140"/>
                    <a:pt x="16490" y="3985"/>
                    <a:pt x="16490" y="2599"/>
                  </a:cubicBezTo>
                  <a:cubicBezTo>
                    <a:pt x="16490" y="1155"/>
                    <a:pt x="13721" y="0"/>
                    <a:pt x="10398" y="0"/>
                  </a:cubicBezTo>
                  <a:cubicBezTo>
                    <a:pt x="10398" y="0"/>
                    <a:pt x="10398" y="0"/>
                    <a:pt x="10398" y="0"/>
                  </a:cubicBezTo>
                  <a:cubicBezTo>
                    <a:pt x="6936" y="0"/>
                    <a:pt x="4167" y="1155"/>
                    <a:pt x="4167" y="2599"/>
                  </a:cubicBezTo>
                  <a:cubicBezTo>
                    <a:pt x="4167" y="3985"/>
                    <a:pt x="6936" y="5140"/>
                    <a:pt x="10398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595959"/>
                  </a:solidFill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25" name="Freeform 12">
              <a:extLst>
                <a:ext uri="{FF2B5EF4-FFF2-40B4-BE49-F238E27FC236}">
                  <a16:creationId xmlns:a16="http://schemas.microsoft.com/office/drawing/2014/main" id="{517959CF-4E41-474E-B696-540A416F6497}"/>
                </a:ext>
              </a:extLst>
            </p:cNvPr>
            <p:cNvSpPr/>
            <p:nvPr/>
          </p:nvSpPr>
          <p:spPr>
            <a:xfrm>
              <a:off x="2876149" y="1061363"/>
              <a:ext cx="346647" cy="8576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4" h="21600" extrusionOk="0">
                  <a:moveTo>
                    <a:pt x="20509" y="7104"/>
                  </a:moveTo>
                  <a:cubicBezTo>
                    <a:pt x="19821" y="6642"/>
                    <a:pt x="17207" y="6064"/>
                    <a:pt x="15831" y="6064"/>
                  </a:cubicBezTo>
                  <a:cubicBezTo>
                    <a:pt x="13905" y="6064"/>
                    <a:pt x="12117" y="8317"/>
                    <a:pt x="10328" y="8317"/>
                  </a:cubicBezTo>
                  <a:cubicBezTo>
                    <a:pt x="8677" y="8317"/>
                    <a:pt x="6889" y="6064"/>
                    <a:pt x="4963" y="6064"/>
                  </a:cubicBezTo>
                  <a:cubicBezTo>
                    <a:pt x="3587" y="6064"/>
                    <a:pt x="973" y="6642"/>
                    <a:pt x="285" y="7104"/>
                  </a:cubicBezTo>
                  <a:cubicBezTo>
                    <a:pt x="-403" y="7681"/>
                    <a:pt x="285" y="11435"/>
                    <a:pt x="973" y="13341"/>
                  </a:cubicBezTo>
                  <a:cubicBezTo>
                    <a:pt x="1110" y="13976"/>
                    <a:pt x="2073" y="14439"/>
                    <a:pt x="3862" y="14785"/>
                  </a:cubicBezTo>
                  <a:cubicBezTo>
                    <a:pt x="5651" y="20907"/>
                    <a:pt x="6614" y="21600"/>
                    <a:pt x="10328" y="21600"/>
                  </a:cubicBezTo>
                  <a:cubicBezTo>
                    <a:pt x="14180" y="21600"/>
                    <a:pt x="15143" y="20907"/>
                    <a:pt x="16932" y="14785"/>
                  </a:cubicBezTo>
                  <a:cubicBezTo>
                    <a:pt x="18721" y="14439"/>
                    <a:pt x="19684" y="13976"/>
                    <a:pt x="19821" y="13341"/>
                  </a:cubicBezTo>
                  <a:cubicBezTo>
                    <a:pt x="20509" y="11435"/>
                    <a:pt x="21197" y="7681"/>
                    <a:pt x="20509" y="7104"/>
                  </a:cubicBezTo>
                  <a:close/>
                  <a:moveTo>
                    <a:pt x="10328" y="5140"/>
                  </a:moveTo>
                  <a:cubicBezTo>
                    <a:pt x="10328" y="5140"/>
                    <a:pt x="10328" y="5140"/>
                    <a:pt x="10328" y="5140"/>
                  </a:cubicBezTo>
                  <a:cubicBezTo>
                    <a:pt x="13768" y="5140"/>
                    <a:pt x="16519" y="3985"/>
                    <a:pt x="16519" y="2599"/>
                  </a:cubicBezTo>
                  <a:cubicBezTo>
                    <a:pt x="16519" y="1155"/>
                    <a:pt x="13768" y="0"/>
                    <a:pt x="10328" y="0"/>
                  </a:cubicBezTo>
                  <a:cubicBezTo>
                    <a:pt x="10328" y="0"/>
                    <a:pt x="10328" y="0"/>
                    <a:pt x="10328" y="0"/>
                  </a:cubicBezTo>
                  <a:cubicBezTo>
                    <a:pt x="7026" y="0"/>
                    <a:pt x="4275" y="1155"/>
                    <a:pt x="4275" y="2599"/>
                  </a:cubicBezTo>
                  <a:cubicBezTo>
                    <a:pt x="4275" y="3985"/>
                    <a:pt x="7026" y="5140"/>
                    <a:pt x="10328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595959"/>
                  </a:solidFill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26" name="Freeform 13">
              <a:extLst>
                <a:ext uri="{FF2B5EF4-FFF2-40B4-BE49-F238E27FC236}">
                  <a16:creationId xmlns:a16="http://schemas.microsoft.com/office/drawing/2014/main" id="{9A9E8FF5-1F37-6A75-7F3D-7FADECDEAED0}"/>
                </a:ext>
              </a:extLst>
            </p:cNvPr>
            <p:cNvSpPr/>
            <p:nvPr/>
          </p:nvSpPr>
          <p:spPr>
            <a:xfrm>
              <a:off x="3288431" y="1061363"/>
              <a:ext cx="343886" cy="8576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6" h="21600" extrusionOk="0">
                  <a:moveTo>
                    <a:pt x="20506" y="7104"/>
                  </a:moveTo>
                  <a:cubicBezTo>
                    <a:pt x="19952" y="6642"/>
                    <a:pt x="17321" y="6064"/>
                    <a:pt x="15798" y="6064"/>
                  </a:cubicBezTo>
                  <a:cubicBezTo>
                    <a:pt x="13860" y="6064"/>
                    <a:pt x="12198" y="8317"/>
                    <a:pt x="10398" y="8317"/>
                  </a:cubicBezTo>
                  <a:cubicBezTo>
                    <a:pt x="8598" y="8317"/>
                    <a:pt x="6936" y="6064"/>
                    <a:pt x="4998" y="6064"/>
                  </a:cubicBezTo>
                  <a:cubicBezTo>
                    <a:pt x="3475" y="6064"/>
                    <a:pt x="844" y="6642"/>
                    <a:pt x="290" y="7104"/>
                  </a:cubicBezTo>
                  <a:cubicBezTo>
                    <a:pt x="-402" y="7681"/>
                    <a:pt x="290" y="11435"/>
                    <a:pt x="844" y="13341"/>
                  </a:cubicBezTo>
                  <a:cubicBezTo>
                    <a:pt x="1121" y="13976"/>
                    <a:pt x="1952" y="14439"/>
                    <a:pt x="3752" y="14785"/>
                  </a:cubicBezTo>
                  <a:cubicBezTo>
                    <a:pt x="5552" y="20907"/>
                    <a:pt x="6521" y="21600"/>
                    <a:pt x="10398" y="21600"/>
                  </a:cubicBezTo>
                  <a:cubicBezTo>
                    <a:pt x="14275" y="21600"/>
                    <a:pt x="15244" y="20907"/>
                    <a:pt x="17044" y="14785"/>
                  </a:cubicBezTo>
                  <a:cubicBezTo>
                    <a:pt x="18844" y="14439"/>
                    <a:pt x="19675" y="13976"/>
                    <a:pt x="19952" y="13341"/>
                  </a:cubicBezTo>
                  <a:cubicBezTo>
                    <a:pt x="20506" y="11435"/>
                    <a:pt x="21198" y="7681"/>
                    <a:pt x="20506" y="7104"/>
                  </a:cubicBezTo>
                  <a:close/>
                  <a:moveTo>
                    <a:pt x="10398" y="5140"/>
                  </a:moveTo>
                  <a:cubicBezTo>
                    <a:pt x="10398" y="5140"/>
                    <a:pt x="10398" y="5140"/>
                    <a:pt x="10398" y="5140"/>
                  </a:cubicBezTo>
                  <a:cubicBezTo>
                    <a:pt x="13860" y="5140"/>
                    <a:pt x="16629" y="3985"/>
                    <a:pt x="16629" y="2599"/>
                  </a:cubicBezTo>
                  <a:cubicBezTo>
                    <a:pt x="16629" y="1155"/>
                    <a:pt x="13860" y="0"/>
                    <a:pt x="10398" y="0"/>
                  </a:cubicBezTo>
                  <a:cubicBezTo>
                    <a:pt x="10398" y="0"/>
                    <a:pt x="10398" y="0"/>
                    <a:pt x="10398" y="0"/>
                  </a:cubicBezTo>
                  <a:cubicBezTo>
                    <a:pt x="6936" y="0"/>
                    <a:pt x="4167" y="1155"/>
                    <a:pt x="4167" y="2599"/>
                  </a:cubicBezTo>
                  <a:cubicBezTo>
                    <a:pt x="4167" y="3985"/>
                    <a:pt x="6936" y="5140"/>
                    <a:pt x="10398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595959"/>
                  </a:solidFill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31" name="Freeform 14">
              <a:extLst>
                <a:ext uri="{FF2B5EF4-FFF2-40B4-BE49-F238E27FC236}">
                  <a16:creationId xmlns:a16="http://schemas.microsoft.com/office/drawing/2014/main" id="{B3E0DA7C-948F-CC95-840B-BBC69688B6D7}"/>
                </a:ext>
              </a:extLst>
            </p:cNvPr>
            <p:cNvSpPr/>
            <p:nvPr/>
          </p:nvSpPr>
          <p:spPr>
            <a:xfrm>
              <a:off x="3697950" y="1061363"/>
              <a:ext cx="346648" cy="8576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4" h="21600" extrusionOk="0">
                  <a:moveTo>
                    <a:pt x="20509" y="7104"/>
                  </a:moveTo>
                  <a:cubicBezTo>
                    <a:pt x="19821" y="6642"/>
                    <a:pt x="17207" y="6064"/>
                    <a:pt x="15831" y="6064"/>
                  </a:cubicBezTo>
                  <a:cubicBezTo>
                    <a:pt x="13905" y="6064"/>
                    <a:pt x="12117" y="8317"/>
                    <a:pt x="10466" y="8317"/>
                  </a:cubicBezTo>
                  <a:cubicBezTo>
                    <a:pt x="8677" y="8317"/>
                    <a:pt x="6889" y="6064"/>
                    <a:pt x="4963" y="6064"/>
                  </a:cubicBezTo>
                  <a:cubicBezTo>
                    <a:pt x="3587" y="6064"/>
                    <a:pt x="973" y="6642"/>
                    <a:pt x="285" y="7104"/>
                  </a:cubicBezTo>
                  <a:cubicBezTo>
                    <a:pt x="-403" y="7681"/>
                    <a:pt x="285" y="11435"/>
                    <a:pt x="973" y="13341"/>
                  </a:cubicBezTo>
                  <a:cubicBezTo>
                    <a:pt x="1110" y="13976"/>
                    <a:pt x="2073" y="14439"/>
                    <a:pt x="3862" y="14785"/>
                  </a:cubicBezTo>
                  <a:cubicBezTo>
                    <a:pt x="5651" y="20907"/>
                    <a:pt x="6614" y="21600"/>
                    <a:pt x="10466" y="21600"/>
                  </a:cubicBezTo>
                  <a:cubicBezTo>
                    <a:pt x="14180" y="21600"/>
                    <a:pt x="15143" y="20907"/>
                    <a:pt x="16932" y="14785"/>
                  </a:cubicBezTo>
                  <a:cubicBezTo>
                    <a:pt x="18721" y="14439"/>
                    <a:pt x="19684" y="13976"/>
                    <a:pt x="19821" y="13341"/>
                  </a:cubicBezTo>
                  <a:cubicBezTo>
                    <a:pt x="20509" y="11435"/>
                    <a:pt x="21197" y="7681"/>
                    <a:pt x="20509" y="7104"/>
                  </a:cubicBezTo>
                  <a:close/>
                  <a:moveTo>
                    <a:pt x="10466" y="5140"/>
                  </a:moveTo>
                  <a:cubicBezTo>
                    <a:pt x="10466" y="5140"/>
                    <a:pt x="10466" y="5140"/>
                    <a:pt x="10466" y="5140"/>
                  </a:cubicBezTo>
                  <a:cubicBezTo>
                    <a:pt x="13768" y="5140"/>
                    <a:pt x="16519" y="3985"/>
                    <a:pt x="16519" y="2599"/>
                  </a:cubicBezTo>
                  <a:cubicBezTo>
                    <a:pt x="16519" y="1155"/>
                    <a:pt x="13768" y="0"/>
                    <a:pt x="10466" y="0"/>
                  </a:cubicBezTo>
                  <a:cubicBezTo>
                    <a:pt x="10466" y="0"/>
                    <a:pt x="10466" y="0"/>
                    <a:pt x="10466" y="0"/>
                  </a:cubicBezTo>
                  <a:cubicBezTo>
                    <a:pt x="7026" y="0"/>
                    <a:pt x="4275" y="1155"/>
                    <a:pt x="4275" y="2599"/>
                  </a:cubicBezTo>
                  <a:cubicBezTo>
                    <a:pt x="4275" y="3985"/>
                    <a:pt x="7026" y="5140"/>
                    <a:pt x="10466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595959"/>
                  </a:solidFill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</p:grpSp>
      <p:grpSp>
        <p:nvGrpSpPr>
          <p:cNvPr id="32" name="Group 2">
            <a:extLst>
              <a:ext uri="{FF2B5EF4-FFF2-40B4-BE49-F238E27FC236}">
                <a16:creationId xmlns:a16="http://schemas.microsoft.com/office/drawing/2014/main" id="{E87923A1-A09B-6B8B-E474-F1566B08F30D}"/>
              </a:ext>
            </a:extLst>
          </p:cNvPr>
          <p:cNvGrpSpPr/>
          <p:nvPr/>
        </p:nvGrpSpPr>
        <p:grpSpPr>
          <a:xfrm>
            <a:off x="6598203" y="2780846"/>
            <a:ext cx="3824056" cy="1823083"/>
            <a:chOff x="0" y="0"/>
            <a:chExt cx="3824055" cy="1823081"/>
          </a:xfrm>
        </p:grpSpPr>
        <p:sp>
          <p:nvSpPr>
            <p:cNvPr id="33" name="Freeform 15">
              <a:extLst>
                <a:ext uri="{FF2B5EF4-FFF2-40B4-BE49-F238E27FC236}">
                  <a16:creationId xmlns:a16="http://schemas.microsoft.com/office/drawing/2014/main" id="{D4EC8B69-CBB2-67A1-9F1B-91A4DFE0E3EC}"/>
                </a:ext>
              </a:extLst>
            </p:cNvPr>
            <p:cNvSpPr/>
            <p:nvPr/>
          </p:nvSpPr>
          <p:spPr>
            <a:xfrm>
              <a:off x="-1" y="0"/>
              <a:ext cx="313327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700" h="21600" extrusionOk="0">
                  <a:moveTo>
                    <a:pt x="17681" y="6815"/>
                  </a:moveTo>
                  <a:cubicBezTo>
                    <a:pt x="17271" y="6526"/>
                    <a:pt x="16041" y="6064"/>
                    <a:pt x="14811" y="6064"/>
                  </a:cubicBezTo>
                  <a:cubicBezTo>
                    <a:pt x="13033" y="6064"/>
                    <a:pt x="11393" y="8143"/>
                    <a:pt x="9889" y="8143"/>
                  </a:cubicBezTo>
                  <a:cubicBezTo>
                    <a:pt x="8248" y="8143"/>
                    <a:pt x="6745" y="6064"/>
                    <a:pt x="4967" y="6064"/>
                  </a:cubicBezTo>
                  <a:cubicBezTo>
                    <a:pt x="3600" y="6064"/>
                    <a:pt x="2507" y="6526"/>
                    <a:pt x="2097" y="6815"/>
                  </a:cubicBezTo>
                  <a:cubicBezTo>
                    <a:pt x="1140" y="7450"/>
                    <a:pt x="-911" y="10973"/>
                    <a:pt x="456" y="12013"/>
                  </a:cubicBezTo>
                  <a:cubicBezTo>
                    <a:pt x="866" y="12244"/>
                    <a:pt x="1276" y="12590"/>
                    <a:pt x="1960" y="12879"/>
                  </a:cubicBezTo>
                  <a:cubicBezTo>
                    <a:pt x="1003" y="14207"/>
                    <a:pt x="593" y="15189"/>
                    <a:pt x="1140" y="15709"/>
                  </a:cubicBezTo>
                  <a:cubicBezTo>
                    <a:pt x="1823" y="16229"/>
                    <a:pt x="3464" y="16749"/>
                    <a:pt x="5788" y="16980"/>
                  </a:cubicBezTo>
                  <a:cubicBezTo>
                    <a:pt x="6608" y="20503"/>
                    <a:pt x="7428" y="21600"/>
                    <a:pt x="9889" y="21600"/>
                  </a:cubicBezTo>
                  <a:cubicBezTo>
                    <a:pt x="12350" y="21600"/>
                    <a:pt x="13170" y="20503"/>
                    <a:pt x="13990" y="16980"/>
                  </a:cubicBezTo>
                  <a:cubicBezTo>
                    <a:pt x="16314" y="16749"/>
                    <a:pt x="17955" y="16229"/>
                    <a:pt x="18502" y="15709"/>
                  </a:cubicBezTo>
                  <a:cubicBezTo>
                    <a:pt x="19048" y="15189"/>
                    <a:pt x="18775" y="14207"/>
                    <a:pt x="17681" y="12879"/>
                  </a:cubicBezTo>
                  <a:cubicBezTo>
                    <a:pt x="18365" y="12590"/>
                    <a:pt x="18775" y="12244"/>
                    <a:pt x="19185" y="12013"/>
                  </a:cubicBezTo>
                  <a:cubicBezTo>
                    <a:pt x="20689" y="10973"/>
                    <a:pt x="18502" y="7450"/>
                    <a:pt x="17681" y="6815"/>
                  </a:cubicBezTo>
                  <a:close/>
                  <a:moveTo>
                    <a:pt x="9889" y="5140"/>
                  </a:moveTo>
                  <a:cubicBezTo>
                    <a:pt x="9889" y="5140"/>
                    <a:pt x="9889" y="5140"/>
                    <a:pt x="9889" y="5140"/>
                  </a:cubicBezTo>
                  <a:cubicBezTo>
                    <a:pt x="13170" y="5140"/>
                    <a:pt x="15904" y="3985"/>
                    <a:pt x="15904" y="2599"/>
                  </a:cubicBezTo>
                  <a:cubicBezTo>
                    <a:pt x="15904" y="1155"/>
                    <a:pt x="13170" y="0"/>
                    <a:pt x="9889" y="0"/>
                  </a:cubicBezTo>
                  <a:cubicBezTo>
                    <a:pt x="9889" y="0"/>
                    <a:pt x="9889" y="0"/>
                    <a:pt x="9889" y="0"/>
                  </a:cubicBezTo>
                  <a:cubicBezTo>
                    <a:pt x="6471" y="0"/>
                    <a:pt x="3737" y="1155"/>
                    <a:pt x="3737" y="2599"/>
                  </a:cubicBezTo>
                  <a:cubicBezTo>
                    <a:pt x="3737" y="3985"/>
                    <a:pt x="6471" y="5140"/>
                    <a:pt x="9889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50" name="Freeform 16">
              <a:extLst>
                <a:ext uri="{FF2B5EF4-FFF2-40B4-BE49-F238E27FC236}">
                  <a16:creationId xmlns:a16="http://schemas.microsoft.com/office/drawing/2014/main" id="{0E4F4D94-6D71-C496-1F76-B81DC8FD61EC}"/>
                </a:ext>
              </a:extLst>
            </p:cNvPr>
            <p:cNvSpPr/>
            <p:nvPr/>
          </p:nvSpPr>
          <p:spPr>
            <a:xfrm>
              <a:off x="390663" y="0"/>
              <a:ext cx="312488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700" h="21600" extrusionOk="0">
                  <a:moveTo>
                    <a:pt x="17603" y="6815"/>
                  </a:moveTo>
                  <a:cubicBezTo>
                    <a:pt x="17193" y="6526"/>
                    <a:pt x="15963" y="6064"/>
                    <a:pt x="14733" y="6064"/>
                  </a:cubicBezTo>
                  <a:cubicBezTo>
                    <a:pt x="12955" y="6064"/>
                    <a:pt x="11452" y="8143"/>
                    <a:pt x="9811" y="8143"/>
                  </a:cubicBezTo>
                  <a:cubicBezTo>
                    <a:pt x="8307" y="8143"/>
                    <a:pt x="6667" y="6064"/>
                    <a:pt x="4889" y="6064"/>
                  </a:cubicBezTo>
                  <a:cubicBezTo>
                    <a:pt x="3659" y="6064"/>
                    <a:pt x="2429" y="6526"/>
                    <a:pt x="2019" y="6815"/>
                  </a:cubicBezTo>
                  <a:cubicBezTo>
                    <a:pt x="1198" y="7450"/>
                    <a:pt x="-989" y="10973"/>
                    <a:pt x="515" y="12013"/>
                  </a:cubicBezTo>
                  <a:cubicBezTo>
                    <a:pt x="788" y="12244"/>
                    <a:pt x="1335" y="12590"/>
                    <a:pt x="2019" y="12879"/>
                  </a:cubicBezTo>
                  <a:cubicBezTo>
                    <a:pt x="925" y="14207"/>
                    <a:pt x="515" y="15189"/>
                    <a:pt x="1198" y="15709"/>
                  </a:cubicBezTo>
                  <a:cubicBezTo>
                    <a:pt x="1745" y="16229"/>
                    <a:pt x="3386" y="16749"/>
                    <a:pt x="5710" y="16980"/>
                  </a:cubicBezTo>
                  <a:cubicBezTo>
                    <a:pt x="6530" y="20503"/>
                    <a:pt x="7350" y="21600"/>
                    <a:pt x="9811" y="21600"/>
                  </a:cubicBezTo>
                  <a:cubicBezTo>
                    <a:pt x="12272" y="21600"/>
                    <a:pt x="13092" y="20503"/>
                    <a:pt x="13912" y="16980"/>
                  </a:cubicBezTo>
                  <a:cubicBezTo>
                    <a:pt x="16236" y="16749"/>
                    <a:pt x="17877" y="16229"/>
                    <a:pt x="18560" y="15709"/>
                  </a:cubicBezTo>
                  <a:cubicBezTo>
                    <a:pt x="19107" y="15189"/>
                    <a:pt x="18697" y="14207"/>
                    <a:pt x="17740" y="12879"/>
                  </a:cubicBezTo>
                  <a:cubicBezTo>
                    <a:pt x="18424" y="12590"/>
                    <a:pt x="18834" y="12244"/>
                    <a:pt x="19244" y="12013"/>
                  </a:cubicBezTo>
                  <a:cubicBezTo>
                    <a:pt x="20611" y="10973"/>
                    <a:pt x="18560" y="7450"/>
                    <a:pt x="17603" y="6815"/>
                  </a:cubicBezTo>
                  <a:close/>
                  <a:moveTo>
                    <a:pt x="9811" y="5140"/>
                  </a:moveTo>
                  <a:cubicBezTo>
                    <a:pt x="9811" y="5140"/>
                    <a:pt x="9811" y="5140"/>
                    <a:pt x="9811" y="5140"/>
                  </a:cubicBezTo>
                  <a:cubicBezTo>
                    <a:pt x="13229" y="5140"/>
                    <a:pt x="15963" y="3985"/>
                    <a:pt x="15963" y="2599"/>
                  </a:cubicBezTo>
                  <a:cubicBezTo>
                    <a:pt x="15963" y="1155"/>
                    <a:pt x="13229" y="0"/>
                    <a:pt x="9811" y="0"/>
                  </a:cubicBezTo>
                  <a:cubicBezTo>
                    <a:pt x="9811" y="0"/>
                    <a:pt x="9811" y="0"/>
                    <a:pt x="9811" y="0"/>
                  </a:cubicBezTo>
                  <a:cubicBezTo>
                    <a:pt x="6530" y="0"/>
                    <a:pt x="3796" y="1155"/>
                    <a:pt x="3796" y="2599"/>
                  </a:cubicBezTo>
                  <a:cubicBezTo>
                    <a:pt x="3796" y="3985"/>
                    <a:pt x="6530" y="5140"/>
                    <a:pt x="9811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51" name="Freeform 17">
              <a:extLst>
                <a:ext uri="{FF2B5EF4-FFF2-40B4-BE49-F238E27FC236}">
                  <a16:creationId xmlns:a16="http://schemas.microsoft.com/office/drawing/2014/main" id="{8C468284-3961-2199-6BCE-F3D68D4ED17E}"/>
                </a:ext>
              </a:extLst>
            </p:cNvPr>
            <p:cNvSpPr/>
            <p:nvPr/>
          </p:nvSpPr>
          <p:spPr>
            <a:xfrm>
              <a:off x="779852" y="0"/>
              <a:ext cx="313326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700" h="21600" extrusionOk="0">
                  <a:moveTo>
                    <a:pt x="17681" y="6815"/>
                  </a:moveTo>
                  <a:cubicBezTo>
                    <a:pt x="17271" y="6526"/>
                    <a:pt x="16041" y="6064"/>
                    <a:pt x="14811" y="6064"/>
                  </a:cubicBezTo>
                  <a:cubicBezTo>
                    <a:pt x="13033" y="6064"/>
                    <a:pt x="11393" y="8143"/>
                    <a:pt x="9889" y="8143"/>
                  </a:cubicBezTo>
                  <a:cubicBezTo>
                    <a:pt x="8248" y="8143"/>
                    <a:pt x="6745" y="6064"/>
                    <a:pt x="4967" y="6064"/>
                  </a:cubicBezTo>
                  <a:cubicBezTo>
                    <a:pt x="3737" y="6064"/>
                    <a:pt x="2507" y="6526"/>
                    <a:pt x="2097" y="6815"/>
                  </a:cubicBezTo>
                  <a:cubicBezTo>
                    <a:pt x="1140" y="7450"/>
                    <a:pt x="-911" y="10973"/>
                    <a:pt x="456" y="12013"/>
                  </a:cubicBezTo>
                  <a:cubicBezTo>
                    <a:pt x="866" y="12244"/>
                    <a:pt x="1276" y="12590"/>
                    <a:pt x="1960" y="12879"/>
                  </a:cubicBezTo>
                  <a:cubicBezTo>
                    <a:pt x="1003" y="14207"/>
                    <a:pt x="593" y="15189"/>
                    <a:pt x="1140" y="15709"/>
                  </a:cubicBezTo>
                  <a:cubicBezTo>
                    <a:pt x="1823" y="16229"/>
                    <a:pt x="3464" y="16749"/>
                    <a:pt x="5788" y="16980"/>
                  </a:cubicBezTo>
                  <a:cubicBezTo>
                    <a:pt x="6608" y="20503"/>
                    <a:pt x="7428" y="21600"/>
                    <a:pt x="9889" y="21600"/>
                  </a:cubicBezTo>
                  <a:cubicBezTo>
                    <a:pt x="12350" y="21600"/>
                    <a:pt x="13170" y="20503"/>
                    <a:pt x="13990" y="16980"/>
                  </a:cubicBezTo>
                  <a:cubicBezTo>
                    <a:pt x="16314" y="16749"/>
                    <a:pt x="17955" y="16229"/>
                    <a:pt x="18502" y="15709"/>
                  </a:cubicBezTo>
                  <a:cubicBezTo>
                    <a:pt x="19185" y="15189"/>
                    <a:pt x="18775" y="14207"/>
                    <a:pt x="17818" y="12879"/>
                  </a:cubicBezTo>
                  <a:cubicBezTo>
                    <a:pt x="18365" y="12590"/>
                    <a:pt x="18912" y="12244"/>
                    <a:pt x="19185" y="12013"/>
                  </a:cubicBezTo>
                  <a:cubicBezTo>
                    <a:pt x="20689" y="10973"/>
                    <a:pt x="18502" y="7450"/>
                    <a:pt x="17681" y="6815"/>
                  </a:cubicBezTo>
                  <a:close/>
                  <a:moveTo>
                    <a:pt x="9889" y="5140"/>
                  </a:moveTo>
                  <a:cubicBezTo>
                    <a:pt x="9889" y="5140"/>
                    <a:pt x="9889" y="5140"/>
                    <a:pt x="9889" y="5140"/>
                  </a:cubicBezTo>
                  <a:cubicBezTo>
                    <a:pt x="13170" y="5140"/>
                    <a:pt x="15904" y="3985"/>
                    <a:pt x="15904" y="2599"/>
                  </a:cubicBezTo>
                  <a:cubicBezTo>
                    <a:pt x="15904" y="1155"/>
                    <a:pt x="13170" y="0"/>
                    <a:pt x="9889" y="0"/>
                  </a:cubicBezTo>
                  <a:cubicBezTo>
                    <a:pt x="9889" y="0"/>
                    <a:pt x="9889" y="0"/>
                    <a:pt x="9889" y="0"/>
                  </a:cubicBezTo>
                  <a:cubicBezTo>
                    <a:pt x="6471" y="0"/>
                    <a:pt x="3737" y="1155"/>
                    <a:pt x="3737" y="2599"/>
                  </a:cubicBezTo>
                  <a:cubicBezTo>
                    <a:pt x="3737" y="3985"/>
                    <a:pt x="6471" y="5140"/>
                    <a:pt x="9889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52" name="Freeform 18">
              <a:extLst>
                <a:ext uri="{FF2B5EF4-FFF2-40B4-BE49-F238E27FC236}">
                  <a16:creationId xmlns:a16="http://schemas.microsoft.com/office/drawing/2014/main" id="{BF89B9D7-A8A3-B0DC-D289-6E9A7569F2F3}"/>
                </a:ext>
              </a:extLst>
            </p:cNvPr>
            <p:cNvSpPr/>
            <p:nvPr/>
          </p:nvSpPr>
          <p:spPr>
            <a:xfrm>
              <a:off x="1170542" y="0"/>
              <a:ext cx="313923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33" h="21600" extrusionOk="0">
                  <a:moveTo>
                    <a:pt x="17492" y="6815"/>
                  </a:moveTo>
                  <a:cubicBezTo>
                    <a:pt x="17085" y="6526"/>
                    <a:pt x="15998" y="6064"/>
                    <a:pt x="14640" y="6064"/>
                  </a:cubicBezTo>
                  <a:cubicBezTo>
                    <a:pt x="12874" y="6064"/>
                    <a:pt x="11379" y="8143"/>
                    <a:pt x="9749" y="8143"/>
                  </a:cubicBezTo>
                  <a:cubicBezTo>
                    <a:pt x="8255" y="8143"/>
                    <a:pt x="6625" y="6064"/>
                    <a:pt x="4859" y="6064"/>
                  </a:cubicBezTo>
                  <a:cubicBezTo>
                    <a:pt x="3636" y="6064"/>
                    <a:pt x="2413" y="6526"/>
                    <a:pt x="2006" y="6815"/>
                  </a:cubicBezTo>
                  <a:cubicBezTo>
                    <a:pt x="1191" y="7450"/>
                    <a:pt x="-983" y="10973"/>
                    <a:pt x="511" y="12013"/>
                  </a:cubicBezTo>
                  <a:cubicBezTo>
                    <a:pt x="919" y="12244"/>
                    <a:pt x="1326" y="12590"/>
                    <a:pt x="2006" y="12879"/>
                  </a:cubicBezTo>
                  <a:cubicBezTo>
                    <a:pt x="919" y="14207"/>
                    <a:pt x="647" y="15189"/>
                    <a:pt x="1191" y="15709"/>
                  </a:cubicBezTo>
                  <a:cubicBezTo>
                    <a:pt x="1734" y="16229"/>
                    <a:pt x="3364" y="16749"/>
                    <a:pt x="5674" y="16980"/>
                  </a:cubicBezTo>
                  <a:cubicBezTo>
                    <a:pt x="6489" y="20503"/>
                    <a:pt x="7304" y="21600"/>
                    <a:pt x="9749" y="21600"/>
                  </a:cubicBezTo>
                  <a:cubicBezTo>
                    <a:pt x="12194" y="21600"/>
                    <a:pt x="13009" y="20503"/>
                    <a:pt x="13825" y="16980"/>
                  </a:cubicBezTo>
                  <a:cubicBezTo>
                    <a:pt x="16270" y="16749"/>
                    <a:pt x="17764" y="16229"/>
                    <a:pt x="18443" y="15709"/>
                  </a:cubicBezTo>
                  <a:cubicBezTo>
                    <a:pt x="18987" y="15189"/>
                    <a:pt x="18579" y="14207"/>
                    <a:pt x="17628" y="12879"/>
                  </a:cubicBezTo>
                  <a:cubicBezTo>
                    <a:pt x="18308" y="12590"/>
                    <a:pt x="18715" y="12244"/>
                    <a:pt x="19123" y="12013"/>
                  </a:cubicBezTo>
                  <a:cubicBezTo>
                    <a:pt x="20617" y="10973"/>
                    <a:pt x="18443" y="7450"/>
                    <a:pt x="17492" y="6815"/>
                  </a:cubicBezTo>
                  <a:close/>
                  <a:moveTo>
                    <a:pt x="9749" y="5140"/>
                  </a:moveTo>
                  <a:cubicBezTo>
                    <a:pt x="9749" y="5140"/>
                    <a:pt x="9749" y="5140"/>
                    <a:pt x="9749" y="5140"/>
                  </a:cubicBezTo>
                  <a:cubicBezTo>
                    <a:pt x="13145" y="5140"/>
                    <a:pt x="15862" y="3985"/>
                    <a:pt x="15862" y="2599"/>
                  </a:cubicBezTo>
                  <a:cubicBezTo>
                    <a:pt x="15862" y="1155"/>
                    <a:pt x="13145" y="0"/>
                    <a:pt x="9749" y="0"/>
                  </a:cubicBezTo>
                  <a:cubicBezTo>
                    <a:pt x="9749" y="0"/>
                    <a:pt x="9749" y="0"/>
                    <a:pt x="9749" y="0"/>
                  </a:cubicBezTo>
                  <a:cubicBezTo>
                    <a:pt x="6489" y="0"/>
                    <a:pt x="3772" y="1155"/>
                    <a:pt x="3772" y="2599"/>
                  </a:cubicBezTo>
                  <a:cubicBezTo>
                    <a:pt x="3772" y="3985"/>
                    <a:pt x="6489" y="5140"/>
                    <a:pt x="9749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53" name="Freeform 19">
              <a:extLst>
                <a:ext uri="{FF2B5EF4-FFF2-40B4-BE49-F238E27FC236}">
                  <a16:creationId xmlns:a16="http://schemas.microsoft.com/office/drawing/2014/main" id="{B61A62DF-6EB4-93AD-D505-6699A45AC75F}"/>
                </a:ext>
              </a:extLst>
            </p:cNvPr>
            <p:cNvSpPr/>
            <p:nvPr/>
          </p:nvSpPr>
          <p:spPr>
            <a:xfrm>
              <a:off x="1559704" y="0"/>
              <a:ext cx="313327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700" h="21600" extrusionOk="0">
                  <a:moveTo>
                    <a:pt x="17681" y="6815"/>
                  </a:moveTo>
                  <a:cubicBezTo>
                    <a:pt x="17271" y="6526"/>
                    <a:pt x="16041" y="6064"/>
                    <a:pt x="14811" y="6064"/>
                  </a:cubicBezTo>
                  <a:cubicBezTo>
                    <a:pt x="13033" y="6064"/>
                    <a:pt x="11393" y="8143"/>
                    <a:pt x="9889" y="8143"/>
                  </a:cubicBezTo>
                  <a:cubicBezTo>
                    <a:pt x="8248" y="8143"/>
                    <a:pt x="6745" y="6064"/>
                    <a:pt x="4967" y="6064"/>
                  </a:cubicBezTo>
                  <a:cubicBezTo>
                    <a:pt x="3737" y="6064"/>
                    <a:pt x="2507" y="6526"/>
                    <a:pt x="2097" y="6815"/>
                  </a:cubicBezTo>
                  <a:cubicBezTo>
                    <a:pt x="1140" y="7450"/>
                    <a:pt x="-911" y="10973"/>
                    <a:pt x="456" y="12013"/>
                  </a:cubicBezTo>
                  <a:cubicBezTo>
                    <a:pt x="866" y="12244"/>
                    <a:pt x="1413" y="12590"/>
                    <a:pt x="1960" y="12879"/>
                  </a:cubicBezTo>
                  <a:cubicBezTo>
                    <a:pt x="1003" y="14207"/>
                    <a:pt x="593" y="15189"/>
                    <a:pt x="1140" y="15709"/>
                  </a:cubicBezTo>
                  <a:cubicBezTo>
                    <a:pt x="1823" y="16229"/>
                    <a:pt x="3464" y="16749"/>
                    <a:pt x="5788" y="16980"/>
                  </a:cubicBezTo>
                  <a:cubicBezTo>
                    <a:pt x="6608" y="20503"/>
                    <a:pt x="7428" y="21600"/>
                    <a:pt x="9889" y="21600"/>
                  </a:cubicBezTo>
                  <a:cubicBezTo>
                    <a:pt x="12350" y="21600"/>
                    <a:pt x="13170" y="20503"/>
                    <a:pt x="13990" y="16980"/>
                  </a:cubicBezTo>
                  <a:cubicBezTo>
                    <a:pt x="16314" y="16749"/>
                    <a:pt x="17955" y="16229"/>
                    <a:pt x="18502" y="15709"/>
                  </a:cubicBezTo>
                  <a:cubicBezTo>
                    <a:pt x="19185" y="15189"/>
                    <a:pt x="18775" y="14207"/>
                    <a:pt x="17818" y="12879"/>
                  </a:cubicBezTo>
                  <a:cubicBezTo>
                    <a:pt x="18365" y="12590"/>
                    <a:pt x="18912" y="12244"/>
                    <a:pt x="19185" y="12013"/>
                  </a:cubicBezTo>
                  <a:cubicBezTo>
                    <a:pt x="20689" y="10973"/>
                    <a:pt x="18502" y="7450"/>
                    <a:pt x="17681" y="6815"/>
                  </a:cubicBezTo>
                  <a:close/>
                  <a:moveTo>
                    <a:pt x="9889" y="5140"/>
                  </a:moveTo>
                  <a:cubicBezTo>
                    <a:pt x="9889" y="5140"/>
                    <a:pt x="9889" y="5140"/>
                    <a:pt x="9889" y="5140"/>
                  </a:cubicBezTo>
                  <a:cubicBezTo>
                    <a:pt x="13170" y="5140"/>
                    <a:pt x="15904" y="3985"/>
                    <a:pt x="15904" y="2599"/>
                  </a:cubicBezTo>
                  <a:cubicBezTo>
                    <a:pt x="15904" y="1155"/>
                    <a:pt x="13170" y="0"/>
                    <a:pt x="9889" y="0"/>
                  </a:cubicBezTo>
                  <a:cubicBezTo>
                    <a:pt x="9889" y="0"/>
                    <a:pt x="9889" y="0"/>
                    <a:pt x="9889" y="0"/>
                  </a:cubicBezTo>
                  <a:cubicBezTo>
                    <a:pt x="6471" y="0"/>
                    <a:pt x="3737" y="1155"/>
                    <a:pt x="3737" y="2599"/>
                  </a:cubicBezTo>
                  <a:cubicBezTo>
                    <a:pt x="3737" y="3985"/>
                    <a:pt x="6471" y="5140"/>
                    <a:pt x="9889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54" name="Freeform 20">
              <a:extLst>
                <a:ext uri="{FF2B5EF4-FFF2-40B4-BE49-F238E27FC236}">
                  <a16:creationId xmlns:a16="http://schemas.microsoft.com/office/drawing/2014/main" id="{063ABAC3-13CC-BE4D-4031-3EE468C9359F}"/>
                </a:ext>
              </a:extLst>
            </p:cNvPr>
            <p:cNvSpPr/>
            <p:nvPr/>
          </p:nvSpPr>
          <p:spPr>
            <a:xfrm>
              <a:off x="1950395" y="0"/>
              <a:ext cx="313923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33" h="21600" extrusionOk="0">
                  <a:moveTo>
                    <a:pt x="17492" y="6815"/>
                  </a:moveTo>
                  <a:cubicBezTo>
                    <a:pt x="17085" y="6526"/>
                    <a:pt x="15998" y="6064"/>
                    <a:pt x="14640" y="6064"/>
                  </a:cubicBezTo>
                  <a:cubicBezTo>
                    <a:pt x="12874" y="6064"/>
                    <a:pt x="11379" y="8143"/>
                    <a:pt x="9749" y="8143"/>
                  </a:cubicBezTo>
                  <a:cubicBezTo>
                    <a:pt x="8255" y="8143"/>
                    <a:pt x="6625" y="6064"/>
                    <a:pt x="4994" y="6064"/>
                  </a:cubicBezTo>
                  <a:cubicBezTo>
                    <a:pt x="3636" y="6064"/>
                    <a:pt x="2413" y="6526"/>
                    <a:pt x="2006" y="6815"/>
                  </a:cubicBezTo>
                  <a:cubicBezTo>
                    <a:pt x="1191" y="7450"/>
                    <a:pt x="-983" y="10973"/>
                    <a:pt x="511" y="12013"/>
                  </a:cubicBezTo>
                  <a:cubicBezTo>
                    <a:pt x="919" y="12244"/>
                    <a:pt x="1326" y="12590"/>
                    <a:pt x="2006" y="12879"/>
                  </a:cubicBezTo>
                  <a:cubicBezTo>
                    <a:pt x="919" y="14207"/>
                    <a:pt x="647" y="15189"/>
                    <a:pt x="1191" y="15709"/>
                  </a:cubicBezTo>
                  <a:cubicBezTo>
                    <a:pt x="1734" y="16229"/>
                    <a:pt x="3364" y="16749"/>
                    <a:pt x="5809" y="16980"/>
                  </a:cubicBezTo>
                  <a:cubicBezTo>
                    <a:pt x="6489" y="20503"/>
                    <a:pt x="7304" y="21600"/>
                    <a:pt x="9749" y="21600"/>
                  </a:cubicBezTo>
                  <a:cubicBezTo>
                    <a:pt x="12194" y="21600"/>
                    <a:pt x="13009" y="20503"/>
                    <a:pt x="13825" y="16980"/>
                  </a:cubicBezTo>
                  <a:cubicBezTo>
                    <a:pt x="16270" y="16749"/>
                    <a:pt x="17764" y="16229"/>
                    <a:pt x="18443" y="15709"/>
                  </a:cubicBezTo>
                  <a:cubicBezTo>
                    <a:pt x="18987" y="15189"/>
                    <a:pt x="18579" y="14207"/>
                    <a:pt x="17628" y="12879"/>
                  </a:cubicBezTo>
                  <a:cubicBezTo>
                    <a:pt x="18308" y="12590"/>
                    <a:pt x="18715" y="12244"/>
                    <a:pt x="19123" y="12013"/>
                  </a:cubicBezTo>
                  <a:cubicBezTo>
                    <a:pt x="20617" y="10973"/>
                    <a:pt x="18443" y="7450"/>
                    <a:pt x="17492" y="6815"/>
                  </a:cubicBezTo>
                  <a:close/>
                  <a:moveTo>
                    <a:pt x="9749" y="5140"/>
                  </a:moveTo>
                  <a:cubicBezTo>
                    <a:pt x="9749" y="5140"/>
                    <a:pt x="9749" y="5140"/>
                    <a:pt x="9749" y="5140"/>
                  </a:cubicBezTo>
                  <a:cubicBezTo>
                    <a:pt x="13145" y="5140"/>
                    <a:pt x="15862" y="3985"/>
                    <a:pt x="15862" y="2599"/>
                  </a:cubicBezTo>
                  <a:cubicBezTo>
                    <a:pt x="15862" y="1155"/>
                    <a:pt x="13145" y="0"/>
                    <a:pt x="9749" y="0"/>
                  </a:cubicBezTo>
                  <a:cubicBezTo>
                    <a:pt x="9749" y="0"/>
                    <a:pt x="9749" y="0"/>
                    <a:pt x="9749" y="0"/>
                  </a:cubicBezTo>
                  <a:cubicBezTo>
                    <a:pt x="6489" y="0"/>
                    <a:pt x="3772" y="1155"/>
                    <a:pt x="3772" y="2599"/>
                  </a:cubicBezTo>
                  <a:cubicBezTo>
                    <a:pt x="3772" y="3985"/>
                    <a:pt x="6489" y="5140"/>
                    <a:pt x="9749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55" name="Freeform 21">
              <a:extLst>
                <a:ext uri="{FF2B5EF4-FFF2-40B4-BE49-F238E27FC236}">
                  <a16:creationId xmlns:a16="http://schemas.microsoft.com/office/drawing/2014/main" id="{621181CD-6AC8-7345-26A3-4AB31C7D790F}"/>
                </a:ext>
              </a:extLst>
            </p:cNvPr>
            <p:cNvSpPr/>
            <p:nvPr/>
          </p:nvSpPr>
          <p:spPr>
            <a:xfrm>
              <a:off x="2341673" y="0"/>
              <a:ext cx="311253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22" h="21600" extrusionOk="0">
                  <a:moveTo>
                    <a:pt x="17603" y="6815"/>
                  </a:moveTo>
                  <a:cubicBezTo>
                    <a:pt x="17193" y="6526"/>
                    <a:pt x="15963" y="6064"/>
                    <a:pt x="14733" y="6064"/>
                  </a:cubicBezTo>
                  <a:cubicBezTo>
                    <a:pt x="12955" y="6064"/>
                    <a:pt x="11315" y="8143"/>
                    <a:pt x="9811" y="8143"/>
                  </a:cubicBezTo>
                  <a:cubicBezTo>
                    <a:pt x="8170" y="8143"/>
                    <a:pt x="6667" y="6064"/>
                    <a:pt x="4889" y="6064"/>
                  </a:cubicBezTo>
                  <a:cubicBezTo>
                    <a:pt x="3659" y="6064"/>
                    <a:pt x="2429" y="6526"/>
                    <a:pt x="2019" y="6815"/>
                  </a:cubicBezTo>
                  <a:cubicBezTo>
                    <a:pt x="1198" y="7450"/>
                    <a:pt x="-989" y="10973"/>
                    <a:pt x="515" y="12013"/>
                  </a:cubicBezTo>
                  <a:cubicBezTo>
                    <a:pt x="788" y="12244"/>
                    <a:pt x="1335" y="12590"/>
                    <a:pt x="1882" y="12879"/>
                  </a:cubicBezTo>
                  <a:cubicBezTo>
                    <a:pt x="925" y="14207"/>
                    <a:pt x="515" y="15189"/>
                    <a:pt x="1198" y="15709"/>
                  </a:cubicBezTo>
                  <a:cubicBezTo>
                    <a:pt x="1745" y="16229"/>
                    <a:pt x="3386" y="16749"/>
                    <a:pt x="5710" y="16980"/>
                  </a:cubicBezTo>
                  <a:cubicBezTo>
                    <a:pt x="6530" y="20503"/>
                    <a:pt x="7350" y="21600"/>
                    <a:pt x="9811" y="21600"/>
                  </a:cubicBezTo>
                  <a:cubicBezTo>
                    <a:pt x="12272" y="21600"/>
                    <a:pt x="13092" y="20503"/>
                    <a:pt x="13912" y="16980"/>
                  </a:cubicBezTo>
                  <a:cubicBezTo>
                    <a:pt x="16236" y="16749"/>
                    <a:pt x="17877" y="16229"/>
                    <a:pt x="18424" y="15709"/>
                  </a:cubicBezTo>
                  <a:cubicBezTo>
                    <a:pt x="19107" y="15189"/>
                    <a:pt x="18697" y="14207"/>
                    <a:pt x="17740" y="12879"/>
                  </a:cubicBezTo>
                  <a:cubicBezTo>
                    <a:pt x="18287" y="12590"/>
                    <a:pt x="18834" y="12244"/>
                    <a:pt x="19107" y="12013"/>
                  </a:cubicBezTo>
                  <a:cubicBezTo>
                    <a:pt x="20611" y="10973"/>
                    <a:pt x="18424" y="7450"/>
                    <a:pt x="17603" y="6815"/>
                  </a:cubicBezTo>
                  <a:close/>
                  <a:moveTo>
                    <a:pt x="9811" y="5140"/>
                  </a:moveTo>
                  <a:cubicBezTo>
                    <a:pt x="9811" y="5140"/>
                    <a:pt x="9811" y="5140"/>
                    <a:pt x="9811" y="5140"/>
                  </a:cubicBezTo>
                  <a:cubicBezTo>
                    <a:pt x="13229" y="5140"/>
                    <a:pt x="15826" y="3985"/>
                    <a:pt x="15826" y="2599"/>
                  </a:cubicBezTo>
                  <a:cubicBezTo>
                    <a:pt x="15826" y="1155"/>
                    <a:pt x="13229" y="0"/>
                    <a:pt x="9811" y="0"/>
                  </a:cubicBezTo>
                  <a:cubicBezTo>
                    <a:pt x="9811" y="0"/>
                    <a:pt x="9811" y="0"/>
                    <a:pt x="9811" y="0"/>
                  </a:cubicBezTo>
                  <a:cubicBezTo>
                    <a:pt x="6393" y="0"/>
                    <a:pt x="3659" y="1155"/>
                    <a:pt x="3659" y="2599"/>
                  </a:cubicBezTo>
                  <a:cubicBezTo>
                    <a:pt x="3659" y="3985"/>
                    <a:pt x="6393" y="5140"/>
                    <a:pt x="9811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56" name="Freeform 22">
              <a:extLst>
                <a:ext uri="{FF2B5EF4-FFF2-40B4-BE49-F238E27FC236}">
                  <a16:creationId xmlns:a16="http://schemas.microsoft.com/office/drawing/2014/main" id="{AE3A1332-60F9-8B13-8F67-D866263728C4}"/>
                </a:ext>
              </a:extLst>
            </p:cNvPr>
            <p:cNvSpPr/>
            <p:nvPr/>
          </p:nvSpPr>
          <p:spPr>
            <a:xfrm>
              <a:off x="2730248" y="0"/>
              <a:ext cx="313955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35" h="21600" extrusionOk="0">
                  <a:moveTo>
                    <a:pt x="17628" y="6815"/>
                  </a:moveTo>
                  <a:cubicBezTo>
                    <a:pt x="17085" y="6526"/>
                    <a:pt x="15998" y="6064"/>
                    <a:pt x="14640" y="6064"/>
                  </a:cubicBezTo>
                  <a:cubicBezTo>
                    <a:pt x="12874" y="6064"/>
                    <a:pt x="11379" y="8143"/>
                    <a:pt x="9749" y="8143"/>
                  </a:cubicBezTo>
                  <a:cubicBezTo>
                    <a:pt x="8255" y="8143"/>
                    <a:pt x="6625" y="6064"/>
                    <a:pt x="4994" y="6064"/>
                  </a:cubicBezTo>
                  <a:cubicBezTo>
                    <a:pt x="3636" y="6064"/>
                    <a:pt x="2549" y="6526"/>
                    <a:pt x="2006" y="6815"/>
                  </a:cubicBezTo>
                  <a:cubicBezTo>
                    <a:pt x="1191" y="7450"/>
                    <a:pt x="-983" y="10973"/>
                    <a:pt x="511" y="12013"/>
                  </a:cubicBezTo>
                  <a:cubicBezTo>
                    <a:pt x="919" y="12244"/>
                    <a:pt x="1326" y="12590"/>
                    <a:pt x="2006" y="12879"/>
                  </a:cubicBezTo>
                  <a:cubicBezTo>
                    <a:pt x="919" y="14207"/>
                    <a:pt x="647" y="15189"/>
                    <a:pt x="1191" y="15709"/>
                  </a:cubicBezTo>
                  <a:cubicBezTo>
                    <a:pt x="1870" y="16229"/>
                    <a:pt x="3364" y="16749"/>
                    <a:pt x="5809" y="16980"/>
                  </a:cubicBezTo>
                  <a:cubicBezTo>
                    <a:pt x="6625" y="20503"/>
                    <a:pt x="7304" y="21600"/>
                    <a:pt x="9749" y="21600"/>
                  </a:cubicBezTo>
                  <a:cubicBezTo>
                    <a:pt x="12194" y="21600"/>
                    <a:pt x="13009" y="20503"/>
                    <a:pt x="13825" y="16980"/>
                  </a:cubicBezTo>
                  <a:cubicBezTo>
                    <a:pt x="16270" y="16749"/>
                    <a:pt x="17764" y="16229"/>
                    <a:pt x="18443" y="15709"/>
                  </a:cubicBezTo>
                  <a:cubicBezTo>
                    <a:pt x="18987" y="15189"/>
                    <a:pt x="18715" y="14207"/>
                    <a:pt x="17628" y="12879"/>
                  </a:cubicBezTo>
                  <a:cubicBezTo>
                    <a:pt x="18308" y="12590"/>
                    <a:pt x="18715" y="12244"/>
                    <a:pt x="19123" y="12013"/>
                  </a:cubicBezTo>
                  <a:cubicBezTo>
                    <a:pt x="20617" y="10973"/>
                    <a:pt x="18443" y="7450"/>
                    <a:pt x="17628" y="6815"/>
                  </a:cubicBezTo>
                  <a:close/>
                  <a:moveTo>
                    <a:pt x="9749" y="5140"/>
                  </a:moveTo>
                  <a:cubicBezTo>
                    <a:pt x="9885" y="5140"/>
                    <a:pt x="9885" y="5140"/>
                    <a:pt x="9885" y="5140"/>
                  </a:cubicBezTo>
                  <a:cubicBezTo>
                    <a:pt x="13145" y="5140"/>
                    <a:pt x="15862" y="3985"/>
                    <a:pt x="15862" y="2599"/>
                  </a:cubicBezTo>
                  <a:cubicBezTo>
                    <a:pt x="15862" y="1155"/>
                    <a:pt x="13145" y="0"/>
                    <a:pt x="9885" y="0"/>
                  </a:cubicBezTo>
                  <a:cubicBezTo>
                    <a:pt x="9749" y="0"/>
                    <a:pt x="9749" y="0"/>
                    <a:pt x="9749" y="0"/>
                  </a:cubicBezTo>
                  <a:cubicBezTo>
                    <a:pt x="6489" y="0"/>
                    <a:pt x="3772" y="1155"/>
                    <a:pt x="3772" y="2599"/>
                  </a:cubicBezTo>
                  <a:cubicBezTo>
                    <a:pt x="3772" y="3985"/>
                    <a:pt x="6489" y="5140"/>
                    <a:pt x="9749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57" name="Freeform 23">
              <a:extLst>
                <a:ext uri="{FF2B5EF4-FFF2-40B4-BE49-F238E27FC236}">
                  <a16:creationId xmlns:a16="http://schemas.microsoft.com/office/drawing/2014/main" id="{B78AB6D3-41CF-DC14-197F-DD6646832AFA}"/>
                </a:ext>
              </a:extLst>
            </p:cNvPr>
            <p:cNvSpPr/>
            <p:nvPr/>
          </p:nvSpPr>
          <p:spPr>
            <a:xfrm>
              <a:off x="3121525" y="0"/>
              <a:ext cx="311253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22" h="21600" extrusionOk="0">
                  <a:moveTo>
                    <a:pt x="17603" y="6815"/>
                  </a:moveTo>
                  <a:cubicBezTo>
                    <a:pt x="17193" y="6526"/>
                    <a:pt x="15963" y="6064"/>
                    <a:pt x="14733" y="6064"/>
                  </a:cubicBezTo>
                  <a:cubicBezTo>
                    <a:pt x="12955" y="6064"/>
                    <a:pt x="11452" y="8143"/>
                    <a:pt x="9811" y="8143"/>
                  </a:cubicBezTo>
                  <a:cubicBezTo>
                    <a:pt x="8170" y="8143"/>
                    <a:pt x="6667" y="6064"/>
                    <a:pt x="4889" y="6064"/>
                  </a:cubicBezTo>
                  <a:cubicBezTo>
                    <a:pt x="3659" y="6064"/>
                    <a:pt x="2429" y="6526"/>
                    <a:pt x="2019" y="6815"/>
                  </a:cubicBezTo>
                  <a:cubicBezTo>
                    <a:pt x="1198" y="7450"/>
                    <a:pt x="-989" y="10973"/>
                    <a:pt x="515" y="12013"/>
                  </a:cubicBezTo>
                  <a:cubicBezTo>
                    <a:pt x="788" y="12244"/>
                    <a:pt x="1335" y="12590"/>
                    <a:pt x="1882" y="12879"/>
                  </a:cubicBezTo>
                  <a:cubicBezTo>
                    <a:pt x="925" y="14207"/>
                    <a:pt x="515" y="15189"/>
                    <a:pt x="1198" y="15709"/>
                  </a:cubicBezTo>
                  <a:cubicBezTo>
                    <a:pt x="1745" y="16229"/>
                    <a:pt x="3386" y="16749"/>
                    <a:pt x="5710" y="16980"/>
                  </a:cubicBezTo>
                  <a:cubicBezTo>
                    <a:pt x="6530" y="20503"/>
                    <a:pt x="7350" y="21600"/>
                    <a:pt x="9811" y="21600"/>
                  </a:cubicBezTo>
                  <a:cubicBezTo>
                    <a:pt x="12272" y="21600"/>
                    <a:pt x="13092" y="20503"/>
                    <a:pt x="13912" y="16980"/>
                  </a:cubicBezTo>
                  <a:cubicBezTo>
                    <a:pt x="16236" y="16749"/>
                    <a:pt x="17877" y="16229"/>
                    <a:pt x="18424" y="15709"/>
                  </a:cubicBezTo>
                  <a:cubicBezTo>
                    <a:pt x="19107" y="15189"/>
                    <a:pt x="18697" y="14207"/>
                    <a:pt x="17740" y="12879"/>
                  </a:cubicBezTo>
                  <a:cubicBezTo>
                    <a:pt x="18287" y="12590"/>
                    <a:pt x="18834" y="12244"/>
                    <a:pt x="19107" y="12013"/>
                  </a:cubicBezTo>
                  <a:cubicBezTo>
                    <a:pt x="20611" y="10973"/>
                    <a:pt x="18424" y="7450"/>
                    <a:pt x="17603" y="6815"/>
                  </a:cubicBezTo>
                  <a:close/>
                  <a:moveTo>
                    <a:pt x="9811" y="5140"/>
                  </a:moveTo>
                  <a:cubicBezTo>
                    <a:pt x="9811" y="5140"/>
                    <a:pt x="9811" y="5140"/>
                    <a:pt x="9811" y="5140"/>
                  </a:cubicBezTo>
                  <a:cubicBezTo>
                    <a:pt x="13229" y="5140"/>
                    <a:pt x="15826" y="3985"/>
                    <a:pt x="15826" y="2599"/>
                  </a:cubicBezTo>
                  <a:cubicBezTo>
                    <a:pt x="15826" y="1155"/>
                    <a:pt x="13229" y="0"/>
                    <a:pt x="9811" y="0"/>
                  </a:cubicBezTo>
                  <a:cubicBezTo>
                    <a:pt x="9811" y="0"/>
                    <a:pt x="9811" y="0"/>
                    <a:pt x="9811" y="0"/>
                  </a:cubicBezTo>
                  <a:cubicBezTo>
                    <a:pt x="6393" y="0"/>
                    <a:pt x="3796" y="1155"/>
                    <a:pt x="3796" y="2599"/>
                  </a:cubicBezTo>
                  <a:cubicBezTo>
                    <a:pt x="3796" y="3985"/>
                    <a:pt x="6393" y="5140"/>
                    <a:pt x="9811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58" name="Freeform 24">
              <a:extLst>
                <a:ext uri="{FF2B5EF4-FFF2-40B4-BE49-F238E27FC236}">
                  <a16:creationId xmlns:a16="http://schemas.microsoft.com/office/drawing/2014/main" id="{4A9CF289-C7F3-F3F5-3A7A-BFFD422173EF}"/>
                </a:ext>
              </a:extLst>
            </p:cNvPr>
            <p:cNvSpPr/>
            <p:nvPr/>
          </p:nvSpPr>
          <p:spPr>
            <a:xfrm>
              <a:off x="3510101" y="0"/>
              <a:ext cx="313955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35" h="21600" extrusionOk="0">
                  <a:moveTo>
                    <a:pt x="17628" y="6815"/>
                  </a:moveTo>
                  <a:cubicBezTo>
                    <a:pt x="17221" y="6526"/>
                    <a:pt x="15998" y="6064"/>
                    <a:pt x="14640" y="6064"/>
                  </a:cubicBezTo>
                  <a:cubicBezTo>
                    <a:pt x="13009" y="6064"/>
                    <a:pt x="11379" y="8143"/>
                    <a:pt x="9885" y="8143"/>
                  </a:cubicBezTo>
                  <a:cubicBezTo>
                    <a:pt x="8255" y="8143"/>
                    <a:pt x="6760" y="6064"/>
                    <a:pt x="4994" y="6064"/>
                  </a:cubicBezTo>
                  <a:cubicBezTo>
                    <a:pt x="3636" y="6064"/>
                    <a:pt x="2549" y="6526"/>
                    <a:pt x="2006" y="6815"/>
                  </a:cubicBezTo>
                  <a:cubicBezTo>
                    <a:pt x="1191" y="7450"/>
                    <a:pt x="-983" y="10973"/>
                    <a:pt x="511" y="12013"/>
                  </a:cubicBezTo>
                  <a:cubicBezTo>
                    <a:pt x="919" y="12244"/>
                    <a:pt x="1326" y="12590"/>
                    <a:pt x="2006" y="12879"/>
                  </a:cubicBezTo>
                  <a:cubicBezTo>
                    <a:pt x="1055" y="14207"/>
                    <a:pt x="647" y="15189"/>
                    <a:pt x="1191" y="15709"/>
                  </a:cubicBezTo>
                  <a:cubicBezTo>
                    <a:pt x="1870" y="16229"/>
                    <a:pt x="3364" y="16749"/>
                    <a:pt x="5809" y="16980"/>
                  </a:cubicBezTo>
                  <a:cubicBezTo>
                    <a:pt x="6625" y="20503"/>
                    <a:pt x="7440" y="21600"/>
                    <a:pt x="9885" y="21600"/>
                  </a:cubicBezTo>
                  <a:cubicBezTo>
                    <a:pt x="12330" y="21600"/>
                    <a:pt x="13009" y="20503"/>
                    <a:pt x="13825" y="16980"/>
                  </a:cubicBezTo>
                  <a:cubicBezTo>
                    <a:pt x="16270" y="16749"/>
                    <a:pt x="17764" y="16229"/>
                    <a:pt x="18443" y="15709"/>
                  </a:cubicBezTo>
                  <a:cubicBezTo>
                    <a:pt x="18987" y="15189"/>
                    <a:pt x="18715" y="14207"/>
                    <a:pt x="17628" y="12879"/>
                  </a:cubicBezTo>
                  <a:cubicBezTo>
                    <a:pt x="18308" y="12590"/>
                    <a:pt x="18715" y="12244"/>
                    <a:pt x="19123" y="12013"/>
                  </a:cubicBezTo>
                  <a:cubicBezTo>
                    <a:pt x="20617" y="10973"/>
                    <a:pt x="18443" y="7450"/>
                    <a:pt x="17628" y="6815"/>
                  </a:cubicBezTo>
                  <a:close/>
                  <a:moveTo>
                    <a:pt x="9885" y="5140"/>
                  </a:moveTo>
                  <a:cubicBezTo>
                    <a:pt x="9885" y="5140"/>
                    <a:pt x="9885" y="5140"/>
                    <a:pt x="9885" y="5140"/>
                  </a:cubicBezTo>
                  <a:cubicBezTo>
                    <a:pt x="13145" y="5140"/>
                    <a:pt x="15862" y="3985"/>
                    <a:pt x="15862" y="2599"/>
                  </a:cubicBezTo>
                  <a:cubicBezTo>
                    <a:pt x="15862" y="1155"/>
                    <a:pt x="13145" y="0"/>
                    <a:pt x="9885" y="0"/>
                  </a:cubicBezTo>
                  <a:cubicBezTo>
                    <a:pt x="9885" y="0"/>
                    <a:pt x="9885" y="0"/>
                    <a:pt x="9885" y="0"/>
                  </a:cubicBezTo>
                  <a:cubicBezTo>
                    <a:pt x="6489" y="0"/>
                    <a:pt x="3772" y="1155"/>
                    <a:pt x="3772" y="2599"/>
                  </a:cubicBezTo>
                  <a:cubicBezTo>
                    <a:pt x="3772" y="3985"/>
                    <a:pt x="6489" y="5140"/>
                    <a:pt x="9885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59" name="Freeform 15">
              <a:extLst>
                <a:ext uri="{FF2B5EF4-FFF2-40B4-BE49-F238E27FC236}">
                  <a16:creationId xmlns:a16="http://schemas.microsoft.com/office/drawing/2014/main" id="{6E892441-21FE-FB0D-2241-DA34928B6F10}"/>
                </a:ext>
              </a:extLst>
            </p:cNvPr>
            <p:cNvSpPr/>
            <p:nvPr/>
          </p:nvSpPr>
          <p:spPr>
            <a:xfrm>
              <a:off x="-1" y="1008323"/>
              <a:ext cx="313327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700" h="21600" extrusionOk="0">
                  <a:moveTo>
                    <a:pt x="17681" y="6815"/>
                  </a:moveTo>
                  <a:cubicBezTo>
                    <a:pt x="17271" y="6526"/>
                    <a:pt x="16041" y="6064"/>
                    <a:pt x="14811" y="6064"/>
                  </a:cubicBezTo>
                  <a:cubicBezTo>
                    <a:pt x="13033" y="6064"/>
                    <a:pt x="11393" y="8143"/>
                    <a:pt x="9889" y="8143"/>
                  </a:cubicBezTo>
                  <a:cubicBezTo>
                    <a:pt x="8248" y="8143"/>
                    <a:pt x="6745" y="6064"/>
                    <a:pt x="4967" y="6064"/>
                  </a:cubicBezTo>
                  <a:cubicBezTo>
                    <a:pt x="3600" y="6064"/>
                    <a:pt x="2507" y="6526"/>
                    <a:pt x="2097" y="6815"/>
                  </a:cubicBezTo>
                  <a:cubicBezTo>
                    <a:pt x="1140" y="7450"/>
                    <a:pt x="-911" y="10973"/>
                    <a:pt x="456" y="12013"/>
                  </a:cubicBezTo>
                  <a:cubicBezTo>
                    <a:pt x="866" y="12244"/>
                    <a:pt x="1276" y="12590"/>
                    <a:pt x="1960" y="12879"/>
                  </a:cubicBezTo>
                  <a:cubicBezTo>
                    <a:pt x="1003" y="14207"/>
                    <a:pt x="593" y="15189"/>
                    <a:pt x="1140" y="15709"/>
                  </a:cubicBezTo>
                  <a:cubicBezTo>
                    <a:pt x="1823" y="16229"/>
                    <a:pt x="3464" y="16749"/>
                    <a:pt x="5788" y="16980"/>
                  </a:cubicBezTo>
                  <a:cubicBezTo>
                    <a:pt x="6608" y="20503"/>
                    <a:pt x="7428" y="21600"/>
                    <a:pt x="9889" y="21600"/>
                  </a:cubicBezTo>
                  <a:cubicBezTo>
                    <a:pt x="12350" y="21600"/>
                    <a:pt x="13170" y="20503"/>
                    <a:pt x="13990" y="16980"/>
                  </a:cubicBezTo>
                  <a:cubicBezTo>
                    <a:pt x="16314" y="16749"/>
                    <a:pt x="17955" y="16229"/>
                    <a:pt x="18502" y="15709"/>
                  </a:cubicBezTo>
                  <a:cubicBezTo>
                    <a:pt x="19048" y="15189"/>
                    <a:pt x="18775" y="14207"/>
                    <a:pt x="17681" y="12879"/>
                  </a:cubicBezTo>
                  <a:cubicBezTo>
                    <a:pt x="18365" y="12590"/>
                    <a:pt x="18775" y="12244"/>
                    <a:pt x="19185" y="12013"/>
                  </a:cubicBezTo>
                  <a:cubicBezTo>
                    <a:pt x="20689" y="10973"/>
                    <a:pt x="18502" y="7450"/>
                    <a:pt x="17681" y="6815"/>
                  </a:cubicBezTo>
                  <a:close/>
                  <a:moveTo>
                    <a:pt x="9889" y="5140"/>
                  </a:moveTo>
                  <a:cubicBezTo>
                    <a:pt x="9889" y="5140"/>
                    <a:pt x="9889" y="5140"/>
                    <a:pt x="9889" y="5140"/>
                  </a:cubicBezTo>
                  <a:cubicBezTo>
                    <a:pt x="13170" y="5140"/>
                    <a:pt x="15904" y="3985"/>
                    <a:pt x="15904" y="2599"/>
                  </a:cubicBezTo>
                  <a:cubicBezTo>
                    <a:pt x="15904" y="1155"/>
                    <a:pt x="13170" y="0"/>
                    <a:pt x="9889" y="0"/>
                  </a:cubicBezTo>
                  <a:cubicBezTo>
                    <a:pt x="9889" y="0"/>
                    <a:pt x="9889" y="0"/>
                    <a:pt x="9889" y="0"/>
                  </a:cubicBezTo>
                  <a:cubicBezTo>
                    <a:pt x="6471" y="0"/>
                    <a:pt x="3737" y="1155"/>
                    <a:pt x="3737" y="2599"/>
                  </a:cubicBezTo>
                  <a:cubicBezTo>
                    <a:pt x="3737" y="3985"/>
                    <a:pt x="6471" y="5140"/>
                    <a:pt x="9889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60" name="Freeform 16">
              <a:extLst>
                <a:ext uri="{FF2B5EF4-FFF2-40B4-BE49-F238E27FC236}">
                  <a16:creationId xmlns:a16="http://schemas.microsoft.com/office/drawing/2014/main" id="{5B45B75C-FF00-F6D8-57F2-E9CB62B679E7}"/>
                </a:ext>
              </a:extLst>
            </p:cNvPr>
            <p:cNvSpPr/>
            <p:nvPr/>
          </p:nvSpPr>
          <p:spPr>
            <a:xfrm>
              <a:off x="390663" y="1008323"/>
              <a:ext cx="312488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700" h="21600" extrusionOk="0">
                  <a:moveTo>
                    <a:pt x="17603" y="6815"/>
                  </a:moveTo>
                  <a:cubicBezTo>
                    <a:pt x="17193" y="6526"/>
                    <a:pt x="15963" y="6064"/>
                    <a:pt x="14733" y="6064"/>
                  </a:cubicBezTo>
                  <a:cubicBezTo>
                    <a:pt x="12955" y="6064"/>
                    <a:pt x="11452" y="8143"/>
                    <a:pt x="9811" y="8143"/>
                  </a:cubicBezTo>
                  <a:cubicBezTo>
                    <a:pt x="8307" y="8143"/>
                    <a:pt x="6667" y="6064"/>
                    <a:pt x="4889" y="6064"/>
                  </a:cubicBezTo>
                  <a:cubicBezTo>
                    <a:pt x="3659" y="6064"/>
                    <a:pt x="2429" y="6526"/>
                    <a:pt x="2019" y="6815"/>
                  </a:cubicBezTo>
                  <a:cubicBezTo>
                    <a:pt x="1198" y="7450"/>
                    <a:pt x="-989" y="10973"/>
                    <a:pt x="515" y="12013"/>
                  </a:cubicBezTo>
                  <a:cubicBezTo>
                    <a:pt x="788" y="12244"/>
                    <a:pt x="1335" y="12590"/>
                    <a:pt x="2019" y="12879"/>
                  </a:cubicBezTo>
                  <a:cubicBezTo>
                    <a:pt x="925" y="14207"/>
                    <a:pt x="515" y="15189"/>
                    <a:pt x="1198" y="15709"/>
                  </a:cubicBezTo>
                  <a:cubicBezTo>
                    <a:pt x="1745" y="16229"/>
                    <a:pt x="3386" y="16749"/>
                    <a:pt x="5710" y="16980"/>
                  </a:cubicBezTo>
                  <a:cubicBezTo>
                    <a:pt x="6530" y="20503"/>
                    <a:pt x="7350" y="21600"/>
                    <a:pt x="9811" y="21600"/>
                  </a:cubicBezTo>
                  <a:cubicBezTo>
                    <a:pt x="12272" y="21600"/>
                    <a:pt x="13092" y="20503"/>
                    <a:pt x="13912" y="16980"/>
                  </a:cubicBezTo>
                  <a:cubicBezTo>
                    <a:pt x="16236" y="16749"/>
                    <a:pt x="17877" y="16229"/>
                    <a:pt x="18560" y="15709"/>
                  </a:cubicBezTo>
                  <a:cubicBezTo>
                    <a:pt x="19107" y="15189"/>
                    <a:pt x="18697" y="14207"/>
                    <a:pt x="17740" y="12879"/>
                  </a:cubicBezTo>
                  <a:cubicBezTo>
                    <a:pt x="18424" y="12590"/>
                    <a:pt x="18834" y="12244"/>
                    <a:pt x="19244" y="12013"/>
                  </a:cubicBezTo>
                  <a:cubicBezTo>
                    <a:pt x="20611" y="10973"/>
                    <a:pt x="18560" y="7450"/>
                    <a:pt x="17603" y="6815"/>
                  </a:cubicBezTo>
                  <a:close/>
                  <a:moveTo>
                    <a:pt x="9811" y="5140"/>
                  </a:moveTo>
                  <a:cubicBezTo>
                    <a:pt x="9811" y="5140"/>
                    <a:pt x="9811" y="5140"/>
                    <a:pt x="9811" y="5140"/>
                  </a:cubicBezTo>
                  <a:cubicBezTo>
                    <a:pt x="13229" y="5140"/>
                    <a:pt x="15963" y="3985"/>
                    <a:pt x="15963" y="2599"/>
                  </a:cubicBezTo>
                  <a:cubicBezTo>
                    <a:pt x="15963" y="1155"/>
                    <a:pt x="13229" y="0"/>
                    <a:pt x="9811" y="0"/>
                  </a:cubicBezTo>
                  <a:cubicBezTo>
                    <a:pt x="9811" y="0"/>
                    <a:pt x="9811" y="0"/>
                    <a:pt x="9811" y="0"/>
                  </a:cubicBezTo>
                  <a:cubicBezTo>
                    <a:pt x="6530" y="0"/>
                    <a:pt x="3796" y="1155"/>
                    <a:pt x="3796" y="2599"/>
                  </a:cubicBezTo>
                  <a:cubicBezTo>
                    <a:pt x="3796" y="3985"/>
                    <a:pt x="6530" y="5140"/>
                    <a:pt x="9811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61" name="Freeform 17">
              <a:extLst>
                <a:ext uri="{FF2B5EF4-FFF2-40B4-BE49-F238E27FC236}">
                  <a16:creationId xmlns:a16="http://schemas.microsoft.com/office/drawing/2014/main" id="{CBB5E293-5561-73CD-2D21-D6E1C2D6BE99}"/>
                </a:ext>
              </a:extLst>
            </p:cNvPr>
            <p:cNvSpPr/>
            <p:nvPr/>
          </p:nvSpPr>
          <p:spPr>
            <a:xfrm>
              <a:off x="779852" y="1008323"/>
              <a:ext cx="313326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700" h="21600" extrusionOk="0">
                  <a:moveTo>
                    <a:pt x="17681" y="6815"/>
                  </a:moveTo>
                  <a:cubicBezTo>
                    <a:pt x="17271" y="6526"/>
                    <a:pt x="16041" y="6064"/>
                    <a:pt x="14811" y="6064"/>
                  </a:cubicBezTo>
                  <a:cubicBezTo>
                    <a:pt x="13033" y="6064"/>
                    <a:pt x="11393" y="8143"/>
                    <a:pt x="9889" y="8143"/>
                  </a:cubicBezTo>
                  <a:cubicBezTo>
                    <a:pt x="8248" y="8143"/>
                    <a:pt x="6745" y="6064"/>
                    <a:pt x="4967" y="6064"/>
                  </a:cubicBezTo>
                  <a:cubicBezTo>
                    <a:pt x="3737" y="6064"/>
                    <a:pt x="2507" y="6526"/>
                    <a:pt x="2097" y="6815"/>
                  </a:cubicBezTo>
                  <a:cubicBezTo>
                    <a:pt x="1140" y="7450"/>
                    <a:pt x="-911" y="10973"/>
                    <a:pt x="456" y="12013"/>
                  </a:cubicBezTo>
                  <a:cubicBezTo>
                    <a:pt x="866" y="12244"/>
                    <a:pt x="1276" y="12590"/>
                    <a:pt x="1960" y="12879"/>
                  </a:cubicBezTo>
                  <a:cubicBezTo>
                    <a:pt x="1003" y="14207"/>
                    <a:pt x="593" y="15189"/>
                    <a:pt x="1140" y="15709"/>
                  </a:cubicBezTo>
                  <a:cubicBezTo>
                    <a:pt x="1823" y="16229"/>
                    <a:pt x="3464" y="16749"/>
                    <a:pt x="5788" y="16980"/>
                  </a:cubicBezTo>
                  <a:cubicBezTo>
                    <a:pt x="6608" y="20503"/>
                    <a:pt x="7428" y="21600"/>
                    <a:pt x="9889" y="21600"/>
                  </a:cubicBezTo>
                  <a:cubicBezTo>
                    <a:pt x="12350" y="21600"/>
                    <a:pt x="13170" y="20503"/>
                    <a:pt x="13990" y="16980"/>
                  </a:cubicBezTo>
                  <a:cubicBezTo>
                    <a:pt x="16314" y="16749"/>
                    <a:pt x="17955" y="16229"/>
                    <a:pt x="18502" y="15709"/>
                  </a:cubicBezTo>
                  <a:cubicBezTo>
                    <a:pt x="19185" y="15189"/>
                    <a:pt x="18775" y="14207"/>
                    <a:pt x="17818" y="12879"/>
                  </a:cubicBezTo>
                  <a:cubicBezTo>
                    <a:pt x="18365" y="12590"/>
                    <a:pt x="18912" y="12244"/>
                    <a:pt x="19185" y="12013"/>
                  </a:cubicBezTo>
                  <a:cubicBezTo>
                    <a:pt x="20689" y="10973"/>
                    <a:pt x="18502" y="7450"/>
                    <a:pt x="17681" y="6815"/>
                  </a:cubicBezTo>
                  <a:close/>
                  <a:moveTo>
                    <a:pt x="9889" y="5140"/>
                  </a:moveTo>
                  <a:cubicBezTo>
                    <a:pt x="9889" y="5140"/>
                    <a:pt x="9889" y="5140"/>
                    <a:pt x="9889" y="5140"/>
                  </a:cubicBezTo>
                  <a:cubicBezTo>
                    <a:pt x="13170" y="5140"/>
                    <a:pt x="15904" y="3985"/>
                    <a:pt x="15904" y="2599"/>
                  </a:cubicBezTo>
                  <a:cubicBezTo>
                    <a:pt x="15904" y="1155"/>
                    <a:pt x="13170" y="0"/>
                    <a:pt x="9889" y="0"/>
                  </a:cubicBezTo>
                  <a:cubicBezTo>
                    <a:pt x="9889" y="0"/>
                    <a:pt x="9889" y="0"/>
                    <a:pt x="9889" y="0"/>
                  </a:cubicBezTo>
                  <a:cubicBezTo>
                    <a:pt x="6471" y="0"/>
                    <a:pt x="3737" y="1155"/>
                    <a:pt x="3737" y="2599"/>
                  </a:cubicBezTo>
                  <a:cubicBezTo>
                    <a:pt x="3737" y="3985"/>
                    <a:pt x="6471" y="5140"/>
                    <a:pt x="9889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62" name="Freeform 18">
              <a:extLst>
                <a:ext uri="{FF2B5EF4-FFF2-40B4-BE49-F238E27FC236}">
                  <a16:creationId xmlns:a16="http://schemas.microsoft.com/office/drawing/2014/main" id="{7C7070B9-E8AA-8956-8A59-ECBA7D5D5214}"/>
                </a:ext>
              </a:extLst>
            </p:cNvPr>
            <p:cNvSpPr/>
            <p:nvPr/>
          </p:nvSpPr>
          <p:spPr>
            <a:xfrm>
              <a:off x="1170542" y="1008323"/>
              <a:ext cx="313923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33" h="21600" extrusionOk="0">
                  <a:moveTo>
                    <a:pt x="17492" y="6815"/>
                  </a:moveTo>
                  <a:cubicBezTo>
                    <a:pt x="17085" y="6526"/>
                    <a:pt x="15998" y="6064"/>
                    <a:pt x="14640" y="6064"/>
                  </a:cubicBezTo>
                  <a:cubicBezTo>
                    <a:pt x="12874" y="6064"/>
                    <a:pt x="11379" y="8143"/>
                    <a:pt x="9749" y="8143"/>
                  </a:cubicBezTo>
                  <a:cubicBezTo>
                    <a:pt x="8255" y="8143"/>
                    <a:pt x="6625" y="6064"/>
                    <a:pt x="4859" y="6064"/>
                  </a:cubicBezTo>
                  <a:cubicBezTo>
                    <a:pt x="3636" y="6064"/>
                    <a:pt x="2413" y="6526"/>
                    <a:pt x="2006" y="6815"/>
                  </a:cubicBezTo>
                  <a:cubicBezTo>
                    <a:pt x="1191" y="7450"/>
                    <a:pt x="-983" y="10973"/>
                    <a:pt x="511" y="12013"/>
                  </a:cubicBezTo>
                  <a:cubicBezTo>
                    <a:pt x="919" y="12244"/>
                    <a:pt x="1326" y="12590"/>
                    <a:pt x="2006" y="12879"/>
                  </a:cubicBezTo>
                  <a:cubicBezTo>
                    <a:pt x="919" y="14207"/>
                    <a:pt x="647" y="15189"/>
                    <a:pt x="1191" y="15709"/>
                  </a:cubicBezTo>
                  <a:cubicBezTo>
                    <a:pt x="1734" y="16229"/>
                    <a:pt x="3364" y="16749"/>
                    <a:pt x="5674" y="16980"/>
                  </a:cubicBezTo>
                  <a:cubicBezTo>
                    <a:pt x="6489" y="20503"/>
                    <a:pt x="7304" y="21600"/>
                    <a:pt x="9749" y="21600"/>
                  </a:cubicBezTo>
                  <a:cubicBezTo>
                    <a:pt x="12194" y="21600"/>
                    <a:pt x="13009" y="20503"/>
                    <a:pt x="13825" y="16980"/>
                  </a:cubicBezTo>
                  <a:cubicBezTo>
                    <a:pt x="16270" y="16749"/>
                    <a:pt x="17764" y="16229"/>
                    <a:pt x="18443" y="15709"/>
                  </a:cubicBezTo>
                  <a:cubicBezTo>
                    <a:pt x="18987" y="15189"/>
                    <a:pt x="18579" y="14207"/>
                    <a:pt x="17628" y="12879"/>
                  </a:cubicBezTo>
                  <a:cubicBezTo>
                    <a:pt x="18308" y="12590"/>
                    <a:pt x="18715" y="12244"/>
                    <a:pt x="19123" y="12013"/>
                  </a:cubicBezTo>
                  <a:cubicBezTo>
                    <a:pt x="20617" y="10973"/>
                    <a:pt x="18443" y="7450"/>
                    <a:pt x="17492" y="6815"/>
                  </a:cubicBezTo>
                  <a:close/>
                  <a:moveTo>
                    <a:pt x="9749" y="5140"/>
                  </a:moveTo>
                  <a:cubicBezTo>
                    <a:pt x="9749" y="5140"/>
                    <a:pt x="9749" y="5140"/>
                    <a:pt x="9749" y="5140"/>
                  </a:cubicBezTo>
                  <a:cubicBezTo>
                    <a:pt x="13145" y="5140"/>
                    <a:pt x="15862" y="3985"/>
                    <a:pt x="15862" y="2599"/>
                  </a:cubicBezTo>
                  <a:cubicBezTo>
                    <a:pt x="15862" y="1155"/>
                    <a:pt x="13145" y="0"/>
                    <a:pt x="9749" y="0"/>
                  </a:cubicBezTo>
                  <a:cubicBezTo>
                    <a:pt x="9749" y="0"/>
                    <a:pt x="9749" y="0"/>
                    <a:pt x="9749" y="0"/>
                  </a:cubicBezTo>
                  <a:cubicBezTo>
                    <a:pt x="6489" y="0"/>
                    <a:pt x="3772" y="1155"/>
                    <a:pt x="3772" y="2599"/>
                  </a:cubicBezTo>
                  <a:cubicBezTo>
                    <a:pt x="3772" y="3985"/>
                    <a:pt x="6489" y="5140"/>
                    <a:pt x="9749" y="5140"/>
                  </a:cubicBezTo>
                  <a:close/>
                </a:path>
              </a:pathLst>
            </a:custGeom>
            <a:solidFill>
              <a:srgbClr val="EB672F"/>
            </a:solidFill>
            <a:ln w="12700" cap="flat">
              <a:solidFill>
                <a:srgbClr val="FFFFFF"/>
              </a:solidFill>
              <a:prstDash val="solid"/>
              <a:miter lim="8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FFFFFF"/>
                  </a:solidFill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  <a:sym typeface="Calibri"/>
              </a:endParaRPr>
            </a:p>
          </p:txBody>
        </p:sp>
        <p:sp>
          <p:nvSpPr>
            <p:cNvPr id="63" name="Freeform 19">
              <a:extLst>
                <a:ext uri="{FF2B5EF4-FFF2-40B4-BE49-F238E27FC236}">
                  <a16:creationId xmlns:a16="http://schemas.microsoft.com/office/drawing/2014/main" id="{93F2617D-2BBD-E475-CCF5-22C3BBDE0F6B}"/>
                </a:ext>
              </a:extLst>
            </p:cNvPr>
            <p:cNvSpPr/>
            <p:nvPr/>
          </p:nvSpPr>
          <p:spPr>
            <a:xfrm>
              <a:off x="1559704" y="1008323"/>
              <a:ext cx="313327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700" h="21600" extrusionOk="0">
                  <a:moveTo>
                    <a:pt x="17681" y="6815"/>
                  </a:moveTo>
                  <a:cubicBezTo>
                    <a:pt x="17271" y="6526"/>
                    <a:pt x="16041" y="6064"/>
                    <a:pt x="14811" y="6064"/>
                  </a:cubicBezTo>
                  <a:cubicBezTo>
                    <a:pt x="13033" y="6064"/>
                    <a:pt x="11393" y="8143"/>
                    <a:pt x="9889" y="8143"/>
                  </a:cubicBezTo>
                  <a:cubicBezTo>
                    <a:pt x="8248" y="8143"/>
                    <a:pt x="6745" y="6064"/>
                    <a:pt x="4967" y="6064"/>
                  </a:cubicBezTo>
                  <a:cubicBezTo>
                    <a:pt x="3737" y="6064"/>
                    <a:pt x="2507" y="6526"/>
                    <a:pt x="2097" y="6815"/>
                  </a:cubicBezTo>
                  <a:cubicBezTo>
                    <a:pt x="1140" y="7450"/>
                    <a:pt x="-911" y="10973"/>
                    <a:pt x="456" y="12013"/>
                  </a:cubicBezTo>
                  <a:cubicBezTo>
                    <a:pt x="866" y="12244"/>
                    <a:pt x="1413" y="12590"/>
                    <a:pt x="1960" y="12879"/>
                  </a:cubicBezTo>
                  <a:cubicBezTo>
                    <a:pt x="1003" y="14207"/>
                    <a:pt x="593" y="15189"/>
                    <a:pt x="1140" y="15709"/>
                  </a:cubicBezTo>
                  <a:cubicBezTo>
                    <a:pt x="1823" y="16229"/>
                    <a:pt x="3464" y="16749"/>
                    <a:pt x="5788" y="16980"/>
                  </a:cubicBezTo>
                  <a:cubicBezTo>
                    <a:pt x="6608" y="20503"/>
                    <a:pt x="7428" y="21600"/>
                    <a:pt x="9889" y="21600"/>
                  </a:cubicBezTo>
                  <a:cubicBezTo>
                    <a:pt x="12350" y="21600"/>
                    <a:pt x="13170" y="20503"/>
                    <a:pt x="13990" y="16980"/>
                  </a:cubicBezTo>
                  <a:cubicBezTo>
                    <a:pt x="16314" y="16749"/>
                    <a:pt x="17955" y="16229"/>
                    <a:pt x="18502" y="15709"/>
                  </a:cubicBezTo>
                  <a:cubicBezTo>
                    <a:pt x="19185" y="15189"/>
                    <a:pt x="18775" y="14207"/>
                    <a:pt x="17818" y="12879"/>
                  </a:cubicBezTo>
                  <a:cubicBezTo>
                    <a:pt x="18365" y="12590"/>
                    <a:pt x="18912" y="12244"/>
                    <a:pt x="19185" y="12013"/>
                  </a:cubicBezTo>
                  <a:cubicBezTo>
                    <a:pt x="20689" y="10973"/>
                    <a:pt x="18502" y="7450"/>
                    <a:pt x="17681" y="6815"/>
                  </a:cubicBezTo>
                  <a:close/>
                  <a:moveTo>
                    <a:pt x="9889" y="5140"/>
                  </a:moveTo>
                  <a:cubicBezTo>
                    <a:pt x="9889" y="5140"/>
                    <a:pt x="9889" y="5140"/>
                    <a:pt x="9889" y="5140"/>
                  </a:cubicBezTo>
                  <a:cubicBezTo>
                    <a:pt x="13170" y="5140"/>
                    <a:pt x="15904" y="3985"/>
                    <a:pt x="15904" y="2599"/>
                  </a:cubicBezTo>
                  <a:cubicBezTo>
                    <a:pt x="15904" y="1155"/>
                    <a:pt x="13170" y="0"/>
                    <a:pt x="9889" y="0"/>
                  </a:cubicBezTo>
                  <a:cubicBezTo>
                    <a:pt x="9889" y="0"/>
                    <a:pt x="9889" y="0"/>
                    <a:pt x="9889" y="0"/>
                  </a:cubicBezTo>
                  <a:cubicBezTo>
                    <a:pt x="6471" y="0"/>
                    <a:pt x="3737" y="1155"/>
                    <a:pt x="3737" y="2599"/>
                  </a:cubicBezTo>
                  <a:cubicBezTo>
                    <a:pt x="3737" y="3985"/>
                    <a:pt x="6471" y="5140"/>
                    <a:pt x="9889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64" name="Freeform 20">
              <a:extLst>
                <a:ext uri="{FF2B5EF4-FFF2-40B4-BE49-F238E27FC236}">
                  <a16:creationId xmlns:a16="http://schemas.microsoft.com/office/drawing/2014/main" id="{E26313C5-2D97-960F-518E-92388428F120}"/>
                </a:ext>
              </a:extLst>
            </p:cNvPr>
            <p:cNvSpPr/>
            <p:nvPr/>
          </p:nvSpPr>
          <p:spPr>
            <a:xfrm>
              <a:off x="1950394" y="1008323"/>
              <a:ext cx="313923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33" h="21600" extrusionOk="0">
                  <a:moveTo>
                    <a:pt x="17492" y="6815"/>
                  </a:moveTo>
                  <a:cubicBezTo>
                    <a:pt x="17085" y="6526"/>
                    <a:pt x="15998" y="6064"/>
                    <a:pt x="14640" y="6064"/>
                  </a:cubicBezTo>
                  <a:cubicBezTo>
                    <a:pt x="12874" y="6064"/>
                    <a:pt x="11379" y="8143"/>
                    <a:pt x="9749" y="8143"/>
                  </a:cubicBezTo>
                  <a:cubicBezTo>
                    <a:pt x="8255" y="8143"/>
                    <a:pt x="6625" y="6064"/>
                    <a:pt x="4994" y="6064"/>
                  </a:cubicBezTo>
                  <a:cubicBezTo>
                    <a:pt x="3636" y="6064"/>
                    <a:pt x="2413" y="6526"/>
                    <a:pt x="2006" y="6815"/>
                  </a:cubicBezTo>
                  <a:cubicBezTo>
                    <a:pt x="1191" y="7450"/>
                    <a:pt x="-983" y="10973"/>
                    <a:pt x="511" y="12013"/>
                  </a:cubicBezTo>
                  <a:cubicBezTo>
                    <a:pt x="919" y="12244"/>
                    <a:pt x="1326" y="12590"/>
                    <a:pt x="2006" y="12879"/>
                  </a:cubicBezTo>
                  <a:cubicBezTo>
                    <a:pt x="919" y="14207"/>
                    <a:pt x="647" y="15189"/>
                    <a:pt x="1191" y="15709"/>
                  </a:cubicBezTo>
                  <a:cubicBezTo>
                    <a:pt x="1734" y="16229"/>
                    <a:pt x="3364" y="16749"/>
                    <a:pt x="5809" y="16980"/>
                  </a:cubicBezTo>
                  <a:cubicBezTo>
                    <a:pt x="6489" y="20503"/>
                    <a:pt x="7304" y="21600"/>
                    <a:pt x="9749" y="21600"/>
                  </a:cubicBezTo>
                  <a:cubicBezTo>
                    <a:pt x="12194" y="21600"/>
                    <a:pt x="13009" y="20503"/>
                    <a:pt x="13825" y="16980"/>
                  </a:cubicBezTo>
                  <a:cubicBezTo>
                    <a:pt x="16270" y="16749"/>
                    <a:pt x="17764" y="16229"/>
                    <a:pt x="18443" y="15709"/>
                  </a:cubicBezTo>
                  <a:cubicBezTo>
                    <a:pt x="18987" y="15189"/>
                    <a:pt x="18579" y="14207"/>
                    <a:pt x="17628" y="12879"/>
                  </a:cubicBezTo>
                  <a:cubicBezTo>
                    <a:pt x="18308" y="12590"/>
                    <a:pt x="18715" y="12244"/>
                    <a:pt x="19123" y="12013"/>
                  </a:cubicBezTo>
                  <a:cubicBezTo>
                    <a:pt x="20617" y="10973"/>
                    <a:pt x="18443" y="7450"/>
                    <a:pt x="17492" y="6815"/>
                  </a:cubicBezTo>
                  <a:close/>
                  <a:moveTo>
                    <a:pt x="9749" y="5140"/>
                  </a:moveTo>
                  <a:cubicBezTo>
                    <a:pt x="9749" y="5140"/>
                    <a:pt x="9749" y="5140"/>
                    <a:pt x="9749" y="5140"/>
                  </a:cubicBezTo>
                  <a:cubicBezTo>
                    <a:pt x="13145" y="5140"/>
                    <a:pt x="15862" y="3985"/>
                    <a:pt x="15862" y="2599"/>
                  </a:cubicBezTo>
                  <a:cubicBezTo>
                    <a:pt x="15862" y="1155"/>
                    <a:pt x="13145" y="0"/>
                    <a:pt x="9749" y="0"/>
                  </a:cubicBezTo>
                  <a:cubicBezTo>
                    <a:pt x="9749" y="0"/>
                    <a:pt x="9749" y="0"/>
                    <a:pt x="9749" y="0"/>
                  </a:cubicBezTo>
                  <a:cubicBezTo>
                    <a:pt x="6489" y="0"/>
                    <a:pt x="3772" y="1155"/>
                    <a:pt x="3772" y="2599"/>
                  </a:cubicBezTo>
                  <a:cubicBezTo>
                    <a:pt x="3772" y="3985"/>
                    <a:pt x="6489" y="5140"/>
                    <a:pt x="9749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65" name="Freeform 21">
              <a:extLst>
                <a:ext uri="{FF2B5EF4-FFF2-40B4-BE49-F238E27FC236}">
                  <a16:creationId xmlns:a16="http://schemas.microsoft.com/office/drawing/2014/main" id="{DD02F289-6FD6-0623-2CF3-7B0A91BBFEEA}"/>
                </a:ext>
              </a:extLst>
            </p:cNvPr>
            <p:cNvSpPr/>
            <p:nvPr/>
          </p:nvSpPr>
          <p:spPr>
            <a:xfrm>
              <a:off x="2341673" y="1008323"/>
              <a:ext cx="311253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22" h="21600" extrusionOk="0">
                  <a:moveTo>
                    <a:pt x="17603" y="6815"/>
                  </a:moveTo>
                  <a:cubicBezTo>
                    <a:pt x="17193" y="6526"/>
                    <a:pt x="15963" y="6064"/>
                    <a:pt x="14733" y="6064"/>
                  </a:cubicBezTo>
                  <a:cubicBezTo>
                    <a:pt x="12955" y="6064"/>
                    <a:pt x="11315" y="8143"/>
                    <a:pt x="9811" y="8143"/>
                  </a:cubicBezTo>
                  <a:cubicBezTo>
                    <a:pt x="8170" y="8143"/>
                    <a:pt x="6667" y="6064"/>
                    <a:pt x="4889" y="6064"/>
                  </a:cubicBezTo>
                  <a:cubicBezTo>
                    <a:pt x="3659" y="6064"/>
                    <a:pt x="2429" y="6526"/>
                    <a:pt x="2019" y="6815"/>
                  </a:cubicBezTo>
                  <a:cubicBezTo>
                    <a:pt x="1198" y="7450"/>
                    <a:pt x="-989" y="10973"/>
                    <a:pt x="515" y="12013"/>
                  </a:cubicBezTo>
                  <a:cubicBezTo>
                    <a:pt x="788" y="12244"/>
                    <a:pt x="1335" y="12590"/>
                    <a:pt x="1882" y="12879"/>
                  </a:cubicBezTo>
                  <a:cubicBezTo>
                    <a:pt x="925" y="14207"/>
                    <a:pt x="515" y="15189"/>
                    <a:pt x="1198" y="15709"/>
                  </a:cubicBezTo>
                  <a:cubicBezTo>
                    <a:pt x="1745" y="16229"/>
                    <a:pt x="3386" y="16749"/>
                    <a:pt x="5710" y="16980"/>
                  </a:cubicBezTo>
                  <a:cubicBezTo>
                    <a:pt x="6530" y="20503"/>
                    <a:pt x="7350" y="21600"/>
                    <a:pt x="9811" y="21600"/>
                  </a:cubicBezTo>
                  <a:cubicBezTo>
                    <a:pt x="12272" y="21600"/>
                    <a:pt x="13092" y="20503"/>
                    <a:pt x="13912" y="16980"/>
                  </a:cubicBezTo>
                  <a:cubicBezTo>
                    <a:pt x="16236" y="16749"/>
                    <a:pt x="17877" y="16229"/>
                    <a:pt x="18424" y="15709"/>
                  </a:cubicBezTo>
                  <a:cubicBezTo>
                    <a:pt x="19107" y="15189"/>
                    <a:pt x="18697" y="14207"/>
                    <a:pt x="17740" y="12879"/>
                  </a:cubicBezTo>
                  <a:cubicBezTo>
                    <a:pt x="18287" y="12590"/>
                    <a:pt x="18834" y="12244"/>
                    <a:pt x="19107" y="12013"/>
                  </a:cubicBezTo>
                  <a:cubicBezTo>
                    <a:pt x="20611" y="10973"/>
                    <a:pt x="18424" y="7450"/>
                    <a:pt x="17603" y="6815"/>
                  </a:cubicBezTo>
                  <a:close/>
                  <a:moveTo>
                    <a:pt x="9811" y="5140"/>
                  </a:moveTo>
                  <a:cubicBezTo>
                    <a:pt x="9811" y="5140"/>
                    <a:pt x="9811" y="5140"/>
                    <a:pt x="9811" y="5140"/>
                  </a:cubicBezTo>
                  <a:cubicBezTo>
                    <a:pt x="13229" y="5140"/>
                    <a:pt x="15826" y="3985"/>
                    <a:pt x="15826" y="2599"/>
                  </a:cubicBezTo>
                  <a:cubicBezTo>
                    <a:pt x="15826" y="1155"/>
                    <a:pt x="13229" y="0"/>
                    <a:pt x="9811" y="0"/>
                  </a:cubicBezTo>
                  <a:cubicBezTo>
                    <a:pt x="9811" y="0"/>
                    <a:pt x="9811" y="0"/>
                    <a:pt x="9811" y="0"/>
                  </a:cubicBezTo>
                  <a:cubicBezTo>
                    <a:pt x="6393" y="0"/>
                    <a:pt x="3659" y="1155"/>
                    <a:pt x="3659" y="2599"/>
                  </a:cubicBezTo>
                  <a:cubicBezTo>
                    <a:pt x="3659" y="3985"/>
                    <a:pt x="6393" y="5140"/>
                    <a:pt x="9811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66" name="Freeform 22">
              <a:extLst>
                <a:ext uri="{FF2B5EF4-FFF2-40B4-BE49-F238E27FC236}">
                  <a16:creationId xmlns:a16="http://schemas.microsoft.com/office/drawing/2014/main" id="{4EB82FD4-DE94-E175-19C3-FA1CED2757DD}"/>
                </a:ext>
              </a:extLst>
            </p:cNvPr>
            <p:cNvSpPr/>
            <p:nvPr/>
          </p:nvSpPr>
          <p:spPr>
            <a:xfrm>
              <a:off x="2730248" y="1008323"/>
              <a:ext cx="313955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35" h="21600" extrusionOk="0">
                  <a:moveTo>
                    <a:pt x="17628" y="6815"/>
                  </a:moveTo>
                  <a:cubicBezTo>
                    <a:pt x="17085" y="6526"/>
                    <a:pt x="15998" y="6064"/>
                    <a:pt x="14640" y="6064"/>
                  </a:cubicBezTo>
                  <a:cubicBezTo>
                    <a:pt x="12874" y="6064"/>
                    <a:pt x="11379" y="8143"/>
                    <a:pt x="9749" y="8143"/>
                  </a:cubicBezTo>
                  <a:cubicBezTo>
                    <a:pt x="8255" y="8143"/>
                    <a:pt x="6625" y="6064"/>
                    <a:pt x="4994" y="6064"/>
                  </a:cubicBezTo>
                  <a:cubicBezTo>
                    <a:pt x="3636" y="6064"/>
                    <a:pt x="2549" y="6526"/>
                    <a:pt x="2006" y="6815"/>
                  </a:cubicBezTo>
                  <a:cubicBezTo>
                    <a:pt x="1191" y="7450"/>
                    <a:pt x="-983" y="10973"/>
                    <a:pt x="511" y="12013"/>
                  </a:cubicBezTo>
                  <a:cubicBezTo>
                    <a:pt x="919" y="12244"/>
                    <a:pt x="1326" y="12590"/>
                    <a:pt x="2006" y="12879"/>
                  </a:cubicBezTo>
                  <a:cubicBezTo>
                    <a:pt x="919" y="14207"/>
                    <a:pt x="647" y="15189"/>
                    <a:pt x="1191" y="15709"/>
                  </a:cubicBezTo>
                  <a:cubicBezTo>
                    <a:pt x="1870" y="16229"/>
                    <a:pt x="3364" y="16749"/>
                    <a:pt x="5809" y="16980"/>
                  </a:cubicBezTo>
                  <a:cubicBezTo>
                    <a:pt x="6625" y="20503"/>
                    <a:pt x="7304" y="21600"/>
                    <a:pt x="9749" y="21600"/>
                  </a:cubicBezTo>
                  <a:cubicBezTo>
                    <a:pt x="12194" y="21600"/>
                    <a:pt x="13009" y="20503"/>
                    <a:pt x="13825" y="16980"/>
                  </a:cubicBezTo>
                  <a:cubicBezTo>
                    <a:pt x="16270" y="16749"/>
                    <a:pt x="17764" y="16229"/>
                    <a:pt x="18443" y="15709"/>
                  </a:cubicBezTo>
                  <a:cubicBezTo>
                    <a:pt x="18987" y="15189"/>
                    <a:pt x="18715" y="14207"/>
                    <a:pt x="17628" y="12879"/>
                  </a:cubicBezTo>
                  <a:cubicBezTo>
                    <a:pt x="18308" y="12590"/>
                    <a:pt x="18715" y="12244"/>
                    <a:pt x="19123" y="12013"/>
                  </a:cubicBezTo>
                  <a:cubicBezTo>
                    <a:pt x="20617" y="10973"/>
                    <a:pt x="18443" y="7450"/>
                    <a:pt x="17628" y="6815"/>
                  </a:cubicBezTo>
                  <a:close/>
                  <a:moveTo>
                    <a:pt x="9749" y="5140"/>
                  </a:moveTo>
                  <a:cubicBezTo>
                    <a:pt x="9885" y="5140"/>
                    <a:pt x="9885" y="5140"/>
                    <a:pt x="9885" y="5140"/>
                  </a:cubicBezTo>
                  <a:cubicBezTo>
                    <a:pt x="13145" y="5140"/>
                    <a:pt x="15862" y="3985"/>
                    <a:pt x="15862" y="2599"/>
                  </a:cubicBezTo>
                  <a:cubicBezTo>
                    <a:pt x="15862" y="1155"/>
                    <a:pt x="13145" y="0"/>
                    <a:pt x="9885" y="0"/>
                  </a:cubicBezTo>
                  <a:cubicBezTo>
                    <a:pt x="9749" y="0"/>
                    <a:pt x="9749" y="0"/>
                    <a:pt x="9749" y="0"/>
                  </a:cubicBezTo>
                  <a:cubicBezTo>
                    <a:pt x="6489" y="0"/>
                    <a:pt x="3772" y="1155"/>
                    <a:pt x="3772" y="2599"/>
                  </a:cubicBezTo>
                  <a:cubicBezTo>
                    <a:pt x="3772" y="3985"/>
                    <a:pt x="6489" y="5140"/>
                    <a:pt x="9749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67" name="Freeform 23">
              <a:extLst>
                <a:ext uri="{FF2B5EF4-FFF2-40B4-BE49-F238E27FC236}">
                  <a16:creationId xmlns:a16="http://schemas.microsoft.com/office/drawing/2014/main" id="{3C6005D4-3AD6-72D0-8870-24471F43ED03}"/>
                </a:ext>
              </a:extLst>
            </p:cNvPr>
            <p:cNvSpPr/>
            <p:nvPr/>
          </p:nvSpPr>
          <p:spPr>
            <a:xfrm>
              <a:off x="3121525" y="1008323"/>
              <a:ext cx="311253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22" h="21600" extrusionOk="0">
                  <a:moveTo>
                    <a:pt x="17603" y="6815"/>
                  </a:moveTo>
                  <a:cubicBezTo>
                    <a:pt x="17193" y="6526"/>
                    <a:pt x="15963" y="6064"/>
                    <a:pt x="14733" y="6064"/>
                  </a:cubicBezTo>
                  <a:cubicBezTo>
                    <a:pt x="12955" y="6064"/>
                    <a:pt x="11452" y="8143"/>
                    <a:pt x="9811" y="8143"/>
                  </a:cubicBezTo>
                  <a:cubicBezTo>
                    <a:pt x="8170" y="8143"/>
                    <a:pt x="6667" y="6064"/>
                    <a:pt x="4889" y="6064"/>
                  </a:cubicBezTo>
                  <a:cubicBezTo>
                    <a:pt x="3659" y="6064"/>
                    <a:pt x="2429" y="6526"/>
                    <a:pt x="2019" y="6815"/>
                  </a:cubicBezTo>
                  <a:cubicBezTo>
                    <a:pt x="1198" y="7450"/>
                    <a:pt x="-989" y="10973"/>
                    <a:pt x="515" y="12013"/>
                  </a:cubicBezTo>
                  <a:cubicBezTo>
                    <a:pt x="788" y="12244"/>
                    <a:pt x="1335" y="12590"/>
                    <a:pt x="1882" y="12879"/>
                  </a:cubicBezTo>
                  <a:cubicBezTo>
                    <a:pt x="925" y="14207"/>
                    <a:pt x="515" y="15189"/>
                    <a:pt x="1198" y="15709"/>
                  </a:cubicBezTo>
                  <a:cubicBezTo>
                    <a:pt x="1745" y="16229"/>
                    <a:pt x="3386" y="16749"/>
                    <a:pt x="5710" y="16980"/>
                  </a:cubicBezTo>
                  <a:cubicBezTo>
                    <a:pt x="6530" y="20503"/>
                    <a:pt x="7350" y="21600"/>
                    <a:pt x="9811" y="21600"/>
                  </a:cubicBezTo>
                  <a:cubicBezTo>
                    <a:pt x="12272" y="21600"/>
                    <a:pt x="13092" y="20503"/>
                    <a:pt x="13912" y="16980"/>
                  </a:cubicBezTo>
                  <a:cubicBezTo>
                    <a:pt x="16236" y="16749"/>
                    <a:pt x="17877" y="16229"/>
                    <a:pt x="18424" y="15709"/>
                  </a:cubicBezTo>
                  <a:cubicBezTo>
                    <a:pt x="19107" y="15189"/>
                    <a:pt x="18697" y="14207"/>
                    <a:pt x="17740" y="12879"/>
                  </a:cubicBezTo>
                  <a:cubicBezTo>
                    <a:pt x="18287" y="12590"/>
                    <a:pt x="18834" y="12244"/>
                    <a:pt x="19107" y="12013"/>
                  </a:cubicBezTo>
                  <a:cubicBezTo>
                    <a:pt x="20611" y="10973"/>
                    <a:pt x="18424" y="7450"/>
                    <a:pt x="17603" y="6815"/>
                  </a:cubicBezTo>
                  <a:close/>
                  <a:moveTo>
                    <a:pt x="9811" y="5140"/>
                  </a:moveTo>
                  <a:cubicBezTo>
                    <a:pt x="9811" y="5140"/>
                    <a:pt x="9811" y="5140"/>
                    <a:pt x="9811" y="5140"/>
                  </a:cubicBezTo>
                  <a:cubicBezTo>
                    <a:pt x="13229" y="5140"/>
                    <a:pt x="15826" y="3985"/>
                    <a:pt x="15826" y="2599"/>
                  </a:cubicBezTo>
                  <a:cubicBezTo>
                    <a:pt x="15826" y="1155"/>
                    <a:pt x="13229" y="0"/>
                    <a:pt x="9811" y="0"/>
                  </a:cubicBezTo>
                  <a:cubicBezTo>
                    <a:pt x="9811" y="0"/>
                    <a:pt x="9811" y="0"/>
                    <a:pt x="9811" y="0"/>
                  </a:cubicBezTo>
                  <a:cubicBezTo>
                    <a:pt x="6393" y="0"/>
                    <a:pt x="3796" y="1155"/>
                    <a:pt x="3796" y="2599"/>
                  </a:cubicBezTo>
                  <a:cubicBezTo>
                    <a:pt x="3796" y="3985"/>
                    <a:pt x="6393" y="5140"/>
                    <a:pt x="9811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68" name="Freeform 24">
              <a:extLst>
                <a:ext uri="{FF2B5EF4-FFF2-40B4-BE49-F238E27FC236}">
                  <a16:creationId xmlns:a16="http://schemas.microsoft.com/office/drawing/2014/main" id="{175F91D9-4CBF-A92A-20C0-102B27D42397}"/>
                </a:ext>
              </a:extLst>
            </p:cNvPr>
            <p:cNvSpPr/>
            <p:nvPr/>
          </p:nvSpPr>
          <p:spPr>
            <a:xfrm>
              <a:off x="3510101" y="1008323"/>
              <a:ext cx="313955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35" h="21600" extrusionOk="0">
                  <a:moveTo>
                    <a:pt x="17628" y="6815"/>
                  </a:moveTo>
                  <a:cubicBezTo>
                    <a:pt x="17221" y="6526"/>
                    <a:pt x="15998" y="6064"/>
                    <a:pt x="14640" y="6064"/>
                  </a:cubicBezTo>
                  <a:cubicBezTo>
                    <a:pt x="13009" y="6064"/>
                    <a:pt x="11379" y="8143"/>
                    <a:pt x="9885" y="8143"/>
                  </a:cubicBezTo>
                  <a:cubicBezTo>
                    <a:pt x="8255" y="8143"/>
                    <a:pt x="6760" y="6064"/>
                    <a:pt x="4994" y="6064"/>
                  </a:cubicBezTo>
                  <a:cubicBezTo>
                    <a:pt x="3636" y="6064"/>
                    <a:pt x="2549" y="6526"/>
                    <a:pt x="2006" y="6815"/>
                  </a:cubicBezTo>
                  <a:cubicBezTo>
                    <a:pt x="1191" y="7450"/>
                    <a:pt x="-983" y="10973"/>
                    <a:pt x="511" y="12013"/>
                  </a:cubicBezTo>
                  <a:cubicBezTo>
                    <a:pt x="919" y="12244"/>
                    <a:pt x="1326" y="12590"/>
                    <a:pt x="2006" y="12879"/>
                  </a:cubicBezTo>
                  <a:cubicBezTo>
                    <a:pt x="1055" y="14207"/>
                    <a:pt x="647" y="15189"/>
                    <a:pt x="1191" y="15709"/>
                  </a:cubicBezTo>
                  <a:cubicBezTo>
                    <a:pt x="1870" y="16229"/>
                    <a:pt x="3364" y="16749"/>
                    <a:pt x="5809" y="16980"/>
                  </a:cubicBezTo>
                  <a:cubicBezTo>
                    <a:pt x="6625" y="20503"/>
                    <a:pt x="7440" y="21600"/>
                    <a:pt x="9885" y="21600"/>
                  </a:cubicBezTo>
                  <a:cubicBezTo>
                    <a:pt x="12330" y="21600"/>
                    <a:pt x="13009" y="20503"/>
                    <a:pt x="13825" y="16980"/>
                  </a:cubicBezTo>
                  <a:cubicBezTo>
                    <a:pt x="16270" y="16749"/>
                    <a:pt x="17764" y="16229"/>
                    <a:pt x="18443" y="15709"/>
                  </a:cubicBezTo>
                  <a:cubicBezTo>
                    <a:pt x="18987" y="15189"/>
                    <a:pt x="18715" y="14207"/>
                    <a:pt x="17628" y="12879"/>
                  </a:cubicBezTo>
                  <a:cubicBezTo>
                    <a:pt x="18308" y="12590"/>
                    <a:pt x="18715" y="12244"/>
                    <a:pt x="19123" y="12013"/>
                  </a:cubicBezTo>
                  <a:cubicBezTo>
                    <a:pt x="20617" y="10973"/>
                    <a:pt x="18443" y="7450"/>
                    <a:pt x="17628" y="6815"/>
                  </a:cubicBezTo>
                  <a:close/>
                  <a:moveTo>
                    <a:pt x="9885" y="5140"/>
                  </a:moveTo>
                  <a:cubicBezTo>
                    <a:pt x="9885" y="5140"/>
                    <a:pt x="9885" y="5140"/>
                    <a:pt x="9885" y="5140"/>
                  </a:cubicBezTo>
                  <a:cubicBezTo>
                    <a:pt x="13145" y="5140"/>
                    <a:pt x="15862" y="3985"/>
                    <a:pt x="15862" y="2599"/>
                  </a:cubicBezTo>
                  <a:cubicBezTo>
                    <a:pt x="15862" y="1155"/>
                    <a:pt x="13145" y="0"/>
                    <a:pt x="9885" y="0"/>
                  </a:cubicBezTo>
                  <a:cubicBezTo>
                    <a:pt x="9885" y="0"/>
                    <a:pt x="9885" y="0"/>
                    <a:pt x="9885" y="0"/>
                  </a:cubicBezTo>
                  <a:cubicBezTo>
                    <a:pt x="6489" y="0"/>
                    <a:pt x="3772" y="1155"/>
                    <a:pt x="3772" y="2599"/>
                  </a:cubicBezTo>
                  <a:cubicBezTo>
                    <a:pt x="3772" y="3985"/>
                    <a:pt x="6489" y="5140"/>
                    <a:pt x="9885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482585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E5DCB7-9147-2F63-9BEF-8E33385E12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8AD0C85B-8DDB-97CD-D9D9-286CFA61D6C9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5A40D94-0397-3839-0BA4-45E7019A5450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9E6A139-D08C-087D-3B2B-C57A7B72BB83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76818945-5745-9388-9456-F46BF592989C}"/>
              </a:ext>
            </a:extLst>
          </p:cNvPr>
          <p:cNvGrpSpPr/>
          <p:nvPr/>
        </p:nvGrpSpPr>
        <p:grpSpPr>
          <a:xfrm>
            <a:off x="1497561" y="2567126"/>
            <a:ext cx="2306695" cy="2289089"/>
            <a:chOff x="1497561" y="2567126"/>
            <a:chExt cx="2306695" cy="2289089"/>
          </a:xfrm>
        </p:grpSpPr>
        <p:sp>
          <p:nvSpPr>
            <p:cNvPr id="2" name="Oval 117">
              <a:extLst>
                <a:ext uri="{FF2B5EF4-FFF2-40B4-BE49-F238E27FC236}">
                  <a16:creationId xmlns:a16="http://schemas.microsoft.com/office/drawing/2014/main" id="{B5359EF9-9C17-9241-28E2-F1B3B1D63AF9}"/>
                </a:ext>
              </a:extLst>
            </p:cNvPr>
            <p:cNvSpPr/>
            <p:nvPr/>
          </p:nvSpPr>
          <p:spPr>
            <a:xfrm>
              <a:off x="1497561" y="2567126"/>
              <a:ext cx="2288951" cy="2288951"/>
            </a:xfrm>
            <a:prstGeom prst="ellipse">
              <a:avLst/>
            </a:prstGeom>
            <a:solidFill>
              <a:srgbClr val="C8C8C8">
                <a:alpha val="50000"/>
              </a:srgbClr>
            </a:solidFill>
            <a:ln w="12700">
              <a:miter lim="400000"/>
            </a:ln>
          </p:spPr>
          <p:txBody>
            <a:bodyPr lIns="45719" rIns="45719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000">
                  <a:solidFill>
                    <a:srgbClr val="FFFFFF"/>
                  </a:solidFill>
                  <a:latin typeface="Roboto Regular"/>
                  <a:ea typeface="Roboto Regular"/>
                  <a:cs typeface="Roboto Regular"/>
                  <a:sym typeface="Roboto Regular"/>
                </a:defRPr>
              </a:pPr>
              <a:endParaRPr kumimoji="0" sz="1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Regular"/>
                <a:sym typeface="Roboto Regular"/>
              </a:endParaRPr>
            </a:p>
          </p:txBody>
        </p:sp>
        <p:sp>
          <p:nvSpPr>
            <p:cNvPr id="5" name="Pie 118">
              <a:extLst>
                <a:ext uri="{FF2B5EF4-FFF2-40B4-BE49-F238E27FC236}">
                  <a16:creationId xmlns:a16="http://schemas.microsoft.com/office/drawing/2014/main" id="{5732EB76-4A69-D1EC-2496-1213358CE6D4}"/>
                </a:ext>
              </a:extLst>
            </p:cNvPr>
            <p:cNvSpPr/>
            <p:nvPr/>
          </p:nvSpPr>
          <p:spPr>
            <a:xfrm>
              <a:off x="1644748" y="2569346"/>
              <a:ext cx="2159508" cy="228686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163" y="0"/>
                  </a:moveTo>
                  <a:cubicBezTo>
                    <a:pt x="16480" y="0"/>
                    <a:pt x="21600" y="4835"/>
                    <a:pt x="21600" y="10800"/>
                  </a:cubicBezTo>
                  <a:cubicBezTo>
                    <a:pt x="21600" y="16765"/>
                    <a:pt x="16480" y="21600"/>
                    <a:pt x="10163" y="21600"/>
                  </a:cubicBezTo>
                  <a:cubicBezTo>
                    <a:pt x="5884" y="21600"/>
                    <a:pt x="1963" y="19344"/>
                    <a:pt x="0" y="15753"/>
                  </a:cubicBezTo>
                  <a:lnTo>
                    <a:pt x="9986" y="10799"/>
                  </a:lnTo>
                  <a:close/>
                </a:path>
              </a:pathLst>
            </a:custGeom>
            <a:solidFill>
              <a:srgbClr val="491AEB"/>
            </a:solidFill>
            <a:ln w="12700">
              <a:miter lim="400000"/>
            </a:ln>
          </p:spPr>
          <p:txBody>
            <a:bodyPr lIns="45719" rIns="45719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FFFFFF"/>
                  </a:solidFill>
                  <a:latin typeface="Gilroy Light"/>
                  <a:ea typeface="Gilroy Light"/>
                  <a:cs typeface="Gilroy Light"/>
                  <a:sym typeface="Gilroy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roy Light"/>
                <a:sym typeface="Gilroy Light"/>
              </a:endParaRPr>
            </a:p>
          </p:txBody>
        </p:sp>
        <p:grpSp>
          <p:nvGrpSpPr>
            <p:cNvPr id="6" name="Oval 119">
              <a:extLst>
                <a:ext uri="{FF2B5EF4-FFF2-40B4-BE49-F238E27FC236}">
                  <a16:creationId xmlns:a16="http://schemas.microsoft.com/office/drawing/2014/main" id="{47E6A1CF-AA0D-6E8F-7411-3B7F2D72607F}"/>
                </a:ext>
              </a:extLst>
            </p:cNvPr>
            <p:cNvGrpSpPr/>
            <p:nvPr/>
          </p:nvGrpSpPr>
          <p:grpSpPr>
            <a:xfrm>
              <a:off x="1931406" y="3000971"/>
              <a:ext cx="1421261" cy="1421261"/>
              <a:chOff x="-1" y="-1"/>
              <a:chExt cx="1421260" cy="1421260"/>
            </a:xfrm>
          </p:grpSpPr>
          <p:sp>
            <p:nvSpPr>
              <p:cNvPr id="27" name="Circle">
                <a:extLst>
                  <a:ext uri="{FF2B5EF4-FFF2-40B4-BE49-F238E27FC236}">
                    <a16:creationId xmlns:a16="http://schemas.microsoft.com/office/drawing/2014/main" id="{EAF1CA21-FFDD-8B0B-0CB0-F23D1638F5A7}"/>
                  </a:ext>
                </a:extLst>
              </p:cNvPr>
              <p:cNvSpPr/>
              <p:nvPr/>
            </p:nvSpPr>
            <p:spPr>
              <a:xfrm>
                <a:off x="-1" y="-1"/>
                <a:ext cx="1421260" cy="1421260"/>
              </a:xfrm>
              <a:prstGeom prst="ellipse">
                <a:avLst/>
              </a:pr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marL="0" marR="0" lvl="0" indent="0" algn="ctr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>
                    <a:solidFill>
                      <a:srgbClr val="FFFFFF"/>
                    </a:solidFill>
                    <a:latin typeface="Roboto Regular"/>
                    <a:ea typeface="Roboto Regular"/>
                    <a:cs typeface="Roboto Regular"/>
                    <a:sym typeface="Roboto Regular"/>
                  </a:defRPr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Roboto Regular"/>
                  <a:sym typeface="Roboto Regular"/>
                </a:endParaRPr>
              </a:p>
            </p:txBody>
          </p:sp>
          <p:sp>
            <p:nvSpPr>
              <p:cNvPr id="28" name="70%">
                <a:extLst>
                  <a:ext uri="{FF2B5EF4-FFF2-40B4-BE49-F238E27FC236}">
                    <a16:creationId xmlns:a16="http://schemas.microsoft.com/office/drawing/2014/main" id="{A5FBAE68-B7E6-FBFA-3CD0-6C314A30DF40}"/>
                  </a:ext>
                </a:extLst>
              </p:cNvPr>
              <p:cNvSpPr txBox="1"/>
              <p:nvPr/>
            </p:nvSpPr>
            <p:spPr>
              <a:xfrm>
                <a:off x="208137" y="528656"/>
                <a:ext cx="1004983" cy="36394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0" tIns="0" rIns="0" bIns="0" numCol="1" anchor="ctr">
                <a:spAutoFit/>
              </a:bodyPr>
              <a:lstStyle>
                <a:lvl1pPr algn="ctr">
                  <a:lnSpc>
                    <a:spcPct val="110000"/>
                  </a:lnSpc>
                  <a:defRPr sz="1600">
                    <a:latin typeface="Poppins Regular"/>
                    <a:ea typeface="Poppins Regular"/>
                    <a:cs typeface="Poppins Regular"/>
                    <a:sym typeface="Poppins Regular"/>
                  </a:defRPr>
                </a:lvl1pPr>
              </a:lstStyle>
              <a:p>
                <a:pPr marL="0" marR="0" lvl="0" indent="0" algn="ctr" defTabSz="914400" rtl="0" eaLnBrk="1" fontAlgn="auto" latinLnBrk="0" hangingPunct="0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sz="2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Poppins Regular"/>
                    <a:sym typeface="Poppins Regular"/>
                  </a:rPr>
                  <a:t>70%</a:t>
                </a:r>
              </a:p>
            </p:txBody>
          </p:sp>
        </p:grp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DD381A2C-FAF6-36BB-B6A0-95A1E833FA44}"/>
              </a:ext>
            </a:extLst>
          </p:cNvPr>
          <p:cNvGrpSpPr/>
          <p:nvPr/>
        </p:nvGrpSpPr>
        <p:grpSpPr>
          <a:xfrm>
            <a:off x="4939203" y="2567126"/>
            <a:ext cx="2288951" cy="2288951"/>
            <a:chOff x="4939203" y="2567126"/>
            <a:chExt cx="2288951" cy="2288951"/>
          </a:xfrm>
        </p:grpSpPr>
        <p:sp>
          <p:nvSpPr>
            <p:cNvPr id="29" name="Oval 123">
              <a:extLst>
                <a:ext uri="{FF2B5EF4-FFF2-40B4-BE49-F238E27FC236}">
                  <a16:creationId xmlns:a16="http://schemas.microsoft.com/office/drawing/2014/main" id="{58F0E09F-03AB-C5B1-1D2D-6C1042290F52}"/>
                </a:ext>
              </a:extLst>
            </p:cNvPr>
            <p:cNvSpPr/>
            <p:nvPr/>
          </p:nvSpPr>
          <p:spPr>
            <a:xfrm>
              <a:off x="4939203" y="2567126"/>
              <a:ext cx="2288951" cy="2288951"/>
            </a:xfrm>
            <a:prstGeom prst="ellipse">
              <a:avLst/>
            </a:prstGeom>
            <a:solidFill>
              <a:srgbClr val="C8C8C8">
                <a:alpha val="50000"/>
              </a:srgbClr>
            </a:solidFill>
            <a:ln w="12700">
              <a:miter lim="400000"/>
            </a:ln>
          </p:spPr>
          <p:txBody>
            <a:bodyPr lIns="45719" rIns="45719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000">
                  <a:solidFill>
                    <a:srgbClr val="FFFFFF"/>
                  </a:solidFill>
                  <a:latin typeface="Roboto Regular"/>
                  <a:ea typeface="Roboto Regular"/>
                  <a:cs typeface="Roboto Regular"/>
                  <a:sym typeface="Roboto Regular"/>
                </a:defRPr>
              </a:pPr>
              <a:endParaRPr kumimoji="0" sz="1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Regular"/>
                <a:sym typeface="Roboto Regular"/>
              </a:endParaRPr>
            </a:p>
          </p:txBody>
        </p:sp>
        <p:sp>
          <p:nvSpPr>
            <p:cNvPr id="30" name="Pie 124">
              <a:extLst>
                <a:ext uri="{FF2B5EF4-FFF2-40B4-BE49-F238E27FC236}">
                  <a16:creationId xmlns:a16="http://schemas.microsoft.com/office/drawing/2014/main" id="{159FC891-58E3-6BFC-4E52-6BD3510FB9D2}"/>
                </a:ext>
              </a:extLst>
            </p:cNvPr>
            <p:cNvSpPr/>
            <p:nvPr/>
          </p:nvSpPr>
          <p:spPr>
            <a:xfrm>
              <a:off x="6084719" y="2569346"/>
              <a:ext cx="1106417" cy="114329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346" y="0"/>
                  </a:moveTo>
                  <a:cubicBezTo>
                    <a:pt x="10045" y="0"/>
                    <a:pt x="18634" y="6061"/>
                    <a:pt x="21600" y="14997"/>
                  </a:cubicBezTo>
                  <a:lnTo>
                    <a:pt x="0" y="21600"/>
                  </a:lnTo>
                  <a:close/>
                </a:path>
              </a:pathLst>
            </a:custGeom>
            <a:solidFill>
              <a:schemeClr val="accent2">
                <a:lumMod val="40000"/>
                <a:lumOff val="60000"/>
              </a:schemeClr>
            </a:solidFill>
            <a:ln w="12700">
              <a:miter lim="400000"/>
            </a:ln>
          </p:spPr>
          <p:txBody>
            <a:bodyPr lIns="45719" rIns="45719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FFFFFF"/>
                  </a:solidFill>
                  <a:latin typeface="Gilroy Light"/>
                  <a:ea typeface="Gilroy Light"/>
                  <a:cs typeface="Gilroy Light"/>
                  <a:sym typeface="Gilroy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roy Light"/>
                <a:sym typeface="Gilroy Light"/>
              </a:endParaRPr>
            </a:p>
          </p:txBody>
        </p:sp>
        <p:grpSp>
          <p:nvGrpSpPr>
            <p:cNvPr id="34" name="Oval 125">
              <a:extLst>
                <a:ext uri="{FF2B5EF4-FFF2-40B4-BE49-F238E27FC236}">
                  <a16:creationId xmlns:a16="http://schemas.microsoft.com/office/drawing/2014/main" id="{A35B6A5B-A19D-D1AB-D7C8-3A5CA17796E3}"/>
                </a:ext>
              </a:extLst>
            </p:cNvPr>
            <p:cNvGrpSpPr/>
            <p:nvPr/>
          </p:nvGrpSpPr>
          <p:grpSpPr>
            <a:xfrm>
              <a:off x="5373048" y="3000971"/>
              <a:ext cx="1421261" cy="1421261"/>
              <a:chOff x="-1" y="-1"/>
              <a:chExt cx="1421260" cy="1421260"/>
            </a:xfrm>
          </p:grpSpPr>
          <p:sp>
            <p:nvSpPr>
              <p:cNvPr id="36" name="Circle">
                <a:extLst>
                  <a:ext uri="{FF2B5EF4-FFF2-40B4-BE49-F238E27FC236}">
                    <a16:creationId xmlns:a16="http://schemas.microsoft.com/office/drawing/2014/main" id="{4470500D-0117-9B75-E9E9-1D84E8900969}"/>
                  </a:ext>
                </a:extLst>
              </p:cNvPr>
              <p:cNvSpPr/>
              <p:nvPr/>
            </p:nvSpPr>
            <p:spPr>
              <a:xfrm>
                <a:off x="-1" y="-1"/>
                <a:ext cx="1421260" cy="1421260"/>
              </a:xfrm>
              <a:prstGeom prst="ellipse">
                <a:avLst/>
              </a:pr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marL="0" marR="0" lvl="0" indent="0" algn="ctr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>
                    <a:solidFill>
                      <a:srgbClr val="FFFFFF"/>
                    </a:solidFill>
                    <a:latin typeface="Roboto Regular"/>
                    <a:ea typeface="Roboto Regular"/>
                    <a:cs typeface="Roboto Regular"/>
                    <a:sym typeface="Roboto Regular"/>
                  </a:defRPr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Roboto Regular"/>
                  <a:sym typeface="Roboto Regular"/>
                </a:endParaRPr>
              </a:p>
            </p:txBody>
          </p:sp>
          <p:sp>
            <p:nvSpPr>
              <p:cNvPr id="37" name="40%">
                <a:extLst>
                  <a:ext uri="{FF2B5EF4-FFF2-40B4-BE49-F238E27FC236}">
                    <a16:creationId xmlns:a16="http://schemas.microsoft.com/office/drawing/2014/main" id="{69C16C9C-03E3-595B-C0A4-5AD9305FE4B9}"/>
                  </a:ext>
                </a:extLst>
              </p:cNvPr>
              <p:cNvSpPr txBox="1"/>
              <p:nvPr/>
            </p:nvSpPr>
            <p:spPr>
              <a:xfrm>
                <a:off x="208137" y="528656"/>
                <a:ext cx="1004983" cy="36394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0" tIns="0" rIns="0" bIns="0" numCol="1" anchor="ctr">
                <a:spAutoFit/>
              </a:bodyPr>
              <a:lstStyle>
                <a:lvl1pPr algn="ctr">
                  <a:lnSpc>
                    <a:spcPct val="110000"/>
                  </a:lnSpc>
                  <a:defRPr sz="1600">
                    <a:latin typeface="Poppins Regular"/>
                    <a:ea typeface="Poppins Regular"/>
                    <a:cs typeface="Poppins Regular"/>
                    <a:sym typeface="Poppins Regular"/>
                  </a:defRPr>
                </a:lvl1pPr>
              </a:lstStyle>
              <a:p>
                <a:pPr marL="0" marR="0" lvl="0" indent="0" algn="ctr" defTabSz="914400" rtl="0" eaLnBrk="1" fontAlgn="auto" latinLnBrk="0" hangingPunct="0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sz="2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Poppins Regular"/>
                    <a:sym typeface="Poppins Regular"/>
                  </a:rPr>
                  <a:t>40%</a:t>
                </a:r>
              </a:p>
            </p:txBody>
          </p:sp>
        </p:grp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4BA4AF1F-AC81-9C3E-C358-4CE11537E8EA}"/>
              </a:ext>
            </a:extLst>
          </p:cNvPr>
          <p:cNvGrpSpPr/>
          <p:nvPr/>
        </p:nvGrpSpPr>
        <p:grpSpPr>
          <a:xfrm>
            <a:off x="8446332" y="2567126"/>
            <a:ext cx="2306694" cy="2289089"/>
            <a:chOff x="8446332" y="2567126"/>
            <a:chExt cx="2306694" cy="2289089"/>
          </a:xfrm>
        </p:grpSpPr>
        <p:sp>
          <p:nvSpPr>
            <p:cNvPr id="38" name="Oval 129">
              <a:extLst>
                <a:ext uri="{FF2B5EF4-FFF2-40B4-BE49-F238E27FC236}">
                  <a16:creationId xmlns:a16="http://schemas.microsoft.com/office/drawing/2014/main" id="{3C402B01-336F-3B6D-858C-9CE145C517C0}"/>
                </a:ext>
              </a:extLst>
            </p:cNvPr>
            <p:cNvSpPr/>
            <p:nvPr/>
          </p:nvSpPr>
          <p:spPr>
            <a:xfrm>
              <a:off x="8446332" y="2567126"/>
              <a:ext cx="2288951" cy="2288951"/>
            </a:xfrm>
            <a:prstGeom prst="ellipse">
              <a:avLst/>
            </a:prstGeom>
            <a:solidFill>
              <a:srgbClr val="C8C8C8">
                <a:alpha val="50000"/>
              </a:srgbClr>
            </a:solidFill>
            <a:ln w="12700">
              <a:miter lim="400000"/>
            </a:ln>
          </p:spPr>
          <p:txBody>
            <a:bodyPr lIns="45719" rIns="45719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000">
                  <a:solidFill>
                    <a:srgbClr val="FFFFFF"/>
                  </a:solidFill>
                  <a:latin typeface="Roboto Regular"/>
                  <a:ea typeface="Roboto Regular"/>
                  <a:cs typeface="Roboto Regular"/>
                  <a:sym typeface="Roboto Regular"/>
                </a:defRPr>
              </a:pPr>
              <a:endParaRPr kumimoji="0" sz="1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Regular"/>
                <a:sym typeface="Roboto Regular"/>
              </a:endParaRPr>
            </a:p>
          </p:txBody>
        </p:sp>
        <p:sp>
          <p:nvSpPr>
            <p:cNvPr id="39" name="Pie 130">
              <a:extLst>
                <a:ext uri="{FF2B5EF4-FFF2-40B4-BE49-F238E27FC236}">
                  <a16:creationId xmlns:a16="http://schemas.microsoft.com/office/drawing/2014/main" id="{6EB72042-F0C4-458D-2D0F-A69A3AC2F690}"/>
                </a:ext>
              </a:extLst>
            </p:cNvPr>
            <p:cNvSpPr/>
            <p:nvPr/>
          </p:nvSpPr>
          <p:spPr>
            <a:xfrm>
              <a:off x="8877748" y="2569346"/>
              <a:ext cx="1875278" cy="228686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430" y="0"/>
                  </a:moveTo>
                  <a:cubicBezTo>
                    <a:pt x="15703" y="0"/>
                    <a:pt x="21600" y="4835"/>
                    <a:pt x="21600" y="10800"/>
                  </a:cubicBezTo>
                  <a:cubicBezTo>
                    <a:pt x="21600" y="16765"/>
                    <a:pt x="15703" y="21600"/>
                    <a:pt x="8430" y="21600"/>
                  </a:cubicBezTo>
                  <a:cubicBezTo>
                    <a:pt x="5349" y="21600"/>
                    <a:pt x="2367" y="20715"/>
                    <a:pt x="0" y="19098"/>
                  </a:cubicBezTo>
                  <a:lnTo>
                    <a:pt x="8225" y="10799"/>
                  </a:lnTo>
                  <a:close/>
                </a:path>
              </a:pathLst>
            </a:custGeom>
            <a:solidFill>
              <a:schemeClr val="accent1"/>
            </a:solidFill>
            <a:ln w="12700">
              <a:miter lim="400000"/>
            </a:ln>
          </p:spPr>
          <p:txBody>
            <a:bodyPr lIns="45719" rIns="45719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FFFFFF"/>
                  </a:solidFill>
                  <a:latin typeface="Gilroy Light"/>
                  <a:ea typeface="Gilroy Light"/>
                  <a:cs typeface="Gilroy Light"/>
                  <a:sym typeface="Gilroy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roy Light"/>
                <a:sym typeface="Gilroy Light"/>
              </a:endParaRPr>
            </a:p>
          </p:txBody>
        </p:sp>
        <p:grpSp>
          <p:nvGrpSpPr>
            <p:cNvPr id="40" name="Oval 131">
              <a:extLst>
                <a:ext uri="{FF2B5EF4-FFF2-40B4-BE49-F238E27FC236}">
                  <a16:creationId xmlns:a16="http://schemas.microsoft.com/office/drawing/2014/main" id="{2B32F533-8C0C-711E-5E56-FF8821E86D5C}"/>
                </a:ext>
              </a:extLst>
            </p:cNvPr>
            <p:cNvGrpSpPr/>
            <p:nvPr/>
          </p:nvGrpSpPr>
          <p:grpSpPr>
            <a:xfrm>
              <a:off x="8880177" y="3000971"/>
              <a:ext cx="1421261" cy="1421261"/>
              <a:chOff x="-1" y="-1"/>
              <a:chExt cx="1421260" cy="1421260"/>
            </a:xfrm>
          </p:grpSpPr>
          <p:sp>
            <p:nvSpPr>
              <p:cNvPr id="41" name="Circle">
                <a:extLst>
                  <a:ext uri="{FF2B5EF4-FFF2-40B4-BE49-F238E27FC236}">
                    <a16:creationId xmlns:a16="http://schemas.microsoft.com/office/drawing/2014/main" id="{E6FEE505-1586-DE44-A51A-EE63A5B77347}"/>
                  </a:ext>
                </a:extLst>
              </p:cNvPr>
              <p:cNvSpPr/>
              <p:nvPr/>
            </p:nvSpPr>
            <p:spPr>
              <a:xfrm>
                <a:off x="-1" y="-1"/>
                <a:ext cx="1421260" cy="1421260"/>
              </a:xfrm>
              <a:prstGeom prst="ellipse">
                <a:avLst/>
              </a:pr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marL="0" marR="0" lvl="0" indent="0" algn="ctr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2100">
                    <a:solidFill>
                      <a:srgbClr val="3F3F3F"/>
                    </a:solidFill>
                    <a:latin typeface="Roboto Bold"/>
                    <a:ea typeface="Roboto Bold"/>
                    <a:cs typeface="Roboto Bold"/>
                    <a:sym typeface="Roboto Bold"/>
                  </a:defRPr>
                </a:pPr>
                <a:endParaRPr kumimoji="0" sz="2100" b="0" i="0" u="none" strike="noStrike" kern="0" cap="none" spc="0" normalizeH="0" baseline="0" noProof="0">
                  <a:ln>
                    <a:noFill/>
                  </a:ln>
                  <a:solidFill>
                    <a:srgbClr val="3F3F3F"/>
                  </a:solidFill>
                  <a:effectLst/>
                  <a:uLnTx/>
                  <a:uFillTx/>
                  <a:latin typeface="Roboto Bold"/>
                  <a:sym typeface="Roboto Bold"/>
                </a:endParaRPr>
              </a:p>
            </p:txBody>
          </p:sp>
          <p:sp>
            <p:nvSpPr>
              <p:cNvPr id="42" name="60%">
                <a:extLst>
                  <a:ext uri="{FF2B5EF4-FFF2-40B4-BE49-F238E27FC236}">
                    <a16:creationId xmlns:a16="http://schemas.microsoft.com/office/drawing/2014/main" id="{795BB6FB-3109-C3CC-239D-EEE45316DE1F}"/>
                  </a:ext>
                </a:extLst>
              </p:cNvPr>
              <p:cNvSpPr txBox="1"/>
              <p:nvPr/>
            </p:nvSpPr>
            <p:spPr>
              <a:xfrm>
                <a:off x="208137" y="528656"/>
                <a:ext cx="1004983" cy="36394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0" tIns="0" rIns="0" bIns="0" numCol="1" anchor="ctr">
                <a:spAutoFit/>
              </a:bodyPr>
              <a:lstStyle>
                <a:lvl1pPr algn="ctr">
                  <a:lnSpc>
                    <a:spcPct val="110000"/>
                  </a:lnSpc>
                  <a:defRPr sz="1600">
                    <a:latin typeface="Poppins Regular"/>
                    <a:ea typeface="Poppins Regular"/>
                    <a:cs typeface="Poppins Regular"/>
                    <a:sym typeface="Poppins Regular"/>
                  </a:defRPr>
                </a:lvl1pPr>
              </a:lstStyle>
              <a:p>
                <a:pPr marL="0" marR="0" lvl="0" indent="0" algn="ctr" defTabSz="914400" rtl="0" eaLnBrk="1" fontAlgn="auto" latinLnBrk="0" hangingPunct="0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sz="2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Poppins Regular"/>
                    <a:sym typeface="Poppins Regular"/>
                  </a:rPr>
                  <a:t>60%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0037089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133746-8A19-55B9-5020-93D8E57B96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751436AA-49EF-6EE1-637E-5E53E1429038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890BC1E-27F8-7DEE-7953-222E362CFC0C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96F0CD-7822-D0DF-B926-5BE8B93F821C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pic>
        <p:nvPicPr>
          <p:cNvPr id="7" name="Frame 48099007-1.png" descr="Frame 48099007-1.png">
            <a:extLst>
              <a:ext uri="{FF2B5EF4-FFF2-40B4-BE49-F238E27FC236}">
                <a16:creationId xmlns:a16="http://schemas.microsoft.com/office/drawing/2014/main" id="{D7720468-3FE8-6269-1130-130CFAA2BA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409" y="2239232"/>
            <a:ext cx="3994614" cy="2811336"/>
          </a:xfrm>
          <a:prstGeom prst="rect">
            <a:avLst/>
          </a:prstGeom>
          <a:ln w="12700">
            <a:miter lim="400000"/>
          </a:ln>
        </p:spPr>
      </p:pic>
      <p:pic>
        <p:nvPicPr>
          <p:cNvPr id="8" name="Frame 48099007.png" descr="Frame 48099007.png">
            <a:extLst>
              <a:ext uri="{FF2B5EF4-FFF2-40B4-BE49-F238E27FC236}">
                <a16:creationId xmlns:a16="http://schemas.microsoft.com/office/drawing/2014/main" id="{87074A32-286A-2AB1-95FA-1C4DA51C90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3873" y="2239232"/>
            <a:ext cx="5614278" cy="2811336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7548838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iMocha Palette 2024">
      <a:dk1>
        <a:srgbClr val="000000"/>
      </a:dk1>
      <a:lt1>
        <a:srgbClr val="FFFFFF"/>
      </a:lt1>
      <a:dk2>
        <a:srgbClr val="504C5B"/>
      </a:dk2>
      <a:lt2>
        <a:srgbClr val="E8E8E8"/>
      </a:lt2>
      <a:accent1>
        <a:srgbClr val="E74302"/>
      </a:accent1>
      <a:accent2>
        <a:srgbClr val="3F11C5"/>
      </a:accent2>
      <a:accent3>
        <a:srgbClr val="C5FEDB"/>
      </a:accent3>
      <a:accent4>
        <a:srgbClr val="FB784B"/>
      </a:accent4>
      <a:accent5>
        <a:srgbClr val="210032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iMocha">
    <a:dk1>
      <a:srgbClr val="000000"/>
    </a:dk1>
    <a:lt1>
      <a:srgbClr val="FFFFFF"/>
    </a:lt1>
    <a:dk2>
      <a:srgbClr val="44546A"/>
    </a:dk2>
    <a:lt2>
      <a:srgbClr val="E7E6E6"/>
    </a:lt2>
    <a:accent1>
      <a:srgbClr val="FD5B0E"/>
    </a:accent1>
    <a:accent2>
      <a:srgbClr val="491AEB"/>
    </a:accent2>
    <a:accent3>
      <a:srgbClr val="220032"/>
    </a:accent3>
    <a:accent4>
      <a:srgbClr val="C84710"/>
    </a:accent4>
    <a:accent5>
      <a:srgbClr val="504D5B"/>
    </a:accent5>
    <a:accent6>
      <a:srgbClr val="FB794B"/>
    </a:accent6>
    <a:hlink>
      <a:srgbClr val="FD5B0E"/>
    </a:hlink>
    <a:folHlink>
      <a:srgbClr val="491AEB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51FDBD2D9AF45409AA51A0638AF9B05" ma:contentTypeVersion="11" ma:contentTypeDescription="Create a new document." ma:contentTypeScope="" ma:versionID="e3c04ab53705b8ae95ddba0d88a3b4da">
  <xsd:schema xmlns:xsd="http://www.w3.org/2001/XMLSchema" xmlns:xs="http://www.w3.org/2001/XMLSchema" xmlns:p="http://schemas.microsoft.com/office/2006/metadata/properties" xmlns:ns2="db10af28-428a-407a-b33c-20f3d96e60ee" xmlns:ns3="2968be34-5e79-4a95-9348-aba51868fd5c" targetNamespace="http://schemas.microsoft.com/office/2006/metadata/properties" ma:root="true" ma:fieldsID="e62334684b59fd7b625e1c6257eb5bf6" ns2:_="" ns3:_="">
    <xsd:import namespace="db10af28-428a-407a-b33c-20f3d96e60ee"/>
    <xsd:import namespace="2968be34-5e79-4a95-9348-aba51868fd5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b10af28-428a-407a-b33c-20f3d96e60e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6c560210-05d9-4cb9-a646-2e275d060a5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968be34-5e79-4a95-9348-aba51868fd5c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4a69e333-9550-49fe-8d52-f31675a2b6a6}" ma:internalName="TaxCatchAll" ma:showField="CatchAllData" ma:web="2968be34-5e79-4a95-9348-aba51868fd5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2968be34-5e79-4a95-9348-aba51868fd5c" xsi:nil="true"/>
    <lcf76f155ced4ddcb4097134ff3c332f xmlns="db10af28-428a-407a-b33c-20f3d96e60ee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63E7BF2B-BF3E-4E76-84DF-6CF54E56BE2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b10af28-428a-407a-b33c-20f3d96e60ee"/>
    <ds:schemaRef ds:uri="2968be34-5e79-4a95-9348-aba51868fd5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EE8F0D8E-7770-4150-9F3D-5771C47AF07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4BD02FD-1C26-4391-BC4D-22F7D84C7644}">
  <ds:schemaRefs>
    <ds:schemaRef ds:uri="http://schemas.microsoft.com/office/2006/metadata/properties"/>
    <ds:schemaRef ds:uri="http://schemas.microsoft.com/office/infopath/2007/PartnerControls"/>
    <ds:schemaRef ds:uri="2968be34-5e79-4a95-9348-aba51868fd5c"/>
    <ds:schemaRef ds:uri="db10af28-428a-407a-b33c-20f3d96e60e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224</TotalTime>
  <Words>3619</Words>
  <Application>Microsoft Office PowerPoint</Application>
  <PresentationFormat>Widescreen</PresentationFormat>
  <Paragraphs>689</Paragraphs>
  <Slides>110</Slides>
  <Notes>12</Notes>
  <HiddenSlides>6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110</vt:i4>
      </vt:variant>
    </vt:vector>
  </HeadingPairs>
  <TitlesOfParts>
    <vt:vector size="111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Nilesh Nighojkar</dc:creator>
  <cp:lastModifiedBy>Sharvari Umasare</cp:lastModifiedBy>
  <cp:revision>14</cp:revision>
  <dcterms:created xsi:type="dcterms:W3CDTF">2024-04-15T06:14:20Z</dcterms:created>
  <dcterms:modified xsi:type="dcterms:W3CDTF">2026-06-08T09:47:48Z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0x010100551FDBD2D9AF45409AA51A0638AF9B05</vt:lpwstr>
  </property>
</Properties>
</file>